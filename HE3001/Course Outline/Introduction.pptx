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6" r:id="rId2"/>
    <p:sldId id="967" r:id="rId3"/>
    <p:sldId id="970" r:id="rId4"/>
    <p:sldId id="969" r:id="rId5"/>
    <p:sldId id="977" r:id="rId6"/>
    <p:sldId id="974" r:id="rId7"/>
    <p:sldId id="968" r:id="rId8"/>
    <p:sldId id="971" r:id="rId9"/>
    <p:sldId id="9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FFFFF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72ED1D-69C9-455B-9999-D15E0E0A480B}" v="371" dt="2024-07-15T03:04:37.5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86376" autoAdjust="0"/>
  </p:normalViewPr>
  <p:slideViewPr>
    <p:cSldViewPr snapToGrid="0">
      <p:cViewPr varScale="1">
        <p:scale>
          <a:sx n="139" d="100"/>
          <a:sy n="139" d="100"/>
        </p:scale>
        <p:origin x="113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 Xiong Wei, Jonathan" userId="ac2b658e-7ce1-44bb-9f9f-bf4198ceaa29" providerId="ADAL" clId="{6C24D8DD-CEE2-42AB-88F6-84F0A7556355}"/>
    <pc:docChg chg="modSld">
      <pc:chgData name="Yeo Xiong Wei, Jonathan" userId="ac2b658e-7ce1-44bb-9f9f-bf4198ceaa29" providerId="ADAL" clId="{6C24D8DD-CEE2-42AB-88F6-84F0A7556355}" dt="2023-07-21T06:00:54.005" v="47" actId="20577"/>
      <pc:docMkLst>
        <pc:docMk/>
      </pc:docMkLst>
      <pc:sldChg chg="modSp mod">
        <pc:chgData name="Yeo Xiong Wei, Jonathan" userId="ac2b658e-7ce1-44bb-9f9f-bf4198ceaa29" providerId="ADAL" clId="{6C24D8DD-CEE2-42AB-88F6-84F0A7556355}" dt="2023-07-21T06:00:54.005" v="47" actId="20577"/>
        <pc:sldMkLst>
          <pc:docMk/>
          <pc:sldMk cId="2868411891" sldId="972"/>
        </pc:sldMkLst>
        <pc:spChg chg="mod">
          <ac:chgData name="Yeo Xiong Wei, Jonathan" userId="ac2b658e-7ce1-44bb-9f9f-bf4198ceaa29" providerId="ADAL" clId="{6C24D8DD-CEE2-42AB-88F6-84F0A7556355}" dt="2023-07-21T06:00:54.005" v="47" actId="20577"/>
          <ac:spMkLst>
            <pc:docMk/>
            <pc:sldMk cId="2868411891" sldId="972"/>
            <ac:spMk id="3" creationId="{FCEE3C84-E57A-4236-ACEF-FF2F1A14B2D3}"/>
          </ac:spMkLst>
        </pc:spChg>
      </pc:sldChg>
    </pc:docChg>
  </pc:docChgLst>
  <pc:docChgLst>
    <pc:chgData name="Yeo Xiong Wei, Jonathan" userId="ac2b658e-7ce1-44bb-9f9f-bf4198ceaa29" providerId="ADAL" clId="{E7158B38-0FD4-4267-A8CB-CF4525C9C00D}"/>
    <pc:docChg chg="undo redo custSel modSld">
      <pc:chgData name="Yeo Xiong Wei, Jonathan" userId="ac2b658e-7ce1-44bb-9f9f-bf4198ceaa29" providerId="ADAL" clId="{E7158B38-0FD4-4267-A8CB-CF4525C9C00D}" dt="2023-08-13T01:37:06.555" v="311" actId="6549"/>
      <pc:docMkLst>
        <pc:docMk/>
      </pc:docMkLst>
      <pc:sldChg chg="modSp mod">
        <pc:chgData name="Yeo Xiong Wei, Jonathan" userId="ac2b658e-7ce1-44bb-9f9f-bf4198ceaa29" providerId="ADAL" clId="{E7158B38-0FD4-4267-A8CB-CF4525C9C00D}" dt="2023-08-13T01:19:36.233" v="91" actId="404"/>
        <pc:sldMkLst>
          <pc:docMk/>
          <pc:sldMk cId="1164202784" sldId="967"/>
        </pc:sldMkLst>
        <pc:spChg chg="mod">
          <ac:chgData name="Yeo Xiong Wei, Jonathan" userId="ac2b658e-7ce1-44bb-9f9f-bf4198ceaa29" providerId="ADAL" clId="{E7158B38-0FD4-4267-A8CB-CF4525C9C00D}" dt="2023-08-13T01:19:36.233" v="91" actId="404"/>
          <ac:spMkLst>
            <pc:docMk/>
            <pc:sldMk cId="1164202784" sldId="967"/>
            <ac:spMk id="3" creationId="{FCEE3C84-E57A-4236-ACEF-FF2F1A14B2D3}"/>
          </ac:spMkLst>
        </pc:spChg>
      </pc:sldChg>
      <pc:sldChg chg="modSp mod">
        <pc:chgData name="Yeo Xiong Wei, Jonathan" userId="ac2b658e-7ce1-44bb-9f9f-bf4198ceaa29" providerId="ADAL" clId="{E7158B38-0FD4-4267-A8CB-CF4525C9C00D}" dt="2023-08-13T01:20:19.091" v="103" actId="1076"/>
        <pc:sldMkLst>
          <pc:docMk/>
          <pc:sldMk cId="918524294" sldId="968"/>
        </pc:sldMkLst>
        <pc:spChg chg="mod">
          <ac:chgData name="Yeo Xiong Wei, Jonathan" userId="ac2b658e-7ce1-44bb-9f9f-bf4198ceaa29" providerId="ADAL" clId="{E7158B38-0FD4-4267-A8CB-CF4525C9C00D}" dt="2023-08-13T01:20:19.091" v="103" actId="1076"/>
          <ac:spMkLst>
            <pc:docMk/>
            <pc:sldMk cId="918524294" sldId="968"/>
            <ac:spMk id="3" creationId="{FCEE3C84-E57A-4236-ACEF-FF2F1A14B2D3}"/>
          </ac:spMkLst>
        </pc:spChg>
      </pc:sldChg>
      <pc:sldChg chg="modSp mod">
        <pc:chgData name="Yeo Xiong Wei, Jonathan" userId="ac2b658e-7ce1-44bb-9f9f-bf4198ceaa29" providerId="ADAL" clId="{E7158B38-0FD4-4267-A8CB-CF4525C9C00D}" dt="2023-08-13T01:19:47.369" v="95" actId="20577"/>
        <pc:sldMkLst>
          <pc:docMk/>
          <pc:sldMk cId="1729791910" sldId="969"/>
        </pc:sldMkLst>
        <pc:spChg chg="mod">
          <ac:chgData name="Yeo Xiong Wei, Jonathan" userId="ac2b658e-7ce1-44bb-9f9f-bf4198ceaa29" providerId="ADAL" clId="{E7158B38-0FD4-4267-A8CB-CF4525C9C00D}" dt="2023-08-13T01:19:47.369" v="95" actId="20577"/>
          <ac:spMkLst>
            <pc:docMk/>
            <pc:sldMk cId="1729791910" sldId="969"/>
            <ac:spMk id="6" creationId="{A2020383-D95A-401A-A127-1D68C0038105}"/>
          </ac:spMkLst>
        </pc:spChg>
        <pc:picChg chg="mod">
          <ac:chgData name="Yeo Xiong Wei, Jonathan" userId="ac2b658e-7ce1-44bb-9f9f-bf4198ceaa29" providerId="ADAL" clId="{E7158B38-0FD4-4267-A8CB-CF4525C9C00D}" dt="2023-08-13T01:19:43.419" v="94" actId="1076"/>
          <ac:picMkLst>
            <pc:docMk/>
            <pc:sldMk cId="1729791910" sldId="969"/>
            <ac:picMk id="2052" creationId="{CE6FAC66-7647-4FAC-8F04-9057CC392F84}"/>
          </ac:picMkLst>
        </pc:picChg>
      </pc:sldChg>
      <pc:sldChg chg="modSp mod">
        <pc:chgData name="Yeo Xiong Wei, Jonathan" userId="ac2b658e-7ce1-44bb-9f9f-bf4198ceaa29" providerId="ADAL" clId="{E7158B38-0FD4-4267-A8CB-CF4525C9C00D}" dt="2023-08-13T01:37:06.555" v="311" actId="6549"/>
        <pc:sldMkLst>
          <pc:docMk/>
          <pc:sldMk cId="1108391655" sldId="971"/>
        </pc:sldMkLst>
        <pc:spChg chg="mod">
          <ac:chgData name="Yeo Xiong Wei, Jonathan" userId="ac2b658e-7ce1-44bb-9f9f-bf4198ceaa29" providerId="ADAL" clId="{E7158B38-0FD4-4267-A8CB-CF4525C9C00D}" dt="2023-08-13T01:37:06.555" v="311" actId="6549"/>
          <ac:spMkLst>
            <pc:docMk/>
            <pc:sldMk cId="1108391655" sldId="971"/>
            <ac:spMk id="3" creationId="{FCEE3C84-E57A-4236-ACEF-FF2F1A14B2D3}"/>
          </ac:spMkLst>
        </pc:spChg>
      </pc:sldChg>
      <pc:sldChg chg="modSp mod">
        <pc:chgData name="Yeo Xiong Wei, Jonathan" userId="ac2b658e-7ce1-44bb-9f9f-bf4198ceaa29" providerId="ADAL" clId="{E7158B38-0FD4-4267-A8CB-CF4525C9C00D}" dt="2023-08-07T01:48:54.049" v="1" actId="20577"/>
        <pc:sldMkLst>
          <pc:docMk/>
          <pc:sldMk cId="2868411891" sldId="972"/>
        </pc:sldMkLst>
        <pc:spChg chg="mod">
          <ac:chgData name="Yeo Xiong Wei, Jonathan" userId="ac2b658e-7ce1-44bb-9f9f-bf4198ceaa29" providerId="ADAL" clId="{E7158B38-0FD4-4267-A8CB-CF4525C9C00D}" dt="2023-08-07T01:48:54.049" v="1" actId="20577"/>
          <ac:spMkLst>
            <pc:docMk/>
            <pc:sldMk cId="2868411891" sldId="972"/>
            <ac:spMk id="3" creationId="{FCEE3C84-E57A-4236-ACEF-FF2F1A14B2D3}"/>
          </ac:spMkLst>
        </pc:spChg>
      </pc:sldChg>
      <pc:sldChg chg="modSp mod">
        <pc:chgData name="Yeo Xiong Wei, Jonathan" userId="ac2b658e-7ce1-44bb-9f9f-bf4198ceaa29" providerId="ADAL" clId="{E7158B38-0FD4-4267-A8CB-CF4525C9C00D}" dt="2023-08-13T01:21:20.216" v="105" actId="403"/>
        <pc:sldMkLst>
          <pc:docMk/>
          <pc:sldMk cId="868685647" sldId="973"/>
        </pc:sldMkLst>
        <pc:spChg chg="mod">
          <ac:chgData name="Yeo Xiong Wei, Jonathan" userId="ac2b658e-7ce1-44bb-9f9f-bf4198ceaa29" providerId="ADAL" clId="{E7158B38-0FD4-4267-A8CB-CF4525C9C00D}" dt="2023-08-13T01:21:20.216" v="105" actId="403"/>
          <ac:spMkLst>
            <pc:docMk/>
            <pc:sldMk cId="868685647" sldId="973"/>
            <ac:spMk id="3" creationId="{FCEE3C84-E57A-4236-ACEF-FF2F1A14B2D3}"/>
          </ac:spMkLst>
        </pc:spChg>
      </pc:sldChg>
      <pc:sldChg chg="modSp modAnim">
        <pc:chgData name="Yeo Xiong Wei, Jonathan" userId="ac2b658e-7ce1-44bb-9f9f-bf4198ceaa29" providerId="ADAL" clId="{E7158B38-0FD4-4267-A8CB-CF4525C9C00D}" dt="2023-08-13T01:22:52.660" v="292" actId="20577"/>
        <pc:sldMkLst>
          <pc:docMk/>
          <pc:sldMk cId="1288144227" sldId="974"/>
        </pc:sldMkLst>
        <pc:spChg chg="mod">
          <ac:chgData name="Yeo Xiong Wei, Jonathan" userId="ac2b658e-7ce1-44bb-9f9f-bf4198ceaa29" providerId="ADAL" clId="{E7158B38-0FD4-4267-A8CB-CF4525C9C00D}" dt="2023-08-13T01:22:52.660" v="292" actId="20577"/>
          <ac:spMkLst>
            <pc:docMk/>
            <pc:sldMk cId="1288144227" sldId="974"/>
            <ac:spMk id="3" creationId="{FCEE3C84-E57A-4236-ACEF-FF2F1A14B2D3}"/>
          </ac:spMkLst>
        </pc:spChg>
      </pc:sldChg>
      <pc:sldChg chg="modSp mod">
        <pc:chgData name="Yeo Xiong Wei, Jonathan" userId="ac2b658e-7ce1-44bb-9f9f-bf4198ceaa29" providerId="ADAL" clId="{E7158B38-0FD4-4267-A8CB-CF4525C9C00D}" dt="2023-08-13T01:19:57.730" v="97" actId="20577"/>
        <pc:sldMkLst>
          <pc:docMk/>
          <pc:sldMk cId="3429466173" sldId="977"/>
        </pc:sldMkLst>
        <pc:spChg chg="mod">
          <ac:chgData name="Yeo Xiong Wei, Jonathan" userId="ac2b658e-7ce1-44bb-9f9f-bf4198ceaa29" providerId="ADAL" clId="{E7158B38-0FD4-4267-A8CB-CF4525C9C00D}" dt="2023-08-13T01:19:57.730" v="97" actId="20577"/>
          <ac:spMkLst>
            <pc:docMk/>
            <pc:sldMk cId="3429466173" sldId="977"/>
            <ac:spMk id="3" creationId="{FCEE3C84-E57A-4236-ACEF-FF2F1A14B2D3}"/>
          </ac:spMkLst>
        </pc:spChg>
      </pc:sldChg>
    </pc:docChg>
  </pc:docChgLst>
  <pc:docChgLst>
    <pc:chgData name="Yeo Xiong Wei, Jonathan" userId="ac2b658e-7ce1-44bb-9f9f-bf4198ceaa29" providerId="ADAL" clId="{F89247C2-6AE6-4BB6-941C-0BFD7503E730}"/>
    <pc:docChg chg="custSel addSld delSld modSld sldOrd">
      <pc:chgData name="Yeo Xiong Wei, Jonathan" userId="ac2b658e-7ce1-44bb-9f9f-bf4198ceaa29" providerId="ADAL" clId="{F89247C2-6AE6-4BB6-941C-0BFD7503E730}" dt="2023-05-05T06:10:22.209" v="1502" actId="20577"/>
      <pc:docMkLst>
        <pc:docMk/>
      </pc:docMkLst>
      <pc:sldChg chg="delSp mod">
        <pc:chgData name="Yeo Xiong Wei, Jonathan" userId="ac2b658e-7ce1-44bb-9f9f-bf4198ceaa29" providerId="ADAL" clId="{F89247C2-6AE6-4BB6-941C-0BFD7503E730}" dt="2023-05-05T05:51:25.832" v="1" actId="478"/>
        <pc:sldMkLst>
          <pc:docMk/>
          <pc:sldMk cId="52255467" sldId="256"/>
        </pc:sldMkLst>
        <pc:spChg chg="del">
          <ac:chgData name="Yeo Xiong Wei, Jonathan" userId="ac2b658e-7ce1-44bb-9f9f-bf4198ceaa29" providerId="ADAL" clId="{F89247C2-6AE6-4BB6-941C-0BFD7503E730}" dt="2023-05-05T05:51:25.832" v="1" actId="478"/>
          <ac:spMkLst>
            <pc:docMk/>
            <pc:sldMk cId="52255467" sldId="256"/>
            <ac:spMk id="25" creationId="{C75CA775-AC61-1BE3-B3E9-3355B7C573C9}"/>
          </ac:spMkLst>
        </pc:spChg>
        <pc:picChg chg="del">
          <ac:chgData name="Yeo Xiong Wei, Jonathan" userId="ac2b658e-7ce1-44bb-9f9f-bf4198ceaa29" providerId="ADAL" clId="{F89247C2-6AE6-4BB6-941C-0BFD7503E730}" dt="2023-05-05T05:51:24.591" v="0" actId="478"/>
          <ac:picMkLst>
            <pc:docMk/>
            <pc:sldMk cId="52255467" sldId="256"/>
            <ac:picMk id="24" creationId="{0A48B646-8BFD-C4ED-631F-152B9CA53758}"/>
          </ac:picMkLst>
        </pc:picChg>
      </pc:sldChg>
      <pc:sldChg chg="modSp mod">
        <pc:chgData name="Yeo Xiong Wei, Jonathan" userId="ac2b658e-7ce1-44bb-9f9f-bf4198ceaa29" providerId="ADAL" clId="{F89247C2-6AE6-4BB6-941C-0BFD7503E730}" dt="2023-05-05T05:51:51.333" v="56" actId="20577"/>
        <pc:sldMkLst>
          <pc:docMk/>
          <pc:sldMk cId="1164202784" sldId="967"/>
        </pc:sldMkLst>
        <pc:spChg chg="mod">
          <ac:chgData name="Yeo Xiong Wei, Jonathan" userId="ac2b658e-7ce1-44bb-9f9f-bf4198ceaa29" providerId="ADAL" clId="{F89247C2-6AE6-4BB6-941C-0BFD7503E730}" dt="2023-05-05T05:51:51.333" v="56" actId="20577"/>
          <ac:spMkLst>
            <pc:docMk/>
            <pc:sldMk cId="1164202784" sldId="967"/>
            <ac:spMk id="3" creationId="{FCEE3C84-E57A-4236-ACEF-FF2F1A14B2D3}"/>
          </ac:spMkLst>
        </pc:spChg>
      </pc:sldChg>
      <pc:sldChg chg="modSp mod">
        <pc:chgData name="Yeo Xiong Wei, Jonathan" userId="ac2b658e-7ce1-44bb-9f9f-bf4198ceaa29" providerId="ADAL" clId="{F89247C2-6AE6-4BB6-941C-0BFD7503E730}" dt="2023-05-05T05:52:58.508" v="228" actId="20577"/>
        <pc:sldMkLst>
          <pc:docMk/>
          <pc:sldMk cId="1729791910" sldId="969"/>
        </pc:sldMkLst>
        <pc:spChg chg="mod">
          <ac:chgData name="Yeo Xiong Wei, Jonathan" userId="ac2b658e-7ce1-44bb-9f9f-bf4198ceaa29" providerId="ADAL" clId="{F89247C2-6AE6-4BB6-941C-0BFD7503E730}" dt="2023-05-05T05:52:58.508" v="228" actId="20577"/>
          <ac:spMkLst>
            <pc:docMk/>
            <pc:sldMk cId="1729791910" sldId="969"/>
            <ac:spMk id="6" creationId="{A2020383-D95A-401A-A127-1D68C0038105}"/>
          </ac:spMkLst>
        </pc:spChg>
      </pc:sldChg>
      <pc:sldChg chg="modSp mod">
        <pc:chgData name="Yeo Xiong Wei, Jonathan" userId="ac2b658e-7ce1-44bb-9f9f-bf4198ceaa29" providerId="ADAL" clId="{F89247C2-6AE6-4BB6-941C-0BFD7503E730}" dt="2023-05-05T06:10:22.209" v="1502" actId="20577"/>
        <pc:sldMkLst>
          <pc:docMk/>
          <pc:sldMk cId="2868411891" sldId="972"/>
        </pc:sldMkLst>
        <pc:spChg chg="mod">
          <ac:chgData name="Yeo Xiong Wei, Jonathan" userId="ac2b658e-7ce1-44bb-9f9f-bf4198ceaa29" providerId="ADAL" clId="{F89247C2-6AE6-4BB6-941C-0BFD7503E730}" dt="2023-05-05T06:10:22.209" v="1502" actId="20577"/>
          <ac:spMkLst>
            <pc:docMk/>
            <pc:sldMk cId="2868411891" sldId="972"/>
            <ac:spMk id="3" creationId="{FCEE3C84-E57A-4236-ACEF-FF2F1A14B2D3}"/>
          </ac:spMkLst>
        </pc:spChg>
      </pc:sldChg>
      <pc:sldChg chg="modSp mod">
        <pc:chgData name="Yeo Xiong Wei, Jonathan" userId="ac2b658e-7ce1-44bb-9f9f-bf4198ceaa29" providerId="ADAL" clId="{F89247C2-6AE6-4BB6-941C-0BFD7503E730}" dt="2023-05-05T06:09:18.904" v="1494" actId="5793"/>
        <pc:sldMkLst>
          <pc:docMk/>
          <pc:sldMk cId="868685647" sldId="973"/>
        </pc:sldMkLst>
        <pc:spChg chg="mod">
          <ac:chgData name="Yeo Xiong Wei, Jonathan" userId="ac2b658e-7ce1-44bb-9f9f-bf4198ceaa29" providerId="ADAL" clId="{F89247C2-6AE6-4BB6-941C-0BFD7503E730}" dt="2023-05-05T06:09:18.904" v="1494" actId="5793"/>
          <ac:spMkLst>
            <pc:docMk/>
            <pc:sldMk cId="868685647" sldId="973"/>
            <ac:spMk id="3" creationId="{FCEE3C84-E57A-4236-ACEF-FF2F1A14B2D3}"/>
          </ac:spMkLst>
        </pc:spChg>
      </pc:sldChg>
      <pc:sldChg chg="modSp modAnim modNotesTx">
        <pc:chgData name="Yeo Xiong Wei, Jonathan" userId="ac2b658e-7ce1-44bb-9f9f-bf4198ceaa29" providerId="ADAL" clId="{F89247C2-6AE6-4BB6-941C-0BFD7503E730}" dt="2023-05-05T06:06:46.857" v="1328" actId="20577"/>
        <pc:sldMkLst>
          <pc:docMk/>
          <pc:sldMk cId="1288144227" sldId="974"/>
        </pc:sldMkLst>
        <pc:spChg chg="mod">
          <ac:chgData name="Yeo Xiong Wei, Jonathan" userId="ac2b658e-7ce1-44bb-9f9f-bf4198ceaa29" providerId="ADAL" clId="{F89247C2-6AE6-4BB6-941C-0BFD7503E730}" dt="2023-05-05T06:06:46.857" v="1328" actId="20577"/>
          <ac:spMkLst>
            <pc:docMk/>
            <pc:sldMk cId="1288144227" sldId="974"/>
            <ac:spMk id="3" creationId="{FCEE3C84-E57A-4236-ACEF-FF2F1A14B2D3}"/>
          </ac:spMkLst>
        </pc:spChg>
      </pc:sldChg>
      <pc:sldChg chg="del">
        <pc:chgData name="Yeo Xiong Wei, Jonathan" userId="ac2b658e-7ce1-44bb-9f9f-bf4198ceaa29" providerId="ADAL" clId="{F89247C2-6AE6-4BB6-941C-0BFD7503E730}" dt="2023-05-05T06:09:29.740" v="1495" actId="47"/>
        <pc:sldMkLst>
          <pc:docMk/>
          <pc:sldMk cId="1007009269" sldId="975"/>
        </pc:sldMkLst>
      </pc:sldChg>
      <pc:sldChg chg="add del">
        <pc:chgData name="Yeo Xiong Wei, Jonathan" userId="ac2b658e-7ce1-44bb-9f9f-bf4198ceaa29" providerId="ADAL" clId="{F89247C2-6AE6-4BB6-941C-0BFD7503E730}" dt="2023-05-05T06:06:49.923" v="1329" actId="47"/>
        <pc:sldMkLst>
          <pc:docMk/>
          <pc:sldMk cId="3928214674" sldId="976"/>
        </pc:sldMkLst>
      </pc:sldChg>
      <pc:sldChg chg="modSp add ord modAnim modNotesTx">
        <pc:chgData name="Yeo Xiong Wei, Jonathan" userId="ac2b658e-7ce1-44bb-9f9f-bf4198ceaa29" providerId="ADAL" clId="{F89247C2-6AE6-4BB6-941C-0BFD7503E730}" dt="2023-05-05T06:03:49.758" v="977" actId="20577"/>
        <pc:sldMkLst>
          <pc:docMk/>
          <pc:sldMk cId="3429466173" sldId="977"/>
        </pc:sldMkLst>
        <pc:spChg chg="mod">
          <ac:chgData name="Yeo Xiong Wei, Jonathan" userId="ac2b658e-7ce1-44bb-9f9f-bf4198ceaa29" providerId="ADAL" clId="{F89247C2-6AE6-4BB6-941C-0BFD7503E730}" dt="2023-05-05T06:03:49.758" v="977" actId="20577"/>
          <ac:spMkLst>
            <pc:docMk/>
            <pc:sldMk cId="3429466173" sldId="977"/>
            <ac:spMk id="3" creationId="{FCEE3C84-E57A-4236-ACEF-FF2F1A14B2D3}"/>
          </ac:spMkLst>
        </pc:spChg>
      </pc:sldChg>
      <pc:sldChg chg="delSp modSp add del mod ord">
        <pc:chgData name="Yeo Xiong Wei, Jonathan" userId="ac2b658e-7ce1-44bb-9f9f-bf4198ceaa29" providerId="ADAL" clId="{F89247C2-6AE6-4BB6-941C-0BFD7503E730}" dt="2023-05-05T06:08:38.628" v="1433" actId="47"/>
        <pc:sldMkLst>
          <pc:docMk/>
          <pc:sldMk cId="747937760" sldId="978"/>
        </pc:sldMkLst>
        <pc:spChg chg="mod">
          <ac:chgData name="Yeo Xiong Wei, Jonathan" userId="ac2b658e-7ce1-44bb-9f9f-bf4198ceaa29" providerId="ADAL" clId="{F89247C2-6AE6-4BB6-941C-0BFD7503E730}" dt="2023-05-05T06:07:15.860" v="1340" actId="20577"/>
          <ac:spMkLst>
            <pc:docMk/>
            <pc:sldMk cId="747937760" sldId="978"/>
            <ac:spMk id="2" creationId="{DB40034E-0678-476C-AADD-F9667A6B2AFD}"/>
          </ac:spMkLst>
        </pc:spChg>
        <pc:spChg chg="mod">
          <ac:chgData name="Yeo Xiong Wei, Jonathan" userId="ac2b658e-7ce1-44bb-9f9f-bf4198ceaa29" providerId="ADAL" clId="{F89247C2-6AE6-4BB6-941C-0BFD7503E730}" dt="2023-05-05T06:07:46.693" v="1430" actId="20577"/>
          <ac:spMkLst>
            <pc:docMk/>
            <pc:sldMk cId="747937760" sldId="978"/>
            <ac:spMk id="6" creationId="{A2020383-D95A-401A-A127-1D68C0038105}"/>
          </ac:spMkLst>
        </pc:spChg>
        <pc:picChg chg="del">
          <ac:chgData name="Yeo Xiong Wei, Jonathan" userId="ac2b658e-7ce1-44bb-9f9f-bf4198ceaa29" providerId="ADAL" clId="{F89247C2-6AE6-4BB6-941C-0BFD7503E730}" dt="2023-05-05T06:07:27.665" v="1378" actId="478"/>
          <ac:picMkLst>
            <pc:docMk/>
            <pc:sldMk cId="747937760" sldId="978"/>
            <ac:picMk id="2050" creationId="{B97C1452-9B12-42ED-BFA6-B794D1587248}"/>
          </ac:picMkLst>
        </pc:picChg>
        <pc:picChg chg="del">
          <ac:chgData name="Yeo Xiong Wei, Jonathan" userId="ac2b658e-7ce1-44bb-9f9f-bf4198ceaa29" providerId="ADAL" clId="{F89247C2-6AE6-4BB6-941C-0BFD7503E730}" dt="2023-05-05T06:07:27.263" v="1377" actId="478"/>
          <ac:picMkLst>
            <pc:docMk/>
            <pc:sldMk cId="747937760" sldId="978"/>
            <ac:picMk id="2052" creationId="{CE6FAC66-7647-4FAC-8F04-9057CC392F84}"/>
          </ac:picMkLst>
        </pc:picChg>
      </pc:sldChg>
    </pc:docChg>
  </pc:docChgLst>
  <pc:docChgLst>
    <pc:chgData name="Yeo Xiong Wei, Jonathan" userId="ac2b658e-7ce1-44bb-9f9f-bf4198ceaa29" providerId="ADAL" clId="{3472ED1D-69C9-455B-9999-D15E0E0A480B}"/>
    <pc:docChg chg="undo redo custSel delSld modSld">
      <pc:chgData name="Yeo Xiong Wei, Jonathan" userId="ac2b658e-7ce1-44bb-9f9f-bf4198ceaa29" providerId="ADAL" clId="{3472ED1D-69C9-455B-9999-D15E0E0A480B}" dt="2024-07-15T03:04:37.576" v="1844" actId="20577"/>
      <pc:docMkLst>
        <pc:docMk/>
      </pc:docMkLst>
      <pc:sldChg chg="addSp delSp modSp mod addAnim">
        <pc:chgData name="Yeo Xiong Wei, Jonathan" userId="ac2b658e-7ce1-44bb-9f9f-bf4198ceaa29" providerId="ADAL" clId="{3472ED1D-69C9-455B-9999-D15E0E0A480B}" dt="2024-07-08T08:36:33.285" v="2"/>
        <pc:sldMkLst>
          <pc:docMk/>
          <pc:sldMk cId="52255467" sldId="256"/>
        </pc:sldMkLst>
        <pc:spChg chg="mod">
          <ac:chgData name="Yeo Xiong Wei, Jonathan" userId="ac2b658e-7ce1-44bb-9f9f-bf4198ceaa29" providerId="ADAL" clId="{3472ED1D-69C9-455B-9999-D15E0E0A480B}" dt="2024-07-08T08:36:33.281" v="0" actId="26606"/>
          <ac:spMkLst>
            <pc:docMk/>
            <pc:sldMk cId="52255467" sldId="256"/>
            <ac:spMk id="2" creationId="{52D9A32A-A269-430C-8F4F-F82DDD6532FD}"/>
          </ac:spMkLst>
        </pc:spChg>
        <pc:spChg chg="mod">
          <ac:chgData name="Yeo Xiong Wei, Jonathan" userId="ac2b658e-7ce1-44bb-9f9f-bf4198ceaa29" providerId="ADAL" clId="{3472ED1D-69C9-455B-9999-D15E0E0A480B}" dt="2024-07-08T08:36:33.281" v="0" actId="26606"/>
          <ac:spMkLst>
            <pc:docMk/>
            <pc:sldMk cId="52255467" sldId="256"/>
            <ac:spMk id="3" creationId="{4D159746-AAE5-4AE0-92C8-7B9D6BDBE6C5}"/>
          </ac:spMkLst>
        </pc:spChg>
        <pc:spChg chg="del">
          <ac:chgData name="Yeo Xiong Wei, Jonathan" userId="ac2b658e-7ce1-44bb-9f9f-bf4198ceaa29" providerId="ADAL" clId="{3472ED1D-69C9-455B-9999-D15E0E0A480B}" dt="2024-07-08T08:36:33.281" v="0" actId="26606"/>
          <ac:spMkLst>
            <pc:docMk/>
            <pc:sldMk cId="52255467" sldId="256"/>
            <ac:spMk id="9" creationId="{686EAD33-C5DD-4FAE-B20B-2707A6A92C99}"/>
          </ac:spMkLst>
        </pc:spChg>
        <pc:spChg chg="del">
          <ac:chgData name="Yeo Xiong Wei, Jonathan" userId="ac2b658e-7ce1-44bb-9f9f-bf4198ceaa29" providerId="ADAL" clId="{3472ED1D-69C9-455B-9999-D15E0E0A480B}" dt="2024-07-08T08:36:33.281" v="0" actId="26606"/>
          <ac:spMkLst>
            <pc:docMk/>
            <pc:sldMk cId="52255467" sldId="256"/>
            <ac:spMk id="11" creationId="{C2F7C8AC-27FC-4265-A113-E7CDA1AAD7D6}"/>
          </ac:spMkLst>
        </pc:spChg>
        <pc:spChg chg="add">
          <ac:chgData name="Yeo Xiong Wei, Jonathan" userId="ac2b658e-7ce1-44bb-9f9f-bf4198ceaa29" providerId="ADAL" clId="{3472ED1D-69C9-455B-9999-D15E0E0A480B}" dt="2024-07-08T08:36:33.281" v="0" actId="26606"/>
          <ac:spMkLst>
            <pc:docMk/>
            <pc:sldMk cId="52255467" sldId="256"/>
            <ac:spMk id="45" creationId="{9B7AD9F6-8CE7-4299-8FC6-328F4DCD3FF9}"/>
          </ac:spMkLst>
        </pc:spChg>
        <pc:spChg chg="add">
          <ac:chgData name="Yeo Xiong Wei, Jonathan" userId="ac2b658e-7ce1-44bb-9f9f-bf4198ceaa29" providerId="ADAL" clId="{3472ED1D-69C9-455B-9999-D15E0E0A480B}" dt="2024-07-08T08:36:33.281" v="0" actId="26606"/>
          <ac:spMkLst>
            <pc:docMk/>
            <pc:sldMk cId="52255467" sldId="256"/>
            <ac:spMk id="47" creationId="{F49775AF-8896-43EE-92C6-83497D6DC56F}"/>
          </ac:spMkLst>
        </pc:spChg>
        <pc:grpChg chg="del">
          <ac:chgData name="Yeo Xiong Wei, Jonathan" userId="ac2b658e-7ce1-44bb-9f9f-bf4198ceaa29" providerId="ADAL" clId="{3472ED1D-69C9-455B-9999-D15E0E0A480B}" dt="2024-07-08T08:36:33.281" v="0" actId="26606"/>
          <ac:grpSpMkLst>
            <pc:docMk/>
            <pc:sldMk cId="52255467" sldId="256"/>
            <ac:grpSpMk id="13" creationId="{A574C829-AF08-4CA3-A132-7BA0448975BB}"/>
          </ac:grpSpMkLst>
        </pc:grpChg>
        <pc:grpChg chg="del">
          <ac:chgData name="Yeo Xiong Wei, Jonathan" userId="ac2b658e-7ce1-44bb-9f9f-bf4198ceaa29" providerId="ADAL" clId="{3472ED1D-69C9-455B-9999-D15E0E0A480B}" dt="2024-07-08T08:36:33.281" v="0" actId="26606"/>
          <ac:grpSpMkLst>
            <pc:docMk/>
            <pc:sldMk cId="52255467" sldId="256"/>
            <ac:grpSpMk id="19" creationId="{1D3FC9CC-6461-481B-BB4C-19D576432F73}"/>
          </ac:grpSpMkLst>
        </pc:grpChg>
        <pc:picChg chg="add">
          <ac:chgData name="Yeo Xiong Wei, Jonathan" userId="ac2b658e-7ce1-44bb-9f9f-bf4198ceaa29" providerId="ADAL" clId="{3472ED1D-69C9-455B-9999-D15E0E0A480B}" dt="2024-07-08T08:36:33.281" v="0" actId="26606"/>
          <ac:picMkLst>
            <pc:docMk/>
            <pc:sldMk cId="52255467" sldId="256"/>
            <ac:picMk id="41" creationId="{DE9D0C25-372B-FA36-889B-E80394681E65}"/>
          </ac:picMkLst>
        </pc:picChg>
      </pc:sldChg>
      <pc:sldChg chg="modSp mod">
        <pc:chgData name="Yeo Xiong Wei, Jonathan" userId="ac2b658e-7ce1-44bb-9f9f-bf4198ceaa29" providerId="ADAL" clId="{3472ED1D-69C9-455B-9999-D15E0E0A480B}" dt="2024-07-08T09:13:55.321" v="1301" actId="20577"/>
        <pc:sldMkLst>
          <pc:docMk/>
          <pc:sldMk cId="1164202784" sldId="967"/>
        </pc:sldMkLst>
        <pc:spChg chg="mod">
          <ac:chgData name="Yeo Xiong Wei, Jonathan" userId="ac2b658e-7ce1-44bb-9f9f-bf4198ceaa29" providerId="ADAL" clId="{3472ED1D-69C9-455B-9999-D15E0E0A480B}" dt="2024-07-08T09:13:55.321" v="1301" actId="20577"/>
          <ac:spMkLst>
            <pc:docMk/>
            <pc:sldMk cId="1164202784" sldId="967"/>
            <ac:spMk id="3" creationId="{FCEE3C84-E57A-4236-ACEF-FF2F1A14B2D3}"/>
          </ac:spMkLst>
        </pc:spChg>
      </pc:sldChg>
      <pc:sldChg chg="modSp mod">
        <pc:chgData name="Yeo Xiong Wei, Jonathan" userId="ac2b658e-7ce1-44bb-9f9f-bf4198ceaa29" providerId="ADAL" clId="{3472ED1D-69C9-455B-9999-D15E0E0A480B}" dt="2024-07-08T09:11:41.755" v="1208" actId="404"/>
        <pc:sldMkLst>
          <pc:docMk/>
          <pc:sldMk cId="918524294" sldId="968"/>
        </pc:sldMkLst>
        <pc:spChg chg="mod">
          <ac:chgData name="Yeo Xiong Wei, Jonathan" userId="ac2b658e-7ce1-44bb-9f9f-bf4198ceaa29" providerId="ADAL" clId="{3472ED1D-69C9-455B-9999-D15E0E0A480B}" dt="2024-07-08T09:11:41.755" v="1208" actId="404"/>
          <ac:spMkLst>
            <pc:docMk/>
            <pc:sldMk cId="918524294" sldId="968"/>
            <ac:spMk id="3" creationId="{FCEE3C84-E57A-4236-ACEF-FF2F1A14B2D3}"/>
          </ac:spMkLst>
        </pc:spChg>
      </pc:sldChg>
      <pc:sldChg chg="addSp delSp modSp mod">
        <pc:chgData name="Yeo Xiong Wei, Jonathan" userId="ac2b658e-7ce1-44bb-9f9f-bf4198ceaa29" providerId="ADAL" clId="{3472ED1D-69C9-455B-9999-D15E0E0A480B}" dt="2024-07-14T10:06:45.692" v="1772" actId="1076"/>
        <pc:sldMkLst>
          <pc:docMk/>
          <pc:sldMk cId="3854000796" sldId="970"/>
        </pc:sldMkLst>
        <pc:spChg chg="add mod">
          <ac:chgData name="Yeo Xiong Wei, Jonathan" userId="ac2b658e-7ce1-44bb-9f9f-bf4198ceaa29" providerId="ADAL" clId="{3472ED1D-69C9-455B-9999-D15E0E0A480B}" dt="2024-07-14T10:06:45.692" v="1772" actId="1076"/>
          <ac:spMkLst>
            <pc:docMk/>
            <pc:sldMk cId="3854000796" sldId="970"/>
            <ac:spMk id="5" creationId="{E42EB115-B801-A0DE-C755-B230768DA9A9}"/>
          </ac:spMkLst>
        </pc:spChg>
        <pc:spChg chg="mod">
          <ac:chgData name="Yeo Xiong Wei, Jonathan" userId="ac2b658e-7ce1-44bb-9f9f-bf4198ceaa29" providerId="ADAL" clId="{3472ED1D-69C9-455B-9999-D15E0E0A480B}" dt="2024-07-14T10:04:34.182" v="1715" actId="20577"/>
          <ac:spMkLst>
            <pc:docMk/>
            <pc:sldMk cId="3854000796" sldId="970"/>
            <ac:spMk id="9" creationId="{A206AD6A-EBFC-40DF-830A-23FCB2D24948}"/>
          </ac:spMkLst>
        </pc:spChg>
        <pc:spChg chg="mod">
          <ac:chgData name="Yeo Xiong Wei, Jonathan" userId="ac2b658e-7ce1-44bb-9f9f-bf4198ceaa29" providerId="ADAL" clId="{3472ED1D-69C9-455B-9999-D15E0E0A480B}" dt="2024-07-14T09:57:51.854" v="1468" actId="1035"/>
          <ac:spMkLst>
            <pc:docMk/>
            <pc:sldMk cId="3854000796" sldId="970"/>
            <ac:spMk id="10" creationId="{58F52571-253A-4F5C-8C42-146B95C0CEAA}"/>
          </ac:spMkLst>
        </pc:spChg>
        <pc:spChg chg="mod">
          <ac:chgData name="Yeo Xiong Wei, Jonathan" userId="ac2b658e-7ce1-44bb-9f9f-bf4198ceaa29" providerId="ADAL" clId="{3472ED1D-69C9-455B-9999-D15E0E0A480B}" dt="2024-07-14T09:57:51.854" v="1468" actId="1035"/>
          <ac:spMkLst>
            <pc:docMk/>
            <pc:sldMk cId="3854000796" sldId="970"/>
            <ac:spMk id="11" creationId="{630C3E98-226E-44C5-8789-4F533DF3906B}"/>
          </ac:spMkLst>
        </pc:spChg>
        <pc:spChg chg="mod">
          <ac:chgData name="Yeo Xiong Wei, Jonathan" userId="ac2b658e-7ce1-44bb-9f9f-bf4198ceaa29" providerId="ADAL" clId="{3472ED1D-69C9-455B-9999-D15E0E0A480B}" dt="2024-07-14T10:06:06.537" v="1768" actId="14100"/>
          <ac:spMkLst>
            <pc:docMk/>
            <pc:sldMk cId="3854000796" sldId="970"/>
            <ac:spMk id="12" creationId="{392782D3-E427-4883-9D27-BFE3C2D9FF8E}"/>
          </ac:spMkLst>
        </pc:spChg>
        <pc:spChg chg="mod">
          <ac:chgData name="Yeo Xiong Wei, Jonathan" userId="ac2b658e-7ce1-44bb-9f9f-bf4198ceaa29" providerId="ADAL" clId="{3472ED1D-69C9-455B-9999-D15E0E0A480B}" dt="2024-07-14T09:57:51.854" v="1468" actId="1035"/>
          <ac:spMkLst>
            <pc:docMk/>
            <pc:sldMk cId="3854000796" sldId="970"/>
            <ac:spMk id="13" creationId="{6D7CD4BE-3DAB-EC0E-2B99-8DB1C588B4B3}"/>
          </ac:spMkLst>
        </pc:spChg>
        <pc:spChg chg="mod">
          <ac:chgData name="Yeo Xiong Wei, Jonathan" userId="ac2b658e-7ce1-44bb-9f9f-bf4198ceaa29" providerId="ADAL" clId="{3472ED1D-69C9-455B-9999-D15E0E0A480B}" dt="2024-07-14T10:05:40.721" v="1724" actId="1076"/>
          <ac:spMkLst>
            <pc:docMk/>
            <pc:sldMk cId="3854000796" sldId="970"/>
            <ac:spMk id="14" creationId="{45F336AA-DDC5-EE2A-FFEB-5AF2149F40B9}"/>
          </ac:spMkLst>
        </pc:spChg>
        <pc:graphicFrameChg chg="add del mod modGraphic">
          <ac:chgData name="Yeo Xiong Wei, Jonathan" userId="ac2b658e-7ce1-44bb-9f9f-bf4198ceaa29" providerId="ADAL" clId="{3472ED1D-69C9-455B-9999-D15E0E0A480B}" dt="2024-07-14T10:06:19.697" v="1769" actId="207"/>
          <ac:graphicFrameMkLst>
            <pc:docMk/>
            <pc:sldMk cId="3854000796" sldId="970"/>
            <ac:graphicFrameMk id="8" creationId="{127464E1-B3EA-4828-A205-7817E1B8D3FD}"/>
          </ac:graphicFrameMkLst>
        </pc:graphicFrameChg>
      </pc:sldChg>
      <pc:sldChg chg="modSp mod">
        <pc:chgData name="Yeo Xiong Wei, Jonathan" userId="ac2b658e-7ce1-44bb-9f9f-bf4198ceaa29" providerId="ADAL" clId="{3472ED1D-69C9-455B-9999-D15E0E0A480B}" dt="2024-07-15T03:04:37.576" v="1844" actId="20577"/>
        <pc:sldMkLst>
          <pc:docMk/>
          <pc:sldMk cId="1108391655" sldId="971"/>
        </pc:sldMkLst>
        <pc:spChg chg="mod">
          <ac:chgData name="Yeo Xiong Wei, Jonathan" userId="ac2b658e-7ce1-44bb-9f9f-bf4198ceaa29" providerId="ADAL" clId="{3472ED1D-69C9-455B-9999-D15E0E0A480B}" dt="2024-07-15T03:04:37.576" v="1844" actId="20577"/>
          <ac:spMkLst>
            <pc:docMk/>
            <pc:sldMk cId="1108391655" sldId="971"/>
            <ac:spMk id="3" creationId="{FCEE3C84-E57A-4236-ACEF-FF2F1A14B2D3}"/>
          </ac:spMkLst>
        </pc:spChg>
      </pc:sldChg>
      <pc:sldChg chg="modSp del mod">
        <pc:chgData name="Yeo Xiong Wei, Jonathan" userId="ac2b658e-7ce1-44bb-9f9f-bf4198ceaa29" providerId="ADAL" clId="{3472ED1D-69C9-455B-9999-D15E0E0A480B}" dt="2024-07-08T09:12:58.913" v="1235" actId="47"/>
        <pc:sldMkLst>
          <pc:docMk/>
          <pc:sldMk cId="2868411891" sldId="972"/>
        </pc:sldMkLst>
        <pc:spChg chg="mod">
          <ac:chgData name="Yeo Xiong Wei, Jonathan" userId="ac2b658e-7ce1-44bb-9f9f-bf4198ceaa29" providerId="ADAL" clId="{3472ED1D-69C9-455B-9999-D15E0E0A480B}" dt="2024-07-08T09:12:53.771" v="1231" actId="21"/>
          <ac:spMkLst>
            <pc:docMk/>
            <pc:sldMk cId="2868411891" sldId="972"/>
            <ac:spMk id="3" creationId="{FCEE3C84-E57A-4236-ACEF-FF2F1A14B2D3}"/>
          </ac:spMkLst>
        </pc:spChg>
      </pc:sldChg>
      <pc:sldChg chg="modSp mod">
        <pc:chgData name="Yeo Xiong Wei, Jonathan" userId="ac2b658e-7ce1-44bb-9f9f-bf4198ceaa29" providerId="ADAL" clId="{3472ED1D-69C9-455B-9999-D15E0E0A480B}" dt="2024-07-14T10:03:49.572" v="1685" actId="207"/>
        <pc:sldMkLst>
          <pc:docMk/>
          <pc:sldMk cId="868685647" sldId="973"/>
        </pc:sldMkLst>
        <pc:spChg chg="mod">
          <ac:chgData name="Yeo Xiong Wei, Jonathan" userId="ac2b658e-7ce1-44bb-9f9f-bf4198ceaa29" providerId="ADAL" clId="{3472ED1D-69C9-455B-9999-D15E0E0A480B}" dt="2024-07-14T10:03:49.572" v="1685" actId="207"/>
          <ac:spMkLst>
            <pc:docMk/>
            <pc:sldMk cId="868685647" sldId="973"/>
            <ac:spMk id="3" creationId="{FCEE3C84-E57A-4236-ACEF-FF2F1A14B2D3}"/>
          </ac:spMkLst>
        </pc:spChg>
      </pc:sldChg>
      <pc:sldChg chg="modSp mod modAnim">
        <pc:chgData name="Yeo Xiong Wei, Jonathan" userId="ac2b658e-7ce1-44bb-9f9f-bf4198ceaa29" providerId="ADAL" clId="{3472ED1D-69C9-455B-9999-D15E0E0A480B}" dt="2024-07-08T09:11:54.882" v="1213" actId="6549"/>
        <pc:sldMkLst>
          <pc:docMk/>
          <pc:sldMk cId="1288144227" sldId="974"/>
        </pc:sldMkLst>
        <pc:spChg chg="mod">
          <ac:chgData name="Yeo Xiong Wei, Jonathan" userId="ac2b658e-7ce1-44bb-9f9f-bf4198ceaa29" providerId="ADAL" clId="{3472ED1D-69C9-455B-9999-D15E0E0A480B}" dt="2024-07-08T09:02:26.035" v="1004" actId="20577"/>
          <ac:spMkLst>
            <pc:docMk/>
            <pc:sldMk cId="1288144227" sldId="974"/>
            <ac:spMk id="2" creationId="{DB40034E-0678-476C-AADD-F9667A6B2AFD}"/>
          </ac:spMkLst>
        </pc:spChg>
        <pc:spChg chg="mod">
          <ac:chgData name="Yeo Xiong Wei, Jonathan" userId="ac2b658e-7ce1-44bb-9f9f-bf4198ceaa29" providerId="ADAL" clId="{3472ED1D-69C9-455B-9999-D15E0E0A480B}" dt="2024-07-08T09:11:54.882" v="1213" actId="6549"/>
          <ac:spMkLst>
            <pc:docMk/>
            <pc:sldMk cId="1288144227" sldId="974"/>
            <ac:spMk id="3" creationId="{FCEE3C84-E57A-4236-ACEF-FF2F1A14B2D3}"/>
          </ac:spMkLst>
        </pc:spChg>
      </pc:sldChg>
      <pc:sldChg chg="addSp modSp mod">
        <pc:chgData name="Yeo Xiong Wei, Jonathan" userId="ac2b658e-7ce1-44bb-9f9f-bf4198ceaa29" providerId="ADAL" clId="{3472ED1D-69C9-455B-9999-D15E0E0A480B}" dt="2024-07-08T09:12:19.456" v="1229" actId="20577"/>
        <pc:sldMkLst>
          <pc:docMk/>
          <pc:sldMk cId="3429466173" sldId="977"/>
        </pc:sldMkLst>
        <pc:spChg chg="mod">
          <ac:chgData name="Yeo Xiong Wei, Jonathan" userId="ac2b658e-7ce1-44bb-9f9f-bf4198ceaa29" providerId="ADAL" clId="{3472ED1D-69C9-455B-9999-D15E0E0A480B}" dt="2024-07-08T09:02:21.224" v="995" actId="20577"/>
          <ac:spMkLst>
            <pc:docMk/>
            <pc:sldMk cId="3429466173" sldId="977"/>
            <ac:spMk id="2" creationId="{DB40034E-0678-476C-AADD-F9667A6B2AFD}"/>
          </ac:spMkLst>
        </pc:spChg>
        <pc:spChg chg="mod">
          <ac:chgData name="Yeo Xiong Wei, Jonathan" userId="ac2b658e-7ce1-44bb-9f9f-bf4198ceaa29" providerId="ADAL" clId="{3472ED1D-69C9-455B-9999-D15E0E0A480B}" dt="2024-07-08T09:12:19.456" v="1229" actId="20577"/>
          <ac:spMkLst>
            <pc:docMk/>
            <pc:sldMk cId="3429466173" sldId="977"/>
            <ac:spMk id="3" creationId="{FCEE3C84-E57A-4236-ACEF-FF2F1A14B2D3}"/>
          </ac:spMkLst>
        </pc:spChg>
        <pc:picChg chg="add mod">
          <ac:chgData name="Yeo Xiong Wei, Jonathan" userId="ac2b658e-7ce1-44bb-9f9f-bf4198ceaa29" providerId="ADAL" clId="{3472ED1D-69C9-455B-9999-D15E0E0A480B}" dt="2024-07-08T08:50:11.228" v="754" actId="1076"/>
          <ac:picMkLst>
            <pc:docMk/>
            <pc:sldMk cId="3429466173" sldId="977"/>
            <ac:picMk id="1026" creationId="{732190F2-CABD-0285-EB6D-B4B934883F5B}"/>
          </ac:picMkLst>
        </pc:picChg>
      </pc:sldChg>
    </pc:docChg>
  </pc:docChgLst>
  <pc:docChgLst>
    <pc:chgData name="Yeo Xiong Wei, Jonathan" userId="ac2b658e-7ce1-44bb-9f9f-bf4198ceaa29" providerId="ADAL" clId="{FD207FAC-7329-41B4-882D-88325198B4D7}"/>
    <pc:docChg chg="undo redo custSel addSld delSld modSld sldOrd">
      <pc:chgData name="Yeo Xiong Wei, Jonathan" userId="ac2b658e-7ce1-44bb-9f9f-bf4198ceaa29" providerId="ADAL" clId="{FD207FAC-7329-41B4-882D-88325198B4D7}" dt="2022-08-07T02:03:39.787" v="3717" actId="20577"/>
      <pc:docMkLst>
        <pc:docMk/>
      </pc:docMkLst>
      <pc:sldChg chg="addSp delSp modSp mod">
        <pc:chgData name="Yeo Xiong Wei, Jonathan" userId="ac2b658e-7ce1-44bb-9f9f-bf4198ceaa29" providerId="ADAL" clId="{FD207FAC-7329-41B4-882D-88325198B4D7}" dt="2022-08-07T01:58:47.967" v="3618"/>
        <pc:sldMkLst>
          <pc:docMk/>
          <pc:sldMk cId="52255467" sldId="256"/>
        </pc:sldMkLst>
        <pc:spChg chg="mod">
          <ac:chgData name="Yeo Xiong Wei, Jonathan" userId="ac2b658e-7ce1-44bb-9f9f-bf4198ceaa29" providerId="ADAL" clId="{FD207FAC-7329-41B4-882D-88325198B4D7}" dt="2022-07-25T05:10:31.452" v="4" actId="20577"/>
          <ac:spMkLst>
            <pc:docMk/>
            <pc:sldMk cId="52255467" sldId="256"/>
            <ac:spMk id="2" creationId="{52D9A32A-A269-430C-8F4F-F82DDD6532FD}"/>
          </ac:spMkLst>
        </pc:spChg>
        <pc:spChg chg="add del mod">
          <ac:chgData name="Yeo Xiong Wei, Jonathan" userId="ac2b658e-7ce1-44bb-9f9f-bf4198ceaa29" providerId="ADAL" clId="{FD207FAC-7329-41B4-882D-88325198B4D7}" dt="2022-08-07T01:58:46.863" v="3617"/>
          <ac:spMkLst>
            <pc:docMk/>
            <pc:sldMk cId="52255467" sldId="256"/>
            <ac:spMk id="18" creationId="{D0E5C947-8E18-0BA4-A4AA-0AC4DB3482D6}"/>
          </ac:spMkLst>
        </pc:spChg>
        <pc:spChg chg="add mod">
          <ac:chgData name="Yeo Xiong Wei, Jonathan" userId="ac2b658e-7ce1-44bb-9f9f-bf4198ceaa29" providerId="ADAL" clId="{FD207FAC-7329-41B4-882D-88325198B4D7}" dt="2022-08-07T01:58:47.967" v="3618"/>
          <ac:spMkLst>
            <pc:docMk/>
            <pc:sldMk cId="52255467" sldId="256"/>
            <ac:spMk id="25" creationId="{C75CA775-AC61-1BE3-B3E9-3355B7C573C9}"/>
          </ac:spMkLst>
        </pc:spChg>
        <pc:picChg chg="add del mod">
          <ac:chgData name="Yeo Xiong Wei, Jonathan" userId="ac2b658e-7ce1-44bb-9f9f-bf4198ceaa29" providerId="ADAL" clId="{FD207FAC-7329-41B4-882D-88325198B4D7}" dt="2022-08-07T01:58:46.863" v="3617"/>
          <ac:picMkLst>
            <pc:docMk/>
            <pc:sldMk cId="52255467" sldId="256"/>
            <ac:picMk id="17" creationId="{F113FAD2-6600-5C9B-F7AA-F8784328D0A0}"/>
          </ac:picMkLst>
        </pc:picChg>
        <pc:picChg chg="add mod">
          <ac:chgData name="Yeo Xiong Wei, Jonathan" userId="ac2b658e-7ce1-44bb-9f9f-bf4198ceaa29" providerId="ADAL" clId="{FD207FAC-7329-41B4-882D-88325198B4D7}" dt="2022-08-07T01:58:47.967" v="3618"/>
          <ac:picMkLst>
            <pc:docMk/>
            <pc:sldMk cId="52255467" sldId="256"/>
            <ac:picMk id="24" creationId="{0A48B646-8BFD-C4ED-631F-152B9CA53758}"/>
          </ac:picMkLst>
        </pc:picChg>
      </pc:sldChg>
      <pc:sldChg chg="modSp mod">
        <pc:chgData name="Yeo Xiong Wei, Jonathan" userId="ac2b658e-7ce1-44bb-9f9f-bf4198ceaa29" providerId="ADAL" clId="{FD207FAC-7329-41B4-882D-88325198B4D7}" dt="2022-08-06T11:43:28.530" v="3354" actId="20577"/>
        <pc:sldMkLst>
          <pc:docMk/>
          <pc:sldMk cId="1164202784" sldId="967"/>
        </pc:sldMkLst>
        <pc:spChg chg="mod">
          <ac:chgData name="Yeo Xiong Wei, Jonathan" userId="ac2b658e-7ce1-44bb-9f9f-bf4198ceaa29" providerId="ADAL" clId="{FD207FAC-7329-41B4-882D-88325198B4D7}" dt="2022-08-06T11:43:28.530" v="3354" actId="20577"/>
          <ac:spMkLst>
            <pc:docMk/>
            <pc:sldMk cId="1164202784" sldId="967"/>
            <ac:spMk id="3" creationId="{FCEE3C84-E57A-4236-ACEF-FF2F1A14B2D3}"/>
          </ac:spMkLst>
        </pc:spChg>
      </pc:sldChg>
      <pc:sldChg chg="modSp mod">
        <pc:chgData name="Yeo Xiong Wei, Jonathan" userId="ac2b658e-7ce1-44bb-9f9f-bf4198ceaa29" providerId="ADAL" clId="{FD207FAC-7329-41B4-882D-88325198B4D7}" dt="2022-07-25T07:22:20.399" v="2248" actId="27636"/>
        <pc:sldMkLst>
          <pc:docMk/>
          <pc:sldMk cId="918524294" sldId="968"/>
        </pc:sldMkLst>
        <pc:spChg chg="mod">
          <ac:chgData name="Yeo Xiong Wei, Jonathan" userId="ac2b658e-7ce1-44bb-9f9f-bf4198ceaa29" providerId="ADAL" clId="{FD207FAC-7329-41B4-882D-88325198B4D7}" dt="2022-07-25T07:22:20.399" v="2248" actId="27636"/>
          <ac:spMkLst>
            <pc:docMk/>
            <pc:sldMk cId="918524294" sldId="968"/>
            <ac:spMk id="3" creationId="{FCEE3C84-E57A-4236-ACEF-FF2F1A14B2D3}"/>
          </ac:spMkLst>
        </pc:spChg>
      </pc:sldChg>
      <pc:sldChg chg="modSp mod">
        <pc:chgData name="Yeo Xiong Wei, Jonathan" userId="ac2b658e-7ce1-44bb-9f9f-bf4198ceaa29" providerId="ADAL" clId="{FD207FAC-7329-41B4-882D-88325198B4D7}" dt="2022-08-07T01:55:21.951" v="3355" actId="404"/>
        <pc:sldMkLst>
          <pc:docMk/>
          <pc:sldMk cId="1729791910" sldId="969"/>
        </pc:sldMkLst>
        <pc:spChg chg="mod">
          <ac:chgData name="Yeo Xiong Wei, Jonathan" userId="ac2b658e-7ce1-44bb-9f9f-bf4198ceaa29" providerId="ADAL" clId="{FD207FAC-7329-41B4-882D-88325198B4D7}" dt="2022-08-07T01:55:21.951" v="3355" actId="404"/>
          <ac:spMkLst>
            <pc:docMk/>
            <pc:sldMk cId="1729791910" sldId="969"/>
            <ac:spMk id="6" creationId="{A2020383-D95A-401A-A127-1D68C0038105}"/>
          </ac:spMkLst>
        </pc:spChg>
      </pc:sldChg>
      <pc:sldChg chg="addSp modSp mod">
        <pc:chgData name="Yeo Xiong Wei, Jonathan" userId="ac2b658e-7ce1-44bb-9f9f-bf4198ceaa29" providerId="ADAL" clId="{FD207FAC-7329-41B4-882D-88325198B4D7}" dt="2022-07-25T07:22:55.689" v="2303" actId="1076"/>
        <pc:sldMkLst>
          <pc:docMk/>
          <pc:sldMk cId="3854000796" sldId="970"/>
        </pc:sldMkLst>
        <pc:spChg chg="mod">
          <ac:chgData name="Yeo Xiong Wei, Jonathan" userId="ac2b658e-7ce1-44bb-9f9f-bf4198ceaa29" providerId="ADAL" clId="{FD207FAC-7329-41B4-882D-88325198B4D7}" dt="2022-07-25T07:22:49.446" v="2302" actId="1037"/>
          <ac:spMkLst>
            <pc:docMk/>
            <pc:sldMk cId="3854000796" sldId="970"/>
            <ac:spMk id="3" creationId="{FCEE3C84-E57A-4236-ACEF-FF2F1A14B2D3}"/>
          </ac:spMkLst>
        </pc:spChg>
        <pc:spChg chg="mod">
          <ac:chgData name="Yeo Xiong Wei, Jonathan" userId="ac2b658e-7ce1-44bb-9f9f-bf4198ceaa29" providerId="ADAL" clId="{FD207FAC-7329-41B4-882D-88325198B4D7}" dt="2022-07-25T07:22:55.689" v="2303" actId="1076"/>
          <ac:spMkLst>
            <pc:docMk/>
            <pc:sldMk cId="3854000796" sldId="970"/>
            <ac:spMk id="4" creationId="{1AFF401B-FEA6-4D4B-9E11-9DA7EF63AE31}"/>
          </ac:spMkLst>
        </pc:spChg>
        <pc:spChg chg="mod">
          <ac:chgData name="Yeo Xiong Wei, Jonathan" userId="ac2b658e-7ce1-44bb-9f9f-bf4198ceaa29" providerId="ADAL" clId="{FD207FAC-7329-41B4-882D-88325198B4D7}" dt="2022-07-25T07:22:49.446" v="2302" actId="1037"/>
          <ac:spMkLst>
            <pc:docMk/>
            <pc:sldMk cId="3854000796" sldId="970"/>
            <ac:spMk id="9" creationId="{A206AD6A-EBFC-40DF-830A-23FCB2D24948}"/>
          </ac:spMkLst>
        </pc:spChg>
        <pc:spChg chg="mod">
          <ac:chgData name="Yeo Xiong Wei, Jonathan" userId="ac2b658e-7ce1-44bb-9f9f-bf4198ceaa29" providerId="ADAL" clId="{FD207FAC-7329-41B4-882D-88325198B4D7}" dt="2022-07-25T07:22:49.446" v="2302" actId="1037"/>
          <ac:spMkLst>
            <pc:docMk/>
            <pc:sldMk cId="3854000796" sldId="970"/>
            <ac:spMk id="10" creationId="{58F52571-253A-4F5C-8C42-146B95C0CEAA}"/>
          </ac:spMkLst>
        </pc:spChg>
        <pc:spChg chg="mod">
          <ac:chgData name="Yeo Xiong Wei, Jonathan" userId="ac2b658e-7ce1-44bb-9f9f-bf4198ceaa29" providerId="ADAL" clId="{FD207FAC-7329-41B4-882D-88325198B4D7}" dt="2022-07-25T07:22:49.446" v="2302" actId="1037"/>
          <ac:spMkLst>
            <pc:docMk/>
            <pc:sldMk cId="3854000796" sldId="970"/>
            <ac:spMk id="11" creationId="{630C3E98-226E-44C5-8789-4F533DF3906B}"/>
          </ac:spMkLst>
        </pc:spChg>
        <pc:spChg chg="mod">
          <ac:chgData name="Yeo Xiong Wei, Jonathan" userId="ac2b658e-7ce1-44bb-9f9f-bf4198ceaa29" providerId="ADAL" clId="{FD207FAC-7329-41B4-882D-88325198B4D7}" dt="2022-07-25T07:22:49.446" v="2302" actId="1037"/>
          <ac:spMkLst>
            <pc:docMk/>
            <pc:sldMk cId="3854000796" sldId="970"/>
            <ac:spMk id="12" creationId="{392782D3-E427-4883-9D27-BFE3C2D9FF8E}"/>
          </ac:spMkLst>
        </pc:spChg>
        <pc:spChg chg="add mod">
          <ac:chgData name="Yeo Xiong Wei, Jonathan" userId="ac2b658e-7ce1-44bb-9f9f-bf4198ceaa29" providerId="ADAL" clId="{FD207FAC-7329-41B4-882D-88325198B4D7}" dt="2022-07-25T07:22:49.446" v="2302" actId="1037"/>
          <ac:spMkLst>
            <pc:docMk/>
            <pc:sldMk cId="3854000796" sldId="970"/>
            <ac:spMk id="13" creationId="{6D7CD4BE-3DAB-EC0E-2B99-8DB1C588B4B3}"/>
          </ac:spMkLst>
        </pc:spChg>
        <pc:spChg chg="add mod">
          <ac:chgData name="Yeo Xiong Wei, Jonathan" userId="ac2b658e-7ce1-44bb-9f9f-bf4198ceaa29" providerId="ADAL" clId="{FD207FAC-7329-41B4-882D-88325198B4D7}" dt="2022-07-25T07:22:49.446" v="2302" actId="1037"/>
          <ac:spMkLst>
            <pc:docMk/>
            <pc:sldMk cId="3854000796" sldId="970"/>
            <ac:spMk id="14" creationId="{45F336AA-DDC5-EE2A-FFEB-5AF2149F40B9}"/>
          </ac:spMkLst>
        </pc:spChg>
        <pc:graphicFrameChg chg="mod modGraphic">
          <ac:chgData name="Yeo Xiong Wei, Jonathan" userId="ac2b658e-7ce1-44bb-9f9f-bf4198ceaa29" providerId="ADAL" clId="{FD207FAC-7329-41B4-882D-88325198B4D7}" dt="2022-07-25T07:22:49.446" v="2302" actId="1037"/>
          <ac:graphicFrameMkLst>
            <pc:docMk/>
            <pc:sldMk cId="3854000796" sldId="970"/>
            <ac:graphicFrameMk id="8" creationId="{127464E1-B3EA-4828-A205-7817E1B8D3FD}"/>
          </ac:graphicFrameMkLst>
        </pc:graphicFrameChg>
      </pc:sldChg>
      <pc:sldChg chg="modSp mod modNotesTx">
        <pc:chgData name="Yeo Xiong Wei, Jonathan" userId="ac2b658e-7ce1-44bb-9f9f-bf4198ceaa29" providerId="ADAL" clId="{FD207FAC-7329-41B4-882D-88325198B4D7}" dt="2022-08-07T01:59:30.102" v="3621"/>
        <pc:sldMkLst>
          <pc:docMk/>
          <pc:sldMk cId="1108391655" sldId="971"/>
        </pc:sldMkLst>
        <pc:spChg chg="mod">
          <ac:chgData name="Yeo Xiong Wei, Jonathan" userId="ac2b658e-7ce1-44bb-9f9f-bf4198ceaa29" providerId="ADAL" clId="{FD207FAC-7329-41B4-882D-88325198B4D7}" dt="2022-08-07T01:58:06.629" v="3554" actId="113"/>
          <ac:spMkLst>
            <pc:docMk/>
            <pc:sldMk cId="1108391655" sldId="971"/>
            <ac:spMk id="3" creationId="{FCEE3C84-E57A-4236-ACEF-FF2F1A14B2D3}"/>
          </ac:spMkLst>
        </pc:spChg>
      </pc:sldChg>
      <pc:sldChg chg="modSp mod modNotesTx">
        <pc:chgData name="Yeo Xiong Wei, Jonathan" userId="ac2b658e-7ce1-44bb-9f9f-bf4198ceaa29" providerId="ADAL" clId="{FD207FAC-7329-41B4-882D-88325198B4D7}" dt="2022-08-07T01:58:27.707" v="3615" actId="20577"/>
        <pc:sldMkLst>
          <pc:docMk/>
          <pc:sldMk cId="2868411891" sldId="972"/>
        </pc:sldMkLst>
        <pc:spChg chg="mod">
          <ac:chgData name="Yeo Xiong Wei, Jonathan" userId="ac2b658e-7ce1-44bb-9f9f-bf4198ceaa29" providerId="ADAL" clId="{FD207FAC-7329-41B4-882D-88325198B4D7}" dt="2022-08-07T01:58:09.165" v="3555" actId="113"/>
          <ac:spMkLst>
            <pc:docMk/>
            <pc:sldMk cId="2868411891" sldId="972"/>
            <ac:spMk id="3" creationId="{FCEE3C84-E57A-4236-ACEF-FF2F1A14B2D3}"/>
          </ac:spMkLst>
        </pc:spChg>
      </pc:sldChg>
      <pc:sldChg chg="modSp mod modNotesTx">
        <pc:chgData name="Yeo Xiong Wei, Jonathan" userId="ac2b658e-7ce1-44bb-9f9f-bf4198ceaa29" providerId="ADAL" clId="{FD207FAC-7329-41B4-882D-88325198B4D7}" dt="2022-08-07T01:59:24.571" v="3620"/>
        <pc:sldMkLst>
          <pc:docMk/>
          <pc:sldMk cId="868685647" sldId="973"/>
        </pc:sldMkLst>
        <pc:spChg chg="mod">
          <ac:chgData name="Yeo Xiong Wei, Jonathan" userId="ac2b658e-7ce1-44bb-9f9f-bf4198ceaa29" providerId="ADAL" clId="{FD207FAC-7329-41B4-882D-88325198B4D7}" dt="2022-07-25T07:29:44.289" v="2850" actId="20577"/>
          <ac:spMkLst>
            <pc:docMk/>
            <pc:sldMk cId="868685647" sldId="973"/>
            <ac:spMk id="3" creationId="{FCEE3C84-E57A-4236-ACEF-FF2F1A14B2D3}"/>
          </ac:spMkLst>
        </pc:spChg>
      </pc:sldChg>
      <pc:sldChg chg="modSp add mod ord modAnim modNotesTx">
        <pc:chgData name="Yeo Xiong Wei, Jonathan" userId="ac2b658e-7ce1-44bb-9f9f-bf4198ceaa29" providerId="ADAL" clId="{FD207FAC-7329-41B4-882D-88325198B4D7}" dt="2022-08-07T01:59:01.319" v="3619"/>
        <pc:sldMkLst>
          <pc:docMk/>
          <pc:sldMk cId="1288144227" sldId="974"/>
        </pc:sldMkLst>
        <pc:spChg chg="mod">
          <ac:chgData name="Yeo Xiong Wei, Jonathan" userId="ac2b658e-7ce1-44bb-9f9f-bf4198ceaa29" providerId="ADAL" clId="{FD207FAC-7329-41B4-882D-88325198B4D7}" dt="2022-08-07T01:56:28.270" v="3375" actId="5793"/>
          <ac:spMkLst>
            <pc:docMk/>
            <pc:sldMk cId="1288144227" sldId="974"/>
            <ac:spMk id="3" creationId="{FCEE3C84-E57A-4236-ACEF-FF2F1A14B2D3}"/>
          </ac:spMkLst>
        </pc:spChg>
      </pc:sldChg>
      <pc:sldChg chg="modSp add mod ord">
        <pc:chgData name="Yeo Xiong Wei, Jonathan" userId="ac2b658e-7ce1-44bb-9f9f-bf4198ceaa29" providerId="ADAL" clId="{FD207FAC-7329-41B4-882D-88325198B4D7}" dt="2022-08-07T02:03:39.787" v="3717" actId="20577"/>
        <pc:sldMkLst>
          <pc:docMk/>
          <pc:sldMk cId="1007009269" sldId="975"/>
        </pc:sldMkLst>
        <pc:spChg chg="mod">
          <ac:chgData name="Yeo Xiong Wei, Jonathan" userId="ac2b658e-7ce1-44bb-9f9f-bf4198ceaa29" providerId="ADAL" clId="{FD207FAC-7329-41B4-882D-88325198B4D7}" dt="2022-07-25T07:27:02.079" v="2536" actId="20577"/>
          <ac:spMkLst>
            <pc:docMk/>
            <pc:sldMk cId="1007009269" sldId="975"/>
            <ac:spMk id="2" creationId="{DB40034E-0678-476C-AADD-F9667A6B2AFD}"/>
          </ac:spMkLst>
        </pc:spChg>
        <pc:spChg chg="mod">
          <ac:chgData name="Yeo Xiong Wei, Jonathan" userId="ac2b658e-7ce1-44bb-9f9f-bf4198ceaa29" providerId="ADAL" clId="{FD207FAC-7329-41B4-882D-88325198B4D7}" dt="2022-08-07T02:03:39.787" v="3717" actId="20577"/>
          <ac:spMkLst>
            <pc:docMk/>
            <pc:sldMk cId="1007009269" sldId="975"/>
            <ac:spMk id="3" creationId="{FCEE3C84-E57A-4236-ACEF-FF2F1A14B2D3}"/>
          </ac:spMkLst>
        </pc:spChg>
      </pc:sldChg>
      <pc:sldChg chg="add del">
        <pc:chgData name="Yeo Xiong Wei, Jonathan" userId="ac2b658e-7ce1-44bb-9f9f-bf4198ceaa29" providerId="ADAL" clId="{FD207FAC-7329-41B4-882D-88325198B4D7}" dt="2022-07-25T07:23:39.308" v="2305"/>
        <pc:sldMkLst>
          <pc:docMk/>
          <pc:sldMk cId="2426882035" sldId="9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58357-72BE-4C3B-A456-899D2CE26D4F}" type="datetimeFigureOut">
              <a:rPr lang="en-GB" smtClean="0"/>
              <a:t>15/07/2024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9C061-0647-4B61-A118-3DDE1D408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976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E9C061-0647-4B61-A118-3DDE1D4083A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738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E9C061-0647-4B61-A118-3DDE1D4083A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906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With regards to assessments for tests and tutorials, as in HE1001, I would expect you to not only be able to derive mathematically answers to questions, but also be able to explain the economic reasoning behind them as in our learning outcomes.</a:t>
            </a:r>
            <a:endParaRPr lang="en-GB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E9C061-0647-4B61-A118-3DDE1D4083A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194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E9C061-0647-4B61-A118-3DDE1D4083A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05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1B39-707D-4E99-8447-8FEEE33AA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BB476-57FB-49B9-91D6-8C285F277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8ABF4-9EA7-4ACC-9E12-7B91096F9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1070-7B15-426A-9256-A2DCCEA60C90}" type="datetime1">
              <a:rPr lang="en-GB" smtClean="0"/>
              <a:t>15/07/2024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57C9F-A902-4F0C-BF6C-CF8B1ED61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ACDE8-F838-4D03-AE2E-74580092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40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5AC19-85E8-4188-802D-8A28AEC5E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EC107-4F0B-4C43-8453-AEFD42C4B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FC087-DEC0-488E-9F3D-449FDDA01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4206F-17D0-442A-A5A7-18BB8F7E3F5E}" type="datetime1">
              <a:rPr lang="en-GB" smtClean="0"/>
              <a:t>15/07/2024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DD17F-79AA-4FF5-8BD9-0855D2014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8F653-F340-4861-800B-EAEBDE9C7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919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4940-6823-40EB-9573-1FB339F55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32559-0372-412B-8015-9D1BAA9FD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34A40-2E41-4720-8442-3C9F2591F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50F8A-4F65-4831-8CF9-AA3E5DD927BD}" type="datetime1">
              <a:rPr lang="en-GB" smtClean="0"/>
              <a:t>15/07/2024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BEFE6-AE2E-4876-957D-C3421A550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294E6-F261-47A7-9919-1D3C7A50C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72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F7FB0-7038-4F64-839F-D07AF99F4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26F60-70CF-4B99-AFEF-D2C06B3C9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1F5A8-10AE-4BD7-9203-9D699C806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2B9CF-0C69-453C-8A74-A4C55864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484BF-FA02-42CB-B5F9-EBAD23C90D82}" type="datetime1">
              <a:rPr lang="en-GB" smtClean="0"/>
              <a:t>15/07/2024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63C95-5DF5-4B1B-BBA0-FAF51BA5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046CA-C33A-4358-A112-73FD74B4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937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D7BA-612A-4FB7-8E4F-76C77F147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B439E-8FEA-401B-AA3E-BC4C073D3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107B3-4A87-4AEE-B2FA-9A8AA41D6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382F6-115C-41F0-8A3E-3047A5FFD7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D1628-0A43-401E-93E0-C255BC41B1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9EEAAC-3C1E-4420-804E-9172EA39B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29C98-2BB6-4F92-9EDC-075B8B77F546}" type="datetime1">
              <a:rPr lang="en-GB" smtClean="0"/>
              <a:t>15/07/2024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9D748A-CC10-47D0-96E5-983544D9A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850023-AFC6-4441-9AA5-00C69741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130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059DB-153A-434F-ACE4-50CE00CF1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1E656-FDCB-4289-850C-7C99FB38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96B69-215B-41BB-9117-1736565BA294}" type="datetime1">
              <a:rPr lang="en-GB" smtClean="0"/>
              <a:t>15/07/2024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47AE9C-0844-4BAC-A9BB-A70729A3F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66C003-59B1-4974-AD8C-18BB21BE2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115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445B3D-BC4E-42E5-B109-F8D8ACD0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B18E9-A8FD-4DD8-9FB9-381690FAA763}" type="datetime1">
              <a:rPr lang="en-GB" smtClean="0"/>
              <a:t>15/07/2024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F5C663-E6FB-4E16-AC22-7E7534057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ECC2D-0110-4CB5-BC10-982096A8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7089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DC88A-7125-47B1-A257-4B452E7A0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8B645-FD9C-4DCB-A6F7-632046407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F0DD6-AD5B-478C-9F9E-E6836C0B1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61E1B-7F93-4CE8-B869-296E6796B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7200-23D6-4840-BE22-7C4BC8723F3A}" type="datetime1">
              <a:rPr lang="en-GB" smtClean="0"/>
              <a:t>15/07/2024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19F96-7E74-400D-9D96-931C3B66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9B596-D76A-4069-91D9-B83F119B4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571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AE42-0CF5-4BC3-8DC8-812BF5B05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B2AA45-BD1D-4B1F-8D05-E462D23B7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9A170-2BAA-42EE-840E-138549287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DF49F-479F-4314-A364-316B9049B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82FD8-F5D0-4D3A-A988-FED0D793DFA3}" type="datetime1">
              <a:rPr lang="en-GB" smtClean="0"/>
              <a:t>15/07/2024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4F7B1-6959-4820-B6B9-695D40E0B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4FAB2-BEBF-471C-8772-C0D7C4FA2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62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649F-B515-48E4-A759-44F5E9655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96FE8-3493-431D-B618-EF006098F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E12DA-A52B-4A48-9D17-B916C6CC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BDAF-B90B-4D06-B2C7-E8621C439805}" type="datetime1">
              <a:rPr lang="en-GB" smtClean="0"/>
              <a:t>15/07/2024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9CF45-81D0-4563-8352-EC18FFAF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22AAF-5679-466C-BAA1-E17F95824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6317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07DBC1-7515-4CC1-8EA2-77907150FA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3971F-A2A5-47F7-B33E-75B7F425E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B7C16-459B-41AE-9F29-46A68403C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004B5-F5CB-4A76-A5C6-A3E7BF708B77}" type="datetime1">
              <a:rPr lang="en-GB" smtClean="0"/>
              <a:t>15/07/2024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1C3B4-A14A-4EA7-87A9-E26121E92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F2437-8F62-4552-87BA-C675FDB2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475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94895C-37E9-40B5-A78D-9A513C5DA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28E01-8F30-4658-B043-6B620D853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C7E9A-8A90-486E-8BB2-FC939B8DCD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C6EAA-1943-4C64-AEF4-A0BD70351F81}" type="datetime1">
              <a:rPr lang="en-GB" smtClean="0"/>
              <a:t>15/07/2024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06AEF-97F0-4291-ACEE-3DCB22E2F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8ECF6-E3AF-4A45-B4F3-4AD901956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9A820-3513-4286-A67F-71ACE25CC0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297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jonathanyeo@ntu.edu.s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9A32A-A269-430C-8F4F-F82DDD653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b="1"/>
              <a:t>HE3001</a:t>
            </a:r>
            <a:br>
              <a:rPr lang="en-US" sz="5400" b="1"/>
            </a:br>
            <a:r>
              <a:rPr lang="en-US" sz="5400" b="1"/>
              <a:t>Microeconomics 3</a:t>
            </a:r>
            <a:endParaRPr lang="en-GB" sz="54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59746-AAE5-4AE0-92C8-7B9D6BDBE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/>
              <a:t>Introduction to the course</a:t>
            </a:r>
            <a:endParaRPr lang="en-GB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E9D0C25-372B-FA36-889B-E80394681E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87" r="30681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7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8B92F-DF71-4F6B-9668-8D7AD487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6B9A820-3513-4286-A67F-71ACE25CC09A}" type="slidenum">
              <a:rPr lang="en-GB" smtClean="0"/>
              <a:pPr>
                <a:spcAft>
                  <a:spcPts val="600"/>
                </a:spcAft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25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034E-0678-476C-AADD-F9667A6B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Aims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E3C84-E57A-4236-ACEF-FF2F1A14B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In this course, we will </a:t>
            </a:r>
            <a:r>
              <a:rPr lang="en-GB" sz="2000" dirty="0"/>
              <a:t>be examining contexts with less than “perfect” settings. </a:t>
            </a:r>
          </a:p>
          <a:p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Basics of game theory and strategic decision making.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Markets under asymmetric information.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Markets with Externalities.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Non-standard decision making.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Important background for all other field courses!</a:t>
            </a:r>
          </a:p>
          <a:p>
            <a:endParaRPr lang="en-US" sz="2400" dirty="0"/>
          </a:p>
          <a:p>
            <a:endParaRPr lang="en-US" sz="2000" dirty="0"/>
          </a:p>
          <a:p>
            <a:pPr lvl="1"/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F401B-FEA6-4D4B-9E11-9DA7EF63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202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034E-0678-476C-AADD-F9667A6B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Content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E3C84-E57A-4236-ACEF-FF2F1A14B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10028" y="1847850"/>
            <a:ext cx="10515600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sz="2400" dirty="0"/>
          </a:p>
          <a:p>
            <a:pPr lvl="1"/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F401B-FEA6-4D4B-9E11-9DA7EF63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3515" y="6356350"/>
            <a:ext cx="2743200" cy="365125"/>
          </a:xfrm>
        </p:spPr>
        <p:txBody>
          <a:bodyPr/>
          <a:lstStyle/>
          <a:p>
            <a:fld id="{76B9A820-3513-4286-A67F-71ACE25CC09A}" type="slidenum">
              <a:rPr lang="en-GB" smtClean="0"/>
              <a:t>3</a:t>
            </a:fld>
            <a:endParaRPr lang="en-GB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27464E1-B3EA-4828-A205-7817E1B8D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362560"/>
              </p:ext>
            </p:extLst>
          </p:nvPr>
        </p:nvGraphicFramePr>
        <p:xfrm>
          <a:off x="1033416" y="1513491"/>
          <a:ext cx="6755676" cy="466344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640299">
                  <a:extLst>
                    <a:ext uri="{9D8B030D-6E8A-4147-A177-3AD203B41FA5}">
                      <a16:colId xmlns:a16="http://schemas.microsoft.com/office/drawing/2014/main" val="2516820875"/>
                    </a:ext>
                  </a:extLst>
                </a:gridCol>
                <a:gridCol w="5115377">
                  <a:extLst>
                    <a:ext uri="{9D8B030D-6E8A-4147-A177-3AD203B41FA5}">
                      <a16:colId xmlns:a16="http://schemas.microsoft.com/office/drawing/2014/main" val="2255549307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Week</a:t>
                      </a:r>
                      <a:endParaRPr lang="en-GB" sz="18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449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Lecture 1: Game Theory 1</a:t>
                      </a:r>
                      <a:endParaRPr lang="en-GB" sz="1800" dirty="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52929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Lecture 2: Game Theory 2</a:t>
                      </a:r>
                      <a:endParaRPr lang="en-GB" sz="1800" dirty="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101021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Lecture 3: Game Theory 3</a:t>
                      </a:r>
                      <a:endParaRPr lang="en-GB" sz="1800" dirty="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84428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Lecture 4: Adverse selection, Signaling</a:t>
                      </a:r>
                      <a:endParaRPr lang="en-GB" sz="1800" dirty="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58118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Lecture 5: Moral Hazard, Contract Theory</a:t>
                      </a:r>
                      <a:endParaRPr lang="en-GB" sz="1800" dirty="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66521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Lecture 6: Auctions</a:t>
                      </a:r>
                      <a:endParaRPr lang="en-GB" sz="1800" dirty="0">
                        <a:effectLst/>
                      </a:endParaRPr>
                    </a:p>
                    <a:p>
                      <a:pPr algn="l"/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GB" sz="1800" dirty="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49079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Bi-semester Test 1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378479"/>
                  </a:ext>
                </a:extLst>
              </a:tr>
              <a:tr h="27195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Recess Week</a:t>
                      </a:r>
                      <a:endParaRPr lang="en-GB" sz="18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effectLst/>
                        </a:rPr>
                        <a:t>Recess Week</a:t>
                      </a:r>
                      <a:endParaRPr lang="en-GB" sz="1800" b="1" dirty="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725828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Lecture 7: Externalities</a:t>
                      </a:r>
                      <a:endParaRPr lang="en-GB" sz="1800" dirty="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055457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Lecture 8: Public Goods, Common Property</a:t>
                      </a:r>
                      <a:endParaRPr lang="en-GB" sz="1800" dirty="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42361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Lecture 9: Information Technology 1</a:t>
                      </a:r>
                      <a:endParaRPr lang="en-GB" sz="1800" dirty="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00902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Deepavali Holiday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248077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Lecture 10: Information Technology 2</a:t>
                      </a:r>
                      <a:endParaRPr lang="en-GB" sz="1800" dirty="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451711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Behavioural Economics/ Revision</a:t>
                      </a:r>
                    </a:p>
                  </a:txBody>
                  <a:tcPr marL="68580" marR="68580" marT="0" marB="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797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  <a:endParaRPr lang="en-GB" sz="1800" dirty="0">
                        <a:solidFill>
                          <a:schemeClr val="tx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Bi-semester Test 2</a:t>
                      </a:r>
                      <a:endParaRPr lang="en-GB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49923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206AD6A-EBFC-40DF-830A-23FCB2D24948}"/>
              </a:ext>
            </a:extLst>
          </p:cNvPr>
          <p:cNvSpPr txBox="1"/>
          <p:nvPr/>
        </p:nvSpPr>
        <p:spPr>
          <a:xfrm>
            <a:off x="8211455" y="1765505"/>
            <a:ext cx="256032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Strategic Interactions, Simple Analysis</a:t>
            </a:r>
            <a:endParaRPr lang="en-GB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F52571-253A-4F5C-8C42-146B95C0CEAA}"/>
              </a:ext>
            </a:extLst>
          </p:cNvPr>
          <p:cNvSpPr txBox="1"/>
          <p:nvPr/>
        </p:nvSpPr>
        <p:spPr>
          <a:xfrm>
            <a:off x="8211455" y="2703655"/>
            <a:ext cx="2460173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Markets under Imperfect, Incomplete Information.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30C3E98-226E-44C5-8789-4F533DF3906B}"/>
              </a:ext>
            </a:extLst>
          </p:cNvPr>
          <p:cNvSpPr/>
          <p:nvPr/>
        </p:nvSpPr>
        <p:spPr>
          <a:xfrm>
            <a:off x="7869646" y="1757173"/>
            <a:ext cx="132803" cy="80821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392782D3-E427-4883-9D27-BFE3C2D9FF8E}"/>
              </a:ext>
            </a:extLst>
          </p:cNvPr>
          <p:cNvSpPr/>
          <p:nvPr/>
        </p:nvSpPr>
        <p:spPr>
          <a:xfrm>
            <a:off x="7869644" y="4266364"/>
            <a:ext cx="236512" cy="119717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6D7CD4BE-3DAB-EC0E-2B99-8DB1C588B4B3}"/>
              </a:ext>
            </a:extLst>
          </p:cNvPr>
          <p:cNvSpPr/>
          <p:nvPr/>
        </p:nvSpPr>
        <p:spPr>
          <a:xfrm>
            <a:off x="7838078" y="2703655"/>
            <a:ext cx="189410" cy="92333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F336AA-DDC5-EE2A-FFEB-5AF2149F40B9}"/>
              </a:ext>
            </a:extLst>
          </p:cNvPr>
          <p:cNvSpPr txBox="1"/>
          <p:nvPr/>
        </p:nvSpPr>
        <p:spPr>
          <a:xfrm>
            <a:off x="8261528" y="4494870"/>
            <a:ext cx="2460173" cy="6463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Markets with Externalities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2EB115-B801-A0DE-C755-B230768DA9A9}"/>
              </a:ext>
            </a:extLst>
          </p:cNvPr>
          <p:cNvSpPr txBox="1"/>
          <p:nvPr/>
        </p:nvSpPr>
        <p:spPr>
          <a:xfrm>
            <a:off x="8261528" y="5601489"/>
            <a:ext cx="3159546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Non-Standard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3854000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034E-0678-476C-AADD-F9667A6B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Textbook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F401B-FEA6-4D4B-9E11-9DA7EF63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4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020383-D95A-401A-A127-1D68C0038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81353" cy="4351338"/>
          </a:xfrm>
        </p:spPr>
        <p:txBody>
          <a:bodyPr>
            <a:normAutofit/>
          </a:bodyPr>
          <a:lstStyle/>
          <a:p>
            <a:r>
              <a:rPr lang="en-US" sz="2000" dirty="0"/>
              <a:t>Course material is derived from:</a:t>
            </a:r>
            <a:br>
              <a:rPr lang="en-US" sz="2000" dirty="0"/>
            </a:br>
            <a:r>
              <a:rPr lang="en-US" sz="2000" dirty="0"/>
              <a:t>Intermediate Microeconomics: </a:t>
            </a:r>
            <a:br>
              <a:rPr lang="en-US" sz="2000" dirty="0"/>
            </a:br>
            <a:r>
              <a:rPr lang="en-US" sz="2000" dirty="0"/>
              <a:t>A Modern Approach, 9th Edition </a:t>
            </a:r>
            <a:br>
              <a:rPr lang="en-US" sz="2000" dirty="0"/>
            </a:br>
            <a:r>
              <a:rPr lang="en-US" sz="2000" dirty="0"/>
              <a:t>by H.R. Varian. </a:t>
            </a:r>
            <a:r>
              <a:rPr lang="en-US" sz="2000" i="1" dirty="0" err="1"/>
              <a:t>W.W.Norton</a:t>
            </a:r>
            <a:r>
              <a:rPr lang="en-US" sz="2000" i="1" dirty="0"/>
              <a:t> &amp; Company.</a:t>
            </a:r>
          </a:p>
          <a:p>
            <a:pPr lvl="1"/>
            <a:r>
              <a:rPr lang="en-US" sz="1800" dirty="0"/>
              <a:t>Any later editions should suffice.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r>
              <a:rPr lang="en-US" sz="2000" dirty="0"/>
              <a:t>Game theory lectures also have extra material </a:t>
            </a:r>
            <a:br>
              <a:rPr lang="en-US" sz="2000" dirty="0"/>
            </a:br>
            <a:r>
              <a:rPr lang="en-US" sz="2000" dirty="0"/>
              <a:t>not in the textbook.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2050" name="Picture 2" descr="Amazon.com: Intermediate Microeconomics: A Modern Approach: Media Update  (Ninth Edition, Media Update) eBook: Varian, Hal R.: Kindle Store">
            <a:extLst>
              <a:ext uri="{FF2B5EF4-FFF2-40B4-BE49-F238E27FC236}">
                <a16:creationId xmlns:a16="http://schemas.microsoft.com/office/drawing/2014/main" id="{B97C1452-9B12-42ED-BFA6-B794D1587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6093" y="1279360"/>
            <a:ext cx="2283382" cy="312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ntermediate Microeconomics A Modern Approach: 8601300249629: Economics  Books @ Amazon.com">
            <a:extLst>
              <a:ext uri="{FF2B5EF4-FFF2-40B4-BE49-F238E27FC236}">
                <a16:creationId xmlns:a16="http://schemas.microsoft.com/office/drawing/2014/main" id="{CE6FAC66-7647-4FAC-8F04-9057CC392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985" y="3055298"/>
            <a:ext cx="2264615" cy="312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791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034E-0678-476C-AADD-F9667A6B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E3C84-E57A-4236-ACEF-FF2F1A14B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 lectures, we will be going through general theory and methods using worked examples. </a:t>
            </a:r>
          </a:p>
          <a:p>
            <a:pPr lvl="1"/>
            <a:endParaRPr lang="en-US" sz="1800" dirty="0"/>
          </a:p>
          <a:p>
            <a:r>
              <a:rPr lang="en-US" sz="2000" dirty="0"/>
              <a:t>Make sure that you understand these fundamentals very well!</a:t>
            </a:r>
          </a:p>
          <a:p>
            <a:pPr lvl="1"/>
            <a:r>
              <a:rPr lang="en-US" sz="1800" dirty="0"/>
              <a:t>Economic intuition behind the (mathematical) equations.</a:t>
            </a:r>
          </a:p>
          <a:p>
            <a:pPr lvl="1"/>
            <a:r>
              <a:rPr lang="en-US" sz="1800" dirty="0"/>
              <a:t>Don’t just </a:t>
            </a:r>
            <a:r>
              <a:rPr lang="en-US" sz="1800" dirty="0" err="1"/>
              <a:t>memorise</a:t>
            </a:r>
            <a:r>
              <a:rPr lang="en-US" sz="1800" dirty="0"/>
              <a:t> the steps!</a:t>
            </a:r>
          </a:p>
          <a:p>
            <a:pPr lvl="1"/>
            <a:r>
              <a:rPr lang="en-US" sz="1800" b="1" dirty="0"/>
              <a:t>This will allow you to apply the understanding to other similar and more complex situations.</a:t>
            </a:r>
          </a:p>
          <a:p>
            <a:endParaRPr lang="en-US" sz="2000" dirty="0"/>
          </a:p>
          <a:p>
            <a:r>
              <a:rPr lang="en-US" sz="2000" dirty="0"/>
              <a:t>Feel free to raise questions you may have at any point. </a:t>
            </a:r>
            <a:br>
              <a:rPr lang="en-US" sz="2000" dirty="0"/>
            </a:br>
            <a:r>
              <a:rPr lang="en-US" sz="2000" dirty="0"/>
              <a:t>If you are shy, you can also ask during the breaks.</a:t>
            </a:r>
          </a:p>
          <a:p>
            <a:endParaRPr lang="en-US" sz="2000" dirty="0"/>
          </a:p>
          <a:p>
            <a:pPr lvl="1"/>
            <a:endParaRPr lang="en-US" sz="1800" dirty="0"/>
          </a:p>
          <a:p>
            <a:endParaRPr lang="en-US" sz="2000" dirty="0"/>
          </a:p>
          <a:p>
            <a:pPr lvl="1"/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F401B-FEA6-4D4B-9E11-9DA7EF63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5</a:t>
            </a:fld>
            <a:endParaRPr lang="en-GB"/>
          </a:p>
        </p:txBody>
      </p:sp>
      <p:pic>
        <p:nvPicPr>
          <p:cNvPr id="1026" name="Picture 2" descr="Hermione raises her hand — Harry Potter Fan Zone">
            <a:extLst>
              <a:ext uri="{FF2B5EF4-FFF2-40B4-BE49-F238E27FC236}">
                <a16:creationId xmlns:a16="http://schemas.microsoft.com/office/drawing/2014/main" id="{732190F2-CABD-0285-EB6D-B4B934883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7223" y="4058957"/>
            <a:ext cx="1912203" cy="2433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466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034E-0678-476C-AADD-F9667A6B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EE3C84-E57A-4236-ACEF-FF2F1A14B2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There will be a summary and discussion at the start of tutorials </a:t>
                </a:r>
                <a14:m>
                  <m:oMath xmlns:m="http://schemas.openxmlformats.org/officeDocument/2006/math">
                    <m:r>
                      <a:rPr lang="en-SG" sz="20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000" dirty="0"/>
                  <a:t> this will not be posted! </a:t>
                </a:r>
                <a:br>
                  <a:rPr lang="en-US" sz="2000" dirty="0"/>
                </a:br>
                <a:r>
                  <a:rPr lang="en-US" sz="2000" dirty="0"/>
                  <a:t>Feel free to take any pictures.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In tutorials, questions will be slightly more complex…</a:t>
                </a:r>
              </a:p>
              <a:p>
                <a:pPr lvl="1"/>
                <a:r>
                  <a:rPr lang="en-US" sz="1800" dirty="0"/>
                  <a:t>But they are doable --- </a:t>
                </a:r>
                <a:r>
                  <a:rPr lang="en-US" sz="1800" b="1" dirty="0"/>
                  <a:t>don’t give up prematurely!</a:t>
                </a:r>
                <a:br>
                  <a:rPr lang="en-US" sz="1800" dirty="0"/>
                </a:br>
                <a:r>
                  <a:rPr lang="en-US" sz="1800" dirty="0"/>
                  <a:t>Think about how to apply the fundamentals in the lecture!</a:t>
                </a:r>
              </a:p>
              <a:p>
                <a:pPr lvl="1"/>
                <a:r>
                  <a:rPr lang="en-US" sz="1800" dirty="0"/>
                  <a:t>Some sample questions from past year tests.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The more effort you put into your tutorials, the more likely you will do better in your bi-semester tests as well!</a:t>
                </a:r>
              </a:p>
              <a:p>
                <a:pPr lvl="1"/>
                <a:r>
                  <a:rPr lang="en-US" sz="1800" dirty="0"/>
                  <a:t>Don’t just wait for the solutions to be released…</a:t>
                </a:r>
              </a:p>
              <a:p>
                <a:pPr lvl="1"/>
                <a:endParaRPr lang="en-US" sz="1800" dirty="0"/>
              </a:p>
              <a:p>
                <a:pPr lvl="1"/>
                <a:endParaRPr lang="en-US" sz="1800" dirty="0"/>
              </a:p>
              <a:p>
                <a:pPr lvl="1"/>
                <a:endParaRPr lang="en-US" sz="1800" dirty="0"/>
              </a:p>
              <a:p>
                <a:endParaRPr lang="en-US" sz="2000" dirty="0"/>
              </a:p>
              <a:p>
                <a:pPr lvl="1"/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EE3C84-E57A-4236-ACEF-FF2F1A14B2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F401B-FEA6-4D4B-9E11-9DA7EF63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14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034E-0678-476C-AADD-F9667A6B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E3C84-E57A-4236-ACEF-FF2F1A14B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20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Use microeconomics concepts and theories to describe individual and social choice under strategic interactions and imperfect market settings.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endParaRPr lang="en-SG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20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Apply fundamental microeconomic models to analyse decision-making by agents in these contexts and the impacts on efficiency and social welfare. 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endParaRPr lang="en-SG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20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Identify and understand the possible solutions to problems created by the strategic/imperfect nature of the decision context.</a:t>
            </a:r>
            <a:endParaRPr lang="en-SG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endParaRPr lang="en-SG" sz="20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20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Communicate economic reasoning, in speech and writing to explain and evaluate the different processes behind agents’ decisions, how they affect efficiency and policy solutions.</a:t>
            </a:r>
            <a:endParaRPr lang="en-SG" sz="20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sz="3200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F401B-FEA6-4D4B-9E11-9DA7EF63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524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034E-0678-476C-AADD-F9667A6B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EE3C84-E57A-4236-ACEF-FF2F1A14B2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b="1" dirty="0"/>
                  <a:t>Participation (10%)</a:t>
                </a:r>
              </a:p>
              <a:p>
                <a:pPr lvl="1"/>
                <a:r>
                  <a:rPr lang="en-US" sz="1800" dirty="0"/>
                  <a:t>Active attendance, presentation in class. (same as Micro 2)</a:t>
                </a:r>
              </a:p>
              <a:p>
                <a:pPr lvl="1"/>
                <a:endParaRPr lang="en-US" sz="1800" dirty="0"/>
              </a:p>
              <a:p>
                <a:r>
                  <a:rPr lang="en-US" sz="2000" b="1" dirty="0"/>
                  <a:t>Quizzes (4</a:t>
                </a:r>
                <a14:m>
                  <m:oMath xmlns:m="http://schemas.openxmlformats.org/officeDocument/2006/math">
                    <m:r>
                      <a:rPr lang="en-SG" sz="20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2000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b="1" dirty="0"/>
                  <a:t> 5 = </a:t>
                </a:r>
                <a:r>
                  <a:rPr lang="en-US" sz="2000" b="1"/>
                  <a:t>20%):  </a:t>
                </a:r>
                <a:r>
                  <a:rPr lang="en-US" sz="2000" dirty="0"/>
                  <a:t>2 quizzes in each half of the semester: </a:t>
                </a:r>
              </a:p>
              <a:p>
                <a:pPr lvl="1"/>
                <a:r>
                  <a:rPr lang="en-US" sz="1800" dirty="0"/>
                  <a:t>Quiz 1 (Lecture 1 to 3), 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Week 3 Thursday </a:t>
                </a:r>
                <a14:m>
                  <m:oMath xmlns:m="http://schemas.openxmlformats.org/officeDocument/2006/math">
                    <m:r>
                      <a:rPr lang="en-SG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800" b="1" dirty="0">
                    <a:solidFill>
                      <a:srgbClr val="FF0000"/>
                    </a:solidFill>
                  </a:rPr>
                  <a:t> Week 4 Sunday, 23:59.</a:t>
                </a:r>
              </a:p>
              <a:p>
                <a:pPr lvl="1"/>
                <a:r>
                  <a:rPr lang="en-US" sz="1800" dirty="0"/>
                  <a:t>Quiz 2 (Lecture 4 to 5), 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Week 5 Thursday </a:t>
                </a:r>
                <a14:m>
                  <m:oMath xmlns:m="http://schemas.openxmlformats.org/officeDocument/2006/math">
                    <m:r>
                      <a:rPr lang="en-SG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800" b="1" dirty="0">
                    <a:solidFill>
                      <a:srgbClr val="FF0000"/>
                    </a:solidFill>
                  </a:rPr>
                  <a:t> Week 6 Sunday, 23:59.</a:t>
                </a:r>
              </a:p>
              <a:p>
                <a:pPr lvl="1"/>
                <a:r>
                  <a:rPr lang="en-US" sz="1800" dirty="0"/>
                  <a:t>Quiz 4 (Lecture 7 to 8), 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Week 8 Thursday </a:t>
                </a:r>
                <a14:m>
                  <m:oMath xmlns:m="http://schemas.openxmlformats.org/officeDocument/2006/math">
                    <m:r>
                      <a:rPr lang="en-SG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800" b="1" dirty="0">
                    <a:solidFill>
                      <a:srgbClr val="FF0000"/>
                    </a:solidFill>
                  </a:rPr>
                  <a:t> Week 9 Sunday, 23:59.</a:t>
                </a:r>
              </a:p>
              <a:p>
                <a:pPr lvl="1"/>
                <a:r>
                  <a:rPr lang="en-US" sz="1800" dirty="0"/>
                  <a:t>Quiz 5 (Lecture 9 to 10), 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Week 12 Thursday </a:t>
                </a:r>
                <a14:m>
                  <m:oMath xmlns:m="http://schemas.openxmlformats.org/officeDocument/2006/math">
                    <m:r>
                      <a:rPr lang="en-SG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800" b="1" dirty="0">
                    <a:solidFill>
                      <a:srgbClr val="FF0000"/>
                    </a:solidFill>
                  </a:rPr>
                  <a:t> Week 13 Sunday, 23:59.</a:t>
                </a:r>
              </a:p>
              <a:p>
                <a:endParaRPr lang="en-US" sz="2000" dirty="0"/>
              </a:p>
              <a:p>
                <a:r>
                  <a:rPr lang="en-US" sz="2000" b="1" dirty="0"/>
                  <a:t>Bi-semester Examinations (2 </a:t>
                </a:r>
                <a14:m>
                  <m:oMath xmlns:m="http://schemas.openxmlformats.org/officeDocument/2006/math">
                    <m:r>
                      <a:rPr lang="en-SG" sz="2000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b="1" dirty="0"/>
                  <a:t> 35 = 70%)</a:t>
                </a:r>
              </a:p>
              <a:p>
                <a:pPr lvl="1"/>
                <a:r>
                  <a:rPr lang="en-US" sz="1800" dirty="0"/>
                  <a:t>In-class tests consisting of composite questions. Covers material in each half of the semester. </a:t>
                </a:r>
              </a:p>
              <a:p>
                <a:pPr lvl="1"/>
                <a:r>
                  <a:rPr lang="en-US" sz="1800" b="1" dirty="0">
                    <a:solidFill>
                      <a:srgbClr val="FF0000"/>
                    </a:solidFill>
                  </a:rPr>
                  <a:t>Week 7 (Lecture Slot) </a:t>
                </a:r>
                <a:r>
                  <a:rPr lang="en-US" sz="1800" dirty="0"/>
                  <a:t>and 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Week 14 (TBC)</a:t>
                </a:r>
                <a:endParaRPr lang="en-US" sz="2000" b="1" dirty="0">
                  <a:solidFill>
                    <a:srgbClr val="FF0000"/>
                  </a:solidFill>
                </a:endParaRPr>
              </a:p>
              <a:p>
                <a:pPr lvl="1"/>
                <a:endParaRPr lang="en-US" sz="1800" dirty="0"/>
              </a:p>
              <a:p>
                <a:endParaRPr lang="en-US" sz="2400" dirty="0"/>
              </a:p>
              <a:p>
                <a:endParaRPr lang="en-US" sz="2000" dirty="0"/>
              </a:p>
              <a:p>
                <a:pPr lvl="1"/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EE3C84-E57A-4236-ACEF-FF2F1A14B2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F401B-FEA6-4D4B-9E11-9DA7EF63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391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034E-0678-476C-AADD-F9667A6B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Policies and Contact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EE3C84-E57A-4236-ACEF-FF2F1A14B2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Lectures and tutorials will be in-person at the respective venues.</a:t>
                </a:r>
              </a:p>
              <a:p>
                <a:pPr lvl="1"/>
                <a:r>
                  <a:rPr lang="en-US" sz="1800" dirty="0"/>
                  <a:t>Lecture recordings will only be provided from 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Thursday (after lecture) to Sunday 23:59</a:t>
                </a:r>
                <a:r>
                  <a:rPr lang="en-US" sz="1800" dirty="0"/>
                  <a:t>.</a:t>
                </a:r>
              </a:p>
              <a:p>
                <a:pPr lvl="1"/>
                <a:r>
                  <a:rPr lang="en-US" sz="1800" dirty="0"/>
                  <a:t>If you have special reasons for missing the lecture, drop me an email ASAP and you will have an extended period (till following Thursday 23:59).</a:t>
                </a:r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r>
                  <a:rPr lang="en-US" sz="2000" dirty="0"/>
                  <a:t>For further details on the course and assessment, please refer to the course outline on </a:t>
                </a:r>
                <a:r>
                  <a:rPr lang="en-US" sz="2000" dirty="0" err="1"/>
                  <a:t>NTUlearn</a:t>
                </a:r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Course support:</a:t>
                </a:r>
                <a:br>
                  <a:rPr lang="en-US" sz="2000" dirty="0"/>
                </a:br>
                <a:r>
                  <a:rPr lang="en-US" sz="2000" dirty="0"/>
                  <a:t>Jonathan Yeo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2000" dirty="0">
                    <a:hlinkClick r:id="rId3"/>
                  </a:rPr>
                  <a:t>jonathanyeo@ntu.edu.sg</a:t>
                </a:r>
                <a:r>
                  <a:rPr lang="en-US" sz="2000" dirty="0"/>
                  <a:t> (T1 – T2)</a:t>
                </a:r>
                <a:br>
                  <a:rPr lang="en-US" sz="2000" dirty="0"/>
                </a:br>
                <a:r>
                  <a:rPr lang="en-US" sz="2000" dirty="0"/>
                  <a:t>TA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000" dirty="0"/>
                  <a:t> TBC</a:t>
                </a:r>
              </a:p>
              <a:p>
                <a:r>
                  <a:rPr lang="en-US" sz="1800" b="1" dirty="0"/>
                  <a:t>Email us with your questions or to arrange (online) consultation.</a:t>
                </a:r>
                <a:br>
                  <a:rPr lang="en-US" sz="1800" dirty="0"/>
                </a:b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lvl="1"/>
                <a:endParaRPr lang="en-US" sz="1800" dirty="0"/>
              </a:p>
              <a:p>
                <a:pPr lvl="1"/>
                <a:endParaRPr lang="en-US" sz="1800" dirty="0"/>
              </a:p>
              <a:p>
                <a:pPr lvl="1"/>
                <a:endParaRPr lang="en-US" sz="1800" dirty="0"/>
              </a:p>
              <a:p>
                <a:endParaRPr lang="en-US" sz="2400" dirty="0"/>
              </a:p>
              <a:p>
                <a:endParaRPr lang="en-US" sz="2000" dirty="0"/>
              </a:p>
              <a:p>
                <a:pPr lvl="1"/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EE3C84-E57A-4236-ACEF-FF2F1A14B2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F401B-FEA6-4D4B-9E11-9DA7EF63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9A820-3513-4286-A67F-71ACE25CC09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8685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18820</TotalTime>
  <Words>813</Words>
  <Application>Microsoft Office PowerPoint</Application>
  <PresentationFormat>Widescreen</PresentationFormat>
  <Paragraphs>131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DengXian</vt:lpstr>
      <vt:lpstr>Arial</vt:lpstr>
      <vt:lpstr>Calibri</vt:lpstr>
      <vt:lpstr>Calibri Light</vt:lpstr>
      <vt:lpstr>Cambria Math</vt:lpstr>
      <vt:lpstr>Times New Roman</vt:lpstr>
      <vt:lpstr>Office Theme</vt:lpstr>
      <vt:lpstr>HE3001 Microeconomics 3</vt:lpstr>
      <vt:lpstr>Course Aims</vt:lpstr>
      <vt:lpstr>Course Content</vt:lpstr>
      <vt:lpstr>Textbook</vt:lpstr>
      <vt:lpstr>Lectures</vt:lpstr>
      <vt:lpstr>Tutorials</vt:lpstr>
      <vt:lpstr>Learning outcomes</vt:lpstr>
      <vt:lpstr>Assessment</vt:lpstr>
      <vt:lpstr>Course Policies and 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Individual Welfare</dc:title>
  <dc:creator>Jonathan Yeo</dc:creator>
  <cp:lastModifiedBy>Jonathan Yeo</cp:lastModifiedBy>
  <cp:revision>149</cp:revision>
  <dcterms:created xsi:type="dcterms:W3CDTF">2020-10-05T05:36:51Z</dcterms:created>
  <dcterms:modified xsi:type="dcterms:W3CDTF">2024-07-15T03:04:38Z</dcterms:modified>
</cp:coreProperties>
</file>