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72" r:id="rId3"/>
    <p:sldId id="351" r:id="rId4"/>
    <p:sldId id="438" r:id="rId5"/>
    <p:sldId id="400" r:id="rId6"/>
    <p:sldId id="408" r:id="rId7"/>
    <p:sldId id="354" r:id="rId8"/>
    <p:sldId id="383" r:id="rId9"/>
    <p:sldId id="414" r:id="rId10"/>
    <p:sldId id="380" r:id="rId11"/>
    <p:sldId id="381" r:id="rId12"/>
    <p:sldId id="403" r:id="rId13"/>
    <p:sldId id="410" r:id="rId14"/>
    <p:sldId id="411" r:id="rId15"/>
    <p:sldId id="384" r:id="rId16"/>
    <p:sldId id="412" r:id="rId17"/>
    <p:sldId id="413" r:id="rId18"/>
    <p:sldId id="389" r:id="rId19"/>
    <p:sldId id="422" r:id="rId20"/>
    <p:sldId id="428" r:id="rId21"/>
    <p:sldId id="387" r:id="rId22"/>
    <p:sldId id="385" r:id="rId23"/>
    <p:sldId id="424" r:id="rId24"/>
    <p:sldId id="386" r:id="rId25"/>
    <p:sldId id="390" r:id="rId26"/>
    <p:sldId id="426" r:id="rId27"/>
    <p:sldId id="432" r:id="rId28"/>
    <p:sldId id="388" r:id="rId29"/>
    <p:sldId id="423" r:id="rId30"/>
    <p:sldId id="434" r:id="rId31"/>
    <p:sldId id="435" r:id="rId32"/>
    <p:sldId id="429" r:id="rId33"/>
    <p:sldId id="430" r:id="rId34"/>
    <p:sldId id="431" r:id="rId35"/>
    <p:sldId id="433" r:id="rId36"/>
    <p:sldId id="436" r:id="rId37"/>
    <p:sldId id="421" r:id="rId38"/>
    <p:sldId id="417" r:id="rId39"/>
    <p:sldId id="395" r:id="rId40"/>
    <p:sldId id="394" r:id="rId41"/>
    <p:sldId id="439" r:id="rId42"/>
    <p:sldId id="437" r:id="rId43"/>
    <p:sldId id="396" r:id="rId44"/>
    <p:sldId id="409" r:id="rId45"/>
    <p:sldId id="397" r:id="rId46"/>
    <p:sldId id="4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DE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C3197-B0F2-4CED-90BE-6B72149FCC69}" v="1531" dt="2024-09-06T06:10:31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4" autoAdjust="0"/>
  </p:normalViewPr>
  <p:slideViewPr>
    <p:cSldViewPr snapToGrid="0">
      <p:cViewPr varScale="1">
        <p:scale>
          <a:sx n="76" d="100"/>
          <a:sy n="76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42CF69A2-80E2-44CE-AA9F-5D159A7415D2}"/>
    <pc:docChg chg="modSld">
      <pc:chgData name="Yeo Xiong Wei, Jonathan" userId="ac2b658e-7ce1-44bb-9f9f-bf4198ceaa29" providerId="ADAL" clId="{42CF69A2-80E2-44CE-AA9F-5D159A7415D2}" dt="2024-08-29T04:15:01.852" v="4" actId="20577"/>
      <pc:docMkLst>
        <pc:docMk/>
      </pc:docMkLst>
      <pc:sldChg chg="modSp mod">
        <pc:chgData name="Yeo Xiong Wei, Jonathan" userId="ac2b658e-7ce1-44bb-9f9f-bf4198ceaa29" providerId="ADAL" clId="{42CF69A2-80E2-44CE-AA9F-5D159A7415D2}" dt="2024-08-29T04:15:01.852" v="4" actId="20577"/>
        <pc:sldMkLst>
          <pc:docMk/>
          <pc:sldMk cId="1357095976" sldId="401"/>
        </pc:sldMkLst>
        <pc:spChg chg="mod">
          <ac:chgData name="Yeo Xiong Wei, Jonathan" userId="ac2b658e-7ce1-44bb-9f9f-bf4198ceaa29" providerId="ADAL" clId="{42CF69A2-80E2-44CE-AA9F-5D159A7415D2}" dt="2024-08-29T04:15:01.852" v="4" actId="20577"/>
          <ac:spMkLst>
            <pc:docMk/>
            <pc:sldMk cId="1357095976" sldId="401"/>
            <ac:spMk id="7987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AC84DBB8-E297-4284-B0EA-B211AA5D69A4}"/>
    <pc:docChg chg="undo custSel addSld delSld modSld sldOrd">
      <pc:chgData name="Yeo Xiong Wei, Jonathan" userId="ac2b658e-7ce1-44bb-9f9f-bf4198ceaa29" providerId="ADAL" clId="{AC84DBB8-E297-4284-B0EA-B211AA5D69A4}" dt="2023-05-30T09:26:23.799" v="2425" actId="404"/>
      <pc:docMkLst>
        <pc:docMk/>
      </pc:docMkLst>
      <pc:sldChg chg="modSp modAnim">
        <pc:chgData name="Yeo Xiong Wei, Jonathan" userId="ac2b658e-7ce1-44bb-9f9f-bf4198ceaa29" providerId="ADAL" clId="{AC84DBB8-E297-4284-B0EA-B211AA5D69A4}" dt="2023-05-30T08:19:28.509" v="6" actId="20577"/>
        <pc:sldMkLst>
          <pc:docMk/>
          <pc:sldMk cId="1057290077" sldId="351"/>
        </pc:sldMkLst>
        <pc:spChg chg="mod">
          <ac:chgData name="Yeo Xiong Wei, Jonathan" userId="ac2b658e-7ce1-44bb-9f9f-bf4198ceaa29" providerId="ADAL" clId="{AC84DBB8-E297-4284-B0EA-B211AA5D69A4}" dt="2023-05-30T08:19:28.509" v="6" actId="20577"/>
          <ac:spMkLst>
            <pc:docMk/>
            <pc:sldMk cId="1057290077" sldId="351"/>
            <ac:spMk id="80898" creationId="{00000000-0000-0000-0000-000000000000}"/>
          </ac:spMkLst>
        </pc:spChg>
      </pc:sldChg>
      <pc:sldChg chg="modSp modAnim">
        <pc:chgData name="Yeo Xiong Wei, Jonathan" userId="ac2b658e-7ce1-44bb-9f9f-bf4198ceaa29" providerId="ADAL" clId="{AC84DBB8-E297-4284-B0EA-B211AA5D69A4}" dt="2023-05-30T08:18:53.451" v="5" actId="20577"/>
        <pc:sldMkLst>
          <pc:docMk/>
          <pc:sldMk cId="2917529524" sldId="372"/>
        </pc:sldMkLst>
        <pc:spChg chg="mod">
          <ac:chgData name="Yeo Xiong Wei, Jonathan" userId="ac2b658e-7ce1-44bb-9f9f-bf4198ceaa29" providerId="ADAL" clId="{AC84DBB8-E297-4284-B0EA-B211AA5D69A4}" dt="2023-05-30T08:18:52.225" v="4" actId="20577"/>
          <ac:spMkLst>
            <pc:docMk/>
            <pc:sldMk cId="2917529524" sldId="372"/>
            <ac:spMk id="808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AC84DBB8-E297-4284-B0EA-B211AA5D69A4}" dt="2023-05-30T08:56:56.279" v="841" actId="20577"/>
        <pc:sldMkLst>
          <pc:docMk/>
          <pc:sldMk cId="2578495819" sldId="380"/>
        </pc:sldMkLst>
        <pc:spChg chg="mod">
          <ac:chgData name="Yeo Xiong Wei, Jonathan" userId="ac2b658e-7ce1-44bb-9f9f-bf4198ceaa29" providerId="ADAL" clId="{AC84DBB8-E297-4284-B0EA-B211AA5D69A4}" dt="2023-05-30T08:56:56.279" v="841" actId="20577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8:44:31.684" v="346" actId="313"/>
        <pc:sldMkLst>
          <pc:docMk/>
          <pc:sldMk cId="1234614077" sldId="385"/>
        </pc:sldMkLst>
        <pc:spChg chg="mod">
          <ac:chgData name="Yeo Xiong Wei, Jonathan" userId="ac2b658e-7ce1-44bb-9f9f-bf4198ceaa29" providerId="ADAL" clId="{AC84DBB8-E297-4284-B0EA-B211AA5D69A4}" dt="2023-05-30T08:44:31.684" v="346" actId="313"/>
          <ac:spMkLst>
            <pc:docMk/>
            <pc:sldMk cId="1234614077" sldId="385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8:43:59.731" v="342" actId="207"/>
        <pc:sldMkLst>
          <pc:docMk/>
          <pc:sldMk cId="3025782446" sldId="386"/>
        </pc:sldMkLst>
        <pc:spChg chg="mod">
          <ac:chgData name="Yeo Xiong Wei, Jonathan" userId="ac2b658e-7ce1-44bb-9f9f-bf4198ceaa29" providerId="ADAL" clId="{AC84DBB8-E297-4284-B0EA-B211AA5D69A4}" dt="2023-05-30T08:43:59.731" v="342" actId="207"/>
          <ac:spMkLst>
            <pc:docMk/>
            <pc:sldMk cId="3025782446" sldId="386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8:42:47.327" v="341" actId="5793"/>
        <pc:sldMkLst>
          <pc:docMk/>
          <pc:sldMk cId="231186096" sldId="387"/>
        </pc:sldMkLst>
        <pc:spChg chg="mod">
          <ac:chgData name="Yeo Xiong Wei, Jonathan" userId="ac2b658e-7ce1-44bb-9f9f-bf4198ceaa29" providerId="ADAL" clId="{AC84DBB8-E297-4284-B0EA-B211AA5D69A4}" dt="2023-05-30T08:42:47.327" v="341" actId="5793"/>
          <ac:spMkLst>
            <pc:docMk/>
            <pc:sldMk cId="231186096" sldId="387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AC84DBB8-E297-4284-B0EA-B211AA5D69A4}" dt="2023-05-30T08:52:39.238" v="715" actId="20577"/>
        <pc:sldMkLst>
          <pc:docMk/>
          <pc:sldMk cId="1783786213" sldId="389"/>
        </pc:sldMkLst>
        <pc:spChg chg="mod">
          <ac:chgData name="Yeo Xiong Wei, Jonathan" userId="ac2b658e-7ce1-44bb-9f9f-bf4198ceaa29" providerId="ADAL" clId="{AC84DBB8-E297-4284-B0EA-B211AA5D69A4}" dt="2023-05-30T08:52:39.238" v="715" actId="20577"/>
          <ac:spMkLst>
            <pc:docMk/>
            <pc:sldMk cId="1783786213" sldId="389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9:25:05.881" v="2399" actId="404"/>
        <pc:sldMkLst>
          <pc:docMk/>
          <pc:sldMk cId="3438775115" sldId="392"/>
        </pc:sldMkLst>
        <pc:spChg chg="mod">
          <ac:chgData name="Yeo Xiong Wei, Jonathan" userId="ac2b658e-7ce1-44bb-9f9f-bf4198ceaa29" providerId="ADAL" clId="{AC84DBB8-E297-4284-B0EA-B211AA5D69A4}" dt="2023-05-30T09:25:05.881" v="2399" actId="404"/>
          <ac:spMkLst>
            <pc:docMk/>
            <pc:sldMk cId="3438775115" sldId="392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9:26:23.799" v="2425" actId="404"/>
        <pc:sldMkLst>
          <pc:docMk/>
          <pc:sldMk cId="3908222891" sldId="397"/>
        </pc:sldMkLst>
        <pc:spChg chg="mod">
          <ac:chgData name="Yeo Xiong Wei, Jonathan" userId="ac2b658e-7ce1-44bb-9f9f-bf4198ceaa29" providerId="ADAL" clId="{AC84DBB8-E297-4284-B0EA-B211AA5D69A4}" dt="2023-05-30T09:26:23.799" v="2425" actId="404"/>
          <ac:spMkLst>
            <pc:docMk/>
            <pc:sldMk cId="3908222891" sldId="397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8:28:58.164" v="173" actId="20577"/>
        <pc:sldMkLst>
          <pc:docMk/>
          <pc:sldMk cId="1625042615" sldId="399"/>
        </pc:sldMkLst>
        <pc:spChg chg="mod">
          <ac:chgData name="Yeo Xiong Wei, Jonathan" userId="ac2b658e-7ce1-44bb-9f9f-bf4198ceaa29" providerId="ADAL" clId="{AC84DBB8-E297-4284-B0EA-B211AA5D69A4}" dt="2023-05-30T08:28:58.164" v="173" actId="20577"/>
          <ac:spMkLst>
            <pc:docMk/>
            <pc:sldMk cId="1625042615" sldId="399"/>
            <ac:spMk id="3" creationId="{8E14C517-5A33-43F5-98FF-7DC83EA9EFE3}"/>
          </ac:spMkLst>
        </pc:spChg>
      </pc:sldChg>
      <pc:sldChg chg="del">
        <pc:chgData name="Yeo Xiong Wei, Jonathan" userId="ac2b658e-7ce1-44bb-9f9f-bf4198ceaa29" providerId="ADAL" clId="{AC84DBB8-E297-4284-B0EA-B211AA5D69A4}" dt="2023-05-30T08:31:39.064" v="195" actId="2696"/>
        <pc:sldMkLst>
          <pc:docMk/>
          <pc:sldMk cId="2850777754" sldId="400"/>
        </pc:sldMkLst>
      </pc:sldChg>
      <pc:sldChg chg="add">
        <pc:chgData name="Yeo Xiong Wei, Jonathan" userId="ac2b658e-7ce1-44bb-9f9f-bf4198ceaa29" providerId="ADAL" clId="{AC84DBB8-E297-4284-B0EA-B211AA5D69A4}" dt="2023-05-30T08:31:46.064" v="196"/>
        <pc:sldMkLst>
          <pc:docMk/>
          <pc:sldMk cId="4085472884" sldId="400"/>
        </pc:sldMkLst>
      </pc:sldChg>
      <pc:sldChg chg="modSp">
        <pc:chgData name="Yeo Xiong Wei, Jonathan" userId="ac2b658e-7ce1-44bb-9f9f-bf4198ceaa29" providerId="ADAL" clId="{AC84DBB8-E297-4284-B0EA-B211AA5D69A4}" dt="2023-05-30T08:25:51.830" v="119" actId="115"/>
        <pc:sldMkLst>
          <pc:docMk/>
          <pc:sldMk cId="1955598191" sldId="406"/>
        </pc:sldMkLst>
        <pc:spChg chg="mod">
          <ac:chgData name="Yeo Xiong Wei, Jonathan" userId="ac2b658e-7ce1-44bb-9f9f-bf4198ceaa29" providerId="ADAL" clId="{AC84DBB8-E297-4284-B0EA-B211AA5D69A4}" dt="2023-05-30T08:25:51.830" v="119" actId="115"/>
          <ac:spMkLst>
            <pc:docMk/>
            <pc:sldMk cId="1955598191" sldId="406"/>
            <ac:spMk id="3" creationId="{8E14C517-5A33-43F5-98FF-7DC83EA9EFE3}"/>
          </ac:spMkLst>
        </pc:spChg>
      </pc:sldChg>
      <pc:sldChg chg="modSp">
        <pc:chgData name="Yeo Xiong Wei, Jonathan" userId="ac2b658e-7ce1-44bb-9f9f-bf4198ceaa29" providerId="ADAL" clId="{AC84DBB8-E297-4284-B0EA-B211AA5D69A4}" dt="2023-05-30T09:26:08.605" v="2424" actId="207"/>
        <pc:sldMkLst>
          <pc:docMk/>
          <pc:sldMk cId="508996749" sldId="409"/>
        </pc:sldMkLst>
        <pc:spChg chg="mod">
          <ac:chgData name="Yeo Xiong Wei, Jonathan" userId="ac2b658e-7ce1-44bb-9f9f-bf4198ceaa29" providerId="ADAL" clId="{AC84DBB8-E297-4284-B0EA-B211AA5D69A4}" dt="2023-05-30T09:26:08.605" v="2424" actId="207"/>
          <ac:spMkLst>
            <pc:docMk/>
            <pc:sldMk cId="508996749" sldId="409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AC84DBB8-E297-4284-B0EA-B211AA5D69A4}" dt="2023-05-30T08:37:16.948" v="293" actId="6549"/>
        <pc:sldMkLst>
          <pc:docMk/>
          <pc:sldMk cId="1954964448" sldId="411"/>
        </pc:sldMkLst>
        <pc:spChg chg="mod">
          <ac:chgData name="Yeo Xiong Wei, Jonathan" userId="ac2b658e-7ce1-44bb-9f9f-bf4198ceaa29" providerId="ADAL" clId="{AC84DBB8-E297-4284-B0EA-B211AA5D69A4}" dt="2023-05-30T08:37:16.948" v="293" actId="6549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8:40:29.017" v="324" actId="207"/>
        <pc:sldMkLst>
          <pc:docMk/>
          <pc:sldMk cId="3794818606" sldId="412"/>
        </pc:sldMkLst>
        <pc:spChg chg="mod">
          <ac:chgData name="Yeo Xiong Wei, Jonathan" userId="ac2b658e-7ce1-44bb-9f9f-bf4198ceaa29" providerId="ADAL" clId="{AC84DBB8-E297-4284-B0EA-B211AA5D69A4}" dt="2023-05-30T08:40:29.017" v="324" actId="207"/>
          <ac:spMkLst>
            <pc:docMk/>
            <pc:sldMk cId="3794818606" sldId="412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AC84DBB8-E297-4284-B0EA-B211AA5D69A4}" dt="2023-05-30T09:25:49.572" v="2423" actId="20577"/>
        <pc:sldMkLst>
          <pc:docMk/>
          <pc:sldMk cId="3934989784" sldId="417"/>
        </pc:sldMkLst>
        <pc:spChg chg="mod">
          <ac:chgData name="Yeo Xiong Wei, Jonathan" userId="ac2b658e-7ce1-44bb-9f9f-bf4198ceaa29" providerId="ADAL" clId="{AC84DBB8-E297-4284-B0EA-B211AA5D69A4}" dt="2023-05-30T09:25:49.572" v="2423" actId="20577"/>
          <ac:spMkLst>
            <pc:docMk/>
            <pc:sldMk cId="3934989784" sldId="417"/>
            <ac:spMk id="83970" creationId="{00000000-0000-0000-0000-000000000000}"/>
          </ac:spMkLst>
        </pc:spChg>
      </pc:sldChg>
      <pc:sldChg chg="modSp del">
        <pc:chgData name="Yeo Xiong Wei, Jonathan" userId="ac2b658e-7ce1-44bb-9f9f-bf4198ceaa29" providerId="ADAL" clId="{AC84DBB8-E297-4284-B0EA-B211AA5D69A4}" dt="2023-05-30T08:28:29.705" v="166" actId="2696"/>
        <pc:sldMkLst>
          <pc:docMk/>
          <pc:sldMk cId="3336074670" sldId="418"/>
        </pc:sldMkLst>
        <pc:spChg chg="mod">
          <ac:chgData name="Yeo Xiong Wei, Jonathan" userId="ac2b658e-7ce1-44bb-9f9f-bf4198ceaa29" providerId="ADAL" clId="{AC84DBB8-E297-4284-B0EA-B211AA5D69A4}" dt="2023-05-30T08:28:17.212" v="165" actId="20577"/>
          <ac:spMkLst>
            <pc:docMk/>
            <pc:sldMk cId="3336074670" sldId="418"/>
            <ac:spMk id="56" creationId="{80AD2F14-6ED4-6D5D-70A1-29349B7CA8A0}"/>
          </ac:spMkLst>
        </pc:spChg>
      </pc:sldChg>
      <pc:sldChg chg="add">
        <pc:chgData name="Yeo Xiong Wei, Jonathan" userId="ac2b658e-7ce1-44bb-9f9f-bf4198ceaa29" providerId="ADAL" clId="{AC84DBB8-E297-4284-B0EA-B211AA5D69A4}" dt="2023-05-30T08:28:31.883" v="167"/>
        <pc:sldMkLst>
          <pc:docMk/>
          <pc:sldMk cId="4205774086" sldId="418"/>
        </pc:sldMkLst>
      </pc:sldChg>
      <pc:sldChg chg="modSp">
        <pc:chgData name="Yeo Xiong Wei, Jonathan" userId="ac2b658e-7ce1-44bb-9f9f-bf4198ceaa29" providerId="ADAL" clId="{AC84DBB8-E297-4284-B0EA-B211AA5D69A4}" dt="2023-05-30T08:29:39.384" v="194" actId="20577"/>
        <pc:sldMkLst>
          <pc:docMk/>
          <pc:sldMk cId="1304161423" sldId="419"/>
        </pc:sldMkLst>
        <pc:spChg chg="mod">
          <ac:chgData name="Yeo Xiong Wei, Jonathan" userId="ac2b658e-7ce1-44bb-9f9f-bf4198ceaa29" providerId="ADAL" clId="{AC84DBB8-E297-4284-B0EA-B211AA5D69A4}" dt="2023-05-30T08:29:39.384" v="194" actId="20577"/>
          <ac:spMkLst>
            <pc:docMk/>
            <pc:sldMk cId="1304161423" sldId="419"/>
            <ac:spMk id="3" creationId="{8E14C517-5A33-43F5-98FF-7DC83EA9EFE3}"/>
          </ac:spMkLst>
        </pc:spChg>
      </pc:sldChg>
      <pc:sldChg chg="modSp del">
        <pc:chgData name="Yeo Xiong Wei, Jonathan" userId="ac2b658e-7ce1-44bb-9f9f-bf4198ceaa29" providerId="ADAL" clId="{AC84DBB8-E297-4284-B0EA-B211AA5D69A4}" dt="2023-05-30T08:23:09.697" v="30" actId="2696"/>
        <pc:sldMkLst>
          <pc:docMk/>
          <pc:sldMk cId="2133190212" sldId="420"/>
        </pc:sldMkLst>
        <pc:spChg chg="mod">
          <ac:chgData name="Yeo Xiong Wei, Jonathan" userId="ac2b658e-7ce1-44bb-9f9f-bf4198ceaa29" providerId="ADAL" clId="{AC84DBB8-E297-4284-B0EA-B211AA5D69A4}" dt="2023-05-30T08:21:43.881" v="29" actId="20577"/>
          <ac:spMkLst>
            <pc:docMk/>
            <pc:sldMk cId="2133190212" sldId="420"/>
            <ac:spMk id="55" creationId="{126473C0-FCCE-9648-D3BD-F77115E50C45}"/>
          </ac:spMkLst>
        </pc:spChg>
      </pc:sldChg>
      <pc:sldChg chg="addSp delSp modSp mod">
        <pc:chgData name="Yeo Xiong Wei, Jonathan" userId="ac2b658e-7ce1-44bb-9f9f-bf4198ceaa29" providerId="ADAL" clId="{AC84DBB8-E297-4284-B0EA-B211AA5D69A4}" dt="2023-05-30T09:24:38.166" v="2398" actId="207"/>
        <pc:sldMkLst>
          <pc:docMk/>
          <pc:sldMk cId="1096338625" sldId="421"/>
        </pc:sldMkLst>
        <pc:spChg chg="add del mod">
          <ac:chgData name="Yeo Xiong Wei, Jonathan" userId="ac2b658e-7ce1-44bb-9f9f-bf4198ceaa29" providerId="ADAL" clId="{AC84DBB8-E297-4284-B0EA-B211AA5D69A4}" dt="2023-05-30T09:19:03.964" v="2276"/>
          <ac:spMkLst>
            <pc:docMk/>
            <pc:sldMk cId="1096338625" sldId="421"/>
            <ac:spMk id="4" creationId="{F83EBEC5-32B3-1EB9-F5E6-E1E843F05D4F}"/>
          </ac:spMkLst>
        </pc:spChg>
        <pc:spChg chg="mod">
          <ac:chgData name="Yeo Xiong Wei, Jonathan" userId="ac2b658e-7ce1-44bb-9f9f-bf4198ceaa29" providerId="ADAL" clId="{AC84DBB8-E297-4284-B0EA-B211AA5D69A4}" dt="2023-05-30T09:22:12.979" v="2357"/>
          <ac:spMkLst>
            <pc:docMk/>
            <pc:sldMk cId="1096338625" sldId="421"/>
            <ac:spMk id="83970" creationId="{00000000-0000-0000-0000-000000000000}"/>
          </ac:spMkLst>
        </pc:spChg>
        <pc:graphicFrameChg chg="add mod modGraphic">
          <ac:chgData name="Yeo Xiong Wei, Jonathan" userId="ac2b658e-7ce1-44bb-9f9f-bf4198ceaa29" providerId="ADAL" clId="{AC84DBB8-E297-4284-B0EA-B211AA5D69A4}" dt="2023-05-30T09:24:38.166" v="2398" actId="207"/>
          <ac:graphicFrameMkLst>
            <pc:docMk/>
            <pc:sldMk cId="1096338625" sldId="421"/>
            <ac:graphicFrameMk id="2" creationId="{7B563554-5B56-1528-322B-9A8CC057665E}"/>
          </ac:graphicFrameMkLst>
        </pc:graphicFrameChg>
        <pc:graphicFrameChg chg="add del mod modGraphic">
          <ac:chgData name="Yeo Xiong Wei, Jonathan" userId="ac2b658e-7ce1-44bb-9f9f-bf4198ceaa29" providerId="ADAL" clId="{AC84DBB8-E297-4284-B0EA-B211AA5D69A4}" dt="2023-05-30T09:21:58.761" v="2351" actId="478"/>
          <ac:graphicFrameMkLst>
            <pc:docMk/>
            <pc:sldMk cId="1096338625" sldId="421"/>
            <ac:graphicFrameMk id="5" creationId="{953600C2-158A-8FAD-1456-E42D915B34ED}"/>
          </ac:graphicFrameMkLst>
        </pc:graphicFrameChg>
        <pc:graphicFrameChg chg="add mod modGraphic">
          <ac:chgData name="Yeo Xiong Wei, Jonathan" userId="ac2b658e-7ce1-44bb-9f9f-bf4198ceaa29" providerId="ADAL" clId="{AC84DBB8-E297-4284-B0EA-B211AA5D69A4}" dt="2023-05-30T09:24:29.074" v="2397" actId="207"/>
          <ac:graphicFrameMkLst>
            <pc:docMk/>
            <pc:sldMk cId="1096338625" sldId="421"/>
            <ac:graphicFrameMk id="6" creationId="{4A4D8F41-5FBC-849D-F1B6-22728944BBA8}"/>
          </ac:graphicFrameMkLst>
        </pc:graphicFrameChg>
      </pc:sldChg>
      <pc:sldChg chg="modSp add mod modAnim">
        <pc:chgData name="Yeo Xiong Wei, Jonathan" userId="ac2b658e-7ce1-44bb-9f9f-bf4198ceaa29" providerId="ADAL" clId="{AC84DBB8-E297-4284-B0EA-B211AA5D69A4}" dt="2023-05-30T08:52:47.841" v="716" actId="6549"/>
        <pc:sldMkLst>
          <pc:docMk/>
          <pc:sldMk cId="903670562" sldId="422"/>
        </pc:sldMkLst>
        <pc:spChg chg="mod">
          <ac:chgData name="Yeo Xiong Wei, Jonathan" userId="ac2b658e-7ce1-44bb-9f9f-bf4198ceaa29" providerId="ADAL" clId="{AC84DBB8-E297-4284-B0EA-B211AA5D69A4}" dt="2023-05-30T08:52:47.841" v="716" actId="6549"/>
          <ac:spMkLst>
            <pc:docMk/>
            <pc:sldMk cId="903670562" sldId="422"/>
            <ac:spMk id="83970" creationId="{00000000-0000-0000-0000-000000000000}"/>
          </ac:spMkLst>
        </pc:spChg>
      </pc:sldChg>
      <pc:sldChg chg="modSp add mod ord">
        <pc:chgData name="Yeo Xiong Wei, Jonathan" userId="ac2b658e-7ce1-44bb-9f9f-bf4198ceaa29" providerId="ADAL" clId="{AC84DBB8-E297-4284-B0EA-B211AA5D69A4}" dt="2023-05-30T09:07:03.153" v="1489" actId="20577"/>
        <pc:sldMkLst>
          <pc:docMk/>
          <pc:sldMk cId="459468741" sldId="423"/>
        </pc:sldMkLst>
        <pc:spChg chg="mod">
          <ac:chgData name="Yeo Xiong Wei, Jonathan" userId="ac2b658e-7ce1-44bb-9f9f-bf4198ceaa29" providerId="ADAL" clId="{AC84DBB8-E297-4284-B0EA-B211AA5D69A4}" dt="2023-05-30T09:07:03.153" v="1489" actId="20577"/>
          <ac:spMkLst>
            <pc:docMk/>
            <pc:sldMk cId="459468741" sldId="423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CA970A96-6DFB-4B2A-8D11-AF7E6166DFE7}"/>
    <pc:docChg chg="modSld">
      <pc:chgData name="Yeo Xiong Wei, Jonathan" userId="ac2b658e-7ce1-44bb-9f9f-bf4198ceaa29" providerId="ADAL" clId="{CA970A96-6DFB-4B2A-8D11-AF7E6166DFE7}" dt="2022-07-26T07:54:41.674" v="50" actId="20577"/>
      <pc:docMkLst>
        <pc:docMk/>
      </pc:docMkLst>
      <pc:sldChg chg="modSp mod">
        <pc:chgData name="Yeo Xiong Wei, Jonathan" userId="ac2b658e-7ce1-44bb-9f9f-bf4198ceaa29" providerId="ADAL" clId="{CA970A96-6DFB-4B2A-8D11-AF7E6166DFE7}" dt="2022-07-26T07:54:41.674" v="50" actId="20577"/>
        <pc:sldMkLst>
          <pc:docMk/>
          <pc:sldMk cId="508996749" sldId="409"/>
        </pc:sldMkLst>
        <pc:spChg chg="mod">
          <ac:chgData name="Yeo Xiong Wei, Jonathan" userId="ac2b658e-7ce1-44bb-9f9f-bf4198ceaa29" providerId="ADAL" clId="{CA970A96-6DFB-4B2A-8D11-AF7E6166DFE7}" dt="2022-07-26T07:54:41.674" v="50" actId="20577"/>
          <ac:spMkLst>
            <pc:docMk/>
            <pc:sldMk cId="508996749" sldId="409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F695F4AE-BF46-4B54-8665-DBE91C2E6C2E}"/>
    <pc:docChg chg="custSel modSld">
      <pc:chgData name="Yeo Xiong Wei, Jonathan" userId="ac2b658e-7ce1-44bb-9f9f-bf4198ceaa29" providerId="ADAL" clId="{F695F4AE-BF46-4B54-8665-DBE91C2E6C2E}" dt="2022-09-16T01:31:15.654" v="141" actId="207"/>
      <pc:docMkLst>
        <pc:docMk/>
      </pc:docMkLst>
      <pc:sldChg chg="modNotesTx">
        <pc:chgData name="Yeo Xiong Wei, Jonathan" userId="ac2b658e-7ce1-44bb-9f9f-bf4198ceaa29" providerId="ADAL" clId="{F695F4AE-BF46-4B54-8665-DBE91C2E6C2E}" dt="2022-08-25T05:09:24.528" v="66" actId="6549"/>
        <pc:sldMkLst>
          <pc:docMk/>
          <pc:sldMk cId="2917529524" sldId="372"/>
        </pc:sldMkLst>
      </pc:sldChg>
      <pc:sldChg chg="modSp modAnim">
        <pc:chgData name="Yeo Xiong Wei, Jonathan" userId="ac2b658e-7ce1-44bb-9f9f-bf4198ceaa29" providerId="ADAL" clId="{F695F4AE-BF46-4B54-8665-DBE91C2E6C2E}" dt="2022-09-16T01:31:15.654" v="141" actId="207"/>
        <pc:sldMkLst>
          <pc:docMk/>
          <pc:sldMk cId="2578495819" sldId="380"/>
        </pc:sldMkLst>
        <pc:spChg chg="mod">
          <ac:chgData name="Yeo Xiong Wei, Jonathan" userId="ac2b658e-7ce1-44bb-9f9f-bf4198ceaa29" providerId="ADAL" clId="{F695F4AE-BF46-4B54-8665-DBE91C2E6C2E}" dt="2022-09-16T01:31:15.654" v="141" actId="207"/>
          <ac:spMkLst>
            <pc:docMk/>
            <pc:sldMk cId="2578495819" sldId="380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17E844C9-0C89-4048-B98F-046103216D0E}"/>
    <pc:docChg chg="undo redo custSel addSld delSld modSld sldOrd modMainMaster">
      <pc:chgData name="Yeo Xiong Wei, Jonathan" userId="ac2b658e-7ce1-44bb-9f9f-bf4198ceaa29" providerId="ADAL" clId="{17E844C9-0C89-4048-B98F-046103216D0E}" dt="2024-06-14T07:52:14.555" v="6120" actId="1076"/>
      <pc:docMkLst>
        <pc:docMk/>
      </pc:docMkLst>
      <pc:sldChg chg="addSp delSp modSp mod addAnim delAnim">
        <pc:chgData name="Yeo Xiong Wei, Jonathan" userId="ac2b658e-7ce1-44bb-9f9f-bf4198ceaa29" providerId="ADAL" clId="{17E844C9-0C89-4048-B98F-046103216D0E}" dt="2024-06-14T07:52:14.555" v="6120" actId="1076"/>
        <pc:sldMkLst>
          <pc:docMk/>
          <pc:sldMk cId="2241869390" sldId="256"/>
        </pc:sldMkLst>
        <pc:spChg chg="mod">
          <ac:chgData name="Yeo Xiong Wei, Jonathan" userId="ac2b658e-7ce1-44bb-9f9f-bf4198ceaa29" providerId="ADAL" clId="{17E844C9-0C89-4048-B98F-046103216D0E}" dt="2024-06-14T07:52:14.555" v="6120" actId="1076"/>
          <ac:spMkLst>
            <pc:docMk/>
            <pc:sldMk cId="2241869390" sldId="256"/>
            <ac:spMk id="2" creationId="{59A21922-9A70-4F34-BDE6-AA92E71837E0}"/>
          </ac:spMkLst>
        </pc:spChg>
        <pc:spChg chg="mod">
          <ac:chgData name="Yeo Xiong Wei, Jonathan" userId="ac2b658e-7ce1-44bb-9f9f-bf4198ceaa29" providerId="ADAL" clId="{17E844C9-0C89-4048-B98F-046103216D0E}" dt="2024-06-14T05:42:16.698" v="3" actId="26606"/>
          <ac:spMkLst>
            <pc:docMk/>
            <pc:sldMk cId="2241869390" sldId="256"/>
            <ac:spMk id="4" creationId="{4A014D51-B957-449E-922E-0DDDF1A0D3F1}"/>
          </ac:spMkLst>
        </pc:spChg>
        <pc:spChg chg="add del">
          <ac:chgData name="Yeo Xiong Wei, Jonathan" userId="ac2b658e-7ce1-44bb-9f9f-bf4198ceaa29" providerId="ADAL" clId="{17E844C9-0C89-4048-B98F-046103216D0E}" dt="2024-06-14T05:42:16.698" v="3" actId="26606"/>
          <ac:spMkLst>
            <pc:docMk/>
            <pc:sldMk cId="2241869390" sldId="256"/>
            <ac:spMk id="8" creationId="{686EAD33-C5DD-4FAE-B20B-2707A6A92C99}"/>
          </ac:spMkLst>
        </pc:spChg>
        <pc:spChg chg="add del">
          <ac:chgData name="Yeo Xiong Wei, Jonathan" userId="ac2b658e-7ce1-44bb-9f9f-bf4198ceaa29" providerId="ADAL" clId="{17E844C9-0C89-4048-B98F-046103216D0E}" dt="2024-06-14T05:42:16.698" v="3" actId="26606"/>
          <ac:spMkLst>
            <pc:docMk/>
            <pc:sldMk cId="2241869390" sldId="256"/>
            <ac:spMk id="10" creationId="{C2F7C8AC-27FC-4265-A113-E7CDA1AAD7D6}"/>
          </ac:spMkLst>
        </pc:spChg>
        <pc:spChg chg="add del">
          <ac:chgData name="Yeo Xiong Wei, Jonathan" userId="ac2b658e-7ce1-44bb-9f9f-bf4198ceaa29" providerId="ADAL" clId="{17E844C9-0C89-4048-B98F-046103216D0E}" dt="2024-06-14T05:42:16.693" v="2" actId="26606"/>
          <ac:spMkLst>
            <pc:docMk/>
            <pc:sldMk cId="2241869390" sldId="256"/>
            <ac:spMk id="28" creationId="{9B7AD9F6-8CE7-4299-8FC6-328F4DCD3FF9}"/>
          </ac:spMkLst>
        </pc:spChg>
        <pc:spChg chg="add del">
          <ac:chgData name="Yeo Xiong Wei, Jonathan" userId="ac2b658e-7ce1-44bb-9f9f-bf4198ceaa29" providerId="ADAL" clId="{17E844C9-0C89-4048-B98F-046103216D0E}" dt="2024-06-14T05:42:16.693" v="2" actId="26606"/>
          <ac:spMkLst>
            <pc:docMk/>
            <pc:sldMk cId="2241869390" sldId="256"/>
            <ac:spMk id="30" creationId="{F49775AF-8896-43EE-92C6-83497D6DC56F}"/>
          </ac:spMkLst>
        </pc:spChg>
        <pc:spChg chg="add">
          <ac:chgData name="Yeo Xiong Wei, Jonathan" userId="ac2b658e-7ce1-44bb-9f9f-bf4198ceaa29" providerId="ADAL" clId="{17E844C9-0C89-4048-B98F-046103216D0E}" dt="2024-06-14T05:42:16.698" v="3" actId="26606"/>
          <ac:spMkLst>
            <pc:docMk/>
            <pc:sldMk cId="2241869390" sldId="256"/>
            <ac:spMk id="32" creationId="{7D9D36D6-2AC5-46A1-A849-4C82D5264A3A}"/>
          </ac:spMkLst>
        </pc:spChg>
        <pc:grpChg chg="add del">
          <ac:chgData name="Yeo Xiong Wei, Jonathan" userId="ac2b658e-7ce1-44bb-9f9f-bf4198ceaa29" providerId="ADAL" clId="{17E844C9-0C89-4048-B98F-046103216D0E}" dt="2024-06-14T05:42:16.698" v="3" actId="26606"/>
          <ac:grpSpMkLst>
            <pc:docMk/>
            <pc:sldMk cId="2241869390" sldId="256"/>
            <ac:grpSpMk id="12" creationId="{A574C829-AF08-4CA3-A132-7BA0448975BB}"/>
          </ac:grpSpMkLst>
        </pc:grpChg>
        <pc:grpChg chg="add del">
          <ac:chgData name="Yeo Xiong Wei, Jonathan" userId="ac2b658e-7ce1-44bb-9f9f-bf4198ceaa29" providerId="ADAL" clId="{17E844C9-0C89-4048-B98F-046103216D0E}" dt="2024-06-14T05:42:16.698" v="3" actId="26606"/>
          <ac:grpSpMkLst>
            <pc:docMk/>
            <pc:sldMk cId="2241869390" sldId="256"/>
            <ac:grpSpMk id="18" creationId="{1D3FC9CC-6461-481B-BB4C-19D576432F73}"/>
          </ac:grpSpMkLst>
        </pc:grpChg>
        <pc:picChg chg="add del">
          <ac:chgData name="Yeo Xiong Wei, Jonathan" userId="ac2b658e-7ce1-44bb-9f9f-bf4198ceaa29" providerId="ADAL" clId="{17E844C9-0C89-4048-B98F-046103216D0E}" dt="2024-06-14T05:42:16.693" v="2" actId="26606"/>
          <ac:picMkLst>
            <pc:docMk/>
            <pc:sldMk cId="2241869390" sldId="256"/>
            <ac:picMk id="24" creationId="{E4404BE8-46D4-5CDE-21B5-04B8E571E3AD}"/>
          </ac:picMkLst>
        </pc:picChg>
        <pc:picChg chg="add">
          <ac:chgData name="Yeo Xiong Wei, Jonathan" userId="ac2b658e-7ce1-44bb-9f9f-bf4198ceaa29" providerId="ADAL" clId="{17E844C9-0C89-4048-B98F-046103216D0E}" dt="2024-06-14T05:42:16.698" v="3" actId="26606"/>
          <ac:picMkLst>
            <pc:docMk/>
            <pc:sldMk cId="2241869390" sldId="256"/>
            <ac:picMk id="33" creationId="{B52288E7-75C0-5218-BDA3-7D3240ADA4E9}"/>
          </ac:picMkLst>
        </pc:picChg>
      </pc:sldChg>
      <pc:sldChg chg="modSp mod">
        <pc:chgData name="Yeo Xiong Wei, Jonathan" userId="ac2b658e-7ce1-44bb-9f9f-bf4198ceaa29" providerId="ADAL" clId="{17E844C9-0C89-4048-B98F-046103216D0E}" dt="2024-06-14T05:44:35.519" v="31" actId="1076"/>
        <pc:sldMkLst>
          <pc:docMk/>
          <pc:sldMk cId="1057290077" sldId="351"/>
        </pc:sldMkLst>
        <pc:spChg chg="mod">
          <ac:chgData name="Yeo Xiong Wei, Jonathan" userId="ac2b658e-7ce1-44bb-9f9f-bf4198ceaa29" providerId="ADAL" clId="{17E844C9-0C89-4048-B98F-046103216D0E}" dt="2024-06-14T05:44:25.309" v="30" actId="1076"/>
          <ac:spMkLst>
            <pc:docMk/>
            <pc:sldMk cId="1057290077" sldId="351"/>
            <ac:spMk id="21" creationId="{752B5A0F-37B0-D4C7-675C-037B81843F82}"/>
          </ac:spMkLst>
        </pc:spChg>
        <pc:spChg chg="mod">
          <ac:chgData name="Yeo Xiong Wei, Jonathan" userId="ac2b658e-7ce1-44bb-9f9f-bf4198ceaa29" providerId="ADAL" clId="{17E844C9-0C89-4048-B98F-046103216D0E}" dt="2024-06-14T05:44:25.309" v="30" actId="1076"/>
          <ac:spMkLst>
            <pc:docMk/>
            <pc:sldMk cId="1057290077" sldId="351"/>
            <ac:spMk id="81020" creationId="{DA67F3BF-7AC8-0D11-9A75-974D4B635C2E}"/>
          </ac:spMkLst>
        </pc:spChg>
        <pc:spChg chg="mod">
          <ac:chgData name="Yeo Xiong Wei, Jonathan" userId="ac2b658e-7ce1-44bb-9f9f-bf4198ceaa29" providerId="ADAL" clId="{17E844C9-0C89-4048-B98F-046103216D0E}" dt="2024-06-14T05:44:35.519" v="31" actId="1076"/>
          <ac:spMkLst>
            <pc:docMk/>
            <pc:sldMk cId="1057290077" sldId="351"/>
            <ac:spMk id="81021" creationId="{22F05EFE-ECE4-7F2D-413E-41D38611EA3E}"/>
          </ac:spMkLst>
        </pc:spChg>
        <pc:grpChg chg="mod">
          <ac:chgData name="Yeo Xiong Wei, Jonathan" userId="ac2b658e-7ce1-44bb-9f9f-bf4198ceaa29" providerId="ADAL" clId="{17E844C9-0C89-4048-B98F-046103216D0E}" dt="2024-06-14T05:44:25.309" v="30" actId="1076"/>
          <ac:grpSpMkLst>
            <pc:docMk/>
            <pc:sldMk cId="1057290077" sldId="351"/>
            <ac:grpSpMk id="20" creationId="{4D24848D-C83C-799A-9746-0344A0DC917B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22" creationId="{49E3AAAD-0149-BF05-AA7A-0C4B1307B276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47" creationId="{685D0520-67FE-80B0-9350-5F1B54107F84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48" creationId="{0F3AEFC2-DA09-3FB3-DC4C-EB769284FA5D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51" creationId="{39F1BE4A-90C2-B16E-37A3-F1A55F505501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80906" creationId="{27B50813-2BBE-FD19-49D1-BF1436B26CBF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80907" creationId="{878113B7-F102-F0C8-E751-B34BD38FCF82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80925" creationId="{EBEFE6D9-FF04-5CE9-2199-AF89B489406D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80943" creationId="{2A5F36BF-7959-D2C4-33C4-8D4253B65116}"/>
          </ac:grpSpMkLst>
        </pc:grpChg>
        <pc:grpChg chg="mod">
          <ac:chgData name="Yeo Xiong Wei, Jonathan" userId="ac2b658e-7ce1-44bb-9f9f-bf4198ceaa29" providerId="ADAL" clId="{17E844C9-0C89-4048-B98F-046103216D0E}" dt="2024-06-14T05:44:35.519" v="31" actId="1076"/>
          <ac:grpSpMkLst>
            <pc:docMk/>
            <pc:sldMk cId="1057290077" sldId="351"/>
            <ac:grpSpMk id="80961" creationId="{ABB20626-0606-FEAF-633B-0FBE95DEFEE9}"/>
          </ac:grpSpMkLst>
        </pc:grpChg>
        <pc:grpChg chg="mod">
          <ac:chgData name="Yeo Xiong Wei, Jonathan" userId="ac2b658e-7ce1-44bb-9f9f-bf4198ceaa29" providerId="ADAL" clId="{17E844C9-0C89-4048-B98F-046103216D0E}" dt="2024-06-14T05:44:25.309" v="30" actId="1076"/>
          <ac:grpSpMkLst>
            <pc:docMk/>
            <pc:sldMk cId="1057290077" sldId="351"/>
            <ac:grpSpMk id="80995" creationId="{71540C9E-0B1D-F2CC-B48D-9EC1AC04E959}"/>
          </ac:grpSpMkLst>
        </pc:grpChg>
        <pc:grpChg chg="mod">
          <ac:chgData name="Yeo Xiong Wei, Jonathan" userId="ac2b658e-7ce1-44bb-9f9f-bf4198ceaa29" providerId="ADAL" clId="{17E844C9-0C89-4048-B98F-046103216D0E}" dt="2024-06-14T05:44:25.309" v="30" actId="1076"/>
          <ac:grpSpMkLst>
            <pc:docMk/>
            <pc:sldMk cId="1057290077" sldId="351"/>
            <ac:grpSpMk id="81011" creationId="{D95C82CF-E3C1-03B4-0C4E-065D640AB0BD}"/>
          </ac:grpSpMkLst>
        </pc:grpChg>
        <pc:grpChg chg="mod">
          <ac:chgData name="Yeo Xiong Wei, Jonathan" userId="ac2b658e-7ce1-44bb-9f9f-bf4198ceaa29" providerId="ADAL" clId="{17E844C9-0C89-4048-B98F-046103216D0E}" dt="2024-06-14T05:44:25.309" v="30" actId="1076"/>
          <ac:grpSpMkLst>
            <pc:docMk/>
            <pc:sldMk cId="1057290077" sldId="351"/>
            <ac:grpSpMk id="81014" creationId="{046082F2-7348-CB3F-C69E-D7AAADDF80F0}"/>
          </ac:grpSpMkLst>
        </pc:grpChg>
        <pc:grpChg chg="mod">
          <ac:chgData name="Yeo Xiong Wei, Jonathan" userId="ac2b658e-7ce1-44bb-9f9f-bf4198ceaa29" providerId="ADAL" clId="{17E844C9-0C89-4048-B98F-046103216D0E}" dt="2024-06-14T05:44:25.309" v="30" actId="1076"/>
          <ac:grpSpMkLst>
            <pc:docMk/>
            <pc:sldMk cId="1057290077" sldId="351"/>
            <ac:grpSpMk id="81017" creationId="{BAA2B203-1121-1DF0-C5BB-EAE1B0841ADA}"/>
          </ac:grpSpMkLst>
        </pc:grpChg>
        <pc:picChg chg="mod">
          <ac:chgData name="Yeo Xiong Wei, Jonathan" userId="ac2b658e-7ce1-44bb-9f9f-bf4198ceaa29" providerId="ADAL" clId="{17E844C9-0C89-4048-B98F-046103216D0E}" dt="2024-06-14T05:44:35.519" v="31" actId="1076"/>
          <ac:picMkLst>
            <pc:docMk/>
            <pc:sldMk cId="1057290077" sldId="351"/>
            <ac:picMk id="81023" creationId="{06C027B3-068C-F877-88CB-6903D7E0160F}"/>
          </ac:picMkLst>
        </pc:picChg>
      </pc:sldChg>
      <pc:sldChg chg="modSp mod">
        <pc:chgData name="Yeo Xiong Wei, Jonathan" userId="ac2b658e-7ce1-44bb-9f9f-bf4198ceaa29" providerId="ADAL" clId="{17E844C9-0C89-4048-B98F-046103216D0E}" dt="2024-06-14T05:50:05.916" v="115" actId="207"/>
        <pc:sldMkLst>
          <pc:docMk/>
          <pc:sldMk cId="2578495819" sldId="380"/>
        </pc:sldMkLst>
        <pc:spChg chg="mod">
          <ac:chgData name="Yeo Xiong Wei, Jonathan" userId="ac2b658e-7ce1-44bb-9f9f-bf4198ceaa29" providerId="ADAL" clId="{17E844C9-0C89-4048-B98F-046103216D0E}" dt="2024-06-14T05:50:05.916" v="115" actId="207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17E844C9-0C89-4048-B98F-046103216D0E}" dt="2024-06-14T05:49:33.489" v="113" actId="20577"/>
        <pc:sldMkLst>
          <pc:docMk/>
          <pc:sldMk cId="3203036488" sldId="384"/>
        </pc:sldMkLst>
        <pc:spChg chg="mod">
          <ac:chgData name="Yeo Xiong Wei, Jonathan" userId="ac2b658e-7ce1-44bb-9f9f-bf4198ceaa29" providerId="ADAL" clId="{17E844C9-0C89-4048-B98F-046103216D0E}" dt="2024-06-14T05:49:33.489" v="113" actId="20577"/>
          <ac:spMkLst>
            <pc:docMk/>
            <pc:sldMk cId="3203036488" sldId="384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17E844C9-0C89-4048-B98F-046103216D0E}" dt="2024-06-14T05:55:48.777" v="281" actId="20577"/>
        <pc:sldMkLst>
          <pc:docMk/>
          <pc:sldMk cId="231186096" sldId="387"/>
        </pc:sldMkLst>
        <pc:spChg chg="mod">
          <ac:chgData name="Yeo Xiong Wei, Jonathan" userId="ac2b658e-7ce1-44bb-9f9f-bf4198ceaa29" providerId="ADAL" clId="{17E844C9-0C89-4048-B98F-046103216D0E}" dt="2024-06-14T05:55:48.777" v="281" actId="20577"/>
          <ac:spMkLst>
            <pc:docMk/>
            <pc:sldMk cId="231186096" sldId="387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17E844C9-0C89-4048-B98F-046103216D0E}" dt="2024-06-14T07:20:24.200" v="4745" actId="20577"/>
        <pc:sldMkLst>
          <pc:docMk/>
          <pc:sldMk cId="2948976560" sldId="388"/>
        </pc:sldMkLst>
        <pc:spChg chg="mod">
          <ac:chgData name="Yeo Xiong Wei, Jonathan" userId="ac2b658e-7ce1-44bb-9f9f-bf4198ceaa29" providerId="ADAL" clId="{17E844C9-0C89-4048-B98F-046103216D0E}" dt="2024-06-14T07:20:24.200" v="4745" actId="20577"/>
          <ac:spMkLst>
            <pc:docMk/>
            <pc:sldMk cId="2948976560" sldId="388"/>
            <ac:spMk id="83970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17E844C9-0C89-4048-B98F-046103216D0E}" dt="2024-06-14T05:54:37.776" v="279" actId="208"/>
        <pc:sldMkLst>
          <pc:docMk/>
          <pc:sldMk cId="1783786213" sldId="389"/>
        </pc:sldMkLst>
        <pc:spChg chg="add mod">
          <ac:chgData name="Yeo Xiong Wei, Jonathan" userId="ac2b658e-7ce1-44bb-9f9f-bf4198ceaa29" providerId="ADAL" clId="{17E844C9-0C89-4048-B98F-046103216D0E}" dt="2024-06-14T05:54:32.805" v="278" actId="207"/>
          <ac:spMkLst>
            <pc:docMk/>
            <pc:sldMk cId="1783786213" sldId="389"/>
            <ac:spMk id="2" creationId="{209C8476-BCDD-0ED8-A684-C4DCC2E0AF3B}"/>
          </ac:spMkLst>
        </pc:spChg>
        <pc:spChg chg="mod">
          <ac:chgData name="Yeo Xiong Wei, Jonathan" userId="ac2b658e-7ce1-44bb-9f9f-bf4198ceaa29" providerId="ADAL" clId="{17E844C9-0C89-4048-B98F-046103216D0E}" dt="2024-06-14T05:53:05.042" v="251" actId="20577"/>
          <ac:spMkLst>
            <pc:docMk/>
            <pc:sldMk cId="1783786213" sldId="389"/>
            <ac:spMk id="83970" creationId="{00000000-0000-0000-0000-000000000000}"/>
          </ac:spMkLst>
        </pc:spChg>
        <pc:cxnChg chg="add mod">
          <ac:chgData name="Yeo Xiong Wei, Jonathan" userId="ac2b658e-7ce1-44bb-9f9f-bf4198ceaa29" providerId="ADAL" clId="{17E844C9-0C89-4048-B98F-046103216D0E}" dt="2024-06-14T05:54:37.776" v="279" actId="208"/>
          <ac:cxnSpMkLst>
            <pc:docMk/>
            <pc:sldMk cId="1783786213" sldId="389"/>
            <ac:cxnSpMk id="5" creationId="{103A00B8-9562-9508-182A-45116AAFD3A8}"/>
          </ac:cxnSpMkLst>
        </pc:cxnChg>
      </pc:sldChg>
      <pc:sldChg chg="del">
        <pc:chgData name="Yeo Xiong Wei, Jonathan" userId="ac2b658e-7ce1-44bb-9f9f-bf4198ceaa29" providerId="ADAL" clId="{17E844C9-0C89-4048-B98F-046103216D0E}" dt="2024-06-14T07:41:27.736" v="5550" actId="47"/>
        <pc:sldMkLst>
          <pc:docMk/>
          <pc:sldMk cId="4162676061" sldId="391"/>
        </pc:sldMkLst>
      </pc:sldChg>
      <pc:sldChg chg="add del">
        <pc:chgData name="Yeo Xiong Wei, Jonathan" userId="ac2b658e-7ce1-44bb-9f9f-bf4198ceaa29" providerId="ADAL" clId="{17E844C9-0C89-4048-B98F-046103216D0E}" dt="2024-06-14T07:16:38.136" v="4642" actId="47"/>
        <pc:sldMkLst>
          <pc:docMk/>
          <pc:sldMk cId="1655367780" sldId="392"/>
        </pc:sldMkLst>
      </pc:sldChg>
      <pc:sldChg chg="del">
        <pc:chgData name="Yeo Xiong Wei, Jonathan" userId="ac2b658e-7ce1-44bb-9f9f-bf4198ceaa29" providerId="ADAL" clId="{17E844C9-0C89-4048-B98F-046103216D0E}" dt="2024-06-14T07:07:30.370" v="3918" actId="2696"/>
        <pc:sldMkLst>
          <pc:docMk/>
          <pc:sldMk cId="3438775115" sldId="392"/>
        </pc:sldMkLst>
      </pc:sldChg>
      <pc:sldChg chg="del">
        <pc:chgData name="Yeo Xiong Wei, Jonathan" userId="ac2b658e-7ce1-44bb-9f9f-bf4198ceaa29" providerId="ADAL" clId="{17E844C9-0C89-4048-B98F-046103216D0E}" dt="2024-06-14T07:41:33.940" v="5552" actId="47"/>
        <pc:sldMkLst>
          <pc:docMk/>
          <pc:sldMk cId="1625042615" sldId="399"/>
        </pc:sldMkLst>
      </pc:sldChg>
      <pc:sldChg chg="modSp mod">
        <pc:chgData name="Yeo Xiong Wei, Jonathan" userId="ac2b658e-7ce1-44bb-9f9f-bf4198ceaa29" providerId="ADAL" clId="{17E844C9-0C89-4048-B98F-046103216D0E}" dt="2024-06-14T05:45:10.125" v="32" actId="1076"/>
        <pc:sldMkLst>
          <pc:docMk/>
          <pc:sldMk cId="4085472884" sldId="400"/>
        </pc:sldMkLst>
        <pc:spChg chg="mod">
          <ac:chgData name="Yeo Xiong Wei, Jonathan" userId="ac2b658e-7ce1-44bb-9f9f-bf4198ceaa29" providerId="ADAL" clId="{17E844C9-0C89-4048-B98F-046103216D0E}" dt="2024-06-14T05:45:10.125" v="32" actId="1076"/>
          <ac:spMkLst>
            <pc:docMk/>
            <pc:sldMk cId="4085472884" sldId="400"/>
            <ac:spMk id="38914" creationId="{00000000-0000-0000-0000-000000000000}"/>
          </ac:spMkLst>
        </pc:spChg>
      </pc:sldChg>
      <pc:sldChg chg="del">
        <pc:chgData name="Yeo Xiong Wei, Jonathan" userId="ac2b658e-7ce1-44bb-9f9f-bf4198ceaa29" providerId="ADAL" clId="{17E844C9-0C89-4048-B98F-046103216D0E}" dt="2024-06-14T07:41:29.814" v="5551" actId="47"/>
        <pc:sldMkLst>
          <pc:docMk/>
          <pc:sldMk cId="1955598191" sldId="406"/>
        </pc:sldMkLst>
      </pc:sldChg>
      <pc:sldChg chg="modSp mod">
        <pc:chgData name="Yeo Xiong Wei, Jonathan" userId="ac2b658e-7ce1-44bb-9f9f-bf4198ceaa29" providerId="ADAL" clId="{17E844C9-0C89-4048-B98F-046103216D0E}" dt="2024-06-14T05:59:36.156" v="300" actId="20577"/>
        <pc:sldMkLst>
          <pc:docMk/>
          <pc:sldMk cId="508996749" sldId="409"/>
        </pc:sldMkLst>
        <pc:spChg chg="mod">
          <ac:chgData name="Yeo Xiong Wei, Jonathan" userId="ac2b658e-7ce1-44bb-9f9f-bf4198ceaa29" providerId="ADAL" clId="{17E844C9-0C89-4048-B98F-046103216D0E}" dt="2024-06-14T05:59:36.156" v="300" actId="20577"/>
          <ac:spMkLst>
            <pc:docMk/>
            <pc:sldMk cId="508996749" sldId="409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17E844C9-0C89-4048-B98F-046103216D0E}" dt="2024-06-14T05:48:57.044" v="96" actId="113"/>
        <pc:sldMkLst>
          <pc:docMk/>
          <pc:sldMk cId="1954964448" sldId="411"/>
        </pc:sldMkLst>
        <pc:spChg chg="mod">
          <ac:chgData name="Yeo Xiong Wei, Jonathan" userId="ac2b658e-7ce1-44bb-9f9f-bf4198ceaa29" providerId="ADAL" clId="{17E844C9-0C89-4048-B98F-046103216D0E}" dt="2024-06-14T05:48:57.044" v="96" actId="113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17E844C9-0C89-4048-B98F-046103216D0E}" dt="2024-06-14T05:51:46.951" v="188" actId="20577"/>
        <pc:sldMkLst>
          <pc:docMk/>
          <pc:sldMk cId="3794818606" sldId="412"/>
        </pc:sldMkLst>
        <pc:spChg chg="mod">
          <ac:chgData name="Yeo Xiong Wei, Jonathan" userId="ac2b658e-7ce1-44bb-9f9f-bf4198ceaa29" providerId="ADAL" clId="{17E844C9-0C89-4048-B98F-046103216D0E}" dt="2024-06-14T05:51:46.951" v="188" actId="20577"/>
          <ac:spMkLst>
            <pc:docMk/>
            <pc:sldMk cId="3794818606" sldId="412"/>
            <ac:spMk id="83970" creationId="{00000000-0000-0000-0000-000000000000}"/>
          </ac:spMkLst>
        </pc:spChg>
      </pc:sldChg>
      <pc:sldChg chg="del">
        <pc:chgData name="Yeo Xiong Wei, Jonathan" userId="ac2b658e-7ce1-44bb-9f9f-bf4198ceaa29" providerId="ADAL" clId="{17E844C9-0C89-4048-B98F-046103216D0E}" dt="2024-06-14T07:17:25.353" v="4676" actId="47"/>
        <pc:sldMkLst>
          <pc:docMk/>
          <pc:sldMk cId="2847344997" sldId="416"/>
        </pc:sldMkLst>
      </pc:sldChg>
      <pc:sldChg chg="add">
        <pc:chgData name="Yeo Xiong Wei, Jonathan" userId="ac2b658e-7ce1-44bb-9f9f-bf4198ceaa29" providerId="ADAL" clId="{17E844C9-0C89-4048-B98F-046103216D0E}" dt="2024-06-14T07:16:51.304" v="4644"/>
        <pc:sldMkLst>
          <pc:docMk/>
          <pc:sldMk cId="260211895" sldId="417"/>
        </pc:sldMkLst>
      </pc:sldChg>
      <pc:sldChg chg="modSp add del modAnim">
        <pc:chgData name="Yeo Xiong Wei, Jonathan" userId="ac2b658e-7ce1-44bb-9f9f-bf4198ceaa29" providerId="ADAL" clId="{17E844C9-0C89-4048-B98F-046103216D0E}" dt="2024-06-14T07:16:45.671" v="4643" actId="2696"/>
        <pc:sldMkLst>
          <pc:docMk/>
          <pc:sldMk cId="1491702223" sldId="417"/>
        </pc:sldMkLst>
        <pc:spChg chg="mod">
          <ac:chgData name="Yeo Xiong Wei, Jonathan" userId="ac2b658e-7ce1-44bb-9f9f-bf4198ceaa29" providerId="ADAL" clId="{17E844C9-0C89-4048-B98F-046103216D0E}" dt="2024-06-14T07:07:54.576" v="3921" actId="6549"/>
          <ac:spMkLst>
            <pc:docMk/>
            <pc:sldMk cId="1491702223" sldId="417"/>
            <ac:spMk id="83970" creationId="{00000000-0000-0000-0000-000000000000}"/>
          </ac:spMkLst>
        </pc:spChg>
      </pc:sldChg>
      <pc:sldChg chg="modSp del">
        <pc:chgData name="Yeo Xiong Wei, Jonathan" userId="ac2b658e-7ce1-44bb-9f9f-bf4198ceaa29" providerId="ADAL" clId="{17E844C9-0C89-4048-B98F-046103216D0E}" dt="2024-06-14T07:07:30.370" v="3918" actId="2696"/>
        <pc:sldMkLst>
          <pc:docMk/>
          <pc:sldMk cId="3934989784" sldId="417"/>
        </pc:sldMkLst>
        <pc:spChg chg="mod">
          <ac:chgData name="Yeo Xiong Wei, Jonathan" userId="ac2b658e-7ce1-44bb-9f9f-bf4198ceaa29" providerId="ADAL" clId="{17E844C9-0C89-4048-B98F-046103216D0E}" dt="2024-06-14T07:06:11.659" v="3917" actId="20577"/>
          <ac:spMkLst>
            <pc:docMk/>
            <pc:sldMk cId="3934989784" sldId="417"/>
            <ac:spMk id="83970" creationId="{00000000-0000-0000-0000-000000000000}"/>
          </ac:spMkLst>
        </pc:spChg>
      </pc:sldChg>
      <pc:sldChg chg="addSp modSp del mod modAnim">
        <pc:chgData name="Yeo Xiong Wei, Jonathan" userId="ac2b658e-7ce1-44bb-9f9f-bf4198ceaa29" providerId="ADAL" clId="{17E844C9-0C89-4048-B98F-046103216D0E}" dt="2024-06-14T07:41:35.496" v="5553" actId="47"/>
        <pc:sldMkLst>
          <pc:docMk/>
          <pc:sldMk cId="4205774086" sldId="418"/>
        </pc:sldMkLst>
        <pc:spChg chg="add mod">
          <ac:chgData name="Yeo Xiong Wei, Jonathan" userId="ac2b658e-7ce1-44bb-9f9f-bf4198ceaa29" providerId="ADAL" clId="{17E844C9-0C89-4048-B98F-046103216D0E}" dt="2024-06-14T05:46:52.395" v="51" actId="1076"/>
          <ac:spMkLst>
            <pc:docMk/>
            <pc:sldMk cId="4205774086" sldId="418"/>
            <ac:spMk id="2" creationId="{F8057693-C49C-F66C-0DBB-21BB8024C9CE}"/>
          </ac:spMkLst>
        </pc:spChg>
      </pc:sldChg>
      <pc:sldChg chg="del">
        <pc:chgData name="Yeo Xiong Wei, Jonathan" userId="ac2b658e-7ce1-44bb-9f9f-bf4198ceaa29" providerId="ADAL" clId="{17E844C9-0C89-4048-B98F-046103216D0E}" dt="2024-06-14T07:41:45.076" v="5554" actId="47"/>
        <pc:sldMkLst>
          <pc:docMk/>
          <pc:sldMk cId="1304161423" sldId="419"/>
        </pc:sldMkLst>
      </pc:sldChg>
      <pc:sldChg chg="modSp mod ord modAnim">
        <pc:chgData name="Yeo Xiong Wei, Jonathan" userId="ac2b658e-7ce1-44bb-9f9f-bf4198ceaa29" providerId="ADAL" clId="{17E844C9-0C89-4048-B98F-046103216D0E}" dt="2024-06-14T07:18:05.263" v="4714"/>
        <pc:sldMkLst>
          <pc:docMk/>
          <pc:sldMk cId="1096338625" sldId="421"/>
        </pc:sldMkLst>
        <pc:spChg chg="mod">
          <ac:chgData name="Yeo Xiong Wei, Jonathan" userId="ac2b658e-7ce1-44bb-9f9f-bf4198ceaa29" providerId="ADAL" clId="{17E844C9-0C89-4048-B98F-046103216D0E}" dt="2024-06-14T05:57:41.005" v="282" actId="207"/>
          <ac:spMkLst>
            <pc:docMk/>
            <pc:sldMk cId="1096338625" sldId="421"/>
            <ac:spMk id="5" creationId="{A911F1C4-3875-FDB6-949A-A2773016A51D}"/>
          </ac:spMkLst>
        </pc:spChg>
        <pc:spChg chg="mod">
          <ac:chgData name="Yeo Xiong Wei, Jonathan" userId="ac2b658e-7ce1-44bb-9f9f-bf4198ceaa29" providerId="ADAL" clId="{17E844C9-0C89-4048-B98F-046103216D0E}" dt="2024-06-14T06:43:18.401" v="3039" actId="5793"/>
          <ac:spMkLst>
            <pc:docMk/>
            <pc:sldMk cId="1096338625" sldId="421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7:04:46.473" v="3911" actId="20577"/>
          <ac:spMkLst>
            <pc:docMk/>
            <pc:sldMk cId="1096338625" sldId="421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17E844C9-0C89-4048-B98F-046103216D0E}" dt="2024-06-14T06:04:48.647" v="793" actId="12"/>
        <pc:sldMkLst>
          <pc:docMk/>
          <pc:sldMk cId="903670562" sldId="422"/>
        </pc:sldMkLst>
        <pc:spChg chg="mod">
          <ac:chgData name="Yeo Xiong Wei, Jonathan" userId="ac2b658e-7ce1-44bb-9f9f-bf4198ceaa29" providerId="ADAL" clId="{17E844C9-0C89-4048-B98F-046103216D0E}" dt="2024-06-14T06:04:48.647" v="793" actId="12"/>
          <ac:spMkLst>
            <pc:docMk/>
            <pc:sldMk cId="903670562" sldId="422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17E844C9-0C89-4048-B98F-046103216D0E}" dt="2024-06-14T07:21:11.449" v="4760" actId="207"/>
        <pc:sldMkLst>
          <pc:docMk/>
          <pc:sldMk cId="459468741" sldId="423"/>
        </pc:sldMkLst>
        <pc:spChg chg="mod">
          <ac:chgData name="Yeo Xiong Wei, Jonathan" userId="ac2b658e-7ce1-44bb-9f9f-bf4198ceaa29" providerId="ADAL" clId="{17E844C9-0C89-4048-B98F-046103216D0E}" dt="2024-06-14T07:12:34.979" v="4128" actId="20577"/>
          <ac:spMkLst>
            <pc:docMk/>
            <pc:sldMk cId="459468741" sldId="423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7:21:11.449" v="4760" actId="207"/>
          <ac:spMkLst>
            <pc:docMk/>
            <pc:sldMk cId="459468741" sldId="423"/>
            <ac:spMk id="83970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17E844C9-0C89-4048-B98F-046103216D0E}" dt="2024-06-14T06:00:25.490" v="312" actId="47"/>
        <pc:sldMkLst>
          <pc:docMk/>
          <pc:sldMk cId="2323095589" sldId="428"/>
        </pc:sldMkLst>
        <pc:spChg chg="mod">
          <ac:chgData name="Yeo Xiong Wei, Jonathan" userId="ac2b658e-7ce1-44bb-9f9f-bf4198ceaa29" providerId="ADAL" clId="{17E844C9-0C89-4048-B98F-046103216D0E}" dt="2024-06-14T05:59:59.588" v="309" actId="20577"/>
          <ac:spMkLst>
            <pc:docMk/>
            <pc:sldMk cId="2323095589" sldId="428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6:00:10.413" v="311" actId="6549"/>
          <ac:spMkLst>
            <pc:docMk/>
            <pc:sldMk cId="2323095589" sldId="428"/>
            <ac:spMk id="83970" creationId="{00000000-0000-0000-0000-000000000000}"/>
          </ac:spMkLst>
        </pc:spChg>
      </pc:sldChg>
      <pc:sldChg chg="delSp modSp add mod modAnim">
        <pc:chgData name="Yeo Xiong Wei, Jonathan" userId="ac2b658e-7ce1-44bb-9f9f-bf4198ceaa29" providerId="ADAL" clId="{17E844C9-0C89-4048-B98F-046103216D0E}" dt="2024-06-14T06:06:46.603" v="952" actId="6549"/>
        <pc:sldMkLst>
          <pc:docMk/>
          <pc:sldMk cId="3597409343" sldId="428"/>
        </pc:sldMkLst>
        <pc:spChg chg="del">
          <ac:chgData name="Yeo Xiong Wei, Jonathan" userId="ac2b658e-7ce1-44bb-9f9f-bf4198ceaa29" providerId="ADAL" clId="{17E844C9-0C89-4048-B98F-046103216D0E}" dt="2024-06-14T06:05:11.463" v="795" actId="478"/>
          <ac:spMkLst>
            <pc:docMk/>
            <pc:sldMk cId="3597409343" sldId="428"/>
            <ac:spMk id="2" creationId="{1666CD46-AACD-8B06-B391-5BA716EC6F49}"/>
          </ac:spMkLst>
        </pc:spChg>
        <pc:spChg chg="mod">
          <ac:chgData name="Yeo Xiong Wei, Jonathan" userId="ac2b658e-7ce1-44bb-9f9f-bf4198ceaa29" providerId="ADAL" clId="{17E844C9-0C89-4048-B98F-046103216D0E}" dt="2024-06-14T06:06:46.603" v="952" actId="6549"/>
          <ac:spMkLst>
            <pc:docMk/>
            <pc:sldMk cId="3597409343" sldId="428"/>
            <ac:spMk id="83970" creationId="{00000000-0000-0000-0000-000000000000}"/>
          </ac:spMkLst>
        </pc:spChg>
        <pc:cxnChg chg="del">
          <ac:chgData name="Yeo Xiong Wei, Jonathan" userId="ac2b658e-7ce1-44bb-9f9f-bf4198ceaa29" providerId="ADAL" clId="{17E844C9-0C89-4048-B98F-046103216D0E}" dt="2024-06-14T06:05:12.654" v="796" actId="478"/>
          <ac:cxnSpMkLst>
            <pc:docMk/>
            <pc:sldMk cId="3597409343" sldId="428"/>
            <ac:cxnSpMk id="5" creationId="{F265E113-AA4F-33B9-E724-F5D416009DCA}"/>
          </ac:cxnSpMkLst>
        </pc:cxnChg>
      </pc:sldChg>
      <pc:sldChg chg="addSp modSp add mod modAnim">
        <pc:chgData name="Yeo Xiong Wei, Jonathan" userId="ac2b658e-7ce1-44bb-9f9f-bf4198ceaa29" providerId="ADAL" clId="{17E844C9-0C89-4048-B98F-046103216D0E}" dt="2024-06-14T06:56:35.825" v="3700" actId="20577"/>
        <pc:sldMkLst>
          <pc:docMk/>
          <pc:sldMk cId="2683551989" sldId="429"/>
        </pc:sldMkLst>
        <pc:spChg chg="add mod">
          <ac:chgData name="Yeo Xiong Wei, Jonathan" userId="ac2b658e-7ce1-44bb-9f9f-bf4198ceaa29" providerId="ADAL" clId="{17E844C9-0C89-4048-B98F-046103216D0E}" dt="2024-06-14T06:19:43.438" v="1758" actId="255"/>
          <ac:spMkLst>
            <pc:docMk/>
            <pc:sldMk cId="2683551989" sldId="429"/>
            <ac:spMk id="4" creationId="{294DB312-DFF5-76AB-8FF7-79CFF32914C7}"/>
          </ac:spMkLst>
        </pc:spChg>
        <pc:spChg chg="mod">
          <ac:chgData name="Yeo Xiong Wei, Jonathan" userId="ac2b658e-7ce1-44bb-9f9f-bf4198ceaa29" providerId="ADAL" clId="{17E844C9-0C89-4048-B98F-046103216D0E}" dt="2024-06-14T06:10:57.053" v="992" actId="6549"/>
          <ac:spMkLst>
            <pc:docMk/>
            <pc:sldMk cId="2683551989" sldId="429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6:18:19.610" v="1642" actId="14100"/>
          <ac:spMkLst>
            <pc:docMk/>
            <pc:sldMk cId="2683551989" sldId="429"/>
            <ac:spMk id="83970" creationId="{00000000-0000-0000-0000-000000000000}"/>
          </ac:spMkLst>
        </pc:spChg>
        <pc:graphicFrameChg chg="add mod modGraphic">
          <ac:chgData name="Yeo Xiong Wei, Jonathan" userId="ac2b658e-7ce1-44bb-9f9f-bf4198ceaa29" providerId="ADAL" clId="{17E844C9-0C89-4048-B98F-046103216D0E}" dt="2024-06-14T06:56:35.825" v="3700" actId="20577"/>
          <ac:graphicFrameMkLst>
            <pc:docMk/>
            <pc:sldMk cId="2683551989" sldId="429"/>
            <ac:graphicFrameMk id="2" creationId="{3F7F9147-E86C-6CDE-C09D-66F8C540E67B}"/>
          </ac:graphicFrameMkLst>
        </pc:graphicFrameChg>
      </pc:sldChg>
      <pc:sldChg chg="delSp modSp add mod">
        <pc:chgData name="Yeo Xiong Wei, Jonathan" userId="ac2b658e-7ce1-44bb-9f9f-bf4198ceaa29" providerId="ADAL" clId="{17E844C9-0C89-4048-B98F-046103216D0E}" dt="2024-06-14T07:01:32.115" v="3712" actId="20577"/>
        <pc:sldMkLst>
          <pc:docMk/>
          <pc:sldMk cId="675587881" sldId="430"/>
        </pc:sldMkLst>
        <pc:spChg chg="del">
          <ac:chgData name="Yeo Xiong Wei, Jonathan" userId="ac2b658e-7ce1-44bb-9f9f-bf4198ceaa29" providerId="ADAL" clId="{17E844C9-0C89-4048-B98F-046103216D0E}" dt="2024-06-14T06:23:54.577" v="2180" actId="478"/>
          <ac:spMkLst>
            <pc:docMk/>
            <pc:sldMk cId="675587881" sldId="430"/>
            <ac:spMk id="4" creationId="{294DB312-DFF5-76AB-8FF7-79CFF32914C7}"/>
          </ac:spMkLst>
        </pc:spChg>
        <pc:spChg chg="mod">
          <ac:chgData name="Yeo Xiong Wei, Jonathan" userId="ac2b658e-7ce1-44bb-9f9f-bf4198ceaa29" providerId="ADAL" clId="{17E844C9-0C89-4048-B98F-046103216D0E}" dt="2024-06-14T07:01:32.115" v="3712" actId="20577"/>
          <ac:spMkLst>
            <pc:docMk/>
            <pc:sldMk cId="675587881" sldId="430"/>
            <ac:spMk id="83970" creationId="{00000000-0000-0000-0000-000000000000}"/>
          </ac:spMkLst>
        </pc:spChg>
        <pc:graphicFrameChg chg="del">
          <ac:chgData name="Yeo Xiong Wei, Jonathan" userId="ac2b658e-7ce1-44bb-9f9f-bf4198ceaa29" providerId="ADAL" clId="{17E844C9-0C89-4048-B98F-046103216D0E}" dt="2024-06-14T06:20:59.738" v="1965" actId="478"/>
          <ac:graphicFrameMkLst>
            <pc:docMk/>
            <pc:sldMk cId="675587881" sldId="430"/>
            <ac:graphicFrameMk id="2" creationId="{3F7F9147-E86C-6CDE-C09D-66F8C540E67B}"/>
          </ac:graphicFrameMkLst>
        </pc:graphicFrameChg>
      </pc:sldChg>
      <pc:sldChg chg="modSp add mod">
        <pc:chgData name="Yeo Xiong Wei, Jonathan" userId="ac2b658e-7ce1-44bb-9f9f-bf4198ceaa29" providerId="ADAL" clId="{17E844C9-0C89-4048-B98F-046103216D0E}" dt="2024-06-14T07:22:51.683" v="4794" actId="403"/>
        <pc:sldMkLst>
          <pc:docMk/>
          <pc:sldMk cId="4231113859" sldId="431"/>
        </pc:sldMkLst>
        <pc:spChg chg="mod">
          <ac:chgData name="Yeo Xiong Wei, Jonathan" userId="ac2b658e-7ce1-44bb-9f9f-bf4198ceaa29" providerId="ADAL" clId="{17E844C9-0C89-4048-B98F-046103216D0E}" dt="2024-06-14T06:28:58.916" v="2415" actId="20577"/>
          <ac:spMkLst>
            <pc:docMk/>
            <pc:sldMk cId="4231113859" sldId="431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7:22:51.683" v="4794" actId="403"/>
          <ac:spMkLst>
            <pc:docMk/>
            <pc:sldMk cId="4231113859" sldId="431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20:43.934" v="4750" actId="20577"/>
        <pc:sldMkLst>
          <pc:docMk/>
          <pc:sldMk cId="591074748" sldId="432"/>
        </pc:sldMkLst>
        <pc:spChg chg="mod">
          <ac:chgData name="Yeo Xiong Wei, Jonathan" userId="ac2b658e-7ce1-44bb-9f9f-bf4198ceaa29" providerId="ADAL" clId="{17E844C9-0C89-4048-B98F-046103216D0E}" dt="2024-06-14T07:20:43.934" v="4750" actId="20577"/>
          <ac:spMkLst>
            <pc:docMk/>
            <pc:sldMk cId="591074748" sldId="432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22:40.255" v="4788" actId="6549"/>
        <pc:sldMkLst>
          <pc:docMk/>
          <pc:sldMk cId="3437230309" sldId="433"/>
        </pc:sldMkLst>
        <pc:spChg chg="mod">
          <ac:chgData name="Yeo Xiong Wei, Jonathan" userId="ac2b658e-7ce1-44bb-9f9f-bf4198ceaa29" providerId="ADAL" clId="{17E844C9-0C89-4048-B98F-046103216D0E}" dt="2024-06-14T06:45:07.035" v="3100" actId="20577"/>
          <ac:spMkLst>
            <pc:docMk/>
            <pc:sldMk cId="3437230309" sldId="433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7:22:40.255" v="4788" actId="6549"/>
          <ac:spMkLst>
            <pc:docMk/>
            <pc:sldMk cId="3437230309" sldId="433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21:35.001" v="4770" actId="6549"/>
        <pc:sldMkLst>
          <pc:docMk/>
          <pc:sldMk cId="2272138715" sldId="434"/>
        </pc:sldMkLst>
        <pc:spChg chg="mod">
          <ac:chgData name="Yeo Xiong Wei, Jonathan" userId="ac2b658e-7ce1-44bb-9f9f-bf4198ceaa29" providerId="ADAL" clId="{17E844C9-0C89-4048-B98F-046103216D0E}" dt="2024-06-14T07:21:35.001" v="4770" actId="6549"/>
          <ac:spMkLst>
            <pc:docMk/>
            <pc:sldMk cId="2272138715" sldId="434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17:45.663" v="4710" actId="20577"/>
        <pc:sldMkLst>
          <pc:docMk/>
          <pc:sldMk cId="3586649481" sldId="435"/>
        </pc:sldMkLst>
        <pc:spChg chg="mod">
          <ac:chgData name="Yeo Xiong Wei, Jonathan" userId="ac2b658e-7ce1-44bb-9f9f-bf4198ceaa29" providerId="ADAL" clId="{17E844C9-0C89-4048-B98F-046103216D0E}" dt="2024-06-14T07:17:45.663" v="4710" actId="20577"/>
          <ac:spMkLst>
            <pc:docMk/>
            <pc:sldMk cId="3586649481" sldId="435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17:52.546" v="4712"/>
        <pc:sldMkLst>
          <pc:docMk/>
          <pc:sldMk cId="532685810" sldId="436"/>
        </pc:sldMkLst>
        <pc:spChg chg="mod">
          <ac:chgData name="Yeo Xiong Wei, Jonathan" userId="ac2b658e-7ce1-44bb-9f9f-bf4198ceaa29" providerId="ADAL" clId="{17E844C9-0C89-4048-B98F-046103216D0E}" dt="2024-06-14T07:17:52.546" v="4712"/>
          <ac:spMkLst>
            <pc:docMk/>
            <pc:sldMk cId="532685810" sldId="436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19:06.893" v="4742" actId="20577"/>
        <pc:sldMkLst>
          <pc:docMk/>
          <pc:sldMk cId="642484081" sldId="437"/>
        </pc:sldMkLst>
        <pc:spChg chg="mod">
          <ac:chgData name="Yeo Xiong Wei, Jonathan" userId="ac2b658e-7ce1-44bb-9f9f-bf4198ceaa29" providerId="ADAL" clId="{17E844C9-0C89-4048-B98F-046103216D0E}" dt="2024-06-14T07:19:06.893" v="4742" actId="20577"/>
          <ac:spMkLst>
            <pc:docMk/>
            <pc:sldMk cId="642484081" sldId="437"/>
            <ac:spMk id="2" creationId="{E19ABC91-B477-4D87-98FF-6BD62F1458B7}"/>
          </ac:spMkLst>
        </pc:spChg>
      </pc:sldChg>
      <pc:sldChg chg="add del">
        <pc:chgData name="Yeo Xiong Wei, Jonathan" userId="ac2b658e-7ce1-44bb-9f9f-bf4198ceaa29" providerId="ADAL" clId="{17E844C9-0C89-4048-B98F-046103216D0E}" dt="2024-06-14T07:18:53.349" v="4716"/>
        <pc:sldMkLst>
          <pc:docMk/>
          <pc:sldMk cId="2187926216" sldId="437"/>
        </pc:sldMkLst>
      </pc:sldChg>
      <pc:sldChg chg="modSp add ord modAnim">
        <pc:chgData name="Yeo Xiong Wei, Jonathan" userId="ac2b658e-7ce1-44bb-9f9f-bf4198ceaa29" providerId="ADAL" clId="{17E844C9-0C89-4048-B98F-046103216D0E}" dt="2024-06-14T07:41:23.375" v="5549" actId="20577"/>
        <pc:sldMkLst>
          <pc:docMk/>
          <pc:sldMk cId="2477817620" sldId="438"/>
        </pc:sldMkLst>
        <pc:spChg chg="mod">
          <ac:chgData name="Yeo Xiong Wei, Jonathan" userId="ac2b658e-7ce1-44bb-9f9f-bf4198ceaa29" providerId="ADAL" clId="{17E844C9-0C89-4048-B98F-046103216D0E}" dt="2024-06-14T07:41:23.375" v="5549" actId="20577"/>
          <ac:spMkLst>
            <pc:docMk/>
            <pc:sldMk cId="2477817620" sldId="438"/>
            <ac:spMk id="3" creationId="{8E14C517-5A33-43F5-98FF-7DC83EA9EFE3}"/>
          </ac:spMkLst>
        </pc:spChg>
      </pc:sldChg>
      <pc:sldChg chg="modSp add mod">
        <pc:chgData name="Yeo Xiong Wei, Jonathan" userId="ac2b658e-7ce1-44bb-9f9f-bf4198ceaa29" providerId="ADAL" clId="{17E844C9-0C89-4048-B98F-046103216D0E}" dt="2024-06-14T07:50:05.759" v="6114" actId="20577"/>
        <pc:sldMkLst>
          <pc:docMk/>
          <pc:sldMk cId="3219461620" sldId="439"/>
        </pc:sldMkLst>
        <pc:spChg chg="mod">
          <ac:chgData name="Yeo Xiong Wei, Jonathan" userId="ac2b658e-7ce1-44bb-9f9f-bf4198ceaa29" providerId="ADAL" clId="{17E844C9-0C89-4048-B98F-046103216D0E}" dt="2024-06-14T07:43:36.989" v="5557" actId="20577"/>
          <ac:spMkLst>
            <pc:docMk/>
            <pc:sldMk cId="3219461620" sldId="439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17E844C9-0C89-4048-B98F-046103216D0E}" dt="2024-06-14T07:50:05.759" v="6114" actId="20577"/>
          <ac:spMkLst>
            <pc:docMk/>
            <pc:sldMk cId="3219461620" sldId="439"/>
            <ac:spMk id="38914" creationId="{00000000-0000-0000-0000-000000000000}"/>
          </ac:spMkLst>
        </pc:spChg>
      </pc:sldChg>
      <pc:sldMasterChg chg="addSp modSp mod modSldLayout">
        <pc:chgData name="Yeo Xiong Wei, Jonathan" userId="ac2b658e-7ce1-44bb-9f9f-bf4198ceaa29" providerId="ADAL" clId="{17E844C9-0C89-4048-B98F-046103216D0E}" dt="2024-06-14T05:43:35.677" v="29" actId="207"/>
        <pc:sldMasterMkLst>
          <pc:docMk/>
          <pc:sldMasterMk cId="2192786108" sldId="2147483648"/>
        </pc:sldMasterMkLst>
        <pc:spChg chg="mod">
          <ac:chgData name="Yeo Xiong Wei, Jonathan" userId="ac2b658e-7ce1-44bb-9f9f-bf4198ceaa29" providerId="ADAL" clId="{17E844C9-0C89-4048-B98F-046103216D0E}" dt="2024-06-14T05:43:35.677" v="29" actId="207"/>
          <ac:spMkLst>
            <pc:docMk/>
            <pc:sldMasterMk cId="2192786108" sldId="2147483648"/>
            <ac:spMk id="6" creationId="{A8CD3F21-1773-43A0-9935-E3FED6837135}"/>
          </ac:spMkLst>
        </pc:spChg>
        <pc:spChg chg="add mod ord">
          <ac:chgData name="Yeo Xiong Wei, Jonathan" userId="ac2b658e-7ce1-44bb-9f9f-bf4198ceaa29" providerId="ADAL" clId="{17E844C9-0C89-4048-B98F-046103216D0E}" dt="2024-06-14T05:43:12.390" v="25" actId="167"/>
          <ac:spMkLst>
            <pc:docMk/>
            <pc:sldMasterMk cId="2192786108" sldId="2147483648"/>
            <ac:spMk id="7" creationId="{7DAF7D08-892B-B600-0AD0-D172000E723E}"/>
          </ac:spMkLst>
        </pc:spChg>
        <pc:spChg chg="add mod ord">
          <ac:chgData name="Yeo Xiong Wei, Jonathan" userId="ac2b658e-7ce1-44bb-9f9f-bf4198ceaa29" providerId="ADAL" clId="{17E844C9-0C89-4048-B98F-046103216D0E}" dt="2024-06-14T05:43:12.390" v="25" actId="167"/>
          <ac:spMkLst>
            <pc:docMk/>
            <pc:sldMasterMk cId="2192786108" sldId="2147483648"/>
            <ac:spMk id="8" creationId="{D9027DA9-C98A-52F3-2C99-432715C69367}"/>
          </ac:spMkLst>
        </pc:spChg>
        <pc:sldLayoutChg chg="addSp modSp mod">
          <pc:chgData name="Yeo Xiong Wei, Jonathan" userId="ac2b658e-7ce1-44bb-9f9f-bf4198ceaa29" providerId="ADAL" clId="{17E844C9-0C89-4048-B98F-046103216D0E}" dt="2024-06-14T05:43:27.538" v="27" actId="207"/>
          <pc:sldLayoutMkLst>
            <pc:docMk/>
            <pc:sldMasterMk cId="2192786108" sldId="2147483648"/>
            <pc:sldLayoutMk cId="2865125790" sldId="2147483650"/>
          </pc:sldLayoutMkLst>
          <pc:spChg chg="add mod">
            <ac:chgData name="Yeo Xiong Wei, Jonathan" userId="ac2b658e-7ce1-44bb-9f9f-bf4198ceaa29" providerId="ADAL" clId="{17E844C9-0C89-4048-B98F-046103216D0E}" dt="2024-06-14T05:43:27.538" v="27" actId="207"/>
            <ac:spMkLst>
              <pc:docMk/>
              <pc:sldMasterMk cId="2192786108" sldId="2147483648"/>
              <pc:sldLayoutMk cId="2865125790" sldId="2147483650"/>
              <ac:spMk id="7" creationId="{30E9B8E3-64BB-279E-4EC9-46E6BC75B4FC}"/>
            </ac:spMkLst>
          </pc:spChg>
          <pc:spChg chg="add mod">
            <ac:chgData name="Yeo Xiong Wei, Jonathan" userId="ac2b658e-7ce1-44bb-9f9f-bf4198ceaa29" providerId="ADAL" clId="{17E844C9-0C89-4048-B98F-046103216D0E}" dt="2024-06-14T05:43:27.538" v="27" actId="207"/>
            <ac:spMkLst>
              <pc:docMk/>
              <pc:sldMasterMk cId="2192786108" sldId="2147483648"/>
              <pc:sldLayoutMk cId="2865125790" sldId="2147483650"/>
              <ac:spMk id="8" creationId="{A4C6BC3B-6034-7AE1-F401-2F7BF2233688}"/>
            </ac:spMkLst>
          </pc:spChg>
        </pc:sldLayoutChg>
      </pc:sldMasterChg>
    </pc:docChg>
  </pc:docChgLst>
  <pc:docChgLst>
    <pc:chgData name="Yeo Xiong Wei, Jonathan" userId="ac2b658e-7ce1-44bb-9f9f-bf4198ceaa29" providerId="ADAL" clId="{0930DBAC-AC8E-4B24-9FFA-ACDEF1459218}"/>
    <pc:docChg chg="undo custSel addSld modSld sldOrd">
      <pc:chgData name="Yeo Xiong Wei, Jonathan" userId="ac2b658e-7ce1-44bb-9f9f-bf4198ceaa29" providerId="ADAL" clId="{0930DBAC-AC8E-4B24-9FFA-ACDEF1459218}" dt="2022-09-18T10:22:02.519" v="5350" actId="207"/>
      <pc:docMkLst>
        <pc:docMk/>
      </pc:docMkLst>
      <pc:sldChg chg="modAnim">
        <pc:chgData name="Yeo Xiong Wei, Jonathan" userId="ac2b658e-7ce1-44bb-9f9f-bf4198ceaa29" providerId="ADAL" clId="{0930DBAC-AC8E-4B24-9FFA-ACDEF1459218}" dt="2022-09-01T03:02:10.445" v="2"/>
        <pc:sldMkLst>
          <pc:docMk/>
          <pc:sldMk cId="1057290077" sldId="351"/>
        </pc:sldMkLst>
      </pc:sldChg>
      <pc:sldChg chg="modSp mod modAnim modNotesTx">
        <pc:chgData name="Yeo Xiong Wei, Jonathan" userId="ac2b658e-7ce1-44bb-9f9f-bf4198ceaa29" providerId="ADAL" clId="{0930DBAC-AC8E-4B24-9FFA-ACDEF1459218}" dt="2022-09-04T03:22:05.691" v="4445" actId="20577"/>
        <pc:sldMkLst>
          <pc:docMk/>
          <pc:sldMk cId="4248617749" sldId="354"/>
        </pc:sldMkLst>
        <pc:spChg chg="mod">
          <ac:chgData name="Yeo Xiong Wei, Jonathan" userId="ac2b658e-7ce1-44bb-9f9f-bf4198ceaa29" providerId="ADAL" clId="{0930DBAC-AC8E-4B24-9FFA-ACDEF1459218}" dt="2022-09-04T03:21:54.291" v="4378" actId="20577"/>
          <ac:spMkLst>
            <pc:docMk/>
            <pc:sldMk cId="4248617749" sldId="354"/>
            <ac:spMk id="83970" creationId="{00000000-0000-0000-0000-000000000000}"/>
          </ac:spMkLst>
        </pc:spChg>
      </pc:sldChg>
      <pc:sldChg chg="modAnim">
        <pc:chgData name="Yeo Xiong Wei, Jonathan" userId="ac2b658e-7ce1-44bb-9f9f-bf4198ceaa29" providerId="ADAL" clId="{0930DBAC-AC8E-4B24-9FFA-ACDEF1459218}" dt="2022-09-01T03:01:49.841" v="0"/>
        <pc:sldMkLst>
          <pc:docMk/>
          <pc:sldMk cId="2917529524" sldId="372"/>
        </pc:sldMkLst>
      </pc:sldChg>
      <pc:sldChg chg="addSp modSp modAnim">
        <pc:chgData name="Yeo Xiong Wei, Jonathan" userId="ac2b658e-7ce1-44bb-9f9f-bf4198ceaa29" providerId="ADAL" clId="{0930DBAC-AC8E-4B24-9FFA-ACDEF1459218}" dt="2022-09-05T03:38:34.655" v="5047" actId="207"/>
        <pc:sldMkLst>
          <pc:docMk/>
          <pc:sldMk cId="2578495819" sldId="380"/>
        </pc:sldMkLst>
        <pc:spChg chg="mod">
          <ac:chgData name="Yeo Xiong Wei, Jonathan" userId="ac2b658e-7ce1-44bb-9f9f-bf4198ceaa29" providerId="ADAL" clId="{0930DBAC-AC8E-4B24-9FFA-ACDEF1459218}" dt="2022-09-05T03:38:34.655" v="5047" actId="207"/>
          <ac:spMkLst>
            <pc:docMk/>
            <pc:sldMk cId="2578495819" sldId="380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2578495819" sldId="380"/>
            <ac:inkMk id="2" creationId="{C2D068A2-CD69-9060-CF3F-C77B658A850C}"/>
          </ac:inkMkLst>
        </pc:inkChg>
      </pc:sldChg>
      <pc:sldChg chg="addSp delSp modSp mod modAnim">
        <pc:chgData name="Yeo Xiong Wei, Jonathan" userId="ac2b658e-7ce1-44bb-9f9f-bf4198ceaa29" providerId="ADAL" clId="{0930DBAC-AC8E-4B24-9FFA-ACDEF1459218}" dt="2022-09-05T03:38:47.728" v="5048" actId="478"/>
        <pc:sldMkLst>
          <pc:docMk/>
          <pc:sldMk cId="1605036827" sldId="381"/>
        </pc:sldMkLst>
        <pc:spChg chg="mod">
          <ac:chgData name="Yeo Xiong Wei, Jonathan" userId="ac2b658e-7ce1-44bb-9f9f-bf4198ceaa29" providerId="ADAL" clId="{0930DBAC-AC8E-4B24-9FFA-ACDEF1459218}" dt="2022-09-01T03:47:03.752" v="2008" actId="5793"/>
          <ac:spMkLst>
            <pc:docMk/>
            <pc:sldMk cId="1605036827" sldId="381"/>
            <ac:spMk id="83970" creationId="{00000000-0000-0000-0000-000000000000}"/>
          </ac:spMkLst>
        </pc:spChg>
        <pc:inkChg chg="add del">
          <ac:chgData name="Yeo Xiong Wei, Jonathan" userId="ac2b658e-7ce1-44bb-9f9f-bf4198ceaa29" providerId="ADAL" clId="{0930DBAC-AC8E-4B24-9FFA-ACDEF1459218}" dt="2022-09-05T03:38:47.728" v="5048" actId="478"/>
          <ac:inkMkLst>
            <pc:docMk/>
            <pc:sldMk cId="1605036827" sldId="381"/>
            <ac:inkMk id="2" creationId="{B5CA0F3D-7789-3DEC-95BD-A98E10CB8833}"/>
          </ac:inkMkLst>
        </pc:inkChg>
      </pc:sldChg>
      <pc:sldChg chg="modSp mod modAnim modNotesTx">
        <pc:chgData name="Yeo Xiong Wei, Jonathan" userId="ac2b658e-7ce1-44bb-9f9f-bf4198ceaa29" providerId="ADAL" clId="{0930DBAC-AC8E-4B24-9FFA-ACDEF1459218}" dt="2022-09-04T03:23:54.901" v="4627" actId="6549"/>
        <pc:sldMkLst>
          <pc:docMk/>
          <pc:sldMk cId="412208863" sldId="383"/>
        </pc:sldMkLst>
        <pc:spChg chg="mod">
          <ac:chgData name="Yeo Xiong Wei, Jonathan" userId="ac2b658e-7ce1-44bb-9f9f-bf4198ceaa29" providerId="ADAL" clId="{0930DBAC-AC8E-4B24-9FFA-ACDEF1459218}" dt="2022-09-04T03:22:33.133" v="4448" actId="207"/>
          <ac:spMkLst>
            <pc:docMk/>
            <pc:sldMk cId="412208863" sldId="383"/>
            <ac:spMk id="83970" creationId="{00000000-0000-0000-0000-000000000000}"/>
          </ac:spMkLst>
        </pc:spChg>
      </pc:sldChg>
      <pc:sldChg chg="addSp delSp modSp mod modAnim">
        <pc:chgData name="Yeo Xiong Wei, Jonathan" userId="ac2b658e-7ce1-44bb-9f9f-bf4198ceaa29" providerId="ADAL" clId="{0930DBAC-AC8E-4B24-9FFA-ACDEF1459218}" dt="2022-09-05T03:38:58.388" v="5050" actId="20577"/>
        <pc:sldMkLst>
          <pc:docMk/>
          <pc:sldMk cId="3203036488" sldId="384"/>
        </pc:sldMkLst>
        <pc:spChg chg="mod">
          <ac:chgData name="Yeo Xiong Wei, Jonathan" userId="ac2b658e-7ce1-44bb-9f9f-bf4198ceaa29" providerId="ADAL" clId="{0930DBAC-AC8E-4B24-9FFA-ACDEF1459218}" dt="2022-09-05T03:38:58.388" v="5050" actId="20577"/>
          <ac:spMkLst>
            <pc:docMk/>
            <pc:sldMk cId="3203036488" sldId="384"/>
            <ac:spMk id="83970" creationId="{00000000-0000-0000-0000-000000000000}"/>
          </ac:spMkLst>
        </pc:spChg>
        <pc:inkChg chg="add del">
          <ac:chgData name="Yeo Xiong Wei, Jonathan" userId="ac2b658e-7ce1-44bb-9f9f-bf4198ceaa29" providerId="ADAL" clId="{0930DBAC-AC8E-4B24-9FFA-ACDEF1459218}" dt="2022-09-05T03:38:55.285" v="5049" actId="478"/>
          <ac:inkMkLst>
            <pc:docMk/>
            <pc:sldMk cId="3203036488" sldId="384"/>
            <ac:inkMk id="2" creationId="{A92FA740-14CC-04EE-C7DD-069E09738835}"/>
          </ac:inkMkLst>
        </pc:inkChg>
      </pc:sldChg>
      <pc:sldChg chg="addSp modSp mod modAnim modNotesTx">
        <pc:chgData name="Yeo Xiong Wei, Jonathan" userId="ac2b658e-7ce1-44bb-9f9f-bf4198ceaa29" providerId="ADAL" clId="{0930DBAC-AC8E-4B24-9FFA-ACDEF1459218}" dt="2022-09-05T10:14:32.136" v="5231" actId="20577"/>
        <pc:sldMkLst>
          <pc:docMk/>
          <pc:sldMk cId="1234614077" sldId="385"/>
        </pc:sldMkLst>
        <pc:spChg chg="mod">
          <ac:chgData name="Yeo Xiong Wei, Jonathan" userId="ac2b658e-7ce1-44bb-9f9f-bf4198ceaa29" providerId="ADAL" clId="{0930DBAC-AC8E-4B24-9FFA-ACDEF1459218}" dt="2022-09-04T03:36:56.348" v="4693" actId="20577"/>
          <ac:spMkLst>
            <pc:docMk/>
            <pc:sldMk cId="1234614077" sldId="385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0930DBAC-AC8E-4B24-9FFA-ACDEF1459218}" dt="2022-09-04T03:38:34.848" v="4708" actId="114"/>
          <ac:spMkLst>
            <pc:docMk/>
            <pc:sldMk cId="1234614077" sldId="385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1234614077" sldId="385"/>
            <ac:inkMk id="2" creationId="{11F43BBC-C94A-3E5A-2B55-65C770E6FE33}"/>
          </ac:inkMkLst>
        </pc:inkChg>
      </pc:sldChg>
      <pc:sldChg chg="addSp delSp modSp mod modAnim">
        <pc:chgData name="Yeo Xiong Wei, Jonathan" userId="ac2b658e-7ce1-44bb-9f9f-bf4198ceaa29" providerId="ADAL" clId="{0930DBAC-AC8E-4B24-9FFA-ACDEF1459218}" dt="2022-09-05T10:13:34.949" v="5132" actId="207"/>
        <pc:sldMkLst>
          <pc:docMk/>
          <pc:sldMk cId="3025782446" sldId="386"/>
        </pc:sldMkLst>
        <pc:spChg chg="mod">
          <ac:chgData name="Yeo Xiong Wei, Jonathan" userId="ac2b658e-7ce1-44bb-9f9f-bf4198ceaa29" providerId="ADAL" clId="{0930DBAC-AC8E-4B24-9FFA-ACDEF1459218}" dt="2022-09-05T10:13:34.949" v="5132" actId="207"/>
          <ac:spMkLst>
            <pc:docMk/>
            <pc:sldMk cId="3025782446" sldId="386"/>
            <ac:spMk id="83970" creationId="{00000000-0000-0000-0000-000000000000}"/>
          </ac:spMkLst>
        </pc:spChg>
        <pc:inkChg chg="add del">
          <ac:chgData name="Yeo Xiong Wei, Jonathan" userId="ac2b658e-7ce1-44bb-9f9f-bf4198ceaa29" providerId="ADAL" clId="{0930DBAC-AC8E-4B24-9FFA-ACDEF1459218}" dt="2022-09-05T03:39:14.202" v="5051" actId="478"/>
          <ac:inkMkLst>
            <pc:docMk/>
            <pc:sldMk cId="3025782446" sldId="386"/>
            <ac:inkMk id="2" creationId="{F287D7E8-CD01-7BF7-491B-43E75028817D}"/>
          </ac:inkMkLst>
        </pc:inkChg>
      </pc:sldChg>
      <pc:sldChg chg="addSp modSp mod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231186096" sldId="387"/>
        </pc:sldMkLst>
        <pc:spChg chg="mod">
          <ac:chgData name="Yeo Xiong Wei, Jonathan" userId="ac2b658e-7ce1-44bb-9f9f-bf4198ceaa29" providerId="ADAL" clId="{0930DBAC-AC8E-4B24-9FFA-ACDEF1459218}" dt="2022-09-04T03:37:02.269" v="4695"/>
          <ac:spMkLst>
            <pc:docMk/>
            <pc:sldMk cId="231186096" sldId="387"/>
            <ac:spMk id="83969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231186096" sldId="387"/>
            <ac:inkMk id="2" creationId="{00E1B630-39BA-2620-288F-C6C1949C6469}"/>
          </ac:inkMkLst>
        </pc:inkChg>
      </pc:sldChg>
      <pc:sldChg chg="modSp mod">
        <pc:chgData name="Yeo Xiong Wei, Jonathan" userId="ac2b658e-7ce1-44bb-9f9f-bf4198ceaa29" providerId="ADAL" clId="{0930DBAC-AC8E-4B24-9FFA-ACDEF1459218}" dt="2022-09-09T01:13:04.661" v="5333" actId="207"/>
        <pc:sldMkLst>
          <pc:docMk/>
          <pc:sldMk cId="2948976560" sldId="388"/>
        </pc:sldMkLst>
        <pc:spChg chg="mod">
          <ac:chgData name="Yeo Xiong Wei, Jonathan" userId="ac2b658e-7ce1-44bb-9f9f-bf4198ceaa29" providerId="ADAL" clId="{0930DBAC-AC8E-4B24-9FFA-ACDEF1459218}" dt="2022-09-09T01:13:04.661" v="5333" actId="207"/>
          <ac:spMkLst>
            <pc:docMk/>
            <pc:sldMk cId="2948976560" sldId="388"/>
            <ac:spMk id="83970" creationId="{00000000-0000-0000-0000-000000000000}"/>
          </ac:spMkLst>
        </pc:spChg>
      </pc:sldChg>
      <pc:sldChg chg="addSp modSp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1783786213" sldId="389"/>
        </pc:sldMkLst>
        <pc:spChg chg="mod">
          <ac:chgData name="Yeo Xiong Wei, Jonathan" userId="ac2b658e-7ce1-44bb-9f9f-bf4198ceaa29" providerId="ADAL" clId="{0930DBAC-AC8E-4B24-9FFA-ACDEF1459218}" dt="2022-09-01T03:51:43.057" v="2032" actId="207"/>
          <ac:spMkLst>
            <pc:docMk/>
            <pc:sldMk cId="1783786213" sldId="389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1783786213" sldId="389"/>
            <ac:inkMk id="2" creationId="{FD1E1398-3924-2F12-8EC4-A02EB783E374}"/>
          </ac:inkMkLst>
        </pc:inkChg>
      </pc:sldChg>
      <pc:sldChg chg="addSp delSp modSp mod modAnim">
        <pc:chgData name="Yeo Xiong Wei, Jonathan" userId="ac2b658e-7ce1-44bb-9f9f-bf4198ceaa29" providerId="ADAL" clId="{0930DBAC-AC8E-4B24-9FFA-ACDEF1459218}" dt="2022-09-05T03:40:52.910" v="5069" actId="20577"/>
        <pc:sldMkLst>
          <pc:docMk/>
          <pc:sldMk cId="2269779778" sldId="390"/>
        </pc:sldMkLst>
        <pc:spChg chg="mod">
          <ac:chgData name="Yeo Xiong Wei, Jonathan" userId="ac2b658e-7ce1-44bb-9f9f-bf4198ceaa29" providerId="ADAL" clId="{0930DBAC-AC8E-4B24-9FFA-ACDEF1459218}" dt="2022-09-01T03:53:03.161" v="2062" actId="20577"/>
          <ac:spMkLst>
            <pc:docMk/>
            <pc:sldMk cId="2269779778" sldId="390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0930DBAC-AC8E-4B24-9FFA-ACDEF1459218}" dt="2022-09-05T03:40:52.910" v="5069" actId="20577"/>
          <ac:spMkLst>
            <pc:docMk/>
            <pc:sldMk cId="2269779778" sldId="390"/>
            <ac:spMk id="83970" creationId="{00000000-0000-0000-0000-000000000000}"/>
          </ac:spMkLst>
        </pc:spChg>
        <pc:inkChg chg="add del">
          <ac:chgData name="Yeo Xiong Wei, Jonathan" userId="ac2b658e-7ce1-44bb-9f9f-bf4198ceaa29" providerId="ADAL" clId="{0930DBAC-AC8E-4B24-9FFA-ACDEF1459218}" dt="2022-09-05T03:40:04.997" v="5062" actId="478"/>
          <ac:inkMkLst>
            <pc:docMk/>
            <pc:sldMk cId="2269779778" sldId="390"/>
            <ac:inkMk id="2" creationId="{6B8331B0-D6C5-D595-8902-C5467044CEF6}"/>
          </ac:inkMkLst>
        </pc:inkChg>
      </pc:sldChg>
      <pc:sldChg chg="modSp mod modAnim">
        <pc:chgData name="Yeo Xiong Wei, Jonathan" userId="ac2b658e-7ce1-44bb-9f9f-bf4198ceaa29" providerId="ADAL" clId="{0930DBAC-AC8E-4B24-9FFA-ACDEF1459218}" dt="2022-09-05T03:43:53.188" v="5076" actId="20577"/>
        <pc:sldMkLst>
          <pc:docMk/>
          <pc:sldMk cId="3438775115" sldId="392"/>
        </pc:sldMkLst>
        <pc:spChg chg="mod">
          <ac:chgData name="Yeo Xiong Wei, Jonathan" userId="ac2b658e-7ce1-44bb-9f9f-bf4198ceaa29" providerId="ADAL" clId="{0930DBAC-AC8E-4B24-9FFA-ACDEF1459218}" dt="2022-09-05T03:43:53.188" v="5076" actId="20577"/>
          <ac:spMkLst>
            <pc:docMk/>
            <pc:sldMk cId="3438775115" sldId="392"/>
            <ac:spMk id="83970" creationId="{00000000-0000-0000-0000-000000000000}"/>
          </ac:spMkLst>
        </pc:spChg>
      </pc:sldChg>
      <pc:sldChg chg="addSp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3295338883" sldId="394"/>
        </pc:sldMkLst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3295338883" sldId="394"/>
            <ac:inkMk id="2" creationId="{882458B9-236D-1354-5D10-29948679B8EE}"/>
          </ac:inkMkLst>
        </pc:inkChg>
      </pc:sldChg>
      <pc:sldChg chg="modAnim">
        <pc:chgData name="Yeo Xiong Wei, Jonathan" userId="ac2b658e-7ce1-44bb-9f9f-bf4198ceaa29" providerId="ADAL" clId="{0930DBAC-AC8E-4B24-9FFA-ACDEF1459218}" dt="2022-09-01T04:07:34.160" v="2973"/>
        <pc:sldMkLst>
          <pc:docMk/>
          <pc:sldMk cId="1474304775" sldId="395"/>
        </pc:sldMkLst>
      </pc:sldChg>
      <pc:sldChg chg="modSp mod modAnim">
        <pc:chgData name="Yeo Xiong Wei, Jonathan" userId="ac2b658e-7ce1-44bb-9f9f-bf4198ceaa29" providerId="ADAL" clId="{0930DBAC-AC8E-4B24-9FFA-ACDEF1459218}" dt="2022-09-04T04:02:19.679" v="4992" actId="6549"/>
        <pc:sldMkLst>
          <pc:docMk/>
          <pc:sldMk cId="3293713834" sldId="396"/>
        </pc:sldMkLst>
        <pc:spChg chg="mod">
          <ac:chgData name="Yeo Xiong Wei, Jonathan" userId="ac2b658e-7ce1-44bb-9f9f-bf4198ceaa29" providerId="ADAL" clId="{0930DBAC-AC8E-4B24-9FFA-ACDEF1459218}" dt="2022-09-04T04:02:19.679" v="4992" actId="6549"/>
          <ac:spMkLst>
            <pc:docMk/>
            <pc:sldMk cId="3293713834" sldId="396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0930DBAC-AC8E-4B24-9FFA-ACDEF1459218}" dt="2022-09-04T04:02:14.676" v="4991" actId="207"/>
          <ac:spMkLst>
            <pc:docMk/>
            <pc:sldMk cId="3293713834" sldId="396"/>
            <ac:spMk id="83970" creationId="{00000000-0000-0000-0000-000000000000}"/>
          </ac:spMkLst>
        </pc:spChg>
      </pc:sldChg>
      <pc:sldChg chg="addSp modSp">
        <pc:chgData name="Yeo Xiong Wei, Jonathan" userId="ac2b658e-7ce1-44bb-9f9f-bf4198ceaa29" providerId="ADAL" clId="{0930DBAC-AC8E-4B24-9FFA-ACDEF1459218}" dt="2022-09-05T03:15:21.355" v="4994"/>
        <pc:sldMkLst>
          <pc:docMk/>
          <pc:sldMk cId="3908222891" sldId="397"/>
        </pc:sldMkLst>
        <pc:spChg chg="mod">
          <ac:chgData name="Yeo Xiong Wei, Jonathan" userId="ac2b658e-7ce1-44bb-9f9f-bf4198ceaa29" providerId="ADAL" clId="{0930DBAC-AC8E-4B24-9FFA-ACDEF1459218}" dt="2022-09-04T04:03:03.984" v="4993" actId="255"/>
          <ac:spMkLst>
            <pc:docMk/>
            <pc:sldMk cId="3908222891" sldId="397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3908222891" sldId="397"/>
            <ac:inkMk id="2" creationId="{3DDD70EF-A240-9D9C-FAB5-ECE0F0A2B426}"/>
          </ac:inkMkLst>
        </pc:inkChg>
      </pc:sldChg>
      <pc:sldChg chg="addSp modSp mod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1625042615" sldId="399"/>
        </pc:sldMkLst>
        <pc:spChg chg="mod">
          <ac:chgData name="Yeo Xiong Wei, Jonathan" userId="ac2b658e-7ce1-44bb-9f9f-bf4198ceaa29" providerId="ADAL" clId="{0930DBAC-AC8E-4B24-9FFA-ACDEF1459218}" dt="2022-09-01T03:26:16.090" v="688" actId="20577"/>
          <ac:spMkLst>
            <pc:docMk/>
            <pc:sldMk cId="1625042615" sldId="399"/>
            <ac:spMk id="3" creationId="{8E14C517-5A33-43F5-98FF-7DC83EA9EFE3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1625042615" sldId="399"/>
            <ac:inkMk id="5" creationId="{C1C53745-DCD4-12D1-AFB6-8C5123ABCDF3}"/>
          </ac:inkMkLst>
        </pc:inkChg>
      </pc:sldChg>
      <pc:sldChg chg="addSp delSp modSp mod setBg setClrOvrMap">
        <pc:chgData name="Yeo Xiong Wei, Jonathan" userId="ac2b658e-7ce1-44bb-9f9f-bf4198ceaa29" providerId="ADAL" clId="{0930DBAC-AC8E-4B24-9FFA-ACDEF1459218}" dt="2022-09-05T10:12:24.207" v="5110" actId="207"/>
        <pc:sldMkLst>
          <pc:docMk/>
          <pc:sldMk cId="2850777754" sldId="400"/>
        </pc:sldMkLst>
        <pc:spChg chg="mod ord">
          <ac:chgData name="Yeo Xiong Wei, Jonathan" userId="ac2b658e-7ce1-44bb-9f9f-bf4198ceaa29" providerId="ADAL" clId="{0930DBAC-AC8E-4B24-9FFA-ACDEF1459218}" dt="2022-09-04T03:14:07.616" v="3467" actId="26606"/>
          <ac:spMkLst>
            <pc:docMk/>
            <pc:sldMk cId="2850777754" sldId="400"/>
            <ac:spMk id="3" creationId="{01E645B0-76A8-43F0-91FE-EEF685B4F4CD}"/>
          </ac:spMkLst>
        </pc:spChg>
        <pc:spChg chg="mod">
          <ac:chgData name="Yeo Xiong Wei, Jonathan" userId="ac2b658e-7ce1-44bb-9f9f-bf4198ceaa29" providerId="ADAL" clId="{0930DBAC-AC8E-4B24-9FFA-ACDEF1459218}" dt="2022-09-04T03:14:07.616" v="3467" actId="26606"/>
          <ac:spMkLst>
            <pc:docMk/>
            <pc:sldMk cId="2850777754" sldId="400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0930DBAC-AC8E-4B24-9FFA-ACDEF1459218}" dt="2022-09-05T10:12:24.207" v="5110" actId="207"/>
          <ac:spMkLst>
            <pc:docMk/>
            <pc:sldMk cId="2850777754" sldId="400"/>
            <ac:spMk id="38914" creationId="{00000000-0000-0000-0000-000000000000}"/>
          </ac:spMkLst>
        </pc:spChg>
        <pc:spChg chg="add del">
          <ac:chgData name="Yeo Xiong Wei, Jonathan" userId="ac2b658e-7ce1-44bb-9f9f-bf4198ceaa29" providerId="ADAL" clId="{0930DBAC-AC8E-4B24-9FFA-ACDEF1459218}" dt="2022-09-04T03:14:07.616" v="3467" actId="26606"/>
          <ac:spMkLst>
            <pc:docMk/>
            <pc:sldMk cId="2850777754" sldId="400"/>
            <ac:spMk id="38919" creationId="{0953DB5D-0A37-4498-852C-604ADD855212}"/>
          </ac:spMkLst>
        </pc:spChg>
        <pc:spChg chg="add del">
          <ac:chgData name="Yeo Xiong Wei, Jonathan" userId="ac2b658e-7ce1-44bb-9f9f-bf4198ceaa29" providerId="ADAL" clId="{0930DBAC-AC8E-4B24-9FFA-ACDEF1459218}" dt="2022-09-04T03:14:07.616" v="3467" actId="26606"/>
          <ac:spMkLst>
            <pc:docMk/>
            <pc:sldMk cId="2850777754" sldId="400"/>
            <ac:spMk id="38921" creationId="{52B46D5E-7F74-4741-9FF9-3E105C9570B9}"/>
          </ac:spMkLst>
        </pc:spChg>
        <pc:spChg chg="add del">
          <ac:chgData name="Yeo Xiong Wei, Jonathan" userId="ac2b658e-7ce1-44bb-9f9f-bf4198ceaa29" providerId="ADAL" clId="{0930DBAC-AC8E-4B24-9FFA-ACDEF1459218}" dt="2022-09-04T03:14:07.616" v="3467" actId="26606"/>
          <ac:spMkLst>
            <pc:docMk/>
            <pc:sldMk cId="2850777754" sldId="400"/>
            <ac:spMk id="38923" creationId="{B97A76A2-B7F2-4D75-AB9E-71FB748825F4}"/>
          </ac:spMkLst>
        </pc:spChg>
        <pc:picChg chg="add mod">
          <ac:chgData name="Yeo Xiong Wei, Jonathan" userId="ac2b658e-7ce1-44bb-9f9f-bf4198ceaa29" providerId="ADAL" clId="{0930DBAC-AC8E-4B24-9FFA-ACDEF1459218}" dt="2022-09-04T03:14:07.616" v="3467" actId="26606"/>
          <ac:picMkLst>
            <pc:docMk/>
            <pc:sldMk cId="2850777754" sldId="400"/>
            <ac:picMk id="4" creationId="{649FF179-1B99-2085-BDCB-2BD7BDEA6316}"/>
          </ac:picMkLst>
        </pc:picChg>
      </pc:sldChg>
      <pc:sldChg chg="addSp modSp mod">
        <pc:chgData name="Yeo Xiong Wei, Jonathan" userId="ac2b658e-7ce1-44bb-9f9f-bf4198ceaa29" providerId="ADAL" clId="{0930DBAC-AC8E-4B24-9FFA-ACDEF1459218}" dt="2022-09-05T10:13:06.482" v="5131" actId="207"/>
        <pc:sldMkLst>
          <pc:docMk/>
          <pc:sldMk cId="783374196" sldId="403"/>
        </pc:sldMkLst>
        <pc:spChg chg="mod">
          <ac:chgData name="Yeo Xiong Wei, Jonathan" userId="ac2b658e-7ce1-44bb-9f9f-bf4198ceaa29" providerId="ADAL" clId="{0930DBAC-AC8E-4B24-9FFA-ACDEF1459218}" dt="2022-09-05T10:13:06.482" v="5131" actId="207"/>
          <ac:spMkLst>
            <pc:docMk/>
            <pc:sldMk cId="783374196" sldId="403"/>
            <ac:spMk id="38914" creationId="{00000000-0000-0000-0000-000000000000}"/>
          </ac:spMkLst>
        </pc:spChg>
        <pc:picChg chg="add mod">
          <ac:chgData name="Yeo Xiong Wei, Jonathan" userId="ac2b658e-7ce1-44bb-9f9f-bf4198ceaa29" providerId="ADAL" clId="{0930DBAC-AC8E-4B24-9FFA-ACDEF1459218}" dt="2022-09-04T03:13:51.309" v="3462" actId="1076"/>
          <ac:picMkLst>
            <pc:docMk/>
            <pc:sldMk cId="783374196" sldId="403"/>
            <ac:picMk id="4" creationId="{5807B541-9618-3AF7-CB82-DE2AFFCB369C}"/>
          </ac:picMkLst>
        </pc:pic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783374196" sldId="403"/>
            <ac:inkMk id="5" creationId="{D45C485C-E2DC-3FBC-F9BF-504B67C5DE03}"/>
          </ac:inkMkLst>
        </pc:inkChg>
      </pc:sldChg>
      <pc:sldChg chg="addSp modSp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1955598191" sldId="406"/>
        </pc:sldMkLst>
        <pc:spChg chg="mod">
          <ac:chgData name="Yeo Xiong Wei, Jonathan" userId="ac2b658e-7ce1-44bb-9f9f-bf4198ceaa29" providerId="ADAL" clId="{0930DBAC-AC8E-4B24-9FFA-ACDEF1459218}" dt="2022-09-01T03:40:26.153" v="1800" actId="6549"/>
          <ac:spMkLst>
            <pc:docMk/>
            <pc:sldMk cId="1955598191" sldId="406"/>
            <ac:spMk id="3" creationId="{8E14C517-5A33-43F5-98FF-7DC83EA9EFE3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1955598191" sldId="406"/>
            <ac:inkMk id="6" creationId="{C24DC320-FF5E-438A-B89A-BAD10F08A888}"/>
          </ac:inkMkLst>
        </pc:inkChg>
      </pc:sldChg>
      <pc:sldChg chg="addSp modSp mod">
        <pc:chgData name="Yeo Xiong Wei, Jonathan" userId="ac2b658e-7ce1-44bb-9f9f-bf4198ceaa29" providerId="ADAL" clId="{0930DBAC-AC8E-4B24-9FFA-ACDEF1459218}" dt="2022-09-18T10:22:02.519" v="5350" actId="207"/>
        <pc:sldMkLst>
          <pc:docMk/>
          <pc:sldMk cId="508996749" sldId="409"/>
        </pc:sldMkLst>
        <pc:spChg chg="mod">
          <ac:chgData name="Yeo Xiong Wei, Jonathan" userId="ac2b658e-7ce1-44bb-9f9f-bf4198ceaa29" providerId="ADAL" clId="{0930DBAC-AC8E-4B24-9FFA-ACDEF1459218}" dt="2022-09-18T10:22:02.519" v="5350" actId="207"/>
          <ac:spMkLst>
            <pc:docMk/>
            <pc:sldMk cId="508996749" sldId="409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508996749" sldId="409"/>
            <ac:inkMk id="2" creationId="{C3D35C9C-6BB4-8C86-4495-FC33157D4648}"/>
          </ac:inkMkLst>
        </pc:inkChg>
      </pc:sldChg>
      <pc:sldChg chg="modSp mod">
        <pc:chgData name="Yeo Xiong Wei, Jonathan" userId="ac2b658e-7ce1-44bb-9f9f-bf4198ceaa29" providerId="ADAL" clId="{0930DBAC-AC8E-4B24-9FFA-ACDEF1459218}" dt="2022-09-04T03:32:49.466" v="4630" actId="20577"/>
        <pc:sldMkLst>
          <pc:docMk/>
          <pc:sldMk cId="1954964448" sldId="411"/>
        </pc:sldMkLst>
        <pc:spChg chg="mod">
          <ac:chgData name="Yeo Xiong Wei, Jonathan" userId="ac2b658e-7ce1-44bb-9f9f-bf4198ceaa29" providerId="ADAL" clId="{0930DBAC-AC8E-4B24-9FFA-ACDEF1459218}" dt="2022-09-04T03:32:49.466" v="4630" actId="20577"/>
          <ac:spMkLst>
            <pc:docMk/>
            <pc:sldMk cId="1954964448" sldId="411"/>
            <ac:spMk id="83970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0930DBAC-AC8E-4B24-9FFA-ACDEF1459218}" dt="2022-09-09T01:12:27.150" v="5318" actId="207"/>
        <pc:sldMkLst>
          <pc:docMk/>
          <pc:sldMk cId="3794818606" sldId="412"/>
        </pc:sldMkLst>
        <pc:spChg chg="mod">
          <ac:chgData name="Yeo Xiong Wei, Jonathan" userId="ac2b658e-7ce1-44bb-9f9f-bf4198ceaa29" providerId="ADAL" clId="{0930DBAC-AC8E-4B24-9FFA-ACDEF1459218}" dt="2022-09-09T01:12:27.150" v="5318" actId="207"/>
          <ac:spMkLst>
            <pc:docMk/>
            <pc:sldMk cId="3794818606" sldId="412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3794818606" sldId="412"/>
            <ac:inkMk id="2" creationId="{9064679F-DBD4-CD62-18A4-430B5C6BB643}"/>
          </ac:inkMkLst>
        </pc:inkChg>
      </pc:sldChg>
      <pc:sldChg chg="addSp">
        <pc:chgData name="Yeo Xiong Wei, Jonathan" userId="ac2b658e-7ce1-44bb-9f9f-bf4198ceaa29" providerId="ADAL" clId="{0930DBAC-AC8E-4B24-9FFA-ACDEF1459218}" dt="2022-09-05T03:15:21.355" v="4994"/>
        <pc:sldMkLst>
          <pc:docMk/>
          <pc:sldMk cId="2847344997" sldId="416"/>
        </pc:sldMkLst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2847344997" sldId="416"/>
            <ac:inkMk id="3" creationId="{B70E71FA-1EB6-F840-57BE-4259CD3F2F37}"/>
          </ac:inkMkLst>
        </pc:inkChg>
      </pc:sldChg>
      <pc:sldChg chg="addSp modSp mod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3934989784" sldId="417"/>
        </pc:sldMkLst>
        <pc:spChg chg="mod">
          <ac:chgData name="Yeo Xiong Wei, Jonathan" userId="ac2b658e-7ce1-44bb-9f9f-bf4198ceaa29" providerId="ADAL" clId="{0930DBAC-AC8E-4B24-9FFA-ACDEF1459218}" dt="2022-09-01T04:07:10.262" v="2970" actId="14100"/>
          <ac:spMkLst>
            <pc:docMk/>
            <pc:sldMk cId="3934989784" sldId="417"/>
            <ac:spMk id="83970" creationId="{00000000-0000-0000-0000-000000000000}"/>
          </ac:spMkLst>
        </pc:s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3934989784" sldId="417"/>
            <ac:inkMk id="2" creationId="{F15A584B-185C-286D-9CD4-1CD32ABAD1C1}"/>
          </ac:inkMkLst>
        </pc:inkChg>
      </pc:sldChg>
      <pc:sldChg chg="addSp delSp modSp add mod modAnim">
        <pc:chgData name="Yeo Xiong Wei, Jonathan" userId="ac2b658e-7ce1-44bb-9f9f-bf4198ceaa29" providerId="ADAL" clId="{0930DBAC-AC8E-4B24-9FFA-ACDEF1459218}" dt="2022-09-05T03:15:21.355" v="4994"/>
        <pc:sldMkLst>
          <pc:docMk/>
          <pc:sldMk cId="3336074670" sldId="418"/>
        </pc:sldMkLst>
        <pc:spChg chg="add del mod">
          <ac:chgData name="Yeo Xiong Wei, Jonathan" userId="ac2b658e-7ce1-44bb-9f9f-bf4198ceaa29" providerId="ADAL" clId="{0930DBAC-AC8E-4B24-9FFA-ACDEF1459218}" dt="2022-09-01T03:04:44.803" v="10" actId="478"/>
          <ac:spMkLst>
            <pc:docMk/>
            <pc:sldMk cId="3336074670" sldId="418"/>
            <ac:spMk id="4" creationId="{ACBD448E-8B05-32D5-22F7-05AAA8CCA71A}"/>
          </ac:spMkLst>
        </pc:spChg>
        <pc:spChg chg="add del mod">
          <ac:chgData name="Yeo Xiong Wei, Jonathan" userId="ac2b658e-7ce1-44bb-9f9f-bf4198ceaa29" providerId="ADAL" clId="{0930DBAC-AC8E-4B24-9FFA-ACDEF1459218}" dt="2022-09-01T03:08:56.530" v="93" actId="478"/>
          <ac:spMkLst>
            <pc:docMk/>
            <pc:sldMk cId="3336074670" sldId="418"/>
            <ac:spMk id="14" creationId="{59E0205A-3314-840D-5643-C1FDE81B51F6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17" creationId="{643017BD-E382-C592-F56E-4E8387957A18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28" creationId="{6F3A3907-FA9C-EC18-F490-A088EA02B001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31" creationId="{ADF3073B-76C3-7C2A-0288-A88EF21D9BCA}"/>
          </ac:spMkLst>
        </pc:spChg>
        <pc:spChg chg="del">
          <ac:chgData name="Yeo Xiong Wei, Jonathan" userId="ac2b658e-7ce1-44bb-9f9f-bf4198ceaa29" providerId="ADAL" clId="{0930DBAC-AC8E-4B24-9FFA-ACDEF1459218}" dt="2022-09-01T03:05:30.658" v="14" actId="478"/>
          <ac:spMkLst>
            <pc:docMk/>
            <pc:sldMk cId="3336074670" sldId="418"/>
            <ac:spMk id="32" creationId="{BCC0664B-A1E5-0E8C-6C65-A734B7CB7535}"/>
          </ac:spMkLst>
        </pc:spChg>
        <pc:spChg chg="del">
          <ac:chgData name="Yeo Xiong Wei, Jonathan" userId="ac2b658e-7ce1-44bb-9f9f-bf4198ceaa29" providerId="ADAL" clId="{0930DBAC-AC8E-4B24-9FFA-ACDEF1459218}" dt="2022-09-01T03:05:35.226" v="15" actId="478"/>
          <ac:spMkLst>
            <pc:docMk/>
            <pc:sldMk cId="3336074670" sldId="418"/>
            <ac:spMk id="33" creationId="{23D077EE-7BCE-BEEC-610C-3FA8FE689FDA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34" creationId="{06D0B072-D32E-8E86-2287-74045C1DB10A}"/>
          </ac:spMkLst>
        </pc:spChg>
        <pc:spChg chg="del mod">
          <ac:chgData name="Yeo Xiong Wei, Jonathan" userId="ac2b658e-7ce1-44bb-9f9f-bf4198ceaa29" providerId="ADAL" clId="{0930DBAC-AC8E-4B24-9FFA-ACDEF1459218}" dt="2022-09-01T03:17:37.018" v="210" actId="478"/>
          <ac:spMkLst>
            <pc:docMk/>
            <pc:sldMk cId="3336074670" sldId="418"/>
            <ac:spMk id="35" creationId="{2B32377D-F4F4-86C7-5A48-A4C31092FF5A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36" creationId="{3339E45A-7A95-0EF9-278D-37D1AE338850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39" creationId="{49B36E5F-A58A-C2D0-60EC-C6A5248EEE89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40" creationId="{C8E0696D-1D92-E90B-6450-FA790D20898C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41" creationId="{069DD2C6-D57E-012A-D43D-9051DD9DFC5A}"/>
          </ac:spMkLst>
        </pc:spChg>
        <pc:spChg chg="add del 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42" creationId="{FF25CEDE-097B-4430-63DB-047D2312EBD5}"/>
          </ac:spMkLst>
        </pc:spChg>
        <pc:spChg chg="add del 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43" creationId="{C65A6C48-3625-A33B-1FDA-894350E4E9A2}"/>
          </ac:spMkLst>
        </pc:spChg>
        <pc:spChg chg="add mod">
          <ac:chgData name="Yeo Xiong Wei, Jonathan" userId="ac2b658e-7ce1-44bb-9f9f-bf4198ceaa29" providerId="ADAL" clId="{0930DBAC-AC8E-4B24-9FFA-ACDEF1459218}" dt="2022-09-01T03:20:52.610" v="271" actId="164"/>
          <ac:spMkLst>
            <pc:docMk/>
            <pc:sldMk cId="3336074670" sldId="418"/>
            <ac:spMk id="44" creationId="{D63AED29-A50C-3634-4B81-B40A2BAB1E65}"/>
          </ac:spMkLst>
        </pc:spChg>
        <pc:spChg chg="mod">
          <ac:chgData name="Yeo Xiong Wei, Jonathan" userId="ac2b658e-7ce1-44bb-9f9f-bf4198ceaa29" providerId="ADAL" clId="{0930DBAC-AC8E-4B24-9FFA-ACDEF1459218}" dt="2022-09-01T03:20:21.856" v="263" actId="1076"/>
          <ac:spMkLst>
            <pc:docMk/>
            <pc:sldMk cId="3336074670" sldId="418"/>
            <ac:spMk id="46" creationId="{311D6B32-82CC-A3BF-4A1F-CBD479A1A0BB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47" creationId="{DE34E8EE-B81D-8637-C90A-C86FE163DC4A}"/>
          </ac:spMkLst>
        </pc:spChg>
        <pc:spChg chg="del">
          <ac:chgData name="Yeo Xiong Wei, Jonathan" userId="ac2b658e-7ce1-44bb-9f9f-bf4198ceaa29" providerId="ADAL" clId="{0930DBAC-AC8E-4B24-9FFA-ACDEF1459218}" dt="2022-09-01T03:08:28.834" v="76" actId="478"/>
          <ac:spMkLst>
            <pc:docMk/>
            <pc:sldMk cId="3336074670" sldId="418"/>
            <ac:spMk id="48" creationId="{B629A12E-301D-E904-F572-C7339F76A85C}"/>
          </ac:spMkLst>
        </pc:spChg>
        <pc:spChg chg="del mod">
          <ac:chgData name="Yeo Xiong Wei, Jonathan" userId="ac2b658e-7ce1-44bb-9f9f-bf4198ceaa29" providerId="ADAL" clId="{0930DBAC-AC8E-4B24-9FFA-ACDEF1459218}" dt="2022-09-01T03:20:45.466" v="270" actId="478"/>
          <ac:spMkLst>
            <pc:docMk/>
            <pc:sldMk cId="3336074670" sldId="418"/>
            <ac:spMk id="49" creationId="{96E5BDA6-EA52-2A1D-804C-581B57D29783}"/>
          </ac:spMkLst>
        </pc:spChg>
        <pc:spChg chg="del">
          <ac:chgData name="Yeo Xiong Wei, Jonathan" userId="ac2b658e-7ce1-44bb-9f9f-bf4198ceaa29" providerId="ADAL" clId="{0930DBAC-AC8E-4B24-9FFA-ACDEF1459218}" dt="2022-09-01T03:08:27.352" v="75" actId="478"/>
          <ac:spMkLst>
            <pc:docMk/>
            <pc:sldMk cId="3336074670" sldId="418"/>
            <ac:spMk id="50" creationId="{B3921FD3-B41C-5C0A-71DC-DBC91AAA3741}"/>
          </ac:spMkLst>
        </pc:spChg>
        <pc:spChg chg="del mod">
          <ac:chgData name="Yeo Xiong Wei, Jonathan" userId="ac2b658e-7ce1-44bb-9f9f-bf4198ceaa29" providerId="ADAL" clId="{0930DBAC-AC8E-4B24-9FFA-ACDEF1459218}" dt="2022-09-01T03:20:44.369" v="269" actId="478"/>
          <ac:spMkLst>
            <pc:docMk/>
            <pc:sldMk cId="3336074670" sldId="418"/>
            <ac:spMk id="51" creationId="{4D7FF3E3-70DB-123E-7457-BCE5DAD28778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52" creationId="{AA805BE6-6C57-E96E-F862-180ED4C299EE}"/>
          </ac:spMkLst>
        </pc:spChg>
        <pc:spChg chg="mod">
          <ac:chgData name="Yeo Xiong Wei, Jonathan" userId="ac2b658e-7ce1-44bb-9f9f-bf4198ceaa29" providerId="ADAL" clId="{0930DBAC-AC8E-4B24-9FFA-ACDEF1459218}" dt="2022-09-01T03:20:18.733" v="262" actId="20577"/>
          <ac:spMkLst>
            <pc:docMk/>
            <pc:sldMk cId="3336074670" sldId="418"/>
            <ac:spMk id="53" creationId="{2C9FF396-B7D7-9C21-A5F0-D54BBCFE916C}"/>
          </ac:spMkLst>
        </pc:spChg>
        <pc:spChg chg="del">
          <ac:chgData name="Yeo Xiong Wei, Jonathan" userId="ac2b658e-7ce1-44bb-9f9f-bf4198ceaa29" providerId="ADAL" clId="{0930DBAC-AC8E-4B24-9FFA-ACDEF1459218}" dt="2022-09-01T03:08:26.330" v="74" actId="478"/>
          <ac:spMkLst>
            <pc:docMk/>
            <pc:sldMk cId="3336074670" sldId="418"/>
            <ac:spMk id="54" creationId="{38E87B1A-77F1-4BF4-7DF4-4BD0E493F1A5}"/>
          </ac:spMkLst>
        </pc:spChg>
        <pc:spChg chg="del mod">
          <ac:chgData name="Yeo Xiong Wei, Jonathan" userId="ac2b658e-7ce1-44bb-9f9f-bf4198ceaa29" providerId="ADAL" clId="{0930DBAC-AC8E-4B24-9FFA-ACDEF1459218}" dt="2022-09-01T03:20:42.858" v="268" actId="478"/>
          <ac:spMkLst>
            <pc:docMk/>
            <pc:sldMk cId="3336074670" sldId="418"/>
            <ac:spMk id="55" creationId="{0FE734AB-AC72-9A97-D87B-0C16C216C4DA}"/>
          </ac:spMkLst>
        </pc:spChg>
        <pc:spChg chg="add mod">
          <ac:chgData name="Yeo Xiong Wei, Jonathan" userId="ac2b658e-7ce1-44bb-9f9f-bf4198ceaa29" providerId="ADAL" clId="{0930DBAC-AC8E-4B24-9FFA-ACDEF1459218}" dt="2022-09-01T03:26:30.526" v="690" actId="1076"/>
          <ac:spMkLst>
            <pc:docMk/>
            <pc:sldMk cId="3336074670" sldId="418"/>
            <ac:spMk id="56" creationId="{80AD2F14-6ED4-6D5D-70A1-29349B7CA8A0}"/>
          </ac:spMkLst>
        </pc:spChg>
        <pc:spChg chg="add mod">
          <ac:chgData name="Yeo Xiong Wei, Jonathan" userId="ac2b658e-7ce1-44bb-9f9f-bf4198ceaa29" providerId="ADAL" clId="{0930DBAC-AC8E-4B24-9FFA-ACDEF1459218}" dt="2022-09-01T04:17:21.160" v="3450" actId="20577"/>
          <ac:spMkLst>
            <pc:docMk/>
            <pc:sldMk cId="3336074670" sldId="418"/>
            <ac:spMk id="57" creationId="{A60F1C57-3951-E3F6-7D81-0FDE299D0A3F}"/>
          </ac:spMkLst>
        </pc:spChg>
        <pc:spChg chg="mod">
          <ac:chgData name="Yeo Xiong Wei, Jonathan" userId="ac2b658e-7ce1-44bb-9f9f-bf4198ceaa29" providerId="ADAL" clId="{0930DBAC-AC8E-4B24-9FFA-ACDEF1459218}" dt="2022-09-01T03:04:32.539" v="8"/>
          <ac:spMkLst>
            <pc:docMk/>
            <pc:sldMk cId="3336074670" sldId="418"/>
            <ac:spMk id="38913" creationId="{00000000-0000-0000-0000-000000000000}"/>
          </ac:spMkLst>
        </pc:spChg>
        <pc:spChg chg="del">
          <ac:chgData name="Yeo Xiong Wei, Jonathan" userId="ac2b658e-7ce1-44bb-9f9f-bf4198ceaa29" providerId="ADAL" clId="{0930DBAC-AC8E-4B24-9FFA-ACDEF1459218}" dt="2022-09-01T03:04:42.706" v="9" actId="478"/>
          <ac:spMkLst>
            <pc:docMk/>
            <pc:sldMk cId="3336074670" sldId="418"/>
            <ac:spMk id="38914" creationId="{00000000-0000-0000-0000-000000000000}"/>
          </ac:spMkLst>
        </pc:spChg>
        <pc:grpChg chg="mod">
          <ac:chgData name="Yeo Xiong Wei, Jonathan" userId="ac2b658e-7ce1-44bb-9f9f-bf4198ceaa29" providerId="ADAL" clId="{0930DBAC-AC8E-4B24-9FFA-ACDEF1459218}" dt="2022-09-01T03:20:18.733" v="262" actId="20577"/>
          <ac:grpSpMkLst>
            <pc:docMk/>
            <pc:sldMk cId="3336074670" sldId="418"/>
            <ac:grpSpMk id="21" creationId="{F12D80CB-D0D8-3C4D-46CF-5BE2E252E8A9}"/>
          </ac:grpSpMkLst>
        </pc:grpChg>
        <pc:grpChg chg="mod">
          <ac:chgData name="Yeo Xiong Wei, Jonathan" userId="ac2b658e-7ce1-44bb-9f9f-bf4198ceaa29" providerId="ADAL" clId="{0930DBAC-AC8E-4B24-9FFA-ACDEF1459218}" dt="2022-09-01T03:20:18.733" v="262" actId="20577"/>
          <ac:grpSpMkLst>
            <pc:docMk/>
            <pc:sldMk cId="3336074670" sldId="418"/>
            <ac:grpSpMk id="27" creationId="{9E07E927-13A7-FF76-2279-DC6CD18C62E5}"/>
          </ac:grpSpMkLst>
        </pc:grpChg>
        <pc:grpChg chg="mod">
          <ac:chgData name="Yeo Xiong Wei, Jonathan" userId="ac2b658e-7ce1-44bb-9f9f-bf4198ceaa29" providerId="ADAL" clId="{0930DBAC-AC8E-4B24-9FFA-ACDEF1459218}" dt="2022-09-01T03:20:18.733" v="262" actId="20577"/>
          <ac:grpSpMkLst>
            <pc:docMk/>
            <pc:sldMk cId="3336074670" sldId="418"/>
            <ac:grpSpMk id="30" creationId="{3B170AD5-9422-8254-0251-45883FC5043B}"/>
          </ac:grpSpMkLst>
        </pc:grpChg>
        <pc:grpChg chg="mod">
          <ac:chgData name="Yeo Xiong Wei, Jonathan" userId="ac2b658e-7ce1-44bb-9f9f-bf4198ceaa29" providerId="ADAL" clId="{0930DBAC-AC8E-4B24-9FFA-ACDEF1459218}" dt="2022-09-01T03:20:52.610" v="271" actId="164"/>
          <ac:grpSpMkLst>
            <pc:docMk/>
            <pc:sldMk cId="3336074670" sldId="418"/>
            <ac:grpSpMk id="38" creationId="{CB510712-E612-F6D1-E42F-66B871D7A017}"/>
          </ac:grpSpMkLst>
        </pc:grpChg>
        <pc:grpChg chg="add mod">
          <ac:chgData name="Yeo Xiong Wei, Jonathan" userId="ac2b658e-7ce1-44bb-9f9f-bf4198ceaa29" providerId="ADAL" clId="{0930DBAC-AC8E-4B24-9FFA-ACDEF1459218}" dt="2022-09-01T03:26:28.033" v="689" actId="1076"/>
          <ac:grpSpMkLst>
            <pc:docMk/>
            <pc:sldMk cId="3336074670" sldId="418"/>
            <ac:grpSpMk id="45" creationId="{85F7C774-0087-D139-755A-0DE8FBBFBF26}"/>
          </ac:grpSpMkLst>
        </pc:gr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3336074670" sldId="418"/>
            <ac:inkMk id="2" creationId="{62583422-05BA-3B44-CCA6-DFA5AA9A7B6E}"/>
          </ac:inkMkLst>
        </pc:inkChg>
        <pc:cxnChg chg="mod">
          <ac:chgData name="Yeo Xiong Wei, Jonathan" userId="ac2b658e-7ce1-44bb-9f9f-bf4198ceaa29" providerId="ADAL" clId="{0930DBAC-AC8E-4B24-9FFA-ACDEF1459218}" dt="2022-09-01T03:20:18.733" v="262" actId="20577"/>
          <ac:cxnSpMkLst>
            <pc:docMk/>
            <pc:sldMk cId="3336074670" sldId="418"/>
            <ac:cxnSpMk id="6" creationId="{18E8BC6D-7F01-7A2C-82D7-6F23CBC8367D}"/>
          </ac:cxnSpMkLst>
        </pc:cxnChg>
        <pc:cxnChg chg="del">
          <ac:chgData name="Yeo Xiong Wei, Jonathan" userId="ac2b658e-7ce1-44bb-9f9f-bf4198ceaa29" providerId="ADAL" clId="{0930DBAC-AC8E-4B24-9FFA-ACDEF1459218}" dt="2022-09-01T03:05:28.618" v="13" actId="478"/>
          <ac:cxnSpMkLst>
            <pc:docMk/>
            <pc:sldMk cId="3336074670" sldId="418"/>
            <ac:cxnSpMk id="8" creationId="{B19D7B6F-10C5-88B8-0F98-745CF72A89CF}"/>
          </ac:cxnSpMkLst>
        </pc:cxnChg>
        <pc:cxnChg chg="mod">
          <ac:chgData name="Yeo Xiong Wei, Jonathan" userId="ac2b658e-7ce1-44bb-9f9f-bf4198ceaa29" providerId="ADAL" clId="{0930DBAC-AC8E-4B24-9FFA-ACDEF1459218}" dt="2022-09-01T03:20:18.733" v="262" actId="20577"/>
          <ac:cxnSpMkLst>
            <pc:docMk/>
            <pc:sldMk cId="3336074670" sldId="418"/>
            <ac:cxnSpMk id="13" creationId="{3F8D86AD-EA0B-B62F-296A-38D80DC7C851}"/>
          </ac:cxnSpMkLst>
        </pc:cxnChg>
        <pc:cxnChg chg="mod">
          <ac:chgData name="Yeo Xiong Wei, Jonathan" userId="ac2b658e-7ce1-44bb-9f9f-bf4198ceaa29" providerId="ADAL" clId="{0930DBAC-AC8E-4B24-9FFA-ACDEF1459218}" dt="2022-09-01T03:20:18.733" v="262" actId="20577"/>
          <ac:cxnSpMkLst>
            <pc:docMk/>
            <pc:sldMk cId="3336074670" sldId="418"/>
            <ac:cxnSpMk id="16" creationId="{1665C44F-589B-2BB6-7497-C20E583377EC}"/>
          </ac:cxnSpMkLst>
        </pc:cxnChg>
        <pc:cxnChg chg="mod">
          <ac:chgData name="Yeo Xiong Wei, Jonathan" userId="ac2b658e-7ce1-44bb-9f9f-bf4198ceaa29" providerId="ADAL" clId="{0930DBAC-AC8E-4B24-9FFA-ACDEF1459218}" dt="2022-09-01T03:20:18.733" v="262" actId="20577"/>
          <ac:cxnSpMkLst>
            <pc:docMk/>
            <pc:sldMk cId="3336074670" sldId="418"/>
            <ac:cxnSpMk id="18" creationId="{BF23166B-0AFE-0597-4B16-889D6B25BA52}"/>
          </ac:cxnSpMkLst>
        </pc:cxnChg>
        <pc:cxnChg chg="del">
          <ac:chgData name="Yeo Xiong Wei, Jonathan" userId="ac2b658e-7ce1-44bb-9f9f-bf4198ceaa29" providerId="ADAL" clId="{0930DBAC-AC8E-4B24-9FFA-ACDEF1459218}" dt="2022-09-01T03:09:33.066" v="99" actId="478"/>
          <ac:cxnSpMkLst>
            <pc:docMk/>
            <pc:sldMk cId="3336074670" sldId="418"/>
            <ac:cxnSpMk id="19" creationId="{89134DBA-6BDE-F807-7AE8-7C4FEB97252D}"/>
          </ac:cxnSpMkLst>
        </pc:cxnChg>
        <pc:cxnChg chg="add mod">
          <ac:chgData name="Yeo Xiong Wei, Jonathan" userId="ac2b658e-7ce1-44bb-9f9f-bf4198ceaa29" providerId="ADAL" clId="{0930DBAC-AC8E-4B24-9FFA-ACDEF1459218}" dt="2022-09-01T03:20:52.610" v="271" actId="164"/>
          <ac:cxnSpMkLst>
            <pc:docMk/>
            <pc:sldMk cId="3336074670" sldId="418"/>
            <ac:cxnSpMk id="22" creationId="{DB780736-DE61-9718-492C-E74F6EB05B10}"/>
          </ac:cxnSpMkLst>
        </pc:cxnChg>
        <pc:cxnChg chg="add del">
          <ac:chgData name="Yeo Xiong Wei, Jonathan" userId="ac2b658e-7ce1-44bb-9f9f-bf4198ceaa29" providerId="ADAL" clId="{0930DBAC-AC8E-4B24-9FFA-ACDEF1459218}" dt="2022-09-01T03:09:31.483" v="98" actId="478"/>
          <ac:cxnSpMkLst>
            <pc:docMk/>
            <pc:sldMk cId="3336074670" sldId="418"/>
            <ac:cxnSpMk id="23" creationId="{BEA854FA-7EF2-35B9-C3FB-43C36702E78F}"/>
          </ac:cxnSpMkLst>
        </pc:cxnChg>
        <pc:cxnChg chg="add mod">
          <ac:chgData name="Yeo Xiong Wei, Jonathan" userId="ac2b658e-7ce1-44bb-9f9f-bf4198ceaa29" providerId="ADAL" clId="{0930DBAC-AC8E-4B24-9FFA-ACDEF1459218}" dt="2022-09-01T03:20:52.610" v="271" actId="164"/>
          <ac:cxnSpMkLst>
            <pc:docMk/>
            <pc:sldMk cId="3336074670" sldId="418"/>
            <ac:cxnSpMk id="25" creationId="{6B9FA142-CBB3-456E-2B2A-A13A76C0990C}"/>
          </ac:cxnSpMkLst>
        </pc:cxnChg>
        <pc:cxnChg chg="mod">
          <ac:chgData name="Yeo Xiong Wei, Jonathan" userId="ac2b658e-7ce1-44bb-9f9f-bf4198ceaa29" providerId="ADAL" clId="{0930DBAC-AC8E-4B24-9FFA-ACDEF1459218}" dt="2022-09-01T03:20:18.733" v="262" actId="20577"/>
          <ac:cxnSpMkLst>
            <pc:docMk/>
            <pc:sldMk cId="3336074670" sldId="418"/>
            <ac:cxnSpMk id="26" creationId="{676B7ABE-AB55-41A4-117B-3D36806402C6}"/>
          </ac:cxnSpMkLst>
        </pc:cxnChg>
        <pc:cxnChg chg="add mod">
          <ac:chgData name="Yeo Xiong Wei, Jonathan" userId="ac2b658e-7ce1-44bb-9f9f-bf4198ceaa29" providerId="ADAL" clId="{0930DBAC-AC8E-4B24-9FFA-ACDEF1459218}" dt="2022-09-01T03:39:41.639" v="1796" actId="1582"/>
          <ac:cxnSpMkLst>
            <pc:docMk/>
            <pc:sldMk cId="3336074670" sldId="418"/>
            <ac:cxnSpMk id="59" creationId="{D4B4C302-6FE0-E21B-05F9-D9E9306FBCBE}"/>
          </ac:cxnSpMkLst>
        </pc:cxnChg>
      </pc:sldChg>
      <pc:sldChg chg="modSp add mod modAnim modNotesTx">
        <pc:chgData name="Yeo Xiong Wei, Jonathan" userId="ac2b658e-7ce1-44bb-9f9f-bf4198ceaa29" providerId="ADAL" clId="{0930DBAC-AC8E-4B24-9FFA-ACDEF1459218}" dt="2022-09-04T03:20:46.164" v="4287" actId="20577"/>
        <pc:sldMkLst>
          <pc:docMk/>
          <pc:sldMk cId="1304161423" sldId="419"/>
        </pc:sldMkLst>
        <pc:spChg chg="mod">
          <ac:chgData name="Yeo Xiong Wei, Jonathan" userId="ac2b658e-7ce1-44bb-9f9f-bf4198ceaa29" providerId="ADAL" clId="{0930DBAC-AC8E-4B24-9FFA-ACDEF1459218}" dt="2022-09-04T03:20:46.164" v="4287" actId="20577"/>
          <ac:spMkLst>
            <pc:docMk/>
            <pc:sldMk cId="1304161423" sldId="419"/>
            <ac:spMk id="3" creationId="{8E14C517-5A33-43F5-98FF-7DC83EA9EFE3}"/>
          </ac:spMkLst>
        </pc:spChg>
      </pc:sldChg>
      <pc:sldChg chg="addSp delSp modSp add mod ord delAnim">
        <pc:chgData name="Yeo Xiong Wei, Jonathan" userId="ac2b658e-7ce1-44bb-9f9f-bf4198ceaa29" providerId="ADAL" clId="{0930DBAC-AC8E-4B24-9FFA-ACDEF1459218}" dt="2022-09-05T03:15:21.355" v="4994"/>
        <pc:sldMkLst>
          <pc:docMk/>
          <pc:sldMk cId="2133190212" sldId="420"/>
        </pc:sldMkLst>
        <pc:spChg chg="mod">
          <ac:chgData name="Yeo Xiong Wei, Jonathan" userId="ac2b658e-7ce1-44bb-9f9f-bf4198ceaa29" providerId="ADAL" clId="{0930DBAC-AC8E-4B24-9FFA-ACDEF1459218}" dt="2022-09-01T03:28:14.474" v="757" actId="20577"/>
          <ac:spMkLst>
            <pc:docMk/>
            <pc:sldMk cId="2133190212" sldId="420"/>
            <ac:spMk id="2" creationId="{36369C0F-AD60-3CEF-7CD8-034C7BBE8DAF}"/>
          </ac:spMkLst>
        </pc:spChg>
        <pc:spChg chg="del">
          <ac:chgData name="Yeo Xiong Wei, Jonathan" userId="ac2b658e-7ce1-44bb-9f9f-bf4198ceaa29" providerId="ADAL" clId="{0930DBAC-AC8E-4B24-9FFA-ACDEF1459218}" dt="2022-09-01T03:28:19.234" v="758" actId="478"/>
          <ac:spMkLst>
            <pc:docMk/>
            <pc:sldMk cId="2133190212" sldId="420"/>
            <ac:spMk id="3" creationId="{0BB3E2B2-5F03-76BF-00E4-FA4050B77950}"/>
          </ac:spMkLst>
        </pc:spChg>
        <pc:spChg chg="add del mod">
          <ac:chgData name="Yeo Xiong Wei, Jonathan" userId="ac2b658e-7ce1-44bb-9f9f-bf4198ceaa29" providerId="ADAL" clId="{0930DBAC-AC8E-4B24-9FFA-ACDEF1459218}" dt="2022-09-01T03:28:20.665" v="759" actId="478"/>
          <ac:spMkLst>
            <pc:docMk/>
            <pc:sldMk cId="2133190212" sldId="420"/>
            <ac:spMk id="6" creationId="{982F5D17-E29B-D629-F042-FC70E1A86986}"/>
          </ac:spMkLst>
        </pc:spChg>
        <pc:spChg chg="add mod">
          <ac:chgData name="Yeo Xiong Wei, Jonathan" userId="ac2b658e-7ce1-44bb-9f9f-bf4198ceaa29" providerId="ADAL" clId="{0930DBAC-AC8E-4B24-9FFA-ACDEF1459218}" dt="2022-09-01T03:30:07.562" v="789" actId="164"/>
          <ac:spMkLst>
            <pc:docMk/>
            <pc:sldMk cId="2133190212" sldId="420"/>
            <ac:spMk id="15" creationId="{247167FA-3771-2CC3-B791-615D2DE2D8F8}"/>
          </ac:spMkLst>
        </pc:spChg>
        <pc:spChg chg="add mod">
          <ac:chgData name="Yeo Xiong Wei, Jonathan" userId="ac2b658e-7ce1-44bb-9f9f-bf4198ceaa29" providerId="ADAL" clId="{0930DBAC-AC8E-4B24-9FFA-ACDEF1459218}" dt="2022-09-01T03:30:07.562" v="789" actId="164"/>
          <ac:spMkLst>
            <pc:docMk/>
            <pc:sldMk cId="2133190212" sldId="420"/>
            <ac:spMk id="16" creationId="{227DCAD7-4FBE-3ACD-270B-8F9DFA4D290B}"/>
          </ac:spMkLst>
        </pc:spChg>
        <pc:spChg chg="add mod">
          <ac:chgData name="Yeo Xiong Wei, Jonathan" userId="ac2b658e-7ce1-44bb-9f9f-bf4198ceaa29" providerId="ADAL" clId="{0930DBAC-AC8E-4B24-9FFA-ACDEF1459218}" dt="2022-09-01T03:30:07.562" v="789" actId="164"/>
          <ac:spMkLst>
            <pc:docMk/>
            <pc:sldMk cId="2133190212" sldId="420"/>
            <ac:spMk id="27" creationId="{AB9B0D1F-3497-3AC5-8972-472A493BC169}"/>
          </ac:spMkLst>
        </pc:spChg>
        <pc:spChg chg="add del mod">
          <ac:chgData name="Yeo Xiong Wei, Jonathan" userId="ac2b658e-7ce1-44bb-9f9f-bf4198ceaa29" providerId="ADAL" clId="{0930DBAC-AC8E-4B24-9FFA-ACDEF1459218}" dt="2022-09-01T03:29:42.345" v="781"/>
          <ac:spMkLst>
            <pc:docMk/>
            <pc:sldMk cId="2133190212" sldId="420"/>
            <ac:spMk id="28" creationId="{FC6025D4-C044-219F-7494-158C20C820E2}"/>
          </ac:spMkLst>
        </pc:spChg>
        <pc:spChg chg="mod">
          <ac:chgData name="Yeo Xiong Wei, Jonathan" userId="ac2b658e-7ce1-44bb-9f9f-bf4198ceaa29" providerId="ADAL" clId="{0930DBAC-AC8E-4B24-9FFA-ACDEF1459218}" dt="2022-09-01T03:30:09.781" v="790"/>
          <ac:spMkLst>
            <pc:docMk/>
            <pc:sldMk cId="2133190212" sldId="420"/>
            <ac:spMk id="47" creationId="{D4A29307-8375-6D9D-DFA9-2A4ACDA6C1F7}"/>
          </ac:spMkLst>
        </pc:spChg>
        <pc:spChg chg="mod">
          <ac:chgData name="Yeo Xiong Wei, Jonathan" userId="ac2b658e-7ce1-44bb-9f9f-bf4198ceaa29" providerId="ADAL" clId="{0930DBAC-AC8E-4B24-9FFA-ACDEF1459218}" dt="2022-09-01T03:30:09.781" v="790"/>
          <ac:spMkLst>
            <pc:docMk/>
            <pc:sldMk cId="2133190212" sldId="420"/>
            <ac:spMk id="48" creationId="{365ED498-0D6A-80A0-6975-03D8DF83603B}"/>
          </ac:spMkLst>
        </pc:spChg>
        <pc:spChg chg="mod">
          <ac:chgData name="Yeo Xiong Wei, Jonathan" userId="ac2b658e-7ce1-44bb-9f9f-bf4198ceaa29" providerId="ADAL" clId="{0930DBAC-AC8E-4B24-9FFA-ACDEF1459218}" dt="2022-09-01T03:30:09.781" v="790"/>
          <ac:spMkLst>
            <pc:docMk/>
            <pc:sldMk cId="2133190212" sldId="420"/>
            <ac:spMk id="51" creationId="{4B3ED1BC-7577-5611-CD10-7401EB231658}"/>
          </ac:spMkLst>
        </pc:spChg>
        <pc:spChg chg="add mod">
          <ac:chgData name="Yeo Xiong Wei, Jonathan" userId="ac2b658e-7ce1-44bb-9f9f-bf4198ceaa29" providerId="ADAL" clId="{0930DBAC-AC8E-4B24-9FFA-ACDEF1459218}" dt="2022-09-01T03:37:43.545" v="1630" actId="20577"/>
          <ac:spMkLst>
            <pc:docMk/>
            <pc:sldMk cId="2133190212" sldId="420"/>
            <ac:spMk id="55" creationId="{126473C0-FCCE-9648-D3BD-F77115E50C45}"/>
          </ac:spMkLst>
        </pc:spChg>
        <pc:spChg chg="add mod">
          <ac:chgData name="Yeo Xiong Wei, Jonathan" userId="ac2b658e-7ce1-44bb-9f9f-bf4198ceaa29" providerId="ADAL" clId="{0930DBAC-AC8E-4B24-9FFA-ACDEF1459218}" dt="2022-09-01T03:36:01.204" v="1590" actId="207"/>
          <ac:spMkLst>
            <pc:docMk/>
            <pc:sldMk cId="2133190212" sldId="420"/>
            <ac:spMk id="56" creationId="{F76D7EC1-172D-F8F5-2550-0A50A837F829}"/>
          </ac:spMkLst>
        </pc:spChg>
        <pc:spChg chg="add mod">
          <ac:chgData name="Yeo Xiong Wei, Jonathan" userId="ac2b658e-7ce1-44bb-9f9f-bf4198ceaa29" providerId="ADAL" clId="{0930DBAC-AC8E-4B24-9FFA-ACDEF1459218}" dt="2022-09-01T03:36:03.818" v="1591" actId="207"/>
          <ac:spMkLst>
            <pc:docMk/>
            <pc:sldMk cId="2133190212" sldId="420"/>
            <ac:spMk id="57" creationId="{15265B3E-F2D0-7122-8E32-D8072A76F6AB}"/>
          </ac:spMkLst>
        </pc:spChg>
        <pc:spChg chg="add mod">
          <ac:chgData name="Yeo Xiong Wei, Jonathan" userId="ac2b658e-7ce1-44bb-9f9f-bf4198ceaa29" providerId="ADAL" clId="{0930DBAC-AC8E-4B24-9FFA-ACDEF1459218}" dt="2022-09-01T03:36:16.826" v="1595" actId="113"/>
          <ac:spMkLst>
            <pc:docMk/>
            <pc:sldMk cId="2133190212" sldId="420"/>
            <ac:spMk id="58" creationId="{C269F7E5-0131-E4E0-9CE1-FD1105471280}"/>
          </ac:spMkLst>
        </pc:spChg>
        <pc:spChg chg="add mod">
          <ac:chgData name="Yeo Xiong Wei, Jonathan" userId="ac2b658e-7ce1-44bb-9f9f-bf4198ceaa29" providerId="ADAL" clId="{0930DBAC-AC8E-4B24-9FFA-ACDEF1459218}" dt="2022-09-01T03:36:14.457" v="1594" actId="113"/>
          <ac:spMkLst>
            <pc:docMk/>
            <pc:sldMk cId="2133190212" sldId="420"/>
            <ac:spMk id="59" creationId="{436EDD87-8714-FDCC-704E-D6359D9FD1C5}"/>
          </ac:spMkLst>
        </pc:spChg>
        <pc:spChg chg="add mod">
          <ac:chgData name="Yeo Xiong Wei, Jonathan" userId="ac2b658e-7ce1-44bb-9f9f-bf4198ceaa29" providerId="ADAL" clId="{0930DBAC-AC8E-4B24-9FFA-ACDEF1459218}" dt="2022-09-01T03:36:25.778" v="1599" actId="113"/>
          <ac:spMkLst>
            <pc:docMk/>
            <pc:sldMk cId="2133190212" sldId="420"/>
            <ac:spMk id="60" creationId="{7F43FE44-7C45-DDCB-C5C9-FC047DF96ADD}"/>
          </ac:spMkLst>
        </pc:spChg>
        <pc:spChg chg="add mod">
          <ac:chgData name="Yeo Xiong Wei, Jonathan" userId="ac2b658e-7ce1-44bb-9f9f-bf4198ceaa29" providerId="ADAL" clId="{0930DBAC-AC8E-4B24-9FFA-ACDEF1459218}" dt="2022-09-01T03:36:52.306" v="1605" actId="113"/>
          <ac:spMkLst>
            <pc:docMk/>
            <pc:sldMk cId="2133190212" sldId="420"/>
            <ac:spMk id="61" creationId="{1692CC65-3179-B885-E78C-96053C41A4DA}"/>
          </ac:spMkLst>
        </pc:spChg>
        <pc:spChg chg="add mod">
          <ac:chgData name="Yeo Xiong Wei, Jonathan" userId="ac2b658e-7ce1-44bb-9f9f-bf4198ceaa29" providerId="ADAL" clId="{0930DBAC-AC8E-4B24-9FFA-ACDEF1459218}" dt="2022-09-01T03:36:30.866" v="1601" actId="113"/>
          <ac:spMkLst>
            <pc:docMk/>
            <pc:sldMk cId="2133190212" sldId="420"/>
            <ac:spMk id="62" creationId="{BE47ECAD-C1BE-65EA-936D-E2316CB32DD6}"/>
          </ac:spMkLst>
        </pc:spChg>
        <pc:spChg chg="add mod">
          <ac:chgData name="Yeo Xiong Wei, Jonathan" userId="ac2b658e-7ce1-44bb-9f9f-bf4198ceaa29" providerId="ADAL" clId="{0930DBAC-AC8E-4B24-9FFA-ACDEF1459218}" dt="2022-09-01T03:37:02.322" v="1607" actId="113"/>
          <ac:spMkLst>
            <pc:docMk/>
            <pc:sldMk cId="2133190212" sldId="420"/>
            <ac:spMk id="63" creationId="{FFF7BFF3-2296-4D97-EEF6-64B0131332A8}"/>
          </ac:spMkLst>
        </pc:spChg>
        <pc:spChg chg="add del mod">
          <ac:chgData name="Yeo Xiong Wei, Jonathan" userId="ac2b658e-7ce1-44bb-9f9f-bf4198ceaa29" providerId="ADAL" clId="{0930DBAC-AC8E-4B24-9FFA-ACDEF1459218}" dt="2022-09-01T03:36:51.100" v="1604"/>
          <ac:spMkLst>
            <pc:docMk/>
            <pc:sldMk cId="2133190212" sldId="420"/>
            <ac:spMk id="66" creationId="{1ED7E1EB-E36C-D20C-7F67-71AC23301780}"/>
          </ac:spMkLst>
        </pc:spChg>
        <pc:spChg chg="add mod">
          <ac:chgData name="Yeo Xiong Wei, Jonathan" userId="ac2b658e-7ce1-44bb-9f9f-bf4198ceaa29" providerId="ADAL" clId="{0930DBAC-AC8E-4B24-9FFA-ACDEF1459218}" dt="2022-09-04T03:16:03.253" v="3657" actId="1038"/>
          <ac:spMkLst>
            <pc:docMk/>
            <pc:sldMk cId="2133190212" sldId="420"/>
            <ac:spMk id="67" creationId="{9A94CBE5-1127-DB00-AA52-B00C1BF32859}"/>
          </ac:spMkLst>
        </pc:spChg>
        <pc:spChg chg="add mod">
          <ac:chgData name="Yeo Xiong Wei, Jonathan" userId="ac2b658e-7ce1-44bb-9f9f-bf4198ceaa29" providerId="ADAL" clId="{0930DBAC-AC8E-4B24-9FFA-ACDEF1459218}" dt="2022-09-04T03:16:03.253" v="3657" actId="1038"/>
          <ac:spMkLst>
            <pc:docMk/>
            <pc:sldMk cId="2133190212" sldId="420"/>
            <ac:spMk id="68" creationId="{1B828BC0-7F7B-9764-0C12-6ABC8FB87B04}"/>
          </ac:spMkLst>
        </pc:spChg>
        <pc:grpChg chg="add mod">
          <ac:chgData name="Yeo Xiong Wei, Jonathan" userId="ac2b658e-7ce1-44bb-9f9f-bf4198ceaa29" providerId="ADAL" clId="{0930DBAC-AC8E-4B24-9FFA-ACDEF1459218}" dt="2022-09-01T03:35:41.973" v="1585" actId="164"/>
          <ac:grpSpMkLst>
            <pc:docMk/>
            <pc:sldMk cId="2133190212" sldId="420"/>
            <ac:grpSpMk id="41" creationId="{DFAAA98B-DEC3-3B92-D8AF-4F5C15099D8B}"/>
          </ac:grpSpMkLst>
        </pc:grpChg>
        <pc:grpChg chg="add mod">
          <ac:chgData name="Yeo Xiong Wei, Jonathan" userId="ac2b658e-7ce1-44bb-9f9f-bf4198ceaa29" providerId="ADAL" clId="{0930DBAC-AC8E-4B24-9FFA-ACDEF1459218}" dt="2022-09-01T03:35:27.851" v="1584" actId="164"/>
          <ac:grpSpMkLst>
            <pc:docMk/>
            <pc:sldMk cId="2133190212" sldId="420"/>
            <ac:grpSpMk id="42" creationId="{31DF62C1-AC7B-F337-900E-CBCD29C0E0EC}"/>
          </ac:grpSpMkLst>
        </pc:grpChg>
        <pc:grpChg chg="add mod">
          <ac:chgData name="Yeo Xiong Wei, Jonathan" userId="ac2b658e-7ce1-44bb-9f9f-bf4198ceaa29" providerId="ADAL" clId="{0930DBAC-AC8E-4B24-9FFA-ACDEF1459218}" dt="2022-09-04T03:16:03.253" v="3657" actId="1038"/>
          <ac:grpSpMkLst>
            <pc:docMk/>
            <pc:sldMk cId="2133190212" sldId="420"/>
            <ac:grpSpMk id="64" creationId="{9A768DB6-49FE-518D-70A3-033AD0D3D2A6}"/>
          </ac:grpSpMkLst>
        </pc:grpChg>
        <pc:grpChg chg="add mod">
          <ac:chgData name="Yeo Xiong Wei, Jonathan" userId="ac2b658e-7ce1-44bb-9f9f-bf4198ceaa29" providerId="ADAL" clId="{0930DBAC-AC8E-4B24-9FFA-ACDEF1459218}" dt="2022-09-04T03:16:03.253" v="3657" actId="1038"/>
          <ac:grpSpMkLst>
            <pc:docMk/>
            <pc:sldMk cId="2133190212" sldId="420"/>
            <ac:grpSpMk id="65" creationId="{ADE2155D-C652-8041-8FF6-502299E2C647}"/>
          </ac:grpSpMkLst>
        </pc:grpChg>
        <pc:inkChg chg="add">
          <ac:chgData name="Yeo Xiong Wei, Jonathan" userId="ac2b658e-7ce1-44bb-9f9f-bf4198ceaa29" providerId="ADAL" clId="{0930DBAC-AC8E-4B24-9FFA-ACDEF1459218}" dt="2022-09-05T03:15:21.355" v="4994"/>
          <ac:inkMkLst>
            <pc:docMk/>
            <pc:sldMk cId="2133190212" sldId="420"/>
            <ac:inkMk id="3" creationId="{7E57FC6F-DEEB-F2B3-9569-25E4B967EEDF}"/>
          </ac:inkMkLst>
        </pc:inkChg>
        <pc:cxnChg chg="add del mod">
          <ac:chgData name="Yeo Xiong Wei, Jonathan" userId="ac2b658e-7ce1-44bb-9f9f-bf4198ceaa29" providerId="ADAL" clId="{0930DBAC-AC8E-4B24-9FFA-ACDEF1459218}" dt="2022-09-01T03:28:40.705" v="763"/>
          <ac:cxnSpMkLst>
            <pc:docMk/>
            <pc:sldMk cId="2133190212" sldId="420"/>
            <ac:cxnSpMk id="7" creationId="{371404A3-7E46-DB08-7DB6-2EE4F8694CD6}"/>
          </ac:cxnSpMkLst>
        </pc:cxnChg>
        <pc:cxnChg chg="add del mod">
          <ac:chgData name="Yeo Xiong Wei, Jonathan" userId="ac2b658e-7ce1-44bb-9f9f-bf4198ceaa29" providerId="ADAL" clId="{0930DBAC-AC8E-4B24-9FFA-ACDEF1459218}" dt="2022-09-01T03:28:40.705" v="763"/>
          <ac:cxnSpMkLst>
            <pc:docMk/>
            <pc:sldMk cId="2133190212" sldId="420"/>
            <ac:cxnSpMk id="8" creationId="{9FE14D17-AE8B-E190-F3D9-39E242F56FA3}"/>
          </ac:cxnSpMkLst>
        </pc:cxnChg>
        <pc:cxnChg chg="add del mod">
          <ac:chgData name="Yeo Xiong Wei, Jonathan" userId="ac2b658e-7ce1-44bb-9f9f-bf4198ceaa29" providerId="ADAL" clId="{0930DBAC-AC8E-4B24-9FFA-ACDEF1459218}" dt="2022-09-01T03:28:40.705" v="763"/>
          <ac:cxnSpMkLst>
            <pc:docMk/>
            <pc:sldMk cId="2133190212" sldId="420"/>
            <ac:cxnSpMk id="9" creationId="{083172F5-5D22-C7A7-CFC8-4076E632D558}"/>
          </ac:cxnSpMkLst>
        </pc:cxnChg>
        <pc:cxnChg chg="add del mod">
          <ac:chgData name="Yeo Xiong Wei, Jonathan" userId="ac2b658e-7ce1-44bb-9f9f-bf4198ceaa29" providerId="ADAL" clId="{0930DBAC-AC8E-4B24-9FFA-ACDEF1459218}" dt="2022-09-01T03:28:40.705" v="763"/>
          <ac:cxnSpMkLst>
            <pc:docMk/>
            <pc:sldMk cId="2133190212" sldId="420"/>
            <ac:cxnSpMk id="10" creationId="{AF2F73D1-3DE6-BA67-23BE-7C4952DD43F4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11" creationId="{D0A9A2B2-C109-E263-D48C-07B283C3B27A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12" creationId="{5F33A87D-0759-2DE6-0FC3-00BCA1E0C70B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13" creationId="{1DB25D78-01F1-E7B0-3261-DA172F0A31D1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14" creationId="{A76CB993-424D-4E17-1B87-861AD2DDD667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23" creationId="{F0CF3768-B7E3-06FE-F292-F1B9CFF6CE15}"/>
          </ac:cxnSpMkLst>
        </pc:cxnChg>
        <pc:cxnChg chg="add mod">
          <ac:chgData name="Yeo Xiong Wei, Jonathan" userId="ac2b658e-7ce1-44bb-9f9f-bf4198ceaa29" providerId="ADAL" clId="{0930DBAC-AC8E-4B24-9FFA-ACDEF1459218}" dt="2022-09-01T03:30:07.562" v="789" actId="164"/>
          <ac:cxnSpMkLst>
            <pc:docMk/>
            <pc:sldMk cId="2133190212" sldId="420"/>
            <ac:cxnSpMk id="24" creationId="{D6EFB27A-8579-8C84-4C3F-DE307ADC7935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43" creationId="{1ABF0808-E4E6-5F0A-EAAA-40F5FA415F46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44" creationId="{A9E4CAA4-10E3-A25B-0FB9-2046F2F98FB6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45" creationId="{C3B4DB46-B820-5487-E443-71D5CF20F75B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46" creationId="{4F4DA085-D7C6-5E1A-A4DC-7775C2F6EAC1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49" creationId="{A41C0FA9-7787-2B1B-6FC0-ED3C58AE3C46}"/>
          </ac:cxnSpMkLst>
        </pc:cxnChg>
        <pc:cxnChg chg="mod">
          <ac:chgData name="Yeo Xiong Wei, Jonathan" userId="ac2b658e-7ce1-44bb-9f9f-bf4198ceaa29" providerId="ADAL" clId="{0930DBAC-AC8E-4B24-9FFA-ACDEF1459218}" dt="2022-09-01T03:30:09.781" v="790"/>
          <ac:cxnSpMkLst>
            <pc:docMk/>
            <pc:sldMk cId="2133190212" sldId="420"/>
            <ac:cxnSpMk id="50" creationId="{DFE104B7-2298-2B90-E554-4E04EB7120DA}"/>
          </ac:cxnSpMkLst>
        </pc:cxnChg>
        <pc:cxnChg chg="add mod">
          <ac:chgData name="Yeo Xiong Wei, Jonathan" userId="ac2b658e-7ce1-44bb-9f9f-bf4198ceaa29" providerId="ADAL" clId="{0930DBAC-AC8E-4B24-9FFA-ACDEF1459218}" dt="2022-09-01T03:35:27.851" v="1584" actId="164"/>
          <ac:cxnSpMkLst>
            <pc:docMk/>
            <pc:sldMk cId="2133190212" sldId="420"/>
            <ac:cxnSpMk id="53" creationId="{E5E1B3D1-6684-1CCD-1BBE-472C060B664A}"/>
          </ac:cxnSpMkLst>
        </pc:cxnChg>
      </pc:sldChg>
      <pc:sldChg chg="modSp add mod modNotesTx">
        <pc:chgData name="Yeo Xiong Wei, Jonathan" userId="ac2b658e-7ce1-44bb-9f9f-bf4198ceaa29" providerId="ADAL" clId="{0930DBAC-AC8E-4B24-9FFA-ACDEF1459218}" dt="2022-09-04T03:53:47.391" v="4868" actId="20577"/>
        <pc:sldMkLst>
          <pc:docMk/>
          <pc:sldMk cId="1096338625" sldId="421"/>
        </pc:sldMkLst>
        <pc:spChg chg="mod">
          <ac:chgData name="Yeo Xiong Wei, Jonathan" userId="ac2b658e-7ce1-44bb-9f9f-bf4198ceaa29" providerId="ADAL" clId="{0930DBAC-AC8E-4B24-9FFA-ACDEF1459218}" dt="2022-09-04T03:53:47.391" v="4868" actId="20577"/>
          <ac:spMkLst>
            <pc:docMk/>
            <pc:sldMk cId="1096338625" sldId="421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C75E57D2-695A-461E-B43F-1E5B75E26DE4}"/>
    <pc:docChg chg="custSel modSld">
      <pc:chgData name="Yeo Xiong Wei, Jonathan" userId="ac2b658e-7ce1-44bb-9f9f-bf4198ceaa29" providerId="ADAL" clId="{C75E57D2-695A-461E-B43F-1E5B75E26DE4}" dt="2024-06-29T01:38:24.886" v="114" actId="20577"/>
      <pc:docMkLst>
        <pc:docMk/>
      </pc:docMkLst>
      <pc:sldChg chg="modSp">
        <pc:chgData name="Yeo Xiong Wei, Jonathan" userId="ac2b658e-7ce1-44bb-9f9f-bf4198ceaa29" providerId="ADAL" clId="{C75E57D2-695A-461E-B43F-1E5B75E26DE4}" dt="2024-06-29T01:37:07.924" v="70" actId="20577"/>
        <pc:sldMkLst>
          <pc:docMk/>
          <pc:sldMk cId="508996749" sldId="409"/>
        </pc:sldMkLst>
        <pc:spChg chg="mod">
          <ac:chgData name="Yeo Xiong Wei, Jonathan" userId="ac2b658e-7ce1-44bb-9f9f-bf4198ceaa29" providerId="ADAL" clId="{C75E57D2-695A-461E-B43F-1E5B75E26DE4}" dt="2024-06-29T01:37:07.924" v="70" actId="20577"/>
          <ac:spMkLst>
            <pc:docMk/>
            <pc:sldMk cId="508996749" sldId="409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75E57D2-695A-461E-B43F-1E5B75E26DE4}" dt="2024-06-29T01:29:21.953" v="46" actId="6549"/>
        <pc:sldMkLst>
          <pc:docMk/>
          <pc:sldMk cId="1954964448" sldId="411"/>
        </pc:sldMkLst>
        <pc:spChg chg="mod">
          <ac:chgData name="Yeo Xiong Wei, Jonathan" userId="ac2b658e-7ce1-44bb-9f9f-bf4198ceaa29" providerId="ADAL" clId="{C75E57D2-695A-461E-B43F-1E5B75E26DE4}" dt="2024-06-29T01:29:21.953" v="46" actId="6549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75E57D2-695A-461E-B43F-1E5B75E26DE4}" dt="2024-06-29T01:36:21.889" v="48" actId="113"/>
        <pc:sldMkLst>
          <pc:docMk/>
          <pc:sldMk cId="675587881" sldId="430"/>
        </pc:sldMkLst>
        <pc:spChg chg="mod">
          <ac:chgData name="Yeo Xiong Wei, Jonathan" userId="ac2b658e-7ce1-44bb-9f9f-bf4198ceaa29" providerId="ADAL" clId="{C75E57D2-695A-461E-B43F-1E5B75E26DE4}" dt="2024-06-29T01:36:21.889" v="48" actId="113"/>
          <ac:spMkLst>
            <pc:docMk/>
            <pc:sldMk cId="675587881" sldId="430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75E57D2-695A-461E-B43F-1E5B75E26DE4}" dt="2024-06-29T01:38:24.886" v="114" actId="20577"/>
        <pc:sldMkLst>
          <pc:docMk/>
          <pc:sldMk cId="3437230309" sldId="433"/>
        </pc:sldMkLst>
        <pc:spChg chg="mod">
          <ac:chgData name="Yeo Xiong Wei, Jonathan" userId="ac2b658e-7ce1-44bb-9f9f-bf4198ceaa29" providerId="ADAL" clId="{C75E57D2-695A-461E-B43F-1E5B75E26DE4}" dt="2024-06-29T01:38:24.886" v="114" actId="20577"/>
          <ac:spMkLst>
            <pc:docMk/>
            <pc:sldMk cId="3437230309" sldId="433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CDEDA13B-529A-4BA7-8ABC-85F9FB20E4D4}"/>
    <pc:docChg chg="custSel modSld">
      <pc:chgData name="Yeo Xiong Wei, Jonathan" userId="ac2b658e-7ce1-44bb-9f9f-bf4198ceaa29" providerId="ADAL" clId="{CDEDA13B-529A-4BA7-8ABC-85F9FB20E4D4}" dt="2023-09-11T10:05:27.900" v="44" actId="207"/>
      <pc:docMkLst>
        <pc:docMk/>
      </pc:docMkLst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4248617749" sldId="354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4248617749" sldId="354"/>
            <ac:inkMk id="2" creationId="{BF13D10B-052C-5899-DD1E-140CB63F5C55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2578495819" sldId="380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578495819" sldId="380"/>
            <ac:inkMk id="2" creationId="{7FDDAA75-BCFE-8CB2-DB7E-C9DB06BD5417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605036827" sldId="381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605036827" sldId="381"/>
            <ac:inkMk id="2" creationId="{86395C2C-7557-5DE9-AE2C-44859935FA0D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412208863" sldId="383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412208863" sldId="383"/>
            <ac:inkMk id="2" creationId="{8023A006-2A6C-A510-693A-95B6454B1F2D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203036488" sldId="384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203036488" sldId="384"/>
            <ac:inkMk id="2" creationId="{B4FAFAF0-99C5-90CB-765D-E5919FF4C337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234614077" sldId="385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234614077" sldId="385"/>
            <ac:inkMk id="2" creationId="{29816EA6-774F-6296-6819-288BAEAC7D1A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025782446" sldId="386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025782446" sldId="386"/>
            <ac:inkMk id="2" creationId="{5925951E-861E-5975-7940-F7D335500A00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231186096" sldId="387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31186096" sldId="387"/>
            <ac:inkMk id="2" creationId="{1C97E23A-C62A-D3CD-C0F2-4104BEEEA526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2948976560" sldId="388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948976560" sldId="388"/>
            <ac:inkMk id="2" creationId="{411457E1-079E-50AB-8B5F-9FCA3DEA038B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783786213" sldId="389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783786213" sldId="389"/>
            <ac:inkMk id="2" creationId="{C188B16C-CE6E-7D0E-0228-484F7F9EA727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2269779778" sldId="390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269779778" sldId="390"/>
            <ac:inkMk id="2" creationId="{13DB5AFC-09A4-A935-C96E-5262F07A0330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295338883" sldId="394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295338883" sldId="394"/>
            <ac:inkMk id="2" creationId="{912852FC-1A3C-937F-B1EA-A26D2DA8C575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474304775" sldId="395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474304775" sldId="395"/>
            <ac:inkMk id="2" creationId="{25D6181C-4AA4-56C4-F4CE-EB19871027D9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625042615" sldId="399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625042615" sldId="399"/>
            <ac:inkMk id="5" creationId="{3417E565-2580-CA55-A10A-BDEE31797D0C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4085472884" sldId="400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4085472884" sldId="400"/>
            <ac:inkMk id="4" creationId="{7BB0EB62-D8C4-3098-F9EF-26F71F444D11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357095976" sldId="401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357095976" sldId="401"/>
            <ac:inkMk id="2" creationId="{5BBED813-B978-020E-AFC6-313E93CE1F38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783374196" sldId="403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783374196" sldId="403"/>
            <ac:inkMk id="2" creationId="{125DB306-9311-6038-0D7E-51FC637B38F3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955598191" sldId="406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955598191" sldId="406"/>
            <ac:inkMk id="6" creationId="{CD064B44-FF1E-CFC7-0477-D03488E06F83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508996749" sldId="409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508996749" sldId="409"/>
            <ac:inkMk id="2" creationId="{3DF198BE-2FD8-966D-A890-7E10EED7ECFE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400106165" sldId="410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400106165" sldId="410"/>
            <ac:inkMk id="3" creationId="{D58783AB-1C00-E754-23E8-F475D58EBD4E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954964448" sldId="411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954964448" sldId="411"/>
            <ac:inkMk id="2" creationId="{62AEF3AA-2A4C-38B0-1AFD-B716322A72D1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794818606" sldId="412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794818606" sldId="412"/>
            <ac:inkMk id="2" creationId="{92A5C511-0FB2-140B-39CD-6690D5878CCE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2332252" sldId="414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2332252" sldId="414"/>
            <ac:inkMk id="3" creationId="{01A02B40-F864-E417-980E-6582369FA34B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3934989784" sldId="417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3934989784" sldId="417"/>
            <ac:inkMk id="2" creationId="{F03C1ADF-ACD4-BAC1-AEFB-72615D4CD83D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4205774086" sldId="418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4205774086" sldId="418"/>
            <ac:inkMk id="2" creationId="{B1563CDD-2EAD-701E-1EE6-AF3A101E643F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304161423" sldId="419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304161423" sldId="419"/>
            <ac:inkMk id="5" creationId="{B0C258E4-DAA0-22CA-D76B-8AFAB940FC07}"/>
          </ac:inkMkLst>
        </pc:inkChg>
      </pc:sldChg>
      <pc:sldChg chg="addSp delSp modSp mod">
        <pc:chgData name="Yeo Xiong Wei, Jonathan" userId="ac2b658e-7ce1-44bb-9f9f-bf4198ceaa29" providerId="ADAL" clId="{CDEDA13B-529A-4BA7-8ABC-85F9FB20E4D4}" dt="2023-09-11T10:05:27.900" v="44" actId="207"/>
        <pc:sldMkLst>
          <pc:docMk/>
          <pc:sldMk cId="1096338625" sldId="421"/>
        </pc:sldMkLst>
        <pc:graphicFrameChg chg="mod">
          <ac:chgData name="Yeo Xiong Wei, Jonathan" userId="ac2b658e-7ce1-44bb-9f9f-bf4198ceaa29" providerId="ADAL" clId="{CDEDA13B-529A-4BA7-8ABC-85F9FB20E4D4}" dt="2023-09-11T10:05:24.358" v="43" actId="207"/>
          <ac:graphicFrameMkLst>
            <pc:docMk/>
            <pc:sldMk cId="1096338625" sldId="421"/>
            <ac:graphicFrameMk id="2" creationId="{7B563554-5B56-1528-322B-9A8CC057665E}"/>
          </ac:graphicFrameMkLst>
        </pc:graphicFrameChg>
        <pc:graphicFrameChg chg="mod">
          <ac:chgData name="Yeo Xiong Wei, Jonathan" userId="ac2b658e-7ce1-44bb-9f9f-bf4198ceaa29" providerId="ADAL" clId="{CDEDA13B-529A-4BA7-8ABC-85F9FB20E4D4}" dt="2023-09-11T10:05:27.900" v="44" actId="207"/>
          <ac:graphicFrameMkLst>
            <pc:docMk/>
            <pc:sldMk cId="1096338625" sldId="421"/>
            <ac:graphicFrameMk id="6" creationId="{4A4D8F41-5FBC-849D-F1B6-22728944BBA8}"/>
          </ac:graphicFrameMkLst>
        </pc:graphicFrameChg>
        <pc:inkChg chg="add del">
          <ac:chgData name="Yeo Xiong Wei, Jonathan" userId="ac2b658e-7ce1-44bb-9f9f-bf4198ceaa29" providerId="ADAL" clId="{CDEDA13B-529A-4BA7-8ABC-85F9FB20E4D4}" dt="2023-09-11T10:04:19.178" v="1" actId="478"/>
          <ac:inkMkLst>
            <pc:docMk/>
            <pc:sldMk cId="1096338625" sldId="421"/>
            <ac:inkMk id="7" creationId="{08C5172E-5C59-A71C-4A25-B7CF1B5E2536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903670562" sldId="422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903670562" sldId="422"/>
            <ac:inkMk id="4" creationId="{F819E962-40E8-07EA-B3A4-BEF64E316A2E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459468741" sldId="423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459468741" sldId="423"/>
            <ac:inkMk id="2" creationId="{2751790C-3E8B-BAAA-20B3-653E60FDF7AF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759212306" sldId="424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759212306" sldId="424"/>
            <ac:inkMk id="2" creationId="{F311785C-7FAB-7782-8737-56A477539C4D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1565955535" sldId="426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1565955535" sldId="426"/>
            <ac:inkMk id="2" creationId="{8F1AEE5E-3DBA-73FA-3893-72A507907369}"/>
          </ac:inkMkLst>
        </pc:inkChg>
      </pc:sldChg>
      <pc:sldChg chg="addSp">
        <pc:chgData name="Yeo Xiong Wei, Jonathan" userId="ac2b658e-7ce1-44bb-9f9f-bf4198ceaa29" providerId="ADAL" clId="{CDEDA13B-529A-4BA7-8ABC-85F9FB20E4D4}" dt="2023-09-11T03:36:35.418" v="0"/>
        <pc:sldMkLst>
          <pc:docMk/>
          <pc:sldMk cId="2587836690" sldId="427"/>
        </pc:sldMkLst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587836690" sldId="427"/>
            <ac:inkMk id="2" creationId="{F3ECB284-2331-8AFF-34EC-78F3320AABFC}"/>
          </ac:inkMkLst>
        </pc:inkChg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587836690" sldId="427"/>
            <ac:inkMk id="3" creationId="{84610EAC-21B3-4459-2609-E7D418E32B02}"/>
          </ac:inkMkLst>
        </pc:inkChg>
        <pc:inkChg chg="add">
          <ac:chgData name="Yeo Xiong Wei, Jonathan" userId="ac2b658e-7ce1-44bb-9f9f-bf4198ceaa29" providerId="ADAL" clId="{CDEDA13B-529A-4BA7-8ABC-85F9FB20E4D4}" dt="2023-09-11T03:36:35.418" v="0"/>
          <ac:inkMkLst>
            <pc:docMk/>
            <pc:sldMk cId="2587836690" sldId="427"/>
            <ac:inkMk id="5" creationId="{6AAD1A3E-2C4D-6DB5-B8D1-C3DC9B42BAB4}"/>
          </ac:inkMkLst>
        </pc:inkChg>
      </pc:sldChg>
    </pc:docChg>
  </pc:docChgLst>
  <pc:docChgLst>
    <pc:chgData name="Yeo Xiong Wei, Jonathan" userId="ac2b658e-7ce1-44bb-9f9f-bf4198ceaa29" providerId="ADAL" clId="{735FB5B9-BCA3-4CE4-A9E4-FD533F8C484A}"/>
    <pc:docChg chg="undo custSel addSld modSld sldOrd">
      <pc:chgData name="Yeo Xiong Wei, Jonathan" userId="ac2b658e-7ce1-44bb-9f9f-bf4198ceaa29" providerId="ADAL" clId="{735FB5B9-BCA3-4CE4-A9E4-FD533F8C484A}" dt="2023-09-15T01:43:53.405" v="2020"/>
      <pc:docMkLst>
        <pc:docMk/>
      </pc:docMkLst>
      <pc:sldChg chg="addSp delSp modSp mod modAnim">
        <pc:chgData name="Yeo Xiong Wei, Jonathan" userId="ac2b658e-7ce1-44bb-9f9f-bf4198ceaa29" providerId="ADAL" clId="{735FB5B9-BCA3-4CE4-A9E4-FD533F8C484A}" dt="2023-09-06T06:31:35.945" v="427"/>
        <pc:sldMkLst>
          <pc:docMk/>
          <pc:sldMk cId="1057290077" sldId="351"/>
        </pc:sldMkLst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2" creationId="{F392EEB1-7264-F71D-380D-36000E8466FE}"/>
          </ac:spMkLst>
        </pc:spChg>
        <pc:spChg chg="mod">
          <ac:chgData name="Yeo Xiong Wei, Jonathan" userId="ac2b658e-7ce1-44bb-9f9f-bf4198ceaa29" providerId="ADAL" clId="{735FB5B9-BCA3-4CE4-A9E4-FD533F8C484A}" dt="2023-09-06T06:28:55.363" v="406" actId="1076"/>
          <ac:spMkLst>
            <pc:docMk/>
            <pc:sldMk cId="1057290077" sldId="351"/>
            <ac:spMk id="3" creationId="{F57AB634-0136-4E03-BC8E-D70F03F631AB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4" creationId="{FEF43FCD-D821-9953-760F-AF5983CFB44C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5" creationId="{89CB866B-E37E-8ECE-E28E-93597338EB47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6" creationId="{86E34312-44C7-A931-8FF8-2AF10429E730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7" creationId="{4C861690-856F-FE40-BB2B-4B099631AC2B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8" creationId="{B80CB056-7146-1BD4-B975-8540364E0CE8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9" creationId="{4F9D2977-61C8-82DA-B5A9-161C59C723A4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0" creationId="{1F437B5F-8AEF-B700-665B-0F2F84CE5B88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1" creationId="{39556F2B-F645-7E72-B8E0-E582BD5A248B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2" creationId="{9CEF0BA4-B3F3-FF78-979A-57D606DBB9AF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3" creationId="{76A697D0-D69C-BD2F-3388-465C7968C845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4" creationId="{0ED53538-D2E2-4F74-CA8F-210A4A94F4D4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5" creationId="{F343F0C4-19B9-4DDF-3272-7AAAAD016AC8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6" creationId="{936D7246-1AF0-63E6-EABD-F5106B2C471E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7" creationId="{A0E4BDCD-5ABB-CE40-CE51-5EF4663150E1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8" creationId="{7EC4BD5B-8A25-D28C-1E07-83F288132C50}"/>
          </ac:spMkLst>
        </pc:spChg>
        <pc:spChg chg="add mod">
          <ac:chgData name="Yeo Xiong Wei, Jonathan" userId="ac2b658e-7ce1-44bb-9f9f-bf4198ceaa29" providerId="ADAL" clId="{735FB5B9-BCA3-4CE4-A9E4-FD533F8C484A}" dt="2023-09-06T06:13:56.623" v="100" actId="164"/>
          <ac:spMkLst>
            <pc:docMk/>
            <pc:sldMk cId="1057290077" sldId="351"/>
            <ac:spMk id="19" creationId="{C0F57521-E5C2-CEC2-3308-2BAB7683AFE0}"/>
          </ac:spMkLst>
        </pc:spChg>
        <pc:spChg chg="add mod">
          <ac:chgData name="Yeo Xiong Wei, Jonathan" userId="ac2b658e-7ce1-44bb-9f9f-bf4198ceaa29" providerId="ADAL" clId="{735FB5B9-BCA3-4CE4-A9E4-FD533F8C484A}" dt="2023-09-06T06:28:47.905" v="404" actId="1076"/>
          <ac:spMkLst>
            <pc:docMk/>
            <pc:sldMk cId="1057290077" sldId="351"/>
            <ac:spMk id="21" creationId="{752B5A0F-37B0-D4C7-675C-037B81843F82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3" creationId="{79B673E2-5659-34C8-043E-78FF4305E165}"/>
          </ac:spMkLst>
        </pc:spChg>
        <pc:spChg chg="del mod">
          <ac:chgData name="Yeo Xiong Wei, Jonathan" userId="ac2b658e-7ce1-44bb-9f9f-bf4198ceaa29" providerId="ADAL" clId="{735FB5B9-BCA3-4CE4-A9E4-FD533F8C484A}" dt="2023-09-06T06:14:39.857" v="112" actId="478"/>
          <ac:spMkLst>
            <pc:docMk/>
            <pc:sldMk cId="1057290077" sldId="351"/>
            <ac:spMk id="24" creationId="{5AF052EE-C25C-CFD5-3132-9F0A3D4B22EE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5" creationId="{0B9EE8D2-3C08-5E70-239C-191FC1FA0DA0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6" creationId="{51126D4C-72F5-AB50-499D-514463C2BAC0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7" creationId="{61FC1AFD-5962-6AF3-CF52-D29AABB82FB7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8" creationId="{5E389A29-CF84-8277-81DF-395AE08066DB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29" creationId="{D3E23BD0-2000-FA3C-D686-A6F28294872A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0" creationId="{EACBD84A-9A51-8E79-0CE0-0DF11B33BE45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1" creationId="{232B4B68-AEFD-6E6E-19CD-AE7C77003452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2" creationId="{6620A318-AA0C-9369-D454-F7C76F7CB7BA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3" creationId="{3A037D4F-3D61-4EA8-642A-D2038246FEEC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4" creationId="{1C038152-17C4-A280-9375-A7B058B40128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5" creationId="{D4052D0F-E7D0-050F-972B-1087BFF011B9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6" creationId="{B4AC39D5-8D78-749E-4EE3-7FFA8D280C70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7" creationId="{F9D30040-6AC7-6E46-DF0C-AF3691A32623}"/>
          </ac:spMkLst>
        </pc:spChg>
        <pc:spChg chg="mod">
          <ac:chgData name="Yeo Xiong Wei, Jonathan" userId="ac2b658e-7ce1-44bb-9f9f-bf4198ceaa29" providerId="ADAL" clId="{735FB5B9-BCA3-4CE4-A9E4-FD533F8C484A}" dt="2023-09-06T06:14:33.953" v="107"/>
          <ac:spMkLst>
            <pc:docMk/>
            <pc:sldMk cId="1057290077" sldId="351"/>
            <ac:spMk id="38" creationId="{A46BA536-230E-96AA-7E90-EC25B6D74C7F}"/>
          </ac:spMkLst>
        </pc:spChg>
        <pc:spChg chg="del mod">
          <ac:chgData name="Yeo Xiong Wei, Jonathan" userId="ac2b658e-7ce1-44bb-9f9f-bf4198ceaa29" providerId="ADAL" clId="{735FB5B9-BCA3-4CE4-A9E4-FD533F8C484A}" dt="2023-09-06T06:14:37.271" v="109" actId="478"/>
          <ac:spMkLst>
            <pc:docMk/>
            <pc:sldMk cId="1057290077" sldId="351"/>
            <ac:spMk id="39" creationId="{1019D24E-87DD-2BDD-E01D-B55473C5D732}"/>
          </ac:spMkLst>
        </pc:spChg>
        <pc:spChg chg="add del">
          <ac:chgData name="Yeo Xiong Wei, Jonathan" userId="ac2b658e-7ce1-44bb-9f9f-bf4198ceaa29" providerId="ADAL" clId="{735FB5B9-BCA3-4CE4-A9E4-FD533F8C484A}" dt="2023-09-06T06:15:12.479" v="117" actId="478"/>
          <ac:spMkLst>
            <pc:docMk/>
            <pc:sldMk cId="1057290077" sldId="351"/>
            <ac:spMk id="42" creationId="{104F1486-64E0-AC53-6348-E0C1CB0BDFA6}"/>
          </ac:spMkLst>
        </pc:spChg>
        <pc:spChg chg="add del mod">
          <ac:chgData name="Yeo Xiong Wei, Jonathan" userId="ac2b658e-7ce1-44bb-9f9f-bf4198ceaa29" providerId="ADAL" clId="{735FB5B9-BCA3-4CE4-A9E4-FD533F8C484A}" dt="2023-09-06T06:15:29.893" v="125" actId="478"/>
          <ac:spMkLst>
            <pc:docMk/>
            <pc:sldMk cId="1057290077" sldId="351"/>
            <ac:spMk id="43" creationId="{3AA5A8E1-2D02-7D98-6411-45CAD4A92BBD}"/>
          </ac:spMkLst>
        </pc:spChg>
        <pc:spChg chg="add del mod">
          <ac:chgData name="Yeo Xiong Wei, Jonathan" userId="ac2b658e-7ce1-44bb-9f9f-bf4198ceaa29" providerId="ADAL" clId="{735FB5B9-BCA3-4CE4-A9E4-FD533F8C484A}" dt="2023-09-06T06:16:16.338" v="132" actId="478"/>
          <ac:spMkLst>
            <pc:docMk/>
            <pc:sldMk cId="1057290077" sldId="351"/>
            <ac:spMk id="44" creationId="{5BA0CBDC-025B-D760-5C6F-C724D7C93EAF}"/>
          </ac:spMkLst>
        </pc:spChg>
        <pc:spChg chg="add mod">
          <ac:chgData name="Yeo Xiong Wei, Jonathan" userId="ac2b658e-7ce1-44bb-9f9f-bf4198ceaa29" providerId="ADAL" clId="{735FB5B9-BCA3-4CE4-A9E4-FD533F8C484A}" dt="2023-09-06T06:16:38.629" v="143" actId="164"/>
          <ac:spMkLst>
            <pc:docMk/>
            <pc:sldMk cId="1057290077" sldId="351"/>
            <ac:spMk id="45" creationId="{19E22489-A4FC-F59B-8B89-EAD9D0D00AFB}"/>
          </ac:spMkLst>
        </pc:spChg>
        <pc:spChg chg="add mod">
          <ac:chgData name="Yeo Xiong Wei, Jonathan" userId="ac2b658e-7ce1-44bb-9f9f-bf4198ceaa29" providerId="ADAL" clId="{735FB5B9-BCA3-4CE4-A9E4-FD533F8C484A}" dt="2023-09-06T06:16:38.629" v="143" actId="164"/>
          <ac:spMkLst>
            <pc:docMk/>
            <pc:sldMk cId="1057290077" sldId="351"/>
            <ac:spMk id="46" creationId="{53E63A87-C17C-EC03-DBD5-35EAA2A8639A}"/>
          </ac:spMkLst>
        </pc:spChg>
        <pc:spChg chg="mod">
          <ac:chgData name="Yeo Xiong Wei, Jonathan" userId="ac2b658e-7ce1-44bb-9f9f-bf4198ceaa29" providerId="ADAL" clId="{735FB5B9-BCA3-4CE4-A9E4-FD533F8C484A}" dt="2023-09-06T06:16:47.309" v="145"/>
          <ac:spMkLst>
            <pc:docMk/>
            <pc:sldMk cId="1057290077" sldId="351"/>
            <ac:spMk id="49" creationId="{8D2220BA-FAD6-B6E6-BD04-0342765AEBE0}"/>
          </ac:spMkLst>
        </pc:spChg>
        <pc:spChg chg="mod">
          <ac:chgData name="Yeo Xiong Wei, Jonathan" userId="ac2b658e-7ce1-44bb-9f9f-bf4198ceaa29" providerId="ADAL" clId="{735FB5B9-BCA3-4CE4-A9E4-FD533F8C484A}" dt="2023-09-06T06:16:47.309" v="145"/>
          <ac:spMkLst>
            <pc:docMk/>
            <pc:sldMk cId="1057290077" sldId="351"/>
            <ac:spMk id="50" creationId="{9182B86E-0724-7240-13CB-C0715EA0372D}"/>
          </ac:spMkLst>
        </pc:spChg>
        <pc:spChg chg="mod">
          <ac:chgData name="Yeo Xiong Wei, Jonathan" userId="ac2b658e-7ce1-44bb-9f9f-bf4198ceaa29" providerId="ADAL" clId="{735FB5B9-BCA3-4CE4-A9E4-FD533F8C484A}" dt="2023-09-06T06:16:57.283" v="158"/>
          <ac:spMkLst>
            <pc:docMk/>
            <pc:sldMk cId="1057290077" sldId="351"/>
            <ac:spMk id="52" creationId="{03C92BEA-2140-7DC2-38C9-E880FAE8F927}"/>
          </ac:spMkLst>
        </pc:spChg>
        <pc:spChg chg="mod">
          <ac:chgData name="Yeo Xiong Wei, Jonathan" userId="ac2b658e-7ce1-44bb-9f9f-bf4198ceaa29" providerId="ADAL" clId="{735FB5B9-BCA3-4CE4-A9E4-FD533F8C484A}" dt="2023-09-06T06:16:57.283" v="158"/>
          <ac:spMkLst>
            <pc:docMk/>
            <pc:sldMk cId="1057290077" sldId="351"/>
            <ac:spMk id="53" creationId="{65D23A23-5DA7-62C1-FEAA-89C4C80FB4F0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55" creationId="{3E479720-FCA5-68A7-44E6-97D336CCF83A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56" creationId="{D56BB3FF-C683-CDB6-2C65-5F4A8169AFD8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57" creationId="{50890D80-ECA0-177C-747B-3527849F7E2C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58" creationId="{3E4488CD-A79B-1F90-D3C8-A98A452A23B7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59" creationId="{D1576A90-9D8B-1A7D-0F3E-1FF8961FB10E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60" creationId="{6F8ED01A-C11D-9863-517A-C1F627D0779A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61" creationId="{DDAB5659-9B89-7BB6-3937-78E890497A02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62" creationId="{AC1C29DD-432D-EB6E-D837-9B9FFD793104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63" creationId="{A557ACD9-DD5D-30DA-151B-807C32F440CC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896" creationId="{59CCB7B8-5876-A986-9AB9-F81E07764623}"/>
          </ac:spMkLst>
        </pc:spChg>
        <pc:spChg chg="mod">
          <ac:chgData name="Yeo Xiong Wei, Jonathan" userId="ac2b658e-7ce1-44bb-9f9f-bf4198ceaa29" providerId="ADAL" clId="{735FB5B9-BCA3-4CE4-A9E4-FD533F8C484A}" dt="2023-09-06T06:30:47.840" v="424" actId="6549"/>
          <ac:spMkLst>
            <pc:docMk/>
            <pc:sldMk cId="1057290077" sldId="351"/>
            <ac:spMk id="80898" creationId="{00000000-0000-0000-0000-000000000000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899" creationId="{D51B6A2D-8854-6CE5-C2DA-899E6E0D50DF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900" creationId="{0CB339B3-512C-C7A5-2529-099D7BC15D57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901" creationId="{B46716C3-DC29-B902-1EA4-ABDB0DABE8A2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902" creationId="{E5F9598A-BD41-F741-1123-E1DB5E3D0D46}"/>
          </ac:spMkLst>
        </pc:spChg>
        <pc:spChg chg="mod">
          <ac:chgData name="Yeo Xiong Wei, Jonathan" userId="ac2b658e-7ce1-44bb-9f9f-bf4198ceaa29" providerId="ADAL" clId="{735FB5B9-BCA3-4CE4-A9E4-FD533F8C484A}" dt="2023-09-06T06:17:19.572" v="168"/>
          <ac:spMkLst>
            <pc:docMk/>
            <pc:sldMk cId="1057290077" sldId="351"/>
            <ac:spMk id="80903" creationId="{242773DD-68F4-77AD-518B-E38D7A300A01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0" creationId="{3E11B683-A8D5-17F5-8230-2536030EFB1F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1" creationId="{456AC379-E3CB-D209-0F16-92CDAB6323E9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2" creationId="{3876CF6C-F578-CEB0-3B7E-17A623AF71B5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3" creationId="{F417FE09-F32D-4BA1-FC6F-CCDD5A62AAAF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4" creationId="{45192F10-E26E-8E48-D14A-4C2AEA0B6CBF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5" creationId="{5F438A83-339A-5AC5-C980-FACB492B6253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6" creationId="{F3A26CF0-D8F1-0E4C-4245-A773BF9BF364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7" creationId="{2C515F29-61D5-A217-B995-507258BA212C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8" creationId="{1832F668-2C0C-43F1-2325-BCA6D67E7D3E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19" creationId="{8FC7D3F1-7A05-AA5E-E171-0DDECEE97C87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20" creationId="{51A18D65-0266-9121-60BC-163156A5198E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21" creationId="{C0086D3B-219A-00BD-3863-0AFC993885AE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22" creationId="{EF2D699E-86B8-CDEE-81D7-8EB779AFDEEF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23" creationId="{32D2A70E-B8E3-E9F0-EAA8-44E1E2D67B92}"/>
          </ac:spMkLst>
        </pc:spChg>
        <pc:spChg chg="mod">
          <ac:chgData name="Yeo Xiong Wei, Jonathan" userId="ac2b658e-7ce1-44bb-9f9f-bf4198ceaa29" providerId="ADAL" clId="{735FB5B9-BCA3-4CE4-A9E4-FD533F8C484A}" dt="2023-09-06T06:25:49.013" v="191"/>
          <ac:spMkLst>
            <pc:docMk/>
            <pc:sldMk cId="1057290077" sldId="351"/>
            <ac:spMk id="80924" creationId="{CC9F69AE-9AE8-B2BF-ED14-A2FB926E1023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28" creationId="{38D76BDE-15BF-BF46-9252-015D8CD2A41B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29" creationId="{C63DCFE1-931B-F81B-7797-18D9C64C8751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0" creationId="{7539E4CA-5227-13AB-6A90-06C5152B0FD3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1" creationId="{F9ABC39B-98BD-6670-FC70-C8E3B68CA356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2" creationId="{A9FA8620-3B3B-FC36-30B9-724252A9692D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3" creationId="{CEBB666C-93D4-D7B0-F470-181FC23728D2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4" creationId="{FA75CEE2-2E45-3991-A7CB-6C8CBD88EED4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5" creationId="{94BCEEF0-9095-552E-D745-56703DA89FA7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6" creationId="{2C1C0C7A-C148-C1F9-5A35-5B240230DD6F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7" creationId="{7E3B0AF3-F0C5-D404-A9FD-B18723465636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8" creationId="{5898C20E-1EB6-32EB-0D9E-45CAC31E7EBF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39" creationId="{BB288350-1F2B-DF7A-8ACC-CB979658359A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40" creationId="{B634CAC7-81EB-A8B5-E634-128E6CCDAA39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41" creationId="{DF038FFE-3512-484B-D5CD-04760AAF96DE}"/>
          </ac:spMkLst>
        </pc:spChg>
        <pc:spChg chg="mod">
          <ac:chgData name="Yeo Xiong Wei, Jonathan" userId="ac2b658e-7ce1-44bb-9f9f-bf4198ceaa29" providerId="ADAL" clId="{735FB5B9-BCA3-4CE4-A9E4-FD533F8C484A}" dt="2023-09-06T06:25:50.554" v="193"/>
          <ac:spMkLst>
            <pc:docMk/>
            <pc:sldMk cId="1057290077" sldId="351"/>
            <ac:spMk id="80942" creationId="{F8696984-6C1C-6BC6-1F78-F28E302CFE10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46" creationId="{0F5A49B4-9F78-F2F3-C7B6-9C2F21DDFB85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47" creationId="{F7121492-D8FB-2348-6154-8FFBB7EC2388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48" creationId="{DDE79D89-3D0F-9013-99E8-D8D4366371F2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49" creationId="{F61B2B9F-A850-FFAD-BF2D-B7D7BFF1FA4F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0" creationId="{AF09296B-F72A-F82E-7D9D-3BE02E79E5FA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1" creationId="{5E33C3C6-DDA1-B184-43D8-0F79591B30CB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2" creationId="{EC833880-A3FB-B0BC-862B-C50070A057F2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3" creationId="{3820F5A9-F277-BCC1-58C2-6B65F35F6B59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4" creationId="{BF983296-8921-4941-D902-430AAB2611DC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5" creationId="{67DCF5F4-0E17-AE21-314E-1084B0AB841B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6" creationId="{4D39C9E7-EE6F-AD27-C1DE-08A9FE6CB446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7" creationId="{D14DD5BA-31BF-D588-A55D-A76889F56D98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8" creationId="{68D585AD-85E2-5AD2-D893-482738481C2B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59" creationId="{32F767C4-C933-76D0-D3A4-FC277120143C}"/>
          </ac:spMkLst>
        </pc:spChg>
        <pc:spChg chg="mod">
          <ac:chgData name="Yeo Xiong Wei, Jonathan" userId="ac2b658e-7ce1-44bb-9f9f-bf4198ceaa29" providerId="ADAL" clId="{735FB5B9-BCA3-4CE4-A9E4-FD533F8C484A}" dt="2023-09-06T06:25:52.355" v="195"/>
          <ac:spMkLst>
            <pc:docMk/>
            <pc:sldMk cId="1057290077" sldId="351"/>
            <ac:spMk id="80960" creationId="{03E3E7FD-7A60-5523-F3BB-9F1AE2F4A278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4" creationId="{3014425F-1777-65FB-D670-D6BADC1A885B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5" creationId="{1749B3BA-B04D-897B-19D8-7FAA0638F7DB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6" creationId="{98490C03-D12B-BC85-C7D9-87D6FFCA137E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7" creationId="{F7D63516-5627-C49A-9F3B-9337FD66DD08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8" creationId="{048AB997-A9BA-25DC-04AC-406A8C3CE72F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69" creationId="{C3940B9A-CD94-CAB7-C946-A81510B55E48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0" creationId="{89E4B2ED-DEF5-16F2-D071-426E9EAE5F8B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1" creationId="{628807E9-780A-C07D-2A97-046BC2A07CB6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2" creationId="{687E1411-B938-DCE9-A4BE-CBF07A1FF8C4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3" creationId="{334F9313-E9F9-9606-AE7F-3B99951DDE2F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4" creationId="{F65B91DA-6687-3CDE-A5D6-1461F005D475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5" creationId="{D0C0B001-0327-76F0-38F1-BFD23C746549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6" creationId="{243E4451-8B27-3772-FB40-A6F870D0E856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7" creationId="{39C4350F-BE74-3DC1-6919-5B6B995D8668}"/>
          </ac:spMkLst>
        </pc:spChg>
        <pc:spChg chg="mod">
          <ac:chgData name="Yeo Xiong Wei, Jonathan" userId="ac2b658e-7ce1-44bb-9f9f-bf4198ceaa29" providerId="ADAL" clId="{735FB5B9-BCA3-4CE4-A9E4-FD533F8C484A}" dt="2023-09-06T06:25:54.344" v="197"/>
          <ac:spMkLst>
            <pc:docMk/>
            <pc:sldMk cId="1057290077" sldId="351"/>
            <ac:spMk id="80978" creationId="{8B48F281-4E6E-4627-8409-5DE8654E2E18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0" creationId="{CABE7B2A-F6D8-2350-5E70-7A787BF29FDA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1" creationId="{AF34AAE6-6C19-015D-08C8-88388E2B3247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2" creationId="{89CAD11F-6E36-1127-6147-EA89A09CE104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3" creationId="{75512BCA-6BE0-43CC-F2FA-B769047DF356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4" creationId="{63A37AE2-2587-C603-1241-340EE5EC7577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5" creationId="{8C6F0EB9-8665-EC20-057E-C24DB8560A16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6" creationId="{92C548E0-1774-8F08-1746-5D7CFBCFE274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7" creationId="{31C496E9-2030-83DD-9903-754523C60796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8" creationId="{1C8854DD-E94A-49BF-2A79-329FA9E1BC51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89" creationId="{92A63A28-2FA9-DF35-80A2-9FCC5C220CE3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90" creationId="{448FAD06-FD84-6636-F8FF-A34DFE809656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91" creationId="{C3EA9456-950D-A78C-DBD5-8E1E81C9DC5A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92" creationId="{A23D343A-C7A7-FE25-0D39-D9E12FBFD54A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93" creationId="{C467B6A0-D39C-4F6D-BCC7-6FA108AA371B}"/>
          </ac:spMkLst>
        </pc:spChg>
        <pc:spChg chg="mod">
          <ac:chgData name="Yeo Xiong Wei, Jonathan" userId="ac2b658e-7ce1-44bb-9f9f-bf4198ceaa29" providerId="ADAL" clId="{735FB5B9-BCA3-4CE4-A9E4-FD533F8C484A}" dt="2023-09-06T06:26:02.173" v="199"/>
          <ac:spMkLst>
            <pc:docMk/>
            <pc:sldMk cId="1057290077" sldId="351"/>
            <ac:spMk id="80994" creationId="{D5C82085-9E23-5FBD-056A-2EFD5465ECD4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0996" creationId="{946C3FC9-2601-D0AA-829A-77E1DFF50A19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0997" creationId="{B9FD3FD7-4E23-E219-EABA-54B56A5AE6E7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0998" creationId="{0066C06D-6EED-3CA1-06EB-A461DE45503A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0999" creationId="{3ED05FF6-0320-A760-A7E1-7CE04A00E719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0" creationId="{E45B0F3E-0E6C-CABC-2B25-52FCA2B42841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1" creationId="{8A7C58A7-3302-64D4-42CD-3DB1E316CBFA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2" creationId="{D2C23508-21D4-4BD0-85D4-04ABBF8508B2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3" creationId="{910E1784-D12A-7632-4714-18FD2C848E2F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4" creationId="{B04FB414-99F0-EF3C-741C-FEA9560FD37D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5" creationId="{808B828D-157C-C2A7-3608-FF3079C95E62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6" creationId="{590EBEF7-24E8-C961-7892-EB6903F21325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7" creationId="{9D0A3A77-ABC0-75C1-914F-09AB9D0D5D57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8" creationId="{B2BCF205-F3DA-E2D6-3C47-CE1E681F56CD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09" creationId="{99CB351E-99FC-A147-C344-91928F01636E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0" creationId="{D9574118-8280-4307-57BA-F6A1B6843F0A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2" creationId="{CF3EF71F-202F-44E4-FDCB-5A03DDBD665A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3" creationId="{9D3285DC-515D-44BD-3D64-AB6A77A4C966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5" creationId="{17DD2713-C960-F52A-CC5A-B3ADF3B65147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6" creationId="{7215E4DB-714F-288B-21A5-3DF875EC1873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8" creationId="{937C3101-CF93-9E2A-21E9-CD877403CFBB}"/>
          </ac:spMkLst>
        </pc:spChg>
        <pc:spChg chg="mod">
          <ac:chgData name="Yeo Xiong Wei, Jonathan" userId="ac2b658e-7ce1-44bb-9f9f-bf4198ceaa29" providerId="ADAL" clId="{735FB5B9-BCA3-4CE4-A9E4-FD533F8C484A}" dt="2023-09-06T06:26:09.398" v="203"/>
          <ac:spMkLst>
            <pc:docMk/>
            <pc:sldMk cId="1057290077" sldId="351"/>
            <ac:spMk id="81019" creationId="{085CAA2A-B90F-FFB9-CEBD-FFC7AB153017}"/>
          </ac:spMkLst>
        </pc:spChg>
        <pc:spChg chg="add mod">
          <ac:chgData name="Yeo Xiong Wei, Jonathan" userId="ac2b658e-7ce1-44bb-9f9f-bf4198ceaa29" providerId="ADAL" clId="{735FB5B9-BCA3-4CE4-A9E4-FD533F8C484A}" dt="2023-09-06T06:28:47.905" v="404" actId="1076"/>
          <ac:spMkLst>
            <pc:docMk/>
            <pc:sldMk cId="1057290077" sldId="351"/>
            <ac:spMk id="81020" creationId="{DA67F3BF-7AC8-0D11-9A75-974D4B635C2E}"/>
          </ac:spMkLst>
        </pc:spChg>
        <pc:spChg chg="add mod">
          <ac:chgData name="Yeo Xiong Wei, Jonathan" userId="ac2b658e-7ce1-44bb-9f9f-bf4198ceaa29" providerId="ADAL" clId="{735FB5B9-BCA3-4CE4-A9E4-FD533F8C484A}" dt="2023-09-06T06:29:05.337" v="407" actId="1076"/>
          <ac:spMkLst>
            <pc:docMk/>
            <pc:sldMk cId="1057290077" sldId="351"/>
            <ac:spMk id="81021" creationId="{22F05EFE-ECE4-7F2D-413E-41D38611EA3E}"/>
          </ac:spMkLst>
        </pc:spChg>
        <pc:grpChg chg="add mod">
          <ac:chgData name="Yeo Xiong Wei, Jonathan" userId="ac2b658e-7ce1-44bb-9f9f-bf4198ceaa29" providerId="ADAL" clId="{735FB5B9-BCA3-4CE4-A9E4-FD533F8C484A}" dt="2023-09-06T06:28:47.905" v="404" actId="1076"/>
          <ac:grpSpMkLst>
            <pc:docMk/>
            <pc:sldMk cId="1057290077" sldId="351"/>
            <ac:grpSpMk id="20" creationId="{4D24848D-C83C-799A-9746-0344A0DC917B}"/>
          </ac:grpSpMkLst>
        </pc:grpChg>
        <pc:grpChg chg="add del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22" creationId="{49E3AAAD-0149-BF05-AA7A-0C4B1307B276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47" creationId="{685D0520-67FE-80B0-9350-5F1B54107F84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48" creationId="{0F3AEFC2-DA09-3FB3-DC4C-EB769284FA5D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51" creationId="{39F1BE4A-90C2-B16E-37A3-F1A55F505501}"/>
          </ac:grpSpMkLst>
        </pc:grpChg>
        <pc:grpChg chg="add mod">
          <ac:chgData name="Yeo Xiong Wei, Jonathan" userId="ac2b658e-7ce1-44bb-9f9f-bf4198ceaa29" providerId="ADAL" clId="{735FB5B9-BCA3-4CE4-A9E4-FD533F8C484A}" dt="2023-09-06T06:17:50.565" v="187" actId="164"/>
          <ac:grpSpMkLst>
            <pc:docMk/>
            <pc:sldMk cId="1057290077" sldId="351"/>
            <ac:grpSpMk id="54" creationId="{ADDCB747-4A0B-1FC8-F6D6-4B30B57D53CE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80906" creationId="{27B50813-2BBE-FD19-49D1-BF1436B26CBF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80907" creationId="{878113B7-F102-F0C8-E751-B34BD38FCF82}"/>
          </ac:grpSpMkLst>
        </pc:grpChg>
        <pc:grpChg chg="mod">
          <ac:chgData name="Yeo Xiong Wei, Jonathan" userId="ac2b658e-7ce1-44bb-9f9f-bf4198ceaa29" providerId="ADAL" clId="{735FB5B9-BCA3-4CE4-A9E4-FD533F8C484A}" dt="2023-09-06T06:25:49.013" v="191"/>
          <ac:grpSpMkLst>
            <pc:docMk/>
            <pc:sldMk cId="1057290077" sldId="351"/>
            <ac:grpSpMk id="80908" creationId="{C3023185-20DC-B0F1-A0EF-C72F7212E68C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80925" creationId="{EBEFE6D9-FF04-5CE9-2199-AF89B489406D}"/>
          </ac:grpSpMkLst>
        </pc:grpChg>
        <pc:grpChg chg="mod">
          <ac:chgData name="Yeo Xiong Wei, Jonathan" userId="ac2b658e-7ce1-44bb-9f9f-bf4198ceaa29" providerId="ADAL" clId="{735FB5B9-BCA3-4CE4-A9E4-FD533F8C484A}" dt="2023-09-06T06:25:50.554" v="193"/>
          <ac:grpSpMkLst>
            <pc:docMk/>
            <pc:sldMk cId="1057290077" sldId="351"/>
            <ac:grpSpMk id="80926" creationId="{F3E28937-99B5-562E-FAFD-2F6E7DC13F58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80943" creationId="{2A5F36BF-7959-D2C4-33C4-8D4253B65116}"/>
          </ac:grpSpMkLst>
        </pc:grpChg>
        <pc:grpChg chg="mod">
          <ac:chgData name="Yeo Xiong Wei, Jonathan" userId="ac2b658e-7ce1-44bb-9f9f-bf4198ceaa29" providerId="ADAL" clId="{735FB5B9-BCA3-4CE4-A9E4-FD533F8C484A}" dt="2023-09-06T06:25:52.355" v="195"/>
          <ac:grpSpMkLst>
            <pc:docMk/>
            <pc:sldMk cId="1057290077" sldId="351"/>
            <ac:grpSpMk id="80944" creationId="{11483733-63B5-7110-F0C4-5D68E7763C5B}"/>
          </ac:grpSpMkLst>
        </pc:grpChg>
        <pc:grpChg chg="add mod">
          <ac:chgData name="Yeo Xiong Wei, Jonathan" userId="ac2b658e-7ce1-44bb-9f9f-bf4198ceaa29" providerId="ADAL" clId="{735FB5B9-BCA3-4CE4-A9E4-FD533F8C484A}" dt="2023-09-06T06:29:05.337" v="407" actId="1076"/>
          <ac:grpSpMkLst>
            <pc:docMk/>
            <pc:sldMk cId="1057290077" sldId="351"/>
            <ac:grpSpMk id="80961" creationId="{ABB20626-0606-FEAF-633B-0FBE95DEFEE9}"/>
          </ac:grpSpMkLst>
        </pc:grpChg>
        <pc:grpChg chg="mod">
          <ac:chgData name="Yeo Xiong Wei, Jonathan" userId="ac2b658e-7ce1-44bb-9f9f-bf4198ceaa29" providerId="ADAL" clId="{735FB5B9-BCA3-4CE4-A9E4-FD533F8C484A}" dt="2023-09-06T06:25:54.344" v="197"/>
          <ac:grpSpMkLst>
            <pc:docMk/>
            <pc:sldMk cId="1057290077" sldId="351"/>
            <ac:grpSpMk id="80962" creationId="{49127C01-3D25-57C4-37F2-D97993301939}"/>
          </ac:grpSpMkLst>
        </pc:grpChg>
        <pc:grpChg chg="add del mod">
          <ac:chgData name="Yeo Xiong Wei, Jonathan" userId="ac2b658e-7ce1-44bb-9f9f-bf4198ceaa29" providerId="ADAL" clId="{735FB5B9-BCA3-4CE4-A9E4-FD533F8C484A}" dt="2023-09-06T06:26:06.766" v="202"/>
          <ac:grpSpMkLst>
            <pc:docMk/>
            <pc:sldMk cId="1057290077" sldId="351"/>
            <ac:grpSpMk id="80979" creationId="{D60A2876-0E6C-E2F5-D447-2F6CE1FB9FE8}"/>
          </ac:grpSpMkLst>
        </pc:grpChg>
        <pc:grpChg chg="add mod">
          <ac:chgData name="Yeo Xiong Wei, Jonathan" userId="ac2b658e-7ce1-44bb-9f9f-bf4198ceaa29" providerId="ADAL" clId="{735FB5B9-BCA3-4CE4-A9E4-FD533F8C484A}" dt="2023-09-06T06:28:47.905" v="404" actId="1076"/>
          <ac:grpSpMkLst>
            <pc:docMk/>
            <pc:sldMk cId="1057290077" sldId="351"/>
            <ac:grpSpMk id="80995" creationId="{71540C9E-0B1D-F2CC-B48D-9EC1AC04E959}"/>
          </ac:grpSpMkLst>
        </pc:grpChg>
        <pc:grpChg chg="add mod">
          <ac:chgData name="Yeo Xiong Wei, Jonathan" userId="ac2b658e-7ce1-44bb-9f9f-bf4198ceaa29" providerId="ADAL" clId="{735FB5B9-BCA3-4CE4-A9E4-FD533F8C484A}" dt="2023-09-06T06:28:47.905" v="404" actId="1076"/>
          <ac:grpSpMkLst>
            <pc:docMk/>
            <pc:sldMk cId="1057290077" sldId="351"/>
            <ac:grpSpMk id="81011" creationId="{D95C82CF-E3C1-03B4-0C4E-065D640AB0BD}"/>
          </ac:grpSpMkLst>
        </pc:grpChg>
        <pc:grpChg chg="add mod">
          <ac:chgData name="Yeo Xiong Wei, Jonathan" userId="ac2b658e-7ce1-44bb-9f9f-bf4198ceaa29" providerId="ADAL" clId="{735FB5B9-BCA3-4CE4-A9E4-FD533F8C484A}" dt="2023-09-06T06:28:47.905" v="404" actId="1076"/>
          <ac:grpSpMkLst>
            <pc:docMk/>
            <pc:sldMk cId="1057290077" sldId="351"/>
            <ac:grpSpMk id="81014" creationId="{046082F2-7348-CB3F-C69E-D7AAADDF80F0}"/>
          </ac:grpSpMkLst>
        </pc:grpChg>
        <pc:grpChg chg="add mod">
          <ac:chgData name="Yeo Xiong Wei, Jonathan" userId="ac2b658e-7ce1-44bb-9f9f-bf4198ceaa29" providerId="ADAL" clId="{735FB5B9-BCA3-4CE4-A9E4-FD533F8C484A}" dt="2023-09-06T06:28:47.905" v="404" actId="1076"/>
          <ac:grpSpMkLst>
            <pc:docMk/>
            <pc:sldMk cId="1057290077" sldId="351"/>
            <ac:grpSpMk id="81017" creationId="{BAA2B203-1121-1DF0-C5BB-EAE1B0841ADA}"/>
          </ac:grpSpMkLst>
        </pc:grpChg>
        <pc:picChg chg="add mod ord">
          <ac:chgData name="Yeo Xiong Wei, Jonathan" userId="ac2b658e-7ce1-44bb-9f9f-bf4198ceaa29" providerId="ADAL" clId="{735FB5B9-BCA3-4CE4-A9E4-FD533F8C484A}" dt="2023-09-06T06:30:38.820" v="422" actId="14100"/>
          <ac:picMkLst>
            <pc:docMk/>
            <pc:sldMk cId="1057290077" sldId="351"/>
            <ac:picMk id="81023" creationId="{06C027B3-068C-F877-88CB-6903D7E0160F}"/>
          </ac:picMkLst>
        </pc:picChg>
        <pc:cxnChg chg="add del mod">
          <ac:chgData name="Yeo Xiong Wei, Jonathan" userId="ac2b658e-7ce1-44bb-9f9f-bf4198ceaa29" providerId="ADAL" clId="{735FB5B9-BCA3-4CE4-A9E4-FD533F8C484A}" dt="2023-09-06T06:15:02.730" v="115" actId="478"/>
          <ac:cxnSpMkLst>
            <pc:docMk/>
            <pc:sldMk cId="1057290077" sldId="351"/>
            <ac:cxnSpMk id="41" creationId="{A8264BA4-B2E4-7C5F-4658-43EDDA35F67E}"/>
          </ac:cxnSpMkLst>
        </pc:cxnChg>
        <pc:cxnChg chg="add mod">
          <ac:chgData name="Yeo Xiong Wei, Jonathan" userId="ac2b658e-7ce1-44bb-9f9f-bf4198ceaa29" providerId="ADAL" clId="{735FB5B9-BCA3-4CE4-A9E4-FD533F8C484A}" dt="2023-09-06T06:17:50.565" v="187" actId="164"/>
          <ac:cxnSpMkLst>
            <pc:docMk/>
            <pc:sldMk cId="1057290077" sldId="351"/>
            <ac:cxnSpMk id="80905" creationId="{AEB998DB-1ECA-8EEF-41CB-FE6870865658}"/>
          </ac:cxnSpMkLst>
        </pc:cxnChg>
        <pc:cxnChg chg="mod">
          <ac:chgData name="Yeo Xiong Wei, Jonathan" userId="ac2b658e-7ce1-44bb-9f9f-bf4198ceaa29" providerId="ADAL" clId="{735FB5B9-BCA3-4CE4-A9E4-FD533F8C484A}" dt="2023-09-06T06:25:49.013" v="191"/>
          <ac:cxnSpMkLst>
            <pc:docMk/>
            <pc:sldMk cId="1057290077" sldId="351"/>
            <ac:cxnSpMk id="80909" creationId="{F76C3965-C343-9A66-C638-73C573C8C5B8}"/>
          </ac:cxnSpMkLst>
        </pc:cxnChg>
        <pc:cxnChg chg="mod">
          <ac:chgData name="Yeo Xiong Wei, Jonathan" userId="ac2b658e-7ce1-44bb-9f9f-bf4198ceaa29" providerId="ADAL" clId="{735FB5B9-BCA3-4CE4-A9E4-FD533F8C484A}" dt="2023-09-06T06:25:50.554" v="193"/>
          <ac:cxnSpMkLst>
            <pc:docMk/>
            <pc:sldMk cId="1057290077" sldId="351"/>
            <ac:cxnSpMk id="80927" creationId="{765BB093-F827-28EF-C44A-4795D06D3886}"/>
          </ac:cxnSpMkLst>
        </pc:cxnChg>
        <pc:cxnChg chg="mod">
          <ac:chgData name="Yeo Xiong Wei, Jonathan" userId="ac2b658e-7ce1-44bb-9f9f-bf4198ceaa29" providerId="ADAL" clId="{735FB5B9-BCA3-4CE4-A9E4-FD533F8C484A}" dt="2023-09-06T06:25:52.355" v="195"/>
          <ac:cxnSpMkLst>
            <pc:docMk/>
            <pc:sldMk cId="1057290077" sldId="351"/>
            <ac:cxnSpMk id="80945" creationId="{1834348C-CD93-02CE-34E2-7FCAE303AD2D}"/>
          </ac:cxnSpMkLst>
        </pc:cxnChg>
        <pc:cxnChg chg="mod">
          <ac:chgData name="Yeo Xiong Wei, Jonathan" userId="ac2b658e-7ce1-44bb-9f9f-bf4198ceaa29" providerId="ADAL" clId="{735FB5B9-BCA3-4CE4-A9E4-FD533F8C484A}" dt="2023-09-06T06:25:54.344" v="197"/>
          <ac:cxnSpMkLst>
            <pc:docMk/>
            <pc:sldMk cId="1057290077" sldId="351"/>
            <ac:cxnSpMk id="80963" creationId="{8ACF84A5-7972-158B-8F6D-E1A6C126B02C}"/>
          </ac:cxnSpMkLst>
        </pc:cxnChg>
      </pc:sldChg>
      <pc:sldChg chg="modSp">
        <pc:chgData name="Yeo Xiong Wei, Jonathan" userId="ac2b658e-7ce1-44bb-9f9f-bf4198ceaa29" providerId="ADAL" clId="{735FB5B9-BCA3-4CE4-A9E4-FD533F8C484A}" dt="2023-09-06T06:52:41.929" v="570" actId="207"/>
        <pc:sldMkLst>
          <pc:docMk/>
          <pc:sldMk cId="4248617749" sldId="354"/>
        </pc:sldMkLst>
        <pc:spChg chg="mod">
          <ac:chgData name="Yeo Xiong Wei, Jonathan" userId="ac2b658e-7ce1-44bb-9f9f-bf4198ceaa29" providerId="ADAL" clId="{735FB5B9-BCA3-4CE4-A9E4-FD533F8C484A}" dt="2023-09-06T06:52:41.929" v="570" actId="207"/>
          <ac:spMkLst>
            <pc:docMk/>
            <pc:sldMk cId="4248617749" sldId="354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735FB5B9-BCA3-4CE4-A9E4-FD533F8C484A}" dt="2023-09-06T03:44:38.603" v="2" actId="207"/>
        <pc:sldMkLst>
          <pc:docMk/>
          <pc:sldMk cId="2917529524" sldId="372"/>
        </pc:sldMkLst>
        <pc:spChg chg="mod">
          <ac:chgData name="Yeo Xiong Wei, Jonathan" userId="ac2b658e-7ce1-44bb-9f9f-bf4198ceaa29" providerId="ADAL" clId="{735FB5B9-BCA3-4CE4-A9E4-FD533F8C484A}" dt="2023-09-06T03:44:38.603" v="2" actId="207"/>
          <ac:spMkLst>
            <pc:docMk/>
            <pc:sldMk cId="2917529524" sldId="372"/>
            <ac:spMk id="808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735FB5B9-BCA3-4CE4-A9E4-FD533F8C484A}" dt="2023-09-07T06:00:45.019" v="1087" actId="21"/>
        <pc:sldMkLst>
          <pc:docMk/>
          <pc:sldMk cId="2578495819" sldId="380"/>
        </pc:sldMkLst>
        <pc:spChg chg="mod">
          <ac:chgData name="Yeo Xiong Wei, Jonathan" userId="ac2b658e-7ce1-44bb-9f9f-bf4198ceaa29" providerId="ADAL" clId="{735FB5B9-BCA3-4CE4-A9E4-FD533F8C484A}" dt="2023-09-07T06:00:45.019" v="1087" actId="21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735FB5B9-BCA3-4CE4-A9E4-FD533F8C484A}" dt="2023-09-06T06:52:48.824" v="571" actId="207"/>
        <pc:sldMkLst>
          <pc:docMk/>
          <pc:sldMk cId="412208863" sldId="383"/>
        </pc:sldMkLst>
        <pc:spChg chg="mod">
          <ac:chgData name="Yeo Xiong Wei, Jonathan" userId="ac2b658e-7ce1-44bb-9f9f-bf4198ceaa29" providerId="ADAL" clId="{735FB5B9-BCA3-4CE4-A9E4-FD533F8C484A}" dt="2023-09-06T06:52:48.824" v="571" actId="207"/>
          <ac:spMkLst>
            <pc:docMk/>
            <pc:sldMk cId="412208863" sldId="383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35FB5B9-BCA3-4CE4-A9E4-FD533F8C484A}" dt="2023-09-07T06:02:28.272" v="1174"/>
        <pc:sldMkLst>
          <pc:docMk/>
          <pc:sldMk cId="3203036488" sldId="384"/>
        </pc:sldMkLst>
        <pc:spChg chg="mod">
          <ac:chgData name="Yeo Xiong Wei, Jonathan" userId="ac2b658e-7ce1-44bb-9f9f-bf4198ceaa29" providerId="ADAL" clId="{735FB5B9-BCA3-4CE4-A9E4-FD533F8C484A}" dt="2023-09-07T06:02:13.030" v="1173" actId="20577"/>
          <ac:spMkLst>
            <pc:docMk/>
            <pc:sldMk cId="3203036488" sldId="384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735FB5B9-BCA3-4CE4-A9E4-FD533F8C484A}" dt="2023-09-06T06:54:26.154" v="582" actId="207"/>
        <pc:sldMkLst>
          <pc:docMk/>
          <pc:sldMk cId="1234614077" sldId="385"/>
        </pc:sldMkLst>
        <pc:spChg chg="mod">
          <ac:chgData name="Yeo Xiong Wei, Jonathan" userId="ac2b658e-7ce1-44bb-9f9f-bf4198ceaa29" providerId="ADAL" clId="{735FB5B9-BCA3-4CE4-A9E4-FD533F8C484A}" dt="2023-09-06T06:54:26.154" v="582" actId="207"/>
          <ac:spMkLst>
            <pc:docMk/>
            <pc:sldMk cId="1234614077" sldId="385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735FB5B9-BCA3-4CE4-A9E4-FD533F8C484A}" dt="2023-09-06T06:56:52.060" v="603" actId="207"/>
        <pc:sldMkLst>
          <pc:docMk/>
          <pc:sldMk cId="3025782446" sldId="386"/>
        </pc:sldMkLst>
        <pc:spChg chg="mod">
          <ac:chgData name="Yeo Xiong Wei, Jonathan" userId="ac2b658e-7ce1-44bb-9f9f-bf4198ceaa29" providerId="ADAL" clId="{735FB5B9-BCA3-4CE4-A9E4-FD533F8C484A}" dt="2023-09-06T06:56:52.060" v="603" actId="207"/>
          <ac:spMkLst>
            <pc:docMk/>
            <pc:sldMk cId="3025782446" sldId="386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735FB5B9-BCA3-4CE4-A9E4-FD533F8C484A}" dt="2023-09-07T06:10:15.657" v="1651" actId="20577"/>
        <pc:sldMkLst>
          <pc:docMk/>
          <pc:sldMk cId="231186096" sldId="387"/>
        </pc:sldMkLst>
        <pc:spChg chg="mod">
          <ac:chgData name="Yeo Xiong Wei, Jonathan" userId="ac2b658e-7ce1-44bb-9f9f-bf4198ceaa29" providerId="ADAL" clId="{735FB5B9-BCA3-4CE4-A9E4-FD533F8C484A}" dt="2023-09-07T06:10:15.657" v="1651" actId="20577"/>
          <ac:spMkLst>
            <pc:docMk/>
            <pc:sldMk cId="231186096" sldId="387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735FB5B9-BCA3-4CE4-A9E4-FD533F8C484A}" dt="2023-09-06T07:19:44.656" v="853"/>
        <pc:sldMkLst>
          <pc:docMk/>
          <pc:sldMk cId="2948976560" sldId="388"/>
        </pc:sldMkLst>
        <pc:spChg chg="mod">
          <ac:chgData name="Yeo Xiong Wei, Jonathan" userId="ac2b658e-7ce1-44bb-9f9f-bf4198ceaa29" providerId="ADAL" clId="{735FB5B9-BCA3-4CE4-A9E4-FD533F8C484A}" dt="2023-09-06T07:15:04.434" v="796" actId="6549"/>
          <ac:spMkLst>
            <pc:docMk/>
            <pc:sldMk cId="2948976560" sldId="388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735FB5B9-BCA3-4CE4-A9E4-FD533F8C484A}" dt="2023-09-07T06:08:59.463" v="1610" actId="113"/>
        <pc:sldMkLst>
          <pc:docMk/>
          <pc:sldMk cId="1783786213" sldId="389"/>
        </pc:sldMkLst>
        <pc:spChg chg="mod">
          <ac:chgData name="Yeo Xiong Wei, Jonathan" userId="ac2b658e-7ce1-44bb-9f9f-bf4198ceaa29" providerId="ADAL" clId="{735FB5B9-BCA3-4CE4-A9E4-FD533F8C484A}" dt="2023-09-07T06:08:59.463" v="1610" actId="113"/>
          <ac:spMkLst>
            <pc:docMk/>
            <pc:sldMk cId="1783786213" sldId="389"/>
            <ac:spMk id="83970" creationId="{00000000-0000-0000-0000-000000000000}"/>
          </ac:spMkLst>
        </pc:spChg>
      </pc:sldChg>
      <pc:sldChg chg="modAnim">
        <pc:chgData name="Yeo Xiong Wei, Jonathan" userId="ac2b658e-7ce1-44bb-9f9f-bf4198ceaa29" providerId="ADAL" clId="{735FB5B9-BCA3-4CE4-A9E4-FD533F8C484A}" dt="2023-09-06T06:57:32.865" v="604"/>
        <pc:sldMkLst>
          <pc:docMk/>
          <pc:sldMk cId="2269779778" sldId="390"/>
        </pc:sldMkLst>
      </pc:sldChg>
      <pc:sldChg chg="modSp">
        <pc:chgData name="Yeo Xiong Wei, Jonathan" userId="ac2b658e-7ce1-44bb-9f9f-bf4198ceaa29" providerId="ADAL" clId="{735FB5B9-BCA3-4CE4-A9E4-FD533F8C484A}" dt="2023-09-07T06:15:23.275" v="1710" actId="6549"/>
        <pc:sldMkLst>
          <pc:docMk/>
          <pc:sldMk cId="1474304775" sldId="395"/>
        </pc:sldMkLst>
        <pc:spChg chg="mod">
          <ac:chgData name="Yeo Xiong Wei, Jonathan" userId="ac2b658e-7ce1-44bb-9f9f-bf4198ceaa29" providerId="ADAL" clId="{735FB5B9-BCA3-4CE4-A9E4-FD533F8C484A}" dt="2023-09-07T06:15:23.275" v="1710" actId="6549"/>
          <ac:spMkLst>
            <pc:docMk/>
            <pc:sldMk cId="1474304775" sldId="395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735FB5B9-BCA3-4CE4-A9E4-FD533F8C484A}" dt="2023-09-07T06:18:39.422" v="1999" actId="115"/>
        <pc:sldMkLst>
          <pc:docMk/>
          <pc:sldMk cId="3293713834" sldId="396"/>
        </pc:sldMkLst>
        <pc:spChg chg="mod">
          <ac:chgData name="Yeo Xiong Wei, Jonathan" userId="ac2b658e-7ce1-44bb-9f9f-bf4198ceaa29" providerId="ADAL" clId="{735FB5B9-BCA3-4CE4-A9E4-FD533F8C484A}" dt="2023-09-07T06:18:39.422" v="1999" actId="115"/>
          <ac:spMkLst>
            <pc:docMk/>
            <pc:sldMk cId="3293713834" sldId="396"/>
            <ac:spMk id="83970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735FB5B9-BCA3-4CE4-A9E4-FD533F8C484A}" dt="2023-09-06T06:59:14.829" v="612"/>
        <pc:sldMkLst>
          <pc:docMk/>
          <pc:sldMk cId="4085472884" sldId="400"/>
        </pc:sldMkLst>
        <pc:spChg chg="mod">
          <ac:chgData name="Yeo Xiong Wei, Jonathan" userId="ac2b658e-7ce1-44bb-9f9f-bf4198ceaa29" providerId="ADAL" clId="{735FB5B9-BCA3-4CE4-A9E4-FD533F8C484A}" dt="2023-09-06T06:31:52.679" v="429" actId="20577"/>
          <ac:spMkLst>
            <pc:docMk/>
            <pc:sldMk cId="4085472884" sldId="400"/>
            <ac:spMk id="38914" creationId="{00000000-0000-0000-0000-000000000000}"/>
          </ac:spMkLst>
        </pc:spChg>
        <pc:picChg chg="add mod">
          <ac:chgData name="Yeo Xiong Wei, Jonathan" userId="ac2b658e-7ce1-44bb-9f9f-bf4198ceaa29" providerId="ADAL" clId="{735FB5B9-BCA3-4CE4-A9E4-FD533F8C484A}" dt="2023-09-06T06:59:14.829" v="612"/>
          <ac:picMkLst>
            <pc:docMk/>
            <pc:sldMk cId="4085472884" sldId="400"/>
            <ac:picMk id="2" creationId="{FA3CA125-8A8F-737C-30E0-124348D0FA1B}"/>
          </ac:picMkLst>
        </pc:picChg>
        <pc:picChg chg="del">
          <ac:chgData name="Yeo Xiong Wei, Jonathan" userId="ac2b658e-7ce1-44bb-9f9f-bf4198ceaa29" providerId="ADAL" clId="{735FB5B9-BCA3-4CE4-A9E4-FD533F8C484A}" dt="2023-09-06T06:59:14.593" v="611" actId="478"/>
          <ac:picMkLst>
            <pc:docMk/>
            <pc:sldMk cId="4085472884" sldId="400"/>
            <ac:picMk id="4" creationId="{649FF179-1B99-2085-BDCB-2BD7BDEA6316}"/>
          </ac:picMkLst>
        </pc:picChg>
      </pc:sldChg>
      <pc:sldChg chg="addSp delSp modSp mod">
        <pc:chgData name="Yeo Xiong Wei, Jonathan" userId="ac2b658e-7ce1-44bb-9f9f-bf4198ceaa29" providerId="ADAL" clId="{735FB5B9-BCA3-4CE4-A9E4-FD533F8C484A}" dt="2023-09-07T06:13:52.003" v="1680" actId="20577"/>
        <pc:sldMkLst>
          <pc:docMk/>
          <pc:sldMk cId="783374196" sldId="403"/>
        </pc:sldMkLst>
        <pc:spChg chg="mod">
          <ac:chgData name="Yeo Xiong Wei, Jonathan" userId="ac2b658e-7ce1-44bb-9f9f-bf4198ceaa29" providerId="ADAL" clId="{735FB5B9-BCA3-4CE4-A9E4-FD533F8C484A}" dt="2023-09-07T06:13:52.003" v="1680" actId="20577"/>
          <ac:spMkLst>
            <pc:docMk/>
            <pc:sldMk cId="783374196" sldId="403"/>
            <ac:spMk id="38914" creationId="{00000000-0000-0000-0000-000000000000}"/>
          </ac:spMkLst>
        </pc:spChg>
        <pc:picChg chg="del">
          <ac:chgData name="Yeo Xiong Wei, Jonathan" userId="ac2b658e-7ce1-44bb-9f9f-bf4198ceaa29" providerId="ADAL" clId="{735FB5B9-BCA3-4CE4-A9E4-FD533F8C484A}" dt="2023-09-06T06:58:59.873" v="605" actId="478"/>
          <ac:picMkLst>
            <pc:docMk/>
            <pc:sldMk cId="783374196" sldId="403"/>
            <ac:picMk id="4" creationId="{5807B541-9618-3AF7-CB82-DE2AFFCB369C}"/>
          </ac:picMkLst>
        </pc:picChg>
        <pc:picChg chg="add mod">
          <ac:chgData name="Yeo Xiong Wei, Jonathan" userId="ac2b658e-7ce1-44bb-9f9f-bf4198ceaa29" providerId="ADAL" clId="{735FB5B9-BCA3-4CE4-A9E4-FD533F8C484A}" dt="2023-09-06T06:59:07.689" v="610" actId="1076"/>
          <ac:picMkLst>
            <pc:docMk/>
            <pc:sldMk cId="783374196" sldId="403"/>
            <ac:picMk id="5" creationId="{73688251-4A80-A4C9-164E-A8EEBBB366C1}"/>
          </ac:picMkLst>
        </pc:picChg>
      </pc:sldChg>
      <pc:sldChg chg="modSp mod">
        <pc:chgData name="Yeo Xiong Wei, Jonathan" userId="ac2b658e-7ce1-44bb-9f9f-bf4198ceaa29" providerId="ADAL" clId="{735FB5B9-BCA3-4CE4-A9E4-FD533F8C484A}" dt="2023-09-15T01:43:53.405" v="2020"/>
        <pc:sldMkLst>
          <pc:docMk/>
          <pc:sldMk cId="508996749" sldId="409"/>
        </pc:sldMkLst>
        <pc:spChg chg="mod">
          <ac:chgData name="Yeo Xiong Wei, Jonathan" userId="ac2b658e-7ce1-44bb-9f9f-bf4198ceaa29" providerId="ADAL" clId="{735FB5B9-BCA3-4CE4-A9E4-FD533F8C484A}" dt="2023-09-15T01:43:53.405" v="2020"/>
          <ac:spMkLst>
            <pc:docMk/>
            <pc:sldMk cId="508996749" sldId="409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735FB5B9-BCA3-4CE4-A9E4-FD533F8C484A}" dt="2023-09-07T06:01:22.641" v="1162" actId="20577"/>
        <pc:sldMkLst>
          <pc:docMk/>
          <pc:sldMk cId="1954964448" sldId="411"/>
        </pc:sldMkLst>
        <pc:spChg chg="mod">
          <ac:chgData name="Yeo Xiong Wei, Jonathan" userId="ac2b658e-7ce1-44bb-9f9f-bf4198ceaa29" providerId="ADAL" clId="{735FB5B9-BCA3-4CE4-A9E4-FD533F8C484A}" dt="2023-09-07T06:01:22.641" v="1162" actId="20577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35FB5B9-BCA3-4CE4-A9E4-FD533F8C484A}" dt="2023-09-07T06:02:54.846" v="1183" actId="6549"/>
        <pc:sldMkLst>
          <pc:docMk/>
          <pc:sldMk cId="3794818606" sldId="412"/>
        </pc:sldMkLst>
        <pc:spChg chg="mod">
          <ac:chgData name="Yeo Xiong Wei, Jonathan" userId="ac2b658e-7ce1-44bb-9f9f-bf4198ceaa29" providerId="ADAL" clId="{735FB5B9-BCA3-4CE4-A9E4-FD533F8C484A}" dt="2023-09-07T06:02:54.846" v="1183" actId="6549"/>
          <ac:spMkLst>
            <pc:docMk/>
            <pc:sldMk cId="3794818606" sldId="412"/>
            <ac:spMk id="83970" creationId="{00000000-0000-0000-0000-000000000000}"/>
          </ac:spMkLst>
        </pc:spChg>
      </pc:sldChg>
      <pc:sldChg chg="modNotesTx">
        <pc:chgData name="Yeo Xiong Wei, Jonathan" userId="ac2b658e-7ce1-44bb-9f9f-bf4198ceaa29" providerId="ADAL" clId="{735FB5B9-BCA3-4CE4-A9E4-FD533F8C484A}" dt="2023-09-06T07:22:44.019" v="1049" actId="20577"/>
        <pc:sldMkLst>
          <pc:docMk/>
          <pc:sldMk cId="3934989784" sldId="417"/>
        </pc:sldMkLst>
      </pc:sldChg>
      <pc:sldChg chg="addSp delSp modSp mod modAnim">
        <pc:chgData name="Yeo Xiong Wei, Jonathan" userId="ac2b658e-7ce1-44bb-9f9f-bf4198ceaa29" providerId="ADAL" clId="{735FB5B9-BCA3-4CE4-A9E4-FD533F8C484A}" dt="2023-09-06T06:41:50.170" v="487" actId="1076"/>
        <pc:sldMkLst>
          <pc:docMk/>
          <pc:sldMk cId="4205774086" sldId="418"/>
        </pc:sldMkLst>
        <pc:spChg chg="add mod">
          <ac:chgData name="Yeo Xiong Wei, Jonathan" userId="ac2b658e-7ce1-44bb-9f9f-bf4198ceaa29" providerId="ADAL" clId="{735FB5B9-BCA3-4CE4-A9E4-FD533F8C484A}" dt="2023-09-06T06:41:50.170" v="487" actId="1076"/>
          <ac:spMkLst>
            <pc:docMk/>
            <pc:sldMk cId="4205774086" sldId="418"/>
            <ac:spMk id="4" creationId="{CA64B2B0-0372-E7F3-FF22-C49D1A136CEA}"/>
          </ac:spMkLst>
        </pc:spChg>
        <pc:spChg chg="mod">
          <ac:chgData name="Yeo Xiong Wei, Jonathan" userId="ac2b658e-7ce1-44bb-9f9f-bf4198ceaa29" providerId="ADAL" clId="{735FB5B9-BCA3-4CE4-A9E4-FD533F8C484A}" dt="2023-09-06T06:41:07.793" v="482" actId="20577"/>
          <ac:spMkLst>
            <pc:docMk/>
            <pc:sldMk cId="4205774086" sldId="418"/>
            <ac:spMk id="17" creationId="{643017BD-E382-C592-F56E-4E8387957A18}"/>
          </ac:spMkLst>
        </pc:spChg>
        <pc:spChg chg="add del">
          <ac:chgData name="Yeo Xiong Wei, Jonathan" userId="ac2b658e-7ce1-44bb-9f9f-bf4198ceaa29" providerId="ADAL" clId="{735FB5B9-BCA3-4CE4-A9E4-FD533F8C484A}" dt="2023-09-06T06:39:57.604" v="467" actId="478"/>
          <ac:spMkLst>
            <pc:docMk/>
            <pc:sldMk cId="4205774086" sldId="418"/>
            <ac:spMk id="28" creationId="{6F3A3907-FA9C-EC18-F490-A088EA02B001}"/>
          </ac:spMkLst>
        </pc:spChg>
        <pc:spChg chg="add del mod">
          <ac:chgData name="Yeo Xiong Wei, Jonathan" userId="ac2b658e-7ce1-44bb-9f9f-bf4198ceaa29" providerId="ADAL" clId="{735FB5B9-BCA3-4CE4-A9E4-FD533F8C484A}" dt="2023-09-06T06:39:59.499" v="471" actId="20577"/>
          <ac:spMkLst>
            <pc:docMk/>
            <pc:sldMk cId="4205774086" sldId="418"/>
            <ac:spMk id="47" creationId="{DE34E8EE-B81D-8637-C90A-C86FE163DC4A}"/>
          </ac:spMkLst>
        </pc:spChg>
        <pc:spChg chg="add del">
          <ac:chgData name="Yeo Xiong Wei, Jonathan" userId="ac2b658e-7ce1-44bb-9f9f-bf4198ceaa29" providerId="ADAL" clId="{735FB5B9-BCA3-4CE4-A9E4-FD533F8C484A}" dt="2023-09-06T06:39:56.579" v="464" actId="478"/>
          <ac:spMkLst>
            <pc:docMk/>
            <pc:sldMk cId="4205774086" sldId="418"/>
            <ac:spMk id="52" creationId="{AA805BE6-6C57-E96E-F862-180ED4C299EE}"/>
          </ac:spMkLst>
        </pc:spChg>
        <pc:spChg chg="add del">
          <ac:chgData name="Yeo Xiong Wei, Jonathan" userId="ac2b658e-7ce1-44bb-9f9f-bf4198ceaa29" providerId="ADAL" clId="{735FB5B9-BCA3-4CE4-A9E4-FD533F8C484A}" dt="2023-09-06T06:39:57.002" v="465" actId="478"/>
          <ac:spMkLst>
            <pc:docMk/>
            <pc:sldMk cId="4205774086" sldId="418"/>
            <ac:spMk id="53" creationId="{2C9FF396-B7D7-9C21-A5F0-D54BBCFE916C}"/>
          </ac:spMkLst>
        </pc:spChg>
        <pc:spChg chg="mod">
          <ac:chgData name="Yeo Xiong Wei, Jonathan" userId="ac2b658e-7ce1-44bb-9f9f-bf4198ceaa29" providerId="ADAL" clId="{735FB5B9-BCA3-4CE4-A9E4-FD533F8C484A}" dt="2023-09-06T06:34:02.209" v="431" actId="20577"/>
          <ac:spMkLst>
            <pc:docMk/>
            <pc:sldMk cId="4205774086" sldId="418"/>
            <ac:spMk id="56" creationId="{80AD2F14-6ED4-6D5D-70A1-29349B7CA8A0}"/>
          </ac:spMkLst>
        </pc:spChg>
        <pc:spChg chg="mod">
          <ac:chgData name="Yeo Xiong Wei, Jonathan" userId="ac2b658e-7ce1-44bb-9f9f-bf4198ceaa29" providerId="ADAL" clId="{735FB5B9-BCA3-4CE4-A9E4-FD533F8C484A}" dt="2023-09-06T06:39:55.609" v="461" actId="1076"/>
          <ac:spMkLst>
            <pc:docMk/>
            <pc:sldMk cId="4205774086" sldId="418"/>
            <ac:spMk id="57" creationId="{A60F1C57-3951-E3F6-7D81-0FDE299D0A3F}"/>
          </ac:spMkLst>
        </pc:spChg>
        <pc:grpChg chg="mod">
          <ac:chgData name="Yeo Xiong Wei, Jonathan" userId="ac2b658e-7ce1-44bb-9f9f-bf4198ceaa29" providerId="ADAL" clId="{735FB5B9-BCA3-4CE4-A9E4-FD533F8C484A}" dt="2023-09-06T06:39:55.609" v="461" actId="1076"/>
          <ac:grpSpMkLst>
            <pc:docMk/>
            <pc:sldMk cId="4205774086" sldId="418"/>
            <ac:grpSpMk id="45" creationId="{85F7C774-0087-D139-755A-0DE8FBBFBF26}"/>
          </ac:grpSpMkLst>
        </pc:grpChg>
        <pc:cxnChg chg="add del mod">
          <ac:chgData name="Yeo Xiong Wei, Jonathan" userId="ac2b658e-7ce1-44bb-9f9f-bf4198ceaa29" providerId="ADAL" clId="{735FB5B9-BCA3-4CE4-A9E4-FD533F8C484A}" dt="2023-09-06T06:39:57.943" v="469" actId="478"/>
          <ac:cxnSpMkLst>
            <pc:docMk/>
            <pc:sldMk cId="4205774086" sldId="418"/>
            <ac:cxnSpMk id="6" creationId="{18E8BC6D-7F01-7A2C-82D7-6F23CBC8367D}"/>
          </ac:cxnSpMkLst>
        </pc:cxnChg>
        <pc:cxnChg chg="add del mod">
          <ac:chgData name="Yeo Xiong Wei, Jonathan" userId="ac2b658e-7ce1-44bb-9f9f-bf4198ceaa29" providerId="ADAL" clId="{735FB5B9-BCA3-4CE4-A9E4-FD533F8C484A}" dt="2023-09-06T06:39:57.769" v="468" actId="478"/>
          <ac:cxnSpMkLst>
            <pc:docMk/>
            <pc:sldMk cId="4205774086" sldId="418"/>
            <ac:cxnSpMk id="13" creationId="{3F8D86AD-EA0B-B62F-296A-38D80DC7C851}"/>
          </ac:cxnSpMkLst>
        </pc:cxnChg>
        <pc:cxnChg chg="mod">
          <ac:chgData name="Yeo Xiong Wei, Jonathan" userId="ac2b658e-7ce1-44bb-9f9f-bf4198ceaa29" providerId="ADAL" clId="{735FB5B9-BCA3-4CE4-A9E4-FD533F8C484A}" dt="2023-09-06T06:39:55.609" v="461" actId="1076"/>
          <ac:cxnSpMkLst>
            <pc:docMk/>
            <pc:sldMk cId="4205774086" sldId="418"/>
            <ac:cxnSpMk id="59" creationId="{D4B4C302-6FE0-E21B-05F9-D9E9306FBCBE}"/>
          </ac:cxnSpMkLst>
        </pc:cxnChg>
      </pc:sldChg>
      <pc:sldChg chg="modSp">
        <pc:chgData name="Yeo Xiong Wei, Jonathan" userId="ac2b658e-7ce1-44bb-9f9f-bf4198ceaa29" providerId="ADAL" clId="{735FB5B9-BCA3-4CE4-A9E4-FD533F8C484A}" dt="2023-09-07T05:57:17.628" v="1055" actId="207"/>
        <pc:sldMkLst>
          <pc:docMk/>
          <pc:sldMk cId="1304161423" sldId="419"/>
        </pc:sldMkLst>
        <pc:spChg chg="mod">
          <ac:chgData name="Yeo Xiong Wei, Jonathan" userId="ac2b658e-7ce1-44bb-9f9f-bf4198ceaa29" providerId="ADAL" clId="{735FB5B9-BCA3-4CE4-A9E4-FD533F8C484A}" dt="2023-09-07T05:57:17.628" v="1055" actId="207"/>
          <ac:spMkLst>
            <pc:docMk/>
            <pc:sldMk cId="1304161423" sldId="419"/>
            <ac:spMk id="3" creationId="{8E14C517-5A33-43F5-98FF-7DC83EA9EFE3}"/>
          </ac:spMkLst>
        </pc:spChg>
      </pc:sldChg>
      <pc:sldChg chg="addSp delSp modSp mod modAnim">
        <pc:chgData name="Yeo Xiong Wei, Jonathan" userId="ac2b658e-7ce1-44bb-9f9f-bf4198ceaa29" providerId="ADAL" clId="{735FB5B9-BCA3-4CE4-A9E4-FD533F8C484A}" dt="2023-09-07T06:16:10.536" v="1745" actId="478"/>
        <pc:sldMkLst>
          <pc:docMk/>
          <pc:sldMk cId="1096338625" sldId="421"/>
        </pc:sldMkLst>
        <pc:spChg chg="mod">
          <ac:chgData name="Yeo Xiong Wei, Jonathan" userId="ac2b658e-7ce1-44bb-9f9f-bf4198ceaa29" providerId="ADAL" clId="{735FB5B9-BCA3-4CE4-A9E4-FD533F8C484A}" dt="2023-09-06T07:20:02.764" v="857" actId="1076"/>
          <ac:spMkLst>
            <pc:docMk/>
            <pc:sldMk cId="1096338625" sldId="421"/>
            <ac:spMk id="3" creationId="{D369779F-A52E-4E26-811A-086D9CE15E96}"/>
          </ac:spMkLst>
        </pc:spChg>
        <pc:spChg chg="add del mod">
          <ac:chgData name="Yeo Xiong Wei, Jonathan" userId="ac2b658e-7ce1-44bb-9f9f-bf4198ceaa29" providerId="ADAL" clId="{735FB5B9-BCA3-4CE4-A9E4-FD533F8C484A}" dt="2023-09-07T06:16:10.536" v="1745" actId="478"/>
          <ac:spMkLst>
            <pc:docMk/>
            <pc:sldMk cId="1096338625" sldId="421"/>
            <ac:spMk id="5" creationId="{C74175D9-CDA4-A0A6-A412-4FFDBE20450B}"/>
          </ac:spMkLst>
        </pc:spChg>
        <pc:spChg chg="mod">
          <ac:chgData name="Yeo Xiong Wei, Jonathan" userId="ac2b658e-7ce1-44bb-9f9f-bf4198ceaa29" providerId="ADAL" clId="{735FB5B9-BCA3-4CE4-A9E4-FD533F8C484A}" dt="2023-09-06T07:21:10.185" v="892" actId="20577"/>
          <ac:spMkLst>
            <pc:docMk/>
            <pc:sldMk cId="1096338625" sldId="421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35FB5B9-BCA3-4CE4-A9E4-FD533F8C484A}" dt="2023-09-06T06:53:27.641" v="575"/>
        <pc:sldMkLst>
          <pc:docMk/>
          <pc:sldMk cId="903670562" sldId="422"/>
        </pc:sldMkLst>
        <pc:spChg chg="mod">
          <ac:chgData name="Yeo Xiong Wei, Jonathan" userId="ac2b658e-7ce1-44bb-9f9f-bf4198ceaa29" providerId="ADAL" clId="{735FB5B9-BCA3-4CE4-A9E4-FD533F8C484A}" dt="2023-09-06T06:53:06.461" v="573" actId="207"/>
          <ac:spMkLst>
            <pc:docMk/>
            <pc:sldMk cId="903670562" sldId="422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735FB5B9-BCA3-4CE4-A9E4-FD533F8C484A}" dt="2023-09-06T07:19:57.586" v="855"/>
        <pc:sldMkLst>
          <pc:docMk/>
          <pc:sldMk cId="459468741" sldId="423"/>
        </pc:sldMkLst>
        <pc:spChg chg="mod">
          <ac:chgData name="Yeo Xiong Wei, Jonathan" userId="ac2b658e-7ce1-44bb-9f9f-bf4198ceaa29" providerId="ADAL" clId="{735FB5B9-BCA3-4CE4-A9E4-FD533F8C484A}" dt="2023-09-06T07:19:14.237" v="849" actId="113"/>
          <ac:spMkLst>
            <pc:docMk/>
            <pc:sldMk cId="459468741" sldId="423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35FB5B9-BCA3-4CE4-A9E4-FD533F8C484A}" dt="2023-09-06T07:25:41.459" v="1054" actId="207"/>
        <pc:sldMkLst>
          <pc:docMk/>
          <pc:sldMk cId="1759212306" sldId="424"/>
        </pc:sldMkLst>
        <pc:spChg chg="mod">
          <ac:chgData name="Yeo Xiong Wei, Jonathan" userId="ac2b658e-7ce1-44bb-9f9f-bf4198ceaa29" providerId="ADAL" clId="{735FB5B9-BCA3-4CE4-A9E4-FD533F8C484A}" dt="2023-09-06T07:25:41.459" v="1054" actId="207"/>
          <ac:spMkLst>
            <pc:docMk/>
            <pc:sldMk cId="1759212306" sldId="424"/>
            <ac:spMk id="83970" creationId="{00000000-0000-0000-0000-000000000000}"/>
          </ac:spMkLst>
        </pc:spChg>
      </pc:sldChg>
      <pc:sldChg chg="delSp modSp mod ord">
        <pc:chgData name="Yeo Xiong Wei, Jonathan" userId="ac2b658e-7ce1-44bb-9f9f-bf4198ceaa29" providerId="ADAL" clId="{735FB5B9-BCA3-4CE4-A9E4-FD533F8C484A}" dt="2023-09-06T07:07:29.388" v="784" actId="20577"/>
        <pc:sldMkLst>
          <pc:docMk/>
          <pc:sldMk cId="1565955535" sldId="426"/>
        </pc:sldMkLst>
        <pc:spChg chg="mod">
          <ac:chgData name="Yeo Xiong Wei, Jonathan" userId="ac2b658e-7ce1-44bb-9f9f-bf4198ceaa29" providerId="ADAL" clId="{735FB5B9-BCA3-4CE4-A9E4-FD533F8C484A}" dt="2023-09-06T07:07:29.388" v="784" actId="20577"/>
          <ac:spMkLst>
            <pc:docMk/>
            <pc:sldMk cId="1565955535" sldId="426"/>
            <ac:spMk id="38914" creationId="{00000000-0000-0000-0000-000000000000}"/>
          </ac:spMkLst>
        </pc:spChg>
        <pc:picChg chg="del">
          <ac:chgData name="Yeo Xiong Wei, Jonathan" userId="ac2b658e-7ce1-44bb-9f9f-bf4198ceaa29" providerId="ADAL" clId="{735FB5B9-BCA3-4CE4-A9E4-FD533F8C484A}" dt="2023-09-06T07:01:41.419" v="629" actId="478"/>
          <ac:picMkLst>
            <pc:docMk/>
            <pc:sldMk cId="1565955535" sldId="426"/>
            <ac:picMk id="4" creationId="{5807B541-9618-3AF7-CB82-DE2AFFCB369C}"/>
          </ac:picMkLst>
        </pc:picChg>
      </pc:sldChg>
      <pc:sldChg chg="delSp new mod">
        <pc:chgData name="Yeo Xiong Wei, Jonathan" userId="ac2b658e-7ce1-44bb-9f9f-bf4198ceaa29" providerId="ADAL" clId="{735FB5B9-BCA3-4CE4-A9E4-FD533F8C484A}" dt="2023-09-06T07:08:10.789" v="787" actId="478"/>
        <pc:sldMkLst>
          <pc:docMk/>
          <pc:sldMk cId="2587836690" sldId="427"/>
        </pc:sldMkLst>
        <pc:spChg chg="del">
          <ac:chgData name="Yeo Xiong Wei, Jonathan" userId="ac2b658e-7ce1-44bb-9f9f-bf4198ceaa29" providerId="ADAL" clId="{735FB5B9-BCA3-4CE4-A9E4-FD533F8C484A}" dt="2023-09-06T07:08:10.071" v="786" actId="478"/>
          <ac:spMkLst>
            <pc:docMk/>
            <pc:sldMk cId="2587836690" sldId="427"/>
            <ac:spMk id="2" creationId="{7C26B5B9-CE44-3244-5341-3586B1F2DFE1}"/>
          </ac:spMkLst>
        </pc:spChg>
        <pc:spChg chg="del">
          <ac:chgData name="Yeo Xiong Wei, Jonathan" userId="ac2b658e-7ce1-44bb-9f9f-bf4198ceaa29" providerId="ADAL" clId="{735FB5B9-BCA3-4CE4-A9E4-FD533F8C484A}" dt="2023-09-06T07:08:10.789" v="787" actId="478"/>
          <ac:spMkLst>
            <pc:docMk/>
            <pc:sldMk cId="2587836690" sldId="427"/>
            <ac:spMk id="3" creationId="{20E5A62D-5FAE-55A0-8353-386693E0376B}"/>
          </ac:spMkLst>
        </pc:spChg>
      </pc:sldChg>
    </pc:docChg>
  </pc:docChgLst>
  <pc:docChgLst>
    <pc:chgData name="Yeo Xiong Wei, Jonathan" userId="ac2b658e-7ce1-44bb-9f9f-bf4198ceaa29" providerId="ADAL" clId="{CBF9C004-7202-4232-9B08-7B12F06A553B}"/>
    <pc:docChg chg="undo custSel modSld">
      <pc:chgData name="Yeo Xiong Wei, Jonathan" userId="ac2b658e-7ce1-44bb-9f9f-bf4198ceaa29" providerId="ADAL" clId="{CBF9C004-7202-4232-9B08-7B12F06A553B}" dt="2023-06-23T07:36:40.349" v="6" actId="113"/>
      <pc:docMkLst>
        <pc:docMk/>
      </pc:docMkLst>
      <pc:sldChg chg="modSp mod">
        <pc:chgData name="Yeo Xiong Wei, Jonathan" userId="ac2b658e-7ce1-44bb-9f9f-bf4198ceaa29" providerId="ADAL" clId="{CBF9C004-7202-4232-9B08-7B12F06A553B}" dt="2023-06-23T07:35:07.394" v="2" actId="20577"/>
        <pc:sldMkLst>
          <pc:docMk/>
          <pc:sldMk cId="2948976560" sldId="388"/>
        </pc:sldMkLst>
        <pc:spChg chg="mod">
          <ac:chgData name="Yeo Xiong Wei, Jonathan" userId="ac2b658e-7ce1-44bb-9f9f-bf4198ceaa29" providerId="ADAL" clId="{CBF9C004-7202-4232-9B08-7B12F06A553B}" dt="2023-06-23T07:35:07.394" v="2" actId="20577"/>
          <ac:spMkLst>
            <pc:docMk/>
            <pc:sldMk cId="2948976560" sldId="388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BF9C004-7202-4232-9B08-7B12F06A553B}" dt="2023-06-23T07:36:40.349" v="6" actId="113"/>
        <pc:sldMkLst>
          <pc:docMk/>
          <pc:sldMk cId="508996749" sldId="409"/>
        </pc:sldMkLst>
        <pc:spChg chg="mod">
          <ac:chgData name="Yeo Xiong Wei, Jonathan" userId="ac2b658e-7ce1-44bb-9f9f-bf4198ceaa29" providerId="ADAL" clId="{CBF9C004-7202-4232-9B08-7B12F06A553B}" dt="2023-06-23T07:36:40.349" v="6" actId="113"/>
          <ac:spMkLst>
            <pc:docMk/>
            <pc:sldMk cId="508996749" sldId="409"/>
            <ac:spMk id="83970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2B7C6ED0-406C-44FF-AE0C-A0B5C17EFE8B}"/>
    <pc:docChg chg="undo custSel modSld">
      <pc:chgData name="Yeo Xiong Wei, Jonathan" userId="ac2b658e-7ce1-44bb-9f9f-bf4198ceaa29" providerId="ADAL" clId="{2B7C6ED0-406C-44FF-AE0C-A0B5C17EFE8B}" dt="2023-08-16T10:41:58.720" v="123" actId="27636"/>
      <pc:docMkLst>
        <pc:docMk/>
      </pc:docMkLst>
      <pc:sldChg chg="modSp mod">
        <pc:chgData name="Yeo Xiong Wei, Jonathan" userId="ac2b658e-7ce1-44bb-9f9f-bf4198ceaa29" providerId="ADAL" clId="{2B7C6ED0-406C-44FF-AE0C-A0B5C17EFE8B}" dt="2023-08-16T10:41:58.720" v="123" actId="27636"/>
        <pc:sldMkLst>
          <pc:docMk/>
          <pc:sldMk cId="1565955535" sldId="426"/>
        </pc:sldMkLst>
        <pc:spChg chg="mod">
          <ac:chgData name="Yeo Xiong Wei, Jonathan" userId="ac2b658e-7ce1-44bb-9f9f-bf4198ceaa29" providerId="ADAL" clId="{2B7C6ED0-406C-44FF-AE0C-A0B5C17EFE8B}" dt="2023-08-16T10:41:58.720" v="123" actId="27636"/>
          <ac:spMkLst>
            <pc:docMk/>
            <pc:sldMk cId="1565955535" sldId="426"/>
            <ac:spMk id="3891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CF604159-861C-4CE4-9EC5-028B88709CEF}"/>
    <pc:docChg chg="undo custSel addSld delSld modSld sldOrd">
      <pc:chgData name="Yeo Xiong Wei, Jonathan" userId="ac2b658e-7ce1-44bb-9f9f-bf4198ceaa29" providerId="ADAL" clId="{CF604159-861C-4CE4-9EC5-028B88709CEF}" dt="2023-06-04T03:16:16.439" v="3535" actId="47"/>
      <pc:docMkLst>
        <pc:docMk/>
      </pc:docMkLst>
      <pc:sldChg chg="delSp modSp mod">
        <pc:chgData name="Yeo Xiong Wei, Jonathan" userId="ac2b658e-7ce1-44bb-9f9f-bf4198ceaa29" providerId="ADAL" clId="{CF604159-861C-4CE4-9EC5-028B88709CEF}" dt="2023-06-04T02:03:17.370" v="6" actId="20577"/>
        <pc:sldMkLst>
          <pc:docMk/>
          <pc:sldMk cId="2241869390" sldId="256"/>
        </pc:sldMkLst>
        <pc:spChg chg="mod">
          <ac:chgData name="Yeo Xiong Wei, Jonathan" userId="ac2b658e-7ce1-44bb-9f9f-bf4198ceaa29" providerId="ADAL" clId="{CF604159-861C-4CE4-9EC5-028B88709CEF}" dt="2023-06-04T02:03:17.370" v="6" actId="20577"/>
          <ac:spMkLst>
            <pc:docMk/>
            <pc:sldMk cId="2241869390" sldId="256"/>
            <ac:spMk id="2" creationId="{59A21922-9A70-4F34-BDE6-AA92E71837E0}"/>
          </ac:spMkLst>
        </pc:spChg>
        <pc:spChg chg="del mod">
          <ac:chgData name="Yeo Xiong Wei, Jonathan" userId="ac2b658e-7ce1-44bb-9f9f-bf4198ceaa29" providerId="ADAL" clId="{CF604159-861C-4CE4-9EC5-028B88709CEF}" dt="2023-06-04T02:03:15.269" v="3" actId="478"/>
          <ac:spMkLst>
            <pc:docMk/>
            <pc:sldMk cId="2241869390" sldId="256"/>
            <ac:spMk id="3" creationId="{8C033B38-82E1-4D57-8158-233AB327DCBC}"/>
          </ac:spMkLst>
        </pc:spChg>
      </pc:sldChg>
      <pc:sldChg chg="modSp mod">
        <pc:chgData name="Yeo Xiong Wei, Jonathan" userId="ac2b658e-7ce1-44bb-9f9f-bf4198ceaa29" providerId="ADAL" clId="{CF604159-861C-4CE4-9EC5-028B88709CEF}" dt="2023-06-04T02:07:11.420" v="273" actId="114"/>
        <pc:sldMkLst>
          <pc:docMk/>
          <pc:sldMk cId="1057290077" sldId="351"/>
        </pc:sldMkLst>
        <pc:spChg chg="mod">
          <ac:chgData name="Yeo Xiong Wei, Jonathan" userId="ac2b658e-7ce1-44bb-9f9f-bf4198ceaa29" providerId="ADAL" clId="{CF604159-861C-4CE4-9EC5-028B88709CEF}" dt="2023-06-04T02:07:11.420" v="273" actId="114"/>
          <ac:spMkLst>
            <pc:docMk/>
            <pc:sldMk cId="1057290077" sldId="351"/>
            <ac:spMk id="808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CF604159-861C-4CE4-9EC5-028B88709CEF}" dt="2023-06-04T02:10:56.319" v="499" actId="20577"/>
        <pc:sldMkLst>
          <pc:docMk/>
          <pc:sldMk cId="4248617749" sldId="354"/>
        </pc:sldMkLst>
        <pc:spChg chg="mod">
          <ac:chgData name="Yeo Xiong Wei, Jonathan" userId="ac2b658e-7ce1-44bb-9f9f-bf4198ceaa29" providerId="ADAL" clId="{CF604159-861C-4CE4-9EC5-028B88709CEF}" dt="2023-06-04T02:10:27.146" v="491" actId="20577"/>
          <ac:spMkLst>
            <pc:docMk/>
            <pc:sldMk cId="4248617749" sldId="354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CF604159-861C-4CE4-9EC5-028B88709CEF}" dt="2023-06-04T02:10:56.319" v="499" actId="20577"/>
          <ac:spMkLst>
            <pc:docMk/>
            <pc:sldMk cId="4248617749" sldId="354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2:11:51.693" v="512" actId="6549"/>
        <pc:sldMkLst>
          <pc:docMk/>
          <pc:sldMk cId="2578495819" sldId="380"/>
        </pc:sldMkLst>
        <pc:spChg chg="mod">
          <ac:chgData name="Yeo Xiong Wei, Jonathan" userId="ac2b658e-7ce1-44bb-9f9f-bf4198ceaa29" providerId="ADAL" clId="{CF604159-861C-4CE4-9EC5-028B88709CEF}" dt="2023-06-04T02:11:51.693" v="512" actId="6549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2:12:08.082" v="521" actId="20577"/>
        <pc:sldMkLst>
          <pc:docMk/>
          <pc:sldMk cId="1605036827" sldId="381"/>
        </pc:sldMkLst>
        <pc:spChg chg="mod">
          <ac:chgData name="Yeo Xiong Wei, Jonathan" userId="ac2b658e-7ce1-44bb-9f9f-bf4198ceaa29" providerId="ADAL" clId="{CF604159-861C-4CE4-9EC5-028B88709CEF}" dt="2023-06-04T02:12:08.082" v="521" actId="20577"/>
          <ac:spMkLst>
            <pc:docMk/>
            <pc:sldMk cId="1605036827" sldId="381"/>
            <ac:spMk id="83970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CF604159-861C-4CE4-9EC5-028B88709CEF}" dt="2023-06-04T02:11:12.383" v="501" actId="403"/>
        <pc:sldMkLst>
          <pc:docMk/>
          <pc:sldMk cId="412208863" sldId="383"/>
        </pc:sldMkLst>
        <pc:spChg chg="mod">
          <ac:chgData name="Yeo Xiong Wei, Jonathan" userId="ac2b658e-7ce1-44bb-9f9f-bf4198ceaa29" providerId="ADAL" clId="{CF604159-861C-4CE4-9EC5-028B88709CEF}" dt="2023-06-04T02:11:12.383" v="501" actId="403"/>
          <ac:spMkLst>
            <pc:docMk/>
            <pc:sldMk cId="412208863" sldId="383"/>
            <ac:spMk id="83970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CF604159-861C-4CE4-9EC5-028B88709CEF}" dt="2023-06-04T02:43:30.237" v="2381" actId="404"/>
        <pc:sldMkLst>
          <pc:docMk/>
          <pc:sldMk cId="1234614077" sldId="385"/>
        </pc:sldMkLst>
        <pc:spChg chg="mod">
          <ac:chgData name="Yeo Xiong Wei, Jonathan" userId="ac2b658e-7ce1-44bb-9f9f-bf4198ceaa29" providerId="ADAL" clId="{CF604159-861C-4CE4-9EC5-028B88709CEF}" dt="2023-06-04T02:43:30.237" v="2381" actId="404"/>
          <ac:spMkLst>
            <pc:docMk/>
            <pc:sldMk cId="1234614077" sldId="385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F604159-861C-4CE4-9EC5-028B88709CEF}" dt="2023-06-04T02:37:33.329" v="2184" actId="404"/>
        <pc:sldMkLst>
          <pc:docMk/>
          <pc:sldMk cId="3025782446" sldId="386"/>
        </pc:sldMkLst>
        <pc:spChg chg="mod">
          <ac:chgData name="Yeo Xiong Wei, Jonathan" userId="ac2b658e-7ce1-44bb-9f9f-bf4198ceaa29" providerId="ADAL" clId="{CF604159-861C-4CE4-9EC5-028B88709CEF}" dt="2023-06-04T02:37:33.329" v="2184" actId="404"/>
          <ac:spMkLst>
            <pc:docMk/>
            <pc:sldMk cId="3025782446" sldId="386"/>
            <ac:spMk id="839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CF604159-861C-4CE4-9EC5-028B88709CEF}" dt="2023-06-04T02:40:46.387" v="2329" actId="207"/>
        <pc:sldMkLst>
          <pc:docMk/>
          <pc:sldMk cId="231186096" sldId="387"/>
        </pc:sldMkLst>
        <pc:spChg chg="mod">
          <ac:chgData name="Yeo Xiong Wei, Jonathan" userId="ac2b658e-7ce1-44bb-9f9f-bf4198ceaa29" providerId="ADAL" clId="{CF604159-861C-4CE4-9EC5-028B88709CEF}" dt="2023-06-04T02:40:46.387" v="2329" actId="207"/>
          <ac:spMkLst>
            <pc:docMk/>
            <pc:sldMk cId="231186096" sldId="387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F604159-861C-4CE4-9EC5-028B88709CEF}" dt="2023-06-04T02:38:14.570" v="2198" actId="113"/>
        <pc:sldMkLst>
          <pc:docMk/>
          <pc:sldMk cId="2948976560" sldId="388"/>
        </pc:sldMkLst>
        <pc:spChg chg="mod">
          <ac:chgData name="Yeo Xiong Wei, Jonathan" userId="ac2b658e-7ce1-44bb-9f9f-bf4198ceaa29" providerId="ADAL" clId="{CF604159-861C-4CE4-9EC5-028B88709CEF}" dt="2023-06-04T02:38:14.570" v="2198" actId="113"/>
          <ac:spMkLst>
            <pc:docMk/>
            <pc:sldMk cId="2948976560" sldId="388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2:37:57.730" v="2193" actId="115"/>
        <pc:sldMkLst>
          <pc:docMk/>
          <pc:sldMk cId="2269779778" sldId="390"/>
        </pc:sldMkLst>
        <pc:spChg chg="mod">
          <ac:chgData name="Yeo Xiong Wei, Jonathan" userId="ac2b658e-7ce1-44bb-9f9f-bf4198ceaa29" providerId="ADAL" clId="{CF604159-861C-4CE4-9EC5-028B88709CEF}" dt="2023-06-04T02:37:57.730" v="2193" actId="115"/>
          <ac:spMkLst>
            <pc:docMk/>
            <pc:sldMk cId="2269779778" sldId="39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3:12:15.149" v="3448" actId="20577"/>
        <pc:sldMkLst>
          <pc:docMk/>
          <pc:sldMk cId="3295338883" sldId="394"/>
        </pc:sldMkLst>
        <pc:spChg chg="mod">
          <ac:chgData name="Yeo Xiong Wei, Jonathan" userId="ac2b658e-7ce1-44bb-9f9f-bf4198ceaa29" providerId="ADAL" clId="{CF604159-861C-4CE4-9EC5-028B88709CEF}" dt="2023-06-04T03:12:15.149" v="3448" actId="20577"/>
          <ac:spMkLst>
            <pc:docMk/>
            <pc:sldMk cId="3295338883" sldId="394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3:12:01.653" v="3445" actId="404"/>
        <pc:sldMkLst>
          <pc:docMk/>
          <pc:sldMk cId="1474304775" sldId="395"/>
        </pc:sldMkLst>
        <pc:spChg chg="mod">
          <ac:chgData name="Yeo Xiong Wei, Jonathan" userId="ac2b658e-7ce1-44bb-9f9f-bf4198ceaa29" providerId="ADAL" clId="{CF604159-861C-4CE4-9EC5-028B88709CEF}" dt="2023-06-04T03:12:01.653" v="3445" actId="404"/>
          <ac:spMkLst>
            <pc:docMk/>
            <pc:sldMk cId="1474304775" sldId="395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3:12:21.423" v="3449" actId="404"/>
        <pc:sldMkLst>
          <pc:docMk/>
          <pc:sldMk cId="3293713834" sldId="396"/>
        </pc:sldMkLst>
        <pc:spChg chg="mod">
          <ac:chgData name="Yeo Xiong Wei, Jonathan" userId="ac2b658e-7ce1-44bb-9f9f-bf4198ceaa29" providerId="ADAL" clId="{CF604159-861C-4CE4-9EC5-028B88709CEF}" dt="2023-06-04T03:12:21.423" v="3449" actId="404"/>
          <ac:spMkLst>
            <pc:docMk/>
            <pc:sldMk cId="3293713834" sldId="396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3:14:59.107" v="3521" actId="6549"/>
        <pc:sldMkLst>
          <pc:docMk/>
          <pc:sldMk cId="3908222891" sldId="397"/>
        </pc:sldMkLst>
        <pc:spChg chg="mod">
          <ac:chgData name="Yeo Xiong Wei, Jonathan" userId="ac2b658e-7ce1-44bb-9f9f-bf4198ceaa29" providerId="ADAL" clId="{CF604159-861C-4CE4-9EC5-028B88709CEF}" dt="2023-06-04T03:14:59.107" v="3521" actId="6549"/>
          <ac:spMkLst>
            <pc:docMk/>
            <pc:sldMk cId="3908222891" sldId="397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F604159-861C-4CE4-9EC5-028B88709CEF}" dt="2023-06-04T02:09:57.571" v="453" actId="404"/>
        <pc:sldMkLst>
          <pc:docMk/>
          <pc:sldMk cId="1625042615" sldId="399"/>
        </pc:sldMkLst>
        <pc:spChg chg="mod">
          <ac:chgData name="Yeo Xiong Wei, Jonathan" userId="ac2b658e-7ce1-44bb-9f9f-bf4198ceaa29" providerId="ADAL" clId="{CF604159-861C-4CE4-9EC5-028B88709CEF}" dt="2023-06-04T02:09:57.571" v="453" actId="404"/>
          <ac:spMkLst>
            <pc:docMk/>
            <pc:sldMk cId="1625042615" sldId="399"/>
            <ac:spMk id="3" creationId="{8E14C517-5A33-43F5-98FF-7DC83EA9EFE3}"/>
          </ac:spMkLst>
        </pc:spChg>
      </pc:sldChg>
      <pc:sldChg chg="modSp mod ord modNotesTx">
        <pc:chgData name="Yeo Xiong Wei, Jonathan" userId="ac2b658e-7ce1-44bb-9f9f-bf4198ceaa29" providerId="ADAL" clId="{CF604159-861C-4CE4-9EC5-028B88709CEF}" dt="2023-06-04T03:15:29.752" v="3522" actId="21"/>
        <pc:sldMkLst>
          <pc:docMk/>
          <pc:sldMk cId="783374196" sldId="403"/>
        </pc:sldMkLst>
        <pc:spChg chg="mod">
          <ac:chgData name="Yeo Xiong Wei, Jonathan" userId="ac2b658e-7ce1-44bb-9f9f-bf4198ceaa29" providerId="ADAL" clId="{CF604159-861C-4CE4-9EC5-028B88709CEF}" dt="2023-06-04T03:15:29.752" v="3522" actId="21"/>
          <ac:spMkLst>
            <pc:docMk/>
            <pc:sldMk cId="783374196" sldId="403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CF604159-861C-4CE4-9EC5-028B88709CEF}" dt="2023-06-04T02:12:26.496" v="522" actId="404"/>
        <pc:sldMkLst>
          <pc:docMk/>
          <pc:sldMk cId="1954964448" sldId="411"/>
        </pc:sldMkLst>
        <pc:spChg chg="mod">
          <ac:chgData name="Yeo Xiong Wei, Jonathan" userId="ac2b658e-7ce1-44bb-9f9f-bf4198ceaa29" providerId="ADAL" clId="{CF604159-861C-4CE4-9EC5-028B88709CEF}" dt="2023-06-04T02:12:26.496" v="522" actId="404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F604159-861C-4CE4-9EC5-028B88709CEF}" dt="2023-06-04T02:23:03.283" v="1072" actId="207"/>
        <pc:sldMkLst>
          <pc:docMk/>
          <pc:sldMk cId="3794818606" sldId="412"/>
        </pc:sldMkLst>
        <pc:spChg chg="mod">
          <ac:chgData name="Yeo Xiong Wei, Jonathan" userId="ac2b658e-7ce1-44bb-9f9f-bf4198ceaa29" providerId="ADAL" clId="{CF604159-861C-4CE4-9EC5-028B88709CEF}" dt="2023-06-04T02:23:03.283" v="1072" actId="207"/>
          <ac:spMkLst>
            <pc:docMk/>
            <pc:sldMk cId="3794818606" sldId="412"/>
            <ac:spMk id="83970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CF604159-861C-4CE4-9EC5-028B88709CEF}" dt="2023-06-04T02:09:53.001" v="452" actId="403"/>
        <pc:sldMkLst>
          <pc:docMk/>
          <pc:sldMk cId="1304161423" sldId="419"/>
        </pc:sldMkLst>
        <pc:spChg chg="mod">
          <ac:chgData name="Yeo Xiong Wei, Jonathan" userId="ac2b658e-7ce1-44bb-9f9f-bf4198ceaa29" providerId="ADAL" clId="{CF604159-861C-4CE4-9EC5-028B88709CEF}" dt="2023-06-04T02:09:53.001" v="452" actId="403"/>
          <ac:spMkLst>
            <pc:docMk/>
            <pc:sldMk cId="1304161423" sldId="419"/>
            <ac:spMk id="3" creationId="{8E14C517-5A33-43F5-98FF-7DC83EA9EFE3}"/>
          </ac:spMkLst>
        </pc:spChg>
      </pc:sldChg>
      <pc:sldChg chg="addSp modSp mod">
        <pc:chgData name="Yeo Xiong Wei, Jonathan" userId="ac2b658e-7ce1-44bb-9f9f-bf4198ceaa29" providerId="ADAL" clId="{CF604159-861C-4CE4-9EC5-028B88709CEF}" dt="2023-06-04T03:11:37.046" v="3443" actId="1076"/>
        <pc:sldMkLst>
          <pc:docMk/>
          <pc:sldMk cId="1096338625" sldId="421"/>
        </pc:sldMkLst>
        <pc:spChg chg="add mod">
          <ac:chgData name="Yeo Xiong Wei, Jonathan" userId="ac2b658e-7ce1-44bb-9f9f-bf4198ceaa29" providerId="ADAL" clId="{CF604159-861C-4CE4-9EC5-028B88709CEF}" dt="2023-06-04T03:11:37.046" v="3443" actId="1076"/>
          <ac:spMkLst>
            <pc:docMk/>
            <pc:sldMk cId="1096338625" sldId="421"/>
            <ac:spMk id="4" creationId="{89A18378-1BF4-5ED3-BD88-DDD78C44A0D7}"/>
          </ac:spMkLst>
        </pc:spChg>
        <pc:spChg chg="mod">
          <ac:chgData name="Yeo Xiong Wei, Jonathan" userId="ac2b658e-7ce1-44bb-9f9f-bf4198ceaa29" providerId="ADAL" clId="{CF604159-861C-4CE4-9EC5-028B88709CEF}" dt="2023-06-04T03:11:02.709" v="3430" actId="20577"/>
          <ac:spMkLst>
            <pc:docMk/>
            <pc:sldMk cId="1096338625" sldId="421"/>
            <ac:spMk id="83970" creationId="{00000000-0000-0000-0000-000000000000}"/>
          </ac:spMkLst>
        </pc:spChg>
        <pc:graphicFrameChg chg="mod modGraphic">
          <ac:chgData name="Yeo Xiong Wei, Jonathan" userId="ac2b658e-7ce1-44bb-9f9f-bf4198ceaa29" providerId="ADAL" clId="{CF604159-861C-4CE4-9EC5-028B88709CEF}" dt="2023-06-04T03:11:11.125" v="3431" actId="1076"/>
          <ac:graphicFrameMkLst>
            <pc:docMk/>
            <pc:sldMk cId="1096338625" sldId="421"/>
            <ac:graphicFrameMk id="2" creationId="{7B563554-5B56-1528-322B-9A8CC057665E}"/>
          </ac:graphicFrameMkLst>
        </pc:graphicFrameChg>
        <pc:graphicFrameChg chg="mod modGraphic">
          <ac:chgData name="Yeo Xiong Wei, Jonathan" userId="ac2b658e-7ce1-44bb-9f9f-bf4198ceaa29" providerId="ADAL" clId="{CF604159-861C-4CE4-9EC5-028B88709CEF}" dt="2023-06-04T03:11:11.125" v="3431" actId="1076"/>
          <ac:graphicFrameMkLst>
            <pc:docMk/>
            <pc:sldMk cId="1096338625" sldId="421"/>
            <ac:graphicFrameMk id="6" creationId="{4A4D8F41-5FBC-849D-F1B6-22728944BBA8}"/>
          </ac:graphicFrameMkLst>
        </pc:graphicFrameChg>
      </pc:sldChg>
      <pc:sldChg chg="addSp modSp mod">
        <pc:chgData name="Yeo Xiong Wei, Jonathan" userId="ac2b658e-7ce1-44bb-9f9f-bf4198ceaa29" providerId="ADAL" clId="{CF604159-861C-4CE4-9EC5-028B88709CEF}" dt="2023-06-04T02:15:51.573" v="700" actId="403"/>
        <pc:sldMkLst>
          <pc:docMk/>
          <pc:sldMk cId="903670562" sldId="422"/>
        </pc:sldMkLst>
        <pc:spChg chg="add mod">
          <ac:chgData name="Yeo Xiong Wei, Jonathan" userId="ac2b658e-7ce1-44bb-9f9f-bf4198ceaa29" providerId="ADAL" clId="{CF604159-861C-4CE4-9EC5-028B88709CEF}" dt="2023-06-04T02:14:58.808" v="635" actId="1076"/>
          <ac:spMkLst>
            <pc:docMk/>
            <pc:sldMk cId="903670562" sldId="422"/>
            <ac:spMk id="2" creationId="{1666CD46-AACD-8B06-B391-5BA716EC6F49}"/>
          </ac:spMkLst>
        </pc:spChg>
        <pc:spChg chg="mod">
          <ac:chgData name="Yeo Xiong Wei, Jonathan" userId="ac2b658e-7ce1-44bb-9f9f-bf4198ceaa29" providerId="ADAL" clId="{CF604159-861C-4CE4-9EC5-028B88709CEF}" dt="2023-06-04T02:15:51.573" v="700" actId="403"/>
          <ac:spMkLst>
            <pc:docMk/>
            <pc:sldMk cId="903670562" sldId="422"/>
            <ac:spMk id="83970" creationId="{00000000-0000-0000-0000-000000000000}"/>
          </ac:spMkLst>
        </pc:spChg>
        <pc:cxnChg chg="add mod">
          <ac:chgData name="Yeo Xiong Wei, Jonathan" userId="ac2b658e-7ce1-44bb-9f9f-bf4198ceaa29" providerId="ADAL" clId="{CF604159-861C-4CE4-9EC5-028B88709CEF}" dt="2023-06-04T02:15:16.048" v="640" actId="1582"/>
          <ac:cxnSpMkLst>
            <pc:docMk/>
            <pc:sldMk cId="903670562" sldId="422"/>
            <ac:cxnSpMk id="5" creationId="{F265E113-AA4F-33B9-E724-F5D416009DCA}"/>
          </ac:cxnSpMkLst>
        </pc:cxnChg>
      </pc:sldChg>
      <pc:sldChg chg="modSp mod">
        <pc:chgData name="Yeo Xiong Wei, Jonathan" userId="ac2b658e-7ce1-44bb-9f9f-bf4198ceaa29" providerId="ADAL" clId="{CF604159-861C-4CE4-9EC5-028B88709CEF}" dt="2023-06-04T02:39:16.057" v="2242" actId="20577"/>
        <pc:sldMkLst>
          <pc:docMk/>
          <pc:sldMk cId="459468741" sldId="423"/>
        </pc:sldMkLst>
        <pc:spChg chg="mod">
          <ac:chgData name="Yeo Xiong Wei, Jonathan" userId="ac2b658e-7ce1-44bb-9f9f-bf4198ceaa29" providerId="ADAL" clId="{CF604159-861C-4CE4-9EC5-028B88709CEF}" dt="2023-06-04T02:39:16.057" v="2242" actId="20577"/>
          <ac:spMkLst>
            <pc:docMk/>
            <pc:sldMk cId="459468741" sldId="423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CF604159-861C-4CE4-9EC5-028B88709CEF}" dt="2023-06-04T02:33:36.291" v="1894" actId="404"/>
        <pc:sldMkLst>
          <pc:docMk/>
          <pc:sldMk cId="1759212306" sldId="424"/>
        </pc:sldMkLst>
        <pc:spChg chg="mod">
          <ac:chgData name="Yeo Xiong Wei, Jonathan" userId="ac2b658e-7ce1-44bb-9f9f-bf4198ceaa29" providerId="ADAL" clId="{CF604159-861C-4CE4-9EC5-028B88709CEF}" dt="2023-06-04T02:33:36.291" v="1894" actId="404"/>
          <ac:spMkLst>
            <pc:docMk/>
            <pc:sldMk cId="1759212306" sldId="424"/>
            <ac:spMk id="83970" creationId="{00000000-0000-0000-0000-000000000000}"/>
          </ac:spMkLst>
        </pc:spChg>
      </pc:sldChg>
      <pc:sldChg chg="addSp delSp modSp add del mod">
        <pc:chgData name="Yeo Xiong Wei, Jonathan" userId="ac2b658e-7ce1-44bb-9f9f-bf4198ceaa29" providerId="ADAL" clId="{CF604159-861C-4CE4-9EC5-028B88709CEF}" dt="2023-06-04T03:16:16.439" v="3535" actId="47"/>
        <pc:sldMkLst>
          <pc:docMk/>
          <pc:sldMk cId="551566572" sldId="425"/>
        </pc:sldMkLst>
        <pc:spChg chg="add mod">
          <ac:chgData name="Yeo Xiong Wei, Jonathan" userId="ac2b658e-7ce1-44bb-9f9f-bf4198ceaa29" providerId="ADAL" clId="{CF604159-861C-4CE4-9EC5-028B88709CEF}" dt="2023-06-04T03:16:01.344" v="3531" actId="27636"/>
          <ac:spMkLst>
            <pc:docMk/>
            <pc:sldMk cId="551566572" sldId="425"/>
            <ac:spMk id="5" creationId="{E0777EB7-6C4A-0113-D6F1-9EE3FCE379FE}"/>
          </ac:spMkLst>
        </pc:spChg>
        <pc:spChg chg="add del mod">
          <ac:chgData name="Yeo Xiong Wei, Jonathan" userId="ac2b658e-7ce1-44bb-9f9f-bf4198ceaa29" providerId="ADAL" clId="{CF604159-861C-4CE4-9EC5-028B88709CEF}" dt="2023-06-04T02:58:44.499" v="3168" actId="478"/>
          <ac:spMkLst>
            <pc:docMk/>
            <pc:sldMk cId="551566572" sldId="425"/>
            <ac:spMk id="7" creationId="{B267DF04-0F68-FE19-22BE-0E588CB19B25}"/>
          </ac:spMkLst>
        </pc:spChg>
        <pc:spChg chg="del">
          <ac:chgData name="Yeo Xiong Wei, Jonathan" userId="ac2b658e-7ce1-44bb-9f9f-bf4198ceaa29" providerId="ADAL" clId="{CF604159-861C-4CE4-9EC5-028B88709CEF}" dt="2023-06-04T02:58:42.486" v="3167" actId="478"/>
          <ac:spMkLst>
            <pc:docMk/>
            <pc:sldMk cId="551566572" sldId="425"/>
            <ac:spMk id="38913" creationId="{00000000-0000-0000-0000-000000000000}"/>
          </ac:spMkLst>
        </pc:spChg>
        <pc:spChg chg="del mod">
          <ac:chgData name="Yeo Xiong Wei, Jonathan" userId="ac2b658e-7ce1-44bb-9f9f-bf4198ceaa29" providerId="ADAL" clId="{CF604159-861C-4CE4-9EC5-028B88709CEF}" dt="2023-06-04T02:58:40.843" v="3166" actId="478"/>
          <ac:spMkLst>
            <pc:docMk/>
            <pc:sldMk cId="551566572" sldId="425"/>
            <ac:spMk id="38914" creationId="{00000000-0000-0000-0000-000000000000}"/>
          </ac:spMkLst>
        </pc:spChg>
        <pc:picChg chg="del">
          <ac:chgData name="Yeo Xiong Wei, Jonathan" userId="ac2b658e-7ce1-44bb-9f9f-bf4198ceaa29" providerId="ADAL" clId="{CF604159-861C-4CE4-9EC5-028B88709CEF}" dt="2023-06-04T02:45:04.404" v="2387" actId="478"/>
          <ac:picMkLst>
            <pc:docMk/>
            <pc:sldMk cId="551566572" sldId="425"/>
            <ac:picMk id="4" creationId="{5807B541-9618-3AF7-CB82-DE2AFFCB369C}"/>
          </ac:picMkLst>
        </pc:picChg>
      </pc:sldChg>
      <pc:sldChg chg="modSp add del mod">
        <pc:chgData name="Yeo Xiong Wei, Jonathan" userId="ac2b658e-7ce1-44bb-9f9f-bf4198ceaa29" providerId="ADAL" clId="{CF604159-861C-4CE4-9EC5-028B88709CEF}" dt="2023-06-04T02:58:28.425" v="3165" actId="47"/>
        <pc:sldMkLst>
          <pc:docMk/>
          <pc:sldMk cId="849998975" sldId="426"/>
        </pc:sldMkLst>
        <pc:spChg chg="mod">
          <ac:chgData name="Yeo Xiong Wei, Jonathan" userId="ac2b658e-7ce1-44bb-9f9f-bf4198ceaa29" providerId="ADAL" clId="{CF604159-861C-4CE4-9EC5-028B88709CEF}" dt="2023-06-04T02:56:29.135" v="3164" actId="20577"/>
          <ac:spMkLst>
            <pc:docMk/>
            <pc:sldMk cId="849998975" sldId="426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CF604159-861C-4CE4-9EC5-028B88709CEF}" dt="2023-06-04T03:16:11.845" v="3534" actId="27636"/>
        <pc:sldMkLst>
          <pc:docMk/>
          <pc:sldMk cId="1565955535" sldId="426"/>
        </pc:sldMkLst>
        <pc:spChg chg="mod">
          <ac:chgData name="Yeo Xiong Wei, Jonathan" userId="ac2b658e-7ce1-44bb-9f9f-bf4198ceaa29" providerId="ADAL" clId="{CF604159-861C-4CE4-9EC5-028B88709CEF}" dt="2023-06-04T03:16:11.845" v="3534" actId="27636"/>
          <ac:spMkLst>
            <pc:docMk/>
            <pc:sldMk cId="1565955535" sldId="426"/>
            <ac:spMk id="3891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C5FC3197-B0F2-4CED-90BE-6B72149FCC69}"/>
    <pc:docChg chg="undo custSel addSld delSld modSld">
      <pc:chgData name="Yeo Xiong Wei, Jonathan" userId="ac2b658e-7ce1-44bb-9f9f-bf4198ceaa29" providerId="ADAL" clId="{C5FC3197-B0F2-4CED-90BE-6B72149FCC69}" dt="2024-09-06T06:10:31.809" v="1990"/>
      <pc:docMkLst>
        <pc:docMk/>
      </pc:docMkLst>
      <pc:sldChg chg="modSp">
        <pc:chgData name="Yeo Xiong Wei, Jonathan" userId="ac2b658e-7ce1-44bb-9f9f-bf4198ceaa29" providerId="ADAL" clId="{C5FC3197-B0F2-4CED-90BE-6B72149FCC69}" dt="2024-09-04T07:45:53.990" v="0" actId="404"/>
        <pc:sldMkLst>
          <pc:docMk/>
          <pc:sldMk cId="2917529524" sldId="372"/>
        </pc:sldMkLst>
        <pc:spChg chg="mod">
          <ac:chgData name="Yeo Xiong Wei, Jonathan" userId="ac2b658e-7ce1-44bb-9f9f-bf4198ceaa29" providerId="ADAL" clId="{C5FC3197-B0F2-4CED-90BE-6B72149FCC69}" dt="2024-09-04T07:45:53.990" v="0" actId="404"/>
          <ac:spMkLst>
            <pc:docMk/>
            <pc:sldMk cId="2917529524" sldId="372"/>
            <ac:spMk id="80898" creationId="{00000000-0000-0000-0000-000000000000}"/>
          </ac:spMkLst>
        </pc:spChg>
      </pc:sldChg>
      <pc:sldChg chg="modSp mod">
        <pc:chgData name="Yeo Xiong Wei, Jonathan" userId="ac2b658e-7ce1-44bb-9f9f-bf4198ceaa29" providerId="ADAL" clId="{C5FC3197-B0F2-4CED-90BE-6B72149FCC69}" dt="2024-09-04T08:10:06.434" v="680" actId="207"/>
        <pc:sldMkLst>
          <pc:docMk/>
          <pc:sldMk cId="2578495819" sldId="380"/>
        </pc:sldMkLst>
        <pc:spChg chg="mod">
          <ac:chgData name="Yeo Xiong Wei, Jonathan" userId="ac2b658e-7ce1-44bb-9f9f-bf4198ceaa29" providerId="ADAL" clId="{C5FC3197-B0F2-4CED-90BE-6B72149FCC69}" dt="2024-09-04T08:10:06.434" v="680" actId="207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5FC3197-B0F2-4CED-90BE-6B72149FCC69}" dt="2024-09-04T08:09:28.115" v="679" actId="20577"/>
        <pc:sldMkLst>
          <pc:docMk/>
          <pc:sldMk cId="1605036827" sldId="381"/>
        </pc:sldMkLst>
        <pc:spChg chg="mod">
          <ac:chgData name="Yeo Xiong Wei, Jonathan" userId="ac2b658e-7ce1-44bb-9f9f-bf4198ceaa29" providerId="ADAL" clId="{C5FC3197-B0F2-4CED-90BE-6B72149FCC69}" dt="2024-09-04T08:09:28.115" v="679" actId="20577"/>
          <ac:spMkLst>
            <pc:docMk/>
            <pc:sldMk cId="1605036827" sldId="381"/>
            <ac:spMk id="83970" creationId="{00000000-0000-0000-0000-000000000000}"/>
          </ac:spMkLst>
        </pc:spChg>
      </pc:sldChg>
      <pc:sldChg chg="addSp delSp modSp mod modAnim">
        <pc:chgData name="Yeo Xiong Wei, Jonathan" userId="ac2b658e-7ce1-44bb-9f9f-bf4198ceaa29" providerId="ADAL" clId="{C5FC3197-B0F2-4CED-90BE-6B72149FCC69}" dt="2024-09-04T08:10:46.692" v="683" actId="14100"/>
        <pc:sldMkLst>
          <pc:docMk/>
          <pc:sldMk cId="3203036488" sldId="384"/>
        </pc:sldMkLst>
        <pc:spChg chg="add mod">
          <ac:chgData name="Yeo Xiong Wei, Jonathan" userId="ac2b658e-7ce1-44bb-9f9f-bf4198ceaa29" providerId="ADAL" clId="{C5FC3197-B0F2-4CED-90BE-6B72149FCC69}" dt="2024-09-04T07:59:18.257" v="393" actId="1076"/>
          <ac:spMkLst>
            <pc:docMk/>
            <pc:sldMk cId="3203036488" sldId="384"/>
            <ac:spMk id="2" creationId="{D5810E21-680F-7326-4D68-7A447C43A7EA}"/>
          </ac:spMkLst>
        </pc:spChg>
        <pc:spChg chg="add del mod">
          <ac:chgData name="Yeo Xiong Wei, Jonathan" userId="ac2b658e-7ce1-44bb-9f9f-bf4198ceaa29" providerId="ADAL" clId="{C5FC3197-B0F2-4CED-90BE-6B72149FCC69}" dt="2024-09-04T07:59:18.492" v="395"/>
          <ac:spMkLst>
            <pc:docMk/>
            <pc:sldMk cId="3203036488" sldId="384"/>
            <ac:spMk id="4" creationId="{CD0FB6AD-8990-3F27-7DB8-0C70A23D5510}"/>
          </ac:spMkLst>
        </pc:spChg>
        <pc:spChg chg="add mod ord">
          <ac:chgData name="Yeo Xiong Wei, Jonathan" userId="ac2b658e-7ce1-44bb-9f9f-bf4198ceaa29" providerId="ADAL" clId="{C5FC3197-B0F2-4CED-90BE-6B72149FCC69}" dt="2024-09-04T08:08:20.526" v="547" actId="1076"/>
          <ac:spMkLst>
            <pc:docMk/>
            <pc:sldMk cId="3203036488" sldId="384"/>
            <ac:spMk id="5" creationId="{F4A23C63-3B5D-CD18-794F-ECE796621F2E}"/>
          </ac:spMkLst>
        </pc:spChg>
        <pc:spChg chg="add mod">
          <ac:chgData name="Yeo Xiong Wei, Jonathan" userId="ac2b658e-7ce1-44bb-9f9f-bf4198ceaa29" providerId="ADAL" clId="{C5FC3197-B0F2-4CED-90BE-6B72149FCC69}" dt="2024-09-04T08:10:20.520" v="681" actId="1076"/>
          <ac:spMkLst>
            <pc:docMk/>
            <pc:sldMk cId="3203036488" sldId="384"/>
            <ac:spMk id="6" creationId="{3C727D51-3E48-5F1C-C1CB-7EF2337B735A}"/>
          </ac:spMkLst>
        </pc:spChg>
        <pc:spChg chg="mod">
          <ac:chgData name="Yeo Xiong Wei, Jonathan" userId="ac2b658e-7ce1-44bb-9f9f-bf4198ceaa29" providerId="ADAL" clId="{C5FC3197-B0F2-4CED-90BE-6B72149FCC69}" dt="2024-09-04T08:00:42.349" v="433" actId="113"/>
          <ac:spMkLst>
            <pc:docMk/>
            <pc:sldMk cId="3203036488" sldId="384"/>
            <ac:spMk id="83970" creationId="{00000000-0000-0000-0000-000000000000}"/>
          </ac:spMkLst>
        </pc:spChg>
        <pc:cxnChg chg="add mod">
          <ac:chgData name="Yeo Xiong Wei, Jonathan" userId="ac2b658e-7ce1-44bb-9f9f-bf4198ceaa29" providerId="ADAL" clId="{C5FC3197-B0F2-4CED-90BE-6B72149FCC69}" dt="2024-09-04T08:10:46.692" v="683" actId="14100"/>
          <ac:cxnSpMkLst>
            <pc:docMk/>
            <pc:sldMk cId="3203036488" sldId="384"/>
            <ac:cxnSpMk id="7" creationId="{DECFF13E-1487-6AD7-4FEB-094573D75091}"/>
          </ac:cxnSpMkLst>
        </pc:cxnChg>
      </pc:sldChg>
      <pc:sldChg chg="modAnim">
        <pc:chgData name="Yeo Xiong Wei, Jonathan" userId="ac2b658e-7ce1-44bb-9f9f-bf4198ceaa29" providerId="ADAL" clId="{C5FC3197-B0F2-4CED-90BE-6B72149FCC69}" dt="2024-09-06T06:05:24.862" v="1969"/>
        <pc:sldMkLst>
          <pc:docMk/>
          <pc:sldMk cId="1234614077" sldId="385"/>
        </pc:sldMkLst>
      </pc:sldChg>
      <pc:sldChg chg="modAnim">
        <pc:chgData name="Yeo Xiong Wei, Jonathan" userId="ac2b658e-7ce1-44bb-9f9f-bf4198ceaa29" providerId="ADAL" clId="{C5FC3197-B0F2-4CED-90BE-6B72149FCC69}" dt="2024-09-06T06:05:14.445" v="1967"/>
        <pc:sldMkLst>
          <pc:docMk/>
          <pc:sldMk cId="231186096" sldId="387"/>
        </pc:sldMkLst>
      </pc:sldChg>
      <pc:sldChg chg="modSp mod modAnim">
        <pc:chgData name="Yeo Xiong Wei, Jonathan" userId="ac2b658e-7ce1-44bb-9f9f-bf4198ceaa29" providerId="ADAL" clId="{C5FC3197-B0F2-4CED-90BE-6B72149FCC69}" dt="2024-09-06T06:07:28.378" v="1983"/>
        <pc:sldMkLst>
          <pc:docMk/>
          <pc:sldMk cId="2948976560" sldId="388"/>
        </pc:sldMkLst>
        <pc:spChg chg="mod">
          <ac:chgData name="Yeo Xiong Wei, Jonathan" userId="ac2b658e-7ce1-44bb-9f9f-bf4198ceaa29" providerId="ADAL" clId="{C5FC3197-B0F2-4CED-90BE-6B72149FCC69}" dt="2024-09-04T08:12:53.675" v="693" actId="20577"/>
          <ac:spMkLst>
            <pc:docMk/>
            <pc:sldMk cId="2948976560" sldId="388"/>
            <ac:spMk id="83970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C5FC3197-B0F2-4CED-90BE-6B72149FCC69}" dt="2024-09-06T06:04:01.925" v="1960"/>
        <pc:sldMkLst>
          <pc:docMk/>
          <pc:sldMk cId="1783786213" sldId="389"/>
        </pc:sldMkLst>
        <pc:spChg chg="add mod">
          <ac:chgData name="Yeo Xiong Wei, Jonathan" userId="ac2b658e-7ce1-44bb-9f9f-bf4198ceaa29" providerId="ADAL" clId="{C5FC3197-B0F2-4CED-90BE-6B72149FCC69}" dt="2024-09-04T08:07:46.469" v="536"/>
          <ac:spMkLst>
            <pc:docMk/>
            <pc:sldMk cId="1783786213" sldId="389"/>
            <ac:spMk id="4" creationId="{9907C143-510B-255E-A067-DD338E618DBA}"/>
          </ac:spMkLst>
        </pc:spChg>
        <pc:spChg chg="add mod ord">
          <ac:chgData name="Yeo Xiong Wei, Jonathan" userId="ac2b658e-7ce1-44bb-9f9f-bf4198ceaa29" providerId="ADAL" clId="{C5FC3197-B0F2-4CED-90BE-6B72149FCC69}" dt="2024-09-04T08:08:04.102" v="542" actId="14100"/>
          <ac:spMkLst>
            <pc:docMk/>
            <pc:sldMk cId="1783786213" sldId="389"/>
            <ac:spMk id="6" creationId="{9046AB13-A281-BFBA-28AA-758410CCBFA2}"/>
          </ac:spMkLst>
        </pc:spChg>
      </pc:sldChg>
      <pc:sldChg chg="addSp modSp mod">
        <pc:chgData name="Yeo Xiong Wei, Jonathan" userId="ac2b658e-7ce1-44bb-9f9f-bf4198ceaa29" providerId="ADAL" clId="{C5FC3197-B0F2-4CED-90BE-6B72149FCC69}" dt="2024-09-06T06:10:09.632" v="1989" actId="14100"/>
        <pc:sldMkLst>
          <pc:docMk/>
          <pc:sldMk cId="3293713834" sldId="396"/>
        </pc:sldMkLst>
        <pc:spChg chg="add mod ord">
          <ac:chgData name="Yeo Xiong Wei, Jonathan" userId="ac2b658e-7ce1-44bb-9f9f-bf4198ceaa29" providerId="ADAL" clId="{C5FC3197-B0F2-4CED-90BE-6B72149FCC69}" dt="2024-09-06T06:10:09.632" v="1989" actId="14100"/>
          <ac:spMkLst>
            <pc:docMk/>
            <pc:sldMk cId="3293713834" sldId="396"/>
            <ac:spMk id="2" creationId="{D4290781-80F7-86A7-5A7A-A80B1C759C91}"/>
          </ac:spMkLst>
        </pc:spChg>
      </pc:sldChg>
      <pc:sldChg chg="modSp mod modAnim">
        <pc:chgData name="Yeo Xiong Wei, Jonathan" userId="ac2b658e-7ce1-44bb-9f9f-bf4198ceaa29" providerId="ADAL" clId="{C5FC3197-B0F2-4CED-90BE-6B72149FCC69}" dt="2024-09-06T06:10:31.809" v="1990"/>
        <pc:sldMkLst>
          <pc:docMk/>
          <pc:sldMk cId="3908222891" sldId="397"/>
        </pc:sldMkLst>
        <pc:spChg chg="mod">
          <ac:chgData name="Yeo Xiong Wei, Jonathan" userId="ac2b658e-7ce1-44bb-9f9f-bf4198ceaa29" providerId="ADAL" clId="{C5FC3197-B0F2-4CED-90BE-6B72149FCC69}" dt="2024-09-04T08:32:10.001" v="841" actId="20577"/>
          <ac:spMkLst>
            <pc:docMk/>
            <pc:sldMk cId="3908222891" sldId="397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C5FC3197-B0F2-4CED-90BE-6B72149FCC69}" dt="2024-09-04T08:37:46.657" v="1646" actId="20577"/>
          <ac:spMkLst>
            <pc:docMk/>
            <pc:sldMk cId="3908222891" sldId="397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5FC3197-B0F2-4CED-90BE-6B72149FCC69}" dt="2024-09-04T07:46:38.695" v="4" actId="113"/>
        <pc:sldMkLst>
          <pc:docMk/>
          <pc:sldMk cId="4085472884" sldId="400"/>
        </pc:sldMkLst>
        <pc:spChg chg="mod">
          <ac:chgData name="Yeo Xiong Wei, Jonathan" userId="ac2b658e-7ce1-44bb-9f9f-bf4198ceaa29" providerId="ADAL" clId="{C5FC3197-B0F2-4CED-90BE-6B72149FCC69}" dt="2024-09-04T07:46:38.695" v="4" actId="113"/>
          <ac:spMkLst>
            <pc:docMk/>
            <pc:sldMk cId="4085472884" sldId="400"/>
            <ac:spMk id="38914" creationId="{00000000-0000-0000-0000-000000000000}"/>
          </ac:spMkLst>
        </pc:spChg>
      </pc:sldChg>
      <pc:sldChg chg="del">
        <pc:chgData name="Yeo Xiong Wei, Jonathan" userId="ac2b658e-7ce1-44bb-9f9f-bf4198ceaa29" providerId="ADAL" clId="{C5FC3197-B0F2-4CED-90BE-6B72149FCC69}" dt="2024-09-04T08:03:52.580" v="436" actId="2696"/>
        <pc:sldMkLst>
          <pc:docMk/>
          <pc:sldMk cId="783374196" sldId="403"/>
        </pc:sldMkLst>
      </pc:sldChg>
      <pc:sldChg chg="add del">
        <pc:chgData name="Yeo Xiong Wei, Jonathan" userId="ac2b658e-7ce1-44bb-9f9f-bf4198ceaa29" providerId="ADAL" clId="{C5FC3197-B0F2-4CED-90BE-6B72149FCC69}" dt="2024-09-04T08:03:57.969" v="438" actId="2696"/>
        <pc:sldMkLst>
          <pc:docMk/>
          <pc:sldMk cId="3671651767" sldId="403"/>
        </pc:sldMkLst>
      </pc:sldChg>
      <pc:sldChg chg="modSp add">
        <pc:chgData name="Yeo Xiong Wei, Jonathan" userId="ac2b658e-7ce1-44bb-9f9f-bf4198ceaa29" providerId="ADAL" clId="{C5FC3197-B0F2-4CED-90BE-6B72149FCC69}" dt="2024-09-04T08:05:04.226" v="508" actId="20577"/>
        <pc:sldMkLst>
          <pc:docMk/>
          <pc:sldMk cId="4086365341" sldId="403"/>
        </pc:sldMkLst>
        <pc:spChg chg="mod">
          <ac:chgData name="Yeo Xiong Wei, Jonathan" userId="ac2b658e-7ce1-44bb-9f9f-bf4198ceaa29" providerId="ADAL" clId="{C5FC3197-B0F2-4CED-90BE-6B72149FCC69}" dt="2024-09-04T08:05:04.226" v="508" actId="20577"/>
          <ac:spMkLst>
            <pc:docMk/>
            <pc:sldMk cId="4086365341" sldId="403"/>
            <ac:spMk id="3891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C5FC3197-B0F2-4CED-90BE-6B72149FCC69}" dt="2024-09-04T09:10:58.316" v="1652" actId="14100"/>
        <pc:sldMkLst>
          <pc:docMk/>
          <pc:sldMk cId="508996749" sldId="409"/>
        </pc:sldMkLst>
        <pc:spChg chg="add del">
          <ac:chgData name="Yeo Xiong Wei, Jonathan" userId="ac2b658e-7ce1-44bb-9f9f-bf4198ceaa29" providerId="ADAL" clId="{C5FC3197-B0F2-4CED-90BE-6B72149FCC69}" dt="2024-09-04T09:10:46.117" v="1648" actId="22"/>
          <ac:spMkLst>
            <pc:docMk/>
            <pc:sldMk cId="508996749" sldId="409"/>
            <ac:spMk id="4" creationId="{37C72C93-FF2E-9918-3CFD-80489B2A75F2}"/>
          </ac:spMkLst>
        </pc:spChg>
        <pc:spChg chg="add mod ord">
          <ac:chgData name="Yeo Xiong Wei, Jonathan" userId="ac2b658e-7ce1-44bb-9f9f-bf4198ceaa29" providerId="ADAL" clId="{C5FC3197-B0F2-4CED-90BE-6B72149FCC69}" dt="2024-09-04T09:10:58.316" v="1652" actId="14100"/>
          <ac:spMkLst>
            <pc:docMk/>
            <pc:sldMk cId="508996749" sldId="409"/>
            <ac:spMk id="5" creationId="{B93DE730-ECCD-4B11-BD81-8AB4369BE12C}"/>
          </ac:spMkLst>
        </pc:spChg>
      </pc:sldChg>
      <pc:sldChg chg="addSp modSp mod">
        <pc:chgData name="Yeo Xiong Wei, Jonathan" userId="ac2b658e-7ce1-44bb-9f9f-bf4198ceaa29" providerId="ADAL" clId="{C5FC3197-B0F2-4CED-90BE-6B72149FCC69}" dt="2024-09-06T06:02:43.706" v="1947" actId="14100"/>
        <pc:sldMkLst>
          <pc:docMk/>
          <pc:sldMk cId="1954964448" sldId="411"/>
        </pc:sldMkLst>
        <pc:spChg chg="add mod ord">
          <ac:chgData name="Yeo Xiong Wei, Jonathan" userId="ac2b658e-7ce1-44bb-9f9f-bf4198ceaa29" providerId="ADAL" clId="{C5FC3197-B0F2-4CED-90BE-6B72149FCC69}" dt="2024-09-06T06:02:43.706" v="1947" actId="14100"/>
          <ac:spMkLst>
            <pc:docMk/>
            <pc:sldMk cId="1954964448" sldId="411"/>
            <ac:spMk id="2" creationId="{0AFBF6E0-695F-00EC-2C24-0B412C9804BB}"/>
          </ac:spMkLst>
        </pc:spChg>
        <pc:spChg chg="mod">
          <ac:chgData name="Yeo Xiong Wei, Jonathan" userId="ac2b658e-7ce1-44bb-9f9f-bf4198ceaa29" providerId="ADAL" clId="{C5FC3197-B0F2-4CED-90BE-6B72149FCC69}" dt="2024-09-06T06:02:34.041" v="1944" actId="20577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C5FC3197-B0F2-4CED-90BE-6B72149FCC69}" dt="2024-09-06T06:03:26.107" v="1959" actId="6549"/>
        <pc:sldMkLst>
          <pc:docMk/>
          <pc:sldMk cId="3794818606" sldId="412"/>
        </pc:sldMkLst>
        <pc:spChg chg="mod">
          <ac:chgData name="Yeo Xiong Wei, Jonathan" userId="ac2b658e-7ce1-44bb-9f9f-bf4198ceaa29" providerId="ADAL" clId="{C5FC3197-B0F2-4CED-90BE-6B72149FCC69}" dt="2024-09-06T06:03:26.107" v="1959" actId="6549"/>
          <ac:spMkLst>
            <pc:docMk/>
            <pc:sldMk cId="3794818606" sldId="412"/>
            <ac:spMk id="83970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C5FC3197-B0F2-4CED-90BE-6B72149FCC69}" dt="2024-09-06T06:04:20.479" v="1964"/>
        <pc:sldMkLst>
          <pc:docMk/>
          <pc:sldMk cId="903670562" sldId="422"/>
        </pc:sldMkLst>
        <pc:spChg chg="add mod ord">
          <ac:chgData name="Yeo Xiong Wei, Jonathan" userId="ac2b658e-7ce1-44bb-9f9f-bf4198ceaa29" providerId="ADAL" clId="{C5FC3197-B0F2-4CED-90BE-6B72149FCC69}" dt="2024-09-04T08:11:47.565" v="690" actId="1076"/>
          <ac:spMkLst>
            <pc:docMk/>
            <pc:sldMk cId="903670562" sldId="422"/>
            <ac:spMk id="4" creationId="{1BAD8195-37F1-6034-F611-84643027B4DC}"/>
          </ac:spMkLst>
        </pc:spChg>
        <pc:spChg chg="mod">
          <ac:chgData name="Yeo Xiong Wei, Jonathan" userId="ac2b658e-7ce1-44bb-9f9f-bf4198ceaa29" providerId="ADAL" clId="{C5FC3197-B0F2-4CED-90BE-6B72149FCC69}" dt="2024-09-04T08:06:42.425" v="528" actId="20577"/>
          <ac:spMkLst>
            <pc:docMk/>
            <pc:sldMk cId="903670562" sldId="422"/>
            <ac:spMk id="83970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C5FC3197-B0F2-4CED-90BE-6B72149FCC69}" dt="2024-09-04T08:13:30.280" v="698" actId="1076"/>
        <pc:sldMkLst>
          <pc:docMk/>
          <pc:sldMk cId="459468741" sldId="423"/>
        </pc:sldMkLst>
        <pc:spChg chg="add mod ord">
          <ac:chgData name="Yeo Xiong Wei, Jonathan" userId="ac2b658e-7ce1-44bb-9f9f-bf4198ceaa29" providerId="ADAL" clId="{C5FC3197-B0F2-4CED-90BE-6B72149FCC69}" dt="2024-09-04T08:13:30.280" v="698" actId="1076"/>
          <ac:spMkLst>
            <pc:docMk/>
            <pc:sldMk cId="459468741" sldId="423"/>
            <ac:spMk id="2" creationId="{C231F886-A076-3C60-C8FD-75157520AD37}"/>
          </ac:spMkLst>
        </pc:spChg>
      </pc:sldChg>
      <pc:sldChg chg="modSp modNotesTx">
        <pc:chgData name="Yeo Xiong Wei, Jonathan" userId="ac2b658e-7ce1-44bb-9f9f-bf4198ceaa29" providerId="ADAL" clId="{C5FC3197-B0F2-4CED-90BE-6B72149FCC69}" dt="2024-09-06T06:06:45.614" v="1982" actId="20577"/>
        <pc:sldMkLst>
          <pc:docMk/>
          <pc:sldMk cId="1759212306" sldId="424"/>
        </pc:sldMkLst>
        <pc:spChg chg="mod">
          <ac:chgData name="Yeo Xiong Wei, Jonathan" userId="ac2b658e-7ce1-44bb-9f9f-bf4198ceaa29" providerId="ADAL" clId="{C5FC3197-B0F2-4CED-90BE-6B72149FCC69}" dt="2024-09-06T06:06:45.614" v="1982" actId="20577"/>
          <ac:spMkLst>
            <pc:docMk/>
            <pc:sldMk cId="1759212306" sldId="424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5FC3197-B0F2-4CED-90BE-6B72149FCC69}" dt="2024-09-04T08:05:19.076" v="510" actId="20577"/>
        <pc:sldMkLst>
          <pc:docMk/>
          <pc:sldMk cId="1565955535" sldId="426"/>
        </pc:sldMkLst>
        <pc:spChg chg="mod">
          <ac:chgData name="Yeo Xiong Wei, Jonathan" userId="ac2b658e-7ce1-44bb-9f9f-bf4198ceaa29" providerId="ADAL" clId="{C5FC3197-B0F2-4CED-90BE-6B72149FCC69}" dt="2024-09-04T08:05:19.076" v="510" actId="20577"/>
          <ac:spMkLst>
            <pc:docMk/>
            <pc:sldMk cId="1565955535" sldId="426"/>
            <ac:spMk id="38913" creationId="{00000000-0000-0000-0000-000000000000}"/>
          </ac:spMkLst>
        </pc:spChg>
      </pc:sldChg>
      <pc:sldChg chg="modSp modAnim">
        <pc:chgData name="Yeo Xiong Wei, Jonathan" userId="ac2b658e-7ce1-44bb-9f9f-bf4198ceaa29" providerId="ADAL" clId="{C5FC3197-B0F2-4CED-90BE-6B72149FCC69}" dt="2024-09-06T06:05:06.091" v="1966"/>
        <pc:sldMkLst>
          <pc:docMk/>
          <pc:sldMk cId="3597409343" sldId="428"/>
        </pc:sldMkLst>
        <pc:spChg chg="mod">
          <ac:chgData name="Yeo Xiong Wei, Jonathan" userId="ac2b658e-7ce1-44bb-9f9f-bf4198ceaa29" providerId="ADAL" clId="{C5FC3197-B0F2-4CED-90BE-6B72149FCC69}" dt="2024-09-04T08:11:12.303" v="685" actId="115"/>
          <ac:spMkLst>
            <pc:docMk/>
            <pc:sldMk cId="3597409343" sldId="428"/>
            <ac:spMk id="83970" creationId="{00000000-0000-0000-0000-000000000000}"/>
          </ac:spMkLst>
        </pc:spChg>
      </pc:sldChg>
      <pc:sldChg chg="modSp mod modNotesTx">
        <pc:chgData name="Yeo Xiong Wei, Jonathan" userId="ac2b658e-7ce1-44bb-9f9f-bf4198ceaa29" providerId="ADAL" clId="{C5FC3197-B0F2-4CED-90BE-6B72149FCC69}" dt="2024-09-04T09:34:06.806" v="1761" actId="20577"/>
        <pc:sldMkLst>
          <pc:docMk/>
          <pc:sldMk cId="4231113859" sldId="431"/>
        </pc:sldMkLst>
        <pc:spChg chg="mod">
          <ac:chgData name="Yeo Xiong Wei, Jonathan" userId="ac2b658e-7ce1-44bb-9f9f-bf4198ceaa29" providerId="ADAL" clId="{C5FC3197-B0F2-4CED-90BE-6B72149FCC69}" dt="2024-09-04T08:28:28.153" v="813" actId="113"/>
          <ac:spMkLst>
            <pc:docMk/>
            <pc:sldMk cId="4231113859" sldId="431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5FC3197-B0F2-4CED-90BE-6B72149FCC69}" dt="2024-09-04T08:28:38.361" v="816" actId="6549"/>
        <pc:sldMkLst>
          <pc:docMk/>
          <pc:sldMk cId="3437230309" sldId="433"/>
        </pc:sldMkLst>
        <pc:spChg chg="mod">
          <ac:chgData name="Yeo Xiong Wei, Jonathan" userId="ac2b658e-7ce1-44bb-9f9f-bf4198ceaa29" providerId="ADAL" clId="{C5FC3197-B0F2-4CED-90BE-6B72149FCC69}" dt="2024-09-04T08:28:38.361" v="816" actId="6549"/>
          <ac:spMkLst>
            <pc:docMk/>
            <pc:sldMk cId="3437230309" sldId="433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C5FC3197-B0F2-4CED-90BE-6B72149FCC69}" dt="2024-09-06T06:07:57.974" v="1984"/>
        <pc:sldMkLst>
          <pc:docMk/>
          <pc:sldMk cId="2272138715" sldId="434"/>
        </pc:sldMkLst>
        <pc:spChg chg="mod">
          <ac:chgData name="Yeo Xiong Wei, Jonathan" userId="ac2b658e-7ce1-44bb-9f9f-bf4198ceaa29" providerId="ADAL" clId="{C5FC3197-B0F2-4CED-90BE-6B72149FCC69}" dt="2024-09-04T08:13:41.817" v="702" actId="20577"/>
          <ac:spMkLst>
            <pc:docMk/>
            <pc:sldMk cId="2272138715" sldId="434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C5FC3197-B0F2-4CED-90BE-6B72149FCC69}" dt="2024-09-04T07:48:39.836" v="67" actId="113"/>
        <pc:sldMkLst>
          <pc:docMk/>
          <pc:sldMk cId="2477817620" sldId="438"/>
        </pc:sldMkLst>
        <pc:spChg chg="mod">
          <ac:chgData name="Yeo Xiong Wei, Jonathan" userId="ac2b658e-7ce1-44bb-9f9f-bf4198ceaa29" providerId="ADAL" clId="{C5FC3197-B0F2-4CED-90BE-6B72149FCC69}" dt="2024-09-04T07:47:44.537" v="19" actId="20577"/>
          <ac:spMkLst>
            <pc:docMk/>
            <pc:sldMk cId="2477817620" sldId="438"/>
            <ac:spMk id="2" creationId="{38C42764-85B6-44CE-A35F-3F92B2F9762F}"/>
          </ac:spMkLst>
        </pc:spChg>
        <pc:spChg chg="mod">
          <ac:chgData name="Yeo Xiong Wei, Jonathan" userId="ac2b658e-7ce1-44bb-9f9f-bf4198ceaa29" providerId="ADAL" clId="{C5FC3197-B0F2-4CED-90BE-6B72149FCC69}" dt="2024-09-04T07:48:39.836" v="67" actId="113"/>
          <ac:spMkLst>
            <pc:docMk/>
            <pc:sldMk cId="2477817620" sldId="438"/>
            <ac:spMk id="3" creationId="{8E14C517-5A33-43F5-98FF-7DC83EA9EFE3}"/>
          </ac:spMkLst>
        </pc:spChg>
      </pc:sldChg>
      <pc:sldChg chg="modSp mod">
        <pc:chgData name="Yeo Xiong Wei, Jonathan" userId="ac2b658e-7ce1-44bb-9f9f-bf4198ceaa29" providerId="ADAL" clId="{C5FC3197-B0F2-4CED-90BE-6B72149FCC69}" dt="2024-09-04T08:30:59.432" v="820" actId="115"/>
        <pc:sldMkLst>
          <pc:docMk/>
          <pc:sldMk cId="3219461620" sldId="439"/>
        </pc:sldMkLst>
        <pc:spChg chg="mod">
          <ac:chgData name="Yeo Xiong Wei, Jonathan" userId="ac2b658e-7ce1-44bb-9f9f-bf4198ceaa29" providerId="ADAL" clId="{C5FC3197-B0F2-4CED-90BE-6B72149FCC69}" dt="2024-09-04T08:30:41.170" v="818" actId="20577"/>
          <ac:spMkLst>
            <pc:docMk/>
            <pc:sldMk cId="3219461620" sldId="439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C5FC3197-B0F2-4CED-90BE-6B72149FCC69}" dt="2024-09-04T08:30:59.432" v="820" actId="115"/>
          <ac:spMkLst>
            <pc:docMk/>
            <pc:sldMk cId="3219461620" sldId="439"/>
            <ac:spMk id="3891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99194CF6-ADB8-47DF-AD92-051B55AFC54A}"/>
    <pc:docChg chg="undo redo custSel addSld delSld modSld sldOrd">
      <pc:chgData name="Yeo Xiong Wei, Jonathan" userId="ac2b658e-7ce1-44bb-9f9f-bf4198ceaa29" providerId="ADAL" clId="{99194CF6-ADB8-47DF-AD92-051B55AFC54A}" dt="2022-06-17T09:44:51.159" v="6345" actId="20577"/>
      <pc:docMkLst>
        <pc:docMk/>
      </pc:docMkLst>
      <pc:sldChg chg="modSp modAnim">
        <pc:chgData name="Yeo Xiong Wei, Jonathan" userId="ac2b658e-7ce1-44bb-9f9f-bf4198ceaa29" providerId="ADAL" clId="{99194CF6-ADB8-47DF-AD92-051B55AFC54A}" dt="2022-06-17T06:48:59.490" v="10" actId="20577"/>
        <pc:sldMkLst>
          <pc:docMk/>
          <pc:sldMk cId="1057290077" sldId="351"/>
        </pc:sldMkLst>
        <pc:spChg chg="mod">
          <ac:chgData name="Yeo Xiong Wei, Jonathan" userId="ac2b658e-7ce1-44bb-9f9f-bf4198ceaa29" providerId="ADAL" clId="{99194CF6-ADB8-47DF-AD92-051B55AFC54A}" dt="2022-06-17T06:48:59.490" v="10" actId="20577"/>
          <ac:spMkLst>
            <pc:docMk/>
            <pc:sldMk cId="1057290077" sldId="351"/>
            <ac:spMk id="808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99194CF6-ADB8-47DF-AD92-051B55AFC54A}" dt="2022-06-17T09:37:12.541" v="5756" actId="403"/>
        <pc:sldMkLst>
          <pc:docMk/>
          <pc:sldMk cId="4248617749" sldId="354"/>
        </pc:sldMkLst>
        <pc:spChg chg="mod">
          <ac:chgData name="Yeo Xiong Wei, Jonathan" userId="ac2b658e-7ce1-44bb-9f9f-bf4198ceaa29" providerId="ADAL" clId="{99194CF6-ADB8-47DF-AD92-051B55AFC54A}" dt="2022-06-17T08:10:57.820" v="3554" actId="20577"/>
          <ac:spMkLst>
            <pc:docMk/>
            <pc:sldMk cId="4248617749" sldId="354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9:37:12.541" v="5756" actId="403"/>
          <ac:spMkLst>
            <pc:docMk/>
            <pc:sldMk cId="4248617749" sldId="354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99194CF6-ADB8-47DF-AD92-051B55AFC54A}" dt="2022-06-17T06:48:20.492" v="6" actId="255"/>
        <pc:sldMkLst>
          <pc:docMk/>
          <pc:sldMk cId="2917529524" sldId="372"/>
        </pc:sldMkLst>
        <pc:spChg chg="mod">
          <ac:chgData name="Yeo Xiong Wei, Jonathan" userId="ac2b658e-7ce1-44bb-9f9f-bf4198ceaa29" providerId="ADAL" clId="{99194CF6-ADB8-47DF-AD92-051B55AFC54A}" dt="2022-06-17T06:48:20.492" v="6" actId="255"/>
          <ac:spMkLst>
            <pc:docMk/>
            <pc:sldMk cId="2917529524" sldId="372"/>
            <ac:spMk id="80898" creationId="{00000000-0000-0000-0000-000000000000}"/>
          </ac:spMkLst>
        </pc:spChg>
      </pc:sldChg>
      <pc:sldChg chg="modSp del modAnim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3903425500" sldId="373"/>
        </pc:sldMkLst>
        <pc:spChg chg="mod">
          <ac:chgData name="Yeo Xiong Wei, Jonathan" userId="ac2b658e-7ce1-44bb-9f9f-bf4198ceaa29" providerId="ADAL" clId="{99194CF6-ADB8-47DF-AD92-051B55AFC54A}" dt="2022-06-17T07:05:07.370" v="513" actId="20577"/>
          <ac:spMkLst>
            <pc:docMk/>
            <pc:sldMk cId="3903425500" sldId="373"/>
            <ac:spMk id="80898" creationId="{00000000-0000-0000-0000-000000000000}"/>
          </ac:spMkLst>
        </pc:spChg>
      </pc:sldChg>
      <pc:sldChg chg="del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3632805016" sldId="374"/>
        </pc:sldMkLst>
      </pc:sldChg>
      <pc:sldChg chg="del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3099372645" sldId="375"/>
        </pc:sldMkLst>
      </pc:sldChg>
      <pc:sldChg chg="modSp del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2517099669" sldId="376"/>
        </pc:sldMkLst>
        <pc:spChg chg="mod">
          <ac:chgData name="Yeo Xiong Wei, Jonathan" userId="ac2b658e-7ce1-44bb-9f9f-bf4198ceaa29" providerId="ADAL" clId="{99194CF6-ADB8-47DF-AD92-051B55AFC54A}" dt="2022-06-17T07:08:05.319" v="637" actId="20577"/>
          <ac:spMkLst>
            <pc:docMk/>
            <pc:sldMk cId="2517099669" sldId="376"/>
            <ac:spMk id="80898" creationId="{00000000-0000-0000-0000-000000000000}"/>
          </ac:spMkLst>
        </pc:spChg>
      </pc:sldChg>
      <pc:sldChg chg="modSp del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1675041577" sldId="377"/>
        </pc:sldMkLst>
        <pc:spChg chg="mod">
          <ac:chgData name="Yeo Xiong Wei, Jonathan" userId="ac2b658e-7ce1-44bb-9f9f-bf4198ceaa29" providerId="ADAL" clId="{99194CF6-ADB8-47DF-AD92-051B55AFC54A}" dt="2022-06-17T07:18:53.438" v="719" actId="5793"/>
          <ac:spMkLst>
            <pc:docMk/>
            <pc:sldMk cId="1675041577" sldId="377"/>
            <ac:spMk id="80898" creationId="{00000000-0000-0000-0000-000000000000}"/>
          </ac:spMkLst>
        </pc:spChg>
      </pc:sldChg>
      <pc:sldChg chg="modSp del modAnim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1331320494" sldId="378"/>
        </pc:sldMkLst>
        <pc:spChg chg="mod">
          <ac:chgData name="Yeo Xiong Wei, Jonathan" userId="ac2b658e-7ce1-44bb-9f9f-bf4198ceaa29" providerId="ADAL" clId="{99194CF6-ADB8-47DF-AD92-051B55AFC54A}" dt="2022-06-17T07:22:21.991" v="748" actId="20577"/>
          <ac:spMkLst>
            <pc:docMk/>
            <pc:sldMk cId="1331320494" sldId="378"/>
            <ac:spMk id="80898" creationId="{00000000-0000-0000-0000-000000000000}"/>
          </ac:spMkLst>
        </pc:spChg>
      </pc:sldChg>
      <pc:sldChg chg="del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899273481" sldId="379"/>
        </pc:sldMkLst>
      </pc:sldChg>
      <pc:sldChg chg="modSp mod">
        <pc:chgData name="Yeo Xiong Wei, Jonathan" userId="ac2b658e-7ce1-44bb-9f9f-bf4198ceaa29" providerId="ADAL" clId="{99194CF6-ADB8-47DF-AD92-051B55AFC54A}" dt="2022-06-17T09:40:11.960" v="6066" actId="20577"/>
        <pc:sldMkLst>
          <pc:docMk/>
          <pc:sldMk cId="2578495819" sldId="380"/>
        </pc:sldMkLst>
        <pc:spChg chg="mod">
          <ac:chgData name="Yeo Xiong Wei, Jonathan" userId="ac2b658e-7ce1-44bb-9f9f-bf4198ceaa29" providerId="ADAL" clId="{99194CF6-ADB8-47DF-AD92-051B55AFC54A}" dt="2022-06-17T09:40:11.960" v="6066" actId="20577"/>
          <ac:spMkLst>
            <pc:docMk/>
            <pc:sldMk cId="2578495819" sldId="380"/>
            <ac:spMk id="83970" creationId="{00000000-0000-0000-0000-000000000000}"/>
          </ac:spMkLst>
        </pc:spChg>
      </pc:sldChg>
      <pc:sldChg chg="modSp mod ord">
        <pc:chgData name="Yeo Xiong Wei, Jonathan" userId="ac2b658e-7ce1-44bb-9f9f-bf4198ceaa29" providerId="ADAL" clId="{99194CF6-ADB8-47DF-AD92-051B55AFC54A}" dt="2022-06-17T09:38:10.432" v="5853" actId="20577"/>
        <pc:sldMkLst>
          <pc:docMk/>
          <pc:sldMk cId="412208863" sldId="383"/>
        </pc:sldMkLst>
        <pc:spChg chg="mod">
          <ac:chgData name="Yeo Xiong Wei, Jonathan" userId="ac2b658e-7ce1-44bb-9f9f-bf4198ceaa29" providerId="ADAL" clId="{99194CF6-ADB8-47DF-AD92-051B55AFC54A}" dt="2022-06-17T09:38:10.432" v="5853" actId="20577"/>
          <ac:spMkLst>
            <pc:docMk/>
            <pc:sldMk cId="412208863" sldId="383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99194CF6-ADB8-47DF-AD92-051B55AFC54A}" dt="2022-06-17T08:08:43.068" v="3357" actId="20577"/>
        <pc:sldMkLst>
          <pc:docMk/>
          <pc:sldMk cId="3203036488" sldId="384"/>
        </pc:sldMkLst>
        <pc:spChg chg="mod">
          <ac:chgData name="Yeo Xiong Wei, Jonathan" userId="ac2b658e-7ce1-44bb-9f9f-bf4198ceaa29" providerId="ADAL" clId="{99194CF6-ADB8-47DF-AD92-051B55AFC54A}" dt="2022-06-17T08:08:43.068" v="3357" actId="20577"/>
          <ac:spMkLst>
            <pc:docMk/>
            <pc:sldMk cId="3203036488" sldId="384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20:05.612" v="3812" actId="20577"/>
        <pc:sldMkLst>
          <pc:docMk/>
          <pc:sldMk cId="1234614077" sldId="385"/>
        </pc:sldMkLst>
        <pc:spChg chg="mod">
          <ac:chgData name="Yeo Xiong Wei, Jonathan" userId="ac2b658e-7ce1-44bb-9f9f-bf4198ceaa29" providerId="ADAL" clId="{99194CF6-ADB8-47DF-AD92-051B55AFC54A}" dt="2022-06-17T08:20:05.612" v="3812" actId="20577"/>
          <ac:spMkLst>
            <pc:docMk/>
            <pc:sldMk cId="1234614077" sldId="385"/>
            <ac:spMk id="83970" creationId="{00000000-0000-0000-0000-000000000000}"/>
          </ac:spMkLst>
        </pc:spChg>
      </pc:sldChg>
      <pc:sldChg chg="del">
        <pc:chgData name="Yeo Xiong Wei, Jonathan" userId="ac2b658e-7ce1-44bb-9f9f-bf4198ceaa29" providerId="ADAL" clId="{99194CF6-ADB8-47DF-AD92-051B55AFC54A}" dt="2022-06-17T08:07:54.501" v="3344" actId="2696"/>
        <pc:sldMkLst>
          <pc:docMk/>
          <pc:sldMk cId="1581312587" sldId="385"/>
        </pc:sldMkLst>
      </pc:sldChg>
      <pc:sldChg chg="del">
        <pc:chgData name="Yeo Xiong Wei, Jonathan" userId="ac2b658e-7ce1-44bb-9f9f-bf4198ceaa29" providerId="ADAL" clId="{99194CF6-ADB8-47DF-AD92-051B55AFC54A}" dt="2022-06-17T08:07:54.501" v="3344" actId="2696"/>
        <pc:sldMkLst>
          <pc:docMk/>
          <pc:sldMk cId="2393767703" sldId="386"/>
        </pc:sldMkLst>
      </pc:sldChg>
      <pc:sldChg chg="modSp add">
        <pc:chgData name="Yeo Xiong Wei, Jonathan" userId="ac2b658e-7ce1-44bb-9f9f-bf4198ceaa29" providerId="ADAL" clId="{99194CF6-ADB8-47DF-AD92-051B55AFC54A}" dt="2022-06-17T08:20:57.055" v="3829" actId="403"/>
        <pc:sldMkLst>
          <pc:docMk/>
          <pc:sldMk cId="3025782446" sldId="386"/>
        </pc:sldMkLst>
        <pc:spChg chg="mod">
          <ac:chgData name="Yeo Xiong Wei, Jonathan" userId="ac2b658e-7ce1-44bb-9f9f-bf4198ceaa29" providerId="ADAL" clId="{99194CF6-ADB8-47DF-AD92-051B55AFC54A}" dt="2022-06-17T08:20:57.055" v="3829" actId="403"/>
          <ac:spMkLst>
            <pc:docMk/>
            <pc:sldMk cId="3025782446" sldId="386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19:04.854" v="3788" actId="113"/>
        <pc:sldMkLst>
          <pc:docMk/>
          <pc:sldMk cId="231186096" sldId="387"/>
        </pc:sldMkLst>
        <pc:spChg chg="mod">
          <ac:chgData name="Yeo Xiong Wei, Jonathan" userId="ac2b658e-7ce1-44bb-9f9f-bf4198ceaa29" providerId="ADAL" clId="{99194CF6-ADB8-47DF-AD92-051B55AFC54A}" dt="2022-06-17T08:09:48.548" v="3390" actId="20577"/>
          <ac:spMkLst>
            <pc:docMk/>
            <pc:sldMk cId="231186096" sldId="387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8:19:04.854" v="3788" actId="113"/>
          <ac:spMkLst>
            <pc:docMk/>
            <pc:sldMk cId="231186096" sldId="387"/>
            <ac:spMk id="83970" creationId="{00000000-0000-0000-0000-000000000000}"/>
          </ac:spMkLst>
        </pc:spChg>
      </pc:sldChg>
      <pc:sldChg chg="modSp del">
        <pc:chgData name="Yeo Xiong Wei, Jonathan" userId="ac2b658e-7ce1-44bb-9f9f-bf4198ceaa29" providerId="ADAL" clId="{99194CF6-ADB8-47DF-AD92-051B55AFC54A}" dt="2022-06-17T08:07:54.501" v="3344" actId="2696"/>
        <pc:sldMkLst>
          <pc:docMk/>
          <pc:sldMk cId="448938568" sldId="387"/>
        </pc:sldMkLst>
        <pc:spChg chg="mod">
          <ac:chgData name="Yeo Xiong Wei, Jonathan" userId="ac2b658e-7ce1-44bb-9f9f-bf4198ceaa29" providerId="ADAL" clId="{99194CF6-ADB8-47DF-AD92-051B55AFC54A}" dt="2022-06-17T07:33:12.322" v="1161" actId="20577"/>
          <ac:spMkLst>
            <pc:docMk/>
            <pc:sldMk cId="448938568" sldId="387"/>
            <ac:spMk id="83970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99194CF6-ADB8-47DF-AD92-051B55AFC54A}" dt="2022-06-17T09:43:09.799" v="6313" actId="20577"/>
        <pc:sldMkLst>
          <pc:docMk/>
          <pc:sldMk cId="2948976560" sldId="388"/>
        </pc:sldMkLst>
        <pc:spChg chg="mod">
          <ac:chgData name="Yeo Xiong Wei, Jonathan" userId="ac2b658e-7ce1-44bb-9f9f-bf4198ceaa29" providerId="ADAL" clId="{99194CF6-ADB8-47DF-AD92-051B55AFC54A}" dt="2022-06-17T09:43:09.799" v="6313" actId="20577"/>
          <ac:spMkLst>
            <pc:docMk/>
            <pc:sldMk cId="2948976560" sldId="388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99194CF6-ADB8-47DF-AD92-051B55AFC54A}" dt="2022-06-17T08:43:53.529" v="5346" actId="403"/>
        <pc:sldMkLst>
          <pc:docMk/>
          <pc:sldMk cId="1783786213" sldId="389"/>
        </pc:sldMkLst>
        <pc:spChg chg="mod">
          <ac:chgData name="Yeo Xiong Wei, Jonathan" userId="ac2b658e-7ce1-44bb-9f9f-bf4198ceaa29" providerId="ADAL" clId="{99194CF6-ADB8-47DF-AD92-051B55AFC54A}" dt="2022-06-17T08:43:53.529" v="5346" actId="403"/>
          <ac:spMkLst>
            <pc:docMk/>
            <pc:sldMk cId="1783786213" sldId="389"/>
            <ac:spMk id="83970" creationId="{00000000-0000-0000-0000-000000000000}"/>
          </ac:spMkLst>
        </pc:spChg>
      </pc:sldChg>
      <pc:sldChg chg="ord">
        <pc:chgData name="Yeo Xiong Wei, Jonathan" userId="ac2b658e-7ce1-44bb-9f9f-bf4198ceaa29" providerId="ADAL" clId="{99194CF6-ADB8-47DF-AD92-051B55AFC54A}" dt="2022-06-17T08:25:54.597" v="4380"/>
        <pc:sldMkLst>
          <pc:docMk/>
          <pc:sldMk cId="2269779778" sldId="390"/>
        </pc:sldMkLst>
      </pc:sldChg>
      <pc:sldChg chg="modSp add mod">
        <pc:chgData name="Yeo Xiong Wei, Jonathan" userId="ac2b658e-7ce1-44bb-9f9f-bf4198ceaa29" providerId="ADAL" clId="{99194CF6-ADB8-47DF-AD92-051B55AFC54A}" dt="2022-06-17T06:50:20.569" v="50" actId="20577"/>
        <pc:sldMkLst>
          <pc:docMk/>
          <pc:sldMk cId="4162676061" sldId="391"/>
        </pc:sldMkLst>
        <pc:spChg chg="mod">
          <ac:chgData name="Yeo Xiong Wei, Jonathan" userId="ac2b658e-7ce1-44bb-9f9f-bf4198ceaa29" providerId="ADAL" clId="{99194CF6-ADB8-47DF-AD92-051B55AFC54A}" dt="2022-06-17T06:50:20.569" v="50" actId="20577"/>
          <ac:spMkLst>
            <pc:docMk/>
            <pc:sldMk cId="4162676061" sldId="391"/>
            <ac:spMk id="2" creationId="{E19ABC91-B477-4D87-98FF-6BD62F1458B7}"/>
          </ac:spMkLst>
        </pc:spChg>
      </pc:sldChg>
      <pc:sldChg chg="modSp mod">
        <pc:chgData name="Yeo Xiong Wei, Jonathan" userId="ac2b658e-7ce1-44bb-9f9f-bf4198ceaa29" providerId="ADAL" clId="{99194CF6-ADB8-47DF-AD92-051B55AFC54A}" dt="2022-06-17T08:32:15.564" v="5028" actId="20577"/>
        <pc:sldMkLst>
          <pc:docMk/>
          <pc:sldMk cId="3438775115" sldId="392"/>
        </pc:sldMkLst>
        <pc:spChg chg="mod">
          <ac:chgData name="Yeo Xiong Wei, Jonathan" userId="ac2b658e-7ce1-44bb-9f9f-bf4198ceaa29" providerId="ADAL" clId="{99194CF6-ADB8-47DF-AD92-051B55AFC54A}" dt="2022-06-17T08:32:15.564" v="5028" actId="20577"/>
          <ac:spMkLst>
            <pc:docMk/>
            <pc:sldMk cId="3438775115" sldId="392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8:30:14.210" v="4838" actId="27636"/>
          <ac:spMkLst>
            <pc:docMk/>
            <pc:sldMk cId="3438775115" sldId="392"/>
            <ac:spMk id="8397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99194CF6-ADB8-47DF-AD92-051B55AFC54A}" dt="2022-06-17T08:32:25.407" v="5031" actId="6549"/>
        <pc:sldMkLst>
          <pc:docMk/>
          <pc:sldMk cId="1474304775" sldId="395"/>
        </pc:sldMkLst>
        <pc:spChg chg="mod">
          <ac:chgData name="Yeo Xiong Wei, Jonathan" userId="ac2b658e-7ce1-44bb-9f9f-bf4198ceaa29" providerId="ADAL" clId="{99194CF6-ADB8-47DF-AD92-051B55AFC54A}" dt="2022-06-17T08:32:20.958" v="5030"/>
          <ac:spMkLst>
            <pc:docMk/>
            <pc:sldMk cId="1474304775" sldId="395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8:32:25.407" v="5031" actId="6549"/>
          <ac:spMkLst>
            <pc:docMk/>
            <pc:sldMk cId="1474304775" sldId="395"/>
            <ac:spMk id="83970" creationId="{00000000-0000-0000-0000-000000000000}"/>
          </ac:spMkLst>
        </pc:spChg>
      </pc:sldChg>
      <pc:sldChg chg="modSp mod">
        <pc:chgData name="Yeo Xiong Wei, Jonathan" userId="ac2b658e-7ce1-44bb-9f9f-bf4198ceaa29" providerId="ADAL" clId="{99194CF6-ADB8-47DF-AD92-051B55AFC54A}" dt="2022-06-17T09:44:30.408" v="6343" actId="20577"/>
        <pc:sldMkLst>
          <pc:docMk/>
          <pc:sldMk cId="3293713834" sldId="396"/>
        </pc:sldMkLst>
        <pc:spChg chg="mod">
          <ac:chgData name="Yeo Xiong Wei, Jonathan" userId="ac2b658e-7ce1-44bb-9f9f-bf4198ceaa29" providerId="ADAL" clId="{99194CF6-ADB8-47DF-AD92-051B55AFC54A}" dt="2022-06-17T09:44:30.408" v="6343" actId="20577"/>
          <ac:spMkLst>
            <pc:docMk/>
            <pc:sldMk cId="3293713834" sldId="396"/>
            <ac:spMk id="83970" creationId="{00000000-0000-0000-0000-000000000000}"/>
          </ac:spMkLst>
        </pc:spChg>
      </pc:sldChg>
      <pc:sldChg chg="modSp">
        <pc:chgData name="Yeo Xiong Wei, Jonathan" userId="ac2b658e-7ce1-44bb-9f9f-bf4198ceaa29" providerId="ADAL" clId="{99194CF6-ADB8-47DF-AD92-051B55AFC54A}" dt="2022-06-17T09:44:51.159" v="6345" actId="20577"/>
        <pc:sldMkLst>
          <pc:docMk/>
          <pc:sldMk cId="3908222891" sldId="397"/>
        </pc:sldMkLst>
        <pc:spChg chg="mod">
          <ac:chgData name="Yeo Xiong Wei, Jonathan" userId="ac2b658e-7ce1-44bb-9f9f-bf4198ceaa29" providerId="ADAL" clId="{99194CF6-ADB8-47DF-AD92-051B55AFC54A}" dt="2022-06-17T09:44:51.159" v="6345" actId="20577"/>
          <ac:spMkLst>
            <pc:docMk/>
            <pc:sldMk cId="3908222891" sldId="397"/>
            <ac:spMk id="83970" creationId="{00000000-0000-0000-0000-000000000000}"/>
          </ac:spMkLst>
        </pc:spChg>
      </pc:sldChg>
      <pc:sldChg chg="modSp del mod modAnim">
        <pc:chgData name="Yeo Xiong Wei, Jonathan" userId="ac2b658e-7ce1-44bb-9f9f-bf4198ceaa29" providerId="ADAL" clId="{99194CF6-ADB8-47DF-AD92-051B55AFC54A}" dt="2022-06-17T06:53:23.919" v="80" actId="47"/>
        <pc:sldMkLst>
          <pc:docMk/>
          <pc:sldMk cId="1764576137" sldId="398"/>
        </pc:sldMkLst>
        <pc:spChg chg="mod">
          <ac:chgData name="Yeo Xiong Wei, Jonathan" userId="ac2b658e-7ce1-44bb-9f9f-bf4198ceaa29" providerId="ADAL" clId="{99194CF6-ADB8-47DF-AD92-051B55AFC54A}" dt="2022-06-17T06:49:45.107" v="26" actId="20577"/>
          <ac:spMkLst>
            <pc:docMk/>
            <pc:sldMk cId="1764576137" sldId="398"/>
            <ac:spMk id="2" creationId="{38C42764-85B6-44CE-A35F-3F92B2F9762F}"/>
          </ac:spMkLst>
        </pc:spChg>
        <pc:spChg chg="mod">
          <ac:chgData name="Yeo Xiong Wei, Jonathan" userId="ac2b658e-7ce1-44bb-9f9f-bf4198ceaa29" providerId="ADAL" clId="{99194CF6-ADB8-47DF-AD92-051B55AFC54A}" dt="2022-06-17T06:51:46.233" v="60" actId="27636"/>
          <ac:spMkLst>
            <pc:docMk/>
            <pc:sldMk cId="1764576137" sldId="398"/>
            <ac:spMk id="3" creationId="{8E14C517-5A33-43F5-98FF-7DC83EA9EFE3}"/>
          </ac:spMkLst>
        </pc:spChg>
        <pc:graphicFrameChg chg="mod">
          <ac:chgData name="Yeo Xiong Wei, Jonathan" userId="ac2b658e-7ce1-44bb-9f9f-bf4198ceaa29" providerId="ADAL" clId="{99194CF6-ADB8-47DF-AD92-051B55AFC54A}" dt="2022-06-17T06:51:49.289" v="61" actId="1076"/>
          <ac:graphicFrameMkLst>
            <pc:docMk/>
            <pc:sldMk cId="1764576137" sldId="398"/>
            <ac:graphicFrameMk id="5" creationId="{71BC1FA2-B53A-413F-BF88-8B28D32860FA}"/>
          </ac:graphicFrameMkLst>
        </pc:graphicFrameChg>
      </pc:sldChg>
      <pc:sldChg chg="modSp mod modAnim">
        <pc:chgData name="Yeo Xiong Wei, Jonathan" userId="ac2b658e-7ce1-44bb-9f9f-bf4198ceaa29" providerId="ADAL" clId="{99194CF6-ADB8-47DF-AD92-051B55AFC54A}" dt="2022-06-17T06:57:44.673" v="218" actId="20577"/>
        <pc:sldMkLst>
          <pc:docMk/>
          <pc:sldMk cId="1625042615" sldId="399"/>
        </pc:sldMkLst>
        <pc:spChg chg="mod">
          <ac:chgData name="Yeo Xiong Wei, Jonathan" userId="ac2b658e-7ce1-44bb-9f9f-bf4198ceaa29" providerId="ADAL" clId="{99194CF6-ADB8-47DF-AD92-051B55AFC54A}" dt="2022-06-17T06:49:56.997" v="27"/>
          <ac:spMkLst>
            <pc:docMk/>
            <pc:sldMk cId="1625042615" sldId="399"/>
            <ac:spMk id="2" creationId="{38C42764-85B6-44CE-A35F-3F92B2F9762F}"/>
          </ac:spMkLst>
        </pc:spChg>
        <pc:spChg chg="mod">
          <ac:chgData name="Yeo Xiong Wei, Jonathan" userId="ac2b658e-7ce1-44bb-9f9f-bf4198ceaa29" providerId="ADAL" clId="{99194CF6-ADB8-47DF-AD92-051B55AFC54A}" dt="2022-06-17T06:57:44.673" v="218" actId="20577"/>
          <ac:spMkLst>
            <pc:docMk/>
            <pc:sldMk cId="1625042615" sldId="399"/>
            <ac:spMk id="3" creationId="{8E14C517-5A33-43F5-98FF-7DC83EA9EFE3}"/>
          </ac:spMkLst>
        </pc:spChg>
      </pc:sldChg>
      <pc:sldChg chg="modSp del mod">
        <pc:chgData name="Yeo Xiong Wei, Jonathan" userId="ac2b658e-7ce1-44bb-9f9f-bf4198ceaa29" providerId="ADAL" clId="{99194CF6-ADB8-47DF-AD92-051B55AFC54A}" dt="2022-06-17T08:33:18.572" v="5032" actId="47"/>
        <pc:sldMkLst>
          <pc:docMk/>
          <pc:sldMk cId="1749030390" sldId="404"/>
        </pc:sldMkLst>
        <pc:spChg chg="mod">
          <ac:chgData name="Yeo Xiong Wei, Jonathan" userId="ac2b658e-7ce1-44bb-9f9f-bf4198ceaa29" providerId="ADAL" clId="{99194CF6-ADB8-47DF-AD92-051B55AFC54A}" dt="2022-06-17T08:00:47.849" v="2900" actId="6549"/>
          <ac:spMkLst>
            <pc:docMk/>
            <pc:sldMk cId="1749030390" sldId="404"/>
            <ac:spMk id="83970" creationId="{00000000-0000-0000-0000-000000000000}"/>
          </ac:spMkLst>
        </pc:spChg>
      </pc:sldChg>
      <pc:sldChg chg="modSp del mod">
        <pc:chgData name="Yeo Xiong Wei, Jonathan" userId="ac2b658e-7ce1-44bb-9f9f-bf4198ceaa29" providerId="ADAL" clId="{99194CF6-ADB8-47DF-AD92-051B55AFC54A}" dt="2022-06-17T08:43:39.224" v="5345" actId="47"/>
        <pc:sldMkLst>
          <pc:docMk/>
          <pc:sldMk cId="4238140856" sldId="405"/>
        </pc:sldMkLst>
        <pc:spChg chg="mod">
          <ac:chgData name="Yeo Xiong Wei, Jonathan" userId="ac2b658e-7ce1-44bb-9f9f-bf4198ceaa29" providerId="ADAL" clId="{99194CF6-ADB8-47DF-AD92-051B55AFC54A}" dt="2022-06-17T07:34:30.338" v="1163" actId="21"/>
          <ac:spMkLst>
            <pc:docMk/>
            <pc:sldMk cId="4238140856" sldId="405"/>
            <ac:spMk id="83970" creationId="{00000000-0000-0000-0000-000000000000}"/>
          </ac:spMkLst>
        </pc:spChg>
      </pc:sldChg>
      <pc:sldChg chg="addSp delSp modSp add mod addAnim delAnim modAnim">
        <pc:chgData name="Yeo Xiong Wei, Jonathan" userId="ac2b658e-7ce1-44bb-9f9f-bf4198ceaa29" providerId="ADAL" clId="{99194CF6-ADB8-47DF-AD92-051B55AFC54A}" dt="2022-06-17T06:52:36.993" v="79" actId="20577"/>
        <pc:sldMkLst>
          <pc:docMk/>
          <pc:sldMk cId="1955598191" sldId="406"/>
        </pc:sldMkLst>
        <pc:spChg chg="mod">
          <ac:chgData name="Yeo Xiong Wei, Jonathan" userId="ac2b658e-7ce1-44bb-9f9f-bf4198ceaa29" providerId="ADAL" clId="{99194CF6-ADB8-47DF-AD92-051B55AFC54A}" dt="2022-06-17T06:52:36.993" v="79" actId="20577"/>
          <ac:spMkLst>
            <pc:docMk/>
            <pc:sldMk cId="1955598191" sldId="406"/>
            <ac:spMk id="3" creationId="{8E14C517-5A33-43F5-98FF-7DC83EA9EFE3}"/>
          </ac:spMkLst>
        </pc:spChg>
        <pc:graphicFrameChg chg="add del">
          <ac:chgData name="Yeo Xiong Wei, Jonathan" userId="ac2b658e-7ce1-44bb-9f9f-bf4198ceaa29" providerId="ADAL" clId="{99194CF6-ADB8-47DF-AD92-051B55AFC54A}" dt="2022-06-17T06:52:36.604" v="77" actId="478"/>
          <ac:graphicFrameMkLst>
            <pc:docMk/>
            <pc:sldMk cId="1955598191" sldId="406"/>
            <ac:graphicFrameMk id="5" creationId="{71BC1FA2-B53A-413F-BF88-8B28D32860FA}"/>
          </ac:graphicFrameMkLst>
        </pc:graphicFrameChg>
      </pc:sldChg>
      <pc:sldChg chg="modSp add del mod">
        <pc:chgData name="Yeo Xiong Wei, Jonathan" userId="ac2b658e-7ce1-44bb-9f9f-bf4198ceaa29" providerId="ADAL" clId="{99194CF6-ADB8-47DF-AD92-051B55AFC54A}" dt="2022-06-17T09:29:13.154" v="5487" actId="2696"/>
        <pc:sldMkLst>
          <pc:docMk/>
          <pc:sldMk cId="3475555200" sldId="407"/>
        </pc:sldMkLst>
        <pc:spChg chg="mod">
          <ac:chgData name="Yeo Xiong Wei, Jonathan" userId="ac2b658e-7ce1-44bb-9f9f-bf4198ceaa29" providerId="ADAL" clId="{99194CF6-ADB8-47DF-AD92-051B55AFC54A}" dt="2022-06-17T06:58:21.809" v="234" actId="20577"/>
          <ac:spMkLst>
            <pc:docMk/>
            <pc:sldMk cId="3475555200" sldId="407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7:23:10.175" v="764" actId="20577"/>
        <pc:sldMkLst>
          <pc:docMk/>
          <pc:sldMk cId="660252975" sldId="408"/>
        </pc:sldMkLst>
        <pc:spChg chg="mod">
          <ac:chgData name="Yeo Xiong Wei, Jonathan" userId="ac2b658e-7ce1-44bb-9f9f-bf4198ceaa29" providerId="ADAL" clId="{99194CF6-ADB8-47DF-AD92-051B55AFC54A}" dt="2022-06-17T07:23:10.175" v="764" actId="20577"/>
          <ac:spMkLst>
            <pc:docMk/>
            <pc:sldMk cId="660252975" sldId="408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42:29.571" v="5328" actId="20577"/>
        <pc:sldMkLst>
          <pc:docMk/>
          <pc:sldMk cId="508996749" sldId="409"/>
        </pc:sldMkLst>
        <pc:spChg chg="mod">
          <ac:chgData name="Yeo Xiong Wei, Jonathan" userId="ac2b658e-7ce1-44bb-9f9f-bf4198ceaa29" providerId="ADAL" clId="{99194CF6-ADB8-47DF-AD92-051B55AFC54A}" dt="2022-06-17T08:33:49.243" v="5079" actId="20577"/>
          <ac:spMkLst>
            <pc:docMk/>
            <pc:sldMk cId="508996749" sldId="409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8:42:29.571" v="5328" actId="20577"/>
          <ac:spMkLst>
            <pc:docMk/>
            <pc:sldMk cId="508996749" sldId="409"/>
            <ac:spMk id="83970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99194CF6-ADB8-47DF-AD92-051B55AFC54A}" dt="2022-06-17T08:33:22.037" v="5033" actId="2696"/>
        <pc:sldMkLst>
          <pc:docMk/>
          <pc:sldMk cId="836899790" sldId="409"/>
        </pc:sldMkLst>
        <pc:spChg chg="mod">
          <ac:chgData name="Yeo Xiong Wei, Jonathan" userId="ac2b658e-7ce1-44bb-9f9f-bf4198ceaa29" providerId="ADAL" clId="{99194CF6-ADB8-47DF-AD92-051B55AFC54A}" dt="2022-06-17T07:35:39.496" v="1236" actId="20577"/>
          <ac:spMkLst>
            <pc:docMk/>
            <pc:sldMk cId="836899790" sldId="409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16:01.198" v="3708" actId="20577"/>
        <pc:sldMkLst>
          <pc:docMk/>
          <pc:sldMk cId="3400106165" sldId="410"/>
        </pc:sldMkLst>
        <pc:spChg chg="mod">
          <ac:chgData name="Yeo Xiong Wei, Jonathan" userId="ac2b658e-7ce1-44bb-9f9f-bf4198ceaa29" providerId="ADAL" clId="{99194CF6-ADB8-47DF-AD92-051B55AFC54A}" dt="2022-06-17T08:16:01.198" v="3708" actId="20577"/>
          <ac:spMkLst>
            <pc:docMk/>
            <pc:sldMk cId="3400106165" sldId="410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13:52.685" v="3601" actId="20577"/>
        <pc:sldMkLst>
          <pc:docMk/>
          <pc:sldMk cId="1954964448" sldId="411"/>
        </pc:sldMkLst>
        <pc:spChg chg="mod">
          <ac:chgData name="Yeo Xiong Wei, Jonathan" userId="ac2b658e-7ce1-44bb-9f9f-bf4198ceaa29" providerId="ADAL" clId="{99194CF6-ADB8-47DF-AD92-051B55AFC54A}" dt="2022-06-17T08:13:52.685" v="3601" actId="20577"/>
          <ac:spMkLst>
            <pc:docMk/>
            <pc:sldMk cId="1954964448" sldId="411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09:22.016" v="3372" actId="20577"/>
        <pc:sldMkLst>
          <pc:docMk/>
          <pc:sldMk cId="3794818606" sldId="412"/>
        </pc:sldMkLst>
        <pc:spChg chg="mod">
          <ac:chgData name="Yeo Xiong Wei, Jonathan" userId="ac2b658e-7ce1-44bb-9f9f-bf4198ceaa29" providerId="ADAL" clId="{99194CF6-ADB8-47DF-AD92-051B55AFC54A}" dt="2022-06-17T08:09:22.016" v="3372" actId="20577"/>
          <ac:spMkLst>
            <pc:docMk/>
            <pc:sldMk cId="3794818606" sldId="412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16:48.525" v="3767" actId="20577"/>
        <pc:sldMkLst>
          <pc:docMk/>
          <pc:sldMk cId="3069397275" sldId="413"/>
        </pc:sldMkLst>
        <pc:spChg chg="mod">
          <ac:chgData name="Yeo Xiong Wei, Jonathan" userId="ac2b658e-7ce1-44bb-9f9f-bf4198ceaa29" providerId="ADAL" clId="{99194CF6-ADB8-47DF-AD92-051B55AFC54A}" dt="2022-06-17T08:16:48.525" v="3767" actId="20577"/>
          <ac:spMkLst>
            <pc:docMk/>
            <pc:sldMk cId="3069397275" sldId="413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15:39.920" v="3688" actId="20577"/>
        <pc:sldMkLst>
          <pc:docMk/>
          <pc:sldMk cId="12332252" sldId="414"/>
        </pc:sldMkLst>
        <pc:spChg chg="mod">
          <ac:chgData name="Yeo Xiong Wei, Jonathan" userId="ac2b658e-7ce1-44bb-9f9f-bf4198ceaa29" providerId="ADAL" clId="{99194CF6-ADB8-47DF-AD92-051B55AFC54A}" dt="2022-06-17T08:15:39.920" v="3688" actId="20577"/>
          <ac:spMkLst>
            <pc:docMk/>
            <pc:sldMk cId="12332252" sldId="414"/>
            <ac:spMk id="2" creationId="{E19ABC91-B477-4D87-98FF-6BD62F1458B7}"/>
          </ac:spMkLst>
        </pc:spChg>
      </pc:sldChg>
      <pc:sldChg chg="modSp add del modAnim">
        <pc:chgData name="Yeo Xiong Wei, Jonathan" userId="ac2b658e-7ce1-44bb-9f9f-bf4198ceaa29" providerId="ADAL" clId="{99194CF6-ADB8-47DF-AD92-051B55AFC54A}" dt="2022-06-17T08:45:39.438" v="5399" actId="47"/>
        <pc:sldMkLst>
          <pc:docMk/>
          <pc:sldMk cId="1147689466" sldId="415"/>
        </pc:sldMkLst>
        <pc:spChg chg="mod">
          <ac:chgData name="Yeo Xiong Wei, Jonathan" userId="ac2b658e-7ce1-44bb-9f9f-bf4198ceaa29" providerId="ADAL" clId="{99194CF6-ADB8-47DF-AD92-051B55AFC54A}" dt="2022-06-17T08:44:41.779" v="5349" actId="20577"/>
          <ac:spMkLst>
            <pc:docMk/>
            <pc:sldMk cId="1147689466" sldId="415"/>
            <ac:spMk id="839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8:26:39.364" v="4454" actId="20577"/>
        <pc:sldMkLst>
          <pc:docMk/>
          <pc:sldMk cId="2847344997" sldId="416"/>
        </pc:sldMkLst>
        <pc:spChg chg="mod">
          <ac:chgData name="Yeo Xiong Wei, Jonathan" userId="ac2b658e-7ce1-44bb-9f9f-bf4198ceaa29" providerId="ADAL" clId="{99194CF6-ADB8-47DF-AD92-051B55AFC54A}" dt="2022-06-17T08:26:39.364" v="4454" actId="20577"/>
          <ac:spMkLst>
            <pc:docMk/>
            <pc:sldMk cId="2847344997" sldId="416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99194CF6-ADB8-47DF-AD92-051B55AFC54A}" dt="2022-06-17T09:43:57.192" v="6327" actId="20577"/>
        <pc:sldMkLst>
          <pc:docMk/>
          <pc:sldMk cId="3934989784" sldId="417"/>
        </pc:sldMkLst>
        <pc:spChg chg="mod">
          <ac:chgData name="Yeo Xiong Wei, Jonathan" userId="ac2b658e-7ce1-44bb-9f9f-bf4198ceaa29" providerId="ADAL" clId="{99194CF6-ADB8-47DF-AD92-051B55AFC54A}" dt="2022-06-17T08:32:18.455" v="5029"/>
          <ac:spMkLst>
            <pc:docMk/>
            <pc:sldMk cId="3934989784" sldId="417"/>
            <ac:spMk id="83969" creationId="{00000000-0000-0000-0000-000000000000}"/>
          </ac:spMkLst>
        </pc:spChg>
        <pc:spChg chg="mod">
          <ac:chgData name="Yeo Xiong Wei, Jonathan" userId="ac2b658e-7ce1-44bb-9f9f-bf4198ceaa29" providerId="ADAL" clId="{99194CF6-ADB8-47DF-AD92-051B55AFC54A}" dt="2022-06-17T09:43:57.192" v="6327" actId="20577"/>
          <ac:spMkLst>
            <pc:docMk/>
            <pc:sldMk cId="3934989784" sldId="417"/>
            <ac:spMk id="839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3695E-7290-4A87-BBBC-BA15403CEC34}" type="datetimeFigureOut">
              <a:rPr lang="en-GB" smtClean="0"/>
              <a:t>22/09/2024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5EAA8-3664-40D0-BAE1-57662C22EE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002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2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5EAA8-3664-40D0-BAE1-57662C22EE6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59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73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setup can be generalized to other kinds of scenarios!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96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80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16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3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489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73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69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74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06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20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71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21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6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43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17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7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586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I.e. they align the incentives of the agent with that of society.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63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43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116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399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30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principal captures all the surplus, this means that he will also want to incentivize </a:t>
            </a:r>
            <a:r>
              <a:rPr lang="en-US"/>
              <a:t>high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00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06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62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generally, an organization or group of individuals can be assumed to be less risk averse than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88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965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105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850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365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046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1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B5EC-7658-4BFB-844F-AE58D7871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1B3A7-8A98-4A41-A3AF-2F2672320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83A4E-76D1-44D6-87A0-79D3F4C7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D26D3-6FF3-4D08-8813-8E166B67A533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7433-8054-4C95-BF6D-0872204B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017DE-07A2-4B5A-B575-CC2126A8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540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A2A6-368D-475E-86E6-275D97EE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18E23-39C1-4666-904E-AD1E1A92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A3DB3-9E2D-4B04-B843-3AAD3080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25130-71F8-4B20-8D28-F8FDB57F79E7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6F5AB-EEF5-4573-9ABE-4E4FCDE6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2C5E-8DFB-4720-AC31-95771786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9B8E3-64BB-279E-4EC9-46E6BC75B4FC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4C6BC3B-6034-7AE1-F401-2F7BF2233688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12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6060-0EB9-402B-A3AC-E0C75093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26376-0F9B-4B4B-A4A9-3FE8DA46E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B79F-D9A3-43B3-9DF0-4BE1B845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4A4E-FC67-44A1-908D-87FADBE369B0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319F5-B2A9-4759-941C-243F3E99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5A8C-AE1A-4977-A7F5-2E896F47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8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5671-44A0-4CA6-A520-CB81B1F9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215C-0563-4568-852A-8404131B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568B1-8CA4-4FCD-870B-C04D0962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43809-5A28-4DA1-8923-2F92C7C8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3204-0E70-4D37-8625-6CA82D4BC585}" type="datetime1">
              <a:rPr lang="en-GB" smtClean="0"/>
              <a:t>22/09/2024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07538-5166-41EC-AE8C-AC141F9C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B1EF0-EBDE-4217-A6AB-9061DF74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23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994F-C4CC-424E-8A33-C26DA7C7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16FA2-9022-4004-AECC-1C4D94C8F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1429-89C0-4446-AD10-650CEEBE0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FCE3F-51D2-4DA7-A20F-01FAC0345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37333-04B7-4B1A-9A95-8F4BC3EE4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6AB85-8473-4CB7-AD32-6120B1D4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2D0D8-8EF5-4EDD-ACE9-FD23C1B6EBAF}" type="datetime1">
              <a:rPr lang="en-GB" smtClean="0"/>
              <a:t>22/09/2024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82A3A-3AC5-4EDA-BBF0-055C9817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B0660-82DD-4450-B39D-7FC5E7FD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64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66D1-A1B0-4D4F-98CF-C317A6E1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C0BEB-0F8B-4CD3-A5B2-1C8F58C8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D736-B3CC-4147-9633-DD977B905B50}" type="datetime1">
              <a:rPr lang="en-GB" smtClean="0"/>
              <a:t>22/09/2024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10A0C-0C9A-4E1E-B8ED-746BDDD2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DC88E-92B1-4D89-99BC-B8834649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15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6B11C-7FF2-4A8C-92BA-6FEA1247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79871-B58E-47EE-8012-6D112B0E54DC}" type="datetime1">
              <a:rPr lang="en-GB" smtClean="0"/>
              <a:t>22/09/2024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8AA5E-8B5E-437F-9CF2-A729C855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2CD4F-5422-4421-98C8-7089D70A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12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A237-B1BA-4494-A1E8-232432C2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E52CD-2BAE-4436-8BD9-C8C6099E0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E2383-D5E6-49D5-A1C0-C60B5114E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D57E6-7A49-477D-94EF-D89C25D8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B33-32F4-4C4D-B520-9EF41DFF5288}" type="datetime1">
              <a:rPr lang="en-GB" smtClean="0"/>
              <a:t>22/09/2024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ABAAF-4EDE-4C2E-B773-68876FD2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57A65-9EB8-4A1B-B81B-9F16EB5A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1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58E9-E686-4B4F-8D8A-70D67397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D1E8E-6A78-4732-AC94-25645FCFA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561EB-EF91-4CC8-BC65-A48CBDB68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82B48-37A5-43EF-A7A6-32BE38A0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C8AE-4A65-494F-89F3-C900E247B029}" type="datetime1">
              <a:rPr lang="en-GB" smtClean="0"/>
              <a:t>22/09/2024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C321C-DFF5-46DD-83C9-FC78273E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E157B-54E8-42F0-AE68-170D1D09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1C81-A6CA-44B5-9381-D1235FD1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90779-6DA4-499E-B9A2-047CE4BE3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8A10C-29DF-4E91-A792-997242B7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1D97-21A7-4361-906D-D9228078A0E7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D1E17-D891-4631-A170-8BD640D0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E3AB7-F6E3-4B50-9438-4F418B02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61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6D45A-0D7C-4C45-BFF2-550E2EC03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65CC8-6033-4D15-B3EB-5E39F546F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DAE6D-DB72-4827-BE1B-6EFAFF24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8B80-5F29-48FE-B285-8CDCAE08D7C4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1F89-DDAD-4520-A457-7CFEF0DD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D96F-5258-495E-8298-ADF85994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04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AF7D08-892B-B600-0AD0-D172000E723E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9027DA9-C98A-52F3-2C99-432715C69367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3B623-2528-4453-920E-4523C301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1FC94-1C3A-4C8F-B08C-A84FF5091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D01FA-5599-4600-972C-15FA8EC4B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4F7DD-AD2D-4408-9B72-3261A1654277}" type="datetime1">
              <a:rPr lang="en-GB" smtClean="0"/>
              <a:t>22/09/2024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8C68D-FF75-4A2D-B61E-FD6411B23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D3F21-1773-43A0-9935-E3FED6837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CAD2091-0F72-4967-9711-271553063E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78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51.png"/><Relationship Id="rId4" Type="http://schemas.openxmlformats.org/officeDocument/2006/relationships/image" Target="../media/image2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marginalrevolution.com/marginalrevolution/2024/05/migrants-at-sea-unintended-consequences-of-search-and-rescue-operation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21922-9A70-4F34-BDE6-AA92E7183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2220" y="1583306"/>
            <a:ext cx="5998840" cy="3343135"/>
          </a:xfrm>
          <a:noFill/>
        </p:spPr>
        <p:txBody>
          <a:bodyPr>
            <a:normAutofit/>
          </a:bodyPr>
          <a:lstStyle/>
          <a:p>
            <a:pPr algn="l"/>
            <a:r>
              <a:rPr lang="en-GB" sz="5200" dirty="0"/>
              <a:t>Asymmetric Information II</a:t>
            </a:r>
            <a:br>
              <a:rPr lang="en-GB" sz="5200" dirty="0"/>
            </a:br>
            <a:r>
              <a:rPr lang="en-GB" sz="1800" b="1" dirty="0"/>
              <a:t>HE3001, Microeconomics 3</a:t>
            </a:r>
            <a:br>
              <a:rPr lang="en-GB" sz="1800" b="1" dirty="0"/>
            </a:br>
            <a:r>
              <a:rPr lang="en-GB" sz="1800" b="1" dirty="0"/>
              <a:t>Nanyang Technological University</a:t>
            </a:r>
            <a:endParaRPr lang="en-GB" sz="5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2288E7-75C0-5218-BDA3-7D3240ADA4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89" r="25031" b="1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4D51-B957-449E-922E-0DDDF1A0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93124" y="6356350"/>
            <a:ext cx="11606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CAD2091-0F72-4967-9711-271553063E60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86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424887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We have seen that market failure can be caused by market participants holding </a:t>
            </a:r>
            <a:r>
              <a:rPr lang="en-US" altLang="en-US" sz="2000" b="1" dirty="0">
                <a:solidFill>
                  <a:srgbClr val="0000FF"/>
                </a:solidFill>
              </a:rPr>
              <a:t>hidden types</a:t>
            </a:r>
            <a:r>
              <a:rPr lang="en-US" altLang="en-US" sz="2000" dirty="0"/>
              <a:t>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 closely related source of inefficiency arises from market participants taking </a:t>
            </a:r>
            <a:r>
              <a:rPr lang="en-US" altLang="en-US" sz="2000" b="1" dirty="0">
                <a:solidFill>
                  <a:srgbClr val="0000FF"/>
                </a:solidFill>
              </a:rPr>
              <a:t>hidden actions</a:t>
            </a:r>
            <a:r>
              <a:rPr lang="en-US" altLang="en-US" sz="2000" dirty="0"/>
              <a:t>. </a:t>
            </a:r>
          </a:p>
          <a:p>
            <a:pPr lvl="1"/>
            <a:r>
              <a:rPr lang="en-US" altLang="en-US" sz="1800" dirty="0"/>
              <a:t>When (market) interactions involve actions which are unobserved by others, the individual might be more likely to take inefficient actions. </a:t>
            </a:r>
          </a:p>
          <a:p>
            <a:pPr eaLnBrk="1" hangingPunct="1"/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dirty="0"/>
              <a:t>This second form of asymmetric information is referred to as </a:t>
            </a:r>
            <a:r>
              <a:rPr lang="en-US" altLang="en-US" sz="2000" b="1" dirty="0">
                <a:solidFill>
                  <a:srgbClr val="0000FF"/>
                </a:solidFill>
              </a:rPr>
              <a:t>moral hazard</a:t>
            </a:r>
            <a:r>
              <a:rPr lang="en-US" altLang="en-US" sz="20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424FC-C6F0-47EB-8CDF-5FA55B76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52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23" name="Picture 81022">
            <a:extLst>
              <a:ext uri="{FF2B5EF4-FFF2-40B4-BE49-F238E27FC236}">
                <a16:creationId xmlns:a16="http://schemas.microsoft.com/office/drawing/2014/main" id="{06C027B3-068C-F877-88CB-6903D7E016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550241" y="4012077"/>
            <a:ext cx="3337123" cy="1876344"/>
          </a:xfrm>
          <a:prstGeom prst="rect">
            <a:avLst/>
          </a:prstGeom>
        </p:spPr>
      </p:pic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Examples of Moral hazard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2"/>
            <a:ext cx="10424887" cy="1876344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you have bicycle insurance, are you more likely to leave your bicycle unlocked?</a:t>
            </a:r>
          </a:p>
          <a:p>
            <a:pPr eaLnBrk="1" hangingPunct="1"/>
            <a:r>
              <a:rPr lang="en-US" altLang="en-US" sz="2000" dirty="0"/>
              <a:t>If you have health insurance, are you more likely to eat unhealthy food?</a:t>
            </a:r>
          </a:p>
          <a:p>
            <a:pPr eaLnBrk="1" hangingPunct="1"/>
            <a:r>
              <a:rPr lang="en-US" altLang="en-US" sz="2000" dirty="0"/>
              <a:t>If you are guaranteed a job at a firm before graduating, are you less likely to put in effort into your degree?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AB634-0136-4E03-BC8E-D70F03F6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</a:t>
            </a:fld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24848D-C83C-799A-9746-0344A0DC917B}"/>
              </a:ext>
            </a:extLst>
          </p:cNvPr>
          <p:cNvGrpSpPr/>
          <p:nvPr/>
        </p:nvGrpSpPr>
        <p:grpSpPr>
          <a:xfrm>
            <a:off x="1961169" y="4528027"/>
            <a:ext cx="797843" cy="1106707"/>
            <a:chOff x="1186677" y="4501469"/>
            <a:chExt cx="797843" cy="110670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392EEB1-7264-F71D-380D-36000E8466FE}"/>
                </a:ext>
              </a:extLst>
            </p:cNvPr>
            <p:cNvSpPr/>
            <p:nvPr/>
          </p:nvSpPr>
          <p:spPr>
            <a:xfrm>
              <a:off x="1297858" y="4527755"/>
              <a:ext cx="612058" cy="656303"/>
            </a:xfrm>
            <a:prstGeom prst="ellipse">
              <a:avLst/>
            </a:prstGeom>
            <a:solidFill>
              <a:srgbClr val="FDE0AD"/>
            </a:solidFill>
            <a:ln>
              <a:solidFill>
                <a:srgbClr val="FDE0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EF43FCD-D821-9953-760F-AF5983CFB44C}"/>
                </a:ext>
              </a:extLst>
            </p:cNvPr>
            <p:cNvSpPr/>
            <p:nvPr/>
          </p:nvSpPr>
          <p:spPr>
            <a:xfrm rot="19617506">
              <a:off x="1186677" y="4501469"/>
              <a:ext cx="685211" cy="342727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89CB866B-E37E-8ECE-E28E-93597338EB47}"/>
                </a:ext>
              </a:extLst>
            </p:cNvPr>
            <p:cNvSpPr/>
            <p:nvPr/>
          </p:nvSpPr>
          <p:spPr>
            <a:xfrm>
              <a:off x="1223253" y="5195221"/>
              <a:ext cx="761267" cy="412955"/>
            </a:xfrm>
            <a:prstGeom prst="trapezoi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E34312-44C7-A931-8FF8-2AF10429E730}"/>
                </a:ext>
              </a:extLst>
            </p:cNvPr>
            <p:cNvSpPr/>
            <p:nvPr/>
          </p:nvSpPr>
          <p:spPr>
            <a:xfrm>
              <a:off x="1356851" y="5195221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861690-856F-FE40-BB2B-4B099631AC2B}"/>
                </a:ext>
              </a:extLst>
            </p:cNvPr>
            <p:cNvSpPr/>
            <p:nvPr/>
          </p:nvSpPr>
          <p:spPr>
            <a:xfrm>
              <a:off x="1452716" y="5291085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0CB056-7146-1BD4-B975-8540364E0CE8}"/>
                </a:ext>
              </a:extLst>
            </p:cNvPr>
            <p:cNvSpPr/>
            <p:nvPr/>
          </p:nvSpPr>
          <p:spPr>
            <a:xfrm>
              <a:off x="1297858" y="5404794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9D2977-61C8-82DA-B5A9-161C59C723A4}"/>
                </a:ext>
              </a:extLst>
            </p:cNvPr>
            <p:cNvSpPr/>
            <p:nvPr/>
          </p:nvSpPr>
          <p:spPr>
            <a:xfrm>
              <a:off x="1644446" y="5246738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437B5F-8AEF-B700-665B-0F2F84CE5B88}"/>
                </a:ext>
              </a:extLst>
            </p:cNvPr>
            <p:cNvSpPr/>
            <p:nvPr/>
          </p:nvSpPr>
          <p:spPr>
            <a:xfrm>
              <a:off x="1719049" y="532805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556F2B-F645-7E72-B8E0-E582BD5A248B}"/>
                </a:ext>
              </a:extLst>
            </p:cNvPr>
            <p:cNvSpPr/>
            <p:nvPr/>
          </p:nvSpPr>
          <p:spPr>
            <a:xfrm>
              <a:off x="1437966" y="5423923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EF0BA4-B3F3-FF78-979A-57D606DBB9AF}"/>
                </a:ext>
              </a:extLst>
            </p:cNvPr>
            <p:cNvSpPr/>
            <p:nvPr/>
          </p:nvSpPr>
          <p:spPr>
            <a:xfrm>
              <a:off x="1538381" y="520617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A697D0-D69C-BD2F-3388-465C7968C845}"/>
                </a:ext>
              </a:extLst>
            </p:cNvPr>
            <p:cNvSpPr/>
            <p:nvPr/>
          </p:nvSpPr>
          <p:spPr>
            <a:xfrm>
              <a:off x="1615378" y="5423820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D53538-D2E2-4F74-CA8F-210A4A94F4D4}"/>
                </a:ext>
              </a:extLst>
            </p:cNvPr>
            <p:cNvSpPr/>
            <p:nvPr/>
          </p:nvSpPr>
          <p:spPr>
            <a:xfrm>
              <a:off x="1282248" y="5297767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43F0C4-19B9-4DDF-3272-7AAAAD016AC8}"/>
                </a:ext>
              </a:extLst>
            </p:cNvPr>
            <p:cNvSpPr/>
            <p:nvPr/>
          </p:nvSpPr>
          <p:spPr>
            <a:xfrm>
              <a:off x="1750511" y="5198806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6D7246-1AF0-63E6-EABD-F5106B2C471E}"/>
                </a:ext>
              </a:extLst>
            </p:cNvPr>
            <p:cNvSpPr/>
            <p:nvPr/>
          </p:nvSpPr>
          <p:spPr>
            <a:xfrm>
              <a:off x="1844626" y="5452726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E4BDCD-5ABB-CE40-CE51-5EF4663150E1}"/>
                </a:ext>
              </a:extLst>
            </p:cNvPr>
            <p:cNvSpPr/>
            <p:nvPr/>
          </p:nvSpPr>
          <p:spPr>
            <a:xfrm>
              <a:off x="1327353" y="5512310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C4BD5B-8A25-D28C-1E07-83F288132C50}"/>
                </a:ext>
              </a:extLst>
            </p:cNvPr>
            <p:cNvSpPr/>
            <p:nvPr/>
          </p:nvSpPr>
          <p:spPr>
            <a:xfrm>
              <a:off x="1711458" y="5506885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C0F57521-E5C2-CEC2-3308-2BAB7683AFE0}"/>
                </a:ext>
              </a:extLst>
            </p:cNvPr>
            <p:cNvSpPr/>
            <p:nvPr/>
          </p:nvSpPr>
          <p:spPr>
            <a:xfrm>
              <a:off x="1530144" y="5004652"/>
              <a:ext cx="147484" cy="45719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752B5A0F-37B0-D4C7-675C-037B81843F82}"/>
              </a:ext>
            </a:extLst>
          </p:cNvPr>
          <p:cNvSpPr/>
          <p:nvPr/>
        </p:nvSpPr>
        <p:spPr>
          <a:xfrm>
            <a:off x="2308324" y="5348291"/>
            <a:ext cx="133598" cy="143796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E3AAAD-0149-BF05-AA7A-0C4B1307B276}"/>
              </a:ext>
            </a:extLst>
          </p:cNvPr>
          <p:cNvGrpSpPr/>
          <p:nvPr/>
        </p:nvGrpSpPr>
        <p:grpSpPr>
          <a:xfrm>
            <a:off x="6506067" y="4523035"/>
            <a:ext cx="761267" cy="1080421"/>
            <a:chOff x="1223253" y="4527755"/>
            <a:chExt cx="761267" cy="108042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9B673E2-5659-34C8-043E-78FF4305E165}"/>
                </a:ext>
              </a:extLst>
            </p:cNvPr>
            <p:cNvSpPr/>
            <p:nvPr/>
          </p:nvSpPr>
          <p:spPr>
            <a:xfrm>
              <a:off x="1297858" y="4527755"/>
              <a:ext cx="612058" cy="656303"/>
            </a:xfrm>
            <a:prstGeom prst="ellipse">
              <a:avLst/>
            </a:prstGeom>
            <a:solidFill>
              <a:srgbClr val="FDE0AD"/>
            </a:solidFill>
            <a:ln>
              <a:solidFill>
                <a:srgbClr val="FDE0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0B9EE8D2-3C08-5E70-239C-191FC1FA0DA0}"/>
                </a:ext>
              </a:extLst>
            </p:cNvPr>
            <p:cNvSpPr/>
            <p:nvPr/>
          </p:nvSpPr>
          <p:spPr>
            <a:xfrm>
              <a:off x="1223253" y="5195221"/>
              <a:ext cx="761267" cy="412955"/>
            </a:xfrm>
            <a:prstGeom prst="trapezoi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126D4C-72F5-AB50-499D-514463C2BAC0}"/>
                </a:ext>
              </a:extLst>
            </p:cNvPr>
            <p:cNvSpPr/>
            <p:nvPr/>
          </p:nvSpPr>
          <p:spPr>
            <a:xfrm>
              <a:off x="1356851" y="5195221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FC1AFD-5962-6AF3-CF52-D29AABB82FB7}"/>
                </a:ext>
              </a:extLst>
            </p:cNvPr>
            <p:cNvSpPr/>
            <p:nvPr/>
          </p:nvSpPr>
          <p:spPr>
            <a:xfrm>
              <a:off x="1452716" y="5291085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389A29-CF84-8277-81DF-395AE08066DB}"/>
                </a:ext>
              </a:extLst>
            </p:cNvPr>
            <p:cNvSpPr/>
            <p:nvPr/>
          </p:nvSpPr>
          <p:spPr>
            <a:xfrm>
              <a:off x="1297858" y="5404794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3E23BD0-2000-FA3C-D686-A6F28294872A}"/>
                </a:ext>
              </a:extLst>
            </p:cNvPr>
            <p:cNvSpPr/>
            <p:nvPr/>
          </p:nvSpPr>
          <p:spPr>
            <a:xfrm>
              <a:off x="1644446" y="5246738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ACBD84A-9A51-8E79-0CE0-0DF11B33BE45}"/>
                </a:ext>
              </a:extLst>
            </p:cNvPr>
            <p:cNvSpPr/>
            <p:nvPr/>
          </p:nvSpPr>
          <p:spPr>
            <a:xfrm>
              <a:off x="1719049" y="532805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32B4B68-AEFD-6E6E-19CD-AE7C77003452}"/>
                </a:ext>
              </a:extLst>
            </p:cNvPr>
            <p:cNvSpPr/>
            <p:nvPr/>
          </p:nvSpPr>
          <p:spPr>
            <a:xfrm>
              <a:off x="1437966" y="5423923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620A318-AA0C-9369-D454-F7C76F7CB7BA}"/>
                </a:ext>
              </a:extLst>
            </p:cNvPr>
            <p:cNvSpPr/>
            <p:nvPr/>
          </p:nvSpPr>
          <p:spPr>
            <a:xfrm>
              <a:off x="1538381" y="520617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A037D4F-3D61-4EA8-642A-D2038246FEEC}"/>
                </a:ext>
              </a:extLst>
            </p:cNvPr>
            <p:cNvSpPr/>
            <p:nvPr/>
          </p:nvSpPr>
          <p:spPr>
            <a:xfrm>
              <a:off x="1615378" y="5423820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038152-17C4-A280-9375-A7B058B40128}"/>
                </a:ext>
              </a:extLst>
            </p:cNvPr>
            <p:cNvSpPr/>
            <p:nvPr/>
          </p:nvSpPr>
          <p:spPr>
            <a:xfrm>
              <a:off x="1282248" y="5297767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052D0F-E7D0-050F-972B-1087BFF011B9}"/>
                </a:ext>
              </a:extLst>
            </p:cNvPr>
            <p:cNvSpPr/>
            <p:nvPr/>
          </p:nvSpPr>
          <p:spPr>
            <a:xfrm>
              <a:off x="1750511" y="5198806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AC39D5-8D78-749E-4EE3-7FFA8D280C70}"/>
                </a:ext>
              </a:extLst>
            </p:cNvPr>
            <p:cNvSpPr/>
            <p:nvPr/>
          </p:nvSpPr>
          <p:spPr>
            <a:xfrm>
              <a:off x="1844626" y="5452726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9D30040-6AC7-6E46-DF0C-AF3691A32623}"/>
                </a:ext>
              </a:extLst>
            </p:cNvPr>
            <p:cNvSpPr/>
            <p:nvPr/>
          </p:nvSpPr>
          <p:spPr>
            <a:xfrm>
              <a:off x="1327353" y="5512310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6BA536-230E-96AA-7E90-EC25B6D74C7F}"/>
                </a:ext>
              </a:extLst>
            </p:cNvPr>
            <p:cNvSpPr/>
            <p:nvPr/>
          </p:nvSpPr>
          <p:spPr>
            <a:xfrm>
              <a:off x="1711458" y="5506885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85D0520-67FE-80B0-9350-5F1B54107F84}"/>
              </a:ext>
            </a:extLst>
          </p:cNvPr>
          <p:cNvGrpSpPr/>
          <p:nvPr/>
        </p:nvGrpSpPr>
        <p:grpSpPr>
          <a:xfrm>
            <a:off x="6797650" y="5304371"/>
            <a:ext cx="140109" cy="66656"/>
            <a:chOff x="4793226" y="4601497"/>
            <a:chExt cx="383458" cy="243348"/>
          </a:xfrm>
        </p:grpSpPr>
        <p:sp>
          <p:nvSpPr>
            <p:cNvPr id="45" name="Diagonal Stripe 44">
              <a:extLst>
                <a:ext uri="{FF2B5EF4-FFF2-40B4-BE49-F238E27FC236}">
                  <a16:creationId xmlns:a16="http://schemas.microsoft.com/office/drawing/2014/main" id="{19E22489-A4FC-F59B-8B89-EAD9D0D00AFB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46" name="Diagonal Stripe 45">
              <a:extLst>
                <a:ext uri="{FF2B5EF4-FFF2-40B4-BE49-F238E27FC236}">
                  <a16:creationId xmlns:a16="http://schemas.microsoft.com/office/drawing/2014/main" id="{53E63A87-C17C-EC03-DBD5-35EAA2A8639A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F3AEFC2-DA09-3FB3-DC4C-EB769284FA5D}"/>
              </a:ext>
            </a:extLst>
          </p:cNvPr>
          <p:cNvGrpSpPr/>
          <p:nvPr/>
        </p:nvGrpSpPr>
        <p:grpSpPr>
          <a:xfrm>
            <a:off x="6802329" y="5367195"/>
            <a:ext cx="140109" cy="66656"/>
            <a:chOff x="4793226" y="4601497"/>
            <a:chExt cx="383458" cy="243348"/>
          </a:xfrm>
        </p:grpSpPr>
        <p:sp>
          <p:nvSpPr>
            <p:cNvPr id="49" name="Diagonal Stripe 48">
              <a:extLst>
                <a:ext uri="{FF2B5EF4-FFF2-40B4-BE49-F238E27FC236}">
                  <a16:creationId xmlns:a16="http://schemas.microsoft.com/office/drawing/2014/main" id="{8D2220BA-FAD6-B6E6-BD04-0342765AEBE0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50" name="Diagonal Stripe 49">
              <a:extLst>
                <a:ext uri="{FF2B5EF4-FFF2-40B4-BE49-F238E27FC236}">
                  <a16:creationId xmlns:a16="http://schemas.microsoft.com/office/drawing/2014/main" id="{9182B86E-0724-7240-13CB-C0715EA0372D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9F1BE4A-90C2-B16E-37A3-F1A55F505501}"/>
              </a:ext>
            </a:extLst>
          </p:cNvPr>
          <p:cNvGrpSpPr/>
          <p:nvPr/>
        </p:nvGrpSpPr>
        <p:grpSpPr>
          <a:xfrm>
            <a:off x="6801834" y="5433807"/>
            <a:ext cx="140109" cy="66656"/>
            <a:chOff x="4793226" y="4601497"/>
            <a:chExt cx="383458" cy="243348"/>
          </a:xfrm>
        </p:grpSpPr>
        <p:sp>
          <p:nvSpPr>
            <p:cNvPr id="52" name="Diagonal Stripe 51">
              <a:extLst>
                <a:ext uri="{FF2B5EF4-FFF2-40B4-BE49-F238E27FC236}">
                  <a16:creationId xmlns:a16="http://schemas.microsoft.com/office/drawing/2014/main" id="{03C92BEA-2140-7DC2-38C9-E880FAE8F927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53" name="Diagonal Stripe 52">
              <a:extLst>
                <a:ext uri="{FF2B5EF4-FFF2-40B4-BE49-F238E27FC236}">
                  <a16:creationId xmlns:a16="http://schemas.microsoft.com/office/drawing/2014/main" id="{65D23A23-5DA7-62C1-FEAA-89C4C80FB4F0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80906" name="Group 80905">
            <a:extLst>
              <a:ext uri="{FF2B5EF4-FFF2-40B4-BE49-F238E27FC236}">
                <a16:creationId xmlns:a16="http://schemas.microsoft.com/office/drawing/2014/main" id="{27B50813-2BBE-FD19-49D1-BF1436B26CBF}"/>
              </a:ext>
            </a:extLst>
          </p:cNvPr>
          <p:cNvGrpSpPr/>
          <p:nvPr/>
        </p:nvGrpSpPr>
        <p:grpSpPr>
          <a:xfrm>
            <a:off x="8325898" y="5168148"/>
            <a:ext cx="400664" cy="597767"/>
            <a:chOff x="8610600" y="5062538"/>
            <a:chExt cx="761267" cy="108042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DDCB747-4A0B-1FC8-F6D6-4B30B57D53CE}"/>
                </a:ext>
              </a:extLst>
            </p:cNvPr>
            <p:cNvGrpSpPr/>
            <p:nvPr/>
          </p:nvGrpSpPr>
          <p:grpSpPr>
            <a:xfrm>
              <a:off x="8610600" y="5062538"/>
              <a:ext cx="761267" cy="1080421"/>
              <a:chOff x="1223253" y="4527755"/>
              <a:chExt cx="761267" cy="108042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E479720-FCA5-68A7-44E6-97D336CCF83A}"/>
                  </a:ext>
                </a:extLst>
              </p:cNvPr>
              <p:cNvSpPr/>
              <p:nvPr/>
            </p:nvSpPr>
            <p:spPr>
              <a:xfrm>
                <a:off x="1297858" y="4527755"/>
                <a:ext cx="612058" cy="656303"/>
              </a:xfrm>
              <a:prstGeom prst="ellipse">
                <a:avLst/>
              </a:prstGeom>
              <a:solidFill>
                <a:srgbClr val="FDE0AD"/>
              </a:solidFill>
              <a:ln>
                <a:solidFill>
                  <a:srgbClr val="FDE0A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56" name="Trapezoid 55">
                <a:extLst>
                  <a:ext uri="{FF2B5EF4-FFF2-40B4-BE49-F238E27FC236}">
                    <a16:creationId xmlns:a16="http://schemas.microsoft.com/office/drawing/2014/main" id="{D56BB3FF-C683-CDB6-2C65-5F4A8169AFD8}"/>
                  </a:ext>
                </a:extLst>
              </p:cNvPr>
              <p:cNvSpPr/>
              <p:nvPr/>
            </p:nvSpPr>
            <p:spPr>
              <a:xfrm>
                <a:off x="1223253" y="5195221"/>
                <a:ext cx="761267" cy="412955"/>
              </a:xfrm>
              <a:prstGeom prst="trapezoi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0890D80-ECA0-177C-747B-3527849F7E2C}"/>
                  </a:ext>
                </a:extLst>
              </p:cNvPr>
              <p:cNvSpPr/>
              <p:nvPr/>
            </p:nvSpPr>
            <p:spPr>
              <a:xfrm>
                <a:off x="1356851" y="5195221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E4488CD-A79B-1F90-D3C8-A98A452A23B7}"/>
                  </a:ext>
                </a:extLst>
              </p:cNvPr>
              <p:cNvSpPr/>
              <p:nvPr/>
            </p:nvSpPr>
            <p:spPr>
              <a:xfrm>
                <a:off x="1452716" y="5291085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1576A90-9D8B-1A7D-0F3E-1FF8961FB10E}"/>
                  </a:ext>
                </a:extLst>
              </p:cNvPr>
              <p:cNvSpPr/>
              <p:nvPr/>
            </p:nvSpPr>
            <p:spPr>
              <a:xfrm>
                <a:off x="1297858" y="5404794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F8ED01A-C11D-9863-517A-C1F627D0779A}"/>
                  </a:ext>
                </a:extLst>
              </p:cNvPr>
              <p:cNvSpPr/>
              <p:nvPr/>
            </p:nvSpPr>
            <p:spPr>
              <a:xfrm>
                <a:off x="1644446" y="5246738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DAB5659-9B89-7BB6-3937-78E890497A02}"/>
                  </a:ext>
                </a:extLst>
              </p:cNvPr>
              <p:cNvSpPr/>
              <p:nvPr/>
            </p:nvSpPr>
            <p:spPr>
              <a:xfrm>
                <a:off x="1719049" y="532805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C1C29DD-432D-EB6E-D837-9B9FFD793104}"/>
                  </a:ext>
                </a:extLst>
              </p:cNvPr>
              <p:cNvSpPr/>
              <p:nvPr/>
            </p:nvSpPr>
            <p:spPr>
              <a:xfrm>
                <a:off x="1437966" y="5423923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557ACD9-DD5D-30DA-151B-807C32F440CC}"/>
                  </a:ext>
                </a:extLst>
              </p:cNvPr>
              <p:cNvSpPr/>
              <p:nvPr/>
            </p:nvSpPr>
            <p:spPr>
              <a:xfrm>
                <a:off x="1538381" y="520617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896" name="Rectangle 80895">
                <a:extLst>
                  <a:ext uri="{FF2B5EF4-FFF2-40B4-BE49-F238E27FC236}">
                    <a16:creationId xmlns:a16="http://schemas.microsoft.com/office/drawing/2014/main" id="{59CCB7B8-5876-A986-9AB9-F81E07764623}"/>
                  </a:ext>
                </a:extLst>
              </p:cNvPr>
              <p:cNvSpPr/>
              <p:nvPr/>
            </p:nvSpPr>
            <p:spPr>
              <a:xfrm>
                <a:off x="1615378" y="5423820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899" name="Rectangle 80898">
                <a:extLst>
                  <a:ext uri="{FF2B5EF4-FFF2-40B4-BE49-F238E27FC236}">
                    <a16:creationId xmlns:a16="http://schemas.microsoft.com/office/drawing/2014/main" id="{D51B6A2D-8854-6CE5-C2DA-899E6E0D50DF}"/>
                  </a:ext>
                </a:extLst>
              </p:cNvPr>
              <p:cNvSpPr/>
              <p:nvPr/>
            </p:nvSpPr>
            <p:spPr>
              <a:xfrm>
                <a:off x="1282248" y="5297767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00" name="Rectangle 80899">
                <a:extLst>
                  <a:ext uri="{FF2B5EF4-FFF2-40B4-BE49-F238E27FC236}">
                    <a16:creationId xmlns:a16="http://schemas.microsoft.com/office/drawing/2014/main" id="{0CB339B3-512C-C7A5-2529-099D7BC15D57}"/>
                  </a:ext>
                </a:extLst>
              </p:cNvPr>
              <p:cNvSpPr/>
              <p:nvPr/>
            </p:nvSpPr>
            <p:spPr>
              <a:xfrm>
                <a:off x="1750511" y="5198806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01" name="Rectangle 80900">
                <a:extLst>
                  <a:ext uri="{FF2B5EF4-FFF2-40B4-BE49-F238E27FC236}">
                    <a16:creationId xmlns:a16="http://schemas.microsoft.com/office/drawing/2014/main" id="{B46716C3-DC29-B902-1EA4-ABDB0DABE8A2}"/>
                  </a:ext>
                </a:extLst>
              </p:cNvPr>
              <p:cNvSpPr/>
              <p:nvPr/>
            </p:nvSpPr>
            <p:spPr>
              <a:xfrm>
                <a:off x="1844626" y="5452726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02" name="Rectangle 80901">
                <a:extLst>
                  <a:ext uri="{FF2B5EF4-FFF2-40B4-BE49-F238E27FC236}">
                    <a16:creationId xmlns:a16="http://schemas.microsoft.com/office/drawing/2014/main" id="{E5F9598A-BD41-F741-1123-E1DB5E3D0D46}"/>
                  </a:ext>
                </a:extLst>
              </p:cNvPr>
              <p:cNvSpPr/>
              <p:nvPr/>
            </p:nvSpPr>
            <p:spPr>
              <a:xfrm>
                <a:off x="1327353" y="5512310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03" name="Rectangle 80902">
                <a:extLst>
                  <a:ext uri="{FF2B5EF4-FFF2-40B4-BE49-F238E27FC236}">
                    <a16:creationId xmlns:a16="http://schemas.microsoft.com/office/drawing/2014/main" id="{242773DD-68F4-77AD-518B-E38D7A300A01}"/>
                  </a:ext>
                </a:extLst>
              </p:cNvPr>
              <p:cNvSpPr/>
              <p:nvPr/>
            </p:nvSpPr>
            <p:spPr>
              <a:xfrm>
                <a:off x="1711458" y="5506885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80905" name="Straight Connector 80904">
              <a:extLst>
                <a:ext uri="{FF2B5EF4-FFF2-40B4-BE49-F238E27FC236}">
                  <a16:creationId xmlns:a16="http://schemas.microsoft.com/office/drawing/2014/main" id="{AEB998DB-1ECA-8EEF-41CB-FE6870865658}"/>
                </a:ext>
              </a:extLst>
            </p:cNvPr>
            <p:cNvCxnSpPr/>
            <p:nvPr/>
          </p:nvCxnSpPr>
          <p:spPr>
            <a:xfrm>
              <a:off x="8900651" y="5571302"/>
              <a:ext cx="16223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907" name="Group 80906">
            <a:extLst>
              <a:ext uri="{FF2B5EF4-FFF2-40B4-BE49-F238E27FC236}">
                <a16:creationId xmlns:a16="http://schemas.microsoft.com/office/drawing/2014/main" id="{878113B7-F102-F0C8-E751-B34BD38FCF82}"/>
              </a:ext>
            </a:extLst>
          </p:cNvPr>
          <p:cNvGrpSpPr/>
          <p:nvPr/>
        </p:nvGrpSpPr>
        <p:grpSpPr>
          <a:xfrm>
            <a:off x="8758824" y="4743212"/>
            <a:ext cx="400664" cy="597767"/>
            <a:chOff x="8610600" y="5062538"/>
            <a:chExt cx="761267" cy="1080421"/>
          </a:xfrm>
        </p:grpSpPr>
        <p:grpSp>
          <p:nvGrpSpPr>
            <p:cNvPr id="80908" name="Group 80907">
              <a:extLst>
                <a:ext uri="{FF2B5EF4-FFF2-40B4-BE49-F238E27FC236}">
                  <a16:creationId xmlns:a16="http://schemas.microsoft.com/office/drawing/2014/main" id="{C3023185-20DC-B0F1-A0EF-C72F7212E68C}"/>
                </a:ext>
              </a:extLst>
            </p:cNvPr>
            <p:cNvGrpSpPr/>
            <p:nvPr/>
          </p:nvGrpSpPr>
          <p:grpSpPr>
            <a:xfrm>
              <a:off x="8610600" y="5062538"/>
              <a:ext cx="761267" cy="1080421"/>
              <a:chOff x="1223253" y="4527755"/>
              <a:chExt cx="761267" cy="1080421"/>
            </a:xfrm>
          </p:grpSpPr>
          <p:sp>
            <p:nvSpPr>
              <p:cNvPr id="80910" name="Oval 80909">
                <a:extLst>
                  <a:ext uri="{FF2B5EF4-FFF2-40B4-BE49-F238E27FC236}">
                    <a16:creationId xmlns:a16="http://schemas.microsoft.com/office/drawing/2014/main" id="{3E11B683-A8D5-17F5-8230-2536030EFB1F}"/>
                  </a:ext>
                </a:extLst>
              </p:cNvPr>
              <p:cNvSpPr/>
              <p:nvPr/>
            </p:nvSpPr>
            <p:spPr>
              <a:xfrm>
                <a:off x="1297858" y="4527755"/>
                <a:ext cx="612058" cy="656303"/>
              </a:xfrm>
              <a:prstGeom prst="ellipse">
                <a:avLst/>
              </a:prstGeom>
              <a:solidFill>
                <a:srgbClr val="FDE0AD"/>
              </a:solidFill>
              <a:ln>
                <a:solidFill>
                  <a:srgbClr val="FDE0A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0911" name="Trapezoid 80910">
                <a:extLst>
                  <a:ext uri="{FF2B5EF4-FFF2-40B4-BE49-F238E27FC236}">
                    <a16:creationId xmlns:a16="http://schemas.microsoft.com/office/drawing/2014/main" id="{456AC379-E3CB-D209-0F16-92CDAB6323E9}"/>
                  </a:ext>
                </a:extLst>
              </p:cNvPr>
              <p:cNvSpPr/>
              <p:nvPr/>
            </p:nvSpPr>
            <p:spPr>
              <a:xfrm>
                <a:off x="1223253" y="5195221"/>
                <a:ext cx="761267" cy="412955"/>
              </a:xfrm>
              <a:prstGeom prst="trapezoi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2" name="Rectangle 80911">
                <a:extLst>
                  <a:ext uri="{FF2B5EF4-FFF2-40B4-BE49-F238E27FC236}">
                    <a16:creationId xmlns:a16="http://schemas.microsoft.com/office/drawing/2014/main" id="{3876CF6C-F578-CEB0-3B7E-17A623AF71B5}"/>
                  </a:ext>
                </a:extLst>
              </p:cNvPr>
              <p:cNvSpPr/>
              <p:nvPr/>
            </p:nvSpPr>
            <p:spPr>
              <a:xfrm>
                <a:off x="1356851" y="5195221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3" name="Rectangle 80912">
                <a:extLst>
                  <a:ext uri="{FF2B5EF4-FFF2-40B4-BE49-F238E27FC236}">
                    <a16:creationId xmlns:a16="http://schemas.microsoft.com/office/drawing/2014/main" id="{F417FE09-F32D-4BA1-FC6F-CCDD5A62AAAF}"/>
                  </a:ext>
                </a:extLst>
              </p:cNvPr>
              <p:cNvSpPr/>
              <p:nvPr/>
            </p:nvSpPr>
            <p:spPr>
              <a:xfrm>
                <a:off x="1452716" y="5291085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4" name="Rectangle 80913">
                <a:extLst>
                  <a:ext uri="{FF2B5EF4-FFF2-40B4-BE49-F238E27FC236}">
                    <a16:creationId xmlns:a16="http://schemas.microsoft.com/office/drawing/2014/main" id="{45192F10-E26E-8E48-D14A-4C2AEA0B6CBF}"/>
                  </a:ext>
                </a:extLst>
              </p:cNvPr>
              <p:cNvSpPr/>
              <p:nvPr/>
            </p:nvSpPr>
            <p:spPr>
              <a:xfrm>
                <a:off x="1297858" y="5404794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5" name="Rectangle 80914">
                <a:extLst>
                  <a:ext uri="{FF2B5EF4-FFF2-40B4-BE49-F238E27FC236}">
                    <a16:creationId xmlns:a16="http://schemas.microsoft.com/office/drawing/2014/main" id="{5F438A83-339A-5AC5-C980-FACB492B6253}"/>
                  </a:ext>
                </a:extLst>
              </p:cNvPr>
              <p:cNvSpPr/>
              <p:nvPr/>
            </p:nvSpPr>
            <p:spPr>
              <a:xfrm>
                <a:off x="1644446" y="5246738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6" name="Rectangle 80915">
                <a:extLst>
                  <a:ext uri="{FF2B5EF4-FFF2-40B4-BE49-F238E27FC236}">
                    <a16:creationId xmlns:a16="http://schemas.microsoft.com/office/drawing/2014/main" id="{F3A26CF0-D8F1-0E4C-4245-A773BF9BF364}"/>
                  </a:ext>
                </a:extLst>
              </p:cNvPr>
              <p:cNvSpPr/>
              <p:nvPr/>
            </p:nvSpPr>
            <p:spPr>
              <a:xfrm>
                <a:off x="1719049" y="532805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7" name="Rectangle 80916">
                <a:extLst>
                  <a:ext uri="{FF2B5EF4-FFF2-40B4-BE49-F238E27FC236}">
                    <a16:creationId xmlns:a16="http://schemas.microsoft.com/office/drawing/2014/main" id="{2C515F29-61D5-A217-B995-507258BA212C}"/>
                  </a:ext>
                </a:extLst>
              </p:cNvPr>
              <p:cNvSpPr/>
              <p:nvPr/>
            </p:nvSpPr>
            <p:spPr>
              <a:xfrm>
                <a:off x="1437966" y="5423923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8" name="Rectangle 80917">
                <a:extLst>
                  <a:ext uri="{FF2B5EF4-FFF2-40B4-BE49-F238E27FC236}">
                    <a16:creationId xmlns:a16="http://schemas.microsoft.com/office/drawing/2014/main" id="{1832F668-2C0C-43F1-2325-BCA6D67E7D3E}"/>
                  </a:ext>
                </a:extLst>
              </p:cNvPr>
              <p:cNvSpPr/>
              <p:nvPr/>
            </p:nvSpPr>
            <p:spPr>
              <a:xfrm>
                <a:off x="1538381" y="520617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19" name="Rectangle 80918">
                <a:extLst>
                  <a:ext uri="{FF2B5EF4-FFF2-40B4-BE49-F238E27FC236}">
                    <a16:creationId xmlns:a16="http://schemas.microsoft.com/office/drawing/2014/main" id="{8FC7D3F1-7A05-AA5E-E171-0DDECEE97C87}"/>
                  </a:ext>
                </a:extLst>
              </p:cNvPr>
              <p:cNvSpPr/>
              <p:nvPr/>
            </p:nvSpPr>
            <p:spPr>
              <a:xfrm>
                <a:off x="1615378" y="5423820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20" name="Rectangle 80919">
                <a:extLst>
                  <a:ext uri="{FF2B5EF4-FFF2-40B4-BE49-F238E27FC236}">
                    <a16:creationId xmlns:a16="http://schemas.microsoft.com/office/drawing/2014/main" id="{51A18D65-0266-9121-60BC-163156A5198E}"/>
                  </a:ext>
                </a:extLst>
              </p:cNvPr>
              <p:cNvSpPr/>
              <p:nvPr/>
            </p:nvSpPr>
            <p:spPr>
              <a:xfrm>
                <a:off x="1282248" y="5297767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21" name="Rectangle 80920">
                <a:extLst>
                  <a:ext uri="{FF2B5EF4-FFF2-40B4-BE49-F238E27FC236}">
                    <a16:creationId xmlns:a16="http://schemas.microsoft.com/office/drawing/2014/main" id="{C0086D3B-219A-00BD-3863-0AFC993885AE}"/>
                  </a:ext>
                </a:extLst>
              </p:cNvPr>
              <p:cNvSpPr/>
              <p:nvPr/>
            </p:nvSpPr>
            <p:spPr>
              <a:xfrm>
                <a:off x="1750511" y="5198806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22" name="Rectangle 80921">
                <a:extLst>
                  <a:ext uri="{FF2B5EF4-FFF2-40B4-BE49-F238E27FC236}">
                    <a16:creationId xmlns:a16="http://schemas.microsoft.com/office/drawing/2014/main" id="{EF2D699E-86B8-CDEE-81D7-8EB779AFDEEF}"/>
                  </a:ext>
                </a:extLst>
              </p:cNvPr>
              <p:cNvSpPr/>
              <p:nvPr/>
            </p:nvSpPr>
            <p:spPr>
              <a:xfrm>
                <a:off x="1844626" y="5452726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23" name="Rectangle 80922">
                <a:extLst>
                  <a:ext uri="{FF2B5EF4-FFF2-40B4-BE49-F238E27FC236}">
                    <a16:creationId xmlns:a16="http://schemas.microsoft.com/office/drawing/2014/main" id="{32D2A70E-B8E3-E9F0-EAA8-44E1E2D67B92}"/>
                  </a:ext>
                </a:extLst>
              </p:cNvPr>
              <p:cNvSpPr/>
              <p:nvPr/>
            </p:nvSpPr>
            <p:spPr>
              <a:xfrm>
                <a:off x="1327353" y="5512310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24" name="Rectangle 80923">
                <a:extLst>
                  <a:ext uri="{FF2B5EF4-FFF2-40B4-BE49-F238E27FC236}">
                    <a16:creationId xmlns:a16="http://schemas.microsoft.com/office/drawing/2014/main" id="{CC9F69AE-9AE8-B2BF-ED14-A2FB926E1023}"/>
                  </a:ext>
                </a:extLst>
              </p:cNvPr>
              <p:cNvSpPr/>
              <p:nvPr/>
            </p:nvSpPr>
            <p:spPr>
              <a:xfrm>
                <a:off x="1711458" y="5506885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80909" name="Straight Connector 80908">
              <a:extLst>
                <a:ext uri="{FF2B5EF4-FFF2-40B4-BE49-F238E27FC236}">
                  <a16:creationId xmlns:a16="http://schemas.microsoft.com/office/drawing/2014/main" id="{F76C3965-C343-9A66-C638-73C573C8C5B8}"/>
                </a:ext>
              </a:extLst>
            </p:cNvPr>
            <p:cNvCxnSpPr/>
            <p:nvPr/>
          </p:nvCxnSpPr>
          <p:spPr>
            <a:xfrm>
              <a:off x="8900651" y="5571302"/>
              <a:ext cx="16223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925" name="Group 80924">
            <a:extLst>
              <a:ext uri="{FF2B5EF4-FFF2-40B4-BE49-F238E27FC236}">
                <a16:creationId xmlns:a16="http://schemas.microsoft.com/office/drawing/2014/main" id="{EBEFE6D9-FF04-5CE9-2199-AF89B489406D}"/>
              </a:ext>
            </a:extLst>
          </p:cNvPr>
          <p:cNvGrpSpPr/>
          <p:nvPr/>
        </p:nvGrpSpPr>
        <p:grpSpPr>
          <a:xfrm>
            <a:off x="8888795" y="5517148"/>
            <a:ext cx="400664" cy="597767"/>
            <a:chOff x="8610600" y="5062538"/>
            <a:chExt cx="761267" cy="1080421"/>
          </a:xfrm>
        </p:grpSpPr>
        <p:grpSp>
          <p:nvGrpSpPr>
            <p:cNvPr id="80926" name="Group 80925">
              <a:extLst>
                <a:ext uri="{FF2B5EF4-FFF2-40B4-BE49-F238E27FC236}">
                  <a16:creationId xmlns:a16="http://schemas.microsoft.com/office/drawing/2014/main" id="{F3E28937-99B5-562E-FAFD-2F6E7DC13F58}"/>
                </a:ext>
              </a:extLst>
            </p:cNvPr>
            <p:cNvGrpSpPr/>
            <p:nvPr/>
          </p:nvGrpSpPr>
          <p:grpSpPr>
            <a:xfrm>
              <a:off x="8610600" y="5062538"/>
              <a:ext cx="761267" cy="1080421"/>
              <a:chOff x="1223253" y="4527755"/>
              <a:chExt cx="761267" cy="1080421"/>
            </a:xfrm>
          </p:grpSpPr>
          <p:sp>
            <p:nvSpPr>
              <p:cNvPr id="80928" name="Oval 80927">
                <a:extLst>
                  <a:ext uri="{FF2B5EF4-FFF2-40B4-BE49-F238E27FC236}">
                    <a16:creationId xmlns:a16="http://schemas.microsoft.com/office/drawing/2014/main" id="{38D76BDE-15BF-BF46-9252-015D8CD2A41B}"/>
                  </a:ext>
                </a:extLst>
              </p:cNvPr>
              <p:cNvSpPr/>
              <p:nvPr/>
            </p:nvSpPr>
            <p:spPr>
              <a:xfrm>
                <a:off x="1297858" y="4527755"/>
                <a:ext cx="612058" cy="656303"/>
              </a:xfrm>
              <a:prstGeom prst="ellipse">
                <a:avLst/>
              </a:prstGeom>
              <a:solidFill>
                <a:srgbClr val="FDE0AD"/>
              </a:solidFill>
              <a:ln>
                <a:solidFill>
                  <a:srgbClr val="FDE0A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0929" name="Trapezoid 80928">
                <a:extLst>
                  <a:ext uri="{FF2B5EF4-FFF2-40B4-BE49-F238E27FC236}">
                    <a16:creationId xmlns:a16="http://schemas.microsoft.com/office/drawing/2014/main" id="{C63DCFE1-931B-F81B-7797-18D9C64C8751}"/>
                  </a:ext>
                </a:extLst>
              </p:cNvPr>
              <p:cNvSpPr/>
              <p:nvPr/>
            </p:nvSpPr>
            <p:spPr>
              <a:xfrm>
                <a:off x="1223253" y="5195221"/>
                <a:ext cx="761267" cy="412955"/>
              </a:xfrm>
              <a:prstGeom prst="trapezoi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0" name="Rectangle 80929">
                <a:extLst>
                  <a:ext uri="{FF2B5EF4-FFF2-40B4-BE49-F238E27FC236}">
                    <a16:creationId xmlns:a16="http://schemas.microsoft.com/office/drawing/2014/main" id="{7539E4CA-5227-13AB-6A90-06C5152B0FD3}"/>
                  </a:ext>
                </a:extLst>
              </p:cNvPr>
              <p:cNvSpPr/>
              <p:nvPr/>
            </p:nvSpPr>
            <p:spPr>
              <a:xfrm>
                <a:off x="1356851" y="5195221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1" name="Rectangle 80930">
                <a:extLst>
                  <a:ext uri="{FF2B5EF4-FFF2-40B4-BE49-F238E27FC236}">
                    <a16:creationId xmlns:a16="http://schemas.microsoft.com/office/drawing/2014/main" id="{F9ABC39B-98BD-6670-FC70-C8E3B68CA356}"/>
                  </a:ext>
                </a:extLst>
              </p:cNvPr>
              <p:cNvSpPr/>
              <p:nvPr/>
            </p:nvSpPr>
            <p:spPr>
              <a:xfrm>
                <a:off x="1452716" y="5291085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2" name="Rectangle 80931">
                <a:extLst>
                  <a:ext uri="{FF2B5EF4-FFF2-40B4-BE49-F238E27FC236}">
                    <a16:creationId xmlns:a16="http://schemas.microsoft.com/office/drawing/2014/main" id="{A9FA8620-3B3B-FC36-30B9-724252A9692D}"/>
                  </a:ext>
                </a:extLst>
              </p:cNvPr>
              <p:cNvSpPr/>
              <p:nvPr/>
            </p:nvSpPr>
            <p:spPr>
              <a:xfrm>
                <a:off x="1297858" y="5404794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3" name="Rectangle 80932">
                <a:extLst>
                  <a:ext uri="{FF2B5EF4-FFF2-40B4-BE49-F238E27FC236}">
                    <a16:creationId xmlns:a16="http://schemas.microsoft.com/office/drawing/2014/main" id="{CEBB666C-93D4-D7B0-F470-181FC23728D2}"/>
                  </a:ext>
                </a:extLst>
              </p:cNvPr>
              <p:cNvSpPr/>
              <p:nvPr/>
            </p:nvSpPr>
            <p:spPr>
              <a:xfrm>
                <a:off x="1644446" y="5246738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4" name="Rectangle 80933">
                <a:extLst>
                  <a:ext uri="{FF2B5EF4-FFF2-40B4-BE49-F238E27FC236}">
                    <a16:creationId xmlns:a16="http://schemas.microsoft.com/office/drawing/2014/main" id="{FA75CEE2-2E45-3991-A7CB-6C8CBD88EED4}"/>
                  </a:ext>
                </a:extLst>
              </p:cNvPr>
              <p:cNvSpPr/>
              <p:nvPr/>
            </p:nvSpPr>
            <p:spPr>
              <a:xfrm>
                <a:off x="1719049" y="532805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5" name="Rectangle 80934">
                <a:extLst>
                  <a:ext uri="{FF2B5EF4-FFF2-40B4-BE49-F238E27FC236}">
                    <a16:creationId xmlns:a16="http://schemas.microsoft.com/office/drawing/2014/main" id="{94BCEEF0-9095-552E-D745-56703DA89FA7}"/>
                  </a:ext>
                </a:extLst>
              </p:cNvPr>
              <p:cNvSpPr/>
              <p:nvPr/>
            </p:nvSpPr>
            <p:spPr>
              <a:xfrm>
                <a:off x="1437966" y="5423923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6" name="Rectangle 80935">
                <a:extLst>
                  <a:ext uri="{FF2B5EF4-FFF2-40B4-BE49-F238E27FC236}">
                    <a16:creationId xmlns:a16="http://schemas.microsoft.com/office/drawing/2014/main" id="{2C1C0C7A-C148-C1F9-5A35-5B240230DD6F}"/>
                  </a:ext>
                </a:extLst>
              </p:cNvPr>
              <p:cNvSpPr/>
              <p:nvPr/>
            </p:nvSpPr>
            <p:spPr>
              <a:xfrm>
                <a:off x="1538381" y="520617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7" name="Rectangle 80936">
                <a:extLst>
                  <a:ext uri="{FF2B5EF4-FFF2-40B4-BE49-F238E27FC236}">
                    <a16:creationId xmlns:a16="http://schemas.microsoft.com/office/drawing/2014/main" id="{7E3B0AF3-F0C5-D404-A9FD-B18723465636}"/>
                  </a:ext>
                </a:extLst>
              </p:cNvPr>
              <p:cNvSpPr/>
              <p:nvPr/>
            </p:nvSpPr>
            <p:spPr>
              <a:xfrm>
                <a:off x="1615378" y="5423820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8" name="Rectangle 80937">
                <a:extLst>
                  <a:ext uri="{FF2B5EF4-FFF2-40B4-BE49-F238E27FC236}">
                    <a16:creationId xmlns:a16="http://schemas.microsoft.com/office/drawing/2014/main" id="{5898C20E-1EB6-32EB-0D9E-45CAC31E7EBF}"/>
                  </a:ext>
                </a:extLst>
              </p:cNvPr>
              <p:cNvSpPr/>
              <p:nvPr/>
            </p:nvSpPr>
            <p:spPr>
              <a:xfrm>
                <a:off x="1282248" y="5297767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39" name="Rectangle 80938">
                <a:extLst>
                  <a:ext uri="{FF2B5EF4-FFF2-40B4-BE49-F238E27FC236}">
                    <a16:creationId xmlns:a16="http://schemas.microsoft.com/office/drawing/2014/main" id="{BB288350-1F2B-DF7A-8ACC-CB979658359A}"/>
                  </a:ext>
                </a:extLst>
              </p:cNvPr>
              <p:cNvSpPr/>
              <p:nvPr/>
            </p:nvSpPr>
            <p:spPr>
              <a:xfrm>
                <a:off x="1750511" y="5198806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40" name="Rectangle 80939">
                <a:extLst>
                  <a:ext uri="{FF2B5EF4-FFF2-40B4-BE49-F238E27FC236}">
                    <a16:creationId xmlns:a16="http://schemas.microsoft.com/office/drawing/2014/main" id="{B634CAC7-81EB-A8B5-E634-128E6CCDAA39}"/>
                  </a:ext>
                </a:extLst>
              </p:cNvPr>
              <p:cNvSpPr/>
              <p:nvPr/>
            </p:nvSpPr>
            <p:spPr>
              <a:xfrm>
                <a:off x="1844626" y="5452726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41" name="Rectangle 80940">
                <a:extLst>
                  <a:ext uri="{FF2B5EF4-FFF2-40B4-BE49-F238E27FC236}">
                    <a16:creationId xmlns:a16="http://schemas.microsoft.com/office/drawing/2014/main" id="{DF038FFE-3512-484B-D5CD-04760AAF96DE}"/>
                  </a:ext>
                </a:extLst>
              </p:cNvPr>
              <p:cNvSpPr/>
              <p:nvPr/>
            </p:nvSpPr>
            <p:spPr>
              <a:xfrm>
                <a:off x="1327353" y="5512310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42" name="Rectangle 80941">
                <a:extLst>
                  <a:ext uri="{FF2B5EF4-FFF2-40B4-BE49-F238E27FC236}">
                    <a16:creationId xmlns:a16="http://schemas.microsoft.com/office/drawing/2014/main" id="{F8696984-6C1C-6BC6-1F78-F28E302CFE10}"/>
                  </a:ext>
                </a:extLst>
              </p:cNvPr>
              <p:cNvSpPr/>
              <p:nvPr/>
            </p:nvSpPr>
            <p:spPr>
              <a:xfrm>
                <a:off x="1711458" y="5506885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80927" name="Straight Connector 80926">
              <a:extLst>
                <a:ext uri="{FF2B5EF4-FFF2-40B4-BE49-F238E27FC236}">
                  <a16:creationId xmlns:a16="http://schemas.microsoft.com/office/drawing/2014/main" id="{765BB093-F827-28EF-C44A-4795D06D3886}"/>
                </a:ext>
              </a:extLst>
            </p:cNvPr>
            <p:cNvCxnSpPr/>
            <p:nvPr/>
          </p:nvCxnSpPr>
          <p:spPr>
            <a:xfrm>
              <a:off x="8900651" y="5571302"/>
              <a:ext cx="16223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943" name="Group 80942">
            <a:extLst>
              <a:ext uri="{FF2B5EF4-FFF2-40B4-BE49-F238E27FC236}">
                <a16:creationId xmlns:a16="http://schemas.microsoft.com/office/drawing/2014/main" id="{2A5F36BF-7959-D2C4-33C4-8D4253B65116}"/>
              </a:ext>
            </a:extLst>
          </p:cNvPr>
          <p:cNvGrpSpPr/>
          <p:nvPr/>
        </p:nvGrpSpPr>
        <p:grpSpPr>
          <a:xfrm>
            <a:off x="9456075" y="5076216"/>
            <a:ext cx="400664" cy="597767"/>
            <a:chOff x="8610600" y="5062538"/>
            <a:chExt cx="761267" cy="1080421"/>
          </a:xfrm>
        </p:grpSpPr>
        <p:grpSp>
          <p:nvGrpSpPr>
            <p:cNvPr id="80944" name="Group 80943">
              <a:extLst>
                <a:ext uri="{FF2B5EF4-FFF2-40B4-BE49-F238E27FC236}">
                  <a16:creationId xmlns:a16="http://schemas.microsoft.com/office/drawing/2014/main" id="{11483733-63B5-7110-F0C4-5D68E7763C5B}"/>
                </a:ext>
              </a:extLst>
            </p:cNvPr>
            <p:cNvGrpSpPr/>
            <p:nvPr/>
          </p:nvGrpSpPr>
          <p:grpSpPr>
            <a:xfrm>
              <a:off x="8610600" y="5062538"/>
              <a:ext cx="761267" cy="1080421"/>
              <a:chOff x="1223253" y="4527755"/>
              <a:chExt cx="761267" cy="1080421"/>
            </a:xfrm>
          </p:grpSpPr>
          <p:sp>
            <p:nvSpPr>
              <p:cNvPr id="80946" name="Oval 80945">
                <a:extLst>
                  <a:ext uri="{FF2B5EF4-FFF2-40B4-BE49-F238E27FC236}">
                    <a16:creationId xmlns:a16="http://schemas.microsoft.com/office/drawing/2014/main" id="{0F5A49B4-9F78-F2F3-C7B6-9C2F21DDFB85}"/>
                  </a:ext>
                </a:extLst>
              </p:cNvPr>
              <p:cNvSpPr/>
              <p:nvPr/>
            </p:nvSpPr>
            <p:spPr>
              <a:xfrm>
                <a:off x="1297858" y="4527755"/>
                <a:ext cx="612058" cy="656303"/>
              </a:xfrm>
              <a:prstGeom prst="ellipse">
                <a:avLst/>
              </a:prstGeom>
              <a:solidFill>
                <a:srgbClr val="FDE0AD"/>
              </a:solidFill>
              <a:ln>
                <a:solidFill>
                  <a:srgbClr val="FDE0A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0947" name="Trapezoid 80946">
                <a:extLst>
                  <a:ext uri="{FF2B5EF4-FFF2-40B4-BE49-F238E27FC236}">
                    <a16:creationId xmlns:a16="http://schemas.microsoft.com/office/drawing/2014/main" id="{F7121492-D8FB-2348-6154-8FFBB7EC2388}"/>
                  </a:ext>
                </a:extLst>
              </p:cNvPr>
              <p:cNvSpPr/>
              <p:nvPr/>
            </p:nvSpPr>
            <p:spPr>
              <a:xfrm>
                <a:off x="1223253" y="5195221"/>
                <a:ext cx="761267" cy="412955"/>
              </a:xfrm>
              <a:prstGeom prst="trapezoi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48" name="Rectangle 80947">
                <a:extLst>
                  <a:ext uri="{FF2B5EF4-FFF2-40B4-BE49-F238E27FC236}">
                    <a16:creationId xmlns:a16="http://schemas.microsoft.com/office/drawing/2014/main" id="{DDE79D89-3D0F-9013-99E8-D8D4366371F2}"/>
                  </a:ext>
                </a:extLst>
              </p:cNvPr>
              <p:cNvSpPr/>
              <p:nvPr/>
            </p:nvSpPr>
            <p:spPr>
              <a:xfrm>
                <a:off x="1356851" y="5195221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49" name="Rectangle 80948">
                <a:extLst>
                  <a:ext uri="{FF2B5EF4-FFF2-40B4-BE49-F238E27FC236}">
                    <a16:creationId xmlns:a16="http://schemas.microsoft.com/office/drawing/2014/main" id="{F61B2B9F-A850-FFAD-BF2D-B7D7BFF1FA4F}"/>
                  </a:ext>
                </a:extLst>
              </p:cNvPr>
              <p:cNvSpPr/>
              <p:nvPr/>
            </p:nvSpPr>
            <p:spPr>
              <a:xfrm>
                <a:off x="1452716" y="5291085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0" name="Rectangle 80949">
                <a:extLst>
                  <a:ext uri="{FF2B5EF4-FFF2-40B4-BE49-F238E27FC236}">
                    <a16:creationId xmlns:a16="http://schemas.microsoft.com/office/drawing/2014/main" id="{AF09296B-F72A-F82E-7D9D-3BE02E79E5FA}"/>
                  </a:ext>
                </a:extLst>
              </p:cNvPr>
              <p:cNvSpPr/>
              <p:nvPr/>
            </p:nvSpPr>
            <p:spPr>
              <a:xfrm>
                <a:off x="1297858" y="5404794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1" name="Rectangle 80950">
                <a:extLst>
                  <a:ext uri="{FF2B5EF4-FFF2-40B4-BE49-F238E27FC236}">
                    <a16:creationId xmlns:a16="http://schemas.microsoft.com/office/drawing/2014/main" id="{5E33C3C6-DDA1-B184-43D8-0F79591B30CB}"/>
                  </a:ext>
                </a:extLst>
              </p:cNvPr>
              <p:cNvSpPr/>
              <p:nvPr/>
            </p:nvSpPr>
            <p:spPr>
              <a:xfrm>
                <a:off x="1644446" y="5246738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2" name="Rectangle 80951">
                <a:extLst>
                  <a:ext uri="{FF2B5EF4-FFF2-40B4-BE49-F238E27FC236}">
                    <a16:creationId xmlns:a16="http://schemas.microsoft.com/office/drawing/2014/main" id="{EC833880-A3FB-B0BC-862B-C50070A057F2}"/>
                  </a:ext>
                </a:extLst>
              </p:cNvPr>
              <p:cNvSpPr/>
              <p:nvPr/>
            </p:nvSpPr>
            <p:spPr>
              <a:xfrm>
                <a:off x="1719049" y="532805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3" name="Rectangle 80952">
                <a:extLst>
                  <a:ext uri="{FF2B5EF4-FFF2-40B4-BE49-F238E27FC236}">
                    <a16:creationId xmlns:a16="http://schemas.microsoft.com/office/drawing/2014/main" id="{3820F5A9-F277-BCC1-58C2-6B65F35F6B59}"/>
                  </a:ext>
                </a:extLst>
              </p:cNvPr>
              <p:cNvSpPr/>
              <p:nvPr/>
            </p:nvSpPr>
            <p:spPr>
              <a:xfrm>
                <a:off x="1437966" y="5423923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4" name="Rectangle 80953">
                <a:extLst>
                  <a:ext uri="{FF2B5EF4-FFF2-40B4-BE49-F238E27FC236}">
                    <a16:creationId xmlns:a16="http://schemas.microsoft.com/office/drawing/2014/main" id="{BF983296-8921-4941-D902-430AAB2611DC}"/>
                  </a:ext>
                </a:extLst>
              </p:cNvPr>
              <p:cNvSpPr/>
              <p:nvPr/>
            </p:nvSpPr>
            <p:spPr>
              <a:xfrm>
                <a:off x="1538381" y="520617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5" name="Rectangle 80954">
                <a:extLst>
                  <a:ext uri="{FF2B5EF4-FFF2-40B4-BE49-F238E27FC236}">
                    <a16:creationId xmlns:a16="http://schemas.microsoft.com/office/drawing/2014/main" id="{67DCF5F4-0E17-AE21-314E-1084B0AB841B}"/>
                  </a:ext>
                </a:extLst>
              </p:cNvPr>
              <p:cNvSpPr/>
              <p:nvPr/>
            </p:nvSpPr>
            <p:spPr>
              <a:xfrm>
                <a:off x="1615378" y="5423820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6" name="Rectangle 80955">
                <a:extLst>
                  <a:ext uri="{FF2B5EF4-FFF2-40B4-BE49-F238E27FC236}">
                    <a16:creationId xmlns:a16="http://schemas.microsoft.com/office/drawing/2014/main" id="{4D39C9E7-EE6F-AD27-C1DE-08A9FE6CB446}"/>
                  </a:ext>
                </a:extLst>
              </p:cNvPr>
              <p:cNvSpPr/>
              <p:nvPr/>
            </p:nvSpPr>
            <p:spPr>
              <a:xfrm>
                <a:off x="1282248" y="5297767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7" name="Rectangle 80956">
                <a:extLst>
                  <a:ext uri="{FF2B5EF4-FFF2-40B4-BE49-F238E27FC236}">
                    <a16:creationId xmlns:a16="http://schemas.microsoft.com/office/drawing/2014/main" id="{D14DD5BA-31BF-D588-A55D-A76889F56D98}"/>
                  </a:ext>
                </a:extLst>
              </p:cNvPr>
              <p:cNvSpPr/>
              <p:nvPr/>
            </p:nvSpPr>
            <p:spPr>
              <a:xfrm>
                <a:off x="1750511" y="5198806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8" name="Rectangle 80957">
                <a:extLst>
                  <a:ext uri="{FF2B5EF4-FFF2-40B4-BE49-F238E27FC236}">
                    <a16:creationId xmlns:a16="http://schemas.microsoft.com/office/drawing/2014/main" id="{68D585AD-85E2-5AD2-D893-482738481C2B}"/>
                  </a:ext>
                </a:extLst>
              </p:cNvPr>
              <p:cNvSpPr/>
              <p:nvPr/>
            </p:nvSpPr>
            <p:spPr>
              <a:xfrm>
                <a:off x="1844626" y="5452726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59" name="Rectangle 80958">
                <a:extLst>
                  <a:ext uri="{FF2B5EF4-FFF2-40B4-BE49-F238E27FC236}">
                    <a16:creationId xmlns:a16="http://schemas.microsoft.com/office/drawing/2014/main" id="{32F767C4-C933-76D0-D3A4-FC277120143C}"/>
                  </a:ext>
                </a:extLst>
              </p:cNvPr>
              <p:cNvSpPr/>
              <p:nvPr/>
            </p:nvSpPr>
            <p:spPr>
              <a:xfrm>
                <a:off x="1327353" y="5512310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60" name="Rectangle 80959">
                <a:extLst>
                  <a:ext uri="{FF2B5EF4-FFF2-40B4-BE49-F238E27FC236}">
                    <a16:creationId xmlns:a16="http://schemas.microsoft.com/office/drawing/2014/main" id="{03E3E7FD-7A60-5523-F3BB-9F1AE2F4A278}"/>
                  </a:ext>
                </a:extLst>
              </p:cNvPr>
              <p:cNvSpPr/>
              <p:nvPr/>
            </p:nvSpPr>
            <p:spPr>
              <a:xfrm>
                <a:off x="1711458" y="5506885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80945" name="Straight Connector 80944">
              <a:extLst>
                <a:ext uri="{FF2B5EF4-FFF2-40B4-BE49-F238E27FC236}">
                  <a16:creationId xmlns:a16="http://schemas.microsoft.com/office/drawing/2014/main" id="{1834348C-CD93-02CE-34E2-7FCAE303AD2D}"/>
                </a:ext>
              </a:extLst>
            </p:cNvPr>
            <p:cNvCxnSpPr/>
            <p:nvPr/>
          </p:nvCxnSpPr>
          <p:spPr>
            <a:xfrm>
              <a:off x="8900651" y="5571302"/>
              <a:ext cx="16223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961" name="Group 80960">
            <a:extLst>
              <a:ext uri="{FF2B5EF4-FFF2-40B4-BE49-F238E27FC236}">
                <a16:creationId xmlns:a16="http://schemas.microsoft.com/office/drawing/2014/main" id="{ABB20626-0606-FEAF-633B-0FBE95DEFEE9}"/>
              </a:ext>
            </a:extLst>
          </p:cNvPr>
          <p:cNvGrpSpPr/>
          <p:nvPr/>
        </p:nvGrpSpPr>
        <p:grpSpPr>
          <a:xfrm>
            <a:off x="9302317" y="4342206"/>
            <a:ext cx="400664" cy="597767"/>
            <a:chOff x="8610600" y="5062538"/>
            <a:chExt cx="761267" cy="1080421"/>
          </a:xfrm>
        </p:grpSpPr>
        <p:grpSp>
          <p:nvGrpSpPr>
            <p:cNvPr id="80962" name="Group 80961">
              <a:extLst>
                <a:ext uri="{FF2B5EF4-FFF2-40B4-BE49-F238E27FC236}">
                  <a16:creationId xmlns:a16="http://schemas.microsoft.com/office/drawing/2014/main" id="{49127C01-3D25-57C4-37F2-D97993301939}"/>
                </a:ext>
              </a:extLst>
            </p:cNvPr>
            <p:cNvGrpSpPr/>
            <p:nvPr/>
          </p:nvGrpSpPr>
          <p:grpSpPr>
            <a:xfrm>
              <a:off x="8610600" y="5062538"/>
              <a:ext cx="761267" cy="1080421"/>
              <a:chOff x="1223253" y="4527755"/>
              <a:chExt cx="761267" cy="1080421"/>
            </a:xfrm>
          </p:grpSpPr>
          <p:sp>
            <p:nvSpPr>
              <p:cNvPr id="80964" name="Oval 80963">
                <a:extLst>
                  <a:ext uri="{FF2B5EF4-FFF2-40B4-BE49-F238E27FC236}">
                    <a16:creationId xmlns:a16="http://schemas.microsoft.com/office/drawing/2014/main" id="{3014425F-1777-65FB-D670-D6BADC1A885B}"/>
                  </a:ext>
                </a:extLst>
              </p:cNvPr>
              <p:cNvSpPr/>
              <p:nvPr/>
            </p:nvSpPr>
            <p:spPr>
              <a:xfrm>
                <a:off x="1297858" y="4527755"/>
                <a:ext cx="612058" cy="656303"/>
              </a:xfrm>
              <a:prstGeom prst="ellipse">
                <a:avLst/>
              </a:prstGeom>
              <a:solidFill>
                <a:srgbClr val="FDE0AD"/>
              </a:solidFill>
              <a:ln>
                <a:solidFill>
                  <a:srgbClr val="FDE0A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0965" name="Trapezoid 80964">
                <a:extLst>
                  <a:ext uri="{FF2B5EF4-FFF2-40B4-BE49-F238E27FC236}">
                    <a16:creationId xmlns:a16="http://schemas.microsoft.com/office/drawing/2014/main" id="{1749B3BA-B04D-897B-19D8-7FAA0638F7DB}"/>
                  </a:ext>
                </a:extLst>
              </p:cNvPr>
              <p:cNvSpPr/>
              <p:nvPr/>
            </p:nvSpPr>
            <p:spPr>
              <a:xfrm>
                <a:off x="1223253" y="5195221"/>
                <a:ext cx="761267" cy="412955"/>
              </a:xfrm>
              <a:prstGeom prst="trapezoi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66" name="Rectangle 80965">
                <a:extLst>
                  <a:ext uri="{FF2B5EF4-FFF2-40B4-BE49-F238E27FC236}">
                    <a16:creationId xmlns:a16="http://schemas.microsoft.com/office/drawing/2014/main" id="{98490C03-D12B-BC85-C7D9-87D6FFCA137E}"/>
                  </a:ext>
                </a:extLst>
              </p:cNvPr>
              <p:cNvSpPr/>
              <p:nvPr/>
            </p:nvSpPr>
            <p:spPr>
              <a:xfrm>
                <a:off x="1356851" y="5195221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67" name="Rectangle 80966">
                <a:extLst>
                  <a:ext uri="{FF2B5EF4-FFF2-40B4-BE49-F238E27FC236}">
                    <a16:creationId xmlns:a16="http://schemas.microsoft.com/office/drawing/2014/main" id="{F7D63516-5627-C49A-9F3B-9337FD66DD08}"/>
                  </a:ext>
                </a:extLst>
              </p:cNvPr>
              <p:cNvSpPr/>
              <p:nvPr/>
            </p:nvSpPr>
            <p:spPr>
              <a:xfrm>
                <a:off x="1452716" y="5291085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68" name="Rectangle 80967">
                <a:extLst>
                  <a:ext uri="{FF2B5EF4-FFF2-40B4-BE49-F238E27FC236}">
                    <a16:creationId xmlns:a16="http://schemas.microsoft.com/office/drawing/2014/main" id="{048AB997-A9BA-25DC-04AC-406A8C3CE72F}"/>
                  </a:ext>
                </a:extLst>
              </p:cNvPr>
              <p:cNvSpPr/>
              <p:nvPr/>
            </p:nvSpPr>
            <p:spPr>
              <a:xfrm>
                <a:off x="1297858" y="5404794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69" name="Rectangle 80968">
                <a:extLst>
                  <a:ext uri="{FF2B5EF4-FFF2-40B4-BE49-F238E27FC236}">
                    <a16:creationId xmlns:a16="http://schemas.microsoft.com/office/drawing/2014/main" id="{C3940B9A-CD94-CAB7-C946-A81510B55E48}"/>
                  </a:ext>
                </a:extLst>
              </p:cNvPr>
              <p:cNvSpPr/>
              <p:nvPr/>
            </p:nvSpPr>
            <p:spPr>
              <a:xfrm>
                <a:off x="1644446" y="5246738"/>
                <a:ext cx="95865" cy="958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0" name="Rectangle 80969">
                <a:extLst>
                  <a:ext uri="{FF2B5EF4-FFF2-40B4-BE49-F238E27FC236}">
                    <a16:creationId xmlns:a16="http://schemas.microsoft.com/office/drawing/2014/main" id="{89E4B2ED-DEF5-16F2-D071-426E9EAE5F8B}"/>
                  </a:ext>
                </a:extLst>
              </p:cNvPr>
              <p:cNvSpPr/>
              <p:nvPr/>
            </p:nvSpPr>
            <p:spPr>
              <a:xfrm>
                <a:off x="1719049" y="532805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1" name="Rectangle 80970">
                <a:extLst>
                  <a:ext uri="{FF2B5EF4-FFF2-40B4-BE49-F238E27FC236}">
                    <a16:creationId xmlns:a16="http://schemas.microsoft.com/office/drawing/2014/main" id="{628807E9-780A-C07D-2A97-046BC2A07CB6}"/>
                  </a:ext>
                </a:extLst>
              </p:cNvPr>
              <p:cNvSpPr/>
              <p:nvPr/>
            </p:nvSpPr>
            <p:spPr>
              <a:xfrm>
                <a:off x="1437966" y="5423923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2" name="Rectangle 80971">
                <a:extLst>
                  <a:ext uri="{FF2B5EF4-FFF2-40B4-BE49-F238E27FC236}">
                    <a16:creationId xmlns:a16="http://schemas.microsoft.com/office/drawing/2014/main" id="{687E1411-B938-DCE9-A4BE-CBF07A1FF8C4}"/>
                  </a:ext>
                </a:extLst>
              </p:cNvPr>
              <p:cNvSpPr/>
              <p:nvPr/>
            </p:nvSpPr>
            <p:spPr>
              <a:xfrm>
                <a:off x="1538381" y="5206179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3" name="Rectangle 80972">
                <a:extLst>
                  <a:ext uri="{FF2B5EF4-FFF2-40B4-BE49-F238E27FC236}">
                    <a16:creationId xmlns:a16="http://schemas.microsoft.com/office/drawing/2014/main" id="{334F9313-E9F9-9606-AE7F-3B99951DDE2F}"/>
                  </a:ext>
                </a:extLst>
              </p:cNvPr>
              <p:cNvSpPr/>
              <p:nvPr/>
            </p:nvSpPr>
            <p:spPr>
              <a:xfrm>
                <a:off x="1615378" y="5423820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4" name="Rectangle 80973">
                <a:extLst>
                  <a:ext uri="{FF2B5EF4-FFF2-40B4-BE49-F238E27FC236}">
                    <a16:creationId xmlns:a16="http://schemas.microsoft.com/office/drawing/2014/main" id="{F65B91DA-6687-3CDE-A5D6-1461F005D475}"/>
                  </a:ext>
                </a:extLst>
              </p:cNvPr>
              <p:cNvSpPr/>
              <p:nvPr/>
            </p:nvSpPr>
            <p:spPr>
              <a:xfrm>
                <a:off x="1282248" y="5297767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5" name="Rectangle 80974">
                <a:extLst>
                  <a:ext uri="{FF2B5EF4-FFF2-40B4-BE49-F238E27FC236}">
                    <a16:creationId xmlns:a16="http://schemas.microsoft.com/office/drawing/2014/main" id="{D0C0B001-0327-76F0-38F1-BFD23C746549}"/>
                  </a:ext>
                </a:extLst>
              </p:cNvPr>
              <p:cNvSpPr/>
              <p:nvPr/>
            </p:nvSpPr>
            <p:spPr>
              <a:xfrm>
                <a:off x="1750511" y="5198806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6" name="Rectangle 80975">
                <a:extLst>
                  <a:ext uri="{FF2B5EF4-FFF2-40B4-BE49-F238E27FC236}">
                    <a16:creationId xmlns:a16="http://schemas.microsoft.com/office/drawing/2014/main" id="{243E4451-8B27-3772-FB40-A6F870D0E856}"/>
                  </a:ext>
                </a:extLst>
              </p:cNvPr>
              <p:cNvSpPr/>
              <p:nvPr/>
            </p:nvSpPr>
            <p:spPr>
              <a:xfrm>
                <a:off x="1844626" y="5452726"/>
                <a:ext cx="95865" cy="95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7" name="Rectangle 80976">
                <a:extLst>
                  <a:ext uri="{FF2B5EF4-FFF2-40B4-BE49-F238E27FC236}">
                    <a16:creationId xmlns:a16="http://schemas.microsoft.com/office/drawing/2014/main" id="{39C4350F-BE74-3DC1-6919-5B6B995D8668}"/>
                  </a:ext>
                </a:extLst>
              </p:cNvPr>
              <p:cNvSpPr/>
              <p:nvPr/>
            </p:nvSpPr>
            <p:spPr>
              <a:xfrm>
                <a:off x="1327353" y="5512310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978" name="Rectangle 80977">
                <a:extLst>
                  <a:ext uri="{FF2B5EF4-FFF2-40B4-BE49-F238E27FC236}">
                    <a16:creationId xmlns:a16="http://schemas.microsoft.com/office/drawing/2014/main" id="{8B48F281-4E6E-4627-8409-5DE8654E2E18}"/>
                  </a:ext>
                </a:extLst>
              </p:cNvPr>
              <p:cNvSpPr/>
              <p:nvPr/>
            </p:nvSpPr>
            <p:spPr>
              <a:xfrm>
                <a:off x="1711458" y="5506885"/>
                <a:ext cx="95865" cy="9586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80963" name="Straight Connector 80962">
              <a:extLst>
                <a:ext uri="{FF2B5EF4-FFF2-40B4-BE49-F238E27FC236}">
                  <a16:creationId xmlns:a16="http://schemas.microsoft.com/office/drawing/2014/main" id="{8ACF84A5-7972-158B-8F6D-E1A6C126B02C}"/>
                </a:ext>
              </a:extLst>
            </p:cNvPr>
            <p:cNvCxnSpPr/>
            <p:nvPr/>
          </p:nvCxnSpPr>
          <p:spPr>
            <a:xfrm>
              <a:off x="8900651" y="5571302"/>
              <a:ext cx="16223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995" name="Group 80994">
            <a:extLst>
              <a:ext uri="{FF2B5EF4-FFF2-40B4-BE49-F238E27FC236}">
                <a16:creationId xmlns:a16="http://schemas.microsoft.com/office/drawing/2014/main" id="{71540C9E-0B1D-F2CC-B48D-9EC1AC04E959}"/>
              </a:ext>
            </a:extLst>
          </p:cNvPr>
          <p:cNvGrpSpPr/>
          <p:nvPr/>
        </p:nvGrpSpPr>
        <p:grpSpPr>
          <a:xfrm>
            <a:off x="3489235" y="4491329"/>
            <a:ext cx="761267" cy="1080421"/>
            <a:chOff x="1223253" y="4527755"/>
            <a:chExt cx="761267" cy="1080421"/>
          </a:xfrm>
        </p:grpSpPr>
        <p:sp>
          <p:nvSpPr>
            <p:cNvPr id="80996" name="Oval 80995">
              <a:extLst>
                <a:ext uri="{FF2B5EF4-FFF2-40B4-BE49-F238E27FC236}">
                  <a16:creationId xmlns:a16="http://schemas.microsoft.com/office/drawing/2014/main" id="{946C3FC9-2601-D0AA-829A-77E1DFF50A19}"/>
                </a:ext>
              </a:extLst>
            </p:cNvPr>
            <p:cNvSpPr/>
            <p:nvPr/>
          </p:nvSpPr>
          <p:spPr>
            <a:xfrm>
              <a:off x="1297858" y="4527755"/>
              <a:ext cx="612058" cy="656303"/>
            </a:xfrm>
            <a:prstGeom prst="ellipse">
              <a:avLst/>
            </a:prstGeom>
            <a:solidFill>
              <a:srgbClr val="FDE0AD"/>
            </a:solidFill>
            <a:ln>
              <a:solidFill>
                <a:srgbClr val="FDE0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0997" name="Trapezoid 80996">
              <a:extLst>
                <a:ext uri="{FF2B5EF4-FFF2-40B4-BE49-F238E27FC236}">
                  <a16:creationId xmlns:a16="http://schemas.microsoft.com/office/drawing/2014/main" id="{B9FD3FD7-4E23-E219-EABA-54B56A5AE6E7}"/>
                </a:ext>
              </a:extLst>
            </p:cNvPr>
            <p:cNvSpPr/>
            <p:nvPr/>
          </p:nvSpPr>
          <p:spPr>
            <a:xfrm>
              <a:off x="1223253" y="5195221"/>
              <a:ext cx="761267" cy="412955"/>
            </a:xfrm>
            <a:prstGeom prst="trapezoi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998" name="Rectangle 80997">
              <a:extLst>
                <a:ext uri="{FF2B5EF4-FFF2-40B4-BE49-F238E27FC236}">
                  <a16:creationId xmlns:a16="http://schemas.microsoft.com/office/drawing/2014/main" id="{0066C06D-6EED-3CA1-06EB-A461DE45503A}"/>
                </a:ext>
              </a:extLst>
            </p:cNvPr>
            <p:cNvSpPr/>
            <p:nvPr/>
          </p:nvSpPr>
          <p:spPr>
            <a:xfrm>
              <a:off x="1356851" y="5195221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999" name="Rectangle 80998">
              <a:extLst>
                <a:ext uri="{FF2B5EF4-FFF2-40B4-BE49-F238E27FC236}">
                  <a16:creationId xmlns:a16="http://schemas.microsoft.com/office/drawing/2014/main" id="{3ED05FF6-0320-A760-A7E1-7CE04A00E719}"/>
                </a:ext>
              </a:extLst>
            </p:cNvPr>
            <p:cNvSpPr/>
            <p:nvPr/>
          </p:nvSpPr>
          <p:spPr>
            <a:xfrm>
              <a:off x="1452716" y="5291085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0" name="Rectangle 80999">
              <a:extLst>
                <a:ext uri="{FF2B5EF4-FFF2-40B4-BE49-F238E27FC236}">
                  <a16:creationId xmlns:a16="http://schemas.microsoft.com/office/drawing/2014/main" id="{E45B0F3E-0E6C-CABC-2B25-52FCA2B42841}"/>
                </a:ext>
              </a:extLst>
            </p:cNvPr>
            <p:cNvSpPr/>
            <p:nvPr/>
          </p:nvSpPr>
          <p:spPr>
            <a:xfrm>
              <a:off x="1297858" y="5404794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1" name="Rectangle 81000">
              <a:extLst>
                <a:ext uri="{FF2B5EF4-FFF2-40B4-BE49-F238E27FC236}">
                  <a16:creationId xmlns:a16="http://schemas.microsoft.com/office/drawing/2014/main" id="{8A7C58A7-3302-64D4-42CD-3DB1E316CBFA}"/>
                </a:ext>
              </a:extLst>
            </p:cNvPr>
            <p:cNvSpPr/>
            <p:nvPr/>
          </p:nvSpPr>
          <p:spPr>
            <a:xfrm>
              <a:off x="1644446" y="5246738"/>
              <a:ext cx="95865" cy="9586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2" name="Rectangle 81001">
              <a:extLst>
                <a:ext uri="{FF2B5EF4-FFF2-40B4-BE49-F238E27FC236}">
                  <a16:creationId xmlns:a16="http://schemas.microsoft.com/office/drawing/2014/main" id="{D2C23508-21D4-4BD0-85D4-04ABBF8508B2}"/>
                </a:ext>
              </a:extLst>
            </p:cNvPr>
            <p:cNvSpPr/>
            <p:nvPr/>
          </p:nvSpPr>
          <p:spPr>
            <a:xfrm>
              <a:off x="1719049" y="532805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3" name="Rectangle 81002">
              <a:extLst>
                <a:ext uri="{FF2B5EF4-FFF2-40B4-BE49-F238E27FC236}">
                  <a16:creationId xmlns:a16="http://schemas.microsoft.com/office/drawing/2014/main" id="{910E1784-D12A-7632-4714-18FD2C848E2F}"/>
                </a:ext>
              </a:extLst>
            </p:cNvPr>
            <p:cNvSpPr/>
            <p:nvPr/>
          </p:nvSpPr>
          <p:spPr>
            <a:xfrm>
              <a:off x="1437966" y="5423923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4" name="Rectangle 81003">
              <a:extLst>
                <a:ext uri="{FF2B5EF4-FFF2-40B4-BE49-F238E27FC236}">
                  <a16:creationId xmlns:a16="http://schemas.microsoft.com/office/drawing/2014/main" id="{B04FB414-99F0-EF3C-741C-FEA9560FD37D}"/>
                </a:ext>
              </a:extLst>
            </p:cNvPr>
            <p:cNvSpPr/>
            <p:nvPr/>
          </p:nvSpPr>
          <p:spPr>
            <a:xfrm>
              <a:off x="1538381" y="5206179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5" name="Rectangle 81004">
              <a:extLst>
                <a:ext uri="{FF2B5EF4-FFF2-40B4-BE49-F238E27FC236}">
                  <a16:creationId xmlns:a16="http://schemas.microsoft.com/office/drawing/2014/main" id="{808B828D-157C-C2A7-3608-FF3079C95E62}"/>
                </a:ext>
              </a:extLst>
            </p:cNvPr>
            <p:cNvSpPr/>
            <p:nvPr/>
          </p:nvSpPr>
          <p:spPr>
            <a:xfrm>
              <a:off x="1615378" y="5423820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6" name="Rectangle 81005">
              <a:extLst>
                <a:ext uri="{FF2B5EF4-FFF2-40B4-BE49-F238E27FC236}">
                  <a16:creationId xmlns:a16="http://schemas.microsoft.com/office/drawing/2014/main" id="{590EBEF7-24E8-C961-7892-EB6903F21325}"/>
                </a:ext>
              </a:extLst>
            </p:cNvPr>
            <p:cNvSpPr/>
            <p:nvPr/>
          </p:nvSpPr>
          <p:spPr>
            <a:xfrm>
              <a:off x="1282248" y="5297767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7" name="Rectangle 81006">
              <a:extLst>
                <a:ext uri="{FF2B5EF4-FFF2-40B4-BE49-F238E27FC236}">
                  <a16:creationId xmlns:a16="http://schemas.microsoft.com/office/drawing/2014/main" id="{9D0A3A77-ABC0-75C1-914F-09AB9D0D5D57}"/>
                </a:ext>
              </a:extLst>
            </p:cNvPr>
            <p:cNvSpPr/>
            <p:nvPr/>
          </p:nvSpPr>
          <p:spPr>
            <a:xfrm>
              <a:off x="1750511" y="5198806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8" name="Rectangle 81007">
              <a:extLst>
                <a:ext uri="{FF2B5EF4-FFF2-40B4-BE49-F238E27FC236}">
                  <a16:creationId xmlns:a16="http://schemas.microsoft.com/office/drawing/2014/main" id="{B2BCF205-F3DA-E2D6-3C47-CE1E681F56CD}"/>
                </a:ext>
              </a:extLst>
            </p:cNvPr>
            <p:cNvSpPr/>
            <p:nvPr/>
          </p:nvSpPr>
          <p:spPr>
            <a:xfrm>
              <a:off x="1844626" y="5452726"/>
              <a:ext cx="95865" cy="958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09" name="Rectangle 81008">
              <a:extLst>
                <a:ext uri="{FF2B5EF4-FFF2-40B4-BE49-F238E27FC236}">
                  <a16:creationId xmlns:a16="http://schemas.microsoft.com/office/drawing/2014/main" id="{99CB351E-99FC-A147-C344-91928F01636E}"/>
                </a:ext>
              </a:extLst>
            </p:cNvPr>
            <p:cNvSpPr/>
            <p:nvPr/>
          </p:nvSpPr>
          <p:spPr>
            <a:xfrm>
              <a:off x="1327353" y="5512310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10" name="Rectangle 81009">
              <a:extLst>
                <a:ext uri="{FF2B5EF4-FFF2-40B4-BE49-F238E27FC236}">
                  <a16:creationId xmlns:a16="http://schemas.microsoft.com/office/drawing/2014/main" id="{D9574118-8280-4307-57BA-F6A1B6843F0A}"/>
                </a:ext>
              </a:extLst>
            </p:cNvPr>
            <p:cNvSpPr/>
            <p:nvPr/>
          </p:nvSpPr>
          <p:spPr>
            <a:xfrm>
              <a:off x="1711458" y="5506885"/>
              <a:ext cx="95865" cy="958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81011" name="Group 81010">
            <a:extLst>
              <a:ext uri="{FF2B5EF4-FFF2-40B4-BE49-F238E27FC236}">
                <a16:creationId xmlns:a16="http://schemas.microsoft.com/office/drawing/2014/main" id="{D95C82CF-E3C1-03B4-0C4E-065D640AB0BD}"/>
              </a:ext>
            </a:extLst>
          </p:cNvPr>
          <p:cNvGrpSpPr/>
          <p:nvPr/>
        </p:nvGrpSpPr>
        <p:grpSpPr>
          <a:xfrm>
            <a:off x="3780818" y="5272665"/>
            <a:ext cx="140109" cy="66656"/>
            <a:chOff x="4793226" y="4601497"/>
            <a:chExt cx="383458" cy="243348"/>
          </a:xfrm>
        </p:grpSpPr>
        <p:sp>
          <p:nvSpPr>
            <p:cNvPr id="81012" name="Diagonal Stripe 81011">
              <a:extLst>
                <a:ext uri="{FF2B5EF4-FFF2-40B4-BE49-F238E27FC236}">
                  <a16:creationId xmlns:a16="http://schemas.microsoft.com/office/drawing/2014/main" id="{CF3EF71F-202F-44E4-FDCB-5A03DDBD665A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81013" name="Diagonal Stripe 81012">
              <a:extLst>
                <a:ext uri="{FF2B5EF4-FFF2-40B4-BE49-F238E27FC236}">
                  <a16:creationId xmlns:a16="http://schemas.microsoft.com/office/drawing/2014/main" id="{9D3285DC-515D-44BD-3D64-AB6A77A4C966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81014" name="Group 81013">
            <a:extLst>
              <a:ext uri="{FF2B5EF4-FFF2-40B4-BE49-F238E27FC236}">
                <a16:creationId xmlns:a16="http://schemas.microsoft.com/office/drawing/2014/main" id="{046082F2-7348-CB3F-C69E-D7AAADDF80F0}"/>
              </a:ext>
            </a:extLst>
          </p:cNvPr>
          <p:cNvGrpSpPr/>
          <p:nvPr/>
        </p:nvGrpSpPr>
        <p:grpSpPr>
          <a:xfrm>
            <a:off x="3785497" y="5335489"/>
            <a:ext cx="140109" cy="66656"/>
            <a:chOff x="4793226" y="4601497"/>
            <a:chExt cx="383458" cy="243348"/>
          </a:xfrm>
        </p:grpSpPr>
        <p:sp>
          <p:nvSpPr>
            <p:cNvPr id="81015" name="Diagonal Stripe 81014">
              <a:extLst>
                <a:ext uri="{FF2B5EF4-FFF2-40B4-BE49-F238E27FC236}">
                  <a16:creationId xmlns:a16="http://schemas.microsoft.com/office/drawing/2014/main" id="{17DD2713-C960-F52A-CC5A-B3ADF3B65147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81016" name="Diagonal Stripe 81015">
              <a:extLst>
                <a:ext uri="{FF2B5EF4-FFF2-40B4-BE49-F238E27FC236}">
                  <a16:creationId xmlns:a16="http://schemas.microsoft.com/office/drawing/2014/main" id="{7215E4DB-714F-288B-21A5-3DF875EC1873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grpSp>
        <p:nvGrpSpPr>
          <p:cNvPr id="81017" name="Group 81016">
            <a:extLst>
              <a:ext uri="{FF2B5EF4-FFF2-40B4-BE49-F238E27FC236}">
                <a16:creationId xmlns:a16="http://schemas.microsoft.com/office/drawing/2014/main" id="{BAA2B203-1121-1DF0-C5BB-EAE1B0841ADA}"/>
              </a:ext>
            </a:extLst>
          </p:cNvPr>
          <p:cNvGrpSpPr/>
          <p:nvPr/>
        </p:nvGrpSpPr>
        <p:grpSpPr>
          <a:xfrm>
            <a:off x="3785002" y="5402101"/>
            <a:ext cx="140109" cy="66656"/>
            <a:chOff x="4793226" y="4601497"/>
            <a:chExt cx="383458" cy="243348"/>
          </a:xfrm>
        </p:grpSpPr>
        <p:sp>
          <p:nvSpPr>
            <p:cNvPr id="81018" name="Diagonal Stripe 81017">
              <a:extLst>
                <a:ext uri="{FF2B5EF4-FFF2-40B4-BE49-F238E27FC236}">
                  <a16:creationId xmlns:a16="http://schemas.microsoft.com/office/drawing/2014/main" id="{937C3101-CF93-9E2A-21E9-CD877403CFBB}"/>
                </a:ext>
              </a:extLst>
            </p:cNvPr>
            <p:cNvSpPr/>
            <p:nvPr/>
          </p:nvSpPr>
          <p:spPr>
            <a:xfrm>
              <a:off x="4992329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81019" name="Diagonal Stripe 81018">
              <a:extLst>
                <a:ext uri="{FF2B5EF4-FFF2-40B4-BE49-F238E27FC236}">
                  <a16:creationId xmlns:a16="http://schemas.microsoft.com/office/drawing/2014/main" id="{085CAA2A-B90F-FFB9-CEBD-FFC7AB153017}"/>
                </a:ext>
              </a:extLst>
            </p:cNvPr>
            <p:cNvSpPr/>
            <p:nvPr/>
          </p:nvSpPr>
          <p:spPr>
            <a:xfrm flipH="1">
              <a:off x="4793226" y="4601497"/>
              <a:ext cx="184355" cy="243348"/>
            </a:xfrm>
            <a:prstGeom prst="diagStrip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</p:grpSp>
      <p:sp>
        <p:nvSpPr>
          <p:cNvPr id="81020" name="Speech Bubble: Rectangle with Corners Rounded 81019">
            <a:extLst>
              <a:ext uri="{FF2B5EF4-FFF2-40B4-BE49-F238E27FC236}">
                <a16:creationId xmlns:a16="http://schemas.microsoft.com/office/drawing/2014/main" id="{DA67F3BF-7AC8-0D11-9A75-974D4B635C2E}"/>
              </a:ext>
            </a:extLst>
          </p:cNvPr>
          <p:cNvSpPr/>
          <p:nvPr/>
        </p:nvSpPr>
        <p:spPr>
          <a:xfrm>
            <a:off x="2541473" y="3617200"/>
            <a:ext cx="1709029" cy="750372"/>
          </a:xfrm>
          <a:prstGeom prst="wedgeRoundRectCallout">
            <a:avLst>
              <a:gd name="adj1" fmla="val -44022"/>
              <a:gd name="adj2" fmla="val 6501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Make sure your men eat their food at the cookhouse!</a:t>
            </a:r>
          </a:p>
        </p:txBody>
      </p:sp>
      <p:sp>
        <p:nvSpPr>
          <p:cNvPr id="81021" name="Speech Bubble: Rectangle with Corners Rounded 81020">
            <a:extLst>
              <a:ext uri="{FF2B5EF4-FFF2-40B4-BE49-F238E27FC236}">
                <a16:creationId xmlns:a16="http://schemas.microsoft.com/office/drawing/2014/main" id="{22F05EFE-ECE4-7F2D-413E-41D38611EA3E}"/>
              </a:ext>
            </a:extLst>
          </p:cNvPr>
          <p:cNvSpPr/>
          <p:nvPr/>
        </p:nvSpPr>
        <p:spPr>
          <a:xfrm>
            <a:off x="7122925" y="3574571"/>
            <a:ext cx="2350616" cy="750372"/>
          </a:xfrm>
          <a:prstGeom prst="wedgeRoundRectCallout">
            <a:avLst>
              <a:gd name="adj1" fmla="val -44022"/>
              <a:gd name="adj2" fmla="val 6501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dirty="0">
                <a:solidFill>
                  <a:schemeClr val="tx1"/>
                </a:solidFill>
              </a:rPr>
              <a:t>It’s okay if you don’t eat.. But remember to scan at the cookhouse!</a:t>
            </a:r>
          </a:p>
        </p:txBody>
      </p:sp>
    </p:spTree>
    <p:extLst>
      <p:ext uri="{BB962C8B-B14F-4D97-AF65-F5344CB8AC3E}">
        <p14:creationId xmlns:p14="http://schemas.microsoft.com/office/powerpoint/2010/main" val="105729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1020" grpId="0" animBg="1"/>
      <p:bldP spid="810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2764-85B6-44CE-A35F-3F92B2F9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Moral hazard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4C517-5A33-43F5-98FF-7DC83EA9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endParaRPr lang="en-SG" sz="2000" dirty="0"/>
          </a:p>
          <a:p>
            <a:pPr>
              <a:lnSpc>
                <a:spcPct val="107000"/>
              </a:lnSpc>
            </a:pPr>
            <a:r>
              <a:rPr lang="en-SG" sz="2000" dirty="0"/>
              <a:t>With moral hazard problems, there are often two parties with </a:t>
            </a:r>
            <a:r>
              <a:rPr lang="en-SG" sz="2000" b="1" dirty="0">
                <a:solidFill>
                  <a:srgbClr val="0000FF"/>
                </a:solidFill>
              </a:rPr>
              <a:t>misaligned objectives</a:t>
            </a:r>
            <a:r>
              <a:rPr lang="en-SG" sz="2000" dirty="0"/>
              <a:t>.</a:t>
            </a:r>
          </a:p>
          <a:p>
            <a:pPr lvl="1">
              <a:lnSpc>
                <a:spcPct val="107000"/>
              </a:lnSpc>
            </a:pPr>
            <a:r>
              <a:rPr lang="en-SG" sz="1800" dirty="0"/>
              <a:t>Insurer (maximise profits) vs Consumer (maximise utility)</a:t>
            </a:r>
          </a:p>
          <a:p>
            <a:pPr lvl="1">
              <a:lnSpc>
                <a:spcPct val="107000"/>
              </a:lnSpc>
            </a:pPr>
            <a:r>
              <a:rPr lang="en-SG" sz="1800" dirty="0"/>
              <a:t>Educator (transfer knowledge) vs Student (get qualification for a job)</a:t>
            </a:r>
          </a:p>
          <a:p>
            <a:pPr lvl="1">
              <a:lnSpc>
                <a:spcPct val="107000"/>
              </a:lnSpc>
            </a:pPr>
            <a:r>
              <a:rPr lang="en-GB" sz="1800" dirty="0"/>
              <a:t>Officer (reduce food waste) vs Specialist (don’t get into trouble)</a:t>
            </a:r>
          </a:p>
          <a:p>
            <a:pPr lvl="1">
              <a:lnSpc>
                <a:spcPct val="107000"/>
              </a:lnSpc>
            </a:pPr>
            <a:endParaRPr lang="en-GB" sz="1800" dirty="0"/>
          </a:p>
          <a:p>
            <a:pPr>
              <a:lnSpc>
                <a:spcPct val="107000"/>
              </a:lnSpc>
            </a:pPr>
            <a:r>
              <a:rPr lang="en-GB" sz="2000" dirty="0"/>
              <a:t>That actions are not observed means that the desired (efficient) action of one party may not be the chosen action of the other.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GB" sz="2000" b="1" dirty="0"/>
              <a:t>Appropriate incentives need to be constructed in order to create (some) alignment.</a:t>
            </a:r>
          </a:p>
          <a:p>
            <a:pPr lvl="1">
              <a:lnSpc>
                <a:spcPct val="107000"/>
              </a:lnSpc>
            </a:pPr>
            <a:endParaRPr lang="en-GB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B2185-9EC7-4F14-8E52-5CB040CA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81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1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70030" cy="4755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/>
              <a:t>Firms have to hire a temporary worker for 1 period and decide how to pay them. </a:t>
            </a:r>
            <a:br>
              <a:rPr lang="en-US" altLang="en-US" sz="2000" dirty="0"/>
            </a:br>
            <a:r>
              <a:rPr lang="en-US" altLang="en-US" sz="2000" dirty="0"/>
              <a:t>Is each of these scenarios a (potential) problem of moral hazard or adverse selection?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000" dirty="0"/>
              <a:t>There are two types of workers, 1) hard workers and 2) lazy workers. </a:t>
            </a:r>
            <a:r>
              <a:rPr lang="en-US" altLang="en-US" sz="2000" b="1" dirty="0"/>
              <a:t>Hard workers</a:t>
            </a:r>
            <a:r>
              <a:rPr lang="en-US" altLang="en-US" sz="2000" dirty="0"/>
              <a:t> produce high output with probability 0.8, while </a:t>
            </a:r>
            <a:r>
              <a:rPr lang="en-US" altLang="en-US" sz="2000" b="1" dirty="0"/>
              <a:t>lazy workers </a:t>
            </a:r>
            <a:r>
              <a:rPr lang="en-US" altLang="en-US" sz="2000" dirty="0"/>
              <a:t>produce high output with probability 0.5. </a:t>
            </a:r>
            <a:br>
              <a:rPr lang="en-US" altLang="en-US" sz="2000" dirty="0"/>
            </a:br>
            <a:r>
              <a:rPr lang="en-US" altLang="en-US" sz="2000" dirty="0"/>
              <a:t>Firms cannot observe the type of a worker which is hired.  - Adverse Selection</a:t>
            </a:r>
            <a:br>
              <a:rPr lang="en-US" altLang="en-US" sz="2000" dirty="0"/>
            </a:b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000" dirty="0"/>
              <a:t>A worker, when hired, can choose to put in 1) hard work, or 2) lazy work. </a:t>
            </a:r>
            <a:r>
              <a:rPr lang="en-US" altLang="en-US" sz="2000" b="1" dirty="0"/>
              <a:t>Hard work </a:t>
            </a:r>
            <a:r>
              <a:rPr lang="en-US" altLang="en-US" sz="2000" dirty="0"/>
              <a:t>produces high output with probability 0.8, while </a:t>
            </a:r>
            <a:r>
              <a:rPr lang="en-US" altLang="en-US" sz="2000" b="1" dirty="0"/>
              <a:t>lazy work </a:t>
            </a:r>
            <a:r>
              <a:rPr lang="en-US" altLang="en-US" sz="2000" dirty="0"/>
              <a:t>produces high output with probability 0.5. </a:t>
            </a:r>
            <a:br>
              <a:rPr lang="en-US" altLang="en-US" sz="2000" dirty="0"/>
            </a:br>
            <a:r>
              <a:rPr lang="en-US" altLang="en-US" sz="2000" dirty="0"/>
              <a:t>Firms cannot observe the action of a worker which is hired.  - Moral Hazard</a:t>
            </a:r>
            <a:br>
              <a:rPr lang="en-US" altLang="en-US" sz="2000" dirty="0"/>
            </a:b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5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3CA125-8A8F-737C-30E0-124348D0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968" y="278545"/>
            <a:ext cx="1641226" cy="163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7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Moral Hazard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and Employment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5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Contract Design (Principal-Agent Problems)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198" y="1456791"/>
            <a:ext cx="10511973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Here we consider an employment scenario with hidden actions and the </a:t>
            </a:r>
            <a:r>
              <a:rPr lang="en-US" altLang="en-US" sz="2000" b="1" dirty="0"/>
              <a:t>design of contracts </a:t>
            </a:r>
            <a:r>
              <a:rPr lang="en-US" altLang="en-US" sz="2000" dirty="0"/>
              <a:t>to address the problems associated with moral hazard.</a:t>
            </a:r>
            <a:endParaRPr lang="en-US" altLang="en-US" sz="16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An </a:t>
            </a:r>
            <a:r>
              <a:rPr lang="en-US" altLang="en-US" sz="2000" b="1" dirty="0">
                <a:solidFill>
                  <a:srgbClr val="0000FF"/>
                </a:solidFill>
              </a:rPr>
              <a:t>agent</a:t>
            </a:r>
            <a:r>
              <a:rPr lang="en-US" altLang="en-US" sz="2000" b="1" dirty="0"/>
              <a:t> </a:t>
            </a:r>
            <a:r>
              <a:rPr lang="en-US" altLang="en-US" sz="2000" dirty="0"/>
              <a:t>is hired by a </a:t>
            </a:r>
            <a:r>
              <a:rPr lang="en-US" altLang="en-US" sz="2000" b="1" dirty="0">
                <a:solidFill>
                  <a:srgbClr val="0000FF"/>
                </a:solidFill>
              </a:rPr>
              <a:t>principal</a:t>
            </a:r>
            <a:r>
              <a:rPr lang="en-US" altLang="en-US" sz="2000" dirty="0"/>
              <a:t> to do a task using a technology owned by the principal. 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Only the agent knows the effort he/she exerts (asymmetric information). 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The effort exerted affects the principal</a:t>
            </a:r>
            <a:r>
              <a:rPr lang="ja-JP" altLang="en-US" sz="1800" dirty="0"/>
              <a:t>’</a:t>
            </a:r>
            <a:r>
              <a:rPr lang="en-US" altLang="ja-JP" sz="1800" dirty="0"/>
              <a:t>s payoff. </a:t>
            </a:r>
          </a:p>
          <a:p>
            <a:pPr eaLnBrk="1" hangingPunct="1">
              <a:lnSpc>
                <a:spcPct val="100000"/>
              </a:lnSpc>
            </a:pPr>
            <a:endParaRPr lang="en-US" altLang="ja-JP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The principal</a:t>
            </a:r>
            <a:r>
              <a:rPr lang="ja-JP" altLang="en-US" sz="2000" dirty="0"/>
              <a:t>’</a:t>
            </a:r>
            <a:r>
              <a:rPr lang="en-US" altLang="ja-JP" sz="2000" dirty="0"/>
              <a:t>s problem: design an </a:t>
            </a:r>
            <a:r>
              <a:rPr lang="en-US" altLang="ja-JP" sz="2000" b="1" dirty="0">
                <a:solidFill>
                  <a:srgbClr val="0000FF"/>
                </a:solidFill>
              </a:rPr>
              <a:t>incentive contract </a:t>
            </a:r>
            <a:r>
              <a:rPr lang="en-US" altLang="ja-JP" sz="2000" dirty="0"/>
              <a:t>that induces the agent to exert the amount of effort that maximizes the principal</a:t>
            </a:r>
            <a:r>
              <a:rPr lang="ja-JP" altLang="en-US" sz="2000" dirty="0"/>
              <a:t>’</a:t>
            </a:r>
            <a:r>
              <a:rPr lang="en-US" altLang="ja-JP" sz="2000" dirty="0"/>
              <a:t>s payoff.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C8401C-EAD5-4CCE-B77F-FCF34B26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61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Moral Hazard and Employment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Why does the incentive contract matter?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the agent is paid a </a:t>
                </a: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fixed wage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Given that the agent earns the same wage no matter what he does, no incentive to put in any effort.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Same as in the umbrella example!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appropriate incentives, agents can take hidden actions (slack). This </a:t>
                </a:r>
                <a:r>
                  <a:rPr lang="en-US" alt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cannot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</a:t>
                </a:r>
                <a:r>
                  <a:rPr lang="en-US" alt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penalised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because effort is not observable. It is thus important to design appropriate incentive contracts!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In what follows, we first consider a case where there is </a:t>
                </a:r>
                <a:r>
                  <a:rPr lang="en-US" altLang="en-US" sz="2000" u="sng" dirty="0"/>
                  <a:t>no hidden information </a:t>
                </a:r>
                <a:r>
                  <a:rPr lang="en-US" altLang="en-US" sz="2000" dirty="0"/>
                  <a:t>about the agent’s action. Subsequently, we discuss how asymmetric information will affect outcomes.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6CDB0F-BD68-4E60-BA4C-B2CC104F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0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Contract Design with Perfect Information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Moral Hazard and Employment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Principal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en-US" sz="2000" dirty="0"/>
                  <a:t> is the agent’s effort. The principal’s reward is the output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The production function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 is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common knowledge </a:t>
                </a:r>
                <a:r>
                  <a:rPr lang="en-US" altLang="en-US" sz="1800" dirty="0"/>
                  <a:t>and depends only on effort.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This implies </a:t>
                </a:r>
                <a:r>
                  <a:rPr lang="en-US" altLang="en-US" sz="1800" b="1" dirty="0">
                    <a:solidFill>
                      <a:srgbClr val="FF0000"/>
                    </a:solidFill>
                  </a:rPr>
                  <a:t>perfect information </a:t>
                </a:r>
                <a:r>
                  <a:rPr lang="en-US" altLang="en-US" sz="1800" dirty="0"/>
                  <a:t>on effort. Since output is observable, and one knows the production function, effort can also be indirectly observed. Hence, there is no asymmetric information!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The principal uses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wage contracts </a:t>
                </a:r>
                <a14:m>
                  <m:oMath xmlns:m="http://schemas.openxmlformats.org/officeDocument/2006/math">
                    <m:r>
                      <a:rPr lang="en-SG" altLang="en-US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en-US" alt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dirty="0"/>
                  <a:t>which are a function of output.</a:t>
                </a:r>
                <a:br>
                  <a:rPr lang="en-US" altLang="en-US" sz="2000" dirty="0"/>
                </a:br>
                <a:r>
                  <a:rPr lang="en-US" altLang="en-US" sz="2000" dirty="0"/>
                  <a:t>Wages hence depend on effort only indirectly through output.</a:t>
                </a:r>
                <a:br>
                  <a:rPr lang="en-US" altLang="en-US" sz="2000" dirty="0"/>
                </a:br>
                <a:r>
                  <a:rPr lang="en-US" altLang="en-US" sz="2000" dirty="0">
                    <a:solidFill>
                      <a:schemeClr val="tx1"/>
                    </a:solidFill>
                  </a:rPr>
                  <a:t>It is assumed that output has a price of $1 for simplicity.</a:t>
                </a:r>
                <a:br>
                  <a:rPr lang="en-US" altLang="en-US" sz="2000" dirty="0"/>
                </a:b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Assume principal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is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risk neutral</a:t>
                </a:r>
                <a:r>
                  <a:rPr lang="en-US" alt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(utility is linear in money) </a:t>
                </a:r>
                <a:r>
                  <a:rPr lang="en-US" altLang="en-US" sz="2000" dirty="0"/>
                  <a:t>and only cares about profit: </a:t>
                </a:r>
                <a:br>
                  <a:rPr lang="en-US" alt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928" t="-10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8CA754-9AF5-4A48-B75F-4DB92DB8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495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Moral Hazard and Employment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Agent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dirty="0"/>
                  <a:t> be the worker’s (reservation) utility of not working (outside option). </a:t>
                </a:r>
                <a:br>
                  <a:rPr lang="en-US" altLang="en-US" sz="2000" dirty="0"/>
                </a:br>
                <a:r>
                  <a:rPr lang="en-US" altLang="en-US" sz="2000" dirty="0"/>
                  <a:t>Hence, to get the worker to participate, the contract must offer the worker at least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Assume worker is risk neutral: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The worker’s utility cost of exerting effort is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928" t="-10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3F6DA-C4B8-416B-AF01-08765DDD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03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570030" cy="475547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2000" dirty="0"/>
                  <a:t>Firm A hired a worker, Tom. The firm cannot observe his effort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en-US" sz="2000" dirty="0"/>
                  <a:t> in his tasks, but can </a:t>
                </a:r>
                <a:br>
                  <a:rPr lang="en-US" altLang="en-US" sz="2000" dirty="0"/>
                </a:br>
                <a:r>
                  <a:rPr lang="en-US" altLang="en-US" sz="2000" dirty="0"/>
                  <a:t>observe his final output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000" dirty="0"/>
                  <a:t>. In which of the cases below does firm A have perfect information on effort?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r>
                  <a:rPr lang="en-US" altLang="en-US" sz="1800" dirty="0"/>
                  <a:t>The firm knows that Tom has a production function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.  - Perfect</a:t>
                </a:r>
              </a:p>
              <a:p>
                <a:endParaRPr lang="en-US" altLang="en-US" sz="1800" dirty="0"/>
              </a:p>
              <a:p>
                <a:r>
                  <a:rPr lang="en-US" altLang="en-US" sz="1800" dirty="0"/>
                  <a:t>The firm knows that Tom has a production function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alt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en-US" sz="1800" dirty="0"/>
                  <a:t> can be treated as the role of luck and cannot be observed.  - Imperfect</a:t>
                </a:r>
              </a:p>
              <a:p>
                <a:pPr marL="0" indent="0">
                  <a:buNone/>
                </a:pPr>
                <a:endParaRPr lang="en-US" altLang="en-US" sz="1800" b="1" dirty="0">
                  <a:solidFill>
                    <a:srgbClr val="FF0000"/>
                  </a:solidFill>
                </a:endParaRPr>
              </a:p>
              <a:p>
                <a:r>
                  <a:rPr lang="en-US" altLang="en-US" sz="1800" dirty="0"/>
                  <a:t>The firm knows that Tom has a production function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alt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en-US" sz="1800" dirty="0"/>
                  <a:t> is the amount of resources the firm provides to Tom.  - Perfect</a:t>
                </a:r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endParaRPr lang="en-US" altLang="en-US" sz="2000" dirty="0"/>
              </a:p>
            </p:txBody>
          </p:sp>
        </mc:Choice>
        <mc:Fallback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570030" cy="4755473"/>
              </a:xfrm>
              <a:blipFill>
                <a:blip r:embed="rId3"/>
                <a:stretch>
                  <a:fillRect l="-635" r="-1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88251-4A80-A4C9-164E-A8EEBBB36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968" y="278545"/>
            <a:ext cx="1641226" cy="163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65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The </a:t>
            </a:r>
            <a:r>
              <a:rPr lang="en-US" sz="5200" dirty="0"/>
              <a:t>F</a:t>
            </a:r>
            <a:r>
              <a:rPr lang="en-US" sz="5200" dirty="0">
                <a:solidFill>
                  <a:schemeClr val="tx2"/>
                </a:solidFill>
              </a:rPr>
              <a:t>irst </a:t>
            </a:r>
            <a:r>
              <a:rPr lang="en-US" sz="5200" dirty="0"/>
              <a:t>B</a:t>
            </a:r>
            <a:r>
              <a:rPr lang="en-US" sz="5200" dirty="0">
                <a:solidFill>
                  <a:schemeClr val="tx2"/>
                </a:solidFill>
              </a:rPr>
              <a:t>est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Outcome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106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FBF6E0-695F-00EC-2C24-0B412C9804BB}"/>
              </a:ext>
            </a:extLst>
          </p:cNvPr>
          <p:cNvSpPr/>
          <p:nvPr/>
        </p:nvSpPr>
        <p:spPr>
          <a:xfrm>
            <a:off x="740537" y="2281428"/>
            <a:ext cx="10922635" cy="1575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First Best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judge how well an incentive contract is performing, we first need a benchmark for comparison.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benchmark is called the</a:t>
                </a: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first best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as </a:t>
                </a:r>
                <a:r>
                  <a:rPr lang="en-US" alt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it is socially efficient</a:t>
                </a: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do this, we derive the solution if the principal can </a:t>
                </a: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“force” the agent to choose an effort level</a:t>
                </a: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other words, effort is </a:t>
                </a:r>
                <a:r>
                  <a:rPr lang="en-US" altLang="en-US" sz="18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contractible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this case, the wage structure is irrelevant for the agent’s choice of effort.</a:t>
                </a:r>
                <a:b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Principal only needs to choose some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the agent is willing to participate.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4"/>
                <a:stretch>
                  <a:fillRect l="-522" t="-769" r="-3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1C8EEF-1E6A-4C0D-9DFA-E4F03C42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964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A23C63-3B5D-CD18-794F-ECE796621F2E}"/>
              </a:ext>
            </a:extLst>
          </p:cNvPr>
          <p:cNvSpPr/>
          <p:nvPr/>
        </p:nvSpPr>
        <p:spPr>
          <a:xfrm>
            <a:off x="740537" y="3273552"/>
            <a:ext cx="10922635" cy="5832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First Best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endPara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particular, the principal “chooses” the contract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</m:oMath>
                </a14:m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which satisfies: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 eaLnBrk="1" hangingPunct="1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 b="0" i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𝑊</m:t>
                          </m:r>
                        </m:e>
                      </m:func>
                    </m:oMath>
                  </m:oMathPara>
                </a14:m>
                <a:endParaRPr lang="en-US" altLang="en-US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 eaLnBrk="1" hangingPunct="1">
                  <a:lnSpc>
                    <a:spcPct val="100000"/>
                  </a:lnSpc>
                  <a:buNone/>
                </a:pPr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s.t     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acc>
                      <m:accPr>
                        <m:chr m:val="̃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(Participation constraint)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𝑾</m:t>
                    </m:r>
                  </m:oMath>
                </a14:m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pay?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Notice that the principal’s profit decreases with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so any incentive contract should pay the minimum amount such that the worker will participate: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𝑾</m:t>
                    </m:r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𝒄</m:t>
                    </m:r>
                    <m:d>
                      <m:dPr>
                        <m:ctrlP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</m:d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𝒖</m:t>
                        </m:r>
                      </m:e>
                    </m:acc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altLang="en-US" sz="20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altLang="en-US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4"/>
                <a:stretch>
                  <a:fillRect l="-522" r="-10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1C8EEF-1E6A-4C0D-9DFA-E4F03C42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810E21-680F-7326-4D68-7A447C43A7EA}"/>
                  </a:ext>
                </a:extLst>
              </p:cNvPr>
              <p:cNvSpPr txBox="1"/>
              <p:nvPr/>
            </p:nvSpPr>
            <p:spPr>
              <a:xfrm>
                <a:off x="5906553" y="2450592"/>
                <a:ext cx="11499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SG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>
                  <a:solidFill>
                    <a:srgbClr val="FF0000"/>
                  </a:solidFill>
                </a:endParaRPr>
              </a:p>
              <a:p>
                <a:endParaRPr lang="en-S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810E21-680F-7326-4D68-7A447C43A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553" y="2450592"/>
                <a:ext cx="11499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C727D51-3E48-5F1C-C1CB-7EF2337B735A}"/>
              </a:ext>
            </a:extLst>
          </p:cNvPr>
          <p:cNvSpPr txBox="1"/>
          <p:nvPr/>
        </p:nvSpPr>
        <p:spPr>
          <a:xfrm>
            <a:off x="5375679" y="3809336"/>
            <a:ext cx="6072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>
                <a:solidFill>
                  <a:srgbClr val="FF0000"/>
                </a:solidFill>
              </a:rPr>
              <a:t>Meaning: </a:t>
            </a:r>
            <a:r>
              <a:rPr lang="en-SG" sz="1600" dirty="0">
                <a:solidFill>
                  <a:srgbClr val="FF0000"/>
                </a:solidFill>
              </a:rPr>
              <a:t>worker’s utility must be at least equal to the outside option.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CFF13E-1487-6AD7-4FEB-094573D75091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908116" y="3685634"/>
            <a:ext cx="467563" cy="2929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36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First Best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𝑾</m:t>
                    </m:r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𝒄</m:t>
                    </m:r>
                    <m:d>
                      <m:dPr>
                        <m:ctrlP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</m:d>
                    <m:r>
                      <a:rPr lang="en-US" alt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en-US" sz="20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the original problem, we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00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lim>
                        </m:limLow>
                      </m:fName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𝑢</m:t>
                            </m:r>
                          </m:e>
                        </m:acc>
                      </m:e>
                    </m:func>
                  </m:oMath>
                </a14:m>
                <a:endParaRPr lang="en-SG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This is just the social surplus of both the principal and agent, thus the interpretation as first best.</a:t>
                </a:r>
                <a:br>
                  <a:rPr lang="en-US" altLang="en-US" sz="1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(Total utility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minus the outside option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br>
                  <a:rPr lang="en-US" alt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US" alt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 the FOC, the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principal satisfies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𝒇</m:t>
                        </m:r>
                      </m:e>
                      <m:sup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𝒄</m:t>
                    </m:r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′(</m:t>
                    </m:r>
                    <m:sSup>
                      <m:sSupPr>
                        <m:ctrlP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  <m:sup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b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wage contract should pay out </a:t>
                </a:r>
                <a14:m>
                  <m:oMath xmlns:m="http://schemas.openxmlformats.org/officeDocument/2006/math">
                    <m:r>
                      <a:rPr lang="en-SG" alt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SG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maximises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social surplus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but all surplus goes to the principal here.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agent does not earn any excess over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1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4"/>
                <a:stretch>
                  <a:fillRect l="-522" t="-6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1C8EEF-1E6A-4C0D-9DFA-E4F03C42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81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Contracts Under Perfect Information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397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46AB13-A281-BFBA-28AA-758410CCBFA2}"/>
              </a:ext>
            </a:extLst>
          </p:cNvPr>
          <p:cNvSpPr/>
          <p:nvPr/>
        </p:nvSpPr>
        <p:spPr>
          <a:xfrm>
            <a:off x="799973" y="2711196"/>
            <a:ext cx="10922635" cy="17951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Incentives Contracts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7834" b="-14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most cases, one cannot actually force the agent to put in the first best effort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 worker must indeed </a:t>
                </a:r>
                <a:r>
                  <a:rPr lang="en-US" altLang="en-US" sz="20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want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choose it. </a:t>
                </a: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Wages must vary with effort!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an incentive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≡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</m:d>
                      </m:e>
                    </m:d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worker’s choice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as follows: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acc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𝑎𝑟𝑔𝑚𝑎𝑥</m:t>
                    </m:r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SG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SG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en-US" sz="20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br>
                  <a:rPr lang="en-US" altLang="en-US" sz="20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(Incentive compatibility constraint)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I.e. the worker’s choice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maximises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his/her own utility.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we want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18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18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</m:acc>
                    <m:r>
                      <a:rPr lang="en-US" altLang="en-US" sz="1800" b="1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en-US" sz="1800" b="1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1800" b="1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  <m:sup>
                        <m:r>
                          <a:rPr lang="en-US" altLang="en-US" sz="1800" b="1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need to set appropriate incentives.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  <a:blipFill>
                <a:blip r:embed="rId4"/>
                <a:stretch>
                  <a:fillRect l="-522" t="-6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ADF33-D8C8-423D-8832-A67EAD34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C8476-BCDD-0ED8-A684-C4DCC2E0AF3B}"/>
                  </a:ext>
                </a:extLst>
              </p:cNvPr>
              <p:cNvSpPr txBox="1"/>
              <p:nvPr/>
            </p:nvSpPr>
            <p:spPr>
              <a:xfrm>
                <a:off x="7895303" y="3675328"/>
                <a:ext cx="27345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SG" sz="1600" b="1" dirty="0">
                    <a:solidFill>
                      <a:srgbClr val="FF0000"/>
                    </a:solidFill>
                  </a:rPr>
                  <a:t>Meaning: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SG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SG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SG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1600" dirty="0">
                    <a:solidFill>
                      <a:srgbClr val="FF0000"/>
                    </a:solidFill>
                  </a:rPr>
                  <a:t>is the value which maximises</a:t>
                </a:r>
                <a:br>
                  <a:rPr lang="en-SG" sz="1600" dirty="0">
                    <a:solidFill>
                      <a:srgbClr val="FF0000"/>
                    </a:solidFill>
                  </a:rPr>
                </a:br>
                <a:r>
                  <a:rPr lang="en-SG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r>
                          <a:rPr lang="en-US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SG" sz="1600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C8476-BCDD-0ED8-A684-C4DCC2E0A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303" y="3675328"/>
                <a:ext cx="2734595" cy="830997"/>
              </a:xfrm>
              <a:prstGeom prst="rect">
                <a:avLst/>
              </a:prstGeom>
              <a:blipFill>
                <a:blip r:embed="rId5"/>
                <a:stretch>
                  <a:fillRect t="-2206" r="-668" b="-36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3A00B8-9562-9508-182A-45116AAFD3A8}"/>
              </a:ext>
            </a:extLst>
          </p:cNvPr>
          <p:cNvCxnSpPr>
            <a:cxnSpLocks/>
          </p:cNvCxnSpPr>
          <p:nvPr/>
        </p:nvCxnSpPr>
        <p:spPr>
          <a:xfrm flipH="1" flipV="1">
            <a:off x="8067368" y="3501786"/>
            <a:ext cx="752167" cy="3478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78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AD8195-37F1-6034-F611-84643027B4DC}"/>
              </a:ext>
            </a:extLst>
          </p:cNvPr>
          <p:cNvSpPr/>
          <p:nvPr/>
        </p:nvSpPr>
        <p:spPr>
          <a:xfrm>
            <a:off x="585089" y="1590104"/>
            <a:ext cx="10922635" cy="2341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Incentives Contracts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7834" b="-14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Principal’s Full Problem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SG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𝑤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s.t     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</m:d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acc>
                      <m:accPr>
                        <m:chr m:val="̃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(Participation constraint, PC)</a:t>
                </a:r>
                <a:br>
                  <a:rPr lang="en-US" altLang="en-US" sz="20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𝑒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𝑎𝑟𝑔𝑚𝑎𝑥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en-US" sz="20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(Incentive compatibility constraint, ICC)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ICC must always hold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agents must always make the choice to </a:t>
                </a:r>
                <a:r>
                  <a:rPr lang="en-US" alt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maximise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their own utility!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PC may or may not hold </a:t>
                </a:r>
                <a:r>
                  <a:rPr lang="en-US" altLang="en-US" sz="2000" b="1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 equality</a:t>
                </a: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b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Subject to the above, the principal will want the PC to hold as close to equality as possible since </a:t>
                </a:r>
                <a:b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</m:d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means that he is paying the minimum to agent.</a:t>
                </a: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  <a:blipFill>
                <a:blip r:embed="rId4"/>
                <a:stretch>
                  <a:fillRect l="-638" t="-641" r="-3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ADF33-D8C8-423D-8832-A67EAD34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19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6CD46-AACD-8B06-B391-5BA716EC6F49}"/>
              </a:ext>
            </a:extLst>
          </p:cNvPr>
          <p:cNvSpPr txBox="1"/>
          <p:nvPr/>
        </p:nvSpPr>
        <p:spPr>
          <a:xfrm>
            <a:off x="2234382" y="2163039"/>
            <a:ext cx="295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Can’t choose </a:t>
            </a:r>
            <a:r>
              <a:rPr lang="en-SG" i="1" dirty="0">
                <a:solidFill>
                  <a:srgbClr val="FF0000"/>
                </a:solidFill>
              </a:rPr>
              <a:t>e anymore</a:t>
            </a:r>
            <a:endParaRPr lang="en-SG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65E113-AA4F-33B9-E724-F5D416009DCA}"/>
              </a:ext>
            </a:extLst>
          </p:cNvPr>
          <p:cNvCxnSpPr>
            <a:cxnSpLocks/>
          </p:cNvCxnSpPr>
          <p:nvPr/>
        </p:nvCxnSpPr>
        <p:spPr>
          <a:xfrm>
            <a:off x="3480619" y="2532371"/>
            <a:ext cx="1489587" cy="28457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6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Moral Hazard and 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Incentives Contracts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7834" b="-14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Can we attain the first best effort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e>
                      <m:sup>
                        <m:r>
                          <a:rPr lang="en-SG" alt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under general incentive structures, without paying more than the first best wage: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𝒖</m:t>
                        </m:r>
                      </m:e>
                    </m:acc>
                    <m:r>
                      <a:rPr lang="en-SG" altLang="en-US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altLang="en-US" sz="2000" b="1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𝒄</m:t>
                    </m:r>
                    <m:d>
                      <m:dPr>
                        <m:ctrlPr>
                          <a:rPr lang="en-US" alt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2000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000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SG" altLang="en-US" sz="2000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Yes!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there is 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perfect information 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agents are 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 neutral</a:t>
                </a: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Principal can incentivize agent to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pay the minimum to the agent.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us take a look at several examples…</a:t>
                </a: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827" y="1690688"/>
                <a:ext cx="10511973" cy="4755473"/>
              </a:xfrm>
              <a:blipFill>
                <a:blip r:embed="rId4"/>
                <a:stretch>
                  <a:fillRect l="-580" r="-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ADF33-D8C8-423D-8832-A67EAD34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40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Take it or Leave it with Perfect Information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Take it or leave it contract</a:t>
                </a:r>
                <a:r>
                  <a:rPr lang="en-US" alt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Agent receives pay if he satisfies outcome. Otherwise, receives nothing.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SG" alt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altLang="en-US" sz="2000" dirty="0"/>
                  <a:t>otherwise.</a:t>
                </a:r>
                <a:br>
                  <a:rPr lang="en-US" altLang="en-US" sz="2000" dirty="0"/>
                </a:br>
                <a:br>
                  <a:rPr lang="en-US" altLang="en-US" sz="2000" dirty="0"/>
                </a:br>
                <a:r>
                  <a:rPr lang="en-US" altLang="en-US" sz="1800" i="1" dirty="0"/>
                  <a:t>Doesn’t matter if contract is based on </a:t>
                </a:r>
                <a:r>
                  <a:rPr lang="en-US" altLang="en-US" sz="1800" i="1" u="sng" dirty="0"/>
                  <a:t>output</a:t>
                </a:r>
                <a:r>
                  <a:rPr lang="en-US" altLang="en-US" sz="1800" i="1" dirty="0"/>
                  <a:t> or </a:t>
                </a:r>
                <a:r>
                  <a:rPr lang="en-US" altLang="en-US" sz="1800" i="1" u="sng" dirty="0"/>
                  <a:t>effort</a:t>
                </a:r>
                <a:r>
                  <a:rPr lang="en-US" altLang="en-US" sz="1800" i="1" dirty="0"/>
                  <a:t> since one implies the other… use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SG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en-US" sz="18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To achieve the first best: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(ICC): </a:t>
                </a:r>
                <a:r>
                  <a:rPr lang="en-US" altLang="en-US" sz="2000" dirty="0"/>
                  <a:t>Let agent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 if output is equal to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 and nothing otherwise. </a:t>
                </a:r>
                <a:br>
                  <a:rPr lang="en-US" altLang="en-US" sz="2000" dirty="0"/>
                </a:br>
                <a:r>
                  <a:rPr lang="en-US" altLang="en-US" sz="2000" dirty="0"/>
                  <a:t>This ensures that he will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.</a:t>
                </a: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(PC)</a:t>
                </a:r>
                <a:r>
                  <a:rPr lang="en-US" altLang="en-US" sz="2400" b="1" dirty="0">
                    <a:solidFill>
                      <a:srgbClr val="0000FF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 is set to the minimum which satisfies agents participation constraint: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67DD3-6868-45E6-B4B8-840EA237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8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Wage </a:t>
            </a:r>
            <a:r>
              <a:rPr lang="en-US" altLang="en-US" sz="4000" dirty="0" err="1"/>
              <a:t>Labour</a:t>
            </a:r>
            <a:r>
              <a:rPr lang="en-US" altLang="en-US" sz="4000" dirty="0"/>
              <a:t> with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Wage </a:t>
                </a:r>
                <a:r>
                  <a:rPr lang="en-US" altLang="en-US" sz="2000" b="1" dirty="0" err="1"/>
                  <a:t>labour</a:t>
                </a:r>
                <a:r>
                  <a:rPr lang="en-US" altLang="en-US" sz="2000" b="1" dirty="0"/>
                  <a:t> contract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 Agent is paid a wage per unit of </a:t>
                </a:r>
                <a:r>
                  <a:rPr lang="en-US" altLang="en-US" sz="2000" u="sng" dirty="0"/>
                  <a:t>effort</a:t>
                </a:r>
                <a:r>
                  <a:rPr lang="en-US" altLang="en-US" sz="2000" dirty="0"/>
                  <a:t> exerted plus a lump sum transfer.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To achieve the first best:</a:t>
                </a:r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(ICC): </a:t>
                </a:r>
                <a:r>
                  <a:rPr lang="en-US" altLang="en-US" sz="2000" dirty="0"/>
                  <a:t>Set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 such that Agent will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(PC): </a:t>
                </a:r>
                <a:r>
                  <a:rPr lang="en-US" altLang="en-US" sz="2000" dirty="0">
                    <a:solidFill>
                      <a:schemeClr val="tx1"/>
                    </a:solidFill>
                  </a:rPr>
                  <a:t>Set</a:t>
                </a:r>
                <a:r>
                  <a:rPr lang="en-US" alt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  <m:r>
                      <a:rPr lang="en-SG" alt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𝑊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i="1" dirty="0"/>
                  <a:t>Note: An equivalent contract in terms of output is just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𝑊</m:t>
                    </m:r>
                    <m:sSup>
                      <m:s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en-US" sz="1800" i="1" dirty="0"/>
                  <a:t>.</a:t>
                </a:r>
                <a:br>
                  <a:rPr lang="en-US" altLang="en-US" sz="1800" i="1" dirty="0"/>
                </a:br>
                <a:r>
                  <a:rPr lang="en-US" altLang="en-US" sz="1800" i="1" dirty="0"/>
                  <a:t>This is because we can use the </a:t>
                </a:r>
                <a:r>
                  <a:rPr lang="en-US" altLang="en-US" sz="1800" i="1" u="sng" dirty="0"/>
                  <a:t>known</a:t>
                </a:r>
                <a:r>
                  <a:rPr lang="en-US" altLang="en-US" sz="1800" i="1" dirty="0"/>
                  <a:t> production function to convert effort in the contract to output.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26B46E-CDAF-4D32-8545-6DFAB702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61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Wage </a:t>
            </a:r>
            <a:r>
              <a:rPr lang="en-US" altLang="en-US" sz="4000" dirty="0" err="1"/>
              <a:t>Labour</a:t>
            </a:r>
            <a:r>
              <a:rPr lang="en-US" altLang="en-US" sz="4000" dirty="0"/>
              <a:t> with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SG" altLang="en-US" sz="2000" b="1" dirty="0"/>
                  <a:t>Step by Step…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SG" altLang="en-US" sz="2000" b="1" dirty="0">
                    <a:solidFill>
                      <a:srgbClr val="0000FF"/>
                    </a:solidFill>
                  </a:rPr>
                  <a:t>Incentive Compatibility Constraint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SG" altLang="en-US" sz="1800" dirty="0"/>
                  <a:t>We want the agent to 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1800" dirty="0"/>
                  <a:t> which satisfies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′(</m:t>
                    </m:r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From the agent’s FOC, we know he will choose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en-US" sz="1800" dirty="0"/>
                  <a:t> which satisfies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If we set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, the </a:t>
                </a:r>
                <a14:m>
                  <m:oMath xmlns:m="http://schemas.openxmlformats.org/officeDocument/2006/math">
                    <m:r>
                      <a:rPr lang="en-SG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 which satisfies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′(</m:t>
                    </m:r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SG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1800" dirty="0"/>
                  <a:t>!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Participation Constraint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Total wage for effort might exceed or be less than agent’s outside option.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b="0" dirty="0"/>
                  <a:t>Principal wants to ensure </a:t>
                </a:r>
                <a:r>
                  <a:rPr lang="en-US" altLang="en-US" sz="1800" dirty="0"/>
                  <a:t>agent’s participation constraint is just satisfied with equality so that paying the minimum amount for him to participate. 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𝑊</m:t>
                    </m:r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en-US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altLang="en-US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d>
                      <m:dPr>
                        <m:ctrlPr>
                          <a:rPr lang="en-US" altLang="en-US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en-US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1800" dirty="0"/>
                  <a:t>.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2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26B46E-CDAF-4D32-8545-6DFAB702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21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Rental Contracts with Perfect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Rental contract:</a:t>
                </a:r>
                <a:endParaRPr lang="en-SG" alt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Principal rents out technology to the agent for lump sum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1800" dirty="0"/>
                  <a:t> while letting the agent keep the rest of the profits.</a:t>
                </a:r>
                <a:endParaRPr lang="en-SG" altLang="en-US" sz="1800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en-US" sz="18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To achieve the first best: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(ICC) </a:t>
                </a:r>
                <a:r>
                  <a:rPr lang="en-US" altLang="en-US" sz="2000" dirty="0"/>
                  <a:t>Automatically satisfied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(PC)</a:t>
                </a:r>
                <a:r>
                  <a:rPr lang="en-US" altLang="en-US" sz="2000" b="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b="0" dirty="0"/>
                  <a:t>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Do you understand why?</a:t>
                </a:r>
                <a:endParaRPr lang="en-US" altLang="en-US" sz="1800" b="1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26E925-8E85-4CB2-99BF-F8290241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782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A non-optimal wage scheme?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What does a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non-optimal scheme </a:t>
                </a:r>
                <a:r>
                  <a:rPr lang="en-US" altLang="en-US" sz="2000" dirty="0"/>
                  <a:t>look like under perfect information?</a:t>
                </a:r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b="1" dirty="0"/>
                  <a:t>Sharecropping</a:t>
                </a:r>
                <a:r>
                  <a:rPr lang="en-US" altLang="en-US" sz="2000" dirty="0"/>
                  <a:t>: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Agent gets a lump sum transfer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en-US" sz="1800" dirty="0"/>
                  <a:t> and a proportion of output.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Easy to see that it will </a:t>
                </a:r>
                <a:r>
                  <a:rPr lang="en-US" altLang="en-US" sz="1800" u="sng" dirty="0"/>
                  <a:t>never</a:t>
                </a:r>
                <a:r>
                  <a:rPr lang="en-US" altLang="en-US" sz="1800" dirty="0"/>
                  <a:t> result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en-US" sz="18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r>
                  <a:rPr lang="en-US" altLang="en-US" sz="2000" dirty="0"/>
                  <a:t>But why has sharecropping been used very widely across the world?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2000" dirty="0"/>
                  <a:t>Likely fills in some need in real life…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30487-CF3C-4A93-8EB0-C62A487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77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570030" cy="475547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en-US" sz="2000" dirty="0"/>
                  <a:t>The production function of Bob is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altLang="en-US" sz="2000" dirty="0"/>
                  <a:t>. </a:t>
                </a:r>
                <a:br>
                  <a:rPr lang="en-US" altLang="en-US" sz="2000" dirty="0"/>
                </a:br>
                <a:r>
                  <a:rPr lang="en-US" altLang="en-US" sz="2000" dirty="0"/>
                  <a:t>His cost of effort is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/>
                  <a:t> and he has an outside option of 2.</a:t>
                </a:r>
                <a:br>
                  <a:rPr lang="en-US" altLang="en-US" sz="2000" dirty="0"/>
                </a:br>
                <a:r>
                  <a:rPr lang="en-US" altLang="en-US" sz="2000" dirty="0"/>
                  <a:t>His boss wants to use an output contract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𝐴𝑦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en-US" sz="1600" dirty="0"/>
                  <a:t>(Also equivalent to a </a:t>
                </a:r>
                <a:r>
                  <a:rPr lang="en-US" altLang="en-US" sz="1600" dirty="0" err="1"/>
                  <a:t>labour</a:t>
                </a:r>
                <a:r>
                  <a:rPr lang="en-US" altLang="en-US" sz="1600" dirty="0"/>
                  <a:t> contract because of perfect information):</a:t>
                </a:r>
              </a:p>
              <a:p>
                <a:pPr marL="0" indent="0">
                  <a:buNone/>
                </a:pPr>
                <a:br>
                  <a:rPr lang="en-US" altLang="en-US" sz="2000" dirty="0"/>
                </a:br>
                <a:r>
                  <a:rPr lang="en-US" altLang="en-US" sz="2000" dirty="0"/>
                  <a:t>a) What is the first best level of effort? 1</a:t>
                </a:r>
              </a:p>
              <a:p>
                <a:pPr marL="0" indent="0">
                  <a:buNone/>
                </a:pPr>
                <a:r>
                  <a:rPr lang="en-US" altLang="en-US" sz="2000" dirty="0"/>
                  <a:t>b) What are the values of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 in the optimal contract? A=1, B= - 6</a:t>
                </a:r>
              </a:p>
              <a:p>
                <a:pPr marL="0" indent="0">
                  <a:buNone/>
                </a:pPr>
                <a:endParaRPr lang="en-SG" sz="2000" dirty="0"/>
              </a:p>
              <a:p>
                <a:pPr marL="0" indent="0">
                  <a:buNone/>
                </a:pPr>
                <a:endParaRPr lang="en-SG" sz="2000" dirty="0"/>
              </a:p>
              <a:p>
                <a:pPr marL="0" indent="0">
                  <a:buNone/>
                </a:pPr>
                <a:endParaRPr lang="en-SG" sz="2000" dirty="0"/>
              </a:p>
              <a:p>
                <a:pPr marL="0" indent="0">
                  <a:buNone/>
                </a:pPr>
                <a:endParaRPr lang="en-SG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endParaRPr lang="en-US" altLang="en-US" sz="2000" dirty="0"/>
              </a:p>
            </p:txBody>
          </p:sp>
        </mc:Choice>
        <mc:Fallback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570030" cy="4755473"/>
              </a:xfrm>
              <a:blipFill>
                <a:blip r:embed="rId3"/>
                <a:stretch>
                  <a:fillRect l="-635" t="-15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955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Contracts Under Imperfect Information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074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The previous slides show that there are a multitude of incentive structures which are optimal for not only the principal, but also for society.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They all achieve the efficient amount of effort as in the first best.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They are also socially efficient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SG" alt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en-US" sz="2000" dirty="0"/>
                  <a:t> </a:t>
                </a:r>
                <a:r>
                  <a:rPr lang="en-US" altLang="en-US" sz="2000" dirty="0" err="1"/>
                  <a:t>maximises</a:t>
                </a:r>
                <a:r>
                  <a:rPr lang="en-US" altLang="en-US" sz="2000" dirty="0"/>
                  <a:t> both </a:t>
                </a:r>
                <a:r>
                  <a:rPr lang="en-US" altLang="en-US" sz="2000" b="1" dirty="0"/>
                  <a:t>profits</a:t>
                </a:r>
                <a:r>
                  <a:rPr lang="en-US" altLang="en-US" sz="2000" dirty="0"/>
                  <a:t> and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social surplus</a:t>
                </a:r>
                <a:r>
                  <a:rPr lang="en-US" altLang="en-US" sz="2000" dirty="0"/>
                  <a:t>.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16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Why do they work? </a:t>
                </a:r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*Perfect information* on effort (via the production function)</a:t>
                </a:r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en-US" sz="1800" dirty="0"/>
                  <a:t>Marginal benefit of effort to the agent is equal to the marginal productivity of the production function.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br>
                  <a:rPr lang="en-US" altLang="en-US" sz="1400" dirty="0"/>
                </a:br>
                <a:endParaRPr lang="en-US" altLang="en-US" sz="10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lvl="1">
                  <a:lnSpc>
                    <a:spcPct val="100000"/>
                  </a:lnSpc>
                </a:pPr>
                <a:endParaRPr lang="en-US" altLang="en-US" sz="12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522" t="-769" r="-4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9779F-A52E-4E26-811A-086D9CE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97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31F886-A076-3C60-C8FD-75157520AD37}"/>
              </a:ext>
            </a:extLst>
          </p:cNvPr>
          <p:cNvSpPr/>
          <p:nvPr/>
        </p:nvSpPr>
        <p:spPr>
          <a:xfrm>
            <a:off x="634682" y="1385689"/>
            <a:ext cx="10922635" cy="1435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Adding Risk..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Implicitly, this assumes an </a:t>
                </a:r>
                <a:r>
                  <a:rPr lang="en-US" altLang="en-US" sz="2000" b="1" dirty="0"/>
                  <a:t>absence of (unobservable) risk.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If part of outcomes fluctuate independently of the agent’s effort, then there is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imperfect information</a:t>
                </a:r>
                <a:r>
                  <a:rPr lang="en-US" altLang="en-US" sz="1800" dirty="0"/>
                  <a:t>. e.g. </a:t>
                </a:r>
                <a14:m>
                  <m:oMath xmlns:m="http://schemas.openxmlformats.org/officeDocument/2006/math"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SG" alt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SG" altLang="en-US" sz="1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SG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SG" altLang="en-US" sz="1800" i="1">
                            <a:latin typeface="Cambria Math" panose="02040503050406030204" pitchFamily="18" charset="0"/>
                          </a:rPr>
                          <m:t>𝑠𝑑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1800" dirty="0"/>
                  <a:t> cannot be observed.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Often output is only an </a:t>
                </a:r>
                <a:r>
                  <a:rPr lang="en-US" altLang="en-US" sz="2000" b="1" dirty="0"/>
                  <a:t>imperfect</a:t>
                </a:r>
                <a:r>
                  <a:rPr lang="en-US" altLang="en-US" sz="2000" dirty="0"/>
                  <a:t> signal of effort.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E.g. Farmer production depends not only on effort, but on weather and many other factors.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This generates “noise” which means that effort is not perfectly correlated with output.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Implicitly, it also creates an additional consideration of risk sharing due to </a:t>
                </a:r>
                <a:r>
                  <a:rPr lang="en-US" altLang="en-US" sz="2000" u="sng" dirty="0"/>
                  <a:t>uncertainty.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600" dirty="0"/>
                  <a:t>When output fluctuates, worker’s pay will also fluctuate.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altLang="en-US" sz="1600" dirty="0"/>
                </a:br>
                <a:endParaRPr lang="en-US" altLang="en-US" sz="14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lvl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522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9779F-A52E-4E26-811A-086D9CE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468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Adding Risk..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SG" altLang="en-US" sz="2000" dirty="0"/>
                  <a:t>Will this cause a problem for reaching the first best and efficient outcome? </a:t>
                </a:r>
              </a:p>
              <a:p>
                <a:pPr>
                  <a:lnSpc>
                    <a:spcPct val="100000"/>
                  </a:lnSpc>
                </a:pPr>
                <a:endParaRPr lang="en-SG" alt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SG" altLang="en-US" sz="2400" b="1" dirty="0"/>
                  <a:t>YES!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Even if the principal or workers do not care about risk (i.e. risk-neutral),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limited liability </a:t>
                </a:r>
                <a:r>
                  <a:rPr lang="en-US" altLang="en-US" sz="2000" dirty="0"/>
                  <a:t>for workers (e.g. pay cannot be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r>
                  <a:rPr lang="en-US" altLang="en-US" sz="2000" dirty="0"/>
                  <a:t> means that it may not possible to reach the first best!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If they care about risk (i.e.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risk averse</a:t>
                </a:r>
                <a:r>
                  <a:rPr lang="en-US" altLang="en-US" sz="2000" dirty="0"/>
                  <a:t>), there are further problems even in the absence of limited liability.</a:t>
                </a:r>
                <a:br>
                  <a:rPr lang="en-US" altLang="en-US" sz="1600" dirty="0"/>
                </a:br>
                <a:endParaRPr lang="en-US" altLang="en-US" sz="14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 lvl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928" t="-769" r="-2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9779F-A52E-4E26-811A-086D9CE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13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Contracts under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Risk and Limited </a:t>
            </a:r>
            <a:r>
              <a:rPr lang="en-US" sz="5200" dirty="0"/>
              <a:t>L</a:t>
            </a:r>
            <a:r>
              <a:rPr lang="en-US" sz="5200" dirty="0">
                <a:solidFill>
                  <a:schemeClr val="tx2"/>
                </a:solidFill>
              </a:rPr>
              <a:t>iability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49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 contracts with risk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8"/>
            <a:ext cx="10511973" cy="146678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en-US" sz="2000" dirty="0"/>
              <a:t>A principal hires an agent to produce output. The agent can choose to </a:t>
            </a:r>
            <a:r>
              <a:rPr lang="en-US" altLang="en-US" sz="2000" i="1" dirty="0"/>
              <a:t>Work Hard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Slack</a:t>
            </a:r>
            <a:r>
              <a:rPr lang="en-US" altLang="en-US" sz="2000" dirty="0"/>
              <a:t>.</a:t>
            </a: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en-US" sz="2000" dirty="0"/>
              <a:t>There are 2 potential levels of output, </a:t>
            </a:r>
            <a:r>
              <a:rPr lang="en-US" altLang="en-US" sz="2000" i="1" dirty="0"/>
              <a:t>High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Low</a:t>
            </a:r>
            <a:r>
              <a:rPr lang="en-US" altLang="en-US" sz="2000" dirty="0"/>
              <a:t> which occur partly due to chance.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000" dirty="0"/>
              <a:t>Effort by the agent increases the chance of High output.</a:t>
            </a:r>
          </a:p>
          <a:p>
            <a:pPr marL="0" indent="0" eaLnBrk="1" hangingPunct="1">
              <a:lnSpc>
                <a:spcPct val="10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30487-CF3C-4A93-8EB0-C62A487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32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7F9147-E86C-6CDE-C09D-66F8C540E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309464"/>
              </p:ext>
            </p:extLst>
          </p:nvPr>
        </p:nvGraphicFramePr>
        <p:xfrm>
          <a:off x="2769419" y="3234075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522909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16330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09207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7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Work 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0308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94DB312-DFF5-76AB-8FF7-79CFF32914C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38200" y="4844237"/>
                <a:ext cx="10511973" cy="799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altLang="en-US" sz="2000" dirty="0"/>
                  <a:t>The output level is observable by the principal, but not the effort choice of the agent.</a:t>
                </a:r>
                <a:br>
                  <a:rPr lang="en-US" altLang="en-US" sz="2000" dirty="0"/>
                </a:br>
                <a:r>
                  <a:rPr lang="en-US" altLang="en-US" sz="2000" dirty="0"/>
                  <a:t>Principal chooses wages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en-US" sz="2000" dirty="0"/>
                  <a:t> to pay based on observed output.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94DB312-DFF5-76AB-8FF7-79CFF3291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44237"/>
                <a:ext cx="10511973" cy="799186"/>
              </a:xfrm>
              <a:prstGeom prst="rect">
                <a:avLst/>
              </a:prstGeom>
              <a:blipFill>
                <a:blip r:embed="rId3"/>
                <a:stretch>
                  <a:fillRect l="-638" t="-4580" b="-15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551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 contracts with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Assume that agent has an outside option of 0. Cost of working hard is 5, slacking is 0.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High output is worth 50 while low output is worth 30 to the principal.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u="sng" dirty="0"/>
                  <a:t>Both the agent and principal are risk neutral.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The social efficient level of effort is to </a:t>
                </a:r>
                <a:r>
                  <a:rPr lang="en-US" altLang="en-US" sz="2000" b="1" dirty="0"/>
                  <a:t>work hard</a:t>
                </a:r>
                <a:r>
                  <a:rPr lang="en-US" altLang="en-US" sz="2000" dirty="0"/>
                  <a:t>: </a:t>
                </a:r>
                <a:br>
                  <a:rPr lang="en-US" alt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8×50+0.2×30−5=41</m:t>
                      </m:r>
                    </m:oMath>
                    <m:oMath xmlns:m="http://schemas.openxmlformats.org/officeDocument/2006/math">
                      <m:r>
                        <a:rPr lang="en-SG" altLang="en-US" sz="2000" b="0" i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0.5×50+0.5×30=40</m:t>
                      </m:r>
                    </m:oMath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Is there an appropriate wage contract for the principal which achieves this?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4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30487-CF3C-4A93-8EB0-C62A487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587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 contracts with risk (No limited liability)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Suppose that there is no limited liability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en-US" sz="2000" b="1" i="1" dirty="0"/>
                  <a:t> </a:t>
                </a:r>
                <a:r>
                  <a:rPr lang="en-US" altLang="en-US" sz="2000" b="1" dirty="0"/>
                  <a:t>can take any value.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1) The ICC for the agent is: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SG" altLang="en-US" sz="1800" i="1" smtClean="0">
                          <a:latin typeface="Cambria Math" panose="02040503050406030204" pitchFamily="18" charset="0"/>
                        </a:rPr>
                        <m:t>+0.2</m:t>
                      </m:r>
                      <m:sSub>
                        <m:sSubPr>
                          <m:ctrlPr>
                            <a:rPr lang="en-SG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−5≥</m:t>
                      </m:r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altLang="en-US" sz="18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The minimum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en-US" sz="1800" dirty="0"/>
                  <a:t> which satisfies this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en-US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en-US" sz="1800" dirty="0"/>
                  <a:t> chooses to work hard.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2) The PC for the agent is: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0.8</m:t>
                          </m:r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+0.2</m:t>
                      </m:r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en-US" sz="18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en-US" sz="1800" dirty="0"/>
                  <a:t>The minimum payment to the agent which satisfies this is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SG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+0.2</m:t>
                    </m:r>
                    <m:sSub>
                      <m:sSubPr>
                        <m:ctrlP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en-US" sz="1800" dirty="0">
                  <a:solidFill>
                    <a:srgbClr val="FF0000"/>
                  </a:solidFill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SG" altLang="en-US" sz="1800" b="0" i="1" dirty="0"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1800" b="1" dirty="0"/>
                  <a:t>The contract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𝟒𝟎</m:t>
                        </m:r>
                      </m:num>
                      <m:den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SG" alt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num>
                      <m:den>
                        <m:r>
                          <a:rPr lang="en-SG" altLang="en-U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en-US" sz="1800" b="1" dirty="0"/>
                  <a:t>  satisfies this and ensures the principal captures all the surplus!</a:t>
                </a: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30487-CF3C-4A93-8EB0-C62A487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113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 contracts with risk (With limited liability)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Suppose that now, there is limited liability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2000" b="1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1800" dirty="0"/>
                  <a:t>The previous set of wages will no longer work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=5−</m:t>
                    </m:r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1800" dirty="0"/>
                  <a:t>!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1800" dirty="0"/>
                  <a:t>Suppose we instead pay the minimum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1800" dirty="0"/>
                  <a:t>. From the ICC,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en-US" sz="1800" dirty="0"/>
                  <a:t>.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In this contract to incentivize high effort, the principal cannot capture all the surplus!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1800" dirty="0"/>
                  <a:t>His profits are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0.8×</m:t>
                    </m:r>
                    <m:d>
                      <m:d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50−</m:t>
                        </m:r>
                        <m:f>
                          <m:fPr>
                            <m:ctrlP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SG" alt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+0.2×</m:t>
                    </m:r>
                    <m:d>
                      <m:d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=32.667</m:t>
                    </m:r>
                  </m:oMath>
                </a14:m>
                <a:endParaRPr lang="en-US" alt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1800" dirty="0"/>
                  <a:t>But this is less than the profits of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altLang="en-US" sz="1800" dirty="0"/>
                  <a:t> if he just paid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1800" dirty="0"/>
                  <a:t> and the worker slacks. </a:t>
                </a:r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Principal will choose not to incentivize first best effort of working hard!</a:t>
                </a:r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8"/>
                <a:ext cx="10511973" cy="4755471"/>
              </a:xfrm>
              <a:blipFill>
                <a:blip r:embed="rId3"/>
                <a:stretch>
                  <a:fillRect l="-638" t="-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30487-CF3C-4A93-8EB0-C62A487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230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Contracts under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Risk and Risk Aversion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685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When agents are risk averse…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8"/>
                <a:ext cx="10511973" cy="242543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b="1" dirty="0"/>
                  <a:t>Risk aversion </a:t>
                </a:r>
                <a:r>
                  <a:rPr lang="en-US" altLang="en-US" sz="2000" dirty="0"/>
                  <a:t>on the part of agents further compounds the problem of fluctuating output.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If the principal is risk neutral and the agent is risk averse, the previous contracts are not efficient!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en-US" sz="1800" dirty="0"/>
                  <a:t>Intuitively, </a:t>
                </a:r>
                <a:r>
                  <a:rPr lang="en-US" altLang="en-US" sz="1800" u="sng" dirty="0"/>
                  <a:t>a risk averse agent dislikes risk</a:t>
                </a:r>
                <a:r>
                  <a:rPr lang="en-US" altLang="en-US" sz="1800" dirty="0"/>
                  <a:t>, while the </a:t>
                </a:r>
                <a:r>
                  <a:rPr lang="en-US" altLang="en-US" sz="1800" u="sng" dirty="0"/>
                  <a:t>risk neutral principal is indifferent to risk</a:t>
                </a:r>
                <a:r>
                  <a:rPr lang="en-US" altLang="en-US" sz="1800" dirty="0"/>
                  <a:t>, so it is better for the principal to bear any fluctuations in income.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en-US" sz="2000" dirty="0"/>
              </a:p>
              <a:p>
                <a:pPr marL="0" indent="0" eaLnBrk="1" hangingPunct="1">
                  <a:lnSpc>
                    <a:spcPct val="100000"/>
                  </a:lnSpc>
                  <a:buNone/>
                </a:pPr>
                <a:r>
                  <a:rPr lang="en-US" altLang="en-US" sz="2000" b="1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d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=$ , </m:t>
                    </m:r>
                    <m:sSub>
                      <m:sSub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d>
                      <m:dPr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d>
                    <m:r>
                      <a:rPr lang="en-SG" alt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altLang="en-US" sz="2000" b="1" i="1" smtClean="0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rad>
                  </m:oMath>
                </a14:m>
                <a:endParaRPr lang="en-US" altLang="en-US" sz="2000" b="1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8"/>
                <a:ext cx="10511973" cy="2425432"/>
              </a:xfrm>
              <a:blipFill>
                <a:blip r:embed="rId3"/>
                <a:stretch>
                  <a:fillRect l="-638" t="-1511" b="-2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9779F-A52E-4E26-811A-086D9CE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7B563554-5B56-1528-322B-9A8CC0576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879615"/>
                  </p:ext>
                </p:extLst>
              </p:nvPr>
            </p:nvGraphicFramePr>
            <p:xfrm>
              <a:off x="1201992" y="4097452"/>
              <a:ext cx="4530292" cy="19035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9699">
                      <a:extLst>
                        <a:ext uri="{9D8B030D-6E8A-4147-A177-3AD203B41FA5}">
                          <a16:colId xmlns:a16="http://schemas.microsoft.com/office/drawing/2014/main" val="3263259313"/>
                        </a:ext>
                      </a:extLst>
                    </a:gridCol>
                    <a:gridCol w="1079038">
                      <a:extLst>
                        <a:ext uri="{9D8B030D-6E8A-4147-A177-3AD203B41FA5}">
                          <a16:colId xmlns:a16="http://schemas.microsoft.com/office/drawing/2014/main" val="4064520671"/>
                        </a:ext>
                      </a:extLst>
                    </a:gridCol>
                    <a:gridCol w="978982">
                      <a:extLst>
                        <a:ext uri="{9D8B030D-6E8A-4147-A177-3AD203B41FA5}">
                          <a16:colId xmlns:a16="http://schemas.microsoft.com/office/drawing/2014/main" val="334857888"/>
                        </a:ext>
                      </a:extLst>
                    </a:gridCol>
                    <a:gridCol w="1132573">
                      <a:extLst>
                        <a:ext uri="{9D8B030D-6E8A-4147-A177-3AD203B41FA5}">
                          <a16:colId xmlns:a16="http://schemas.microsoft.com/office/drawing/2014/main" val="2120402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Total Money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Principal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Agent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9254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1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14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9</a:t>
                          </a:r>
                          <a:endParaRPr lang="en-SG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03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/>
                            <a:t>State 2 (p=0.5)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0</a:t>
                          </a:r>
                          <a:endParaRPr lang="en-SG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046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Expected Utility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05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SG" sz="105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sz="105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SG" sz="105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+0.5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SG" sz="105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sz="105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rad>
                                <m:r>
                                  <a:rPr lang="en-SG" sz="105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lang="en-SG" sz="105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1298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7B563554-5B56-1528-322B-9A8CC0576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879615"/>
                  </p:ext>
                </p:extLst>
              </p:nvPr>
            </p:nvGraphicFramePr>
            <p:xfrm>
              <a:off x="1201992" y="4097452"/>
              <a:ext cx="4530292" cy="19035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9699">
                      <a:extLst>
                        <a:ext uri="{9D8B030D-6E8A-4147-A177-3AD203B41FA5}">
                          <a16:colId xmlns:a16="http://schemas.microsoft.com/office/drawing/2014/main" val="3263259313"/>
                        </a:ext>
                      </a:extLst>
                    </a:gridCol>
                    <a:gridCol w="1079038">
                      <a:extLst>
                        <a:ext uri="{9D8B030D-6E8A-4147-A177-3AD203B41FA5}">
                          <a16:colId xmlns:a16="http://schemas.microsoft.com/office/drawing/2014/main" val="4064520671"/>
                        </a:ext>
                      </a:extLst>
                    </a:gridCol>
                    <a:gridCol w="978982">
                      <a:extLst>
                        <a:ext uri="{9D8B030D-6E8A-4147-A177-3AD203B41FA5}">
                          <a16:colId xmlns:a16="http://schemas.microsoft.com/office/drawing/2014/main" val="334857888"/>
                        </a:ext>
                      </a:extLst>
                    </a:gridCol>
                    <a:gridCol w="1132573">
                      <a:extLst>
                        <a:ext uri="{9D8B030D-6E8A-4147-A177-3AD203B41FA5}">
                          <a16:colId xmlns:a16="http://schemas.microsoft.com/office/drawing/2014/main" val="212040206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Total Money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Principal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Agent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9254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1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14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9</a:t>
                          </a:r>
                          <a:endParaRPr lang="en-SG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03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/>
                            <a:t>State 2 (p=0.5)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5</a:t>
                          </a:r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/>
                            <a:t>0</a:t>
                          </a:r>
                          <a:endParaRPr lang="en-SG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046914"/>
                      </a:ext>
                    </a:extLst>
                  </a:tr>
                  <a:tr h="64370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Expected Utility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538" t="-197170" r="-1075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1298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4A4D8F41-5FBC-849D-F1B6-22728944BB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0844093"/>
                  </p:ext>
                </p:extLst>
              </p:nvPr>
            </p:nvGraphicFramePr>
            <p:xfrm>
              <a:off x="6578532" y="4097452"/>
              <a:ext cx="4440972" cy="19190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914">
                      <a:extLst>
                        <a:ext uri="{9D8B030D-6E8A-4147-A177-3AD203B41FA5}">
                          <a16:colId xmlns:a16="http://schemas.microsoft.com/office/drawing/2014/main" val="3263259313"/>
                        </a:ext>
                      </a:extLst>
                    </a:gridCol>
                    <a:gridCol w="1028160">
                      <a:extLst>
                        <a:ext uri="{9D8B030D-6E8A-4147-A177-3AD203B41FA5}">
                          <a16:colId xmlns:a16="http://schemas.microsoft.com/office/drawing/2014/main" val="4064520671"/>
                        </a:ext>
                      </a:extLst>
                    </a:gridCol>
                    <a:gridCol w="976655">
                      <a:extLst>
                        <a:ext uri="{9D8B030D-6E8A-4147-A177-3AD203B41FA5}">
                          <a16:colId xmlns:a16="http://schemas.microsoft.com/office/drawing/2014/main" val="334857888"/>
                        </a:ext>
                      </a:extLst>
                    </a:gridCol>
                    <a:gridCol w="1110243">
                      <a:extLst>
                        <a:ext uri="{9D8B030D-6E8A-4147-A177-3AD203B41FA5}">
                          <a16:colId xmlns:a16="http://schemas.microsoft.com/office/drawing/2014/main" val="2120402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Total Money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Principal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Agent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9254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1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03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2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046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Expected Utility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5.5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SG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rad>
                                <m:r>
                                  <a:rPr lang="en-SG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+0.5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SG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rad>
                                <m:r>
                                  <a:rPr lang="en-SG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SG" sz="11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1298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4A4D8F41-5FBC-849D-F1B6-22728944BB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0844093"/>
                  </p:ext>
                </p:extLst>
              </p:nvPr>
            </p:nvGraphicFramePr>
            <p:xfrm>
              <a:off x="6578532" y="4097452"/>
              <a:ext cx="4440972" cy="19190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5914">
                      <a:extLst>
                        <a:ext uri="{9D8B030D-6E8A-4147-A177-3AD203B41FA5}">
                          <a16:colId xmlns:a16="http://schemas.microsoft.com/office/drawing/2014/main" val="3263259313"/>
                        </a:ext>
                      </a:extLst>
                    </a:gridCol>
                    <a:gridCol w="1028160">
                      <a:extLst>
                        <a:ext uri="{9D8B030D-6E8A-4147-A177-3AD203B41FA5}">
                          <a16:colId xmlns:a16="http://schemas.microsoft.com/office/drawing/2014/main" val="4064520671"/>
                        </a:ext>
                      </a:extLst>
                    </a:gridCol>
                    <a:gridCol w="976655">
                      <a:extLst>
                        <a:ext uri="{9D8B030D-6E8A-4147-A177-3AD203B41FA5}">
                          <a16:colId xmlns:a16="http://schemas.microsoft.com/office/drawing/2014/main" val="334857888"/>
                        </a:ext>
                      </a:extLst>
                    </a:gridCol>
                    <a:gridCol w="1110243">
                      <a:extLst>
                        <a:ext uri="{9D8B030D-6E8A-4147-A177-3AD203B41FA5}">
                          <a16:colId xmlns:a16="http://schemas.microsoft.com/office/drawing/2014/main" val="212040206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SG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Total Money 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Principal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b="1" dirty="0"/>
                            <a:t>Agent </a:t>
                          </a:r>
                          <a:br>
                            <a:rPr lang="en-SG" sz="1400" b="1" dirty="0"/>
                          </a:br>
                          <a:r>
                            <a:rPr lang="en-SG" sz="1400" b="1" dirty="0"/>
                            <a:t>($)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9254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1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03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State 2 (p=0.5)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046914"/>
                      </a:ext>
                    </a:extLst>
                  </a:tr>
                  <a:tr h="659257">
                    <a:tc>
                      <a:txBody>
                        <a:bodyPr/>
                        <a:lstStyle/>
                        <a:p>
                          <a:r>
                            <a:rPr lang="en-SG" sz="1400" dirty="0"/>
                            <a:t>Expected Utility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14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1400" dirty="0"/>
                            <a:t>5.5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099" t="-193519" r="-1099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1298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18378-1BF4-5ED3-BD88-DDD78C44A0D7}"/>
                  </a:ext>
                </a:extLst>
              </p:cNvPr>
              <p:cNvSpPr txBox="1"/>
              <p:nvPr/>
            </p:nvSpPr>
            <p:spPr>
              <a:xfrm>
                <a:off x="5581679" y="4877870"/>
                <a:ext cx="10250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800" b="0" i="1" smtClean="0">
                          <a:latin typeface="Cambria Math" panose="02040503050406030204" pitchFamily="18" charset="0"/>
                        </a:rPr>
                        <m:t>≪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18378-1BF4-5ED3-BD88-DDD78C44A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679" y="4877870"/>
                <a:ext cx="102501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911F1C4-3875-FDB6-949A-A2773016A51D}"/>
              </a:ext>
            </a:extLst>
          </p:cNvPr>
          <p:cNvSpPr txBox="1"/>
          <p:nvPr/>
        </p:nvSpPr>
        <p:spPr>
          <a:xfrm>
            <a:off x="6578532" y="5971740"/>
            <a:ext cx="4365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Principal can give less money on average to Agents, with both of them happier!</a:t>
            </a:r>
            <a:endParaRPr lang="en-SG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33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Incentives Contracts with Asymmetric Information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820400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Assume that in a risky environment, 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Agents are risk averse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Principals are risk neutral.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Recall that the socially efficient outcome requires the risk neutral agent to bear more of the risk.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Previously considered contracts are now not/less feasible or become inefficient.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5659E9-D0F3-41C7-AF4C-50730D0E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1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Incentives Contracts with Asymmetric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200" b="1" dirty="0"/>
                  <a:t>Take it or leave it:</a:t>
                </a:r>
                <a:br>
                  <a:rPr lang="en-US" altLang="en-US" sz="2200" dirty="0"/>
                </a:br>
                <a:r>
                  <a:rPr lang="en-US" altLang="en-US" sz="2000" dirty="0"/>
                  <a:t>If based on </a:t>
                </a:r>
                <a:r>
                  <a:rPr lang="en-US" altLang="en-US" sz="2000" dirty="0" err="1"/>
                  <a:t>labour</a:t>
                </a:r>
                <a:r>
                  <a:rPr lang="en-US" altLang="en-US" sz="2000" dirty="0"/>
                  <a:t> input, then cannot implement this incentive if input is not perfectly observed (</a:t>
                </a:r>
                <a:r>
                  <a:rPr lang="en-US" altLang="en-US" sz="2000" dirty="0" err="1"/>
                  <a:t>e.g</a:t>
                </a:r>
                <a:r>
                  <a:rPr lang="en-US" altLang="en-US" sz="2000" dirty="0"/>
                  <a:t> not just hours spent in the firm, which is a noisy measure). If based on output, then missing target by a bit results in 0 payment. Risk is inefficiently spread.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200" b="1" dirty="0"/>
                  <a:t>Wage </a:t>
                </a:r>
                <a:r>
                  <a:rPr lang="en-US" altLang="en-US" sz="2200" b="1" dirty="0" err="1"/>
                  <a:t>labour</a:t>
                </a:r>
                <a:r>
                  <a:rPr lang="en-US" altLang="en-US" sz="2200" b="1" dirty="0"/>
                  <a:t>:</a:t>
                </a:r>
                <a:br>
                  <a:rPr lang="en-US" altLang="en-US" sz="2200" dirty="0"/>
                </a:br>
                <a:r>
                  <a:rPr lang="en-US" altLang="en-US" sz="2000" dirty="0"/>
                  <a:t>Same issues as take it or leave it. If based on </a:t>
                </a:r>
                <a:r>
                  <a:rPr lang="en-US" altLang="en-US" sz="2000" dirty="0" err="1"/>
                  <a:t>labour</a:t>
                </a:r>
                <a:r>
                  <a:rPr lang="en-US" altLang="en-US" sz="2000" dirty="0"/>
                  <a:t> input, can’t actually be implemented. If based on output, then wages will vary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2000" dirty="0"/>
                  <a:t> will not have perfect risk sharing.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2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10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696" r="-9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9E5DB-FB4C-4864-B52D-BFAF1957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30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Incentives Contracts with </a:t>
                </a:r>
                <a:br>
                  <a:rPr lang="en-US" altLang="en-US" sz="4000" dirty="0"/>
                </a:br>
                <a:r>
                  <a:rPr lang="en-US" altLang="en-US" sz="4000" dirty="0"/>
                  <a:t>Asymmetric Information.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7834" b="-14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511973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r>
              <a:rPr lang="en-US" altLang="en-US" sz="2200" b="1" dirty="0"/>
              <a:t>Rental contracts: </a:t>
            </a:r>
            <a:br>
              <a:rPr lang="en-US" altLang="en-US" sz="2200" dirty="0"/>
            </a:br>
            <a:r>
              <a:rPr lang="en-US" altLang="en-US" sz="2000" dirty="0"/>
              <a:t>If output has a random component, worker will have to bear all the risk. This is not efficient if worker is more risk averse than owner. </a:t>
            </a:r>
          </a:p>
          <a:p>
            <a:pPr>
              <a:lnSpc>
                <a:spcPct val="100000"/>
              </a:lnSpc>
            </a:pPr>
            <a:endParaRPr lang="en-US" altLang="en-US" sz="2200" dirty="0"/>
          </a:p>
          <a:p>
            <a:pPr>
              <a:lnSpc>
                <a:spcPct val="100000"/>
              </a:lnSpc>
            </a:pPr>
            <a:r>
              <a:rPr lang="en-US" altLang="en-US" sz="2200" b="1" dirty="0"/>
              <a:t>Sharecropping:</a:t>
            </a:r>
            <a:br>
              <a:rPr lang="en-US" altLang="en-US" sz="2200" dirty="0"/>
            </a:br>
            <a:r>
              <a:rPr lang="en-US" altLang="en-US" sz="2000" dirty="0"/>
              <a:t>This is sort of an in-between. The payment depends in part on observed output, with some fixed payments. This gives the worker some incentive to exert effort, but without bearing all the risk.       </a:t>
            </a:r>
            <a:r>
              <a:rPr lang="en-US" altLang="en-US" sz="2000" i="1" dirty="0"/>
              <a:t>Could serve as something like a </a:t>
            </a:r>
            <a:r>
              <a:rPr lang="en-US" altLang="en-US" sz="2000" i="1" u="sng" dirty="0"/>
              <a:t>second best</a:t>
            </a:r>
            <a:r>
              <a:rPr lang="en-US" altLang="en-US" sz="2000" i="1" dirty="0"/>
              <a:t>..?</a:t>
            </a:r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  <a:p>
            <a:pPr eaLnBrk="1" hangingPunct="1">
              <a:lnSpc>
                <a:spcPct val="100000"/>
              </a:lnSpc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71A81-D1FD-4C7D-9F15-BD807181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33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4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570030" cy="47554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For each of the following statements, state whether they are True or False.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In a risky environment where everyone is risk-neutral, there will </a:t>
            </a:r>
            <a:r>
              <a:rPr lang="en-US" altLang="en-US" sz="2000" u="sng" dirty="0"/>
              <a:t>never be </a:t>
            </a:r>
            <a:r>
              <a:rPr lang="en-US" altLang="en-US" sz="2000" dirty="0"/>
              <a:t>any impact on efficiency. F</a:t>
            </a:r>
          </a:p>
          <a:p>
            <a:pPr marL="342900" indent="-342900">
              <a:buFont typeface="+mj-lt"/>
              <a:buAutoNum type="arabicPeriod"/>
            </a:pPr>
            <a:endParaRPr lang="en-US" alt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In a risky environment where everyone is risk-neutral, there will </a:t>
            </a:r>
            <a:r>
              <a:rPr lang="en-US" altLang="en-US" sz="2000" u="sng" dirty="0"/>
              <a:t>always be </a:t>
            </a:r>
            <a:r>
              <a:rPr lang="en-US" altLang="en-US" sz="2000" dirty="0"/>
              <a:t>an impact on efficiency. F</a:t>
            </a:r>
          </a:p>
          <a:p>
            <a:pPr marL="342900" indent="-342900">
              <a:buFont typeface="+mj-lt"/>
              <a:buAutoNum type="arabicPeriod"/>
            </a:pPr>
            <a:endParaRPr lang="en-US" alt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In a risky environment where agents are risk neutral while the principal is risk-averse, it is efficient for all risk to be assigned to the principal. </a:t>
            </a:r>
            <a:r>
              <a:rPr lang="en-US" altLang="en-US" sz="2000"/>
              <a:t>F</a:t>
            </a:r>
            <a:endParaRPr lang="en-US" altLang="en-US" sz="2000" dirty="0"/>
          </a:p>
          <a:p>
            <a:pPr marL="342900" indent="-342900">
              <a:buFont typeface="+mj-lt"/>
              <a:buAutoNum type="arabicPeriod"/>
            </a:pPr>
            <a:endParaRPr lang="en-US" altLang="en-US" sz="2000" dirty="0"/>
          </a:p>
          <a:p>
            <a:pPr marL="342900" indent="-342900">
              <a:buFont typeface="+mj-lt"/>
              <a:buAutoNum type="arabicPeriod"/>
            </a:pPr>
            <a:endParaRPr lang="en-US" altLang="en-US" sz="2000" dirty="0"/>
          </a:p>
          <a:p>
            <a:pPr marL="457200" indent="-457200">
              <a:buFont typeface="+mj-lt"/>
              <a:buAutoNum type="arabicPeriod"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88251-4A80-A4C9-164E-A8EEBBB36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968" y="278545"/>
            <a:ext cx="1641226" cy="163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616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General Optimal Contracts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484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90781-80F7-86A7-5A7A-A80B1C759C91}"/>
              </a:ext>
            </a:extLst>
          </p:cNvPr>
          <p:cNvSpPr/>
          <p:nvPr/>
        </p:nvSpPr>
        <p:spPr>
          <a:xfrm>
            <a:off x="740537" y="1824228"/>
            <a:ext cx="10922635" cy="2615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6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altLang="en-US" sz="4000" dirty="0"/>
                  <a:t>Employment </a:t>
                </a:r>
                <a14:m>
                  <m:oMath xmlns:m="http://schemas.openxmlformats.org/officeDocument/2006/math">
                    <m:r>
                      <a:rPr lang="en-US" alt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4000" dirty="0"/>
                  <a:t> Incentives Contracts with </a:t>
                </a:r>
                <a:br>
                  <a:rPr lang="en-US" altLang="en-US" sz="4000" dirty="0"/>
                </a:br>
                <a:r>
                  <a:rPr lang="en-US" altLang="en-US" sz="4000" dirty="0"/>
                  <a:t>Asymmetric Information</a:t>
                </a:r>
              </a:p>
            </p:txBody>
          </p:sp>
        </mc:Choice>
        <mc:Fallback xmlns="">
          <p:sp>
            <p:nvSpPr>
              <p:cNvPr id="8396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7834" b="-147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511973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In an optimal contract, a risk neutral principal trades off </a:t>
            </a:r>
            <a:r>
              <a:rPr lang="en-US" altLang="en-US" sz="2000" b="1" dirty="0"/>
              <a:t>motivating effort </a:t>
            </a:r>
            <a:r>
              <a:rPr lang="en-US" altLang="en-US" sz="2000" dirty="0"/>
              <a:t>(which requires agents’ income to vary </a:t>
            </a:r>
            <a:r>
              <a:rPr lang="en-US" altLang="en-US" sz="2000" u="sng" dirty="0"/>
              <a:t>more</a:t>
            </a:r>
            <a:r>
              <a:rPr lang="en-US" altLang="en-US" sz="2000" dirty="0"/>
              <a:t> with output) with gains made from </a:t>
            </a:r>
            <a:r>
              <a:rPr lang="en-US" altLang="en-US" sz="2000" b="1" dirty="0"/>
              <a:t>providing insurance </a:t>
            </a:r>
            <a:r>
              <a:rPr lang="en-US" altLang="en-US" sz="2000" dirty="0"/>
              <a:t>to risk-averse agents (which requires agents’ income to vary </a:t>
            </a:r>
            <a:r>
              <a:rPr lang="en-US" altLang="en-US" sz="2000" u="sng" dirty="0"/>
              <a:t>less</a:t>
            </a:r>
            <a:r>
              <a:rPr lang="en-US" altLang="en-US" sz="2000" dirty="0"/>
              <a:t> with output). 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This gives us a </a:t>
            </a:r>
            <a:r>
              <a:rPr lang="en-US" altLang="en-US" sz="2000" b="1" dirty="0">
                <a:solidFill>
                  <a:srgbClr val="0000FF"/>
                </a:solidFill>
              </a:rPr>
              <a:t>second-best outcome </a:t>
            </a:r>
            <a:r>
              <a:rPr lang="en-US" altLang="en-US" sz="2000" dirty="0"/>
              <a:t>compared to the first-best outcome when effort can be (indirectly) observed.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A large body of work in economics: contract and information theory deals with this.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3F087-B7D5-4C08-9952-7B38009C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71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3DE730-ECCD-4B11-BD81-8AB4369BE12C}"/>
              </a:ext>
            </a:extLst>
          </p:cNvPr>
          <p:cNvSpPr/>
          <p:nvPr/>
        </p:nvSpPr>
        <p:spPr>
          <a:xfrm>
            <a:off x="427538" y="2711382"/>
            <a:ext cx="11327074" cy="2656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Designing optimal contracts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In general, suppose we denote the parameters of the wage contract by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sz="2000" dirty="0"/>
                  <a:t> and consider wage contracts of the form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altLang="en-US" sz="2000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altLang="en-US" sz="2000" dirty="0"/>
                  <a:t>An optimal wage contract given a </a:t>
                </a:r>
                <a:r>
                  <a:rPr lang="en-US" altLang="en-US" sz="2000" b="1" dirty="0"/>
                  <a:t>risk neutral</a:t>
                </a:r>
                <a:r>
                  <a:rPr lang="en-US" altLang="en-US" sz="2000" dirty="0"/>
                  <a:t> principal and </a:t>
                </a:r>
                <a:r>
                  <a:rPr lang="en-US" altLang="en-US" sz="2000" b="1" dirty="0"/>
                  <a:t>risk averse</a:t>
                </a:r>
                <a:r>
                  <a:rPr lang="en-US" altLang="en-US" sz="2000" dirty="0"/>
                  <a:t> agent is one which satisfies the following: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en-US" sz="20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s.t</a:t>
                </a:r>
                <a:endParaRPr lang="en-US" altLang="en-US" sz="2000" b="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en-US" sz="2000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SG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SG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)]≥</m:t>
                    </m:r>
                    <m:acc>
                      <m:accPr>
                        <m:chr m:val="̃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en-US" sz="2000" dirty="0"/>
                  <a:t>    </a:t>
                </a:r>
                <a:r>
                  <a:rPr lang="en-US" altLang="en-US" sz="2000" b="1" dirty="0"/>
                  <a:t>(Participation constraint)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SG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SG" alt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𝑎𝑟𝑔𝑚𝑎𝑥</m:t>
                            </m:r>
                          </m:e>
                          <m:lim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altLang="en-US" sz="200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altLang="en-US" sz="200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func>
                  </m:oMath>
                </a14:m>
                <a:r>
                  <a:rPr lang="en-US" altLang="en-US" sz="2000" dirty="0"/>
                  <a:t>   </a:t>
                </a:r>
                <a:r>
                  <a:rPr lang="en-US" altLang="en-US" sz="2000" b="1" dirty="0"/>
                  <a:t>(Incentive 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compatibility </a:t>
                </a:r>
                <a:r>
                  <a:rPr lang="en-US" altLang="en-US" sz="2000" b="1" dirty="0"/>
                  <a:t>constraint)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SG" altLang="en-US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SG" altLang="en-US" sz="2000" b="0" dirty="0"/>
                  <a:t>If there is </a:t>
                </a:r>
                <a:r>
                  <a:rPr lang="en-SG" altLang="en-US" sz="2000" b="1" dirty="0">
                    <a:solidFill>
                      <a:srgbClr val="0000FF"/>
                    </a:solidFill>
                  </a:rPr>
                  <a:t>limited liability</a:t>
                </a:r>
                <a:r>
                  <a:rPr lang="en-SG" altLang="en-US" sz="2000" b="0" dirty="0"/>
                  <a:t>, then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SG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SG" alt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in every realized state.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altLang="en-US" sz="2000" dirty="0"/>
              </a:p>
              <a:p>
                <a:pPr>
                  <a:lnSpc>
                    <a:spcPct val="10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39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0877"/>
                <a:ext cx="10511973" cy="4755473"/>
              </a:xfrm>
              <a:blipFill>
                <a:blip r:embed="rId3"/>
                <a:stretch>
                  <a:fillRect l="-522" t="-769" b="-3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3F087-B7D5-4C08-9952-7B38009C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96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Key Learning Outcomes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511973" cy="47554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000" dirty="0"/>
              <a:t>Understand how imperfect information about actions lead to problems of moral hazard.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Differences from the first best.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en-US" sz="16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Know the different elements of contracts and solving for </a:t>
            </a:r>
            <a:r>
              <a:rPr lang="en-US" altLang="en-US" sz="2000"/>
              <a:t>optimal contracts.</a:t>
            </a:r>
            <a:endParaRPr lang="en-US" altLang="en-US" sz="2000" dirty="0"/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Incentive compatibility constraint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Participation constraint</a:t>
            </a:r>
          </a:p>
          <a:p>
            <a:pPr lvl="1">
              <a:lnSpc>
                <a:spcPct val="100000"/>
              </a:lnSpc>
            </a:pPr>
            <a:endParaRPr lang="en-US" altLang="en-US" sz="1800" dirty="0"/>
          </a:p>
          <a:p>
            <a:pPr>
              <a:lnSpc>
                <a:spcPct val="100000"/>
              </a:lnSpc>
            </a:pPr>
            <a:r>
              <a:rPr lang="en-US" altLang="en-US" sz="2000" dirty="0"/>
              <a:t>Understand when can contracts achieve the first best, and when they can’t.</a:t>
            </a:r>
            <a:endParaRPr lang="en-US" altLang="en-US" sz="1600" dirty="0"/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With and without risk</a:t>
            </a:r>
          </a:p>
          <a:p>
            <a:pPr lvl="1">
              <a:lnSpc>
                <a:spcPct val="100000"/>
              </a:lnSpc>
            </a:pPr>
            <a:r>
              <a:rPr lang="en-US" altLang="en-US" sz="1800" dirty="0"/>
              <a:t>With and without limited liability</a:t>
            </a:r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BF6FD9-9F28-4FF2-9EB3-1A3D2912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2091-0F72-4967-9711-271553063E6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22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Readings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482944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200" dirty="0"/>
              <a:t>Varian, Chapter 38</a:t>
            </a:r>
          </a:p>
          <a:p>
            <a:pPr eaLnBrk="1" hangingPunct="1"/>
            <a:r>
              <a:rPr lang="en-US" altLang="en-US" sz="2200" dirty="0">
                <a:hlinkClick r:id="rId2"/>
              </a:rPr>
              <a:t>https://marginalrevolution.com/marginalrevolution/2024/05/migrants-at-sea-unintended-consequences-of-search-and-rescue-operations.html</a:t>
            </a:r>
            <a:r>
              <a:rPr lang="en-US" altLang="en-US" sz="22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CC41A-AAD0-42BC-BA36-D4364235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09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5174</TotalTime>
  <Words>3891</Words>
  <Application>Microsoft Office PowerPoint</Application>
  <PresentationFormat>Widescreen</PresentationFormat>
  <Paragraphs>510</Paragraphs>
  <Slides>46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Office Theme</vt:lpstr>
      <vt:lpstr>Asymmetric Information II HE3001, Microeconomics 3 Nanyang Technological University</vt:lpstr>
      <vt:lpstr>Introduction</vt:lpstr>
      <vt:lpstr>Examples of Moral hazard</vt:lpstr>
      <vt:lpstr>Examples of Moral hazard</vt:lpstr>
      <vt:lpstr>Review Questions 1</vt:lpstr>
      <vt:lpstr>Moral Hazard and Employment</vt:lpstr>
      <vt:lpstr>Contract Design (Principal-Agent Problems)</vt:lpstr>
      <vt:lpstr>Moral Hazard and Employment</vt:lpstr>
      <vt:lpstr>Contract Design with Perfect Information</vt:lpstr>
      <vt:lpstr>Moral Hazard and Employment</vt:lpstr>
      <vt:lpstr>Moral Hazard and Employment</vt:lpstr>
      <vt:lpstr>Review Questions 2</vt:lpstr>
      <vt:lpstr>The First Best Outcome</vt:lpstr>
      <vt:lpstr>Moral Hazard and Employment - First Best</vt:lpstr>
      <vt:lpstr>Moral Hazard and Employment - First Best</vt:lpstr>
      <vt:lpstr>Moral Hazard and Employment - First Best</vt:lpstr>
      <vt:lpstr>Contracts Under Perfect Information</vt:lpstr>
      <vt:lpstr>Moral Hazard and Employment - Incentives Contracts</vt:lpstr>
      <vt:lpstr>Moral Hazard and Employment - Incentives Contracts</vt:lpstr>
      <vt:lpstr>Moral Hazard and Employment - Incentives Contracts</vt:lpstr>
      <vt:lpstr>Take it or Leave it with Perfect Information </vt:lpstr>
      <vt:lpstr>Wage Labour with Perfect Information</vt:lpstr>
      <vt:lpstr>Wage Labour with Perfect Information</vt:lpstr>
      <vt:lpstr>Rental Contracts with Perfect Information</vt:lpstr>
      <vt:lpstr>A non-optimal wage scheme?</vt:lpstr>
      <vt:lpstr>Review Questions 3</vt:lpstr>
      <vt:lpstr>Contracts Under Imperfect Information</vt:lpstr>
      <vt:lpstr>Discussion</vt:lpstr>
      <vt:lpstr>Adding Risk..</vt:lpstr>
      <vt:lpstr>Adding Risk..</vt:lpstr>
      <vt:lpstr>Contracts under Risk and Limited Liability</vt:lpstr>
      <vt:lpstr>Incentive contracts with risk</vt:lpstr>
      <vt:lpstr>Incentive contracts with risk</vt:lpstr>
      <vt:lpstr>Incentive contracts with risk (No limited liability)</vt:lpstr>
      <vt:lpstr>Incentive contracts with risk (With limited liability)</vt:lpstr>
      <vt:lpstr>Contracts under Risk and Risk Aversion</vt:lpstr>
      <vt:lpstr>When agents are risk averse…</vt:lpstr>
      <vt:lpstr>Incentives Contracts with Asymmetric Information</vt:lpstr>
      <vt:lpstr>Incentives Contracts with Asymmetric Information</vt:lpstr>
      <vt:lpstr>Employment - Incentives Contracts with  Asymmetric Information.</vt:lpstr>
      <vt:lpstr>Review Questions 4</vt:lpstr>
      <vt:lpstr>General Optimal Contracts</vt:lpstr>
      <vt:lpstr>Employment - Incentives Contracts with  Asymmetric Information</vt:lpstr>
      <vt:lpstr>Designing optimal contracts</vt:lpstr>
      <vt:lpstr>Key Learning Outcomes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Information</dc:title>
  <dc:creator>Jonathan Yeo</dc:creator>
  <cp:lastModifiedBy>issac goh</cp:lastModifiedBy>
  <cp:revision>282</cp:revision>
  <dcterms:created xsi:type="dcterms:W3CDTF">2020-11-26T10:19:38Z</dcterms:created>
  <dcterms:modified xsi:type="dcterms:W3CDTF">2024-09-22T07:29:02Z</dcterms:modified>
</cp:coreProperties>
</file>