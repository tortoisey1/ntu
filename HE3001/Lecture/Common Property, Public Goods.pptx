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419" r:id="rId3"/>
    <p:sldId id="258" r:id="rId4"/>
    <p:sldId id="420" r:id="rId5"/>
    <p:sldId id="259" r:id="rId6"/>
    <p:sldId id="421" r:id="rId7"/>
    <p:sldId id="261" r:id="rId8"/>
    <p:sldId id="398" r:id="rId9"/>
    <p:sldId id="399" r:id="rId10"/>
    <p:sldId id="422" r:id="rId11"/>
    <p:sldId id="400" r:id="rId12"/>
    <p:sldId id="262" r:id="rId13"/>
    <p:sldId id="263" r:id="rId14"/>
    <p:sldId id="415" r:id="rId15"/>
    <p:sldId id="423" r:id="rId16"/>
    <p:sldId id="268" r:id="rId17"/>
    <p:sldId id="266" r:id="rId18"/>
    <p:sldId id="267" r:id="rId19"/>
    <p:sldId id="403" r:id="rId20"/>
    <p:sldId id="424" r:id="rId21"/>
    <p:sldId id="431" r:id="rId22"/>
    <p:sldId id="432" r:id="rId23"/>
    <p:sldId id="433" r:id="rId24"/>
    <p:sldId id="438" r:id="rId25"/>
    <p:sldId id="405" r:id="rId26"/>
    <p:sldId id="429" r:id="rId27"/>
    <p:sldId id="434" r:id="rId28"/>
    <p:sldId id="425" r:id="rId29"/>
    <p:sldId id="430" r:id="rId30"/>
    <p:sldId id="407" r:id="rId31"/>
    <p:sldId id="408" r:id="rId32"/>
    <p:sldId id="409" r:id="rId33"/>
    <p:sldId id="410" r:id="rId34"/>
    <p:sldId id="411" r:id="rId35"/>
    <p:sldId id="437" r:id="rId36"/>
    <p:sldId id="418" r:id="rId37"/>
    <p:sldId id="412" r:id="rId38"/>
    <p:sldId id="426" r:id="rId39"/>
    <p:sldId id="427" r:id="rId40"/>
    <p:sldId id="413" r:id="rId41"/>
    <p:sldId id="428" r:id="rId42"/>
    <p:sldId id="414" r:id="rId43"/>
    <p:sldId id="416" r:id="rId44"/>
    <p:sldId id="439" r:id="rId45"/>
    <p:sldId id="396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7E30F4-39BE-8140-DE35-02AE8001C628}" name="Yeo Xiong Wei, Jonathan" initials="JY" userId="S::JONATHANYEO@staff.main.ntu.edu.sg::ac2b658e-7ce1-44bb-9f9f-bf4198ceaa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E3BB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F14521-06B7-454A-93DE-F0E5DFE73EFA}" v="1618" dt="2024-10-07T06:39:49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689" autoAdjust="0"/>
  </p:normalViewPr>
  <p:slideViewPr>
    <p:cSldViewPr snapToGrid="0">
      <p:cViewPr varScale="1">
        <p:scale>
          <a:sx n="87" d="100"/>
          <a:sy n="87" d="100"/>
        </p:scale>
        <p:origin x="49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 Xiong Wei, Jonathan" userId="ac2b658e-7ce1-44bb-9f9f-bf4198ceaa29" providerId="ADAL" clId="{9C511B0A-2E85-430E-A739-F7D77D4FE46D}"/>
    <pc:docChg chg="undo custSel addSld modSld sldOrd modMainMaster">
      <pc:chgData name="Yeo Xiong Wei, Jonathan" userId="ac2b658e-7ce1-44bb-9f9f-bf4198ceaa29" providerId="ADAL" clId="{9C511B0A-2E85-430E-A739-F7D77D4FE46D}" dt="2024-06-29T03:24:15.308" v="1232" actId="14100"/>
      <pc:docMkLst>
        <pc:docMk/>
      </pc:docMkLst>
      <pc:sldChg chg="addSp delSp modSp mod">
        <pc:chgData name="Yeo Xiong Wei, Jonathan" userId="ac2b658e-7ce1-44bb-9f9f-bf4198ceaa29" providerId="ADAL" clId="{9C511B0A-2E85-430E-A739-F7D77D4FE46D}" dt="2024-06-29T02:31:45.523" v="2"/>
        <pc:sldMkLst>
          <pc:docMk/>
          <pc:sldMk cId="3333402940" sldId="256"/>
        </pc:sldMkLst>
        <pc:spChg chg="mod">
          <ac:chgData name="Yeo Xiong Wei, Jonathan" userId="ac2b658e-7ce1-44bb-9f9f-bf4198ceaa29" providerId="ADAL" clId="{9C511B0A-2E85-430E-A739-F7D77D4FE46D}" dt="2024-06-29T02:31:43.229" v="1" actId="113"/>
          <ac:spMkLst>
            <pc:docMk/>
            <pc:sldMk cId="3333402940" sldId="256"/>
            <ac:spMk id="2" creationId="{DA38B41C-C5F3-44B9-92FB-11A602519026}"/>
          </ac:spMkLst>
        </pc:spChg>
        <pc:spChg chg="mod">
          <ac:chgData name="Yeo Xiong Wei, Jonathan" userId="ac2b658e-7ce1-44bb-9f9f-bf4198ceaa29" providerId="ADAL" clId="{9C511B0A-2E85-430E-A739-F7D77D4FE46D}" dt="2024-06-29T02:31:45.523" v="2"/>
          <ac:spMkLst>
            <pc:docMk/>
            <pc:sldMk cId="3333402940" sldId="256"/>
            <ac:spMk id="3" creationId="{998871C3-F454-4764-88F0-979E1F37639F}"/>
          </ac:spMkLst>
        </pc:spChg>
        <pc:spChg chg="mod">
          <ac:chgData name="Yeo Xiong Wei, Jonathan" userId="ac2b658e-7ce1-44bb-9f9f-bf4198ceaa29" providerId="ADAL" clId="{9C511B0A-2E85-430E-A739-F7D77D4FE46D}" dt="2024-06-29T02:31:17.567" v="0" actId="26606"/>
          <ac:spMkLst>
            <pc:docMk/>
            <pc:sldMk cId="3333402940" sldId="256"/>
            <ac:spMk id="4" creationId="{1758DF55-7935-42BB-9357-48DC09961C16}"/>
          </ac:spMkLst>
        </pc:spChg>
        <pc:spChg chg="del">
          <ac:chgData name="Yeo Xiong Wei, Jonathan" userId="ac2b658e-7ce1-44bb-9f9f-bf4198ceaa29" providerId="ADAL" clId="{9C511B0A-2E85-430E-A739-F7D77D4FE46D}" dt="2024-06-29T02:31:17.567" v="0" actId="26606"/>
          <ac:spMkLst>
            <pc:docMk/>
            <pc:sldMk cId="3333402940" sldId="256"/>
            <ac:spMk id="8" creationId="{1EADCAF8-8823-4E89-8612-21029831A4B2}"/>
          </ac:spMkLst>
        </pc:spChg>
        <pc:spChg chg="del">
          <ac:chgData name="Yeo Xiong Wei, Jonathan" userId="ac2b658e-7ce1-44bb-9f9f-bf4198ceaa29" providerId="ADAL" clId="{9C511B0A-2E85-430E-A739-F7D77D4FE46D}" dt="2024-06-29T02:31:17.567" v="0" actId="26606"/>
          <ac:spMkLst>
            <pc:docMk/>
            <pc:sldMk cId="3333402940" sldId="256"/>
            <ac:spMk id="10" creationId="{28CA07B2-0819-4B62-9425-7A52BBDD7070}"/>
          </ac:spMkLst>
        </pc:spChg>
        <pc:spChg chg="add">
          <ac:chgData name="Yeo Xiong Wei, Jonathan" userId="ac2b658e-7ce1-44bb-9f9f-bf4198ceaa29" providerId="ADAL" clId="{9C511B0A-2E85-430E-A739-F7D77D4FE46D}" dt="2024-06-29T02:31:17.567" v="0" actId="26606"/>
          <ac:spMkLst>
            <pc:docMk/>
            <pc:sldMk cId="3333402940" sldId="256"/>
            <ac:spMk id="25" creationId="{32E62931-8EB4-42BB-BAAB-D8757BE66D8E}"/>
          </ac:spMkLst>
        </pc:spChg>
        <pc:grpChg chg="del">
          <ac:chgData name="Yeo Xiong Wei, Jonathan" userId="ac2b658e-7ce1-44bb-9f9f-bf4198ceaa29" providerId="ADAL" clId="{9C511B0A-2E85-430E-A739-F7D77D4FE46D}" dt="2024-06-29T02:31:17.567" v="0" actId="26606"/>
          <ac:grpSpMkLst>
            <pc:docMk/>
            <pc:sldMk cId="3333402940" sldId="256"/>
            <ac:grpSpMk id="12" creationId="{DA02BEE4-A5D4-40AF-882D-49D34B086FFF}"/>
          </ac:grpSpMkLst>
        </pc:grpChg>
        <pc:picChg chg="add">
          <ac:chgData name="Yeo Xiong Wei, Jonathan" userId="ac2b658e-7ce1-44bb-9f9f-bf4198ceaa29" providerId="ADAL" clId="{9C511B0A-2E85-430E-A739-F7D77D4FE46D}" dt="2024-06-29T02:31:17.567" v="0" actId="26606"/>
          <ac:picMkLst>
            <pc:docMk/>
            <pc:sldMk cId="3333402940" sldId="256"/>
            <ac:picMk id="21" creationId="{F615D8E2-BFF9-32B9-96F2-75A381F3FFFD}"/>
          </ac:picMkLst>
        </pc:picChg>
      </pc:sldChg>
      <pc:sldChg chg="addSp modSp mod">
        <pc:chgData name="Yeo Xiong Wei, Jonathan" userId="ac2b658e-7ce1-44bb-9f9f-bf4198ceaa29" providerId="ADAL" clId="{9C511B0A-2E85-430E-A739-F7D77D4FE46D}" dt="2024-06-29T02:40:09.622" v="265" actId="1076"/>
        <pc:sldMkLst>
          <pc:docMk/>
          <pc:sldMk cId="2624820659" sldId="259"/>
        </pc:sldMkLst>
        <pc:spChg chg="add mod or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12" creationId="{FBFB76DC-983C-A292-501E-ED33EA1CC63E}"/>
          </ac:spMkLst>
        </pc:spChg>
        <pc:spChg chg="add 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13" creationId="{183B50C9-7FFE-A723-9E4A-31DCDCB7D171}"/>
          </ac:spMkLst>
        </pc:spChg>
        <pc:spChg chg="add 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14" creationId="{1BA6EAB3-3C25-3A36-09F4-B49AA2E013D9}"/>
          </ac:spMkLst>
        </pc:spChg>
        <pc:spChg chg="add 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15" creationId="{BD9C2F14-F7AF-60F2-96D7-3E93C0ADC131}"/>
          </ac:spMkLst>
        </pc:spChg>
        <pc:spChg chg="add mod">
          <ac:chgData name="Yeo Xiong Wei, Jonathan" userId="ac2b658e-7ce1-44bb-9f9f-bf4198ceaa29" providerId="ADAL" clId="{9C511B0A-2E85-430E-A739-F7D77D4FE46D}" dt="2024-06-29T02:37:16.231" v="134" actId="1076"/>
          <ac:spMkLst>
            <pc:docMk/>
            <pc:sldMk cId="2624820659" sldId="259"/>
            <ac:spMk id="17" creationId="{008553AC-A6E8-68ED-ABB1-79F9BCAEB20F}"/>
          </ac:spMkLst>
        </pc:spChg>
        <pc:spChg chg="add mod">
          <ac:chgData name="Yeo Xiong Wei, Jonathan" userId="ac2b658e-7ce1-44bb-9f9f-bf4198ceaa29" providerId="ADAL" clId="{9C511B0A-2E85-430E-A739-F7D77D4FE46D}" dt="2024-06-29T02:37:16.231" v="134" actId="1076"/>
          <ac:spMkLst>
            <pc:docMk/>
            <pc:sldMk cId="2624820659" sldId="259"/>
            <ac:spMk id="18" creationId="{9FCAB801-7C0D-B8D2-7BA0-EC3EBAA51F29}"/>
          </ac:spMkLst>
        </pc:spChg>
        <pc:spChg chg="add mod">
          <ac:chgData name="Yeo Xiong Wei, Jonathan" userId="ac2b658e-7ce1-44bb-9f9f-bf4198ceaa29" providerId="ADAL" clId="{9C511B0A-2E85-430E-A739-F7D77D4FE46D}" dt="2024-06-29T02:37:16.231" v="134" actId="1076"/>
          <ac:spMkLst>
            <pc:docMk/>
            <pc:sldMk cId="2624820659" sldId="259"/>
            <ac:spMk id="19" creationId="{DCAF5B04-CFA8-7CC5-2AFD-A1565BDB2398}"/>
          </ac:spMkLst>
        </pc:spChg>
        <pc:spChg chg="add mod">
          <ac:chgData name="Yeo Xiong Wei, Jonathan" userId="ac2b658e-7ce1-44bb-9f9f-bf4198ceaa29" providerId="ADAL" clId="{9C511B0A-2E85-430E-A739-F7D77D4FE46D}" dt="2024-06-29T02:37:16.231" v="134" actId="1076"/>
          <ac:spMkLst>
            <pc:docMk/>
            <pc:sldMk cId="2624820659" sldId="259"/>
            <ac:spMk id="20" creationId="{D74600DB-A8CC-C226-40CD-2550841EDDED}"/>
          </ac:spMkLst>
        </pc:spChg>
        <pc:spChg chg="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22" creationId="{EAA40651-2500-264A-558B-5D411E644BEE}"/>
          </ac:spMkLst>
        </pc:spChg>
        <pc:spChg chg="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23" creationId="{662A2594-FCD0-6848-461E-0C5F7E8E90F1}"/>
          </ac:spMkLst>
        </pc:spChg>
        <pc:spChg chg="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24" creationId="{66CFCEF4-E81A-6785-CDBA-ADA5A7616294}"/>
          </ac:spMkLst>
        </pc:spChg>
        <pc:spChg chg="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25" creationId="{7DF9BA5E-8220-F0D7-7541-84168850A61B}"/>
          </ac:spMkLst>
        </pc:spChg>
        <pc:spChg chg="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27" creationId="{0C0E022F-C685-CFD0-26E8-93624C2C2E3A}"/>
          </ac:spMkLst>
        </pc:spChg>
        <pc:spChg chg="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28" creationId="{F09F5011-7AFC-ABD4-6997-695C89360E34}"/>
          </ac:spMkLst>
        </pc:spChg>
        <pc:spChg chg="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29" creationId="{DEB830A2-8C25-5411-2DB7-5CE1C6593D6F}"/>
          </ac:spMkLst>
        </pc:spChg>
        <pc:spChg chg="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30" creationId="{EB148972-022F-9247-3939-90F6280EF66D}"/>
          </ac:spMkLst>
        </pc:spChg>
        <pc:spChg chg="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32" creationId="{0736DE5A-7F0D-3778-C8BC-AF541E8E456C}"/>
          </ac:spMkLst>
        </pc:spChg>
        <pc:spChg chg="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33" creationId="{B230C4C7-ECE1-7EBE-DF11-8E93E82C0082}"/>
          </ac:spMkLst>
        </pc:spChg>
        <pc:spChg chg="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34" creationId="{FA07C6CF-6652-BA3F-CF2D-F0245615A82F}"/>
          </ac:spMkLst>
        </pc:spChg>
        <pc:spChg chg="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35" creationId="{FED9D273-45D7-F4CA-9C03-0C4962190B17}"/>
          </ac:spMkLst>
        </pc:spChg>
        <pc:spChg chg="add mod">
          <ac:chgData name="Yeo Xiong Wei, Jonathan" userId="ac2b658e-7ce1-44bb-9f9f-bf4198ceaa29" providerId="ADAL" clId="{9C511B0A-2E85-430E-A739-F7D77D4FE46D}" dt="2024-06-29T02:39:45.437" v="216" actId="207"/>
          <ac:spMkLst>
            <pc:docMk/>
            <pc:sldMk cId="2624820659" sldId="259"/>
            <ac:spMk id="36" creationId="{81C8E271-DA28-717D-6A30-B748FEF956F5}"/>
          </ac:spMkLst>
        </pc:spChg>
        <pc:grpChg chg="add mod">
          <ac:chgData name="Yeo Xiong Wei, Jonathan" userId="ac2b658e-7ce1-44bb-9f9f-bf4198ceaa29" providerId="ADAL" clId="{9C511B0A-2E85-430E-A739-F7D77D4FE46D}" dt="2024-06-29T02:39:45.437" v="216" actId="207"/>
          <ac:grpSpMkLst>
            <pc:docMk/>
            <pc:sldMk cId="2624820659" sldId="259"/>
            <ac:grpSpMk id="16" creationId="{5CBFEBDA-03E3-9376-B91C-14429DFD89A0}"/>
          </ac:grpSpMkLst>
        </pc:grpChg>
        <pc:grpChg chg="add mod">
          <ac:chgData name="Yeo Xiong Wei, Jonathan" userId="ac2b658e-7ce1-44bb-9f9f-bf4198ceaa29" providerId="ADAL" clId="{9C511B0A-2E85-430E-A739-F7D77D4FE46D}" dt="2024-06-29T02:39:45.437" v="216" actId="207"/>
          <ac:grpSpMkLst>
            <pc:docMk/>
            <pc:sldMk cId="2624820659" sldId="259"/>
            <ac:grpSpMk id="21" creationId="{FD58A20E-A25A-A1F2-59A3-0867E7C3E5EA}"/>
          </ac:grpSpMkLst>
        </pc:grpChg>
        <pc:grpChg chg="add mod">
          <ac:chgData name="Yeo Xiong Wei, Jonathan" userId="ac2b658e-7ce1-44bb-9f9f-bf4198ceaa29" providerId="ADAL" clId="{9C511B0A-2E85-430E-A739-F7D77D4FE46D}" dt="2024-06-29T02:39:45.437" v="216" actId="207"/>
          <ac:grpSpMkLst>
            <pc:docMk/>
            <pc:sldMk cId="2624820659" sldId="259"/>
            <ac:grpSpMk id="26" creationId="{14BFDC04-DCB2-9547-0938-F8D63A45CA13}"/>
          </ac:grpSpMkLst>
        </pc:grpChg>
        <pc:grpChg chg="add mod">
          <ac:chgData name="Yeo Xiong Wei, Jonathan" userId="ac2b658e-7ce1-44bb-9f9f-bf4198ceaa29" providerId="ADAL" clId="{9C511B0A-2E85-430E-A739-F7D77D4FE46D}" dt="2024-06-29T02:39:45.437" v="216" actId="207"/>
          <ac:grpSpMkLst>
            <pc:docMk/>
            <pc:sldMk cId="2624820659" sldId="259"/>
            <ac:grpSpMk id="31" creationId="{CE839588-45A2-79EC-0C8E-B4B4D9F5C22A}"/>
          </ac:grpSpMkLst>
        </pc:grpChg>
        <pc:grpChg chg="add mod ord">
          <ac:chgData name="Yeo Xiong Wei, Jonathan" userId="ac2b658e-7ce1-44bb-9f9f-bf4198ceaa29" providerId="ADAL" clId="{9C511B0A-2E85-430E-A739-F7D77D4FE46D}" dt="2024-06-29T02:40:03.221" v="245" actId="1038"/>
          <ac:grpSpMkLst>
            <pc:docMk/>
            <pc:sldMk cId="2624820659" sldId="259"/>
            <ac:grpSpMk id="37" creationId="{64240C2F-C850-B667-C766-784E16447A91}"/>
          </ac:grpSpMkLst>
        </pc:grpChg>
        <pc:picChg chg="mod">
          <ac:chgData name="Yeo Xiong Wei, Jonathan" userId="ac2b658e-7ce1-44bb-9f9f-bf4198ceaa29" providerId="ADAL" clId="{9C511B0A-2E85-430E-A739-F7D77D4FE46D}" dt="2024-06-29T02:40:09.622" v="265" actId="1076"/>
          <ac:picMkLst>
            <pc:docMk/>
            <pc:sldMk cId="2624820659" sldId="259"/>
            <ac:picMk id="9" creationId="{95D47A1C-A23B-92A1-E0ED-EA0D75CAEA3F}"/>
          </ac:picMkLst>
        </pc:picChg>
        <pc:picChg chg="mod">
          <ac:chgData name="Yeo Xiong Wei, Jonathan" userId="ac2b658e-7ce1-44bb-9f9f-bf4198ceaa29" providerId="ADAL" clId="{9C511B0A-2E85-430E-A739-F7D77D4FE46D}" dt="2024-06-29T02:40:06.951" v="264" actId="1036"/>
          <ac:picMkLst>
            <pc:docMk/>
            <pc:sldMk cId="2624820659" sldId="259"/>
            <ac:picMk id="10" creationId="{9F0A3011-1E98-B011-7EF3-F280C32A8353}"/>
          </ac:picMkLst>
        </pc:picChg>
      </pc:sldChg>
      <pc:sldChg chg="modSp modAnim">
        <pc:chgData name="Yeo Xiong Wei, Jonathan" userId="ac2b658e-7ce1-44bb-9f9f-bf4198ceaa29" providerId="ADAL" clId="{9C511B0A-2E85-430E-A739-F7D77D4FE46D}" dt="2024-06-29T03:13:40.875" v="1011" actId="20577"/>
        <pc:sldMkLst>
          <pc:docMk/>
          <pc:sldMk cId="521648139" sldId="266"/>
        </pc:sldMkLst>
        <pc:spChg chg="mod">
          <ac:chgData name="Yeo Xiong Wei, Jonathan" userId="ac2b658e-7ce1-44bb-9f9f-bf4198ceaa29" providerId="ADAL" clId="{9C511B0A-2E85-430E-A739-F7D77D4FE46D}" dt="2024-06-29T03:13:40.875" v="1011" actId="20577"/>
          <ac:spMkLst>
            <pc:docMk/>
            <pc:sldMk cId="521648139" sldId="266"/>
            <ac:spMk id="3" creationId="{CDF4B2E5-1CF0-4D19-AFAA-E09B13AE7CF3}"/>
          </ac:spMkLst>
        </pc:spChg>
      </pc:sldChg>
      <pc:sldChg chg="addSp modSp mod">
        <pc:chgData name="Yeo Xiong Wei, Jonathan" userId="ac2b658e-7ce1-44bb-9f9f-bf4198ceaa29" providerId="ADAL" clId="{9C511B0A-2E85-430E-A739-F7D77D4FE46D}" dt="2024-06-29T02:44:03.168" v="282" actId="14100"/>
        <pc:sldMkLst>
          <pc:docMk/>
          <pc:sldMk cId="2090325226" sldId="268"/>
        </pc:sldMkLst>
        <pc:spChg chg="mod">
          <ac:chgData name="Yeo Xiong Wei, Jonathan" userId="ac2b658e-7ce1-44bb-9f9f-bf4198ceaa29" providerId="ADAL" clId="{9C511B0A-2E85-430E-A739-F7D77D4FE46D}" dt="2024-06-29T02:43:55.960" v="281" actId="20577"/>
          <ac:spMkLst>
            <pc:docMk/>
            <pc:sldMk cId="2090325226" sldId="268"/>
            <ac:spMk id="3" creationId="{CDF4B2E5-1CF0-4D19-AFAA-E09B13AE7CF3}"/>
          </ac:spMkLst>
        </pc:spChg>
        <pc:spChg chg="add mod ord">
          <ac:chgData name="Yeo Xiong Wei, Jonathan" userId="ac2b658e-7ce1-44bb-9f9f-bf4198ceaa29" providerId="ADAL" clId="{9C511B0A-2E85-430E-A739-F7D77D4FE46D}" dt="2024-06-29T02:44:03.168" v="282" actId="14100"/>
          <ac:spMkLst>
            <pc:docMk/>
            <pc:sldMk cId="2090325226" sldId="268"/>
            <ac:spMk id="6" creationId="{05951431-58F8-8AB7-9B72-EDDD811576DD}"/>
          </ac:spMkLst>
        </pc:spChg>
      </pc:sldChg>
      <pc:sldChg chg="modSp">
        <pc:chgData name="Yeo Xiong Wei, Jonathan" userId="ac2b658e-7ce1-44bb-9f9f-bf4198ceaa29" providerId="ADAL" clId="{9C511B0A-2E85-430E-A739-F7D77D4FE46D}" dt="2024-06-29T02:55:30.854" v="358" actId="20577"/>
        <pc:sldMkLst>
          <pc:docMk/>
          <pc:sldMk cId="3542244236" sldId="405"/>
        </pc:sldMkLst>
        <pc:spChg chg="mod">
          <ac:chgData name="Yeo Xiong Wei, Jonathan" userId="ac2b658e-7ce1-44bb-9f9f-bf4198ceaa29" providerId="ADAL" clId="{9C511B0A-2E85-430E-A739-F7D77D4FE46D}" dt="2024-06-29T02:55:30.854" v="358" actId="20577"/>
          <ac:spMkLst>
            <pc:docMk/>
            <pc:sldMk cId="3542244236" sldId="405"/>
            <ac:spMk id="3" creationId="{CDF4B2E5-1CF0-4D19-AFAA-E09B13AE7CF3}"/>
          </ac:spMkLst>
        </pc:spChg>
      </pc:sldChg>
      <pc:sldChg chg="addSp modSp mod">
        <pc:chgData name="Yeo Xiong Wei, Jonathan" userId="ac2b658e-7ce1-44bb-9f9f-bf4198ceaa29" providerId="ADAL" clId="{9C511B0A-2E85-430E-A739-F7D77D4FE46D}" dt="2024-06-29T03:23:22.974" v="1227" actId="1076"/>
        <pc:sldMkLst>
          <pc:docMk/>
          <pc:sldMk cId="2307157780" sldId="407"/>
        </pc:sldMkLst>
        <pc:spChg chg="add mod ord">
          <ac:chgData name="Yeo Xiong Wei, Jonathan" userId="ac2b658e-7ce1-44bb-9f9f-bf4198ceaa29" providerId="ADAL" clId="{9C511B0A-2E85-430E-A739-F7D77D4FE46D}" dt="2024-06-29T03:23:22.974" v="1227" actId="1076"/>
          <ac:spMkLst>
            <pc:docMk/>
            <pc:sldMk cId="2307157780" sldId="407"/>
            <ac:spMk id="4" creationId="{C8346887-E81E-D37C-6C5E-EF174AC43DA6}"/>
          </ac:spMkLst>
        </pc:spChg>
        <pc:spChg chg="mod">
          <ac:chgData name="Yeo Xiong Wei, Jonathan" userId="ac2b658e-7ce1-44bb-9f9f-bf4198ceaa29" providerId="ADAL" clId="{9C511B0A-2E85-430E-A739-F7D77D4FE46D}" dt="2024-06-29T02:58:42.198" v="435" actId="20577"/>
          <ac:spMkLst>
            <pc:docMk/>
            <pc:sldMk cId="2307157780" sldId="407"/>
            <ac:spMk id="84994" creationId="{00000000-0000-0000-0000-000000000000}"/>
          </ac:spMkLst>
        </pc:spChg>
      </pc:sldChg>
      <pc:sldChg chg="modSp">
        <pc:chgData name="Yeo Xiong Wei, Jonathan" userId="ac2b658e-7ce1-44bb-9f9f-bf4198ceaa29" providerId="ADAL" clId="{9C511B0A-2E85-430E-A739-F7D77D4FE46D}" dt="2024-06-29T03:15:10.629" v="1012" actId="113"/>
        <pc:sldMkLst>
          <pc:docMk/>
          <pc:sldMk cId="896693958" sldId="408"/>
        </pc:sldMkLst>
        <pc:spChg chg="mod">
          <ac:chgData name="Yeo Xiong Wei, Jonathan" userId="ac2b658e-7ce1-44bb-9f9f-bf4198ceaa29" providerId="ADAL" clId="{9C511B0A-2E85-430E-A739-F7D77D4FE46D}" dt="2024-06-29T03:15:10.629" v="1012" actId="113"/>
          <ac:spMkLst>
            <pc:docMk/>
            <pc:sldMk cId="896693958" sldId="408"/>
            <ac:spMk id="86018" creationId="{00000000-0000-0000-0000-000000000000}"/>
          </ac:spMkLst>
        </pc:spChg>
      </pc:sldChg>
      <pc:sldChg chg="addSp modSp mod modAnim">
        <pc:chgData name="Yeo Xiong Wei, Jonathan" userId="ac2b658e-7ce1-44bb-9f9f-bf4198ceaa29" providerId="ADAL" clId="{9C511B0A-2E85-430E-A739-F7D77D4FE46D}" dt="2024-06-29T03:23:42.956" v="1230" actId="167"/>
        <pc:sldMkLst>
          <pc:docMk/>
          <pc:sldMk cId="169008789" sldId="409"/>
        </pc:sldMkLst>
        <pc:spChg chg="add mod ord">
          <ac:chgData name="Yeo Xiong Wei, Jonathan" userId="ac2b658e-7ce1-44bb-9f9f-bf4198ceaa29" providerId="ADAL" clId="{9C511B0A-2E85-430E-A739-F7D77D4FE46D}" dt="2024-06-29T03:23:42.956" v="1230" actId="167"/>
          <ac:spMkLst>
            <pc:docMk/>
            <pc:sldMk cId="169008789" sldId="409"/>
            <ac:spMk id="4" creationId="{4B285A56-DC4F-11DF-61B9-6B7C5568B619}"/>
          </ac:spMkLst>
        </pc:spChg>
        <pc:spChg chg="mod">
          <ac:chgData name="Yeo Xiong Wei, Jonathan" userId="ac2b658e-7ce1-44bb-9f9f-bf4198ceaa29" providerId="ADAL" clId="{9C511B0A-2E85-430E-A739-F7D77D4FE46D}" dt="2024-06-29T03:13:18.156" v="1009" actId="20577"/>
          <ac:spMkLst>
            <pc:docMk/>
            <pc:sldMk cId="169008789" sldId="409"/>
            <ac:spMk id="88066" creationId="{00000000-0000-0000-0000-000000000000}"/>
          </ac:spMkLst>
        </pc:spChg>
      </pc:sldChg>
      <pc:sldChg chg="addSp delSp modSp mod modAnim">
        <pc:chgData name="Yeo Xiong Wei, Jonathan" userId="ac2b658e-7ce1-44bb-9f9f-bf4198ceaa29" providerId="ADAL" clId="{9C511B0A-2E85-430E-A739-F7D77D4FE46D}" dt="2024-06-29T03:15:38.422" v="1019" actId="1076"/>
        <pc:sldMkLst>
          <pc:docMk/>
          <pc:sldMk cId="769071989" sldId="410"/>
        </pc:sldMkLst>
        <pc:spChg chg="add del">
          <ac:chgData name="Yeo Xiong Wei, Jonathan" userId="ac2b658e-7ce1-44bb-9f9f-bf4198ceaa29" providerId="ADAL" clId="{9C511B0A-2E85-430E-A739-F7D77D4FE46D}" dt="2024-06-29T03:15:18.053" v="1014" actId="22"/>
          <ac:spMkLst>
            <pc:docMk/>
            <pc:sldMk cId="769071989" sldId="410"/>
            <ac:spMk id="5" creationId="{488FCC09-4F6F-9399-0676-1AE1EDC076C4}"/>
          </ac:spMkLst>
        </pc:spChg>
        <pc:spChg chg="add mod ord">
          <ac:chgData name="Yeo Xiong Wei, Jonathan" userId="ac2b658e-7ce1-44bb-9f9f-bf4198ceaa29" providerId="ADAL" clId="{9C511B0A-2E85-430E-A739-F7D77D4FE46D}" dt="2024-06-29T03:15:38.422" v="1019" actId="1076"/>
          <ac:spMkLst>
            <pc:docMk/>
            <pc:sldMk cId="769071989" sldId="410"/>
            <ac:spMk id="6" creationId="{150C17A0-1E78-8233-6D47-F5ABDD706C80}"/>
          </ac:spMkLst>
        </pc:spChg>
        <pc:spChg chg="mod">
          <ac:chgData name="Yeo Xiong Wei, Jonathan" userId="ac2b658e-7ce1-44bb-9f9f-bf4198ceaa29" providerId="ADAL" clId="{9C511B0A-2E85-430E-A739-F7D77D4FE46D}" dt="2024-06-29T03:09:21.173" v="854" actId="20577"/>
          <ac:spMkLst>
            <pc:docMk/>
            <pc:sldMk cId="769071989" sldId="410"/>
            <ac:spMk id="14" creationId="{7A92B985-83DE-4398-A456-CA3A1A7B6151}"/>
          </ac:spMkLst>
        </pc:spChg>
      </pc:sldChg>
      <pc:sldChg chg="modSp ord modAnim">
        <pc:chgData name="Yeo Xiong Wei, Jonathan" userId="ac2b658e-7ce1-44bb-9f9f-bf4198ceaa29" providerId="ADAL" clId="{9C511B0A-2E85-430E-A739-F7D77D4FE46D}" dt="2024-06-29T03:22:24.900" v="1223" actId="113"/>
        <pc:sldMkLst>
          <pc:docMk/>
          <pc:sldMk cId="128893773" sldId="411"/>
        </pc:sldMkLst>
        <pc:spChg chg="mod">
          <ac:chgData name="Yeo Xiong Wei, Jonathan" userId="ac2b658e-7ce1-44bb-9f9f-bf4198ceaa29" providerId="ADAL" clId="{9C511B0A-2E85-430E-A739-F7D77D4FE46D}" dt="2024-06-29T03:22:24.900" v="1223" actId="113"/>
          <ac:spMkLst>
            <pc:docMk/>
            <pc:sldMk cId="128893773" sldId="411"/>
            <ac:spMk id="93186" creationId="{00000000-0000-0000-0000-000000000000}"/>
          </ac:spMkLst>
        </pc:spChg>
      </pc:sldChg>
      <pc:sldChg chg="modSp">
        <pc:chgData name="Yeo Xiong Wei, Jonathan" userId="ac2b658e-7ce1-44bb-9f9f-bf4198ceaa29" providerId="ADAL" clId="{9C511B0A-2E85-430E-A739-F7D77D4FE46D}" dt="2024-06-29T03:16:46.125" v="1022" actId="20577"/>
        <pc:sldMkLst>
          <pc:docMk/>
          <pc:sldMk cId="2995093410" sldId="412"/>
        </pc:sldMkLst>
        <pc:spChg chg="mod">
          <ac:chgData name="Yeo Xiong Wei, Jonathan" userId="ac2b658e-7ce1-44bb-9f9f-bf4198ceaa29" providerId="ADAL" clId="{9C511B0A-2E85-430E-A739-F7D77D4FE46D}" dt="2024-06-29T03:16:46.125" v="1022" actId="20577"/>
          <ac:spMkLst>
            <pc:docMk/>
            <pc:sldMk cId="2995093410" sldId="412"/>
            <ac:spMk id="93186" creationId="{00000000-0000-0000-0000-000000000000}"/>
          </ac:spMkLst>
        </pc:spChg>
      </pc:sldChg>
      <pc:sldChg chg="addSp delSp modSp mod modNotesTx">
        <pc:chgData name="Yeo Xiong Wei, Jonathan" userId="ac2b658e-7ce1-44bb-9f9f-bf4198ceaa29" providerId="ADAL" clId="{9C511B0A-2E85-430E-A739-F7D77D4FE46D}" dt="2024-06-29T03:21:15.523" v="1221" actId="1076"/>
        <pc:sldMkLst>
          <pc:docMk/>
          <pc:sldMk cId="2574581050" sldId="413"/>
        </pc:sldMkLst>
        <pc:spChg chg="add mod">
          <ac:chgData name="Yeo Xiong Wei, Jonathan" userId="ac2b658e-7ce1-44bb-9f9f-bf4198ceaa29" providerId="ADAL" clId="{9C511B0A-2E85-430E-A739-F7D77D4FE46D}" dt="2024-06-29T03:21:15.523" v="1221" actId="1076"/>
          <ac:spMkLst>
            <pc:docMk/>
            <pc:sldMk cId="2574581050" sldId="413"/>
            <ac:spMk id="4" creationId="{AF026BF1-2C50-010C-F8BB-7B224A4DB87C}"/>
          </ac:spMkLst>
        </pc:spChg>
        <pc:spChg chg="add mod">
          <ac:chgData name="Yeo Xiong Wei, Jonathan" userId="ac2b658e-7ce1-44bb-9f9f-bf4198ceaa29" providerId="ADAL" clId="{9C511B0A-2E85-430E-A739-F7D77D4FE46D}" dt="2024-06-29T03:21:08.006" v="1220" actId="14100"/>
          <ac:spMkLst>
            <pc:docMk/>
            <pc:sldMk cId="2574581050" sldId="413"/>
            <ac:spMk id="5" creationId="{B608823E-4C9A-029E-78D9-C494C2B0F0F7}"/>
          </ac:spMkLst>
        </pc:spChg>
        <pc:spChg chg="mod">
          <ac:chgData name="Yeo Xiong Wei, Jonathan" userId="ac2b658e-7ce1-44bb-9f9f-bf4198ceaa29" providerId="ADAL" clId="{9C511B0A-2E85-430E-A739-F7D77D4FE46D}" dt="2024-06-29T03:20:08.711" v="1210" actId="113"/>
          <ac:spMkLst>
            <pc:docMk/>
            <pc:sldMk cId="2574581050" sldId="413"/>
            <ac:spMk id="93186" creationId="{00000000-0000-0000-0000-000000000000}"/>
          </ac:spMkLst>
        </pc:spChg>
        <pc:inkChg chg="del">
          <ac:chgData name="Yeo Xiong Wei, Jonathan" userId="ac2b658e-7ce1-44bb-9f9f-bf4198ceaa29" providerId="ADAL" clId="{9C511B0A-2E85-430E-A739-F7D77D4FE46D}" dt="2024-06-29T03:19:30.830" v="1193" actId="478"/>
          <ac:inkMkLst>
            <pc:docMk/>
            <pc:sldMk cId="2574581050" sldId="413"/>
            <ac:inkMk id="2" creationId="{D63F505B-BE09-86AE-0450-8022FD1AA81B}"/>
          </ac:inkMkLst>
        </pc:inkChg>
      </pc:sldChg>
      <pc:sldChg chg="addCm">
        <pc:chgData name="Yeo Xiong Wei, Jonathan" userId="ac2b658e-7ce1-44bb-9f9f-bf4198ceaa29" providerId="ADAL" clId="{9C511B0A-2E85-430E-A739-F7D77D4FE46D}" dt="2024-06-29T02:42:48.781" v="266"/>
        <pc:sldMkLst>
          <pc:docMk/>
          <pc:sldMk cId="4146181364" sldId="4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eo Xiong Wei, Jonathan" userId="ac2b658e-7ce1-44bb-9f9f-bf4198ceaa29" providerId="ADAL" clId="{9C511B0A-2E85-430E-A739-F7D77D4FE46D}" dt="2024-06-29T02:42:48.781" v="266"/>
              <pc2:cmMkLst xmlns:pc2="http://schemas.microsoft.com/office/powerpoint/2019/9/main/command">
                <pc:docMk/>
                <pc:sldMk cId="4146181364" sldId="415"/>
                <pc2:cmMk id="{E57FC0FA-CB33-4F60-B5AE-20D2DB297509}"/>
              </pc2:cmMkLst>
            </pc226:cmChg>
          </p:ext>
        </pc:extLst>
      </pc:sldChg>
      <pc:sldChg chg="delSp modSp mod modAnim">
        <pc:chgData name="Yeo Xiong Wei, Jonathan" userId="ac2b658e-7ce1-44bb-9f9f-bf4198ceaa29" providerId="ADAL" clId="{9C511B0A-2E85-430E-A739-F7D77D4FE46D}" dt="2024-06-29T03:16:14.698" v="1021" actId="20577"/>
        <pc:sldMkLst>
          <pc:docMk/>
          <pc:sldMk cId="3660608342" sldId="418"/>
        </pc:sldMkLst>
        <pc:spChg chg="mod">
          <ac:chgData name="Yeo Xiong Wei, Jonathan" userId="ac2b658e-7ce1-44bb-9f9f-bf4198ceaa29" providerId="ADAL" clId="{9C511B0A-2E85-430E-A739-F7D77D4FE46D}" dt="2024-06-29T03:16:14.698" v="1021" actId="20577"/>
          <ac:spMkLst>
            <pc:docMk/>
            <pc:sldMk cId="3660608342" sldId="418"/>
            <ac:spMk id="93186" creationId="{00000000-0000-0000-0000-000000000000}"/>
          </ac:spMkLst>
        </pc:spChg>
        <pc:inkChg chg="del">
          <ac:chgData name="Yeo Xiong Wei, Jonathan" userId="ac2b658e-7ce1-44bb-9f9f-bf4198ceaa29" providerId="ADAL" clId="{9C511B0A-2E85-430E-A739-F7D77D4FE46D}" dt="2024-06-29T03:16:12.530" v="1020" actId="478"/>
          <ac:inkMkLst>
            <pc:docMk/>
            <pc:sldMk cId="3660608342" sldId="418"/>
            <ac:inkMk id="2" creationId="{355E1C78-C903-E1B0-5ABA-F3C8047D8C10}"/>
          </ac:inkMkLst>
        </pc:inkChg>
      </pc:sldChg>
      <pc:sldChg chg="addSp modSp mod">
        <pc:chgData name="Yeo Xiong Wei, Jonathan" userId="ac2b658e-7ce1-44bb-9f9f-bf4198ceaa29" providerId="ADAL" clId="{9C511B0A-2E85-430E-A739-F7D77D4FE46D}" dt="2024-06-29T02:34:53.250" v="13" actId="14100"/>
        <pc:sldMkLst>
          <pc:docMk/>
          <pc:sldMk cId="446394080" sldId="419"/>
        </pc:sldMkLst>
        <pc:spChg chg="add mod ord">
          <ac:chgData name="Yeo Xiong Wei, Jonathan" userId="ac2b658e-7ce1-44bb-9f9f-bf4198ceaa29" providerId="ADAL" clId="{9C511B0A-2E85-430E-A739-F7D77D4FE46D}" dt="2024-06-29T02:34:53.250" v="13" actId="14100"/>
          <ac:spMkLst>
            <pc:docMk/>
            <pc:sldMk cId="446394080" sldId="419"/>
            <ac:spMk id="7" creationId="{042CCA18-F96C-DB54-22AA-05D466743B4C}"/>
          </ac:spMkLst>
        </pc:spChg>
      </pc:sldChg>
      <pc:sldChg chg="addSp modSp mod">
        <pc:chgData name="Yeo Xiong Wei, Jonathan" userId="ac2b658e-7ce1-44bb-9f9f-bf4198ceaa29" providerId="ADAL" clId="{9C511B0A-2E85-430E-A739-F7D77D4FE46D}" dt="2024-06-29T02:43:24.134" v="272" actId="1035"/>
        <pc:sldMkLst>
          <pc:docMk/>
          <pc:sldMk cId="2463868282" sldId="421"/>
        </pc:sldMkLst>
        <pc:spChg chg="add mod ord">
          <ac:chgData name="Yeo Xiong Wei, Jonathan" userId="ac2b658e-7ce1-44bb-9f9f-bf4198ceaa29" providerId="ADAL" clId="{9C511B0A-2E85-430E-A739-F7D77D4FE46D}" dt="2024-06-29T02:43:24.134" v="272" actId="1035"/>
          <ac:spMkLst>
            <pc:docMk/>
            <pc:sldMk cId="2463868282" sldId="421"/>
            <ac:spMk id="6" creationId="{65FF6DD9-C8E4-CA67-4A25-521B84538E96}"/>
          </ac:spMkLst>
        </pc:spChg>
      </pc:sldChg>
      <pc:sldChg chg="modSp mod">
        <pc:chgData name="Yeo Xiong Wei, Jonathan" userId="ac2b658e-7ce1-44bb-9f9f-bf4198ceaa29" providerId="ADAL" clId="{9C511B0A-2E85-430E-A739-F7D77D4FE46D}" dt="2024-06-29T03:24:15.308" v="1232" actId="14100"/>
        <pc:sldMkLst>
          <pc:docMk/>
          <pc:sldMk cId="3992736603" sldId="428"/>
        </pc:sldMkLst>
        <pc:spChg chg="mod">
          <ac:chgData name="Yeo Xiong Wei, Jonathan" userId="ac2b658e-7ce1-44bb-9f9f-bf4198ceaa29" providerId="ADAL" clId="{9C511B0A-2E85-430E-A739-F7D77D4FE46D}" dt="2024-06-29T03:24:15.308" v="1232" actId="14100"/>
          <ac:spMkLst>
            <pc:docMk/>
            <pc:sldMk cId="3992736603" sldId="428"/>
            <ac:spMk id="93186" creationId="{00000000-0000-0000-0000-000000000000}"/>
          </ac:spMkLst>
        </pc:spChg>
      </pc:sldChg>
      <pc:sldChg chg="modSp mod">
        <pc:chgData name="Yeo Xiong Wei, Jonathan" userId="ac2b658e-7ce1-44bb-9f9f-bf4198ceaa29" providerId="ADAL" clId="{9C511B0A-2E85-430E-A739-F7D77D4FE46D}" dt="2024-06-29T02:56:27.220" v="392" actId="20577"/>
        <pc:sldMkLst>
          <pc:docMk/>
          <pc:sldMk cId="3075119025" sldId="429"/>
        </pc:sldMkLst>
        <pc:spChg chg="mod">
          <ac:chgData name="Yeo Xiong Wei, Jonathan" userId="ac2b658e-7ce1-44bb-9f9f-bf4198ceaa29" providerId="ADAL" clId="{9C511B0A-2E85-430E-A739-F7D77D4FE46D}" dt="2024-06-29T02:56:27.220" v="392" actId="20577"/>
          <ac:spMkLst>
            <pc:docMk/>
            <pc:sldMk cId="3075119025" sldId="429"/>
            <ac:spMk id="2" creationId="{141545B8-14FC-4EE7-BE64-CA386A90E219}"/>
          </ac:spMkLst>
        </pc:spChg>
      </pc:sldChg>
      <pc:sldChg chg="modSp">
        <pc:chgData name="Yeo Xiong Wei, Jonathan" userId="ac2b658e-7ce1-44bb-9f9f-bf4198ceaa29" providerId="ADAL" clId="{9C511B0A-2E85-430E-A739-F7D77D4FE46D}" dt="2024-06-29T02:57:52.724" v="393" actId="113"/>
        <pc:sldMkLst>
          <pc:docMk/>
          <pc:sldMk cId="3478320194" sldId="430"/>
        </pc:sldMkLst>
        <pc:spChg chg="mod">
          <ac:chgData name="Yeo Xiong Wei, Jonathan" userId="ac2b658e-7ce1-44bb-9f9f-bf4198ceaa29" providerId="ADAL" clId="{9C511B0A-2E85-430E-A739-F7D77D4FE46D}" dt="2024-06-29T02:57:52.724" v="393" actId="113"/>
          <ac:spMkLst>
            <pc:docMk/>
            <pc:sldMk cId="3478320194" sldId="430"/>
            <ac:spMk id="84994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9C511B0A-2E85-430E-A739-F7D77D4FE46D}" dt="2024-06-29T02:52:01.322" v="316" actId="14100"/>
        <pc:sldMkLst>
          <pc:docMk/>
          <pc:sldMk cId="2524796162" sldId="432"/>
        </pc:sldMkLst>
        <pc:spChg chg="mod">
          <ac:chgData name="Yeo Xiong Wei, Jonathan" userId="ac2b658e-7ce1-44bb-9f9f-bf4198ceaa29" providerId="ADAL" clId="{9C511B0A-2E85-430E-A739-F7D77D4FE46D}" dt="2024-06-29T02:51:34.028" v="313" actId="403"/>
          <ac:spMkLst>
            <pc:docMk/>
            <pc:sldMk cId="2524796162" sldId="432"/>
            <ac:spMk id="3" creationId="{CDF4B2E5-1CF0-4D19-AFAA-E09B13AE7CF3}"/>
          </ac:spMkLst>
        </pc:spChg>
        <pc:spChg chg="add mod ord">
          <ac:chgData name="Yeo Xiong Wei, Jonathan" userId="ac2b658e-7ce1-44bb-9f9f-bf4198ceaa29" providerId="ADAL" clId="{9C511B0A-2E85-430E-A739-F7D77D4FE46D}" dt="2024-06-29T02:52:01.322" v="316" actId="14100"/>
          <ac:spMkLst>
            <pc:docMk/>
            <pc:sldMk cId="2524796162" sldId="432"/>
            <ac:spMk id="6" creationId="{B2186C21-9A14-1FAF-E3AD-EC300ACFCEE2}"/>
          </ac:spMkLst>
        </pc:spChg>
      </pc:sldChg>
      <pc:sldChg chg="modSp">
        <pc:chgData name="Yeo Xiong Wei, Jonathan" userId="ac2b658e-7ce1-44bb-9f9f-bf4198ceaa29" providerId="ADAL" clId="{9C511B0A-2E85-430E-A739-F7D77D4FE46D}" dt="2024-06-29T02:53:58.837" v="339" actId="403"/>
        <pc:sldMkLst>
          <pc:docMk/>
          <pc:sldMk cId="733283474" sldId="433"/>
        </pc:sldMkLst>
        <pc:spChg chg="mod">
          <ac:chgData name="Yeo Xiong Wei, Jonathan" userId="ac2b658e-7ce1-44bb-9f9f-bf4198ceaa29" providerId="ADAL" clId="{9C511B0A-2E85-430E-A739-F7D77D4FE46D}" dt="2024-06-29T02:53:58.837" v="339" actId="403"/>
          <ac:spMkLst>
            <pc:docMk/>
            <pc:sldMk cId="733283474" sldId="433"/>
            <ac:spMk id="3" creationId="{CDF4B2E5-1CF0-4D19-AFAA-E09B13AE7CF3}"/>
          </ac:spMkLst>
        </pc:spChg>
      </pc:sldChg>
      <pc:sldChg chg="modSp">
        <pc:chgData name="Yeo Xiong Wei, Jonathan" userId="ac2b658e-7ce1-44bb-9f9f-bf4198ceaa29" providerId="ADAL" clId="{9C511B0A-2E85-430E-A739-F7D77D4FE46D}" dt="2024-06-29T02:54:32.490" v="355" actId="403"/>
        <pc:sldMkLst>
          <pc:docMk/>
          <pc:sldMk cId="3788233499" sldId="436"/>
        </pc:sldMkLst>
        <pc:spChg chg="mod">
          <ac:chgData name="Yeo Xiong Wei, Jonathan" userId="ac2b658e-7ce1-44bb-9f9f-bf4198ceaa29" providerId="ADAL" clId="{9C511B0A-2E85-430E-A739-F7D77D4FE46D}" dt="2024-06-29T02:54:32.490" v="355" actId="403"/>
          <ac:spMkLst>
            <pc:docMk/>
            <pc:sldMk cId="3788233499" sldId="436"/>
            <ac:spMk id="3" creationId="{CDF4B2E5-1CF0-4D19-AFAA-E09B13AE7CF3}"/>
          </ac:spMkLst>
        </pc:spChg>
      </pc:sldChg>
      <pc:sldChg chg="delSp modSp add mod modAnim">
        <pc:chgData name="Yeo Xiong Wei, Jonathan" userId="ac2b658e-7ce1-44bb-9f9f-bf4198ceaa29" providerId="ADAL" clId="{9C511B0A-2E85-430E-A739-F7D77D4FE46D}" dt="2024-06-29T03:12:40.725" v="1008" actId="6549"/>
        <pc:sldMkLst>
          <pc:docMk/>
          <pc:sldMk cId="3882483833" sldId="437"/>
        </pc:sldMkLst>
        <pc:spChg chg="mod">
          <ac:chgData name="Yeo Xiong Wei, Jonathan" userId="ac2b658e-7ce1-44bb-9f9f-bf4198ceaa29" providerId="ADAL" clId="{9C511B0A-2E85-430E-A739-F7D77D4FE46D}" dt="2024-06-29T03:12:40.725" v="1008" actId="6549"/>
          <ac:spMkLst>
            <pc:docMk/>
            <pc:sldMk cId="3882483833" sldId="437"/>
            <ac:spMk id="14" creationId="{7A92B985-83DE-4398-A456-CA3A1A7B6151}"/>
          </ac:spMkLst>
        </pc:spChg>
        <pc:spChg chg="mod">
          <ac:chgData name="Yeo Xiong Wei, Jonathan" userId="ac2b658e-7ce1-44bb-9f9f-bf4198ceaa29" providerId="ADAL" clId="{9C511B0A-2E85-430E-A739-F7D77D4FE46D}" dt="2024-06-29T03:00:24.700" v="459" actId="20577"/>
          <ac:spMkLst>
            <pc:docMk/>
            <pc:sldMk cId="3882483833" sldId="437"/>
            <ac:spMk id="89089" creationId="{00000000-0000-0000-0000-000000000000}"/>
          </ac:spMkLst>
        </pc:spChg>
        <pc:inkChg chg="del">
          <ac:chgData name="Yeo Xiong Wei, Jonathan" userId="ac2b658e-7ce1-44bb-9f9f-bf4198ceaa29" providerId="ADAL" clId="{9C511B0A-2E85-430E-A739-F7D77D4FE46D}" dt="2024-06-29T03:00:27.104" v="460" actId="478"/>
          <ac:inkMkLst>
            <pc:docMk/>
            <pc:sldMk cId="3882483833" sldId="437"/>
            <ac:inkMk id="2" creationId="{6D30B4E6-428C-75C4-C47D-99965C890BD3}"/>
          </ac:inkMkLst>
        </pc:inkChg>
      </pc:sldChg>
      <pc:sldMasterChg chg="addSp modSp mod modSldLayout">
        <pc:chgData name="Yeo Xiong Wei, Jonathan" userId="ac2b658e-7ce1-44bb-9f9f-bf4198ceaa29" providerId="ADAL" clId="{9C511B0A-2E85-430E-A739-F7D77D4FE46D}" dt="2024-06-29T02:34:23.840" v="10" actId="113"/>
        <pc:sldMasterMkLst>
          <pc:docMk/>
          <pc:sldMasterMk cId="582851514" sldId="2147483648"/>
        </pc:sldMasterMkLst>
        <pc:spChg chg="mod">
          <ac:chgData name="Yeo Xiong Wei, Jonathan" userId="ac2b658e-7ce1-44bb-9f9f-bf4198ceaa29" providerId="ADAL" clId="{9C511B0A-2E85-430E-A739-F7D77D4FE46D}" dt="2024-06-29T02:34:23.840" v="10" actId="113"/>
          <ac:spMkLst>
            <pc:docMk/>
            <pc:sldMasterMk cId="582851514" sldId="2147483648"/>
            <ac:spMk id="6" creationId="{0B16C4FF-4AD1-41C0-BCB3-D6B8C85111A5}"/>
          </ac:spMkLst>
        </pc:spChg>
        <pc:spChg chg="add mod ord">
          <ac:chgData name="Yeo Xiong Wei, Jonathan" userId="ac2b658e-7ce1-44bb-9f9f-bf4198ceaa29" providerId="ADAL" clId="{9C511B0A-2E85-430E-A739-F7D77D4FE46D}" dt="2024-06-29T02:34:06.951" v="6" actId="167"/>
          <ac:spMkLst>
            <pc:docMk/>
            <pc:sldMasterMk cId="582851514" sldId="2147483648"/>
            <ac:spMk id="7" creationId="{48BB5148-ED63-7987-5601-161E64E9BB6B}"/>
          </ac:spMkLst>
        </pc:spChg>
        <pc:spChg chg="add mod ord">
          <ac:chgData name="Yeo Xiong Wei, Jonathan" userId="ac2b658e-7ce1-44bb-9f9f-bf4198ceaa29" providerId="ADAL" clId="{9C511B0A-2E85-430E-A739-F7D77D4FE46D}" dt="2024-06-29T02:34:06.951" v="6" actId="167"/>
          <ac:spMkLst>
            <pc:docMk/>
            <pc:sldMasterMk cId="582851514" sldId="2147483648"/>
            <ac:spMk id="8" creationId="{30EDFBCD-83E8-777C-A77F-A0BEE17599E6}"/>
          </ac:spMkLst>
        </pc:spChg>
        <pc:spChg chg="add mod">
          <ac:chgData name="Yeo Xiong Wei, Jonathan" userId="ac2b658e-7ce1-44bb-9f9f-bf4198ceaa29" providerId="ADAL" clId="{9C511B0A-2E85-430E-A739-F7D77D4FE46D}" dt="2024-06-29T02:34:22.119" v="9"/>
          <ac:spMkLst>
            <pc:docMk/>
            <pc:sldMasterMk cId="582851514" sldId="2147483648"/>
            <ac:spMk id="9" creationId="{1963046E-EE25-5212-7229-35AFAB021C33}"/>
          </ac:spMkLst>
        </pc:spChg>
        <pc:spChg chg="add mod">
          <ac:chgData name="Yeo Xiong Wei, Jonathan" userId="ac2b658e-7ce1-44bb-9f9f-bf4198ceaa29" providerId="ADAL" clId="{9C511B0A-2E85-430E-A739-F7D77D4FE46D}" dt="2024-06-29T02:34:22.119" v="9"/>
          <ac:spMkLst>
            <pc:docMk/>
            <pc:sldMasterMk cId="582851514" sldId="2147483648"/>
            <ac:spMk id="10" creationId="{B1FD66F7-9CC5-7766-2B23-8142CE404AF0}"/>
          </ac:spMkLst>
        </pc:spChg>
        <pc:sldLayoutChg chg="addSp delSp modSp mod">
          <pc:chgData name="Yeo Xiong Wei, Jonathan" userId="ac2b658e-7ce1-44bb-9f9f-bf4198ceaa29" providerId="ADAL" clId="{9C511B0A-2E85-430E-A739-F7D77D4FE46D}" dt="2024-06-29T02:34:11.629" v="7" actId="478"/>
          <pc:sldLayoutMkLst>
            <pc:docMk/>
            <pc:sldMasterMk cId="582851514" sldId="2147483648"/>
            <pc:sldLayoutMk cId="1338779587" sldId="2147483649"/>
          </pc:sldLayoutMkLst>
          <pc:spChg chg="add del mod">
            <ac:chgData name="Yeo Xiong Wei, Jonathan" userId="ac2b658e-7ce1-44bb-9f9f-bf4198ceaa29" providerId="ADAL" clId="{9C511B0A-2E85-430E-A739-F7D77D4FE46D}" dt="2024-06-29T02:34:11.629" v="7" actId="478"/>
            <ac:spMkLst>
              <pc:docMk/>
              <pc:sldMasterMk cId="582851514" sldId="2147483648"/>
              <pc:sldLayoutMk cId="1338779587" sldId="2147483649"/>
              <ac:spMk id="7" creationId="{792BC79F-1E0D-B188-8136-FBF331FB52ED}"/>
            </ac:spMkLst>
          </pc:spChg>
          <pc:spChg chg="add del mod">
            <ac:chgData name="Yeo Xiong Wei, Jonathan" userId="ac2b658e-7ce1-44bb-9f9f-bf4198ceaa29" providerId="ADAL" clId="{9C511B0A-2E85-430E-A739-F7D77D4FE46D}" dt="2024-06-29T02:34:11.629" v="7" actId="478"/>
            <ac:spMkLst>
              <pc:docMk/>
              <pc:sldMasterMk cId="582851514" sldId="2147483648"/>
              <pc:sldLayoutMk cId="1338779587" sldId="2147483649"/>
              <ac:spMk id="8" creationId="{5D1B1172-2D7F-F0D0-1D94-F3845A867E7C}"/>
            </ac:spMkLst>
          </pc:spChg>
        </pc:sldLayoutChg>
      </pc:sldMasterChg>
    </pc:docChg>
  </pc:docChgLst>
  <pc:docChgLst>
    <pc:chgData name="Yeo Xiong Wei, Jonathan" userId="ac2b658e-7ce1-44bb-9f9f-bf4198ceaa29" providerId="ADAL" clId="{0A57A37E-E544-44FB-8D2E-F850CF57068C}"/>
    <pc:docChg chg="undo custSel addSld delSld modSld">
      <pc:chgData name="Yeo Xiong Wei, Jonathan" userId="ac2b658e-7ce1-44bb-9f9f-bf4198ceaa29" providerId="ADAL" clId="{0A57A37E-E544-44FB-8D2E-F850CF57068C}" dt="2022-10-14T08:32:15.606" v="2009" actId="20577"/>
      <pc:docMkLst>
        <pc:docMk/>
      </pc:docMkLst>
      <pc:sldChg chg="modSp mod">
        <pc:chgData name="Yeo Xiong Wei, Jonathan" userId="ac2b658e-7ce1-44bb-9f9f-bf4198ceaa29" providerId="ADAL" clId="{0A57A37E-E544-44FB-8D2E-F850CF57068C}" dt="2022-10-14T08:32:15.606" v="2009" actId="20577"/>
        <pc:sldMkLst>
          <pc:docMk/>
          <pc:sldMk cId="4146181364" sldId="415"/>
        </pc:sldMkLst>
        <pc:spChg chg="mod">
          <ac:chgData name="Yeo Xiong Wei, Jonathan" userId="ac2b658e-7ce1-44bb-9f9f-bf4198ceaa29" providerId="ADAL" clId="{0A57A37E-E544-44FB-8D2E-F850CF57068C}" dt="2022-10-14T08:32:15.606" v="2009" actId="20577"/>
          <ac:spMkLst>
            <pc:docMk/>
            <pc:sldMk cId="4146181364" sldId="415"/>
            <ac:spMk id="3" creationId="{CDF4B2E5-1CF0-4D19-AFAA-E09B13AE7CF3}"/>
          </ac:spMkLst>
        </pc:spChg>
      </pc:sldChg>
      <pc:sldChg chg="modSp add mod modNotesTx">
        <pc:chgData name="Yeo Xiong Wei, Jonathan" userId="ac2b658e-7ce1-44bb-9f9f-bf4198ceaa29" providerId="ADAL" clId="{0A57A37E-E544-44FB-8D2E-F850CF57068C}" dt="2022-10-06T04:31:05.449" v="796" actId="20577"/>
        <pc:sldMkLst>
          <pc:docMk/>
          <pc:sldMk cId="1928804932" sldId="431"/>
        </pc:sldMkLst>
        <pc:spChg chg="mod">
          <ac:chgData name="Yeo Xiong Wei, Jonathan" userId="ac2b658e-7ce1-44bb-9f9f-bf4198ceaa29" providerId="ADAL" clId="{0A57A37E-E544-44FB-8D2E-F850CF57068C}" dt="2022-10-06T04:31:05.449" v="796" actId="20577"/>
          <ac:spMkLst>
            <pc:docMk/>
            <pc:sldMk cId="1928804932" sldId="431"/>
            <ac:spMk id="3" creationId="{CDF4B2E5-1CF0-4D19-AFAA-E09B13AE7CF3}"/>
          </ac:spMkLst>
        </pc:spChg>
      </pc:sldChg>
      <pc:sldChg chg="add del">
        <pc:chgData name="Yeo Xiong Wei, Jonathan" userId="ac2b658e-7ce1-44bb-9f9f-bf4198ceaa29" providerId="ADAL" clId="{0A57A37E-E544-44FB-8D2E-F850CF57068C}" dt="2022-10-06T04:10:01.964" v="1" actId="2696"/>
        <pc:sldMkLst>
          <pc:docMk/>
          <pc:sldMk cId="2015085346" sldId="431"/>
        </pc:sldMkLst>
      </pc:sldChg>
      <pc:sldChg chg="modSp add mod">
        <pc:chgData name="Yeo Xiong Wei, Jonathan" userId="ac2b658e-7ce1-44bb-9f9f-bf4198ceaa29" providerId="ADAL" clId="{0A57A37E-E544-44FB-8D2E-F850CF57068C}" dt="2022-10-06T04:47:13.393" v="1776" actId="20577"/>
        <pc:sldMkLst>
          <pc:docMk/>
          <pc:sldMk cId="2524796162" sldId="432"/>
        </pc:sldMkLst>
        <pc:spChg chg="mod">
          <ac:chgData name="Yeo Xiong Wei, Jonathan" userId="ac2b658e-7ce1-44bb-9f9f-bf4198ceaa29" providerId="ADAL" clId="{0A57A37E-E544-44FB-8D2E-F850CF57068C}" dt="2022-10-06T04:47:13.393" v="1776" actId="20577"/>
          <ac:spMkLst>
            <pc:docMk/>
            <pc:sldMk cId="2524796162" sldId="432"/>
            <ac:spMk id="3" creationId="{CDF4B2E5-1CF0-4D19-AFAA-E09B13AE7CF3}"/>
          </ac:spMkLst>
        </pc:spChg>
      </pc:sldChg>
      <pc:sldChg chg="add del">
        <pc:chgData name="Yeo Xiong Wei, Jonathan" userId="ac2b658e-7ce1-44bb-9f9f-bf4198ceaa29" providerId="ADAL" clId="{0A57A37E-E544-44FB-8D2E-F850CF57068C}" dt="2022-10-06T04:12:33.356" v="153" actId="47"/>
        <pc:sldMkLst>
          <pc:docMk/>
          <pc:sldMk cId="3145911203" sldId="432"/>
        </pc:sldMkLst>
      </pc:sldChg>
    </pc:docChg>
  </pc:docChgLst>
  <pc:docChgLst>
    <pc:chgData name="#ZHANG XIAOJIE#" userId="S::xiaojie001@e.ntu.edu.sg::ee6d79db-cd4d-4b68-b274-d745f7f107f3" providerId="AD" clId="Web-{775BC1E9-238F-6041-B71E-AA05D86CF978}"/>
    <pc:docChg chg="modSld">
      <pc:chgData name="#ZHANG XIAOJIE#" userId="S::xiaojie001@e.ntu.edu.sg::ee6d79db-cd4d-4b68-b274-d745f7f107f3" providerId="AD" clId="Web-{775BC1E9-238F-6041-B71E-AA05D86CF978}" dt="2023-10-08T12:22:26.771" v="8" actId="20577"/>
      <pc:docMkLst>
        <pc:docMk/>
      </pc:docMkLst>
      <pc:sldChg chg="modSp">
        <pc:chgData name="#ZHANG XIAOJIE#" userId="S::xiaojie001@e.ntu.edu.sg::ee6d79db-cd4d-4b68-b274-d745f7f107f3" providerId="AD" clId="Web-{775BC1E9-238F-6041-B71E-AA05D86CF978}" dt="2023-10-08T12:22:26.771" v="8" actId="20577"/>
        <pc:sldMkLst>
          <pc:docMk/>
          <pc:sldMk cId="2917991908" sldId="263"/>
        </pc:sldMkLst>
        <pc:spChg chg="mod">
          <ac:chgData name="#ZHANG XIAOJIE#" userId="S::xiaojie001@e.ntu.edu.sg::ee6d79db-cd4d-4b68-b274-d745f7f107f3" providerId="AD" clId="Web-{775BC1E9-238F-6041-B71E-AA05D86CF978}" dt="2023-10-08T12:22:26.771" v="8" actId="20577"/>
          <ac:spMkLst>
            <pc:docMk/>
            <pc:sldMk cId="2917991908" sldId="263"/>
            <ac:spMk id="2" creationId="{141545B8-14FC-4EE7-BE64-CA386A90E219}"/>
          </ac:spMkLst>
        </pc:spChg>
      </pc:sldChg>
    </pc:docChg>
  </pc:docChgLst>
  <pc:docChgLst>
    <pc:chgData name="Yeo Xiong Wei, Jonathan" userId="ac2b658e-7ce1-44bb-9f9f-bf4198ceaa29" providerId="ADAL" clId="{1D21AC9C-1719-4379-B142-506DDD280A15}"/>
    <pc:docChg chg="undo custSel addSld delSld modSld">
      <pc:chgData name="Yeo Xiong Wei, Jonathan" userId="ac2b658e-7ce1-44bb-9f9f-bf4198ceaa29" providerId="ADAL" clId="{1D21AC9C-1719-4379-B142-506DDD280A15}" dt="2023-10-16T03:23:20.582" v="1927"/>
      <pc:docMkLst>
        <pc:docMk/>
      </pc:docMkLst>
      <pc:sldChg chg="addSp modSp">
        <pc:chgData name="Yeo Xiong Wei, Jonathan" userId="ac2b658e-7ce1-44bb-9f9f-bf4198ceaa29" providerId="ADAL" clId="{1D21AC9C-1719-4379-B142-506DDD280A15}" dt="2023-10-16T03:23:20.582" v="1927"/>
        <pc:sldMkLst>
          <pc:docMk/>
          <pc:sldMk cId="323702170" sldId="258"/>
        </pc:sldMkLst>
        <pc:spChg chg="mod">
          <ac:chgData name="Yeo Xiong Wei, Jonathan" userId="ac2b658e-7ce1-44bb-9f9f-bf4198ceaa29" providerId="ADAL" clId="{1D21AC9C-1719-4379-B142-506DDD280A15}" dt="2023-10-11T06:43:04.533" v="38" actId="403"/>
          <ac:spMkLst>
            <pc:docMk/>
            <pc:sldMk cId="323702170" sldId="258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323702170" sldId="258"/>
            <ac:inkMk id="4" creationId="{1D1ECAB2-B9BB-3913-0005-EE474953F082}"/>
          </ac:inkMkLst>
        </pc:inkChg>
      </pc:sldChg>
      <pc:sldChg chg="addSp">
        <pc:chgData name="Yeo Xiong Wei, Jonathan" userId="ac2b658e-7ce1-44bb-9f9f-bf4198ceaa29" providerId="ADAL" clId="{1D21AC9C-1719-4379-B142-506DDD280A15}" dt="2023-10-16T03:23:20.582" v="1927"/>
        <pc:sldMkLst>
          <pc:docMk/>
          <pc:sldMk cId="2624820659" sldId="259"/>
        </pc:sldMkLst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2624820659" sldId="259"/>
            <ac:inkMk id="11" creationId="{BDBA8FE3-76BE-56BD-85E1-8D58879F5EF2}"/>
          </ac:inkMkLst>
        </pc:inkChg>
      </pc:sldChg>
      <pc:sldChg chg="addSp modSp mod modAnim">
        <pc:chgData name="Yeo Xiong Wei, Jonathan" userId="ac2b658e-7ce1-44bb-9f9f-bf4198ceaa29" providerId="ADAL" clId="{1D21AC9C-1719-4379-B142-506DDD280A15}" dt="2023-10-16T03:23:20.582" v="1927"/>
        <pc:sldMkLst>
          <pc:docMk/>
          <pc:sldMk cId="2732225696" sldId="261"/>
        </pc:sldMkLst>
        <pc:spChg chg="mod">
          <ac:chgData name="Yeo Xiong Wei, Jonathan" userId="ac2b658e-7ce1-44bb-9f9f-bf4198ceaa29" providerId="ADAL" clId="{1D21AC9C-1719-4379-B142-506DDD280A15}" dt="2023-10-11T07:51:38.144" v="1904" actId="113"/>
          <ac:spMkLst>
            <pc:docMk/>
            <pc:sldMk cId="2732225696" sldId="261"/>
            <ac:spMk id="28" creationId="{5E9EC4EB-4741-2FA2-D048-5F1853F31CA8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2732225696" sldId="261"/>
            <ac:inkMk id="4" creationId="{7CAD17CA-5003-B9DF-F021-FDD274D61EF4}"/>
          </ac:inkMkLst>
        </pc:inkChg>
      </pc:sldChg>
      <pc:sldChg chg="addSp modSp">
        <pc:chgData name="Yeo Xiong Wei, Jonathan" userId="ac2b658e-7ce1-44bb-9f9f-bf4198ceaa29" providerId="ADAL" clId="{1D21AC9C-1719-4379-B142-506DDD280A15}" dt="2023-10-16T03:23:20.582" v="1927"/>
        <pc:sldMkLst>
          <pc:docMk/>
          <pc:sldMk cId="6007653" sldId="262"/>
        </pc:sldMkLst>
        <pc:spChg chg="mod">
          <ac:chgData name="Yeo Xiong Wei, Jonathan" userId="ac2b658e-7ce1-44bb-9f9f-bf4198ceaa29" providerId="ADAL" clId="{1D21AC9C-1719-4379-B142-506DDD280A15}" dt="2023-10-11T06:54:34.504" v="344" actId="404"/>
          <ac:spMkLst>
            <pc:docMk/>
            <pc:sldMk cId="6007653" sldId="262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6007653" sldId="262"/>
            <ac:inkMk id="5" creationId="{14CE9786-6780-7C23-671D-768647E808BC}"/>
          </ac:inkMkLst>
        </pc:inkChg>
      </pc:sldChg>
      <pc:sldChg chg="addSp modSp mod">
        <pc:chgData name="Yeo Xiong Wei, Jonathan" userId="ac2b658e-7ce1-44bb-9f9f-bf4198ceaa29" providerId="ADAL" clId="{1D21AC9C-1719-4379-B142-506DDD280A15}" dt="2023-10-16T03:23:20.582" v="1927"/>
        <pc:sldMkLst>
          <pc:docMk/>
          <pc:sldMk cId="2917991908" sldId="263"/>
        </pc:sldMkLst>
        <pc:spChg chg="mod">
          <ac:chgData name="Yeo Xiong Wei, Jonathan" userId="ac2b658e-7ce1-44bb-9f9f-bf4198ceaa29" providerId="ADAL" clId="{1D21AC9C-1719-4379-B142-506DDD280A15}" dt="2023-10-11T06:55:14.247" v="350" actId="404"/>
          <ac:spMkLst>
            <pc:docMk/>
            <pc:sldMk cId="2917991908" sldId="263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2917991908" sldId="263"/>
            <ac:inkMk id="5" creationId="{6480477C-7A07-D9D3-DB9B-BA0771B69C2A}"/>
          </ac:inkMkLst>
        </pc:inkChg>
      </pc:sldChg>
      <pc:sldChg chg="addSp modSp">
        <pc:chgData name="Yeo Xiong Wei, Jonathan" userId="ac2b658e-7ce1-44bb-9f9f-bf4198ceaa29" providerId="ADAL" clId="{1D21AC9C-1719-4379-B142-506DDD280A15}" dt="2023-10-16T03:23:20.582" v="1927"/>
        <pc:sldMkLst>
          <pc:docMk/>
          <pc:sldMk cId="521648139" sldId="266"/>
        </pc:sldMkLst>
        <pc:spChg chg="mod">
          <ac:chgData name="Yeo Xiong Wei, Jonathan" userId="ac2b658e-7ce1-44bb-9f9f-bf4198ceaa29" providerId="ADAL" clId="{1D21AC9C-1719-4379-B142-506DDD280A15}" dt="2023-10-11T07:00:32.112" v="490" actId="20577"/>
          <ac:spMkLst>
            <pc:docMk/>
            <pc:sldMk cId="521648139" sldId="266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521648139" sldId="266"/>
            <ac:inkMk id="5" creationId="{E177CAAF-B604-62BD-AACE-C44237CF5453}"/>
          </ac:inkMkLst>
        </pc:inkChg>
      </pc:sldChg>
      <pc:sldChg chg="addSp modAnim">
        <pc:chgData name="Yeo Xiong Wei, Jonathan" userId="ac2b658e-7ce1-44bb-9f9f-bf4198ceaa29" providerId="ADAL" clId="{1D21AC9C-1719-4379-B142-506DDD280A15}" dt="2023-10-16T03:23:20.582" v="1927"/>
        <pc:sldMkLst>
          <pc:docMk/>
          <pc:sldMk cId="908580859" sldId="267"/>
        </pc:sldMkLst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908580859" sldId="267"/>
            <ac:inkMk id="6" creationId="{FC0DB80E-AB98-875F-927D-720703B43D16}"/>
          </ac:inkMkLst>
        </pc:inkChg>
      </pc:sldChg>
      <pc:sldChg chg="addSp modSp modNotesTx">
        <pc:chgData name="Yeo Xiong Wei, Jonathan" userId="ac2b658e-7ce1-44bb-9f9f-bf4198ceaa29" providerId="ADAL" clId="{1D21AC9C-1719-4379-B142-506DDD280A15}" dt="2023-10-16T03:23:20.582" v="1927"/>
        <pc:sldMkLst>
          <pc:docMk/>
          <pc:sldMk cId="2090325226" sldId="268"/>
        </pc:sldMkLst>
        <pc:spChg chg="mod">
          <ac:chgData name="Yeo Xiong Wei, Jonathan" userId="ac2b658e-7ce1-44bb-9f9f-bf4198ceaa29" providerId="ADAL" clId="{1D21AC9C-1719-4379-B142-506DDD280A15}" dt="2023-10-11T06:59:49.377" v="479" actId="207"/>
          <ac:spMkLst>
            <pc:docMk/>
            <pc:sldMk cId="2090325226" sldId="268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2090325226" sldId="268"/>
            <ac:inkMk id="5" creationId="{89BDCB23-B760-B949-CD88-F128CE8DAF74}"/>
          </ac:inkMkLst>
        </pc:inkChg>
      </pc:sldChg>
      <pc:sldChg chg="addSp modSp mod">
        <pc:chgData name="Yeo Xiong Wei, Jonathan" userId="ac2b658e-7ce1-44bb-9f9f-bf4198ceaa29" providerId="ADAL" clId="{1D21AC9C-1719-4379-B142-506DDD280A15}" dt="2023-10-16T03:23:20.582" v="1927"/>
        <pc:sldMkLst>
          <pc:docMk/>
          <pc:sldMk cId="2420303229" sldId="398"/>
        </pc:sldMkLst>
        <pc:spChg chg="mod">
          <ac:chgData name="Yeo Xiong Wei, Jonathan" userId="ac2b658e-7ce1-44bb-9f9f-bf4198ceaa29" providerId="ADAL" clId="{1D21AC9C-1719-4379-B142-506DDD280A15}" dt="2023-10-11T06:48:27.734" v="228" actId="404"/>
          <ac:spMkLst>
            <pc:docMk/>
            <pc:sldMk cId="2420303229" sldId="398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1D21AC9C-1719-4379-B142-506DDD280A15}" dt="2023-10-11T06:48:56.557" v="235" actId="20577"/>
          <ac:spMkLst>
            <pc:docMk/>
            <pc:sldMk cId="2420303229" sldId="398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2420303229" sldId="398"/>
            <ac:inkMk id="5" creationId="{E2CB716B-0D98-D2C5-D0D9-105579365F85}"/>
          </ac:inkMkLst>
        </pc:inkChg>
      </pc:sldChg>
      <pc:sldChg chg="addSp modSp">
        <pc:chgData name="Yeo Xiong Wei, Jonathan" userId="ac2b658e-7ce1-44bb-9f9f-bf4198ceaa29" providerId="ADAL" clId="{1D21AC9C-1719-4379-B142-506DDD280A15}" dt="2023-10-16T03:23:20.582" v="1927"/>
        <pc:sldMkLst>
          <pc:docMk/>
          <pc:sldMk cId="3934663697" sldId="399"/>
        </pc:sldMkLst>
        <pc:spChg chg="mod">
          <ac:chgData name="Yeo Xiong Wei, Jonathan" userId="ac2b658e-7ce1-44bb-9f9f-bf4198ceaa29" providerId="ADAL" clId="{1D21AC9C-1719-4379-B142-506DDD280A15}" dt="2023-10-11T06:51:24.587" v="305" actId="20577"/>
          <ac:spMkLst>
            <pc:docMk/>
            <pc:sldMk cId="3934663697" sldId="399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3934663697" sldId="399"/>
            <ac:inkMk id="5" creationId="{435B8A73-8F16-A7E1-712E-A3735C09E456}"/>
          </ac:inkMkLst>
        </pc:inkChg>
      </pc:sldChg>
      <pc:sldChg chg="addSp modSp modAnim">
        <pc:chgData name="Yeo Xiong Wei, Jonathan" userId="ac2b658e-7ce1-44bb-9f9f-bf4198ceaa29" providerId="ADAL" clId="{1D21AC9C-1719-4379-B142-506DDD280A15}" dt="2023-10-16T03:23:20.582" v="1927"/>
        <pc:sldMkLst>
          <pc:docMk/>
          <pc:sldMk cId="3558677788" sldId="400"/>
        </pc:sldMkLst>
        <pc:spChg chg="mod">
          <ac:chgData name="Yeo Xiong Wei, Jonathan" userId="ac2b658e-7ce1-44bb-9f9f-bf4198ceaa29" providerId="ADAL" clId="{1D21AC9C-1719-4379-B142-506DDD280A15}" dt="2023-10-11T06:52:33.422" v="322" actId="20577"/>
          <ac:spMkLst>
            <pc:docMk/>
            <pc:sldMk cId="3558677788" sldId="400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3558677788" sldId="400"/>
            <ac:inkMk id="5" creationId="{68238405-88BA-0E38-5881-138488BC73EF}"/>
          </ac:inkMkLst>
        </pc:inkChg>
      </pc:sldChg>
      <pc:sldChg chg="addSp modSp mod modAnim">
        <pc:chgData name="Yeo Xiong Wei, Jonathan" userId="ac2b658e-7ce1-44bb-9f9f-bf4198ceaa29" providerId="ADAL" clId="{1D21AC9C-1719-4379-B142-506DDD280A15}" dt="2023-10-16T03:23:20.582" v="1927"/>
        <pc:sldMkLst>
          <pc:docMk/>
          <pc:sldMk cId="3421103426" sldId="403"/>
        </pc:sldMkLst>
        <pc:spChg chg="mod">
          <ac:chgData name="Yeo Xiong Wei, Jonathan" userId="ac2b658e-7ce1-44bb-9f9f-bf4198ceaa29" providerId="ADAL" clId="{1D21AC9C-1719-4379-B142-506DDD280A15}" dt="2023-10-11T07:50:23.995" v="1900" actId="207"/>
          <ac:spMkLst>
            <pc:docMk/>
            <pc:sldMk cId="3421103426" sldId="403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3421103426" sldId="403"/>
            <ac:inkMk id="6" creationId="{D2B935F2-A0D5-9BBD-E378-A4D4F81F03A3}"/>
          </ac:inkMkLst>
        </pc:inkChg>
      </pc:sldChg>
      <pc:sldChg chg="addSp modSp mod modAnim">
        <pc:chgData name="Yeo Xiong Wei, Jonathan" userId="ac2b658e-7ce1-44bb-9f9f-bf4198ceaa29" providerId="ADAL" clId="{1D21AC9C-1719-4379-B142-506DDD280A15}" dt="2023-10-16T03:23:20.582" v="1927"/>
        <pc:sldMkLst>
          <pc:docMk/>
          <pc:sldMk cId="3542244236" sldId="405"/>
        </pc:sldMkLst>
        <pc:spChg chg="mod">
          <ac:chgData name="Yeo Xiong Wei, Jonathan" userId="ac2b658e-7ce1-44bb-9f9f-bf4198ceaa29" providerId="ADAL" clId="{1D21AC9C-1719-4379-B142-506DDD280A15}" dt="2023-10-11T07:21:26.732" v="1549" actId="20577"/>
          <ac:spMkLst>
            <pc:docMk/>
            <pc:sldMk cId="3542244236" sldId="405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3542244236" sldId="405"/>
            <ac:inkMk id="5" creationId="{B19C5CEE-1D57-3BA1-6000-263CFBF86CD7}"/>
          </ac:inkMkLst>
        </pc:inkChg>
      </pc:sldChg>
      <pc:sldChg chg="addSp modSp">
        <pc:chgData name="Yeo Xiong Wei, Jonathan" userId="ac2b658e-7ce1-44bb-9f9f-bf4198ceaa29" providerId="ADAL" clId="{1D21AC9C-1719-4379-B142-506DDD280A15}" dt="2023-10-16T03:23:20.582" v="1927"/>
        <pc:sldMkLst>
          <pc:docMk/>
          <pc:sldMk cId="2307157780" sldId="407"/>
        </pc:sldMkLst>
        <pc:spChg chg="mod">
          <ac:chgData name="Yeo Xiong Wei, Jonathan" userId="ac2b658e-7ce1-44bb-9f9f-bf4198ceaa29" providerId="ADAL" clId="{1D21AC9C-1719-4379-B142-506DDD280A15}" dt="2023-10-11T07:29:58.992" v="1754" actId="207"/>
          <ac:spMkLst>
            <pc:docMk/>
            <pc:sldMk cId="2307157780" sldId="407"/>
            <ac:spMk id="84994" creationId="{00000000-0000-0000-0000-000000000000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2307157780" sldId="407"/>
            <ac:inkMk id="2" creationId="{4A0967A1-DCE0-0DC7-0C94-CF3DD7BB9474}"/>
          </ac:inkMkLst>
        </pc:inkChg>
      </pc:sldChg>
      <pc:sldChg chg="addSp modSp mod">
        <pc:chgData name="Yeo Xiong Wei, Jonathan" userId="ac2b658e-7ce1-44bb-9f9f-bf4198ceaa29" providerId="ADAL" clId="{1D21AC9C-1719-4379-B142-506DDD280A15}" dt="2023-10-16T03:23:20.582" v="1927"/>
        <pc:sldMkLst>
          <pc:docMk/>
          <pc:sldMk cId="896693958" sldId="408"/>
        </pc:sldMkLst>
        <pc:spChg chg="mod">
          <ac:chgData name="Yeo Xiong Wei, Jonathan" userId="ac2b658e-7ce1-44bb-9f9f-bf4198ceaa29" providerId="ADAL" clId="{1D21AC9C-1719-4379-B142-506DDD280A15}" dt="2023-10-11T07:39:45.378" v="1777" actId="20577"/>
          <ac:spMkLst>
            <pc:docMk/>
            <pc:sldMk cId="896693958" sldId="408"/>
            <ac:spMk id="86017" creationId="{00000000-0000-0000-0000-000000000000}"/>
          </ac:spMkLst>
        </pc:spChg>
        <pc:spChg chg="mod">
          <ac:chgData name="Yeo Xiong Wei, Jonathan" userId="ac2b658e-7ce1-44bb-9f9f-bf4198ceaa29" providerId="ADAL" clId="{1D21AC9C-1719-4379-B142-506DDD280A15}" dt="2023-10-11T07:44:21.591" v="1874" actId="20577"/>
          <ac:spMkLst>
            <pc:docMk/>
            <pc:sldMk cId="896693958" sldId="408"/>
            <ac:spMk id="86018" creationId="{00000000-0000-0000-0000-000000000000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896693958" sldId="408"/>
            <ac:inkMk id="2" creationId="{000378FD-8702-4FEC-86F7-4279CA149F81}"/>
          </ac:inkMkLst>
        </pc:inkChg>
      </pc:sldChg>
      <pc:sldChg chg="addSp modSp">
        <pc:chgData name="Yeo Xiong Wei, Jonathan" userId="ac2b658e-7ce1-44bb-9f9f-bf4198ceaa29" providerId="ADAL" clId="{1D21AC9C-1719-4379-B142-506DDD280A15}" dt="2023-10-16T03:23:20.582" v="1927"/>
        <pc:sldMkLst>
          <pc:docMk/>
          <pc:sldMk cId="169008789" sldId="409"/>
        </pc:sldMkLst>
        <pc:spChg chg="mod">
          <ac:chgData name="Yeo Xiong Wei, Jonathan" userId="ac2b658e-7ce1-44bb-9f9f-bf4198ceaa29" providerId="ADAL" clId="{1D21AC9C-1719-4379-B142-506DDD280A15}" dt="2023-10-11T07:42:22.081" v="1807" actId="207"/>
          <ac:spMkLst>
            <pc:docMk/>
            <pc:sldMk cId="169008789" sldId="409"/>
            <ac:spMk id="88066" creationId="{00000000-0000-0000-0000-000000000000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169008789" sldId="409"/>
            <ac:inkMk id="2" creationId="{E48A4B12-F44A-962A-65BE-01DFF9CF19BC}"/>
          </ac:inkMkLst>
        </pc:inkChg>
      </pc:sldChg>
      <pc:sldChg chg="addSp modSp">
        <pc:chgData name="Yeo Xiong Wei, Jonathan" userId="ac2b658e-7ce1-44bb-9f9f-bf4198ceaa29" providerId="ADAL" clId="{1D21AC9C-1719-4379-B142-506DDD280A15}" dt="2023-10-16T03:23:20.582" v="1927"/>
        <pc:sldMkLst>
          <pc:docMk/>
          <pc:sldMk cId="769071989" sldId="410"/>
        </pc:sldMkLst>
        <pc:spChg chg="mod">
          <ac:chgData name="Yeo Xiong Wei, Jonathan" userId="ac2b658e-7ce1-44bb-9f9f-bf4198ceaa29" providerId="ADAL" clId="{1D21AC9C-1719-4379-B142-506DDD280A15}" dt="2023-10-11T07:42:01.235" v="1804" actId="20577"/>
          <ac:spMkLst>
            <pc:docMk/>
            <pc:sldMk cId="769071989" sldId="410"/>
            <ac:spMk id="14" creationId="{7A92B985-83DE-4398-A456-CA3A1A7B6151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769071989" sldId="410"/>
            <ac:inkMk id="2" creationId="{6D30B4E6-428C-75C4-C47D-99965C890BD3}"/>
          </ac:inkMkLst>
        </pc:inkChg>
      </pc:sldChg>
      <pc:sldChg chg="addSp">
        <pc:chgData name="Yeo Xiong Wei, Jonathan" userId="ac2b658e-7ce1-44bb-9f9f-bf4198ceaa29" providerId="ADAL" clId="{1D21AC9C-1719-4379-B142-506DDD280A15}" dt="2023-10-16T03:23:20.582" v="1927"/>
        <pc:sldMkLst>
          <pc:docMk/>
          <pc:sldMk cId="128893773" sldId="411"/>
        </pc:sldMkLst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128893773" sldId="411"/>
            <ac:inkMk id="2" creationId="{4D4F2191-061E-11F0-9B11-111D96AEF2B6}"/>
          </ac:inkMkLst>
        </pc:inkChg>
      </pc:sldChg>
      <pc:sldChg chg="addSp modSp">
        <pc:chgData name="Yeo Xiong Wei, Jonathan" userId="ac2b658e-7ce1-44bb-9f9f-bf4198ceaa29" providerId="ADAL" clId="{1D21AC9C-1719-4379-B142-506DDD280A15}" dt="2023-10-16T03:23:20.582" v="1927"/>
        <pc:sldMkLst>
          <pc:docMk/>
          <pc:sldMk cId="2995093410" sldId="412"/>
        </pc:sldMkLst>
        <pc:spChg chg="mod">
          <ac:chgData name="Yeo Xiong Wei, Jonathan" userId="ac2b658e-7ce1-44bb-9f9f-bf4198ceaa29" providerId="ADAL" clId="{1D21AC9C-1719-4379-B142-506DDD280A15}" dt="2023-10-11T07:45:47.181" v="1876" actId="20577"/>
          <ac:spMkLst>
            <pc:docMk/>
            <pc:sldMk cId="2995093410" sldId="412"/>
            <ac:spMk id="10" creationId="{0A79BAC4-73CE-422C-9443-EDD4F8FE1801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2995093410" sldId="412"/>
            <ac:inkMk id="2" creationId="{E319034F-1139-EFF8-2B8E-58FD01EF9CC8}"/>
          </ac:inkMkLst>
        </pc:inkChg>
      </pc:sldChg>
      <pc:sldChg chg="addSp modSp">
        <pc:chgData name="Yeo Xiong Wei, Jonathan" userId="ac2b658e-7ce1-44bb-9f9f-bf4198ceaa29" providerId="ADAL" clId="{1D21AC9C-1719-4379-B142-506DDD280A15}" dt="2023-10-16T03:23:20.582" v="1927"/>
        <pc:sldMkLst>
          <pc:docMk/>
          <pc:sldMk cId="2574581050" sldId="413"/>
        </pc:sldMkLst>
        <pc:spChg chg="mod">
          <ac:chgData name="Yeo Xiong Wei, Jonathan" userId="ac2b658e-7ce1-44bb-9f9f-bf4198ceaa29" providerId="ADAL" clId="{1D21AC9C-1719-4379-B142-506DDD280A15}" dt="2023-10-11T07:47:10.368" v="1887" actId="207"/>
          <ac:spMkLst>
            <pc:docMk/>
            <pc:sldMk cId="2574581050" sldId="413"/>
            <ac:spMk id="93186" creationId="{00000000-0000-0000-0000-000000000000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2574581050" sldId="413"/>
            <ac:inkMk id="2" creationId="{D63F505B-BE09-86AE-0450-8022FD1AA81B}"/>
          </ac:inkMkLst>
        </pc:inkChg>
      </pc:sldChg>
      <pc:sldChg chg="modSp mod modAnim">
        <pc:chgData name="Yeo Xiong Wei, Jonathan" userId="ac2b658e-7ce1-44bb-9f9f-bf4198ceaa29" providerId="ADAL" clId="{1D21AC9C-1719-4379-B142-506DDD280A15}" dt="2023-10-11T07:55:57.879" v="1926"/>
        <pc:sldMkLst>
          <pc:docMk/>
          <pc:sldMk cId="2271291014" sldId="414"/>
        </pc:sldMkLst>
        <pc:spChg chg="mod">
          <ac:chgData name="Yeo Xiong Wei, Jonathan" userId="ac2b658e-7ce1-44bb-9f9f-bf4198ceaa29" providerId="ADAL" clId="{1D21AC9C-1719-4379-B142-506DDD280A15}" dt="2023-10-11T07:49:22.622" v="1897" actId="20577"/>
          <ac:spMkLst>
            <pc:docMk/>
            <pc:sldMk cId="2271291014" sldId="414"/>
            <ac:spMk id="124930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1D21AC9C-1719-4379-B142-506DDD280A15}" dt="2023-10-16T03:23:20.582" v="1927"/>
        <pc:sldMkLst>
          <pc:docMk/>
          <pc:sldMk cId="4146181364" sldId="415"/>
        </pc:sldMkLst>
        <pc:spChg chg="mod">
          <ac:chgData name="Yeo Xiong Wei, Jonathan" userId="ac2b658e-7ce1-44bb-9f9f-bf4198ceaa29" providerId="ADAL" clId="{1D21AC9C-1719-4379-B142-506DDD280A15}" dt="2023-10-11T06:56:06.626" v="355" actId="114"/>
          <ac:spMkLst>
            <pc:docMk/>
            <pc:sldMk cId="4146181364" sldId="415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4146181364" sldId="415"/>
            <ac:inkMk id="6" creationId="{3569A8D6-4110-13B9-1CAD-28FB25A6FDC8}"/>
          </ac:inkMkLst>
        </pc:inkChg>
      </pc:sldChg>
      <pc:sldChg chg="addSp modSp mod">
        <pc:chgData name="Yeo Xiong Wei, Jonathan" userId="ac2b658e-7ce1-44bb-9f9f-bf4198ceaa29" providerId="ADAL" clId="{1D21AC9C-1719-4379-B142-506DDD280A15}" dt="2023-10-16T03:23:20.582" v="1927"/>
        <pc:sldMkLst>
          <pc:docMk/>
          <pc:sldMk cId="278165" sldId="416"/>
        </pc:sldMkLst>
        <pc:spChg chg="mod">
          <ac:chgData name="Yeo Xiong Wei, Jonathan" userId="ac2b658e-7ce1-44bb-9f9f-bf4198ceaa29" providerId="ADAL" clId="{1D21AC9C-1719-4379-B142-506DDD280A15}" dt="2023-10-11T07:49:36.686" v="1899" actId="113"/>
          <ac:spMkLst>
            <pc:docMk/>
            <pc:sldMk cId="278165" sldId="416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278165" sldId="416"/>
            <ac:inkMk id="5" creationId="{6D6BA550-C5A3-A33E-DD0E-53E95F6FCCB3}"/>
          </ac:inkMkLst>
        </pc:inkChg>
      </pc:sldChg>
      <pc:sldChg chg="addSp modAnim">
        <pc:chgData name="Yeo Xiong Wei, Jonathan" userId="ac2b658e-7ce1-44bb-9f9f-bf4198ceaa29" providerId="ADAL" clId="{1D21AC9C-1719-4379-B142-506DDD280A15}" dt="2023-10-16T03:23:20.582" v="1927"/>
        <pc:sldMkLst>
          <pc:docMk/>
          <pc:sldMk cId="3660608342" sldId="418"/>
        </pc:sldMkLst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3660608342" sldId="418"/>
            <ac:inkMk id="2" creationId="{355E1C78-C903-E1B0-5ABA-F3C8047D8C10}"/>
          </ac:inkMkLst>
        </pc:inkChg>
      </pc:sldChg>
      <pc:sldChg chg="addSp modSp mod">
        <pc:chgData name="Yeo Xiong Wei, Jonathan" userId="ac2b658e-7ce1-44bb-9f9f-bf4198ceaa29" providerId="ADAL" clId="{1D21AC9C-1719-4379-B142-506DDD280A15}" dt="2023-10-16T03:23:20.582" v="1927"/>
        <pc:sldMkLst>
          <pc:docMk/>
          <pc:sldMk cId="446394080" sldId="419"/>
        </pc:sldMkLst>
        <pc:spChg chg="mod">
          <ac:chgData name="Yeo Xiong Wei, Jonathan" userId="ac2b658e-7ce1-44bb-9f9f-bf4198ceaa29" providerId="ADAL" clId="{1D21AC9C-1719-4379-B142-506DDD280A15}" dt="2023-10-11T06:44:07.539" v="80" actId="20577"/>
          <ac:spMkLst>
            <pc:docMk/>
            <pc:sldMk cId="446394080" sldId="419"/>
            <ac:spMk id="3" creationId="{CDF4B2E5-1CF0-4D19-AFAA-E09B13AE7CF3}"/>
          </ac:spMkLst>
        </pc:spChg>
        <pc:graphicFrameChg chg="modGraphic">
          <ac:chgData name="Yeo Xiong Wei, Jonathan" userId="ac2b658e-7ce1-44bb-9f9f-bf4198ceaa29" providerId="ADAL" clId="{1D21AC9C-1719-4379-B142-506DDD280A15}" dt="2023-10-11T06:44:00.884" v="68" actId="20577"/>
          <ac:graphicFrameMkLst>
            <pc:docMk/>
            <pc:sldMk cId="446394080" sldId="419"/>
            <ac:graphicFrameMk id="5" creationId="{827DCC83-C6BD-17FE-5347-A77A52E5E988}"/>
          </ac:graphicFrameMkLst>
        </pc:graphicFrame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446394080" sldId="419"/>
            <ac:inkMk id="6" creationId="{E7A103F3-48AE-060F-0BED-2C8B6910A1FC}"/>
          </ac:inkMkLst>
        </pc:inkChg>
      </pc:sldChg>
      <pc:sldChg chg="addSp modSp mod modAnim">
        <pc:chgData name="Yeo Xiong Wei, Jonathan" userId="ac2b658e-7ce1-44bb-9f9f-bf4198ceaa29" providerId="ADAL" clId="{1D21AC9C-1719-4379-B142-506DDD280A15}" dt="2023-10-16T03:23:20.582" v="1927"/>
        <pc:sldMkLst>
          <pc:docMk/>
          <pc:sldMk cId="2463868282" sldId="421"/>
        </pc:sldMkLst>
        <pc:spChg chg="mod">
          <ac:chgData name="Yeo Xiong Wei, Jonathan" userId="ac2b658e-7ce1-44bb-9f9f-bf4198ceaa29" providerId="ADAL" clId="{1D21AC9C-1719-4379-B142-506DDD280A15}" dt="2023-10-11T06:57:18.145" v="373" actId="207"/>
          <ac:spMkLst>
            <pc:docMk/>
            <pc:sldMk cId="2463868282" sldId="421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2463868282" sldId="421"/>
            <ac:inkMk id="5" creationId="{85170334-EE9C-C7D1-1D03-5D26C6AECD8C}"/>
          </ac:inkMkLst>
        </pc:inkChg>
      </pc:sldChg>
      <pc:sldChg chg="addSp modSp mod">
        <pc:chgData name="Yeo Xiong Wei, Jonathan" userId="ac2b658e-7ce1-44bb-9f9f-bf4198ceaa29" providerId="ADAL" clId="{1D21AC9C-1719-4379-B142-506DDD280A15}" dt="2023-10-16T03:23:20.582" v="1927"/>
        <pc:sldMkLst>
          <pc:docMk/>
          <pc:sldMk cId="1916427552" sldId="422"/>
        </pc:sldMkLst>
        <pc:spChg chg="mod">
          <ac:chgData name="Yeo Xiong Wei, Jonathan" userId="ac2b658e-7ce1-44bb-9f9f-bf4198ceaa29" providerId="ADAL" clId="{1D21AC9C-1719-4379-B142-506DDD280A15}" dt="2023-10-11T06:54:17.664" v="343" actId="20577"/>
          <ac:spMkLst>
            <pc:docMk/>
            <pc:sldMk cId="1916427552" sldId="422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1D21AC9C-1719-4379-B142-506DDD280A15}" dt="2023-10-11T07:52:19.401" v="1908" actId="1076"/>
          <ac:spMkLst>
            <pc:docMk/>
            <pc:sldMk cId="1916427552" sldId="422"/>
            <ac:spMk id="8" creationId="{288AD9DA-A69F-4EA1-9AC6-EA99651D6FB5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1916427552" sldId="422"/>
            <ac:inkMk id="4" creationId="{40376E8B-0557-9154-4242-A6754BEA198F}"/>
          </ac:inkMkLst>
        </pc:inkChg>
      </pc:sldChg>
      <pc:sldChg chg="addSp modSp">
        <pc:chgData name="Yeo Xiong Wei, Jonathan" userId="ac2b658e-7ce1-44bb-9f9f-bf4198ceaa29" providerId="ADAL" clId="{1D21AC9C-1719-4379-B142-506DDD280A15}" dt="2023-10-16T03:23:20.582" v="1927"/>
        <pc:sldMkLst>
          <pc:docMk/>
          <pc:sldMk cId="3052334704" sldId="426"/>
        </pc:sldMkLst>
        <pc:spChg chg="mod">
          <ac:chgData name="Yeo Xiong Wei, Jonathan" userId="ac2b658e-7ce1-44bb-9f9f-bf4198ceaa29" providerId="ADAL" clId="{1D21AC9C-1719-4379-B142-506DDD280A15}" dt="2023-10-11T07:45:53.932" v="1878" actId="20577"/>
          <ac:spMkLst>
            <pc:docMk/>
            <pc:sldMk cId="3052334704" sldId="426"/>
            <ac:spMk id="2" creationId="{A3EC8958-DF2F-4F79-815F-3EB899E6292C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3052334704" sldId="426"/>
            <ac:inkMk id="6" creationId="{B34950BF-7729-AB97-88FC-A2F370629863}"/>
          </ac:inkMkLst>
        </pc:inkChg>
      </pc:sldChg>
      <pc:sldChg chg="addSp modSp mod modAnim">
        <pc:chgData name="Yeo Xiong Wei, Jonathan" userId="ac2b658e-7ce1-44bb-9f9f-bf4198ceaa29" providerId="ADAL" clId="{1D21AC9C-1719-4379-B142-506DDD280A15}" dt="2023-10-16T03:23:20.582" v="1927"/>
        <pc:sldMkLst>
          <pc:docMk/>
          <pc:sldMk cId="3217484312" sldId="427"/>
        </pc:sldMkLst>
        <pc:spChg chg="mod">
          <ac:chgData name="Yeo Xiong Wei, Jonathan" userId="ac2b658e-7ce1-44bb-9f9f-bf4198ceaa29" providerId="ADAL" clId="{1D21AC9C-1719-4379-B142-506DDD280A15}" dt="2023-10-11T07:55:10.924" v="1922" actId="5793"/>
          <ac:spMkLst>
            <pc:docMk/>
            <pc:sldMk cId="3217484312" sldId="427"/>
            <ac:spMk id="93186" creationId="{00000000-0000-0000-0000-000000000000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3217484312" sldId="427"/>
            <ac:inkMk id="2" creationId="{65E8A2E1-2912-6B5B-AB92-8DEBB64948A4}"/>
          </ac:inkMkLst>
        </pc:inkChg>
      </pc:sldChg>
      <pc:sldChg chg="addSp modSp mod modAnim">
        <pc:chgData name="Yeo Xiong Wei, Jonathan" userId="ac2b658e-7ce1-44bb-9f9f-bf4198ceaa29" providerId="ADAL" clId="{1D21AC9C-1719-4379-B142-506DDD280A15}" dt="2023-10-16T03:23:20.582" v="1927"/>
        <pc:sldMkLst>
          <pc:docMk/>
          <pc:sldMk cId="3992736603" sldId="428"/>
        </pc:sldMkLst>
        <pc:spChg chg="mod">
          <ac:chgData name="Yeo Xiong Wei, Jonathan" userId="ac2b658e-7ce1-44bb-9f9f-bf4198ceaa29" providerId="ADAL" clId="{1D21AC9C-1719-4379-B142-506DDD280A15}" dt="2023-10-11T07:49:04.715" v="1891" actId="403"/>
          <ac:spMkLst>
            <pc:docMk/>
            <pc:sldMk cId="3992736603" sldId="428"/>
            <ac:spMk id="93186" creationId="{00000000-0000-0000-0000-000000000000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3992736603" sldId="428"/>
            <ac:inkMk id="2" creationId="{56B63A28-A745-AA2A-83B2-8FC304C132BB}"/>
          </ac:inkMkLst>
        </pc:inkChg>
      </pc:sldChg>
      <pc:sldChg chg="addSp modSp mod modAnim">
        <pc:chgData name="Yeo Xiong Wei, Jonathan" userId="ac2b658e-7ce1-44bb-9f9f-bf4198ceaa29" providerId="ADAL" clId="{1D21AC9C-1719-4379-B142-506DDD280A15}" dt="2023-10-16T03:23:20.582" v="1927"/>
        <pc:sldMkLst>
          <pc:docMk/>
          <pc:sldMk cId="3075119025" sldId="429"/>
        </pc:sldMkLst>
        <pc:spChg chg="mod">
          <ac:chgData name="Yeo Xiong Wei, Jonathan" userId="ac2b658e-7ce1-44bb-9f9f-bf4198ceaa29" providerId="ADAL" clId="{1D21AC9C-1719-4379-B142-506DDD280A15}" dt="2023-10-11T07:25:32.624" v="1643" actId="20577"/>
          <ac:spMkLst>
            <pc:docMk/>
            <pc:sldMk cId="3075119025" sldId="429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3075119025" sldId="429"/>
            <ac:inkMk id="5" creationId="{18071404-3A67-6F67-C76F-79FCAF1D7D0B}"/>
          </ac:inkMkLst>
        </pc:inkChg>
      </pc:sldChg>
      <pc:sldChg chg="addSp modSp">
        <pc:chgData name="Yeo Xiong Wei, Jonathan" userId="ac2b658e-7ce1-44bb-9f9f-bf4198ceaa29" providerId="ADAL" clId="{1D21AC9C-1719-4379-B142-506DDD280A15}" dt="2023-10-16T03:23:20.582" v="1927"/>
        <pc:sldMkLst>
          <pc:docMk/>
          <pc:sldMk cId="3478320194" sldId="430"/>
        </pc:sldMkLst>
        <pc:spChg chg="mod">
          <ac:chgData name="Yeo Xiong Wei, Jonathan" userId="ac2b658e-7ce1-44bb-9f9f-bf4198ceaa29" providerId="ADAL" clId="{1D21AC9C-1719-4379-B142-506DDD280A15}" dt="2023-10-11T07:39:07.251" v="1755" actId="207"/>
          <ac:spMkLst>
            <pc:docMk/>
            <pc:sldMk cId="3478320194" sldId="430"/>
            <ac:spMk id="84994" creationId="{00000000-0000-0000-0000-000000000000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3478320194" sldId="430"/>
            <ac:inkMk id="2" creationId="{4C4320F9-B92F-8463-D04B-7029E0918539}"/>
          </ac:inkMkLst>
        </pc:inkChg>
      </pc:sldChg>
      <pc:sldChg chg="addSp">
        <pc:chgData name="Yeo Xiong Wei, Jonathan" userId="ac2b658e-7ce1-44bb-9f9f-bf4198ceaa29" providerId="ADAL" clId="{1D21AC9C-1719-4379-B142-506DDD280A15}" dt="2023-10-16T03:23:20.582" v="1927"/>
        <pc:sldMkLst>
          <pc:docMk/>
          <pc:sldMk cId="1928804932" sldId="431"/>
        </pc:sldMkLst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1928804932" sldId="431"/>
            <ac:inkMk id="5" creationId="{584E467A-78E1-3E14-7C7B-89BBD9D5A937}"/>
          </ac:inkMkLst>
        </pc:inkChg>
      </pc:sldChg>
      <pc:sldChg chg="addSp modSp modAnim modNotesTx">
        <pc:chgData name="Yeo Xiong Wei, Jonathan" userId="ac2b658e-7ce1-44bb-9f9f-bf4198ceaa29" providerId="ADAL" clId="{1D21AC9C-1719-4379-B142-506DDD280A15}" dt="2023-10-16T03:23:20.582" v="1927"/>
        <pc:sldMkLst>
          <pc:docMk/>
          <pc:sldMk cId="2524796162" sldId="432"/>
        </pc:sldMkLst>
        <pc:spChg chg="mod">
          <ac:chgData name="Yeo Xiong Wei, Jonathan" userId="ac2b658e-7ce1-44bb-9f9f-bf4198ceaa29" providerId="ADAL" clId="{1D21AC9C-1719-4379-B142-506DDD280A15}" dt="2023-10-11T07:04:45.392" v="536" actId="404"/>
          <ac:spMkLst>
            <pc:docMk/>
            <pc:sldMk cId="2524796162" sldId="432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2524796162" sldId="432"/>
            <ac:inkMk id="5" creationId="{778954B9-E5C3-D253-1C19-9517352590E2}"/>
          </ac:inkMkLst>
        </pc:inkChg>
      </pc:sldChg>
      <pc:sldChg chg="addSp modSp mod modAnim">
        <pc:chgData name="Yeo Xiong Wei, Jonathan" userId="ac2b658e-7ce1-44bb-9f9f-bf4198ceaa29" providerId="ADAL" clId="{1D21AC9C-1719-4379-B142-506DDD280A15}" dt="2023-10-16T03:23:20.582" v="1927"/>
        <pc:sldMkLst>
          <pc:docMk/>
          <pc:sldMk cId="733283474" sldId="433"/>
        </pc:sldMkLst>
        <pc:spChg chg="mod">
          <ac:chgData name="Yeo Xiong Wei, Jonathan" userId="ac2b658e-7ce1-44bb-9f9f-bf4198ceaa29" providerId="ADAL" clId="{1D21AC9C-1719-4379-B142-506DDD280A15}" dt="2023-10-11T07:16:38.480" v="1416" actId="20577"/>
          <ac:spMkLst>
            <pc:docMk/>
            <pc:sldMk cId="733283474" sldId="433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733283474" sldId="433"/>
            <ac:inkMk id="5" creationId="{A4031A83-854B-933C-34EF-0F583FFAF0F1}"/>
          </ac:inkMkLst>
        </pc:inkChg>
      </pc:sldChg>
      <pc:sldChg chg="addSp modSp mod">
        <pc:chgData name="Yeo Xiong Wei, Jonathan" userId="ac2b658e-7ce1-44bb-9f9f-bf4198ceaa29" providerId="ADAL" clId="{1D21AC9C-1719-4379-B142-506DDD280A15}" dt="2023-10-16T03:23:20.582" v="1927"/>
        <pc:sldMkLst>
          <pc:docMk/>
          <pc:sldMk cId="1716397680" sldId="434"/>
        </pc:sldMkLst>
        <pc:spChg chg="mod">
          <ac:chgData name="Yeo Xiong Wei, Jonathan" userId="ac2b658e-7ce1-44bb-9f9f-bf4198ceaa29" providerId="ADAL" clId="{1D21AC9C-1719-4379-B142-506DDD280A15}" dt="2023-10-11T07:28:05.531" v="1742" actId="12"/>
          <ac:spMkLst>
            <pc:docMk/>
            <pc:sldMk cId="1716397680" sldId="434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1716397680" sldId="434"/>
            <ac:inkMk id="6" creationId="{4BA68CC0-75A5-C691-47CD-9A72DCEAF5AE}"/>
          </ac:inkMkLst>
        </pc:inkChg>
      </pc:sldChg>
      <pc:sldChg chg="add del">
        <pc:chgData name="Yeo Xiong Wei, Jonathan" userId="ac2b658e-7ce1-44bb-9f9f-bf4198ceaa29" providerId="ADAL" clId="{1D21AC9C-1719-4379-B142-506DDD280A15}" dt="2023-10-11T07:18:11.871" v="1450" actId="47"/>
        <pc:sldMkLst>
          <pc:docMk/>
          <pc:sldMk cId="3506829103" sldId="435"/>
        </pc:sldMkLst>
      </pc:sldChg>
      <pc:sldChg chg="addSp modSp add mod modAnim">
        <pc:chgData name="Yeo Xiong Wei, Jonathan" userId="ac2b658e-7ce1-44bb-9f9f-bf4198ceaa29" providerId="ADAL" clId="{1D21AC9C-1719-4379-B142-506DDD280A15}" dt="2023-10-16T03:23:20.582" v="1927"/>
        <pc:sldMkLst>
          <pc:docMk/>
          <pc:sldMk cId="3788233499" sldId="436"/>
        </pc:sldMkLst>
        <pc:spChg chg="mod">
          <ac:chgData name="Yeo Xiong Wei, Jonathan" userId="ac2b658e-7ce1-44bb-9f9f-bf4198ceaa29" providerId="ADAL" clId="{1D21AC9C-1719-4379-B142-506DDD280A15}" dt="2023-10-11T07:17:58.495" v="1449" actId="20577"/>
          <ac:spMkLst>
            <pc:docMk/>
            <pc:sldMk cId="3788233499" sldId="436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1D21AC9C-1719-4379-B142-506DDD280A15}" dt="2023-10-16T03:23:20.582" v="1927"/>
          <ac:inkMkLst>
            <pc:docMk/>
            <pc:sldMk cId="3788233499" sldId="436"/>
            <ac:inkMk id="5" creationId="{F714396E-420F-0BA7-53E2-7EC7FAC039A4}"/>
          </ac:inkMkLst>
        </pc:inkChg>
      </pc:sldChg>
    </pc:docChg>
  </pc:docChgLst>
  <pc:docChgLst>
    <pc:chgData name="Yeo Xiong Wei, Jonathan" userId="ac2b658e-7ce1-44bb-9f9f-bf4198ceaa29" providerId="ADAL" clId="{82F14521-06B7-454A-93DE-F0E5DFE73EFA}"/>
    <pc:docChg chg="undo custSel addSld delSld modSld sldOrd">
      <pc:chgData name="Yeo Xiong Wei, Jonathan" userId="ac2b658e-7ce1-44bb-9f9f-bf4198ceaa29" providerId="ADAL" clId="{82F14521-06B7-454A-93DE-F0E5DFE73EFA}" dt="2024-10-07T06:39:49.405" v="2304" actId="6549"/>
      <pc:docMkLst>
        <pc:docMk/>
      </pc:docMkLst>
      <pc:sldChg chg="modSp mod">
        <pc:chgData name="Yeo Xiong Wei, Jonathan" userId="ac2b658e-7ce1-44bb-9f9f-bf4198ceaa29" providerId="ADAL" clId="{82F14521-06B7-454A-93DE-F0E5DFE73EFA}" dt="2024-10-07T05:37:50.948" v="65" actId="20577"/>
        <pc:sldMkLst>
          <pc:docMk/>
          <pc:sldMk cId="323702170" sldId="258"/>
        </pc:sldMkLst>
        <pc:spChg chg="mod">
          <ac:chgData name="Yeo Xiong Wei, Jonathan" userId="ac2b658e-7ce1-44bb-9f9f-bf4198ceaa29" providerId="ADAL" clId="{82F14521-06B7-454A-93DE-F0E5DFE73EFA}" dt="2024-10-07T05:37:50.948" v="65" actId="20577"/>
          <ac:spMkLst>
            <pc:docMk/>
            <pc:sldMk cId="323702170" sldId="258"/>
            <ac:spMk id="3" creationId="{CDF4B2E5-1CF0-4D19-AFAA-E09B13AE7CF3}"/>
          </ac:spMkLst>
        </pc:spChg>
      </pc:sldChg>
      <pc:sldChg chg="addSp modSp mod">
        <pc:chgData name="Yeo Xiong Wei, Jonathan" userId="ac2b658e-7ce1-44bb-9f9f-bf4198ceaa29" providerId="ADAL" clId="{82F14521-06B7-454A-93DE-F0E5DFE73EFA}" dt="2024-10-07T06:06:41.667" v="811" actId="207"/>
        <pc:sldMkLst>
          <pc:docMk/>
          <pc:sldMk cId="2624820659" sldId="259"/>
        </pc:sldMkLst>
        <pc:spChg chg="mod">
          <ac:chgData name="Yeo Xiong Wei, Jonathan" userId="ac2b658e-7ce1-44bb-9f9f-bf4198ceaa29" providerId="ADAL" clId="{82F14521-06B7-454A-93DE-F0E5DFE73EFA}" dt="2024-10-07T05:47:01.270" v="507" actId="20577"/>
          <ac:spMkLst>
            <pc:docMk/>
            <pc:sldMk cId="2624820659" sldId="259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82F14521-06B7-454A-93DE-F0E5DFE73EFA}" dt="2024-10-07T06:06:41.667" v="811" actId="207"/>
          <ac:spMkLst>
            <pc:docMk/>
            <pc:sldMk cId="2624820659" sldId="259"/>
            <ac:spMk id="3" creationId="{CDF4B2E5-1CF0-4D19-AFAA-E09B13AE7CF3}"/>
          </ac:spMkLst>
        </pc:spChg>
        <pc:grpChg chg="add mod">
          <ac:chgData name="Yeo Xiong Wei, Jonathan" userId="ac2b658e-7ce1-44bb-9f9f-bf4198ceaa29" providerId="ADAL" clId="{82F14521-06B7-454A-93DE-F0E5DFE73EFA}" dt="2024-10-07T05:53:32.096" v="508"/>
          <ac:grpSpMkLst>
            <pc:docMk/>
            <pc:sldMk cId="2624820659" sldId="259"/>
            <ac:grpSpMk id="11" creationId="{46A45681-D598-66CC-7576-C0D47082701F}"/>
          </ac:grpSpMkLst>
        </pc:grpChg>
        <pc:grpChg chg="mod">
          <ac:chgData name="Yeo Xiong Wei, Jonathan" userId="ac2b658e-7ce1-44bb-9f9f-bf4198ceaa29" providerId="ADAL" clId="{82F14521-06B7-454A-93DE-F0E5DFE73EFA}" dt="2024-10-07T05:53:32.096" v="508"/>
          <ac:grpSpMkLst>
            <pc:docMk/>
            <pc:sldMk cId="2624820659" sldId="259"/>
            <ac:grpSpMk id="17" creationId="{83C3EE20-A415-8809-88A2-347102CF4869}"/>
          </ac:grpSpMkLst>
        </pc:grpChg>
        <pc:grpChg chg="mod">
          <ac:chgData name="Yeo Xiong Wei, Jonathan" userId="ac2b658e-7ce1-44bb-9f9f-bf4198ceaa29" providerId="ADAL" clId="{82F14521-06B7-454A-93DE-F0E5DFE73EFA}" dt="2024-10-07T05:53:32.096" v="508"/>
          <ac:grpSpMkLst>
            <pc:docMk/>
            <pc:sldMk cId="2624820659" sldId="259"/>
            <ac:grpSpMk id="18" creationId="{2190445B-FD15-CAB9-3857-BDF834456E81}"/>
          </ac:grpSpMkLst>
        </pc:grpChg>
        <pc:grpChg chg="mod">
          <ac:chgData name="Yeo Xiong Wei, Jonathan" userId="ac2b658e-7ce1-44bb-9f9f-bf4198ceaa29" providerId="ADAL" clId="{82F14521-06B7-454A-93DE-F0E5DFE73EFA}" dt="2024-10-07T05:53:32.096" v="508"/>
          <ac:grpSpMkLst>
            <pc:docMk/>
            <pc:sldMk cId="2624820659" sldId="259"/>
            <ac:grpSpMk id="19" creationId="{093BB474-3C7E-3E20-BDD4-98C8D88952ED}"/>
          </ac:grpSpMkLst>
        </pc:grpChg>
        <pc:grpChg chg="mod">
          <ac:chgData name="Yeo Xiong Wei, Jonathan" userId="ac2b658e-7ce1-44bb-9f9f-bf4198ceaa29" providerId="ADAL" clId="{82F14521-06B7-454A-93DE-F0E5DFE73EFA}" dt="2024-10-07T05:53:32.096" v="508"/>
          <ac:grpSpMkLst>
            <pc:docMk/>
            <pc:sldMk cId="2624820659" sldId="259"/>
            <ac:grpSpMk id="20" creationId="{35353072-D253-7E6E-CFFD-C10C5970F622}"/>
          </ac:grpSpMkLst>
        </pc:grpChg>
        <pc:grpChg chg="mod">
          <ac:chgData name="Yeo Xiong Wei, Jonathan" userId="ac2b658e-7ce1-44bb-9f9f-bf4198ceaa29" providerId="ADAL" clId="{82F14521-06B7-454A-93DE-F0E5DFE73EFA}" dt="2024-10-07T05:53:32.096" v="508"/>
          <ac:grpSpMkLst>
            <pc:docMk/>
            <pc:sldMk cId="2624820659" sldId="259"/>
            <ac:grpSpMk id="38" creationId="{C937B636-35C9-70E6-1730-436B13A76FBD}"/>
          </ac:grpSpMkLst>
        </pc:grpChg>
        <pc:grpChg chg="mod">
          <ac:chgData name="Yeo Xiong Wei, Jonathan" userId="ac2b658e-7ce1-44bb-9f9f-bf4198ceaa29" providerId="ADAL" clId="{82F14521-06B7-454A-93DE-F0E5DFE73EFA}" dt="2024-10-07T05:53:32.096" v="508"/>
          <ac:grpSpMkLst>
            <pc:docMk/>
            <pc:sldMk cId="2624820659" sldId="259"/>
            <ac:grpSpMk id="39" creationId="{3AF4C86B-6B00-C22F-A36E-32E5027D4579}"/>
          </ac:grpSpMkLst>
        </pc:grpChg>
        <pc:grpChg chg="mod">
          <ac:chgData name="Yeo Xiong Wei, Jonathan" userId="ac2b658e-7ce1-44bb-9f9f-bf4198ceaa29" providerId="ADAL" clId="{82F14521-06B7-454A-93DE-F0E5DFE73EFA}" dt="2024-10-07T05:53:32.096" v="508"/>
          <ac:grpSpMkLst>
            <pc:docMk/>
            <pc:sldMk cId="2624820659" sldId="259"/>
            <ac:grpSpMk id="40" creationId="{21708041-AD6C-D06F-B72B-32E3BD5FADF0}"/>
          </ac:grpSpMkLst>
        </pc:grpChg>
        <pc:grpChg chg="mod">
          <ac:chgData name="Yeo Xiong Wei, Jonathan" userId="ac2b658e-7ce1-44bb-9f9f-bf4198ceaa29" providerId="ADAL" clId="{82F14521-06B7-454A-93DE-F0E5DFE73EFA}" dt="2024-10-07T05:53:32.096" v="508"/>
          <ac:grpSpMkLst>
            <pc:docMk/>
            <pc:sldMk cId="2624820659" sldId="259"/>
            <ac:grpSpMk id="41" creationId="{452AC10F-D226-A1F4-3292-8A452A0DC059}"/>
          </ac:grpSpMkLst>
        </pc:grpChg>
        <pc:grpChg chg="mod">
          <ac:chgData name="Yeo Xiong Wei, Jonathan" userId="ac2b658e-7ce1-44bb-9f9f-bf4198ceaa29" providerId="ADAL" clId="{82F14521-06B7-454A-93DE-F0E5DFE73EFA}" dt="2024-10-07T05:53:32.096" v="508"/>
          <ac:grpSpMkLst>
            <pc:docMk/>
            <pc:sldMk cId="2624820659" sldId="259"/>
            <ac:grpSpMk id="42" creationId="{8E5A66C0-F9E4-9340-6F78-389E59E4DA15}"/>
          </ac:grpSpMkLst>
        </pc:grp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43" creationId="{AE290678-F869-396C-79CF-554E72F10B68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44" creationId="{C1B176D4-FAC6-1002-E32B-6FA3D1E55D5B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45" creationId="{AD08FE9B-E16A-9683-A054-97E2B7E2B36D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46" creationId="{136F2B25-C9ED-9EA3-7E9A-FA7CBCFF6348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47" creationId="{C0EE2047-7B7E-AD21-3EB3-F77347A8DE64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48" creationId="{F1BD0673-62C6-9F8E-AF9A-E968EEEC3456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49" creationId="{8C7FBD90-8469-B2B5-BAD4-D09D75FB9499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50" creationId="{430B16FF-E404-BEAA-8125-637616F7F422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51" creationId="{EA933D06-8679-8943-292B-A8EF250615AB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52" creationId="{5CAEBDDE-BD72-DCC0-686B-5C865A9E21B6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53" creationId="{2FBEE6CC-7D73-5763-4D68-73DE2325DA06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54" creationId="{E24FF8DF-E049-4581-09F6-047847489CBA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55" creationId="{D0FF51AA-0C37-2003-44B0-4FF8DDF48DAD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56" creationId="{2C2F28A6-BEA9-4B95-AA02-4471D4080975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57" creationId="{5C81D793-42AD-66B0-39AE-6BDAF052C87D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58" creationId="{A18EDE15-523C-7D0A-20FA-8D0626EE8C1A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59" creationId="{D3479201-B066-C340-9673-C2A99B4426D4}"/>
          </ac:picMkLst>
        </pc:picChg>
        <pc:picChg chg="mod">
          <ac:chgData name="Yeo Xiong Wei, Jonathan" userId="ac2b658e-7ce1-44bb-9f9f-bf4198ceaa29" providerId="ADAL" clId="{82F14521-06B7-454A-93DE-F0E5DFE73EFA}" dt="2024-10-07T05:53:32.096" v="508"/>
          <ac:picMkLst>
            <pc:docMk/>
            <pc:sldMk cId="2624820659" sldId="259"/>
            <ac:picMk id="60" creationId="{6A6868F8-EBFF-CD1F-ECE0-B52AD9B78D23}"/>
          </ac:picMkLst>
        </pc:picChg>
      </pc:sldChg>
      <pc:sldChg chg="addSp modSp">
        <pc:chgData name="Yeo Xiong Wei, Jonathan" userId="ac2b658e-7ce1-44bb-9f9f-bf4198ceaa29" providerId="ADAL" clId="{82F14521-06B7-454A-93DE-F0E5DFE73EFA}" dt="2024-10-07T06:03:48.929" v="658"/>
        <pc:sldMkLst>
          <pc:docMk/>
          <pc:sldMk cId="2732225696" sldId="261"/>
        </pc:sldMkLst>
        <pc:grpChg chg="add mod">
          <ac:chgData name="Yeo Xiong Wei, Jonathan" userId="ac2b658e-7ce1-44bb-9f9f-bf4198ceaa29" providerId="ADAL" clId="{82F14521-06B7-454A-93DE-F0E5DFE73EFA}" dt="2024-10-07T06:03:48.929" v="658"/>
          <ac:grpSpMkLst>
            <pc:docMk/>
            <pc:sldMk cId="2732225696" sldId="261"/>
            <ac:grpSpMk id="4" creationId="{0A36E470-3D03-6294-35DB-CC018BC71F36}"/>
          </ac:grpSpMkLst>
        </pc:grpChg>
        <pc:grpChg chg="mod">
          <ac:chgData name="Yeo Xiong Wei, Jonathan" userId="ac2b658e-7ce1-44bb-9f9f-bf4198ceaa29" providerId="ADAL" clId="{82F14521-06B7-454A-93DE-F0E5DFE73EFA}" dt="2024-10-07T06:03:48.929" v="658"/>
          <ac:grpSpMkLst>
            <pc:docMk/>
            <pc:sldMk cId="2732225696" sldId="261"/>
            <ac:grpSpMk id="5" creationId="{8AE7DB1C-C7BE-0EF5-D1C9-DDE89CCF393E}"/>
          </ac:grpSpMkLst>
        </pc:grpChg>
        <pc:grpChg chg="mod">
          <ac:chgData name="Yeo Xiong Wei, Jonathan" userId="ac2b658e-7ce1-44bb-9f9f-bf4198ceaa29" providerId="ADAL" clId="{82F14521-06B7-454A-93DE-F0E5DFE73EFA}" dt="2024-10-07T06:03:48.929" v="658"/>
          <ac:grpSpMkLst>
            <pc:docMk/>
            <pc:sldMk cId="2732225696" sldId="261"/>
            <ac:grpSpMk id="6" creationId="{2E3A8CEF-AFDD-8B44-7F9E-19549FB1F34C}"/>
          </ac:grpSpMkLst>
        </pc:grpChg>
        <pc:grpChg chg="mod">
          <ac:chgData name="Yeo Xiong Wei, Jonathan" userId="ac2b658e-7ce1-44bb-9f9f-bf4198ceaa29" providerId="ADAL" clId="{82F14521-06B7-454A-93DE-F0E5DFE73EFA}" dt="2024-10-07T06:03:48.929" v="658"/>
          <ac:grpSpMkLst>
            <pc:docMk/>
            <pc:sldMk cId="2732225696" sldId="261"/>
            <ac:grpSpMk id="7" creationId="{A2824153-0D19-DE19-C363-71599A0FE927}"/>
          </ac:grpSpMkLst>
        </pc:grpChg>
        <pc:grpChg chg="mod">
          <ac:chgData name="Yeo Xiong Wei, Jonathan" userId="ac2b658e-7ce1-44bb-9f9f-bf4198ceaa29" providerId="ADAL" clId="{82F14521-06B7-454A-93DE-F0E5DFE73EFA}" dt="2024-10-07T06:03:48.929" v="658"/>
          <ac:grpSpMkLst>
            <pc:docMk/>
            <pc:sldMk cId="2732225696" sldId="261"/>
            <ac:grpSpMk id="8" creationId="{2EAE8E21-B2F3-FF22-25D6-47C2AE804006}"/>
          </ac:grpSpMkLst>
        </pc:grpChg>
        <pc:grpChg chg="mod">
          <ac:chgData name="Yeo Xiong Wei, Jonathan" userId="ac2b658e-7ce1-44bb-9f9f-bf4198ceaa29" providerId="ADAL" clId="{82F14521-06B7-454A-93DE-F0E5DFE73EFA}" dt="2024-10-07T06:03:48.929" v="658"/>
          <ac:grpSpMkLst>
            <pc:docMk/>
            <pc:sldMk cId="2732225696" sldId="261"/>
            <ac:grpSpMk id="9" creationId="{97C4F3C5-40DA-1BB9-AC94-34F5D2A8ADFF}"/>
          </ac:grpSpMkLst>
        </pc:grpChg>
        <pc:grpChg chg="mod">
          <ac:chgData name="Yeo Xiong Wei, Jonathan" userId="ac2b658e-7ce1-44bb-9f9f-bf4198ceaa29" providerId="ADAL" clId="{82F14521-06B7-454A-93DE-F0E5DFE73EFA}" dt="2024-10-07T06:03:48.929" v="658"/>
          <ac:grpSpMkLst>
            <pc:docMk/>
            <pc:sldMk cId="2732225696" sldId="261"/>
            <ac:grpSpMk id="10" creationId="{F57B0171-0471-6311-F3DB-C22E85D162C6}"/>
          </ac:grpSpMkLst>
        </pc:grpChg>
        <pc:grpChg chg="mod">
          <ac:chgData name="Yeo Xiong Wei, Jonathan" userId="ac2b658e-7ce1-44bb-9f9f-bf4198ceaa29" providerId="ADAL" clId="{82F14521-06B7-454A-93DE-F0E5DFE73EFA}" dt="2024-10-07T06:03:48.929" v="658"/>
          <ac:grpSpMkLst>
            <pc:docMk/>
            <pc:sldMk cId="2732225696" sldId="261"/>
            <ac:grpSpMk id="12" creationId="{731AA2CF-9C68-A5A2-60B9-87DCC1FBE7D2}"/>
          </ac:grpSpMkLst>
        </pc:grpChg>
        <pc:grpChg chg="mod">
          <ac:chgData name="Yeo Xiong Wei, Jonathan" userId="ac2b658e-7ce1-44bb-9f9f-bf4198ceaa29" providerId="ADAL" clId="{82F14521-06B7-454A-93DE-F0E5DFE73EFA}" dt="2024-10-07T06:03:48.929" v="658"/>
          <ac:grpSpMkLst>
            <pc:docMk/>
            <pc:sldMk cId="2732225696" sldId="261"/>
            <ac:grpSpMk id="15" creationId="{1B489C19-BC52-CF60-76F2-A13D8C2BF53D}"/>
          </ac:grpSpMkLst>
        </pc:grpChg>
        <pc:grpChg chg="mod">
          <ac:chgData name="Yeo Xiong Wei, Jonathan" userId="ac2b658e-7ce1-44bb-9f9f-bf4198ceaa29" providerId="ADAL" clId="{82F14521-06B7-454A-93DE-F0E5DFE73EFA}" dt="2024-10-07T06:03:48.929" v="658"/>
          <ac:grpSpMkLst>
            <pc:docMk/>
            <pc:sldMk cId="2732225696" sldId="261"/>
            <ac:grpSpMk id="17" creationId="{CA87CCB7-C0B4-D0D2-C810-61676828E09B}"/>
          </ac:grpSpMkLst>
        </pc:grp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18" creationId="{B183D932-F33C-DF87-0294-89AAAE9E6D61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20" creationId="{AFC9E09F-39B2-79E1-8913-6FFA17F1C348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21" creationId="{6A5B1337-59A2-B901-743B-C201810EDC1D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24" creationId="{FD2AFA14-63B1-916D-5527-DB83240D826E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26" creationId="{D921E0C4-F0C1-5722-EBBC-6BCDC31446A7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29" creationId="{E96CB611-6FC3-7F2A-501F-F2BABE9702C2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30" creationId="{610A29DC-00A5-DCEC-72D8-E6C6191A229F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31" creationId="{E61C0EDB-7E78-A836-A4DB-E3632FA4BD50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32" creationId="{E736C7DF-ACE6-3B79-4D90-A259670495B1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33" creationId="{46F2CC37-FE09-8D52-BB6F-20A77C411C5A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34" creationId="{F660FC4E-B0F1-D35F-E7E0-DA7DCB8FB721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35" creationId="{FD532773-0B0B-04D1-D435-B404F04BA943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36" creationId="{01CD4A4B-7218-B35A-CCD1-FDD58F5DA530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37" creationId="{FF1E73B1-1A68-4F8E-1BBC-B4C80A57CCAD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38" creationId="{7BEEB3E9-AFE1-62D3-BD63-F6A53E2E3271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39" creationId="{895B60F9-7640-BB05-D20B-8BCBC6935E23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40" creationId="{674E3E80-CFF6-95D5-49FC-E559AD61D55C}"/>
          </ac:picMkLst>
        </pc:picChg>
        <pc:picChg chg="mod">
          <ac:chgData name="Yeo Xiong Wei, Jonathan" userId="ac2b658e-7ce1-44bb-9f9f-bf4198ceaa29" providerId="ADAL" clId="{82F14521-06B7-454A-93DE-F0E5DFE73EFA}" dt="2024-10-07T06:03:48.929" v="658"/>
          <ac:picMkLst>
            <pc:docMk/>
            <pc:sldMk cId="2732225696" sldId="261"/>
            <ac:picMk id="41" creationId="{132201DE-B9F4-3B0D-7B72-5B94735E2829}"/>
          </ac:picMkLst>
        </pc:picChg>
      </pc:sldChg>
      <pc:sldChg chg="addSp delSp modSp mod">
        <pc:chgData name="Yeo Xiong Wei, Jonathan" userId="ac2b658e-7ce1-44bb-9f9f-bf4198ceaa29" providerId="ADAL" clId="{82F14521-06B7-454A-93DE-F0E5DFE73EFA}" dt="2024-10-07T06:10:55.735" v="906" actId="113"/>
        <pc:sldMkLst>
          <pc:docMk/>
          <pc:sldMk cId="521648139" sldId="266"/>
        </pc:sldMkLst>
        <pc:spChg chg="mod">
          <ac:chgData name="Yeo Xiong Wei, Jonathan" userId="ac2b658e-7ce1-44bb-9f9f-bf4198ceaa29" providerId="ADAL" clId="{82F14521-06B7-454A-93DE-F0E5DFE73EFA}" dt="2024-10-07T06:10:55.735" v="906" actId="113"/>
          <ac:spMkLst>
            <pc:docMk/>
            <pc:sldMk cId="521648139" sldId="266"/>
            <ac:spMk id="3" creationId="{CDF4B2E5-1CF0-4D19-AFAA-E09B13AE7CF3}"/>
          </ac:spMkLst>
        </pc:spChg>
        <pc:grpChg chg="add del mod">
          <ac:chgData name="Yeo Xiong Wei, Jonathan" userId="ac2b658e-7ce1-44bb-9f9f-bf4198ceaa29" providerId="ADAL" clId="{82F14521-06B7-454A-93DE-F0E5DFE73EFA}" dt="2024-10-07T06:10:31.696" v="904" actId="1076"/>
          <ac:grpSpMkLst>
            <pc:docMk/>
            <pc:sldMk cId="521648139" sldId="266"/>
            <ac:grpSpMk id="5" creationId="{749AB987-C7FA-21E7-881F-B7A267A5D8C5}"/>
          </ac:grpSpMkLst>
        </pc:grpChg>
        <pc:grpChg chg="mod">
          <ac:chgData name="Yeo Xiong Wei, Jonathan" userId="ac2b658e-7ce1-44bb-9f9f-bf4198ceaa29" providerId="ADAL" clId="{82F14521-06B7-454A-93DE-F0E5DFE73EFA}" dt="2024-10-07T06:10:13.496" v="898"/>
          <ac:grpSpMkLst>
            <pc:docMk/>
            <pc:sldMk cId="521648139" sldId="266"/>
            <ac:grpSpMk id="6" creationId="{B6155ABF-06E4-D51A-8CB8-AE9A1B63EE17}"/>
          </ac:grpSpMkLst>
        </pc:grpChg>
        <pc:grpChg chg="mod">
          <ac:chgData name="Yeo Xiong Wei, Jonathan" userId="ac2b658e-7ce1-44bb-9f9f-bf4198ceaa29" providerId="ADAL" clId="{82F14521-06B7-454A-93DE-F0E5DFE73EFA}" dt="2024-10-07T06:10:13.496" v="898"/>
          <ac:grpSpMkLst>
            <pc:docMk/>
            <pc:sldMk cId="521648139" sldId="266"/>
            <ac:grpSpMk id="7" creationId="{F7A8D5CB-8BCF-D444-7D9C-DF26B7132B92}"/>
          </ac:grpSpMkLst>
        </pc:grpChg>
        <pc:grpChg chg="mod">
          <ac:chgData name="Yeo Xiong Wei, Jonathan" userId="ac2b658e-7ce1-44bb-9f9f-bf4198ceaa29" providerId="ADAL" clId="{82F14521-06B7-454A-93DE-F0E5DFE73EFA}" dt="2024-10-07T06:10:13.496" v="898"/>
          <ac:grpSpMkLst>
            <pc:docMk/>
            <pc:sldMk cId="521648139" sldId="266"/>
            <ac:grpSpMk id="8" creationId="{3361BE21-7E74-1FA9-EBE2-A8B4244EFD14}"/>
          </ac:grpSpMkLst>
        </pc:grpChg>
        <pc:grpChg chg="mod">
          <ac:chgData name="Yeo Xiong Wei, Jonathan" userId="ac2b658e-7ce1-44bb-9f9f-bf4198ceaa29" providerId="ADAL" clId="{82F14521-06B7-454A-93DE-F0E5DFE73EFA}" dt="2024-10-07T06:10:13.496" v="898"/>
          <ac:grpSpMkLst>
            <pc:docMk/>
            <pc:sldMk cId="521648139" sldId="266"/>
            <ac:grpSpMk id="9" creationId="{9D7EF3DB-3BA4-BD22-A8F8-BBE2B4B2508A}"/>
          </ac:grpSpMkLst>
        </pc:grpChg>
        <pc:grpChg chg="mod">
          <ac:chgData name="Yeo Xiong Wei, Jonathan" userId="ac2b658e-7ce1-44bb-9f9f-bf4198ceaa29" providerId="ADAL" clId="{82F14521-06B7-454A-93DE-F0E5DFE73EFA}" dt="2024-10-07T06:10:13.496" v="898"/>
          <ac:grpSpMkLst>
            <pc:docMk/>
            <pc:sldMk cId="521648139" sldId="266"/>
            <ac:grpSpMk id="10" creationId="{C766082E-A3C5-7135-C19F-7D7BB3E6B6A5}"/>
          </ac:grpSpMkLst>
        </pc:grpChg>
        <pc:grpChg chg="mod">
          <ac:chgData name="Yeo Xiong Wei, Jonathan" userId="ac2b658e-7ce1-44bb-9f9f-bf4198ceaa29" providerId="ADAL" clId="{82F14521-06B7-454A-93DE-F0E5DFE73EFA}" dt="2024-10-07T06:10:13.496" v="898"/>
          <ac:grpSpMkLst>
            <pc:docMk/>
            <pc:sldMk cId="521648139" sldId="266"/>
            <ac:grpSpMk id="11" creationId="{8BB1C7C9-1558-98F8-AF3B-5D2611A8BBFC}"/>
          </ac:grpSpMkLst>
        </pc:grpChg>
        <pc:grpChg chg="del mod">
          <ac:chgData name="Yeo Xiong Wei, Jonathan" userId="ac2b658e-7ce1-44bb-9f9f-bf4198ceaa29" providerId="ADAL" clId="{82F14521-06B7-454A-93DE-F0E5DFE73EFA}" dt="2024-10-07T06:10:18.068" v="899" actId="478"/>
          <ac:grpSpMkLst>
            <pc:docMk/>
            <pc:sldMk cId="521648139" sldId="266"/>
            <ac:grpSpMk id="12" creationId="{AFA1ACCC-6C42-3838-6801-63879677CE21}"/>
          </ac:grpSpMkLst>
        </pc:grpChg>
        <pc:grpChg chg="del mod">
          <ac:chgData name="Yeo Xiong Wei, Jonathan" userId="ac2b658e-7ce1-44bb-9f9f-bf4198ceaa29" providerId="ADAL" clId="{82F14521-06B7-454A-93DE-F0E5DFE73EFA}" dt="2024-10-07T06:10:24.284" v="902" actId="478"/>
          <ac:grpSpMkLst>
            <pc:docMk/>
            <pc:sldMk cId="521648139" sldId="266"/>
            <ac:grpSpMk id="13" creationId="{BDF8EEB4-6A52-746F-38B8-08884B75ABAF}"/>
          </ac:grpSpMkLst>
        </pc:grpChg>
        <pc:grpChg chg="del mod">
          <ac:chgData name="Yeo Xiong Wei, Jonathan" userId="ac2b658e-7ce1-44bb-9f9f-bf4198ceaa29" providerId="ADAL" clId="{82F14521-06B7-454A-93DE-F0E5DFE73EFA}" dt="2024-10-07T06:10:24.284" v="902" actId="478"/>
          <ac:grpSpMkLst>
            <pc:docMk/>
            <pc:sldMk cId="521648139" sldId="266"/>
            <ac:grpSpMk id="14" creationId="{38BE48AB-3056-5342-4141-C14DEF186591}"/>
          </ac:grpSpMkLst>
        </pc:grpChg>
        <pc:picChg chg="del mod">
          <ac:chgData name="Yeo Xiong Wei, Jonathan" userId="ac2b658e-7ce1-44bb-9f9f-bf4198ceaa29" providerId="ADAL" clId="{82F14521-06B7-454A-93DE-F0E5DFE73EFA}" dt="2024-10-07T06:10:24.284" v="902" actId="478"/>
          <ac:picMkLst>
            <pc:docMk/>
            <pc:sldMk cId="521648139" sldId="266"/>
            <ac:picMk id="15" creationId="{B63914A5-F7F5-3305-7EFD-92D0CA072F85}"/>
          </ac:picMkLst>
        </pc:picChg>
        <pc:picChg chg="del mod">
          <ac:chgData name="Yeo Xiong Wei, Jonathan" userId="ac2b658e-7ce1-44bb-9f9f-bf4198ceaa29" providerId="ADAL" clId="{82F14521-06B7-454A-93DE-F0E5DFE73EFA}" dt="2024-10-07T06:10:24.284" v="902" actId="478"/>
          <ac:picMkLst>
            <pc:docMk/>
            <pc:sldMk cId="521648139" sldId="266"/>
            <ac:picMk id="16" creationId="{91A47E51-B0D9-87EF-7CB5-5DDC0007FA0B}"/>
          </ac:picMkLst>
        </pc:picChg>
        <pc:picChg chg="del mod">
          <ac:chgData name="Yeo Xiong Wei, Jonathan" userId="ac2b658e-7ce1-44bb-9f9f-bf4198ceaa29" providerId="ADAL" clId="{82F14521-06B7-454A-93DE-F0E5DFE73EFA}" dt="2024-10-07T06:10:24.284" v="902" actId="478"/>
          <ac:picMkLst>
            <pc:docMk/>
            <pc:sldMk cId="521648139" sldId="266"/>
            <ac:picMk id="17" creationId="{58189D1E-EC3F-4FE7-2604-1031ED441D29}"/>
          </ac:picMkLst>
        </pc:picChg>
        <pc:picChg chg="del mod">
          <ac:chgData name="Yeo Xiong Wei, Jonathan" userId="ac2b658e-7ce1-44bb-9f9f-bf4198ceaa29" providerId="ADAL" clId="{82F14521-06B7-454A-93DE-F0E5DFE73EFA}" dt="2024-10-07T06:10:24.284" v="902" actId="478"/>
          <ac:picMkLst>
            <pc:docMk/>
            <pc:sldMk cId="521648139" sldId="266"/>
            <ac:picMk id="18" creationId="{4A1CD757-8938-C322-B859-C707953A0A9A}"/>
          </ac:picMkLst>
        </pc:picChg>
        <pc:picChg chg="del mod">
          <ac:chgData name="Yeo Xiong Wei, Jonathan" userId="ac2b658e-7ce1-44bb-9f9f-bf4198ceaa29" providerId="ADAL" clId="{82F14521-06B7-454A-93DE-F0E5DFE73EFA}" dt="2024-10-07T06:10:18.068" v="899" actId="478"/>
          <ac:picMkLst>
            <pc:docMk/>
            <pc:sldMk cId="521648139" sldId="266"/>
            <ac:picMk id="19" creationId="{A886A5A4-D185-0981-1472-4FDB044CD01D}"/>
          </ac:picMkLst>
        </pc:picChg>
        <pc:picChg chg="del mod">
          <ac:chgData name="Yeo Xiong Wei, Jonathan" userId="ac2b658e-7ce1-44bb-9f9f-bf4198ceaa29" providerId="ADAL" clId="{82F14521-06B7-454A-93DE-F0E5DFE73EFA}" dt="2024-10-07T06:10:24.284" v="902" actId="478"/>
          <ac:picMkLst>
            <pc:docMk/>
            <pc:sldMk cId="521648139" sldId="266"/>
            <ac:picMk id="20" creationId="{BD26DC6C-C592-EC03-1605-BFAA881D6799}"/>
          </ac:picMkLst>
        </pc:picChg>
        <pc:picChg chg="mod">
          <ac:chgData name="Yeo Xiong Wei, Jonathan" userId="ac2b658e-7ce1-44bb-9f9f-bf4198ceaa29" providerId="ADAL" clId="{82F14521-06B7-454A-93DE-F0E5DFE73EFA}" dt="2024-10-07T06:10:13.496" v="898"/>
          <ac:picMkLst>
            <pc:docMk/>
            <pc:sldMk cId="521648139" sldId="266"/>
            <ac:picMk id="21" creationId="{81C068A5-D921-747F-9359-5FB089F94371}"/>
          </ac:picMkLst>
        </pc:picChg>
        <pc:picChg chg="mod">
          <ac:chgData name="Yeo Xiong Wei, Jonathan" userId="ac2b658e-7ce1-44bb-9f9f-bf4198ceaa29" providerId="ADAL" clId="{82F14521-06B7-454A-93DE-F0E5DFE73EFA}" dt="2024-10-07T06:10:13.496" v="898"/>
          <ac:picMkLst>
            <pc:docMk/>
            <pc:sldMk cId="521648139" sldId="266"/>
            <ac:picMk id="22" creationId="{356FCA03-EABB-CAF7-0C37-BF9FAC805391}"/>
          </ac:picMkLst>
        </pc:picChg>
        <pc:picChg chg="mod">
          <ac:chgData name="Yeo Xiong Wei, Jonathan" userId="ac2b658e-7ce1-44bb-9f9f-bf4198ceaa29" providerId="ADAL" clId="{82F14521-06B7-454A-93DE-F0E5DFE73EFA}" dt="2024-10-07T06:10:13.496" v="898"/>
          <ac:picMkLst>
            <pc:docMk/>
            <pc:sldMk cId="521648139" sldId="266"/>
            <ac:picMk id="23" creationId="{03215744-B8AF-6D2E-96B6-E6E256B666AA}"/>
          </ac:picMkLst>
        </pc:picChg>
        <pc:picChg chg="mod">
          <ac:chgData name="Yeo Xiong Wei, Jonathan" userId="ac2b658e-7ce1-44bb-9f9f-bf4198ceaa29" providerId="ADAL" clId="{82F14521-06B7-454A-93DE-F0E5DFE73EFA}" dt="2024-10-07T06:10:13.496" v="898"/>
          <ac:picMkLst>
            <pc:docMk/>
            <pc:sldMk cId="521648139" sldId="266"/>
            <ac:picMk id="24" creationId="{4BEF8090-40BE-4354-BBEA-1349C22A48D7}"/>
          </ac:picMkLst>
        </pc:picChg>
        <pc:picChg chg="mod">
          <ac:chgData name="Yeo Xiong Wei, Jonathan" userId="ac2b658e-7ce1-44bb-9f9f-bf4198ceaa29" providerId="ADAL" clId="{82F14521-06B7-454A-93DE-F0E5DFE73EFA}" dt="2024-10-07T06:10:13.496" v="898"/>
          <ac:picMkLst>
            <pc:docMk/>
            <pc:sldMk cId="521648139" sldId="266"/>
            <ac:picMk id="25" creationId="{454C84A4-614D-CA85-012B-B753F09A1405}"/>
          </ac:picMkLst>
        </pc:picChg>
        <pc:picChg chg="mod">
          <ac:chgData name="Yeo Xiong Wei, Jonathan" userId="ac2b658e-7ce1-44bb-9f9f-bf4198ceaa29" providerId="ADAL" clId="{82F14521-06B7-454A-93DE-F0E5DFE73EFA}" dt="2024-10-07T06:10:13.496" v="898"/>
          <ac:picMkLst>
            <pc:docMk/>
            <pc:sldMk cId="521648139" sldId="266"/>
            <ac:picMk id="26" creationId="{52A54113-1AD7-8A14-C64D-625EACB3C3F8}"/>
          </ac:picMkLst>
        </pc:picChg>
        <pc:picChg chg="mod">
          <ac:chgData name="Yeo Xiong Wei, Jonathan" userId="ac2b658e-7ce1-44bb-9f9f-bf4198ceaa29" providerId="ADAL" clId="{82F14521-06B7-454A-93DE-F0E5DFE73EFA}" dt="2024-10-07T06:10:13.496" v="898"/>
          <ac:picMkLst>
            <pc:docMk/>
            <pc:sldMk cId="521648139" sldId="266"/>
            <ac:picMk id="27" creationId="{35194812-0FA7-B16E-A837-A763ED89642D}"/>
          </ac:picMkLst>
        </pc:picChg>
        <pc:picChg chg="mod">
          <ac:chgData name="Yeo Xiong Wei, Jonathan" userId="ac2b658e-7ce1-44bb-9f9f-bf4198ceaa29" providerId="ADAL" clId="{82F14521-06B7-454A-93DE-F0E5DFE73EFA}" dt="2024-10-07T06:10:13.496" v="898"/>
          <ac:picMkLst>
            <pc:docMk/>
            <pc:sldMk cId="521648139" sldId="266"/>
            <ac:picMk id="28" creationId="{C4C0E5D9-5DA3-8D76-EA2D-AEEA5E5BC1AC}"/>
          </ac:picMkLst>
        </pc:picChg>
        <pc:picChg chg="mod">
          <ac:chgData name="Yeo Xiong Wei, Jonathan" userId="ac2b658e-7ce1-44bb-9f9f-bf4198ceaa29" providerId="ADAL" clId="{82F14521-06B7-454A-93DE-F0E5DFE73EFA}" dt="2024-10-07T06:10:13.496" v="898"/>
          <ac:picMkLst>
            <pc:docMk/>
            <pc:sldMk cId="521648139" sldId="266"/>
            <ac:picMk id="29" creationId="{E641FA2B-C019-3A73-78C1-13432CA3F0CA}"/>
          </ac:picMkLst>
        </pc:picChg>
        <pc:picChg chg="mod">
          <ac:chgData name="Yeo Xiong Wei, Jonathan" userId="ac2b658e-7ce1-44bb-9f9f-bf4198ceaa29" providerId="ADAL" clId="{82F14521-06B7-454A-93DE-F0E5DFE73EFA}" dt="2024-10-07T06:10:13.496" v="898"/>
          <ac:picMkLst>
            <pc:docMk/>
            <pc:sldMk cId="521648139" sldId="266"/>
            <ac:picMk id="30" creationId="{00DEFEF3-26A1-3901-D7CE-59ED794A49E0}"/>
          </ac:picMkLst>
        </pc:picChg>
        <pc:picChg chg="mod">
          <ac:chgData name="Yeo Xiong Wei, Jonathan" userId="ac2b658e-7ce1-44bb-9f9f-bf4198ceaa29" providerId="ADAL" clId="{82F14521-06B7-454A-93DE-F0E5DFE73EFA}" dt="2024-10-07T06:10:13.496" v="898"/>
          <ac:picMkLst>
            <pc:docMk/>
            <pc:sldMk cId="521648139" sldId="266"/>
            <ac:picMk id="31" creationId="{3615DFB0-8FDA-AB95-4F71-88BD609E4AAC}"/>
          </ac:picMkLst>
        </pc:picChg>
        <pc:picChg chg="mod">
          <ac:chgData name="Yeo Xiong Wei, Jonathan" userId="ac2b658e-7ce1-44bb-9f9f-bf4198ceaa29" providerId="ADAL" clId="{82F14521-06B7-454A-93DE-F0E5DFE73EFA}" dt="2024-10-07T06:10:13.496" v="898"/>
          <ac:picMkLst>
            <pc:docMk/>
            <pc:sldMk cId="521648139" sldId="266"/>
            <ac:picMk id="32" creationId="{25C5E5A5-CE67-1114-890E-27FE0993088F}"/>
          </ac:picMkLst>
        </pc:picChg>
      </pc:sldChg>
      <pc:sldChg chg="modSp mod modAnim">
        <pc:chgData name="Yeo Xiong Wei, Jonathan" userId="ac2b658e-7ce1-44bb-9f9f-bf4198ceaa29" providerId="ADAL" clId="{82F14521-06B7-454A-93DE-F0E5DFE73EFA}" dt="2024-10-07T06:15:52.248" v="1056" actId="207"/>
        <pc:sldMkLst>
          <pc:docMk/>
          <pc:sldMk cId="908580859" sldId="267"/>
        </pc:sldMkLst>
        <pc:spChg chg="mod">
          <ac:chgData name="Yeo Xiong Wei, Jonathan" userId="ac2b658e-7ce1-44bb-9f9f-bf4198ceaa29" providerId="ADAL" clId="{82F14521-06B7-454A-93DE-F0E5DFE73EFA}" dt="2024-10-07T06:13:33.489" v="981" actId="6549"/>
          <ac:spMkLst>
            <pc:docMk/>
            <pc:sldMk cId="908580859" sldId="267"/>
            <ac:spMk id="3" creationId="{CDF4B2E5-1CF0-4D19-AFAA-E09B13AE7CF3}"/>
          </ac:spMkLst>
        </pc:spChg>
        <pc:spChg chg="mod">
          <ac:chgData name="Yeo Xiong Wei, Jonathan" userId="ac2b658e-7ce1-44bb-9f9f-bf4198ceaa29" providerId="ADAL" clId="{82F14521-06B7-454A-93DE-F0E5DFE73EFA}" dt="2024-10-07T06:12:22.536" v="968" actId="1076"/>
          <ac:spMkLst>
            <pc:docMk/>
            <pc:sldMk cId="908580859" sldId="267"/>
            <ac:spMk id="7" creationId="{06B58DD0-95B3-46DB-84AE-C27402237097}"/>
          </ac:spMkLst>
        </pc:spChg>
        <pc:spChg chg="mod">
          <ac:chgData name="Yeo Xiong Wei, Jonathan" userId="ac2b658e-7ce1-44bb-9f9f-bf4198ceaa29" providerId="ADAL" clId="{82F14521-06B7-454A-93DE-F0E5DFE73EFA}" dt="2024-10-07T06:12:22.536" v="968" actId="1076"/>
          <ac:spMkLst>
            <pc:docMk/>
            <pc:sldMk cId="908580859" sldId="267"/>
            <ac:spMk id="9" creationId="{EB340F41-F5AF-4D36-A8D3-F14904897E42}"/>
          </ac:spMkLst>
        </pc:spChg>
        <pc:graphicFrameChg chg="mod">
          <ac:chgData name="Yeo Xiong Wei, Jonathan" userId="ac2b658e-7ce1-44bb-9f9f-bf4198ceaa29" providerId="ADAL" clId="{82F14521-06B7-454A-93DE-F0E5DFE73EFA}" dt="2024-10-07T06:15:52.248" v="1056" actId="207"/>
          <ac:graphicFrameMkLst>
            <pc:docMk/>
            <pc:sldMk cId="908580859" sldId="267"/>
            <ac:graphicFrameMk id="5" creationId="{993433DF-E47D-4A83-81AD-563D720B9E3C}"/>
          </ac:graphicFrameMkLst>
        </pc:graphicFrameChg>
      </pc:sldChg>
      <pc:sldChg chg="addSp delSp modSp mod">
        <pc:chgData name="Yeo Xiong Wei, Jonathan" userId="ac2b658e-7ce1-44bb-9f9f-bf4198ceaa29" providerId="ADAL" clId="{82F14521-06B7-454A-93DE-F0E5DFE73EFA}" dt="2024-10-07T05:55:20.948" v="513" actId="1076"/>
        <pc:sldMkLst>
          <pc:docMk/>
          <pc:sldMk cId="2090325226" sldId="268"/>
        </pc:sldMkLst>
        <pc:grpChg chg="add mod">
          <ac:chgData name="Yeo Xiong Wei, Jonathan" userId="ac2b658e-7ce1-44bb-9f9f-bf4198ceaa29" providerId="ADAL" clId="{82F14521-06B7-454A-93DE-F0E5DFE73EFA}" dt="2024-10-07T05:55:20.948" v="513" actId="1076"/>
          <ac:grpSpMkLst>
            <pc:docMk/>
            <pc:sldMk cId="2090325226" sldId="268"/>
            <ac:grpSpMk id="5" creationId="{E25F288D-E219-3975-A959-E7EAFD66C356}"/>
          </ac:grpSpMkLst>
        </pc:grpChg>
        <pc:grpChg chg="mod">
          <ac:chgData name="Yeo Xiong Wei, Jonathan" userId="ac2b658e-7ce1-44bb-9f9f-bf4198ceaa29" providerId="ADAL" clId="{82F14521-06B7-454A-93DE-F0E5DFE73EFA}" dt="2024-10-07T05:54:56.251" v="509"/>
          <ac:grpSpMkLst>
            <pc:docMk/>
            <pc:sldMk cId="2090325226" sldId="268"/>
            <ac:grpSpMk id="7" creationId="{D27A2A95-0A1C-8D5A-8995-FC9F89970F02}"/>
          </ac:grpSpMkLst>
        </pc:grpChg>
        <pc:grpChg chg="mod">
          <ac:chgData name="Yeo Xiong Wei, Jonathan" userId="ac2b658e-7ce1-44bb-9f9f-bf4198ceaa29" providerId="ADAL" clId="{82F14521-06B7-454A-93DE-F0E5DFE73EFA}" dt="2024-10-07T05:54:56.251" v="509"/>
          <ac:grpSpMkLst>
            <pc:docMk/>
            <pc:sldMk cId="2090325226" sldId="268"/>
            <ac:grpSpMk id="8" creationId="{B0BFAF35-DE9B-9EB3-E550-23A3AB044CE1}"/>
          </ac:grpSpMkLst>
        </pc:grpChg>
        <pc:grpChg chg="del mod">
          <ac:chgData name="Yeo Xiong Wei, Jonathan" userId="ac2b658e-7ce1-44bb-9f9f-bf4198ceaa29" providerId="ADAL" clId="{82F14521-06B7-454A-93DE-F0E5DFE73EFA}" dt="2024-10-07T05:55:15.918" v="512" actId="478"/>
          <ac:grpSpMkLst>
            <pc:docMk/>
            <pc:sldMk cId="2090325226" sldId="268"/>
            <ac:grpSpMk id="9" creationId="{70FFB337-EA1C-F69E-B9D0-E9ACE5DA8A58}"/>
          </ac:grpSpMkLst>
        </pc:grpChg>
        <pc:grpChg chg="del mod">
          <ac:chgData name="Yeo Xiong Wei, Jonathan" userId="ac2b658e-7ce1-44bb-9f9f-bf4198ceaa29" providerId="ADAL" clId="{82F14521-06B7-454A-93DE-F0E5DFE73EFA}" dt="2024-10-07T05:55:08.353" v="510" actId="478"/>
          <ac:grpSpMkLst>
            <pc:docMk/>
            <pc:sldMk cId="2090325226" sldId="268"/>
            <ac:grpSpMk id="10" creationId="{25BCDD8F-D8AB-44BD-BA89-B3B878A36D6B}"/>
          </ac:grpSpMkLst>
        </pc:grpChg>
        <pc:grpChg chg="del mod">
          <ac:chgData name="Yeo Xiong Wei, Jonathan" userId="ac2b658e-7ce1-44bb-9f9f-bf4198ceaa29" providerId="ADAL" clId="{82F14521-06B7-454A-93DE-F0E5DFE73EFA}" dt="2024-10-07T05:55:08.353" v="510" actId="478"/>
          <ac:grpSpMkLst>
            <pc:docMk/>
            <pc:sldMk cId="2090325226" sldId="268"/>
            <ac:grpSpMk id="11" creationId="{8438BEAF-2769-2750-48BC-E246F28C1A4B}"/>
          </ac:grpSpMkLst>
        </pc:grpChg>
        <pc:grpChg chg="del mod">
          <ac:chgData name="Yeo Xiong Wei, Jonathan" userId="ac2b658e-7ce1-44bb-9f9f-bf4198ceaa29" providerId="ADAL" clId="{82F14521-06B7-454A-93DE-F0E5DFE73EFA}" dt="2024-10-07T05:55:08.353" v="510" actId="478"/>
          <ac:grpSpMkLst>
            <pc:docMk/>
            <pc:sldMk cId="2090325226" sldId="268"/>
            <ac:grpSpMk id="12" creationId="{9249E0C3-057A-4292-22C2-DEA2A57A28B5}"/>
          </ac:grpSpMkLst>
        </pc:grpChg>
        <pc:grpChg chg="del mod">
          <ac:chgData name="Yeo Xiong Wei, Jonathan" userId="ac2b658e-7ce1-44bb-9f9f-bf4198ceaa29" providerId="ADAL" clId="{82F14521-06B7-454A-93DE-F0E5DFE73EFA}" dt="2024-10-07T05:55:08.353" v="510" actId="478"/>
          <ac:grpSpMkLst>
            <pc:docMk/>
            <pc:sldMk cId="2090325226" sldId="268"/>
            <ac:grpSpMk id="13" creationId="{D1603CE0-7021-C7AA-F42B-2A9BA19C2FDF}"/>
          </ac:grpSpMkLst>
        </pc:grpChg>
        <pc:grpChg chg="del mod">
          <ac:chgData name="Yeo Xiong Wei, Jonathan" userId="ac2b658e-7ce1-44bb-9f9f-bf4198ceaa29" providerId="ADAL" clId="{82F14521-06B7-454A-93DE-F0E5DFE73EFA}" dt="2024-10-07T05:55:08.353" v="510" actId="478"/>
          <ac:grpSpMkLst>
            <pc:docMk/>
            <pc:sldMk cId="2090325226" sldId="268"/>
            <ac:grpSpMk id="14" creationId="{9C73E277-35EF-E972-BBA5-7A6553A63045}"/>
          </ac:grpSpMkLst>
        </pc:grpChg>
        <pc:grpChg chg="del mod">
          <ac:chgData name="Yeo Xiong Wei, Jonathan" userId="ac2b658e-7ce1-44bb-9f9f-bf4198ceaa29" providerId="ADAL" clId="{82F14521-06B7-454A-93DE-F0E5DFE73EFA}" dt="2024-10-07T05:55:08.353" v="510" actId="478"/>
          <ac:grpSpMkLst>
            <pc:docMk/>
            <pc:sldMk cId="2090325226" sldId="268"/>
            <ac:grpSpMk id="15" creationId="{DA8E2F62-5649-A522-B5A3-27A641ECABEA}"/>
          </ac:grpSpMkLst>
        </pc:grpChg>
        <pc:picChg chg="del mod">
          <ac:chgData name="Yeo Xiong Wei, Jonathan" userId="ac2b658e-7ce1-44bb-9f9f-bf4198ceaa29" providerId="ADAL" clId="{82F14521-06B7-454A-93DE-F0E5DFE73EFA}" dt="2024-10-07T05:55:08.353" v="510" actId="478"/>
          <ac:picMkLst>
            <pc:docMk/>
            <pc:sldMk cId="2090325226" sldId="268"/>
            <ac:picMk id="16" creationId="{E9C6A11C-C900-E6B3-DA1F-6504B60D8B3C}"/>
          </ac:picMkLst>
        </pc:picChg>
        <pc:picChg chg="del mod">
          <ac:chgData name="Yeo Xiong Wei, Jonathan" userId="ac2b658e-7ce1-44bb-9f9f-bf4198ceaa29" providerId="ADAL" clId="{82F14521-06B7-454A-93DE-F0E5DFE73EFA}" dt="2024-10-07T05:55:08.353" v="510" actId="478"/>
          <ac:picMkLst>
            <pc:docMk/>
            <pc:sldMk cId="2090325226" sldId="268"/>
            <ac:picMk id="17" creationId="{E0E45194-9598-1C9A-11FC-D1AF77045170}"/>
          </ac:picMkLst>
        </pc:picChg>
        <pc:picChg chg="del mod">
          <ac:chgData name="Yeo Xiong Wei, Jonathan" userId="ac2b658e-7ce1-44bb-9f9f-bf4198ceaa29" providerId="ADAL" clId="{82F14521-06B7-454A-93DE-F0E5DFE73EFA}" dt="2024-10-07T05:55:08.353" v="510" actId="478"/>
          <ac:picMkLst>
            <pc:docMk/>
            <pc:sldMk cId="2090325226" sldId="268"/>
            <ac:picMk id="18" creationId="{F2DADA01-1BBC-3745-1405-FD553A302B69}"/>
          </ac:picMkLst>
        </pc:picChg>
        <pc:picChg chg="del mod">
          <ac:chgData name="Yeo Xiong Wei, Jonathan" userId="ac2b658e-7ce1-44bb-9f9f-bf4198ceaa29" providerId="ADAL" clId="{82F14521-06B7-454A-93DE-F0E5DFE73EFA}" dt="2024-10-07T05:55:08.353" v="510" actId="478"/>
          <ac:picMkLst>
            <pc:docMk/>
            <pc:sldMk cId="2090325226" sldId="268"/>
            <ac:picMk id="19" creationId="{C6FF754F-FF19-55B8-9DB3-15D4FFC6A9D2}"/>
          </ac:picMkLst>
        </pc:picChg>
        <pc:picChg chg="del mod">
          <ac:chgData name="Yeo Xiong Wei, Jonathan" userId="ac2b658e-7ce1-44bb-9f9f-bf4198ceaa29" providerId="ADAL" clId="{82F14521-06B7-454A-93DE-F0E5DFE73EFA}" dt="2024-10-07T05:55:08.353" v="510" actId="478"/>
          <ac:picMkLst>
            <pc:docMk/>
            <pc:sldMk cId="2090325226" sldId="268"/>
            <ac:picMk id="20" creationId="{8C95A3DF-58D9-94CC-7218-10B849ABF690}"/>
          </ac:picMkLst>
        </pc:picChg>
        <pc:picChg chg="del mod">
          <ac:chgData name="Yeo Xiong Wei, Jonathan" userId="ac2b658e-7ce1-44bb-9f9f-bf4198ceaa29" providerId="ADAL" clId="{82F14521-06B7-454A-93DE-F0E5DFE73EFA}" dt="2024-10-07T05:55:08.353" v="510" actId="478"/>
          <ac:picMkLst>
            <pc:docMk/>
            <pc:sldMk cId="2090325226" sldId="268"/>
            <ac:picMk id="21" creationId="{7BCCA386-8375-3248-BC4E-476D96931217}"/>
          </ac:picMkLst>
        </pc:picChg>
        <pc:picChg chg="del mod">
          <ac:chgData name="Yeo Xiong Wei, Jonathan" userId="ac2b658e-7ce1-44bb-9f9f-bf4198ceaa29" providerId="ADAL" clId="{82F14521-06B7-454A-93DE-F0E5DFE73EFA}" dt="2024-10-07T05:55:08.353" v="510" actId="478"/>
          <ac:picMkLst>
            <pc:docMk/>
            <pc:sldMk cId="2090325226" sldId="268"/>
            <ac:picMk id="22" creationId="{3CF59FF0-71E4-7065-1840-507A8F2D5DBE}"/>
          </ac:picMkLst>
        </pc:picChg>
        <pc:picChg chg="del mod">
          <ac:chgData name="Yeo Xiong Wei, Jonathan" userId="ac2b658e-7ce1-44bb-9f9f-bf4198ceaa29" providerId="ADAL" clId="{82F14521-06B7-454A-93DE-F0E5DFE73EFA}" dt="2024-10-07T05:55:08.353" v="510" actId="478"/>
          <ac:picMkLst>
            <pc:docMk/>
            <pc:sldMk cId="2090325226" sldId="268"/>
            <ac:picMk id="23" creationId="{01944CFA-6575-92AB-85FE-E22BC9CDBBEC}"/>
          </ac:picMkLst>
        </pc:picChg>
        <pc:picChg chg="del mod">
          <ac:chgData name="Yeo Xiong Wei, Jonathan" userId="ac2b658e-7ce1-44bb-9f9f-bf4198ceaa29" providerId="ADAL" clId="{82F14521-06B7-454A-93DE-F0E5DFE73EFA}" dt="2024-10-07T05:55:08.353" v="510" actId="478"/>
          <ac:picMkLst>
            <pc:docMk/>
            <pc:sldMk cId="2090325226" sldId="268"/>
            <ac:picMk id="24" creationId="{0450579C-70E2-FD8F-A8FE-84CB66FACF7A}"/>
          </ac:picMkLst>
        </pc:picChg>
        <pc:picChg chg="del mod">
          <ac:chgData name="Yeo Xiong Wei, Jonathan" userId="ac2b658e-7ce1-44bb-9f9f-bf4198ceaa29" providerId="ADAL" clId="{82F14521-06B7-454A-93DE-F0E5DFE73EFA}" dt="2024-10-07T05:55:08.353" v="510" actId="478"/>
          <ac:picMkLst>
            <pc:docMk/>
            <pc:sldMk cId="2090325226" sldId="268"/>
            <ac:picMk id="25" creationId="{303B196B-91CB-BB48-8136-2D58138125D4}"/>
          </ac:picMkLst>
        </pc:picChg>
        <pc:picChg chg="del mod">
          <ac:chgData name="Yeo Xiong Wei, Jonathan" userId="ac2b658e-7ce1-44bb-9f9f-bf4198ceaa29" providerId="ADAL" clId="{82F14521-06B7-454A-93DE-F0E5DFE73EFA}" dt="2024-10-07T05:55:08.353" v="510" actId="478"/>
          <ac:picMkLst>
            <pc:docMk/>
            <pc:sldMk cId="2090325226" sldId="268"/>
            <ac:picMk id="26" creationId="{48DAFE11-04B3-8608-545A-02A5483CAB3D}"/>
          </ac:picMkLst>
        </pc:picChg>
        <pc:picChg chg="del mod">
          <ac:chgData name="Yeo Xiong Wei, Jonathan" userId="ac2b658e-7ce1-44bb-9f9f-bf4198ceaa29" providerId="ADAL" clId="{82F14521-06B7-454A-93DE-F0E5DFE73EFA}" dt="2024-10-07T05:55:08.353" v="510" actId="478"/>
          <ac:picMkLst>
            <pc:docMk/>
            <pc:sldMk cId="2090325226" sldId="268"/>
            <ac:picMk id="27" creationId="{962A7A01-BA54-5ADD-8D93-2694740683BF}"/>
          </ac:picMkLst>
        </pc:picChg>
        <pc:picChg chg="del mod">
          <ac:chgData name="Yeo Xiong Wei, Jonathan" userId="ac2b658e-7ce1-44bb-9f9f-bf4198ceaa29" providerId="ADAL" clId="{82F14521-06B7-454A-93DE-F0E5DFE73EFA}" dt="2024-10-07T05:55:15.918" v="512" actId="478"/>
          <ac:picMkLst>
            <pc:docMk/>
            <pc:sldMk cId="2090325226" sldId="268"/>
            <ac:picMk id="28" creationId="{BB673A8A-EC12-BBCA-FB72-F516F356C1C8}"/>
          </ac:picMkLst>
        </pc:picChg>
        <pc:picChg chg="del mod">
          <ac:chgData name="Yeo Xiong Wei, Jonathan" userId="ac2b658e-7ce1-44bb-9f9f-bf4198ceaa29" providerId="ADAL" clId="{82F14521-06B7-454A-93DE-F0E5DFE73EFA}" dt="2024-10-07T05:55:15.918" v="512" actId="478"/>
          <ac:picMkLst>
            <pc:docMk/>
            <pc:sldMk cId="2090325226" sldId="268"/>
            <ac:picMk id="29" creationId="{FD584647-52AF-4B00-D17C-B75B0BD40C0E}"/>
          </ac:picMkLst>
        </pc:picChg>
        <pc:picChg chg="mod">
          <ac:chgData name="Yeo Xiong Wei, Jonathan" userId="ac2b658e-7ce1-44bb-9f9f-bf4198ceaa29" providerId="ADAL" clId="{82F14521-06B7-454A-93DE-F0E5DFE73EFA}" dt="2024-10-07T05:54:56.251" v="509"/>
          <ac:picMkLst>
            <pc:docMk/>
            <pc:sldMk cId="2090325226" sldId="268"/>
            <ac:picMk id="30" creationId="{9FD9A4AF-4C63-640E-40D8-AD98C9CD8AF2}"/>
          </ac:picMkLst>
        </pc:picChg>
        <pc:picChg chg="mod">
          <ac:chgData name="Yeo Xiong Wei, Jonathan" userId="ac2b658e-7ce1-44bb-9f9f-bf4198ceaa29" providerId="ADAL" clId="{82F14521-06B7-454A-93DE-F0E5DFE73EFA}" dt="2024-10-07T05:54:56.251" v="509"/>
          <ac:picMkLst>
            <pc:docMk/>
            <pc:sldMk cId="2090325226" sldId="268"/>
            <ac:picMk id="31" creationId="{1AAFC941-A60F-858F-EE3F-5F95ACF0BDD7}"/>
          </ac:picMkLst>
        </pc:picChg>
        <pc:picChg chg="mod">
          <ac:chgData name="Yeo Xiong Wei, Jonathan" userId="ac2b658e-7ce1-44bb-9f9f-bf4198ceaa29" providerId="ADAL" clId="{82F14521-06B7-454A-93DE-F0E5DFE73EFA}" dt="2024-10-07T05:54:56.251" v="509"/>
          <ac:picMkLst>
            <pc:docMk/>
            <pc:sldMk cId="2090325226" sldId="268"/>
            <ac:picMk id="32" creationId="{1FCC54CE-83DE-F7CA-D4A1-6E2791FD2F5C}"/>
          </ac:picMkLst>
        </pc:picChg>
        <pc:picChg chg="mod">
          <ac:chgData name="Yeo Xiong Wei, Jonathan" userId="ac2b658e-7ce1-44bb-9f9f-bf4198ceaa29" providerId="ADAL" clId="{82F14521-06B7-454A-93DE-F0E5DFE73EFA}" dt="2024-10-07T05:54:56.251" v="509"/>
          <ac:picMkLst>
            <pc:docMk/>
            <pc:sldMk cId="2090325226" sldId="268"/>
            <ac:picMk id="33" creationId="{B00FE384-4B97-938C-49DC-2EAE737755A2}"/>
          </ac:picMkLst>
        </pc:picChg>
      </pc:sldChg>
      <pc:sldChg chg="modSp mod">
        <pc:chgData name="Yeo Xiong Wei, Jonathan" userId="ac2b658e-7ce1-44bb-9f9f-bf4198ceaa29" providerId="ADAL" clId="{82F14521-06B7-454A-93DE-F0E5DFE73EFA}" dt="2024-10-07T05:42:41.749" v="214" actId="207"/>
        <pc:sldMkLst>
          <pc:docMk/>
          <pc:sldMk cId="2420303229" sldId="398"/>
        </pc:sldMkLst>
        <pc:spChg chg="mod">
          <ac:chgData name="Yeo Xiong Wei, Jonathan" userId="ac2b658e-7ce1-44bb-9f9f-bf4198ceaa29" providerId="ADAL" clId="{82F14521-06B7-454A-93DE-F0E5DFE73EFA}" dt="2024-10-07T05:42:41.749" v="214" actId="207"/>
          <ac:spMkLst>
            <pc:docMk/>
            <pc:sldMk cId="2420303229" sldId="398"/>
            <ac:spMk id="3" creationId="{CDF4B2E5-1CF0-4D19-AFAA-E09B13AE7CF3}"/>
          </ac:spMkLst>
        </pc:spChg>
      </pc:sldChg>
      <pc:sldChg chg="modSp mod modAnim modNotesTx">
        <pc:chgData name="Yeo Xiong Wei, Jonathan" userId="ac2b658e-7ce1-44bb-9f9f-bf4198ceaa29" providerId="ADAL" clId="{82F14521-06B7-454A-93DE-F0E5DFE73EFA}" dt="2024-10-07T05:59:39.293" v="568" actId="6549"/>
        <pc:sldMkLst>
          <pc:docMk/>
          <pc:sldMk cId="3934663697" sldId="399"/>
        </pc:sldMkLst>
        <pc:spChg chg="mod">
          <ac:chgData name="Yeo Xiong Wei, Jonathan" userId="ac2b658e-7ce1-44bb-9f9f-bf4198ceaa29" providerId="ADAL" clId="{82F14521-06B7-454A-93DE-F0E5DFE73EFA}" dt="2024-10-07T05:59:39.293" v="568" actId="6549"/>
          <ac:spMkLst>
            <pc:docMk/>
            <pc:sldMk cId="3934663697" sldId="399"/>
            <ac:spMk id="3" creationId="{CDF4B2E5-1CF0-4D19-AFAA-E09B13AE7CF3}"/>
          </ac:spMkLst>
        </pc:spChg>
      </pc:sldChg>
      <pc:sldChg chg="modSp mod modAnim modNotesTx">
        <pc:chgData name="Yeo Xiong Wei, Jonathan" userId="ac2b658e-7ce1-44bb-9f9f-bf4198ceaa29" providerId="ADAL" clId="{82F14521-06B7-454A-93DE-F0E5DFE73EFA}" dt="2024-10-07T06:07:56.984" v="889" actId="20577"/>
        <pc:sldMkLst>
          <pc:docMk/>
          <pc:sldMk cId="3558677788" sldId="400"/>
        </pc:sldMkLst>
        <pc:spChg chg="mod">
          <ac:chgData name="Yeo Xiong Wei, Jonathan" userId="ac2b658e-7ce1-44bb-9f9f-bf4198ceaa29" providerId="ADAL" clId="{82F14521-06B7-454A-93DE-F0E5DFE73EFA}" dt="2024-10-07T06:02:18.793" v="602" actId="20577"/>
          <ac:spMkLst>
            <pc:docMk/>
            <pc:sldMk cId="3558677788" sldId="400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82F14521-06B7-454A-93DE-F0E5DFE73EFA}" dt="2024-10-07T06:07:56.984" v="889" actId="20577"/>
          <ac:spMkLst>
            <pc:docMk/>
            <pc:sldMk cId="3558677788" sldId="400"/>
            <ac:spMk id="3" creationId="{CDF4B2E5-1CF0-4D19-AFAA-E09B13AE7CF3}"/>
          </ac:spMkLst>
        </pc:spChg>
      </pc:sldChg>
      <pc:sldChg chg="modSp mod">
        <pc:chgData name="Yeo Xiong Wei, Jonathan" userId="ac2b658e-7ce1-44bb-9f9f-bf4198ceaa29" providerId="ADAL" clId="{82F14521-06B7-454A-93DE-F0E5DFE73EFA}" dt="2024-10-07T06:15:48.186" v="1055" actId="207"/>
        <pc:sldMkLst>
          <pc:docMk/>
          <pc:sldMk cId="3421103426" sldId="403"/>
        </pc:sldMkLst>
        <pc:spChg chg="mod">
          <ac:chgData name="Yeo Xiong Wei, Jonathan" userId="ac2b658e-7ce1-44bb-9f9f-bf4198ceaa29" providerId="ADAL" clId="{82F14521-06B7-454A-93DE-F0E5DFE73EFA}" dt="2024-10-07T06:15:43.904" v="1054" actId="6549"/>
          <ac:spMkLst>
            <pc:docMk/>
            <pc:sldMk cId="3421103426" sldId="403"/>
            <ac:spMk id="3" creationId="{CDF4B2E5-1CF0-4D19-AFAA-E09B13AE7CF3}"/>
          </ac:spMkLst>
        </pc:spChg>
        <pc:spChg chg="mod">
          <ac:chgData name="Yeo Xiong Wei, Jonathan" userId="ac2b658e-7ce1-44bb-9f9f-bf4198ceaa29" providerId="ADAL" clId="{82F14521-06B7-454A-93DE-F0E5DFE73EFA}" dt="2024-10-07T06:14:21.524" v="993" actId="1076"/>
          <ac:spMkLst>
            <pc:docMk/>
            <pc:sldMk cId="3421103426" sldId="403"/>
            <ac:spMk id="7" creationId="{06B58DD0-95B3-46DB-84AE-C27402237097}"/>
          </ac:spMkLst>
        </pc:spChg>
        <pc:spChg chg="mod">
          <ac:chgData name="Yeo Xiong Wei, Jonathan" userId="ac2b658e-7ce1-44bb-9f9f-bf4198ceaa29" providerId="ADAL" clId="{82F14521-06B7-454A-93DE-F0E5DFE73EFA}" dt="2024-10-07T06:14:21.524" v="993" actId="1076"/>
          <ac:spMkLst>
            <pc:docMk/>
            <pc:sldMk cId="3421103426" sldId="403"/>
            <ac:spMk id="9" creationId="{EB340F41-F5AF-4D36-A8D3-F14904897E42}"/>
          </ac:spMkLst>
        </pc:spChg>
        <pc:graphicFrameChg chg="mod">
          <ac:chgData name="Yeo Xiong Wei, Jonathan" userId="ac2b658e-7ce1-44bb-9f9f-bf4198ceaa29" providerId="ADAL" clId="{82F14521-06B7-454A-93DE-F0E5DFE73EFA}" dt="2024-10-07T06:15:48.186" v="1055" actId="207"/>
          <ac:graphicFrameMkLst>
            <pc:docMk/>
            <pc:sldMk cId="3421103426" sldId="403"/>
            <ac:graphicFrameMk id="5" creationId="{993433DF-E47D-4A83-81AD-563D720B9E3C}"/>
          </ac:graphicFrameMkLst>
        </pc:graphicFrameChg>
      </pc:sldChg>
      <pc:sldChg chg="modSp">
        <pc:chgData name="Yeo Xiong Wei, Jonathan" userId="ac2b658e-7ce1-44bb-9f9f-bf4198ceaa29" providerId="ADAL" clId="{82F14521-06B7-454A-93DE-F0E5DFE73EFA}" dt="2024-10-07T06:26:17.007" v="1585" actId="20577"/>
        <pc:sldMkLst>
          <pc:docMk/>
          <pc:sldMk cId="3542244236" sldId="405"/>
        </pc:sldMkLst>
        <pc:spChg chg="mod">
          <ac:chgData name="Yeo Xiong Wei, Jonathan" userId="ac2b658e-7ce1-44bb-9f9f-bf4198ceaa29" providerId="ADAL" clId="{82F14521-06B7-454A-93DE-F0E5DFE73EFA}" dt="2024-10-07T06:26:17.007" v="1585" actId="20577"/>
          <ac:spMkLst>
            <pc:docMk/>
            <pc:sldMk cId="3542244236" sldId="405"/>
            <ac:spMk id="3" creationId="{CDF4B2E5-1CF0-4D19-AFAA-E09B13AE7CF3}"/>
          </ac:spMkLst>
        </pc:spChg>
      </pc:sldChg>
      <pc:sldChg chg="modSp mod modAnim">
        <pc:chgData name="Yeo Xiong Wei, Jonathan" userId="ac2b658e-7ce1-44bb-9f9f-bf4198ceaa29" providerId="ADAL" clId="{82F14521-06B7-454A-93DE-F0E5DFE73EFA}" dt="2024-10-07T06:31:40.236" v="1768" actId="1076"/>
        <pc:sldMkLst>
          <pc:docMk/>
          <pc:sldMk cId="2307157780" sldId="407"/>
        </pc:sldMkLst>
        <pc:spChg chg="mod">
          <ac:chgData name="Yeo Xiong Wei, Jonathan" userId="ac2b658e-7ce1-44bb-9f9f-bf4198ceaa29" providerId="ADAL" clId="{82F14521-06B7-454A-93DE-F0E5DFE73EFA}" dt="2024-10-07T06:31:40.236" v="1768" actId="1076"/>
          <ac:spMkLst>
            <pc:docMk/>
            <pc:sldMk cId="2307157780" sldId="407"/>
            <ac:spMk id="4" creationId="{C8346887-E81E-D37C-6C5E-EF174AC43DA6}"/>
          </ac:spMkLst>
        </pc:spChg>
        <pc:spChg chg="mod">
          <ac:chgData name="Yeo Xiong Wei, Jonathan" userId="ac2b658e-7ce1-44bb-9f9f-bf4198ceaa29" providerId="ADAL" clId="{82F14521-06B7-454A-93DE-F0E5DFE73EFA}" dt="2024-10-07T06:31:37.551" v="1767" actId="113"/>
          <ac:spMkLst>
            <pc:docMk/>
            <pc:sldMk cId="2307157780" sldId="407"/>
            <ac:spMk id="84994" creationId="{00000000-0000-0000-0000-000000000000}"/>
          </ac:spMkLst>
        </pc:spChg>
      </pc:sldChg>
      <pc:sldChg chg="addSp modSp">
        <pc:chgData name="Yeo Xiong Wei, Jonathan" userId="ac2b658e-7ce1-44bb-9f9f-bf4198ceaa29" providerId="ADAL" clId="{82F14521-06B7-454A-93DE-F0E5DFE73EFA}" dt="2024-10-07T05:56:15.699" v="515"/>
        <pc:sldMkLst>
          <pc:docMk/>
          <pc:sldMk cId="896693958" sldId="408"/>
        </pc:sldMkLst>
        <pc:grpChg chg="add mod">
          <ac:chgData name="Yeo Xiong Wei, Jonathan" userId="ac2b658e-7ce1-44bb-9f9f-bf4198ceaa29" providerId="ADAL" clId="{82F14521-06B7-454A-93DE-F0E5DFE73EFA}" dt="2024-10-07T05:56:15.699" v="515"/>
          <ac:grpSpMkLst>
            <pc:docMk/>
            <pc:sldMk cId="896693958" sldId="408"/>
            <ac:grpSpMk id="2" creationId="{83E67A78-DDC3-3173-7E01-B6482C8BCA7B}"/>
          </ac:grpSpMkLst>
        </pc:grpChg>
        <pc:grpChg chg="mod">
          <ac:chgData name="Yeo Xiong Wei, Jonathan" userId="ac2b658e-7ce1-44bb-9f9f-bf4198ceaa29" providerId="ADAL" clId="{82F14521-06B7-454A-93DE-F0E5DFE73EFA}" dt="2024-10-07T05:56:15.699" v="515"/>
          <ac:grpSpMkLst>
            <pc:docMk/>
            <pc:sldMk cId="896693958" sldId="408"/>
            <ac:grpSpMk id="4" creationId="{400DD68E-5747-F61A-A6AE-AE43713117C1}"/>
          </ac:grpSpMkLst>
        </pc:grpChg>
        <pc:grpChg chg="mod">
          <ac:chgData name="Yeo Xiong Wei, Jonathan" userId="ac2b658e-7ce1-44bb-9f9f-bf4198ceaa29" providerId="ADAL" clId="{82F14521-06B7-454A-93DE-F0E5DFE73EFA}" dt="2024-10-07T05:56:15.699" v="515"/>
          <ac:grpSpMkLst>
            <pc:docMk/>
            <pc:sldMk cId="896693958" sldId="408"/>
            <ac:grpSpMk id="5" creationId="{EDF19503-EB76-29B0-A02F-746381C5C8BA}"/>
          </ac:grpSpMkLst>
        </pc:grpChg>
        <pc:grpChg chg="mod">
          <ac:chgData name="Yeo Xiong Wei, Jonathan" userId="ac2b658e-7ce1-44bb-9f9f-bf4198ceaa29" providerId="ADAL" clId="{82F14521-06B7-454A-93DE-F0E5DFE73EFA}" dt="2024-10-07T05:56:15.699" v="515"/>
          <ac:grpSpMkLst>
            <pc:docMk/>
            <pc:sldMk cId="896693958" sldId="408"/>
            <ac:grpSpMk id="6" creationId="{EDF4D312-66D0-319A-C4B0-76213D9ADE9F}"/>
          </ac:grpSpMkLst>
        </pc:grpChg>
        <pc:grpChg chg="mod">
          <ac:chgData name="Yeo Xiong Wei, Jonathan" userId="ac2b658e-7ce1-44bb-9f9f-bf4198ceaa29" providerId="ADAL" clId="{82F14521-06B7-454A-93DE-F0E5DFE73EFA}" dt="2024-10-07T05:56:15.699" v="515"/>
          <ac:grpSpMkLst>
            <pc:docMk/>
            <pc:sldMk cId="896693958" sldId="408"/>
            <ac:grpSpMk id="7" creationId="{0456B7E1-7563-C428-18B2-D08CD640BA35}"/>
          </ac:grpSpMkLst>
        </pc:grpChg>
        <pc:grpChg chg="mod">
          <ac:chgData name="Yeo Xiong Wei, Jonathan" userId="ac2b658e-7ce1-44bb-9f9f-bf4198ceaa29" providerId="ADAL" clId="{82F14521-06B7-454A-93DE-F0E5DFE73EFA}" dt="2024-10-07T05:56:15.699" v="515"/>
          <ac:grpSpMkLst>
            <pc:docMk/>
            <pc:sldMk cId="896693958" sldId="408"/>
            <ac:grpSpMk id="8" creationId="{BB54FFDE-47E3-ED5C-3A95-4E9B2742F1CA}"/>
          </ac:grpSpMkLst>
        </pc:grpChg>
        <pc:grpChg chg="mod">
          <ac:chgData name="Yeo Xiong Wei, Jonathan" userId="ac2b658e-7ce1-44bb-9f9f-bf4198ceaa29" providerId="ADAL" clId="{82F14521-06B7-454A-93DE-F0E5DFE73EFA}" dt="2024-10-07T05:56:15.699" v="515"/>
          <ac:grpSpMkLst>
            <pc:docMk/>
            <pc:sldMk cId="896693958" sldId="408"/>
            <ac:grpSpMk id="9" creationId="{52387FFB-CF12-670C-4CF1-D9F4584FBAEF}"/>
          </ac:grpSpMkLst>
        </pc:grpChg>
        <pc:grpChg chg="mod">
          <ac:chgData name="Yeo Xiong Wei, Jonathan" userId="ac2b658e-7ce1-44bb-9f9f-bf4198ceaa29" providerId="ADAL" clId="{82F14521-06B7-454A-93DE-F0E5DFE73EFA}" dt="2024-10-07T05:56:15.699" v="515"/>
          <ac:grpSpMkLst>
            <pc:docMk/>
            <pc:sldMk cId="896693958" sldId="408"/>
            <ac:grpSpMk id="10" creationId="{1BA992C3-8DB2-7A9B-475A-5C374A7F4F14}"/>
          </ac:grpSpMkLst>
        </pc:grpChg>
        <pc:grpChg chg="mod">
          <ac:chgData name="Yeo Xiong Wei, Jonathan" userId="ac2b658e-7ce1-44bb-9f9f-bf4198ceaa29" providerId="ADAL" clId="{82F14521-06B7-454A-93DE-F0E5DFE73EFA}" dt="2024-10-07T05:56:15.699" v="515"/>
          <ac:grpSpMkLst>
            <pc:docMk/>
            <pc:sldMk cId="896693958" sldId="408"/>
            <ac:grpSpMk id="11" creationId="{D629EC33-FDD2-496C-1145-653585C04DB1}"/>
          </ac:grpSpMkLst>
        </pc:grpChg>
        <pc:grpChg chg="mod">
          <ac:chgData name="Yeo Xiong Wei, Jonathan" userId="ac2b658e-7ce1-44bb-9f9f-bf4198ceaa29" providerId="ADAL" clId="{82F14521-06B7-454A-93DE-F0E5DFE73EFA}" dt="2024-10-07T05:56:15.699" v="515"/>
          <ac:grpSpMkLst>
            <pc:docMk/>
            <pc:sldMk cId="896693958" sldId="408"/>
            <ac:grpSpMk id="12" creationId="{12D3F06F-3E43-6FC9-C83C-D6B25443AD4C}"/>
          </ac:grpSpMkLst>
        </pc:grp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13" creationId="{1B1E50AC-A046-7DCD-4C6E-0895B023C8A4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14" creationId="{8A0AAD6F-3C50-7CD3-6CC6-11EE28DB6EF7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15" creationId="{3DF4C513-405B-4B65-AE33-33AD147EF5EC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16" creationId="{63D3E70D-3147-796D-C815-099577C592D3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17" creationId="{FB33132D-6FB1-C943-E4CA-193E81A10F41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18" creationId="{A82F479F-B7DE-BF25-435D-BC7F8D8BAC71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19" creationId="{70BFF609-0FA0-1B1F-4739-ADB10DEC97BB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20" creationId="{ED5C6D06-A372-B9BF-8B10-B571B21A7429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21" creationId="{70294D11-1342-B102-FF48-14ACE6A57F4F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22" creationId="{E809FAD1-B4C7-F447-92F4-E376344B0233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23" creationId="{BA0D1C73-A275-7BCC-BE0E-771B0294DAEE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24" creationId="{599EA570-B193-CB05-F9E3-2CD8633FA9D4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25" creationId="{A15479B8-EBCE-74C7-26DC-F7A305362D59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26" creationId="{52405CAA-8A71-9646-47FB-079F61270058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27" creationId="{94FE51BE-167F-87FD-0AC8-DDA737D2B169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28" creationId="{493A9299-86A4-90E3-7E10-9294D2E973C6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29" creationId="{EDABF576-0F22-AA80-7CF6-C2FF7826D3D5}"/>
          </ac:picMkLst>
        </pc:picChg>
        <pc:picChg chg="mod">
          <ac:chgData name="Yeo Xiong Wei, Jonathan" userId="ac2b658e-7ce1-44bb-9f9f-bf4198ceaa29" providerId="ADAL" clId="{82F14521-06B7-454A-93DE-F0E5DFE73EFA}" dt="2024-10-07T05:56:15.699" v="515"/>
          <ac:picMkLst>
            <pc:docMk/>
            <pc:sldMk cId="896693958" sldId="408"/>
            <ac:picMk id="30" creationId="{EE0C0BA3-31DD-01B3-C64D-068FD3B11047}"/>
          </ac:picMkLst>
        </pc:picChg>
      </pc:sldChg>
      <pc:sldChg chg="addSp delSp modSp mod">
        <pc:chgData name="Yeo Xiong Wei, Jonathan" userId="ac2b658e-7ce1-44bb-9f9f-bf4198ceaa29" providerId="ADAL" clId="{82F14521-06B7-454A-93DE-F0E5DFE73EFA}" dt="2024-10-07T06:32:06.753" v="1770"/>
        <pc:sldMkLst>
          <pc:docMk/>
          <pc:sldMk cId="169008789" sldId="409"/>
        </pc:sldMkLst>
        <pc:spChg chg="del">
          <ac:chgData name="Yeo Xiong Wei, Jonathan" userId="ac2b658e-7ce1-44bb-9f9f-bf4198ceaa29" providerId="ADAL" clId="{82F14521-06B7-454A-93DE-F0E5DFE73EFA}" dt="2024-10-07T06:32:01.195" v="1769" actId="478"/>
          <ac:spMkLst>
            <pc:docMk/>
            <pc:sldMk cId="169008789" sldId="409"/>
            <ac:spMk id="4" creationId="{4B285A56-DC4F-11DF-61B9-6B7C5568B619}"/>
          </ac:spMkLst>
        </pc:spChg>
        <pc:grpChg chg="add mod">
          <ac:chgData name="Yeo Xiong Wei, Jonathan" userId="ac2b658e-7ce1-44bb-9f9f-bf4198ceaa29" providerId="ADAL" clId="{82F14521-06B7-454A-93DE-F0E5DFE73EFA}" dt="2024-10-07T06:32:06.753" v="1770"/>
          <ac:grpSpMkLst>
            <pc:docMk/>
            <pc:sldMk cId="169008789" sldId="409"/>
            <ac:grpSpMk id="2" creationId="{4563399A-B638-54FE-35AF-0DEABF4FEA7A}"/>
          </ac:grpSpMkLst>
        </pc:grpChg>
        <pc:grpChg chg="mod">
          <ac:chgData name="Yeo Xiong Wei, Jonathan" userId="ac2b658e-7ce1-44bb-9f9f-bf4198ceaa29" providerId="ADAL" clId="{82F14521-06B7-454A-93DE-F0E5DFE73EFA}" dt="2024-10-07T06:32:06.753" v="1770"/>
          <ac:grpSpMkLst>
            <pc:docMk/>
            <pc:sldMk cId="169008789" sldId="409"/>
            <ac:grpSpMk id="5" creationId="{5BA2A8CD-6323-9539-166C-284D4C2C18BF}"/>
          </ac:grpSpMkLst>
        </pc:grpChg>
        <pc:grpChg chg="mod">
          <ac:chgData name="Yeo Xiong Wei, Jonathan" userId="ac2b658e-7ce1-44bb-9f9f-bf4198ceaa29" providerId="ADAL" clId="{82F14521-06B7-454A-93DE-F0E5DFE73EFA}" dt="2024-10-07T06:32:06.753" v="1770"/>
          <ac:grpSpMkLst>
            <pc:docMk/>
            <pc:sldMk cId="169008789" sldId="409"/>
            <ac:grpSpMk id="6" creationId="{5185A69F-FBA4-A447-5732-945F344B93F8}"/>
          </ac:grpSpMkLst>
        </pc:grpChg>
        <pc:grpChg chg="mod">
          <ac:chgData name="Yeo Xiong Wei, Jonathan" userId="ac2b658e-7ce1-44bb-9f9f-bf4198ceaa29" providerId="ADAL" clId="{82F14521-06B7-454A-93DE-F0E5DFE73EFA}" dt="2024-10-07T06:32:06.753" v="1770"/>
          <ac:grpSpMkLst>
            <pc:docMk/>
            <pc:sldMk cId="169008789" sldId="409"/>
            <ac:grpSpMk id="7" creationId="{F6863B74-54AA-1DBC-33E3-332A9DD905B8}"/>
          </ac:grpSpMkLst>
        </pc:grpChg>
        <pc:grpChg chg="mod">
          <ac:chgData name="Yeo Xiong Wei, Jonathan" userId="ac2b658e-7ce1-44bb-9f9f-bf4198ceaa29" providerId="ADAL" clId="{82F14521-06B7-454A-93DE-F0E5DFE73EFA}" dt="2024-10-07T06:32:06.753" v="1770"/>
          <ac:grpSpMkLst>
            <pc:docMk/>
            <pc:sldMk cId="169008789" sldId="409"/>
            <ac:grpSpMk id="8" creationId="{30D4AC83-1D9E-BC5C-438C-576FCE4E6A96}"/>
          </ac:grpSpMkLst>
        </pc:grpChg>
        <pc:grpChg chg="mod">
          <ac:chgData name="Yeo Xiong Wei, Jonathan" userId="ac2b658e-7ce1-44bb-9f9f-bf4198ceaa29" providerId="ADAL" clId="{82F14521-06B7-454A-93DE-F0E5DFE73EFA}" dt="2024-10-07T06:32:06.753" v="1770"/>
          <ac:grpSpMkLst>
            <pc:docMk/>
            <pc:sldMk cId="169008789" sldId="409"/>
            <ac:grpSpMk id="9" creationId="{CEBF6864-7CA9-91C1-6025-A4E81E06B517}"/>
          </ac:grpSpMkLst>
        </pc:grpChg>
        <pc:grpChg chg="mod">
          <ac:chgData name="Yeo Xiong Wei, Jonathan" userId="ac2b658e-7ce1-44bb-9f9f-bf4198ceaa29" providerId="ADAL" clId="{82F14521-06B7-454A-93DE-F0E5DFE73EFA}" dt="2024-10-07T06:32:06.753" v="1770"/>
          <ac:grpSpMkLst>
            <pc:docMk/>
            <pc:sldMk cId="169008789" sldId="409"/>
            <ac:grpSpMk id="10" creationId="{D3F47FBF-321D-1FA3-F973-46654437424C}"/>
          </ac:grpSpMkLst>
        </pc:grpChg>
        <pc:grpChg chg="mod">
          <ac:chgData name="Yeo Xiong Wei, Jonathan" userId="ac2b658e-7ce1-44bb-9f9f-bf4198ceaa29" providerId="ADAL" clId="{82F14521-06B7-454A-93DE-F0E5DFE73EFA}" dt="2024-10-07T06:32:06.753" v="1770"/>
          <ac:grpSpMkLst>
            <pc:docMk/>
            <pc:sldMk cId="169008789" sldId="409"/>
            <ac:grpSpMk id="11" creationId="{888056C9-DA9F-0BBC-2ED6-2158801852FC}"/>
          </ac:grpSpMkLst>
        </pc:grpChg>
        <pc:grpChg chg="mod">
          <ac:chgData name="Yeo Xiong Wei, Jonathan" userId="ac2b658e-7ce1-44bb-9f9f-bf4198ceaa29" providerId="ADAL" clId="{82F14521-06B7-454A-93DE-F0E5DFE73EFA}" dt="2024-10-07T06:32:06.753" v="1770"/>
          <ac:grpSpMkLst>
            <pc:docMk/>
            <pc:sldMk cId="169008789" sldId="409"/>
            <ac:grpSpMk id="12" creationId="{A3B0C6E3-F093-F8C1-DE1B-A5C501E30967}"/>
          </ac:grpSpMkLst>
        </pc:grpChg>
        <pc:grpChg chg="mod">
          <ac:chgData name="Yeo Xiong Wei, Jonathan" userId="ac2b658e-7ce1-44bb-9f9f-bf4198ceaa29" providerId="ADAL" clId="{82F14521-06B7-454A-93DE-F0E5DFE73EFA}" dt="2024-10-07T06:32:06.753" v="1770"/>
          <ac:grpSpMkLst>
            <pc:docMk/>
            <pc:sldMk cId="169008789" sldId="409"/>
            <ac:grpSpMk id="13" creationId="{23310DE7-13B2-D312-B616-5780927F5F20}"/>
          </ac:grpSpMkLst>
        </pc:grp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14" creationId="{91BE42A2-E67F-B6F7-2EE7-307E6D9E770C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15" creationId="{8C23D0A7-536C-A1AE-0B6F-8C986F9C2A4C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16" creationId="{45251A7A-ABE6-E9E8-A61B-A84564AF341E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17" creationId="{9E18B2F9-0E1C-E834-CC11-FC513574AF89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18" creationId="{113E2673-CC21-6160-690C-072BEEB50D2D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19" creationId="{A3130D31-ADDD-A686-1EF6-76D4425A3E19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20" creationId="{252253E6-54E5-8706-88A2-658E7DEEF0B5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21" creationId="{7304E42B-56C2-EA72-9EE5-508BD672BB2F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22" creationId="{CDE7CB03-4536-BB16-FE8E-41A34441A95B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23" creationId="{9DC2725D-869C-04CF-22B0-B6753595A070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24" creationId="{53EDA549-3BD0-CAA7-AF3D-7C46DB198B59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25" creationId="{73F31FF5-A81D-6C46-EA33-18EE787A44B5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26" creationId="{E688725B-5340-3BF3-4FEE-8C97CF27B0FF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27" creationId="{7419221F-F501-E5AC-6CB9-28E92A46AA09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28" creationId="{F9C229ED-A799-7D14-6FC9-4B25D1A401FD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29" creationId="{430C747E-FE16-F7C7-9056-76EC83F764AF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30" creationId="{06A16AAA-BDA1-744F-E4B6-C0A150EB6A0C}"/>
          </ac:picMkLst>
        </pc:picChg>
        <pc:picChg chg="mod">
          <ac:chgData name="Yeo Xiong Wei, Jonathan" userId="ac2b658e-7ce1-44bb-9f9f-bf4198ceaa29" providerId="ADAL" clId="{82F14521-06B7-454A-93DE-F0E5DFE73EFA}" dt="2024-10-07T06:32:06.753" v="1770"/>
          <ac:picMkLst>
            <pc:docMk/>
            <pc:sldMk cId="169008789" sldId="409"/>
            <ac:picMk id="31" creationId="{BC7CBC5D-88AD-1E31-3C34-885D9317B986}"/>
          </ac:picMkLst>
        </pc:picChg>
      </pc:sldChg>
      <pc:sldChg chg="modSp mod">
        <pc:chgData name="Yeo Xiong Wei, Jonathan" userId="ac2b658e-7ce1-44bb-9f9f-bf4198ceaa29" providerId="ADAL" clId="{82F14521-06B7-454A-93DE-F0E5DFE73EFA}" dt="2024-10-07T06:34:52.540" v="1802" actId="20577"/>
        <pc:sldMkLst>
          <pc:docMk/>
          <pc:sldMk cId="769071989" sldId="410"/>
        </pc:sldMkLst>
        <pc:spChg chg="mod">
          <ac:chgData name="Yeo Xiong Wei, Jonathan" userId="ac2b658e-7ce1-44bb-9f9f-bf4198ceaa29" providerId="ADAL" clId="{82F14521-06B7-454A-93DE-F0E5DFE73EFA}" dt="2024-10-07T06:34:09.585" v="1774" actId="207"/>
          <ac:spMkLst>
            <pc:docMk/>
            <pc:sldMk cId="769071989" sldId="410"/>
            <ac:spMk id="14" creationId="{7A92B985-83DE-4398-A456-CA3A1A7B6151}"/>
          </ac:spMkLst>
        </pc:spChg>
        <pc:spChg chg="mod">
          <ac:chgData name="Yeo Xiong Wei, Jonathan" userId="ac2b658e-7ce1-44bb-9f9f-bf4198ceaa29" providerId="ADAL" clId="{82F14521-06B7-454A-93DE-F0E5DFE73EFA}" dt="2024-10-07T06:34:52.540" v="1802" actId="20577"/>
          <ac:spMkLst>
            <pc:docMk/>
            <pc:sldMk cId="769071989" sldId="410"/>
            <ac:spMk id="89089" creationId="{00000000-0000-0000-0000-000000000000}"/>
          </ac:spMkLst>
        </pc:spChg>
      </pc:sldChg>
      <pc:sldChg chg="modSp mod">
        <pc:chgData name="Yeo Xiong Wei, Jonathan" userId="ac2b658e-7ce1-44bb-9f9f-bf4198ceaa29" providerId="ADAL" clId="{82F14521-06B7-454A-93DE-F0E5DFE73EFA}" dt="2024-10-07T06:34:56.968" v="1803"/>
        <pc:sldMkLst>
          <pc:docMk/>
          <pc:sldMk cId="128893773" sldId="411"/>
        </pc:sldMkLst>
        <pc:spChg chg="mod">
          <ac:chgData name="Yeo Xiong Wei, Jonathan" userId="ac2b658e-7ce1-44bb-9f9f-bf4198ceaa29" providerId="ADAL" clId="{82F14521-06B7-454A-93DE-F0E5DFE73EFA}" dt="2024-10-07T06:34:56.968" v="1803"/>
          <ac:spMkLst>
            <pc:docMk/>
            <pc:sldMk cId="128893773" sldId="411"/>
            <ac:spMk id="93185" creationId="{00000000-0000-0000-0000-000000000000}"/>
          </ac:spMkLst>
        </pc:spChg>
      </pc:sldChg>
      <pc:sldChg chg="modNotesTx">
        <pc:chgData name="Yeo Xiong Wei, Jonathan" userId="ac2b658e-7ce1-44bb-9f9f-bf4198ceaa29" providerId="ADAL" clId="{82F14521-06B7-454A-93DE-F0E5DFE73EFA}" dt="2024-10-07T06:36:31.990" v="1855" actId="20577"/>
        <pc:sldMkLst>
          <pc:docMk/>
          <pc:sldMk cId="2574581050" sldId="413"/>
        </pc:sldMkLst>
      </pc:sldChg>
      <pc:sldChg chg="modSp mod">
        <pc:chgData name="Yeo Xiong Wei, Jonathan" userId="ac2b658e-7ce1-44bb-9f9f-bf4198ceaa29" providerId="ADAL" clId="{82F14521-06B7-454A-93DE-F0E5DFE73EFA}" dt="2024-10-07T06:37:09.528" v="1864" actId="6549"/>
        <pc:sldMkLst>
          <pc:docMk/>
          <pc:sldMk cId="2271291014" sldId="414"/>
        </pc:sldMkLst>
        <pc:spChg chg="mod">
          <ac:chgData name="Yeo Xiong Wei, Jonathan" userId="ac2b658e-7ce1-44bb-9f9f-bf4198ceaa29" providerId="ADAL" clId="{82F14521-06B7-454A-93DE-F0E5DFE73EFA}" dt="2024-10-07T06:37:09.528" v="1864" actId="6549"/>
          <ac:spMkLst>
            <pc:docMk/>
            <pc:sldMk cId="2271291014" sldId="414"/>
            <ac:spMk id="124929" creationId="{00000000-0000-0000-0000-000000000000}"/>
          </ac:spMkLst>
        </pc:spChg>
      </pc:sldChg>
      <pc:sldChg chg="modSp mod">
        <pc:chgData name="Yeo Xiong Wei, Jonathan" userId="ac2b658e-7ce1-44bb-9f9f-bf4198ceaa29" providerId="ADAL" clId="{82F14521-06B7-454A-93DE-F0E5DFE73EFA}" dt="2024-10-07T06:09:05.429" v="897" actId="20577"/>
        <pc:sldMkLst>
          <pc:docMk/>
          <pc:sldMk cId="4146181364" sldId="415"/>
        </pc:sldMkLst>
        <pc:spChg chg="mod">
          <ac:chgData name="Yeo Xiong Wei, Jonathan" userId="ac2b658e-7ce1-44bb-9f9f-bf4198ceaa29" providerId="ADAL" clId="{82F14521-06B7-454A-93DE-F0E5DFE73EFA}" dt="2024-10-07T06:09:05.429" v="897" actId="20577"/>
          <ac:spMkLst>
            <pc:docMk/>
            <pc:sldMk cId="4146181364" sldId="415"/>
            <ac:spMk id="3" creationId="{CDF4B2E5-1CF0-4D19-AFAA-E09B13AE7CF3}"/>
          </ac:spMkLst>
        </pc:spChg>
      </pc:sldChg>
      <pc:sldChg chg="addSp modSp">
        <pc:chgData name="Yeo Xiong Wei, Jonathan" userId="ac2b658e-7ce1-44bb-9f9f-bf4198ceaa29" providerId="ADAL" clId="{82F14521-06B7-454A-93DE-F0E5DFE73EFA}" dt="2024-10-07T06:35:30.536" v="1806"/>
        <pc:sldMkLst>
          <pc:docMk/>
          <pc:sldMk cId="3660608342" sldId="418"/>
        </pc:sldMkLst>
        <pc:spChg chg="mod">
          <ac:chgData name="Yeo Xiong Wei, Jonathan" userId="ac2b658e-7ce1-44bb-9f9f-bf4198ceaa29" providerId="ADAL" clId="{82F14521-06B7-454A-93DE-F0E5DFE73EFA}" dt="2024-10-07T06:35:07.903" v="1805" actId="113"/>
          <ac:spMkLst>
            <pc:docMk/>
            <pc:sldMk cId="3660608342" sldId="418"/>
            <ac:spMk id="93186" creationId="{00000000-0000-0000-0000-000000000000}"/>
          </ac:spMkLst>
        </pc:spChg>
        <pc:grpChg chg="add mod">
          <ac:chgData name="Yeo Xiong Wei, Jonathan" userId="ac2b658e-7ce1-44bb-9f9f-bf4198ceaa29" providerId="ADAL" clId="{82F14521-06B7-454A-93DE-F0E5DFE73EFA}" dt="2024-10-07T06:35:30.536" v="1806"/>
          <ac:grpSpMkLst>
            <pc:docMk/>
            <pc:sldMk cId="3660608342" sldId="418"/>
            <ac:grpSpMk id="2" creationId="{D4970FA2-81A7-37E7-1DA0-21B378145F36}"/>
          </ac:grpSpMkLst>
        </pc:grpChg>
        <pc:grpChg chg="mod">
          <ac:chgData name="Yeo Xiong Wei, Jonathan" userId="ac2b658e-7ce1-44bb-9f9f-bf4198ceaa29" providerId="ADAL" clId="{82F14521-06B7-454A-93DE-F0E5DFE73EFA}" dt="2024-10-07T06:35:30.536" v="1806"/>
          <ac:grpSpMkLst>
            <pc:docMk/>
            <pc:sldMk cId="3660608342" sldId="418"/>
            <ac:grpSpMk id="4" creationId="{A913A0A0-5917-A84E-8BAC-616DA6CF1528}"/>
          </ac:grpSpMkLst>
        </pc:grpChg>
        <pc:grpChg chg="mod">
          <ac:chgData name="Yeo Xiong Wei, Jonathan" userId="ac2b658e-7ce1-44bb-9f9f-bf4198ceaa29" providerId="ADAL" clId="{82F14521-06B7-454A-93DE-F0E5DFE73EFA}" dt="2024-10-07T06:35:30.536" v="1806"/>
          <ac:grpSpMkLst>
            <pc:docMk/>
            <pc:sldMk cId="3660608342" sldId="418"/>
            <ac:grpSpMk id="5" creationId="{E2534492-B724-E64E-E4D0-C4130F8D692C}"/>
          </ac:grpSpMkLst>
        </pc:grpChg>
        <pc:grpChg chg="mod">
          <ac:chgData name="Yeo Xiong Wei, Jonathan" userId="ac2b658e-7ce1-44bb-9f9f-bf4198ceaa29" providerId="ADAL" clId="{82F14521-06B7-454A-93DE-F0E5DFE73EFA}" dt="2024-10-07T06:35:30.536" v="1806"/>
          <ac:grpSpMkLst>
            <pc:docMk/>
            <pc:sldMk cId="3660608342" sldId="418"/>
            <ac:grpSpMk id="6" creationId="{827F328A-D35E-E9DE-341E-1E82EA09C6C3}"/>
          </ac:grpSpMkLst>
        </pc:grpChg>
        <pc:grpChg chg="mod">
          <ac:chgData name="Yeo Xiong Wei, Jonathan" userId="ac2b658e-7ce1-44bb-9f9f-bf4198ceaa29" providerId="ADAL" clId="{82F14521-06B7-454A-93DE-F0E5DFE73EFA}" dt="2024-10-07T06:35:30.536" v="1806"/>
          <ac:grpSpMkLst>
            <pc:docMk/>
            <pc:sldMk cId="3660608342" sldId="418"/>
            <ac:grpSpMk id="7" creationId="{F0087B35-A608-9CF1-0378-996800737AA2}"/>
          </ac:grpSpMkLst>
        </pc:grpChg>
        <pc:grpChg chg="mod">
          <ac:chgData name="Yeo Xiong Wei, Jonathan" userId="ac2b658e-7ce1-44bb-9f9f-bf4198ceaa29" providerId="ADAL" clId="{82F14521-06B7-454A-93DE-F0E5DFE73EFA}" dt="2024-10-07T06:35:30.536" v="1806"/>
          <ac:grpSpMkLst>
            <pc:docMk/>
            <pc:sldMk cId="3660608342" sldId="418"/>
            <ac:grpSpMk id="8" creationId="{E91C27CF-B03A-ED69-8101-34575FA7F6A3}"/>
          </ac:grpSpMkLst>
        </pc:grpChg>
        <pc:grpChg chg="mod">
          <ac:chgData name="Yeo Xiong Wei, Jonathan" userId="ac2b658e-7ce1-44bb-9f9f-bf4198ceaa29" providerId="ADAL" clId="{82F14521-06B7-454A-93DE-F0E5DFE73EFA}" dt="2024-10-07T06:35:30.536" v="1806"/>
          <ac:grpSpMkLst>
            <pc:docMk/>
            <pc:sldMk cId="3660608342" sldId="418"/>
            <ac:grpSpMk id="9" creationId="{453E98E8-C1D3-AB6F-1FBE-3D24E4CDFB2C}"/>
          </ac:grpSpMkLst>
        </pc:grpChg>
        <pc:grpChg chg="mod">
          <ac:chgData name="Yeo Xiong Wei, Jonathan" userId="ac2b658e-7ce1-44bb-9f9f-bf4198ceaa29" providerId="ADAL" clId="{82F14521-06B7-454A-93DE-F0E5DFE73EFA}" dt="2024-10-07T06:35:30.536" v="1806"/>
          <ac:grpSpMkLst>
            <pc:docMk/>
            <pc:sldMk cId="3660608342" sldId="418"/>
            <ac:grpSpMk id="10" creationId="{2BA456E1-BF94-1089-41D5-933A7C7D6028}"/>
          </ac:grpSpMkLst>
        </pc:grpChg>
        <pc:grpChg chg="mod">
          <ac:chgData name="Yeo Xiong Wei, Jonathan" userId="ac2b658e-7ce1-44bb-9f9f-bf4198ceaa29" providerId="ADAL" clId="{82F14521-06B7-454A-93DE-F0E5DFE73EFA}" dt="2024-10-07T06:35:30.536" v="1806"/>
          <ac:grpSpMkLst>
            <pc:docMk/>
            <pc:sldMk cId="3660608342" sldId="418"/>
            <ac:grpSpMk id="11" creationId="{0C4CC8E2-99B8-E104-B39D-9CB1D693EF51}"/>
          </ac:grpSpMkLst>
        </pc:grpChg>
        <pc:grpChg chg="mod">
          <ac:chgData name="Yeo Xiong Wei, Jonathan" userId="ac2b658e-7ce1-44bb-9f9f-bf4198ceaa29" providerId="ADAL" clId="{82F14521-06B7-454A-93DE-F0E5DFE73EFA}" dt="2024-10-07T06:35:30.536" v="1806"/>
          <ac:grpSpMkLst>
            <pc:docMk/>
            <pc:sldMk cId="3660608342" sldId="418"/>
            <ac:grpSpMk id="12" creationId="{F8AD83D4-435C-C5B7-3CEE-6F576CA1B2B9}"/>
          </ac:grpSpMkLst>
        </pc:grp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13" creationId="{EEFDE6DD-2A29-B6D0-4B17-DD5C43EB9092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14" creationId="{FA846C81-E909-D212-403C-8F563D8D8197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15" creationId="{2F5422F6-97CC-945B-4264-6ACCDA178C12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16" creationId="{5C36CCD8-FDC7-3731-F724-6550E43C54DF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17" creationId="{93A8AFA6-CCFE-D294-28CF-C59EECB77629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18" creationId="{7D758517-9924-9BAA-6673-F1959D15D50F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19" creationId="{EF40859E-8612-65F5-839B-8A9F22F0DC08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20" creationId="{4EDA58EE-5501-1370-3CD3-B67368231F3C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21" creationId="{7555E808-5C84-C255-32A1-CEB176B3D119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22" creationId="{3C5C3B8F-E71D-B4D3-C4D4-8C57EAEC03B7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23" creationId="{31375B90-8C30-145D-E24A-10D1230F7020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24" creationId="{BE272E2F-586E-B0E0-C279-11FC18D08065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25" creationId="{06A7B806-91B4-8247-39B2-14AC128843A8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26" creationId="{B20A01DA-539F-679D-D51C-A71927D3FF16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27" creationId="{AF35C1C9-AEA3-887D-A7EC-7D2F12A77728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28" creationId="{81870C76-BD08-49A7-9DC8-F21D1427164E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29" creationId="{FE79F525-E235-FA18-7F36-E6F29919E259}"/>
          </ac:picMkLst>
        </pc:picChg>
        <pc:picChg chg="mod">
          <ac:chgData name="Yeo Xiong Wei, Jonathan" userId="ac2b658e-7ce1-44bb-9f9f-bf4198ceaa29" providerId="ADAL" clId="{82F14521-06B7-454A-93DE-F0E5DFE73EFA}" dt="2024-10-07T06:35:30.536" v="1806"/>
          <ac:picMkLst>
            <pc:docMk/>
            <pc:sldMk cId="3660608342" sldId="418"/>
            <ac:picMk id="30" creationId="{D7D6B772-E474-0F25-6D5B-949C0FDA0B18}"/>
          </ac:picMkLst>
        </pc:picChg>
      </pc:sldChg>
      <pc:sldChg chg="modSp mod">
        <pc:chgData name="Yeo Xiong Wei, Jonathan" userId="ac2b658e-7ce1-44bb-9f9f-bf4198ceaa29" providerId="ADAL" clId="{82F14521-06B7-454A-93DE-F0E5DFE73EFA}" dt="2024-10-07T05:36:00.689" v="0" actId="1076"/>
        <pc:sldMkLst>
          <pc:docMk/>
          <pc:sldMk cId="446394080" sldId="419"/>
        </pc:sldMkLst>
        <pc:graphicFrameChg chg="mod">
          <ac:chgData name="Yeo Xiong Wei, Jonathan" userId="ac2b658e-7ce1-44bb-9f9f-bf4198ceaa29" providerId="ADAL" clId="{82F14521-06B7-454A-93DE-F0E5DFE73EFA}" dt="2024-10-07T05:36:00.689" v="0" actId="1076"/>
          <ac:graphicFrameMkLst>
            <pc:docMk/>
            <pc:sldMk cId="446394080" sldId="419"/>
            <ac:graphicFrameMk id="5" creationId="{827DCC83-C6BD-17FE-5347-A77A52E5E988}"/>
          </ac:graphicFrameMkLst>
        </pc:graphicFrameChg>
      </pc:sldChg>
      <pc:sldChg chg="addSp delSp modSp mod">
        <pc:chgData name="Yeo Xiong Wei, Jonathan" userId="ac2b658e-7ce1-44bb-9f9f-bf4198ceaa29" providerId="ADAL" clId="{82F14521-06B7-454A-93DE-F0E5DFE73EFA}" dt="2024-10-07T05:41:42.213" v="213" actId="12"/>
        <pc:sldMkLst>
          <pc:docMk/>
          <pc:sldMk cId="2463868282" sldId="421"/>
        </pc:sldMkLst>
        <pc:spChg chg="mod">
          <ac:chgData name="Yeo Xiong Wei, Jonathan" userId="ac2b658e-7ce1-44bb-9f9f-bf4198ceaa29" providerId="ADAL" clId="{82F14521-06B7-454A-93DE-F0E5DFE73EFA}" dt="2024-10-07T05:41:42.213" v="213" actId="12"/>
          <ac:spMkLst>
            <pc:docMk/>
            <pc:sldMk cId="2463868282" sldId="421"/>
            <ac:spMk id="3" creationId="{CDF4B2E5-1CF0-4D19-AFAA-E09B13AE7CF3}"/>
          </ac:spMkLst>
        </pc:spChg>
        <pc:spChg chg="add del mod">
          <ac:chgData name="Yeo Xiong Wei, Jonathan" userId="ac2b658e-7ce1-44bb-9f9f-bf4198ceaa29" providerId="ADAL" clId="{82F14521-06B7-454A-93DE-F0E5DFE73EFA}" dt="2024-10-07T05:41:00.220" v="201" actId="478"/>
          <ac:spMkLst>
            <pc:docMk/>
            <pc:sldMk cId="2463868282" sldId="421"/>
            <ac:spMk id="5" creationId="{AA0B4A65-2C7F-3C82-DF6E-60E33FAF4079}"/>
          </ac:spMkLst>
        </pc:spChg>
      </pc:sldChg>
      <pc:sldChg chg="addSp delSp modSp mod ord">
        <pc:chgData name="Yeo Xiong Wei, Jonathan" userId="ac2b658e-7ce1-44bb-9f9f-bf4198ceaa29" providerId="ADAL" clId="{82F14521-06B7-454A-93DE-F0E5DFE73EFA}" dt="2024-10-07T06:01:52.106" v="578" actId="1076"/>
        <pc:sldMkLst>
          <pc:docMk/>
          <pc:sldMk cId="1916427552" sldId="422"/>
        </pc:sldMkLst>
        <pc:spChg chg="mod">
          <ac:chgData name="Yeo Xiong Wei, Jonathan" userId="ac2b658e-7ce1-44bb-9f9f-bf4198ceaa29" providerId="ADAL" clId="{82F14521-06B7-454A-93DE-F0E5DFE73EFA}" dt="2024-10-07T06:01:52.106" v="578" actId="1076"/>
          <ac:spMkLst>
            <pc:docMk/>
            <pc:sldMk cId="1916427552" sldId="422"/>
            <ac:spMk id="8" creationId="{288AD9DA-A69F-4EA1-9AC6-EA99651D6FB5}"/>
          </ac:spMkLst>
        </pc:spChg>
        <pc:cxnChg chg="add del mod">
          <ac:chgData name="Yeo Xiong Wei, Jonathan" userId="ac2b658e-7ce1-44bb-9f9f-bf4198ceaa29" providerId="ADAL" clId="{82F14521-06B7-454A-93DE-F0E5DFE73EFA}" dt="2024-10-07T05:57:57.616" v="554" actId="11529"/>
          <ac:cxnSpMkLst>
            <pc:docMk/>
            <pc:sldMk cId="1916427552" sldId="422"/>
            <ac:cxnSpMk id="5" creationId="{6F286B7F-1E34-E234-A986-3364A74B0585}"/>
          </ac:cxnSpMkLst>
        </pc:cxnChg>
      </pc:sldChg>
      <pc:sldChg chg="modSp">
        <pc:chgData name="Yeo Xiong Wei, Jonathan" userId="ac2b658e-7ce1-44bb-9f9f-bf4198ceaa29" providerId="ADAL" clId="{82F14521-06B7-454A-93DE-F0E5DFE73EFA}" dt="2024-10-07T06:37:01.167" v="1863" actId="20577"/>
        <pc:sldMkLst>
          <pc:docMk/>
          <pc:sldMk cId="3992736603" sldId="428"/>
        </pc:sldMkLst>
        <pc:spChg chg="mod">
          <ac:chgData name="Yeo Xiong Wei, Jonathan" userId="ac2b658e-7ce1-44bb-9f9f-bf4198ceaa29" providerId="ADAL" clId="{82F14521-06B7-454A-93DE-F0E5DFE73EFA}" dt="2024-10-07T06:37:01.167" v="1863" actId="20577"/>
          <ac:spMkLst>
            <pc:docMk/>
            <pc:sldMk cId="3992736603" sldId="428"/>
            <ac:spMk id="93186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82F14521-06B7-454A-93DE-F0E5DFE73EFA}" dt="2024-10-07T06:27:26.030" v="1634" actId="1076"/>
        <pc:sldMkLst>
          <pc:docMk/>
          <pc:sldMk cId="3075119025" sldId="429"/>
        </pc:sldMkLst>
        <pc:spChg chg="add mod">
          <ac:chgData name="Yeo Xiong Wei, Jonathan" userId="ac2b658e-7ce1-44bb-9f9f-bf4198ceaa29" providerId="ADAL" clId="{82F14521-06B7-454A-93DE-F0E5DFE73EFA}" dt="2024-10-07T06:27:26.030" v="1634" actId="1076"/>
          <ac:spMkLst>
            <pc:docMk/>
            <pc:sldMk cId="3075119025" sldId="429"/>
            <ac:spMk id="33" creationId="{8515D953-04B7-7A38-1AED-FB137CA47CFE}"/>
          </ac:spMkLst>
        </pc:spChg>
        <pc:grpChg chg="add mod">
          <ac:chgData name="Yeo Xiong Wei, Jonathan" userId="ac2b658e-7ce1-44bb-9f9f-bf4198ceaa29" providerId="ADAL" clId="{82F14521-06B7-454A-93DE-F0E5DFE73EFA}" dt="2024-10-07T06:26:50.767" v="1586"/>
          <ac:grpSpMkLst>
            <pc:docMk/>
            <pc:sldMk cId="3075119025" sldId="429"/>
            <ac:grpSpMk id="5" creationId="{A0CE8C7C-FA99-E078-7911-0CE03D5A303F}"/>
          </ac:grpSpMkLst>
        </pc:grpChg>
        <pc:grpChg chg="mod">
          <ac:chgData name="Yeo Xiong Wei, Jonathan" userId="ac2b658e-7ce1-44bb-9f9f-bf4198ceaa29" providerId="ADAL" clId="{82F14521-06B7-454A-93DE-F0E5DFE73EFA}" dt="2024-10-07T06:26:50.767" v="1586"/>
          <ac:grpSpMkLst>
            <pc:docMk/>
            <pc:sldMk cId="3075119025" sldId="429"/>
            <ac:grpSpMk id="6" creationId="{3DF6CD21-C779-8545-CE21-E6289F32F458}"/>
          </ac:grpSpMkLst>
        </pc:grpChg>
        <pc:grpChg chg="mod">
          <ac:chgData name="Yeo Xiong Wei, Jonathan" userId="ac2b658e-7ce1-44bb-9f9f-bf4198ceaa29" providerId="ADAL" clId="{82F14521-06B7-454A-93DE-F0E5DFE73EFA}" dt="2024-10-07T06:26:50.767" v="1586"/>
          <ac:grpSpMkLst>
            <pc:docMk/>
            <pc:sldMk cId="3075119025" sldId="429"/>
            <ac:grpSpMk id="7" creationId="{C0426CA3-E6AC-F295-5FE3-F6BAC1722AEE}"/>
          </ac:grpSpMkLst>
        </pc:grpChg>
        <pc:grpChg chg="mod">
          <ac:chgData name="Yeo Xiong Wei, Jonathan" userId="ac2b658e-7ce1-44bb-9f9f-bf4198ceaa29" providerId="ADAL" clId="{82F14521-06B7-454A-93DE-F0E5DFE73EFA}" dt="2024-10-07T06:26:50.767" v="1586"/>
          <ac:grpSpMkLst>
            <pc:docMk/>
            <pc:sldMk cId="3075119025" sldId="429"/>
            <ac:grpSpMk id="8" creationId="{8BFEA9B9-0FAA-402B-C562-123873E72005}"/>
          </ac:grpSpMkLst>
        </pc:grpChg>
        <pc:grpChg chg="mod">
          <ac:chgData name="Yeo Xiong Wei, Jonathan" userId="ac2b658e-7ce1-44bb-9f9f-bf4198ceaa29" providerId="ADAL" clId="{82F14521-06B7-454A-93DE-F0E5DFE73EFA}" dt="2024-10-07T06:26:50.767" v="1586"/>
          <ac:grpSpMkLst>
            <pc:docMk/>
            <pc:sldMk cId="3075119025" sldId="429"/>
            <ac:grpSpMk id="9" creationId="{8586B407-B4CF-A5A2-C90B-23F2DB2E650D}"/>
          </ac:grpSpMkLst>
        </pc:grpChg>
        <pc:grpChg chg="mod">
          <ac:chgData name="Yeo Xiong Wei, Jonathan" userId="ac2b658e-7ce1-44bb-9f9f-bf4198ceaa29" providerId="ADAL" clId="{82F14521-06B7-454A-93DE-F0E5DFE73EFA}" dt="2024-10-07T06:26:50.767" v="1586"/>
          <ac:grpSpMkLst>
            <pc:docMk/>
            <pc:sldMk cId="3075119025" sldId="429"/>
            <ac:grpSpMk id="10" creationId="{A08071C7-51E3-85D8-7B45-EE5A2B8AA4ED}"/>
          </ac:grpSpMkLst>
        </pc:grpChg>
        <pc:grpChg chg="mod">
          <ac:chgData name="Yeo Xiong Wei, Jonathan" userId="ac2b658e-7ce1-44bb-9f9f-bf4198ceaa29" providerId="ADAL" clId="{82F14521-06B7-454A-93DE-F0E5DFE73EFA}" dt="2024-10-07T06:26:50.767" v="1586"/>
          <ac:grpSpMkLst>
            <pc:docMk/>
            <pc:sldMk cId="3075119025" sldId="429"/>
            <ac:grpSpMk id="11" creationId="{3E4D2218-1E5A-0AD9-D236-EF2AD522DC19}"/>
          </ac:grpSpMkLst>
        </pc:grpChg>
        <pc:grpChg chg="mod">
          <ac:chgData name="Yeo Xiong Wei, Jonathan" userId="ac2b658e-7ce1-44bb-9f9f-bf4198ceaa29" providerId="ADAL" clId="{82F14521-06B7-454A-93DE-F0E5DFE73EFA}" dt="2024-10-07T06:26:50.767" v="1586"/>
          <ac:grpSpMkLst>
            <pc:docMk/>
            <pc:sldMk cId="3075119025" sldId="429"/>
            <ac:grpSpMk id="12" creationId="{53AA5A79-C801-2017-7474-23774F85D654}"/>
          </ac:grpSpMkLst>
        </pc:grpChg>
        <pc:grpChg chg="mod">
          <ac:chgData name="Yeo Xiong Wei, Jonathan" userId="ac2b658e-7ce1-44bb-9f9f-bf4198ceaa29" providerId="ADAL" clId="{82F14521-06B7-454A-93DE-F0E5DFE73EFA}" dt="2024-10-07T06:26:50.767" v="1586"/>
          <ac:grpSpMkLst>
            <pc:docMk/>
            <pc:sldMk cId="3075119025" sldId="429"/>
            <ac:grpSpMk id="13" creationId="{6FAADEFF-10D6-53AC-2346-B44631F0EB45}"/>
          </ac:grpSpMkLst>
        </pc:grpChg>
        <pc:grpChg chg="mod">
          <ac:chgData name="Yeo Xiong Wei, Jonathan" userId="ac2b658e-7ce1-44bb-9f9f-bf4198ceaa29" providerId="ADAL" clId="{82F14521-06B7-454A-93DE-F0E5DFE73EFA}" dt="2024-10-07T06:26:50.767" v="1586"/>
          <ac:grpSpMkLst>
            <pc:docMk/>
            <pc:sldMk cId="3075119025" sldId="429"/>
            <ac:grpSpMk id="14" creationId="{337EF455-CCCE-45CF-1110-61877CF81CFA}"/>
          </ac:grpSpMkLst>
        </pc:grp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15" creationId="{F869C0F2-ECB2-1AA2-9542-3E176D8E2433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16" creationId="{D838E147-06AD-F2F2-81B6-FEFD572E8459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17" creationId="{F873AD60-D5B1-B332-162C-75A548ADA421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18" creationId="{EF330F89-9505-A8F5-81E2-0FCF1E16CD63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19" creationId="{A409F596-4383-7112-F700-FAD8B46EC4CF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20" creationId="{551E2DA3-04C9-998E-85D3-8F69AE2DC706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21" creationId="{9781B6D7-E6BD-205B-CC01-EE56D6917944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22" creationId="{084C8986-3732-94DF-E4AF-1024A52455C9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23" creationId="{1168AF69-CECB-6F4E-36B7-B80AE3002AB6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24" creationId="{E07D0646-DC35-D5DD-58EC-5BC633880FBE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25" creationId="{59F46F5D-6899-E5F7-A620-8AA510868C5B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26" creationId="{DB9F5CCE-9AB5-D386-D75D-12BB5B69E013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27" creationId="{DFEC1197-68C3-BFC1-2891-4AF57C91C401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28" creationId="{52198859-147F-C39E-3DE2-CEF654ECC3D3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29" creationId="{B9850AD4-24A8-DAD6-5761-8F03E15F975B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30" creationId="{C19F2044-E07F-F1AF-7744-2941A47ABF05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31" creationId="{41344558-DE62-3CD5-21D9-90BE367E2D6D}"/>
          </ac:picMkLst>
        </pc:picChg>
        <pc:picChg chg="mod">
          <ac:chgData name="Yeo Xiong Wei, Jonathan" userId="ac2b658e-7ce1-44bb-9f9f-bf4198ceaa29" providerId="ADAL" clId="{82F14521-06B7-454A-93DE-F0E5DFE73EFA}" dt="2024-10-07T06:26:50.767" v="1586"/>
          <ac:picMkLst>
            <pc:docMk/>
            <pc:sldMk cId="3075119025" sldId="429"/>
            <ac:picMk id="32" creationId="{996BE246-DDE1-ABCC-DF54-256A33F4526D}"/>
          </ac:picMkLst>
        </pc:picChg>
      </pc:sldChg>
      <pc:sldChg chg="modSp">
        <pc:chgData name="Yeo Xiong Wei, Jonathan" userId="ac2b658e-7ce1-44bb-9f9f-bf4198ceaa29" providerId="ADAL" clId="{82F14521-06B7-454A-93DE-F0E5DFE73EFA}" dt="2024-10-07T06:30:05.097" v="1657" actId="6549"/>
        <pc:sldMkLst>
          <pc:docMk/>
          <pc:sldMk cId="3478320194" sldId="430"/>
        </pc:sldMkLst>
        <pc:spChg chg="mod">
          <ac:chgData name="Yeo Xiong Wei, Jonathan" userId="ac2b658e-7ce1-44bb-9f9f-bf4198ceaa29" providerId="ADAL" clId="{82F14521-06B7-454A-93DE-F0E5DFE73EFA}" dt="2024-10-07T06:30:05.097" v="1657" actId="6549"/>
          <ac:spMkLst>
            <pc:docMk/>
            <pc:sldMk cId="3478320194" sldId="430"/>
            <ac:spMk id="84994" creationId="{00000000-0000-0000-0000-000000000000}"/>
          </ac:spMkLst>
        </pc:spChg>
      </pc:sldChg>
      <pc:sldChg chg="addSp modSp">
        <pc:chgData name="Yeo Xiong Wei, Jonathan" userId="ac2b658e-7ce1-44bb-9f9f-bf4198ceaa29" providerId="ADAL" clId="{82F14521-06B7-454A-93DE-F0E5DFE73EFA}" dt="2024-10-07T06:16:24.441" v="1057" actId="6549"/>
        <pc:sldMkLst>
          <pc:docMk/>
          <pc:sldMk cId="1928804932" sldId="431"/>
        </pc:sldMkLst>
        <pc:spChg chg="mod">
          <ac:chgData name="Yeo Xiong Wei, Jonathan" userId="ac2b658e-7ce1-44bb-9f9f-bf4198ceaa29" providerId="ADAL" clId="{82F14521-06B7-454A-93DE-F0E5DFE73EFA}" dt="2024-10-07T06:16:24.441" v="1057" actId="6549"/>
          <ac:spMkLst>
            <pc:docMk/>
            <pc:sldMk cId="1928804932" sldId="431"/>
            <ac:spMk id="3" creationId="{CDF4B2E5-1CF0-4D19-AFAA-E09B13AE7CF3}"/>
          </ac:spMkLst>
        </pc:spChg>
        <pc:grpChg chg="add mod">
          <ac:chgData name="Yeo Xiong Wei, Jonathan" userId="ac2b658e-7ce1-44bb-9f9f-bf4198ceaa29" providerId="ADAL" clId="{82F14521-06B7-454A-93DE-F0E5DFE73EFA}" dt="2024-10-07T05:55:39.899" v="514"/>
          <ac:grpSpMkLst>
            <pc:docMk/>
            <pc:sldMk cId="1928804932" sldId="431"/>
            <ac:grpSpMk id="5" creationId="{015568FC-8FD6-4356-D9D7-9C6DAE6F6E96}"/>
          </ac:grpSpMkLst>
        </pc:grpChg>
        <pc:grpChg chg="mod">
          <ac:chgData name="Yeo Xiong Wei, Jonathan" userId="ac2b658e-7ce1-44bb-9f9f-bf4198ceaa29" providerId="ADAL" clId="{82F14521-06B7-454A-93DE-F0E5DFE73EFA}" dt="2024-10-07T05:55:39.899" v="514"/>
          <ac:grpSpMkLst>
            <pc:docMk/>
            <pc:sldMk cId="1928804932" sldId="431"/>
            <ac:grpSpMk id="6" creationId="{C6F239D3-0B5C-53AB-0C22-B14088C398D5}"/>
          </ac:grpSpMkLst>
        </pc:grpChg>
        <pc:grpChg chg="mod">
          <ac:chgData name="Yeo Xiong Wei, Jonathan" userId="ac2b658e-7ce1-44bb-9f9f-bf4198ceaa29" providerId="ADAL" clId="{82F14521-06B7-454A-93DE-F0E5DFE73EFA}" dt="2024-10-07T05:55:39.899" v="514"/>
          <ac:grpSpMkLst>
            <pc:docMk/>
            <pc:sldMk cId="1928804932" sldId="431"/>
            <ac:grpSpMk id="7" creationId="{8FE3B2BA-130B-6EF9-B422-4B3F49E1FF07}"/>
          </ac:grpSpMkLst>
        </pc:grpChg>
        <pc:grpChg chg="mod">
          <ac:chgData name="Yeo Xiong Wei, Jonathan" userId="ac2b658e-7ce1-44bb-9f9f-bf4198ceaa29" providerId="ADAL" clId="{82F14521-06B7-454A-93DE-F0E5DFE73EFA}" dt="2024-10-07T05:55:39.899" v="514"/>
          <ac:grpSpMkLst>
            <pc:docMk/>
            <pc:sldMk cId="1928804932" sldId="431"/>
            <ac:grpSpMk id="8" creationId="{D168A6BB-928C-D39E-5D3F-8BA010730060}"/>
          </ac:grpSpMkLst>
        </pc:grpChg>
        <pc:grpChg chg="mod">
          <ac:chgData name="Yeo Xiong Wei, Jonathan" userId="ac2b658e-7ce1-44bb-9f9f-bf4198ceaa29" providerId="ADAL" clId="{82F14521-06B7-454A-93DE-F0E5DFE73EFA}" dt="2024-10-07T05:55:39.899" v="514"/>
          <ac:grpSpMkLst>
            <pc:docMk/>
            <pc:sldMk cId="1928804932" sldId="431"/>
            <ac:grpSpMk id="9" creationId="{C5D5B639-A775-62ED-A28E-1A1160343F32}"/>
          </ac:grpSpMkLst>
        </pc:grpChg>
        <pc:grpChg chg="mod">
          <ac:chgData name="Yeo Xiong Wei, Jonathan" userId="ac2b658e-7ce1-44bb-9f9f-bf4198ceaa29" providerId="ADAL" clId="{82F14521-06B7-454A-93DE-F0E5DFE73EFA}" dt="2024-10-07T05:55:39.899" v="514"/>
          <ac:grpSpMkLst>
            <pc:docMk/>
            <pc:sldMk cId="1928804932" sldId="431"/>
            <ac:grpSpMk id="10" creationId="{877553F9-1C50-9CA2-8F56-9FB27CD079DA}"/>
          </ac:grpSpMkLst>
        </pc:grpChg>
        <pc:grpChg chg="mod">
          <ac:chgData name="Yeo Xiong Wei, Jonathan" userId="ac2b658e-7ce1-44bb-9f9f-bf4198ceaa29" providerId="ADAL" clId="{82F14521-06B7-454A-93DE-F0E5DFE73EFA}" dt="2024-10-07T05:55:39.899" v="514"/>
          <ac:grpSpMkLst>
            <pc:docMk/>
            <pc:sldMk cId="1928804932" sldId="431"/>
            <ac:grpSpMk id="11" creationId="{7FCA2BF7-CC04-842C-3227-925BAAA0E6B5}"/>
          </ac:grpSpMkLst>
        </pc:grpChg>
        <pc:grpChg chg="mod">
          <ac:chgData name="Yeo Xiong Wei, Jonathan" userId="ac2b658e-7ce1-44bb-9f9f-bf4198ceaa29" providerId="ADAL" clId="{82F14521-06B7-454A-93DE-F0E5DFE73EFA}" dt="2024-10-07T05:55:39.899" v="514"/>
          <ac:grpSpMkLst>
            <pc:docMk/>
            <pc:sldMk cId="1928804932" sldId="431"/>
            <ac:grpSpMk id="12" creationId="{BA0B617E-8776-18C3-1138-FF70353EB42C}"/>
          </ac:grpSpMkLst>
        </pc:grpChg>
        <pc:grpChg chg="mod">
          <ac:chgData name="Yeo Xiong Wei, Jonathan" userId="ac2b658e-7ce1-44bb-9f9f-bf4198ceaa29" providerId="ADAL" clId="{82F14521-06B7-454A-93DE-F0E5DFE73EFA}" dt="2024-10-07T05:55:39.899" v="514"/>
          <ac:grpSpMkLst>
            <pc:docMk/>
            <pc:sldMk cId="1928804932" sldId="431"/>
            <ac:grpSpMk id="13" creationId="{BD174D3F-122B-A524-C5C5-8B9F3DA3F271}"/>
          </ac:grpSpMkLst>
        </pc:grpChg>
        <pc:grpChg chg="mod">
          <ac:chgData name="Yeo Xiong Wei, Jonathan" userId="ac2b658e-7ce1-44bb-9f9f-bf4198ceaa29" providerId="ADAL" clId="{82F14521-06B7-454A-93DE-F0E5DFE73EFA}" dt="2024-10-07T05:55:39.899" v="514"/>
          <ac:grpSpMkLst>
            <pc:docMk/>
            <pc:sldMk cId="1928804932" sldId="431"/>
            <ac:grpSpMk id="14" creationId="{CDBA872C-BB35-49C7-E846-8247FC0B037D}"/>
          </ac:grpSpMkLst>
        </pc:grp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15" creationId="{CBA47834-C95E-DB6B-3A96-180CDDC51A6E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16" creationId="{EB423683-07C9-7905-E258-B7700E194DEA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17" creationId="{8B425E06-F1B1-B59E-07DA-97FBE83BDE17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18" creationId="{1E924765-93D0-7051-1E9A-2DB9BDCC5F1A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19" creationId="{1939A2DA-E65D-64FB-9359-69F620382FB1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20" creationId="{53E7951E-BDEC-9AE3-286D-00421A9F22C7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21" creationId="{B40596F3-377B-B4E9-6FCA-1A36787AA823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22" creationId="{1BC43087-F285-4ECD-4204-B2FDAAB545EE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23" creationId="{CC9EF84B-2DE6-D0F9-C10B-D4E606FE37A7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24" creationId="{35CC831E-F85B-7D66-80B4-F401494FF6E0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25" creationId="{5BF7937E-A1F6-AC91-D13B-36C7C76F1727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26" creationId="{99A61D02-8D37-3C24-5268-3D0C1AF4573F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27" creationId="{8E0DE305-FEEB-75CE-0E32-48E5F34CD436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28" creationId="{0D4C49BB-E96B-B8C4-A7FC-8E5169413B49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29" creationId="{43F62B80-74CE-1DA3-33C5-8B231282AF79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30" creationId="{7184A560-07E0-D477-32BF-264563EC7A74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31" creationId="{F8B39E1E-E866-BA0E-69D3-5BA0B6485D5D}"/>
          </ac:picMkLst>
        </pc:picChg>
        <pc:picChg chg="mod">
          <ac:chgData name="Yeo Xiong Wei, Jonathan" userId="ac2b658e-7ce1-44bb-9f9f-bf4198ceaa29" providerId="ADAL" clId="{82F14521-06B7-454A-93DE-F0E5DFE73EFA}" dt="2024-10-07T05:55:39.899" v="514"/>
          <ac:picMkLst>
            <pc:docMk/>
            <pc:sldMk cId="1928804932" sldId="431"/>
            <ac:picMk id="32" creationId="{41D91846-3E4E-3201-EFAF-07C031029582}"/>
          </ac:picMkLst>
        </pc:picChg>
      </pc:sldChg>
      <pc:sldChg chg="addSp modSp mod modAnim">
        <pc:chgData name="Yeo Xiong Wei, Jonathan" userId="ac2b658e-7ce1-44bb-9f9f-bf4198ceaa29" providerId="ADAL" clId="{82F14521-06B7-454A-93DE-F0E5DFE73EFA}" dt="2024-10-07T06:17:33.239" v="1068" actId="1076"/>
        <pc:sldMkLst>
          <pc:docMk/>
          <pc:sldMk cId="2524796162" sldId="432"/>
        </pc:sldMkLst>
        <pc:spChg chg="mod">
          <ac:chgData name="Yeo Xiong Wei, Jonathan" userId="ac2b658e-7ce1-44bb-9f9f-bf4198ceaa29" providerId="ADAL" clId="{82F14521-06B7-454A-93DE-F0E5DFE73EFA}" dt="2024-10-07T06:17:02.400" v="1065" actId="20577"/>
          <ac:spMkLst>
            <pc:docMk/>
            <pc:sldMk cId="2524796162" sldId="432"/>
            <ac:spMk id="3" creationId="{CDF4B2E5-1CF0-4D19-AFAA-E09B13AE7CF3}"/>
          </ac:spMkLst>
        </pc:spChg>
        <pc:spChg chg="mod">
          <ac:chgData name="Yeo Xiong Wei, Jonathan" userId="ac2b658e-7ce1-44bb-9f9f-bf4198ceaa29" providerId="ADAL" clId="{82F14521-06B7-454A-93DE-F0E5DFE73EFA}" dt="2024-10-07T06:16:32.923" v="1063" actId="1076"/>
          <ac:spMkLst>
            <pc:docMk/>
            <pc:sldMk cId="2524796162" sldId="432"/>
            <ac:spMk id="6" creationId="{B2186C21-9A14-1FAF-E3AD-EC300ACFCEE2}"/>
          </ac:spMkLst>
        </pc:spChg>
        <pc:grpChg chg="add mod">
          <ac:chgData name="Yeo Xiong Wei, Jonathan" userId="ac2b658e-7ce1-44bb-9f9f-bf4198ceaa29" providerId="ADAL" clId="{82F14521-06B7-454A-93DE-F0E5DFE73EFA}" dt="2024-10-07T06:17:33.239" v="1068" actId="1076"/>
          <ac:grpSpMkLst>
            <pc:docMk/>
            <pc:sldMk cId="2524796162" sldId="432"/>
            <ac:grpSpMk id="5" creationId="{C009E653-395A-2CFB-FD8F-34887F801A6D}"/>
          </ac:grpSpMkLst>
        </pc:grpChg>
        <pc:grpChg chg="mod">
          <ac:chgData name="Yeo Xiong Wei, Jonathan" userId="ac2b658e-7ce1-44bb-9f9f-bf4198ceaa29" providerId="ADAL" clId="{82F14521-06B7-454A-93DE-F0E5DFE73EFA}" dt="2024-10-07T06:17:24.740" v="1066"/>
          <ac:grpSpMkLst>
            <pc:docMk/>
            <pc:sldMk cId="2524796162" sldId="432"/>
            <ac:grpSpMk id="7" creationId="{12D1B65D-806D-2ED6-0C72-CF226DFD909E}"/>
          </ac:grpSpMkLst>
        </pc:grpChg>
        <pc:grpChg chg="mod">
          <ac:chgData name="Yeo Xiong Wei, Jonathan" userId="ac2b658e-7ce1-44bb-9f9f-bf4198ceaa29" providerId="ADAL" clId="{82F14521-06B7-454A-93DE-F0E5DFE73EFA}" dt="2024-10-07T06:17:24.740" v="1066"/>
          <ac:grpSpMkLst>
            <pc:docMk/>
            <pc:sldMk cId="2524796162" sldId="432"/>
            <ac:grpSpMk id="8" creationId="{E339DB28-227F-1A3F-1D76-E4171DD35024}"/>
          </ac:grpSpMkLst>
        </pc:grpChg>
        <pc:picChg chg="mod">
          <ac:chgData name="Yeo Xiong Wei, Jonathan" userId="ac2b658e-7ce1-44bb-9f9f-bf4198ceaa29" providerId="ADAL" clId="{82F14521-06B7-454A-93DE-F0E5DFE73EFA}" dt="2024-10-07T06:17:24.740" v="1066"/>
          <ac:picMkLst>
            <pc:docMk/>
            <pc:sldMk cId="2524796162" sldId="432"/>
            <ac:picMk id="9" creationId="{77B4B8DF-76B4-86E8-945F-11D1542A50DC}"/>
          </ac:picMkLst>
        </pc:picChg>
        <pc:picChg chg="mod">
          <ac:chgData name="Yeo Xiong Wei, Jonathan" userId="ac2b658e-7ce1-44bb-9f9f-bf4198ceaa29" providerId="ADAL" clId="{82F14521-06B7-454A-93DE-F0E5DFE73EFA}" dt="2024-10-07T06:17:24.740" v="1066"/>
          <ac:picMkLst>
            <pc:docMk/>
            <pc:sldMk cId="2524796162" sldId="432"/>
            <ac:picMk id="10" creationId="{D58D5DFA-BBC9-ECD3-3DEB-2310DEE00CC2}"/>
          </ac:picMkLst>
        </pc:picChg>
        <pc:picChg chg="mod">
          <ac:chgData name="Yeo Xiong Wei, Jonathan" userId="ac2b658e-7ce1-44bb-9f9f-bf4198ceaa29" providerId="ADAL" clId="{82F14521-06B7-454A-93DE-F0E5DFE73EFA}" dt="2024-10-07T06:17:24.740" v="1066"/>
          <ac:picMkLst>
            <pc:docMk/>
            <pc:sldMk cId="2524796162" sldId="432"/>
            <ac:picMk id="11" creationId="{4F3ADD79-D84D-E36C-7737-17F3BCA10B11}"/>
          </ac:picMkLst>
        </pc:picChg>
        <pc:picChg chg="mod">
          <ac:chgData name="Yeo Xiong Wei, Jonathan" userId="ac2b658e-7ce1-44bb-9f9f-bf4198ceaa29" providerId="ADAL" clId="{82F14521-06B7-454A-93DE-F0E5DFE73EFA}" dt="2024-10-07T06:17:24.740" v="1066"/>
          <ac:picMkLst>
            <pc:docMk/>
            <pc:sldMk cId="2524796162" sldId="432"/>
            <ac:picMk id="12" creationId="{A4AAECAE-0BB0-9940-BC09-429333D69F03}"/>
          </ac:picMkLst>
        </pc:picChg>
      </pc:sldChg>
      <pc:sldChg chg="modSp mod modAnim">
        <pc:chgData name="Yeo Xiong Wei, Jonathan" userId="ac2b658e-7ce1-44bb-9f9f-bf4198ceaa29" providerId="ADAL" clId="{82F14521-06B7-454A-93DE-F0E5DFE73EFA}" dt="2024-10-07T06:21:26.320" v="1448" actId="207"/>
        <pc:sldMkLst>
          <pc:docMk/>
          <pc:sldMk cId="733283474" sldId="433"/>
        </pc:sldMkLst>
        <pc:spChg chg="mod">
          <ac:chgData name="Yeo Xiong Wei, Jonathan" userId="ac2b658e-7ce1-44bb-9f9f-bf4198ceaa29" providerId="ADAL" clId="{82F14521-06B7-454A-93DE-F0E5DFE73EFA}" dt="2024-10-07T06:21:26.320" v="1448" actId="207"/>
          <ac:spMkLst>
            <pc:docMk/>
            <pc:sldMk cId="733283474" sldId="433"/>
            <ac:spMk id="3" creationId="{CDF4B2E5-1CF0-4D19-AFAA-E09B13AE7CF3}"/>
          </ac:spMkLst>
        </pc:spChg>
      </pc:sldChg>
      <pc:sldChg chg="modSp mod">
        <pc:chgData name="Yeo Xiong Wei, Jonathan" userId="ac2b658e-7ce1-44bb-9f9f-bf4198ceaa29" providerId="ADAL" clId="{82F14521-06B7-454A-93DE-F0E5DFE73EFA}" dt="2024-10-07T06:28:44.119" v="1637" actId="20577"/>
        <pc:sldMkLst>
          <pc:docMk/>
          <pc:sldMk cId="1716397680" sldId="434"/>
        </pc:sldMkLst>
        <pc:spChg chg="mod">
          <ac:chgData name="Yeo Xiong Wei, Jonathan" userId="ac2b658e-7ce1-44bb-9f9f-bf4198ceaa29" providerId="ADAL" clId="{82F14521-06B7-454A-93DE-F0E5DFE73EFA}" dt="2024-10-07T06:28:44.119" v="1637" actId="20577"/>
          <ac:spMkLst>
            <pc:docMk/>
            <pc:sldMk cId="1716397680" sldId="434"/>
            <ac:spMk id="3" creationId="{CDF4B2E5-1CF0-4D19-AFAA-E09B13AE7CF3}"/>
          </ac:spMkLst>
        </pc:spChg>
      </pc:sldChg>
      <pc:sldChg chg="modSp del">
        <pc:chgData name="Yeo Xiong Wei, Jonathan" userId="ac2b658e-7ce1-44bb-9f9f-bf4198ceaa29" providerId="ADAL" clId="{82F14521-06B7-454A-93DE-F0E5DFE73EFA}" dt="2024-10-07T06:25:40.558" v="1569" actId="47"/>
        <pc:sldMkLst>
          <pc:docMk/>
          <pc:sldMk cId="3788233499" sldId="436"/>
        </pc:sldMkLst>
        <pc:spChg chg="mod">
          <ac:chgData name="Yeo Xiong Wei, Jonathan" userId="ac2b658e-7ce1-44bb-9f9f-bf4198ceaa29" providerId="ADAL" clId="{82F14521-06B7-454A-93DE-F0E5DFE73EFA}" dt="2024-10-07T06:22:20.401" v="1456" actId="11"/>
          <ac:spMkLst>
            <pc:docMk/>
            <pc:sldMk cId="3788233499" sldId="436"/>
            <ac:spMk id="3" creationId="{CDF4B2E5-1CF0-4D19-AFAA-E09B13AE7CF3}"/>
          </ac:spMkLst>
        </pc:spChg>
      </pc:sldChg>
      <pc:sldChg chg="modSp add mod modAnim">
        <pc:chgData name="Yeo Xiong Wei, Jonathan" userId="ac2b658e-7ce1-44bb-9f9f-bf4198ceaa29" providerId="ADAL" clId="{82F14521-06B7-454A-93DE-F0E5DFE73EFA}" dt="2024-10-07T06:25:31.949" v="1568" actId="20577"/>
        <pc:sldMkLst>
          <pc:docMk/>
          <pc:sldMk cId="4260174980" sldId="438"/>
        </pc:sldMkLst>
        <pc:spChg chg="mod">
          <ac:chgData name="Yeo Xiong Wei, Jonathan" userId="ac2b658e-7ce1-44bb-9f9f-bf4198ceaa29" providerId="ADAL" clId="{82F14521-06B7-454A-93DE-F0E5DFE73EFA}" dt="2024-10-07T06:25:31.949" v="1568" actId="20577"/>
          <ac:spMkLst>
            <pc:docMk/>
            <pc:sldMk cId="4260174980" sldId="438"/>
            <ac:spMk id="3" creationId="{CDF4B2E5-1CF0-4D19-AFAA-E09B13AE7CF3}"/>
          </ac:spMkLst>
        </pc:spChg>
      </pc:sldChg>
      <pc:sldChg chg="modSp add mod modAnim">
        <pc:chgData name="Yeo Xiong Wei, Jonathan" userId="ac2b658e-7ce1-44bb-9f9f-bf4198ceaa29" providerId="ADAL" clId="{82F14521-06B7-454A-93DE-F0E5DFE73EFA}" dt="2024-10-07T06:39:49.405" v="2304" actId="6549"/>
        <pc:sldMkLst>
          <pc:docMk/>
          <pc:sldMk cId="2424702769" sldId="439"/>
        </pc:sldMkLst>
        <pc:spChg chg="mod">
          <ac:chgData name="Yeo Xiong Wei, Jonathan" userId="ac2b658e-7ce1-44bb-9f9f-bf4198ceaa29" providerId="ADAL" clId="{82F14521-06B7-454A-93DE-F0E5DFE73EFA}" dt="2024-10-07T06:37:41.796" v="1886" actId="20577"/>
          <ac:spMkLst>
            <pc:docMk/>
            <pc:sldMk cId="2424702769" sldId="439"/>
            <ac:spMk id="124929" creationId="{00000000-0000-0000-0000-000000000000}"/>
          </ac:spMkLst>
        </pc:spChg>
        <pc:spChg chg="mod">
          <ac:chgData name="Yeo Xiong Wei, Jonathan" userId="ac2b658e-7ce1-44bb-9f9f-bf4198ceaa29" providerId="ADAL" clId="{82F14521-06B7-454A-93DE-F0E5DFE73EFA}" dt="2024-10-07T06:39:49.405" v="2304" actId="6549"/>
          <ac:spMkLst>
            <pc:docMk/>
            <pc:sldMk cId="2424702769" sldId="439"/>
            <ac:spMk id="124930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B4BB88C8-45CE-4813-8BD4-A5B1E0F54A44}"/>
    <pc:docChg chg="undo custSel addSld delSld modSld sldOrd">
      <pc:chgData name="Yeo Xiong Wei, Jonathan" userId="ac2b658e-7ce1-44bb-9f9f-bf4198ceaa29" providerId="ADAL" clId="{B4BB88C8-45CE-4813-8BD4-A5B1E0F54A44}" dt="2022-10-11T15:02:24.536" v="5629" actId="20577"/>
      <pc:docMkLst>
        <pc:docMk/>
      </pc:docMkLst>
      <pc:sldChg chg="modAnim">
        <pc:chgData name="Yeo Xiong Wei, Jonathan" userId="ac2b658e-7ce1-44bb-9f9f-bf4198ceaa29" providerId="ADAL" clId="{B4BB88C8-45CE-4813-8BD4-A5B1E0F54A44}" dt="2022-10-05T10:42:34.371" v="1"/>
        <pc:sldMkLst>
          <pc:docMk/>
          <pc:sldMk cId="323702170" sldId="258"/>
        </pc:sldMkLst>
      </pc:sldChg>
      <pc:sldChg chg="addSp modSp">
        <pc:chgData name="Yeo Xiong Wei, Jonathan" userId="ac2b658e-7ce1-44bb-9f9f-bf4198ceaa29" providerId="ADAL" clId="{B4BB88C8-45CE-4813-8BD4-A5B1E0F54A44}" dt="2022-10-05T10:43:13.275" v="16" actId="1076"/>
        <pc:sldMkLst>
          <pc:docMk/>
          <pc:sldMk cId="2624820659" sldId="259"/>
        </pc:sldMkLst>
        <pc:picChg chg="mod">
          <ac:chgData name="Yeo Xiong Wei, Jonathan" userId="ac2b658e-7ce1-44bb-9f9f-bf4198ceaa29" providerId="ADAL" clId="{B4BB88C8-45CE-4813-8BD4-A5B1E0F54A44}" dt="2022-10-05T10:43:07.358" v="12" actId="1076"/>
          <ac:picMkLst>
            <pc:docMk/>
            <pc:sldMk cId="2624820659" sldId="259"/>
            <ac:picMk id="5" creationId="{91079C19-305C-4C63-976C-973C575ED3CF}"/>
          </ac:picMkLst>
        </pc:picChg>
        <pc:picChg chg="add mod">
          <ac:chgData name="Yeo Xiong Wei, Jonathan" userId="ac2b658e-7ce1-44bb-9f9f-bf4198ceaa29" providerId="ADAL" clId="{B4BB88C8-45CE-4813-8BD4-A5B1E0F54A44}" dt="2022-10-05T10:43:00.761" v="7" actId="1076"/>
          <ac:picMkLst>
            <pc:docMk/>
            <pc:sldMk cId="2624820659" sldId="259"/>
            <ac:picMk id="6" creationId="{196AFC33-7E5C-AF42-4836-195FD09AD5AD}"/>
          </ac:picMkLst>
        </pc:picChg>
        <pc:picChg chg="add mod">
          <ac:chgData name="Yeo Xiong Wei, Jonathan" userId="ac2b658e-7ce1-44bb-9f9f-bf4198ceaa29" providerId="ADAL" clId="{B4BB88C8-45CE-4813-8BD4-A5B1E0F54A44}" dt="2022-10-05T10:43:03.456" v="9" actId="1076"/>
          <ac:picMkLst>
            <pc:docMk/>
            <pc:sldMk cId="2624820659" sldId="259"/>
            <ac:picMk id="7" creationId="{21ACC913-FAB3-A192-ECB6-9A36760C491C}"/>
          </ac:picMkLst>
        </pc:picChg>
        <pc:picChg chg="add mod">
          <ac:chgData name="Yeo Xiong Wei, Jonathan" userId="ac2b658e-7ce1-44bb-9f9f-bf4198ceaa29" providerId="ADAL" clId="{B4BB88C8-45CE-4813-8BD4-A5B1E0F54A44}" dt="2022-10-05T10:43:05.422" v="11" actId="1076"/>
          <ac:picMkLst>
            <pc:docMk/>
            <pc:sldMk cId="2624820659" sldId="259"/>
            <ac:picMk id="8" creationId="{675653CA-EC3F-8A5C-F4B8-4BF75FD5407C}"/>
          </ac:picMkLst>
        </pc:picChg>
        <pc:picChg chg="add mod">
          <ac:chgData name="Yeo Xiong Wei, Jonathan" userId="ac2b658e-7ce1-44bb-9f9f-bf4198ceaa29" providerId="ADAL" clId="{B4BB88C8-45CE-4813-8BD4-A5B1E0F54A44}" dt="2022-10-05T10:43:11.279" v="14" actId="1076"/>
          <ac:picMkLst>
            <pc:docMk/>
            <pc:sldMk cId="2624820659" sldId="259"/>
            <ac:picMk id="9" creationId="{95D47A1C-A23B-92A1-E0ED-EA0D75CAEA3F}"/>
          </ac:picMkLst>
        </pc:picChg>
        <pc:picChg chg="add mod">
          <ac:chgData name="Yeo Xiong Wei, Jonathan" userId="ac2b658e-7ce1-44bb-9f9f-bf4198ceaa29" providerId="ADAL" clId="{B4BB88C8-45CE-4813-8BD4-A5B1E0F54A44}" dt="2022-10-05T10:43:13.275" v="16" actId="1076"/>
          <ac:picMkLst>
            <pc:docMk/>
            <pc:sldMk cId="2624820659" sldId="259"/>
            <ac:picMk id="10" creationId="{9F0A3011-1E98-B011-7EF3-F280C32A8353}"/>
          </ac:picMkLst>
        </pc:picChg>
      </pc:sldChg>
      <pc:sldChg chg="addSp modSp mod">
        <pc:chgData name="Yeo Xiong Wei, Jonathan" userId="ac2b658e-7ce1-44bb-9f9f-bf4198ceaa29" providerId="ADAL" clId="{B4BB88C8-45CE-4813-8BD4-A5B1E0F54A44}" dt="2022-10-10T02:14:29.008" v="5397"/>
        <pc:sldMkLst>
          <pc:docMk/>
          <pc:sldMk cId="2732225696" sldId="261"/>
        </pc:sldMkLst>
        <pc:spChg chg="mod">
          <ac:chgData name="Yeo Xiong Wei, Jonathan" userId="ac2b658e-7ce1-44bb-9f9f-bf4198ceaa29" providerId="ADAL" clId="{B4BB88C8-45CE-4813-8BD4-A5B1E0F54A44}" dt="2022-10-05T10:48:38.637" v="34" actId="1076"/>
          <ac:spMkLst>
            <pc:docMk/>
            <pc:sldMk cId="2732225696" sldId="261"/>
            <ac:spMk id="28" creationId="{5E9EC4EB-4741-2FA2-D048-5F1853F31CA8}"/>
          </ac:spMkLst>
        </pc:spChg>
        <pc:inkChg chg="add">
          <ac:chgData name="Yeo Xiong Wei, Jonathan" userId="ac2b658e-7ce1-44bb-9f9f-bf4198ceaa29" providerId="ADAL" clId="{B4BB88C8-45CE-4813-8BD4-A5B1E0F54A44}" dt="2022-10-10T02:14:29.008" v="5397"/>
          <ac:inkMkLst>
            <pc:docMk/>
            <pc:sldMk cId="2732225696" sldId="261"/>
            <ac:inkMk id="4" creationId="{2737C669-835F-7B9C-FA8E-E7F4158E694B}"/>
          </ac:inkMkLst>
        </pc:inkChg>
        <pc:cxnChg chg="mod">
          <ac:chgData name="Yeo Xiong Wei, Jonathan" userId="ac2b658e-7ce1-44bb-9f9f-bf4198ceaa29" providerId="ADAL" clId="{B4BB88C8-45CE-4813-8BD4-A5B1E0F54A44}" dt="2022-10-05T10:45:34.634" v="18" actId="14100"/>
          <ac:cxnSpMkLst>
            <pc:docMk/>
            <pc:sldMk cId="2732225696" sldId="261"/>
            <ac:cxnSpMk id="16" creationId="{39D60450-69F5-E33C-AF6E-305D5F83E47E}"/>
          </ac:cxnSpMkLst>
        </pc:cxnChg>
      </pc:sldChg>
      <pc:sldChg chg="modAnim">
        <pc:chgData name="Yeo Xiong Wei, Jonathan" userId="ac2b658e-7ce1-44bb-9f9f-bf4198ceaa29" providerId="ADAL" clId="{B4BB88C8-45CE-4813-8BD4-A5B1E0F54A44}" dt="2022-10-05T10:49:08.887" v="36"/>
        <pc:sldMkLst>
          <pc:docMk/>
          <pc:sldMk cId="6007653" sldId="262"/>
        </pc:sldMkLst>
      </pc:sldChg>
      <pc:sldChg chg="modSp mod">
        <pc:chgData name="Yeo Xiong Wei, Jonathan" userId="ac2b658e-7ce1-44bb-9f9f-bf4198ceaa29" providerId="ADAL" clId="{B4BB88C8-45CE-4813-8BD4-A5B1E0F54A44}" dt="2022-10-05T10:49:23.864" v="37" actId="255"/>
        <pc:sldMkLst>
          <pc:docMk/>
          <pc:sldMk cId="2917991908" sldId="263"/>
        </pc:sldMkLst>
        <pc:spChg chg="mod">
          <ac:chgData name="Yeo Xiong Wei, Jonathan" userId="ac2b658e-7ce1-44bb-9f9f-bf4198ceaa29" providerId="ADAL" clId="{B4BB88C8-45CE-4813-8BD4-A5B1E0F54A44}" dt="2022-10-05T10:49:23.864" v="37" actId="255"/>
          <ac:spMkLst>
            <pc:docMk/>
            <pc:sldMk cId="2917991908" sldId="263"/>
            <ac:spMk id="3" creationId="{CDF4B2E5-1CF0-4D19-AFAA-E09B13AE7CF3}"/>
          </ac:spMkLst>
        </pc:spChg>
      </pc:sldChg>
      <pc:sldChg chg="addSp modAnim">
        <pc:chgData name="Yeo Xiong Wei, Jonathan" userId="ac2b658e-7ce1-44bb-9f9f-bf4198ceaa29" providerId="ADAL" clId="{B4BB88C8-45CE-4813-8BD4-A5B1E0F54A44}" dt="2022-10-10T02:14:29.008" v="5397"/>
        <pc:sldMkLst>
          <pc:docMk/>
          <pc:sldMk cId="521648139" sldId="266"/>
        </pc:sldMkLst>
        <pc:inkChg chg="add">
          <ac:chgData name="Yeo Xiong Wei, Jonathan" userId="ac2b658e-7ce1-44bb-9f9f-bf4198ceaa29" providerId="ADAL" clId="{B4BB88C8-45CE-4813-8BD4-A5B1E0F54A44}" dt="2022-10-10T02:14:29.008" v="5397"/>
          <ac:inkMkLst>
            <pc:docMk/>
            <pc:sldMk cId="521648139" sldId="266"/>
            <ac:inkMk id="5" creationId="{AFD65DD4-9400-1F0F-46D3-708B3034B6BE}"/>
          </ac:inkMkLst>
        </pc:inkChg>
      </pc:sldChg>
      <pc:sldChg chg="addSp modAnim">
        <pc:chgData name="Yeo Xiong Wei, Jonathan" userId="ac2b658e-7ce1-44bb-9f9f-bf4198ceaa29" providerId="ADAL" clId="{B4BB88C8-45CE-4813-8BD4-A5B1E0F54A44}" dt="2022-10-10T03:24:38.201" v="5398"/>
        <pc:sldMkLst>
          <pc:docMk/>
          <pc:sldMk cId="908580859" sldId="267"/>
        </pc:sldMkLst>
        <pc:inkChg chg="add">
          <ac:chgData name="Yeo Xiong Wei, Jonathan" userId="ac2b658e-7ce1-44bb-9f9f-bf4198ceaa29" providerId="ADAL" clId="{B4BB88C8-45CE-4813-8BD4-A5B1E0F54A44}" dt="2022-10-10T02:14:29.008" v="5397"/>
          <ac:inkMkLst>
            <pc:docMk/>
            <pc:sldMk cId="908580859" sldId="267"/>
            <ac:inkMk id="6" creationId="{93354EFA-8FD8-7924-EB17-B300AEAA0E39}"/>
          </ac:inkMkLst>
        </pc:ink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908580859" sldId="267"/>
            <ac:inkMk id="8" creationId="{AC115844-F247-5EC4-90EE-A0660E4C5367}"/>
          </ac:inkMkLst>
        </pc:inkChg>
      </pc:sldChg>
      <pc:sldChg chg="addSp">
        <pc:chgData name="Yeo Xiong Wei, Jonathan" userId="ac2b658e-7ce1-44bb-9f9f-bf4198ceaa29" providerId="ADAL" clId="{B4BB88C8-45CE-4813-8BD4-A5B1E0F54A44}" dt="2022-10-10T02:14:29.008" v="5397"/>
        <pc:sldMkLst>
          <pc:docMk/>
          <pc:sldMk cId="2090325226" sldId="268"/>
        </pc:sldMkLst>
        <pc:inkChg chg="add">
          <ac:chgData name="Yeo Xiong Wei, Jonathan" userId="ac2b658e-7ce1-44bb-9f9f-bf4198ceaa29" providerId="ADAL" clId="{B4BB88C8-45CE-4813-8BD4-A5B1E0F54A44}" dt="2022-10-10T02:14:29.008" v="5397"/>
          <ac:inkMkLst>
            <pc:docMk/>
            <pc:sldMk cId="2090325226" sldId="268"/>
            <ac:inkMk id="5" creationId="{B567F676-E3EE-F3B0-F183-A263F66E191E}"/>
          </ac:inkMkLst>
        </pc:inkChg>
      </pc:sldChg>
      <pc:sldChg chg="addSp modAnim">
        <pc:chgData name="Yeo Xiong Wei, Jonathan" userId="ac2b658e-7ce1-44bb-9f9f-bf4198ceaa29" providerId="ADAL" clId="{B4BB88C8-45CE-4813-8BD4-A5B1E0F54A44}" dt="2022-10-10T02:14:29.008" v="5397"/>
        <pc:sldMkLst>
          <pc:docMk/>
          <pc:sldMk cId="2420303229" sldId="398"/>
        </pc:sldMkLst>
        <pc:inkChg chg="add">
          <ac:chgData name="Yeo Xiong Wei, Jonathan" userId="ac2b658e-7ce1-44bb-9f9f-bf4198ceaa29" providerId="ADAL" clId="{B4BB88C8-45CE-4813-8BD4-A5B1E0F54A44}" dt="2022-10-10T02:14:29.008" v="5397"/>
          <ac:inkMkLst>
            <pc:docMk/>
            <pc:sldMk cId="2420303229" sldId="398"/>
            <ac:inkMk id="5" creationId="{704AD86A-A706-4C16-3C72-66605C92D81C}"/>
          </ac:inkMkLst>
        </pc:inkChg>
      </pc:sldChg>
      <pc:sldChg chg="addSp modAnim">
        <pc:chgData name="Yeo Xiong Wei, Jonathan" userId="ac2b658e-7ce1-44bb-9f9f-bf4198ceaa29" providerId="ADAL" clId="{B4BB88C8-45CE-4813-8BD4-A5B1E0F54A44}" dt="2022-10-10T02:14:29.008" v="5397"/>
        <pc:sldMkLst>
          <pc:docMk/>
          <pc:sldMk cId="3934663697" sldId="399"/>
        </pc:sldMkLst>
        <pc:inkChg chg="add">
          <ac:chgData name="Yeo Xiong Wei, Jonathan" userId="ac2b658e-7ce1-44bb-9f9f-bf4198ceaa29" providerId="ADAL" clId="{B4BB88C8-45CE-4813-8BD4-A5B1E0F54A44}" dt="2022-10-10T02:14:29.008" v="5397"/>
          <ac:inkMkLst>
            <pc:docMk/>
            <pc:sldMk cId="3934663697" sldId="399"/>
            <ac:inkMk id="5" creationId="{8C6E4445-DD32-36E2-BA9E-5B4DE989AAD7}"/>
          </ac:inkMkLst>
        </pc:inkChg>
      </pc:sldChg>
      <pc:sldChg chg="addSp modAnim">
        <pc:chgData name="Yeo Xiong Wei, Jonathan" userId="ac2b658e-7ce1-44bb-9f9f-bf4198ceaa29" providerId="ADAL" clId="{B4BB88C8-45CE-4813-8BD4-A5B1E0F54A44}" dt="2022-10-10T02:14:29.008" v="5397"/>
        <pc:sldMkLst>
          <pc:docMk/>
          <pc:sldMk cId="3558677788" sldId="400"/>
        </pc:sldMkLst>
        <pc:inkChg chg="add">
          <ac:chgData name="Yeo Xiong Wei, Jonathan" userId="ac2b658e-7ce1-44bb-9f9f-bf4198ceaa29" providerId="ADAL" clId="{B4BB88C8-45CE-4813-8BD4-A5B1E0F54A44}" dt="2022-10-10T02:14:29.008" v="5397"/>
          <ac:inkMkLst>
            <pc:docMk/>
            <pc:sldMk cId="3558677788" sldId="400"/>
            <ac:inkMk id="5" creationId="{57A5168E-41E1-0C1B-63DB-C98B8500C768}"/>
          </ac:inkMkLst>
        </pc:inkChg>
      </pc:sldChg>
      <pc:sldChg chg="addSp modSp mod modAnim">
        <pc:chgData name="Yeo Xiong Wei, Jonathan" userId="ac2b658e-7ce1-44bb-9f9f-bf4198ceaa29" providerId="ADAL" clId="{B4BB88C8-45CE-4813-8BD4-A5B1E0F54A44}" dt="2022-10-11T15:02:24.536" v="5629" actId="20577"/>
        <pc:sldMkLst>
          <pc:docMk/>
          <pc:sldMk cId="3421103426" sldId="403"/>
        </pc:sldMkLst>
        <pc:spChg chg="mod">
          <ac:chgData name="Yeo Xiong Wei, Jonathan" userId="ac2b658e-7ce1-44bb-9f9f-bf4198ceaa29" providerId="ADAL" clId="{B4BB88C8-45CE-4813-8BD4-A5B1E0F54A44}" dt="2022-10-11T15:02:24.536" v="5629" actId="20577"/>
          <ac:spMkLst>
            <pc:docMk/>
            <pc:sldMk cId="3421103426" sldId="403"/>
            <ac:spMk id="3" creationId="{CDF4B2E5-1CF0-4D19-AFAA-E09B13AE7CF3}"/>
          </ac:spMkLst>
        </pc:spChg>
        <pc:spChg chg="mod">
          <ac:chgData name="Yeo Xiong Wei, Jonathan" userId="ac2b658e-7ce1-44bb-9f9f-bf4198ceaa29" providerId="ADAL" clId="{B4BB88C8-45CE-4813-8BD4-A5B1E0F54A44}" dt="2022-10-11T15:02:14.333" v="5626" actId="1076"/>
          <ac:spMkLst>
            <pc:docMk/>
            <pc:sldMk cId="3421103426" sldId="403"/>
            <ac:spMk id="7" creationId="{06B58DD0-95B3-46DB-84AE-C27402237097}"/>
          </ac:spMkLst>
        </pc:spChg>
        <pc:graphicFrameChg chg="mod modGraphic">
          <ac:chgData name="Yeo Xiong Wei, Jonathan" userId="ac2b658e-7ce1-44bb-9f9f-bf4198ceaa29" providerId="ADAL" clId="{B4BB88C8-45CE-4813-8BD4-A5B1E0F54A44}" dt="2022-10-10T08:28:27.454" v="5489" actId="121"/>
          <ac:graphicFrameMkLst>
            <pc:docMk/>
            <pc:sldMk cId="3421103426" sldId="403"/>
            <ac:graphicFrameMk id="5" creationId="{993433DF-E47D-4A83-81AD-563D720B9E3C}"/>
          </ac:graphicFrameMkLst>
        </pc:graphicFrameChg>
        <pc:inkChg chg="add">
          <ac:chgData name="Yeo Xiong Wei, Jonathan" userId="ac2b658e-7ce1-44bb-9f9f-bf4198ceaa29" providerId="ADAL" clId="{B4BB88C8-45CE-4813-8BD4-A5B1E0F54A44}" dt="2022-10-10T02:14:29.008" v="5397"/>
          <ac:inkMkLst>
            <pc:docMk/>
            <pc:sldMk cId="3421103426" sldId="403"/>
            <ac:inkMk id="6" creationId="{EFC6550D-2A68-D0C6-1D7B-B42761B59851}"/>
          </ac:inkMkLst>
        </pc:ink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3421103426" sldId="403"/>
            <ac:inkMk id="8" creationId="{4F51AAA7-AAF1-5FCF-C707-25AA40F6AC89}"/>
          </ac:inkMkLst>
        </pc:inkChg>
      </pc:sldChg>
      <pc:sldChg chg="addSp modSp mod modNotesTx">
        <pc:chgData name="Yeo Xiong Wei, Jonathan" userId="ac2b658e-7ce1-44bb-9f9f-bf4198ceaa29" providerId="ADAL" clId="{B4BB88C8-45CE-4813-8BD4-A5B1E0F54A44}" dt="2022-10-10T03:24:38.201" v="5398"/>
        <pc:sldMkLst>
          <pc:docMk/>
          <pc:sldMk cId="3542244236" sldId="405"/>
        </pc:sldMkLst>
        <pc:spChg chg="mod">
          <ac:chgData name="Yeo Xiong Wei, Jonathan" userId="ac2b658e-7ce1-44bb-9f9f-bf4198ceaa29" providerId="ADAL" clId="{B4BB88C8-45CE-4813-8BD4-A5B1E0F54A44}" dt="2022-10-06T06:10:58.073" v="3566" actId="20577"/>
          <ac:spMkLst>
            <pc:docMk/>
            <pc:sldMk cId="3542244236" sldId="405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B4BB88C8-45CE-4813-8BD4-A5B1E0F54A44}" dt="2022-10-06T06:34:36.289" v="4698" actId="255"/>
          <ac:spMkLst>
            <pc:docMk/>
            <pc:sldMk cId="3542244236" sldId="405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3542244236" sldId="405"/>
            <ac:inkMk id="5" creationId="{85E4BC75-A815-38FD-BFC6-AE096D0360A2}"/>
          </ac:inkMkLst>
        </pc:inkChg>
      </pc:sldChg>
      <pc:sldChg chg="modSp del mod addAnim delAnim modAnim">
        <pc:chgData name="Yeo Xiong Wei, Jonathan" userId="ac2b658e-7ce1-44bb-9f9f-bf4198ceaa29" providerId="ADAL" clId="{B4BB88C8-45CE-4813-8BD4-A5B1E0F54A44}" dt="2022-10-06T04:58:38.740" v="3347" actId="47"/>
        <pc:sldMkLst>
          <pc:docMk/>
          <pc:sldMk cId="1910679387" sldId="406"/>
        </pc:sldMkLst>
        <pc:spChg chg="mod">
          <ac:chgData name="Yeo Xiong Wei, Jonathan" userId="ac2b658e-7ce1-44bb-9f9f-bf4198ceaa29" providerId="ADAL" clId="{B4BB88C8-45CE-4813-8BD4-A5B1E0F54A44}" dt="2022-10-05T11:11:08.955" v="945" actId="20577"/>
          <ac:spMkLst>
            <pc:docMk/>
            <pc:sldMk cId="1910679387" sldId="406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B4BB88C8-45CE-4813-8BD4-A5B1E0F54A44}" dt="2022-10-05T11:05:06.100" v="547" actId="20577"/>
          <ac:spMkLst>
            <pc:docMk/>
            <pc:sldMk cId="1910679387" sldId="406"/>
            <ac:spMk id="3" creationId="{CDF4B2E5-1CF0-4D19-AFAA-E09B13AE7CF3}"/>
          </ac:spMkLst>
        </pc:spChg>
      </pc:sldChg>
      <pc:sldChg chg="modSp mod modAnim">
        <pc:chgData name="Yeo Xiong Wei, Jonathan" userId="ac2b658e-7ce1-44bb-9f9f-bf4198ceaa29" providerId="ADAL" clId="{B4BB88C8-45CE-4813-8BD4-A5B1E0F54A44}" dt="2022-10-05T13:45:48.743" v="1967" actId="6549"/>
        <pc:sldMkLst>
          <pc:docMk/>
          <pc:sldMk cId="2307157780" sldId="407"/>
        </pc:sldMkLst>
        <pc:spChg chg="mod">
          <ac:chgData name="Yeo Xiong Wei, Jonathan" userId="ac2b658e-7ce1-44bb-9f9f-bf4198ceaa29" providerId="ADAL" clId="{B4BB88C8-45CE-4813-8BD4-A5B1E0F54A44}" dt="2022-10-05T13:45:48.012" v="1966" actId="1076"/>
          <ac:spMkLst>
            <pc:docMk/>
            <pc:sldMk cId="2307157780" sldId="407"/>
            <ac:spMk id="84994" creationId="{00000000-0000-0000-0000-000000000000}"/>
          </ac:spMkLst>
        </pc:spChg>
      </pc:sldChg>
      <pc:sldChg chg="addSp ord">
        <pc:chgData name="Yeo Xiong Wei, Jonathan" userId="ac2b658e-7ce1-44bb-9f9f-bf4198ceaa29" providerId="ADAL" clId="{B4BB88C8-45CE-4813-8BD4-A5B1E0F54A44}" dt="2022-10-10T03:58:44.954" v="5450"/>
        <pc:sldMkLst>
          <pc:docMk/>
          <pc:sldMk cId="896693958" sldId="408"/>
        </pc:sldMkLst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896693958" sldId="408"/>
            <ac:inkMk id="2" creationId="{C8C18892-6750-2561-AD4D-6A94C4FFDBDC}"/>
          </ac:inkMkLst>
        </pc:inkChg>
      </pc:sldChg>
      <pc:sldChg chg="addSp modSp modAnim">
        <pc:chgData name="Yeo Xiong Wei, Jonathan" userId="ac2b658e-7ce1-44bb-9f9f-bf4198ceaa29" providerId="ADAL" clId="{B4BB88C8-45CE-4813-8BD4-A5B1E0F54A44}" dt="2022-10-10T03:24:38.201" v="5398"/>
        <pc:sldMkLst>
          <pc:docMk/>
          <pc:sldMk cId="169008789" sldId="409"/>
        </pc:sldMkLst>
        <pc:spChg chg="mod">
          <ac:chgData name="Yeo Xiong Wei, Jonathan" userId="ac2b658e-7ce1-44bb-9f9f-bf4198ceaa29" providerId="ADAL" clId="{B4BB88C8-45CE-4813-8BD4-A5B1E0F54A44}" dt="2022-10-05T13:37:09.447" v="1703" actId="113"/>
          <ac:spMkLst>
            <pc:docMk/>
            <pc:sldMk cId="169008789" sldId="409"/>
            <ac:spMk id="88066" creationId="{00000000-0000-0000-0000-000000000000}"/>
          </ac:spMkLst>
        </pc:sp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169008789" sldId="409"/>
            <ac:inkMk id="2" creationId="{ECB0F97F-9150-7170-C9DF-9B07ADF3E3E4}"/>
          </ac:inkMkLst>
        </pc:inkChg>
      </pc:sldChg>
      <pc:sldChg chg="addSp modSp modAnim">
        <pc:chgData name="Yeo Xiong Wei, Jonathan" userId="ac2b658e-7ce1-44bb-9f9f-bf4198ceaa29" providerId="ADAL" clId="{B4BB88C8-45CE-4813-8BD4-A5B1E0F54A44}" dt="2022-10-10T03:24:38.201" v="5398"/>
        <pc:sldMkLst>
          <pc:docMk/>
          <pc:sldMk cId="769071989" sldId="410"/>
        </pc:sldMkLst>
        <pc:spChg chg="mod">
          <ac:chgData name="Yeo Xiong Wei, Jonathan" userId="ac2b658e-7ce1-44bb-9f9f-bf4198ceaa29" providerId="ADAL" clId="{B4BB88C8-45CE-4813-8BD4-A5B1E0F54A44}" dt="2022-10-05T13:37:21.746" v="1705" actId="207"/>
          <ac:spMkLst>
            <pc:docMk/>
            <pc:sldMk cId="769071989" sldId="410"/>
            <ac:spMk id="14" creationId="{7A92B985-83DE-4398-A456-CA3A1A7B6151}"/>
          </ac:spMkLst>
        </pc:sp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769071989" sldId="410"/>
            <ac:inkMk id="2" creationId="{3542402F-74D3-D9B5-7661-131E8A11F417}"/>
          </ac:inkMkLst>
        </pc:inkChg>
      </pc:sldChg>
      <pc:sldChg chg="addSp modAnim">
        <pc:chgData name="Yeo Xiong Wei, Jonathan" userId="ac2b658e-7ce1-44bb-9f9f-bf4198ceaa29" providerId="ADAL" clId="{B4BB88C8-45CE-4813-8BD4-A5B1E0F54A44}" dt="2022-10-10T03:24:38.201" v="5398"/>
        <pc:sldMkLst>
          <pc:docMk/>
          <pc:sldMk cId="128893773" sldId="411"/>
        </pc:sldMkLst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128893773" sldId="411"/>
            <ac:inkMk id="2" creationId="{9A06B731-2939-0F88-C8B0-E3BF8B5F5E9A}"/>
          </ac:inkMkLst>
        </pc:inkChg>
      </pc:sldChg>
      <pc:sldChg chg="addSp delSp modSp mod">
        <pc:chgData name="Yeo Xiong Wei, Jonathan" userId="ac2b658e-7ce1-44bb-9f9f-bf4198ceaa29" providerId="ADAL" clId="{B4BB88C8-45CE-4813-8BD4-A5B1E0F54A44}" dt="2022-10-10T03:57:20.259" v="5414" actId="207"/>
        <pc:sldMkLst>
          <pc:docMk/>
          <pc:sldMk cId="2995093410" sldId="412"/>
        </pc:sldMkLst>
        <pc:spChg chg="mod">
          <ac:chgData name="Yeo Xiong Wei, Jonathan" userId="ac2b658e-7ce1-44bb-9f9f-bf4198ceaa29" providerId="ADAL" clId="{B4BB88C8-45CE-4813-8BD4-A5B1E0F54A44}" dt="2022-10-10T03:57:15.170" v="5413" actId="20577"/>
          <ac:spMkLst>
            <pc:docMk/>
            <pc:sldMk cId="2995093410" sldId="412"/>
            <ac:spMk id="5" creationId="{4AF9746B-CC70-4F6E-8BCA-2E8017C21739}"/>
          </ac:spMkLst>
        </pc:spChg>
        <pc:spChg chg="mod">
          <ac:chgData name="Yeo Xiong Wei, Jonathan" userId="ac2b658e-7ce1-44bb-9f9f-bf4198ceaa29" providerId="ADAL" clId="{B4BB88C8-45CE-4813-8BD4-A5B1E0F54A44}" dt="2022-10-05T11:24:50.814" v="983" actId="1076"/>
          <ac:spMkLst>
            <pc:docMk/>
            <pc:sldMk cId="2995093410" sldId="412"/>
            <ac:spMk id="10" creationId="{0A79BAC4-73CE-422C-9443-EDD4F8FE1801}"/>
          </ac:spMkLst>
        </pc:spChg>
        <pc:spChg chg="mod">
          <ac:chgData name="Yeo Xiong Wei, Jonathan" userId="ac2b658e-7ce1-44bb-9f9f-bf4198ceaa29" providerId="ADAL" clId="{B4BB88C8-45CE-4813-8BD4-A5B1E0F54A44}" dt="2022-10-10T03:57:20.259" v="5414" actId="207"/>
          <ac:spMkLst>
            <pc:docMk/>
            <pc:sldMk cId="2995093410" sldId="412"/>
            <ac:spMk id="93186" creationId="{00000000-0000-0000-0000-000000000000}"/>
          </ac:spMkLst>
        </pc:spChg>
        <pc:inkChg chg="add del">
          <ac:chgData name="Yeo Xiong Wei, Jonathan" userId="ac2b658e-7ce1-44bb-9f9f-bf4198ceaa29" providerId="ADAL" clId="{B4BB88C8-45CE-4813-8BD4-A5B1E0F54A44}" dt="2022-10-10T03:57:04.330" v="5405" actId="478"/>
          <ac:inkMkLst>
            <pc:docMk/>
            <pc:sldMk cId="2995093410" sldId="412"/>
            <ac:inkMk id="2" creationId="{81DF456F-4F5A-A353-768B-4B3B08F811A1}"/>
          </ac:inkMkLst>
        </pc:inkChg>
      </pc:sldChg>
      <pc:sldChg chg="addSp modSp modAnim modNotesTx">
        <pc:chgData name="Yeo Xiong Wei, Jonathan" userId="ac2b658e-7ce1-44bb-9f9f-bf4198ceaa29" providerId="ADAL" clId="{B4BB88C8-45CE-4813-8BD4-A5B1E0F54A44}" dt="2022-10-10T03:58:16.671" v="5448" actId="20577"/>
        <pc:sldMkLst>
          <pc:docMk/>
          <pc:sldMk cId="2574581050" sldId="413"/>
        </pc:sldMkLst>
        <pc:spChg chg="mod">
          <ac:chgData name="Yeo Xiong Wei, Jonathan" userId="ac2b658e-7ce1-44bb-9f9f-bf4198ceaa29" providerId="ADAL" clId="{B4BB88C8-45CE-4813-8BD4-A5B1E0F54A44}" dt="2022-10-10T03:58:16.671" v="5448" actId="20577"/>
          <ac:spMkLst>
            <pc:docMk/>
            <pc:sldMk cId="2574581050" sldId="413"/>
            <ac:spMk id="93186" creationId="{00000000-0000-0000-0000-000000000000}"/>
          </ac:spMkLst>
        </pc:sp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2574581050" sldId="413"/>
            <ac:inkMk id="2" creationId="{C8799E8C-12B8-6E11-E9D2-3A7CF7188C1F}"/>
          </ac:inkMkLst>
        </pc:inkChg>
      </pc:sldChg>
      <pc:sldChg chg="modSp mod addAnim delAnim modAnim">
        <pc:chgData name="Yeo Xiong Wei, Jonathan" userId="ac2b658e-7ce1-44bb-9f9f-bf4198ceaa29" providerId="ADAL" clId="{B4BB88C8-45CE-4813-8BD4-A5B1E0F54A44}" dt="2022-10-05T13:55:07.795" v="2486" actId="20577"/>
        <pc:sldMkLst>
          <pc:docMk/>
          <pc:sldMk cId="2271291014" sldId="414"/>
        </pc:sldMkLst>
        <pc:spChg chg="mod">
          <ac:chgData name="Yeo Xiong Wei, Jonathan" userId="ac2b658e-7ce1-44bb-9f9f-bf4198ceaa29" providerId="ADAL" clId="{B4BB88C8-45CE-4813-8BD4-A5B1E0F54A44}" dt="2022-10-05T13:55:07.795" v="2486" actId="20577"/>
          <ac:spMkLst>
            <pc:docMk/>
            <pc:sldMk cId="2271291014" sldId="414"/>
            <ac:spMk id="124930" creationId="{00000000-0000-0000-0000-000000000000}"/>
          </ac:spMkLst>
        </pc:spChg>
      </pc:sldChg>
      <pc:sldChg chg="addSp modSp mod modAnim">
        <pc:chgData name="Yeo Xiong Wei, Jonathan" userId="ac2b658e-7ce1-44bb-9f9f-bf4198ceaa29" providerId="ADAL" clId="{B4BB88C8-45CE-4813-8BD4-A5B1E0F54A44}" dt="2022-10-10T08:29:41.866" v="5495" actId="113"/>
        <pc:sldMkLst>
          <pc:docMk/>
          <pc:sldMk cId="4146181364" sldId="415"/>
        </pc:sldMkLst>
        <pc:spChg chg="mod">
          <ac:chgData name="Yeo Xiong Wei, Jonathan" userId="ac2b658e-7ce1-44bb-9f9f-bf4198ceaa29" providerId="ADAL" clId="{B4BB88C8-45CE-4813-8BD4-A5B1E0F54A44}" dt="2022-10-06T06:35:42.638" v="4701" actId="20577"/>
          <ac:spMkLst>
            <pc:docMk/>
            <pc:sldMk cId="4146181364" sldId="415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B4BB88C8-45CE-4813-8BD4-A5B1E0F54A44}" dt="2022-10-10T08:29:41.866" v="5495" actId="113"/>
          <ac:spMkLst>
            <pc:docMk/>
            <pc:sldMk cId="4146181364" sldId="415"/>
            <ac:spMk id="3" creationId="{CDF4B2E5-1CF0-4D19-AFAA-E09B13AE7CF3}"/>
          </ac:spMkLst>
        </pc:spChg>
        <pc:picChg chg="add mod">
          <ac:chgData name="Yeo Xiong Wei, Jonathan" userId="ac2b658e-7ce1-44bb-9f9f-bf4198ceaa29" providerId="ADAL" clId="{B4BB88C8-45CE-4813-8BD4-A5B1E0F54A44}" dt="2022-10-09T01:49:08.060" v="5396"/>
          <ac:picMkLst>
            <pc:docMk/>
            <pc:sldMk cId="4146181364" sldId="415"/>
            <ac:picMk id="5" creationId="{FBFD1FDD-E2DD-BD8A-4FF9-66995F1EEDA8}"/>
          </ac:picMkLst>
        </pc:picChg>
        <pc:inkChg chg="add">
          <ac:chgData name="Yeo Xiong Wei, Jonathan" userId="ac2b658e-7ce1-44bb-9f9f-bf4198ceaa29" providerId="ADAL" clId="{B4BB88C8-45CE-4813-8BD4-A5B1E0F54A44}" dt="2022-10-10T02:14:29.008" v="5397"/>
          <ac:inkMkLst>
            <pc:docMk/>
            <pc:sldMk cId="4146181364" sldId="415"/>
            <ac:inkMk id="6" creationId="{43A2F7B8-8046-1843-3431-F0337E2194F8}"/>
          </ac:inkMkLst>
        </pc:inkChg>
      </pc:sldChg>
      <pc:sldChg chg="addSp delSp modSp mod modNotesTx">
        <pc:chgData name="Yeo Xiong Wei, Jonathan" userId="ac2b658e-7ce1-44bb-9f9f-bf4198ceaa29" providerId="ADAL" clId="{B4BB88C8-45CE-4813-8BD4-A5B1E0F54A44}" dt="2022-10-10T08:29:13.280" v="5491" actId="113"/>
        <pc:sldMkLst>
          <pc:docMk/>
          <pc:sldMk cId="278165" sldId="416"/>
        </pc:sldMkLst>
        <pc:spChg chg="mod">
          <ac:chgData name="Yeo Xiong Wei, Jonathan" userId="ac2b658e-7ce1-44bb-9f9f-bf4198ceaa29" providerId="ADAL" clId="{B4BB88C8-45CE-4813-8BD4-A5B1E0F54A44}" dt="2022-10-09T01:45:15.457" v="5391" actId="20577"/>
          <ac:spMkLst>
            <pc:docMk/>
            <pc:sldMk cId="278165" sldId="416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B4BB88C8-45CE-4813-8BD4-A5B1E0F54A44}" dt="2022-10-10T08:29:13.280" v="5491" actId="113"/>
          <ac:spMkLst>
            <pc:docMk/>
            <pc:sldMk cId="278165" sldId="416"/>
            <ac:spMk id="3" creationId="{CDF4B2E5-1CF0-4D19-AFAA-E09B13AE7CF3}"/>
          </ac:spMkLst>
        </pc:spChg>
        <pc:spChg chg="del mod">
          <ac:chgData name="Yeo Xiong Wei, Jonathan" userId="ac2b658e-7ce1-44bb-9f9f-bf4198ceaa29" providerId="ADAL" clId="{B4BB88C8-45CE-4813-8BD4-A5B1E0F54A44}" dt="2022-10-05T13:56:40.271" v="2496"/>
          <ac:spMkLst>
            <pc:docMk/>
            <pc:sldMk cId="278165" sldId="416"/>
            <ac:spMk id="6" creationId="{ED7E5A78-0FE0-4DAB-993E-38AB9B7C7FB0}"/>
          </ac:spMkLst>
        </pc:spChg>
        <pc:picChg chg="add mod">
          <ac:chgData name="Yeo Xiong Wei, Jonathan" userId="ac2b658e-7ce1-44bb-9f9f-bf4198ceaa29" providerId="ADAL" clId="{B4BB88C8-45CE-4813-8BD4-A5B1E0F54A44}" dt="2022-10-09T01:48:59.020" v="5394" actId="1076"/>
          <ac:picMkLst>
            <pc:docMk/>
            <pc:sldMk cId="278165" sldId="416"/>
            <ac:picMk id="6" creationId="{E792BCB0-2036-70C0-59A8-B074665283A6}"/>
          </ac:picMkLst>
        </pc:pic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278165" sldId="416"/>
            <ac:inkMk id="5" creationId="{63F9313F-B4BF-A00C-A535-E896499D8925}"/>
          </ac:inkMkLst>
        </pc:inkChg>
      </pc:sldChg>
      <pc:sldChg chg="modSp del mod">
        <pc:chgData name="Yeo Xiong Wei, Jonathan" userId="ac2b658e-7ce1-44bb-9f9f-bf4198ceaa29" providerId="ADAL" clId="{B4BB88C8-45CE-4813-8BD4-A5B1E0F54A44}" dt="2022-10-05T11:10:55.523" v="911" actId="47"/>
        <pc:sldMkLst>
          <pc:docMk/>
          <pc:sldMk cId="2370088996" sldId="417"/>
        </pc:sldMkLst>
        <pc:spChg chg="mod">
          <ac:chgData name="Yeo Xiong Wei, Jonathan" userId="ac2b658e-7ce1-44bb-9f9f-bf4198ceaa29" providerId="ADAL" clId="{B4BB88C8-45CE-4813-8BD4-A5B1E0F54A44}" dt="2022-10-05T11:09:02.070" v="710" actId="21"/>
          <ac:spMkLst>
            <pc:docMk/>
            <pc:sldMk cId="2370088996" sldId="417"/>
            <ac:spMk id="3" creationId="{CDF4B2E5-1CF0-4D19-AFAA-E09B13AE7CF3}"/>
          </ac:spMkLst>
        </pc:spChg>
      </pc:sldChg>
      <pc:sldChg chg="addSp modSp modAnim">
        <pc:chgData name="Yeo Xiong Wei, Jonathan" userId="ac2b658e-7ce1-44bb-9f9f-bf4198ceaa29" providerId="ADAL" clId="{B4BB88C8-45CE-4813-8BD4-A5B1E0F54A44}" dt="2022-10-10T03:56:50.342" v="5402" actId="20577"/>
        <pc:sldMkLst>
          <pc:docMk/>
          <pc:sldMk cId="3660608342" sldId="418"/>
        </pc:sldMkLst>
        <pc:spChg chg="mod">
          <ac:chgData name="Yeo Xiong Wei, Jonathan" userId="ac2b658e-7ce1-44bb-9f9f-bf4198ceaa29" providerId="ADAL" clId="{B4BB88C8-45CE-4813-8BD4-A5B1E0F54A44}" dt="2022-10-10T03:56:50.342" v="5402" actId="20577"/>
          <ac:spMkLst>
            <pc:docMk/>
            <pc:sldMk cId="3660608342" sldId="418"/>
            <ac:spMk id="93186" creationId="{00000000-0000-0000-0000-000000000000}"/>
          </ac:spMkLst>
        </pc:sp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3660608342" sldId="418"/>
            <ac:inkMk id="2" creationId="{DEEEBC90-4C64-411E-6680-991E90199A58}"/>
          </ac:inkMkLst>
        </pc:inkChg>
      </pc:sldChg>
      <pc:sldChg chg="modAnim">
        <pc:chgData name="Yeo Xiong Wei, Jonathan" userId="ac2b658e-7ce1-44bb-9f9f-bf4198ceaa29" providerId="ADAL" clId="{B4BB88C8-45CE-4813-8BD4-A5B1E0F54A44}" dt="2022-10-05T10:42:42.610" v="3"/>
        <pc:sldMkLst>
          <pc:docMk/>
          <pc:sldMk cId="446394080" sldId="419"/>
        </pc:sldMkLst>
      </pc:sldChg>
      <pc:sldChg chg="addSp">
        <pc:chgData name="Yeo Xiong Wei, Jonathan" userId="ac2b658e-7ce1-44bb-9f9f-bf4198ceaa29" providerId="ADAL" clId="{B4BB88C8-45CE-4813-8BD4-A5B1E0F54A44}" dt="2022-10-10T02:14:29.008" v="5397"/>
        <pc:sldMkLst>
          <pc:docMk/>
          <pc:sldMk cId="2463868282" sldId="421"/>
        </pc:sldMkLst>
        <pc:inkChg chg="add">
          <ac:chgData name="Yeo Xiong Wei, Jonathan" userId="ac2b658e-7ce1-44bb-9f9f-bf4198ceaa29" providerId="ADAL" clId="{B4BB88C8-45CE-4813-8BD4-A5B1E0F54A44}" dt="2022-10-10T02:14:29.008" v="5397"/>
          <ac:inkMkLst>
            <pc:docMk/>
            <pc:sldMk cId="2463868282" sldId="421"/>
            <ac:inkMk id="5" creationId="{E9C6CA14-682D-82DA-2BB1-0B22D471833A}"/>
          </ac:inkMkLst>
        </pc:inkChg>
      </pc:sldChg>
      <pc:sldChg chg="addSp">
        <pc:chgData name="Yeo Xiong Wei, Jonathan" userId="ac2b658e-7ce1-44bb-9f9f-bf4198ceaa29" providerId="ADAL" clId="{B4BB88C8-45CE-4813-8BD4-A5B1E0F54A44}" dt="2022-10-10T02:14:29.008" v="5397"/>
        <pc:sldMkLst>
          <pc:docMk/>
          <pc:sldMk cId="1916427552" sldId="422"/>
        </pc:sldMkLst>
        <pc:inkChg chg="add">
          <ac:chgData name="Yeo Xiong Wei, Jonathan" userId="ac2b658e-7ce1-44bb-9f9f-bf4198ceaa29" providerId="ADAL" clId="{B4BB88C8-45CE-4813-8BD4-A5B1E0F54A44}" dt="2022-10-10T02:14:29.008" v="5397"/>
          <ac:inkMkLst>
            <pc:docMk/>
            <pc:sldMk cId="1916427552" sldId="422"/>
            <ac:inkMk id="4" creationId="{18A68E5C-55DB-D874-FDEF-A51DC15E350D}"/>
          </ac:inkMkLst>
        </pc:inkChg>
      </pc:sldChg>
      <pc:sldChg chg="addSp delSp modSp mod">
        <pc:chgData name="Yeo Xiong Wei, Jonathan" userId="ac2b658e-7ce1-44bb-9f9f-bf4198ceaa29" providerId="ADAL" clId="{B4BB88C8-45CE-4813-8BD4-A5B1E0F54A44}" dt="2022-10-10T03:57:51.177" v="5432" actId="207"/>
        <pc:sldMkLst>
          <pc:docMk/>
          <pc:sldMk cId="3052334704" sldId="426"/>
        </pc:sldMkLst>
        <pc:spChg chg="mod">
          <ac:chgData name="Yeo Xiong Wei, Jonathan" userId="ac2b658e-7ce1-44bb-9f9f-bf4198ceaa29" providerId="ADAL" clId="{B4BB88C8-45CE-4813-8BD4-A5B1E0F54A44}" dt="2022-10-05T11:24:58.968" v="985" actId="1076"/>
          <ac:spMkLst>
            <pc:docMk/>
            <pc:sldMk cId="3052334704" sldId="426"/>
            <ac:spMk id="2" creationId="{A3EC8958-DF2F-4F79-815F-3EB899E6292C}"/>
          </ac:spMkLst>
        </pc:spChg>
        <pc:spChg chg="mod">
          <ac:chgData name="Yeo Xiong Wei, Jonathan" userId="ac2b658e-7ce1-44bb-9f9f-bf4198ceaa29" providerId="ADAL" clId="{B4BB88C8-45CE-4813-8BD4-A5B1E0F54A44}" dt="2022-10-10T03:57:33.557" v="5421" actId="20577"/>
          <ac:spMkLst>
            <pc:docMk/>
            <pc:sldMk cId="3052334704" sldId="426"/>
            <ac:spMk id="5" creationId="{4AF9746B-CC70-4F6E-8BCA-2E8017C21739}"/>
          </ac:spMkLst>
        </pc:spChg>
        <pc:spChg chg="mod">
          <ac:chgData name="Yeo Xiong Wei, Jonathan" userId="ac2b658e-7ce1-44bb-9f9f-bf4198ceaa29" providerId="ADAL" clId="{B4BB88C8-45CE-4813-8BD4-A5B1E0F54A44}" dt="2022-10-10T03:57:51.177" v="5432" actId="207"/>
          <ac:spMkLst>
            <pc:docMk/>
            <pc:sldMk cId="3052334704" sldId="426"/>
            <ac:spMk id="93186" creationId="{00000000-0000-0000-0000-000000000000}"/>
          </ac:spMkLst>
        </pc:spChg>
        <pc:inkChg chg="add del">
          <ac:chgData name="Yeo Xiong Wei, Jonathan" userId="ac2b658e-7ce1-44bb-9f9f-bf4198ceaa29" providerId="ADAL" clId="{B4BB88C8-45CE-4813-8BD4-A5B1E0F54A44}" dt="2022-10-10T03:57:24.483" v="5415" actId="478"/>
          <ac:inkMkLst>
            <pc:docMk/>
            <pc:sldMk cId="3052334704" sldId="426"/>
            <ac:inkMk id="6" creationId="{036771D5-DBEB-3A3F-EA33-D685B7CC40EE}"/>
          </ac:inkMkLst>
        </pc:inkChg>
      </pc:sldChg>
      <pc:sldChg chg="addSp modSp">
        <pc:chgData name="Yeo Xiong Wei, Jonathan" userId="ac2b658e-7ce1-44bb-9f9f-bf4198ceaa29" providerId="ADAL" clId="{B4BB88C8-45CE-4813-8BD4-A5B1E0F54A44}" dt="2022-10-10T03:58:07.749" v="5444" actId="20577"/>
        <pc:sldMkLst>
          <pc:docMk/>
          <pc:sldMk cId="3217484312" sldId="427"/>
        </pc:sldMkLst>
        <pc:spChg chg="mod">
          <ac:chgData name="Yeo Xiong Wei, Jonathan" userId="ac2b658e-7ce1-44bb-9f9f-bf4198ceaa29" providerId="ADAL" clId="{B4BB88C8-45CE-4813-8BD4-A5B1E0F54A44}" dt="2022-10-10T03:58:07.749" v="5444" actId="20577"/>
          <ac:spMkLst>
            <pc:docMk/>
            <pc:sldMk cId="3217484312" sldId="427"/>
            <ac:spMk id="93186" creationId="{00000000-0000-0000-0000-000000000000}"/>
          </ac:spMkLst>
        </pc:sp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3217484312" sldId="427"/>
            <ac:inkMk id="2" creationId="{99D12523-42AF-0F17-EA97-E0E8F978697B}"/>
          </ac:inkMkLst>
        </pc:inkChg>
      </pc:sldChg>
      <pc:sldChg chg="addSp modSp mod modNotesTx">
        <pc:chgData name="Yeo Xiong Wei, Jonathan" userId="ac2b658e-7ce1-44bb-9f9f-bf4198ceaa29" providerId="ADAL" clId="{B4BB88C8-45CE-4813-8BD4-A5B1E0F54A44}" dt="2022-10-10T03:24:38.201" v="5398"/>
        <pc:sldMkLst>
          <pc:docMk/>
          <pc:sldMk cId="3992736603" sldId="428"/>
        </pc:sldMkLst>
        <pc:spChg chg="mod">
          <ac:chgData name="Yeo Xiong Wei, Jonathan" userId="ac2b658e-7ce1-44bb-9f9f-bf4198ceaa29" providerId="ADAL" clId="{B4BB88C8-45CE-4813-8BD4-A5B1E0F54A44}" dt="2022-10-05T13:50:16.107" v="2232" actId="20577"/>
          <ac:spMkLst>
            <pc:docMk/>
            <pc:sldMk cId="3992736603" sldId="428"/>
            <ac:spMk id="93186" creationId="{00000000-0000-0000-0000-000000000000}"/>
          </ac:spMkLst>
        </pc:sp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3992736603" sldId="428"/>
            <ac:inkMk id="2" creationId="{7E9CFBCF-9FA7-5447-E7C4-C4F4295E0EB2}"/>
          </ac:inkMkLst>
        </pc:inkChg>
      </pc:sldChg>
      <pc:sldChg chg="addSp modSp add del mod ord modAnim modNotesTx">
        <pc:chgData name="Yeo Xiong Wei, Jonathan" userId="ac2b658e-7ce1-44bb-9f9f-bf4198ceaa29" providerId="ADAL" clId="{B4BB88C8-45CE-4813-8BD4-A5B1E0F54A44}" dt="2022-10-10T03:24:38.201" v="5398"/>
        <pc:sldMkLst>
          <pc:docMk/>
          <pc:sldMk cId="3075119025" sldId="429"/>
        </pc:sldMkLst>
        <pc:spChg chg="mod">
          <ac:chgData name="Yeo Xiong Wei, Jonathan" userId="ac2b658e-7ce1-44bb-9f9f-bf4198ceaa29" providerId="ADAL" clId="{B4BB88C8-45CE-4813-8BD4-A5B1E0F54A44}" dt="2022-10-06T06:10:20.193" v="3522" actId="20577"/>
          <ac:spMkLst>
            <pc:docMk/>
            <pc:sldMk cId="3075119025" sldId="429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B4BB88C8-45CE-4813-8BD4-A5B1E0F54A44}" dt="2022-10-06T06:24:38.437" v="4241" actId="6549"/>
          <ac:spMkLst>
            <pc:docMk/>
            <pc:sldMk cId="3075119025" sldId="429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3075119025" sldId="429"/>
            <ac:inkMk id="5" creationId="{D8DCB3B6-4F90-AB57-1DF7-7C02E5F787E6}"/>
          </ac:inkMkLst>
        </pc:inkChg>
      </pc:sldChg>
      <pc:sldChg chg="modSp add mod addAnim delAnim modAnim">
        <pc:chgData name="Yeo Xiong Wei, Jonathan" userId="ac2b658e-7ce1-44bb-9f9f-bf4198ceaa29" providerId="ADAL" clId="{B4BB88C8-45CE-4813-8BD4-A5B1E0F54A44}" dt="2022-10-06T06:31:19.561" v="4664" actId="113"/>
        <pc:sldMkLst>
          <pc:docMk/>
          <pc:sldMk cId="3478320194" sldId="430"/>
        </pc:sldMkLst>
        <pc:spChg chg="mod">
          <ac:chgData name="Yeo Xiong Wei, Jonathan" userId="ac2b658e-7ce1-44bb-9f9f-bf4198ceaa29" providerId="ADAL" clId="{B4BB88C8-45CE-4813-8BD4-A5B1E0F54A44}" dt="2022-10-05T13:41:58.003" v="1747" actId="20577"/>
          <ac:spMkLst>
            <pc:docMk/>
            <pc:sldMk cId="3478320194" sldId="430"/>
            <ac:spMk id="84993" creationId="{00000000-0000-0000-0000-000000000000}"/>
          </ac:spMkLst>
        </pc:spChg>
        <pc:spChg chg="mod">
          <ac:chgData name="Yeo Xiong Wei, Jonathan" userId="ac2b658e-7ce1-44bb-9f9f-bf4198ceaa29" providerId="ADAL" clId="{B4BB88C8-45CE-4813-8BD4-A5B1E0F54A44}" dt="2022-10-06T06:31:19.561" v="4664" actId="113"/>
          <ac:spMkLst>
            <pc:docMk/>
            <pc:sldMk cId="3478320194" sldId="430"/>
            <ac:spMk id="84994" creationId="{00000000-0000-0000-0000-000000000000}"/>
          </ac:spMkLst>
        </pc:spChg>
      </pc:sldChg>
      <pc:sldChg chg="addSp modSp mod modAnim">
        <pc:chgData name="Yeo Xiong Wei, Jonathan" userId="ac2b658e-7ce1-44bb-9f9f-bf4198ceaa29" providerId="ADAL" clId="{B4BB88C8-45CE-4813-8BD4-A5B1E0F54A44}" dt="2022-10-10T03:24:38.201" v="5398"/>
        <pc:sldMkLst>
          <pc:docMk/>
          <pc:sldMk cId="1928804932" sldId="431"/>
        </pc:sldMkLst>
        <pc:spChg chg="mod">
          <ac:chgData name="Yeo Xiong Wei, Jonathan" userId="ac2b658e-7ce1-44bb-9f9f-bf4198ceaa29" providerId="ADAL" clId="{B4BB88C8-45CE-4813-8BD4-A5B1E0F54A44}" dt="2022-10-06T06:33:36.013" v="4692" actId="6549"/>
          <ac:spMkLst>
            <pc:docMk/>
            <pc:sldMk cId="1928804932" sldId="431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1928804932" sldId="431"/>
            <ac:inkMk id="5" creationId="{C5C8D625-236C-BC5A-599E-22775244466F}"/>
          </ac:inkMkLst>
        </pc:inkChg>
      </pc:sldChg>
      <pc:sldChg chg="addSp modSp mod modAnim">
        <pc:chgData name="Yeo Xiong Wei, Jonathan" userId="ac2b658e-7ce1-44bb-9f9f-bf4198ceaa29" providerId="ADAL" clId="{B4BB88C8-45CE-4813-8BD4-A5B1E0F54A44}" dt="2022-10-10T03:24:38.201" v="5398"/>
        <pc:sldMkLst>
          <pc:docMk/>
          <pc:sldMk cId="2524796162" sldId="432"/>
        </pc:sldMkLst>
        <pc:spChg chg="mod">
          <ac:chgData name="Yeo Xiong Wei, Jonathan" userId="ac2b658e-7ce1-44bb-9f9f-bf4198ceaa29" providerId="ADAL" clId="{B4BB88C8-45CE-4813-8BD4-A5B1E0F54A44}" dt="2022-10-06T06:32:14.843" v="4671" actId="6549"/>
          <ac:spMkLst>
            <pc:docMk/>
            <pc:sldMk cId="2524796162" sldId="432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2524796162" sldId="432"/>
            <ac:inkMk id="5" creationId="{ED13CAC6-758E-50E8-00F6-B981734C33CF}"/>
          </ac:inkMkLst>
        </pc:inkChg>
      </pc:sldChg>
      <pc:sldChg chg="addSp modSp add mod">
        <pc:chgData name="Yeo Xiong Wei, Jonathan" userId="ac2b658e-7ce1-44bb-9f9f-bf4198ceaa29" providerId="ADAL" clId="{B4BB88C8-45CE-4813-8BD4-A5B1E0F54A44}" dt="2022-10-10T16:03:16.495" v="5517" actId="207"/>
        <pc:sldMkLst>
          <pc:docMk/>
          <pc:sldMk cId="733283474" sldId="433"/>
        </pc:sldMkLst>
        <pc:spChg chg="mod">
          <ac:chgData name="Yeo Xiong Wei, Jonathan" userId="ac2b658e-7ce1-44bb-9f9f-bf4198ceaa29" providerId="ADAL" clId="{B4BB88C8-45CE-4813-8BD4-A5B1E0F54A44}" dt="2022-10-10T16:03:16.495" v="5517" actId="207"/>
          <ac:spMkLst>
            <pc:docMk/>
            <pc:sldMk cId="733283474" sldId="433"/>
            <ac:spMk id="3" creationId="{CDF4B2E5-1CF0-4D19-AFAA-E09B13AE7CF3}"/>
          </ac:spMkLst>
        </pc:sp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733283474" sldId="433"/>
            <ac:inkMk id="5" creationId="{61EE91A2-B1EF-286F-6C2A-8735AE487B58}"/>
          </ac:inkMkLst>
        </pc:inkChg>
      </pc:sldChg>
      <pc:sldChg chg="addSp modSp add mod">
        <pc:chgData name="Yeo Xiong Wei, Jonathan" userId="ac2b658e-7ce1-44bb-9f9f-bf4198ceaa29" providerId="ADAL" clId="{B4BB88C8-45CE-4813-8BD4-A5B1E0F54A44}" dt="2022-10-10T08:29:29.353" v="5493" actId="113"/>
        <pc:sldMkLst>
          <pc:docMk/>
          <pc:sldMk cId="1716397680" sldId="434"/>
        </pc:sldMkLst>
        <pc:spChg chg="mod">
          <ac:chgData name="Yeo Xiong Wei, Jonathan" userId="ac2b658e-7ce1-44bb-9f9f-bf4198ceaa29" providerId="ADAL" clId="{B4BB88C8-45CE-4813-8BD4-A5B1E0F54A44}" dt="2022-10-09T01:29:59.181" v="4704" actId="20577"/>
          <ac:spMkLst>
            <pc:docMk/>
            <pc:sldMk cId="1716397680" sldId="434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B4BB88C8-45CE-4813-8BD4-A5B1E0F54A44}" dt="2022-10-10T08:29:29.353" v="5493" actId="113"/>
          <ac:spMkLst>
            <pc:docMk/>
            <pc:sldMk cId="1716397680" sldId="434"/>
            <ac:spMk id="3" creationId="{CDF4B2E5-1CF0-4D19-AFAA-E09B13AE7CF3}"/>
          </ac:spMkLst>
        </pc:spChg>
        <pc:picChg chg="add mod">
          <ac:chgData name="Yeo Xiong Wei, Jonathan" userId="ac2b658e-7ce1-44bb-9f9f-bf4198ceaa29" providerId="ADAL" clId="{B4BB88C8-45CE-4813-8BD4-A5B1E0F54A44}" dt="2022-10-09T01:49:05.614" v="5395"/>
          <ac:picMkLst>
            <pc:docMk/>
            <pc:sldMk cId="1716397680" sldId="434"/>
            <ac:picMk id="5" creationId="{21662F75-D7E6-66D8-16E3-ADCB05781FE0}"/>
          </ac:picMkLst>
        </pc:picChg>
        <pc:inkChg chg="add">
          <ac:chgData name="Yeo Xiong Wei, Jonathan" userId="ac2b658e-7ce1-44bb-9f9f-bf4198ceaa29" providerId="ADAL" clId="{B4BB88C8-45CE-4813-8BD4-A5B1E0F54A44}" dt="2022-10-10T03:24:38.201" v="5398"/>
          <ac:inkMkLst>
            <pc:docMk/>
            <pc:sldMk cId="1716397680" sldId="434"/>
            <ac:inkMk id="6" creationId="{C936BEEB-F2E0-37B9-7AAC-B9F4F2EF2244}"/>
          </ac:inkMkLst>
        </pc:inkChg>
      </pc:sldChg>
    </pc:docChg>
  </pc:docChgLst>
  <pc:docChgLst>
    <pc:chgData name="Yeo Xiong Wei, Jonathan" userId="ac2b658e-7ce1-44bb-9f9f-bf4198ceaa29" providerId="ADAL" clId="{280D036E-6465-4FC6-962D-9C208EB3FCCE}"/>
    <pc:docChg chg="undo custSel addSld delSld modSld sldOrd">
      <pc:chgData name="Yeo Xiong Wei, Jonathan" userId="ac2b658e-7ce1-44bb-9f9f-bf4198ceaa29" providerId="ADAL" clId="{280D036E-6465-4FC6-962D-9C208EB3FCCE}" dt="2022-06-24T07:18:30.361" v="5051" actId="403"/>
      <pc:docMkLst>
        <pc:docMk/>
      </pc:docMkLst>
      <pc:sldChg chg="modSp del modAnim">
        <pc:chgData name="Yeo Xiong Wei, Jonathan" userId="ac2b658e-7ce1-44bb-9f9f-bf4198ceaa29" providerId="ADAL" clId="{280D036E-6465-4FC6-962D-9C208EB3FCCE}" dt="2022-06-22T06:55:43.768" v="1965" actId="47"/>
        <pc:sldMkLst>
          <pc:docMk/>
          <pc:sldMk cId="1577996073" sldId="257"/>
        </pc:sldMkLst>
        <pc:spChg chg="mod">
          <ac:chgData name="Yeo Xiong Wei, Jonathan" userId="ac2b658e-7ce1-44bb-9f9f-bf4198ceaa29" providerId="ADAL" clId="{280D036E-6465-4FC6-962D-9C208EB3FCCE}" dt="2022-06-22T06:44:04.705" v="528" actId="20577"/>
          <ac:spMkLst>
            <pc:docMk/>
            <pc:sldMk cId="1577996073" sldId="257"/>
            <ac:spMk id="3" creationId="{CDF4B2E5-1CF0-4D19-AFAA-E09B13AE7CF3}"/>
          </ac:spMkLst>
        </pc:spChg>
      </pc:sldChg>
      <pc:sldChg chg="delSp modSp mod modNotesTx">
        <pc:chgData name="Yeo Xiong Wei, Jonathan" userId="ac2b658e-7ce1-44bb-9f9f-bf4198ceaa29" providerId="ADAL" clId="{280D036E-6465-4FC6-962D-9C208EB3FCCE}" dt="2022-06-22T06:56:25.961" v="2000" actId="20577"/>
        <pc:sldMkLst>
          <pc:docMk/>
          <pc:sldMk cId="323702170" sldId="258"/>
        </pc:sldMkLst>
        <pc:spChg chg="mod">
          <ac:chgData name="Yeo Xiong Wei, Jonathan" userId="ac2b658e-7ce1-44bb-9f9f-bf4198ceaa29" providerId="ADAL" clId="{280D036E-6465-4FC6-962D-9C208EB3FCCE}" dt="2022-06-22T06:56:25.961" v="2000" actId="20577"/>
          <ac:spMkLst>
            <pc:docMk/>
            <pc:sldMk cId="323702170" sldId="258"/>
            <ac:spMk id="3" creationId="{CDF4B2E5-1CF0-4D19-AFAA-E09B13AE7CF3}"/>
          </ac:spMkLst>
        </pc:spChg>
        <pc:graphicFrameChg chg="del">
          <ac:chgData name="Yeo Xiong Wei, Jonathan" userId="ac2b658e-7ce1-44bb-9f9f-bf4198ceaa29" providerId="ADAL" clId="{280D036E-6465-4FC6-962D-9C208EB3FCCE}" dt="2022-06-22T06:46:53.818" v="967" actId="478"/>
          <ac:graphicFrameMkLst>
            <pc:docMk/>
            <pc:sldMk cId="323702170" sldId="258"/>
            <ac:graphicFrameMk id="4" creationId="{46DC94F4-7FE5-41EB-91BA-DF712C260652}"/>
          </ac:graphicFrameMkLst>
        </pc:graphicFrameChg>
      </pc:sldChg>
      <pc:sldChg chg="modSp mod">
        <pc:chgData name="Yeo Xiong Wei, Jonathan" userId="ac2b658e-7ce1-44bb-9f9f-bf4198ceaa29" providerId="ADAL" clId="{280D036E-6465-4FC6-962D-9C208EB3FCCE}" dt="2022-06-22T06:58:49.020" v="2065" actId="115"/>
        <pc:sldMkLst>
          <pc:docMk/>
          <pc:sldMk cId="2624820659" sldId="259"/>
        </pc:sldMkLst>
        <pc:spChg chg="mod">
          <ac:chgData name="Yeo Xiong Wei, Jonathan" userId="ac2b658e-7ce1-44bb-9f9f-bf4198ceaa29" providerId="ADAL" clId="{280D036E-6465-4FC6-962D-9C208EB3FCCE}" dt="2022-06-22T06:58:49.020" v="2065" actId="115"/>
          <ac:spMkLst>
            <pc:docMk/>
            <pc:sldMk cId="2624820659" sldId="259"/>
            <ac:spMk id="3" creationId="{CDF4B2E5-1CF0-4D19-AFAA-E09B13AE7CF3}"/>
          </ac:spMkLst>
        </pc:spChg>
        <pc:picChg chg="mod">
          <ac:chgData name="Yeo Xiong Wei, Jonathan" userId="ac2b658e-7ce1-44bb-9f9f-bf4198ceaa29" providerId="ADAL" clId="{280D036E-6465-4FC6-962D-9C208EB3FCCE}" dt="2022-06-22T06:57:15.931" v="2039" actId="1076"/>
          <ac:picMkLst>
            <pc:docMk/>
            <pc:sldMk cId="2624820659" sldId="259"/>
            <ac:picMk id="5" creationId="{91079C19-305C-4C63-976C-973C575ED3CF}"/>
          </ac:picMkLst>
        </pc:picChg>
      </pc:sldChg>
      <pc:sldChg chg="addSp delSp modSp mod ord modNotesTx">
        <pc:chgData name="Yeo Xiong Wei, Jonathan" userId="ac2b658e-7ce1-44bb-9f9f-bf4198ceaa29" providerId="ADAL" clId="{280D036E-6465-4FC6-962D-9C208EB3FCCE}" dt="2022-06-22T07:23:49.418" v="2644" actId="1076"/>
        <pc:sldMkLst>
          <pc:docMk/>
          <pc:sldMk cId="2732225696" sldId="261"/>
        </pc:sldMkLst>
        <pc:spChg chg="mod">
          <ac:chgData name="Yeo Xiong Wei, Jonathan" userId="ac2b658e-7ce1-44bb-9f9f-bf4198ceaa29" providerId="ADAL" clId="{280D036E-6465-4FC6-962D-9C208EB3FCCE}" dt="2022-06-22T07:22:01.630" v="2438" actId="1076"/>
          <ac:spMkLst>
            <pc:docMk/>
            <pc:sldMk cId="2732225696" sldId="261"/>
            <ac:spMk id="3" creationId="{4C217C2A-B0AF-42B5-97B6-1BD606CCE94A}"/>
          </ac:spMkLst>
        </pc:spChg>
        <pc:spChg chg="add del mod">
          <ac:chgData name="Yeo Xiong Wei, Jonathan" userId="ac2b658e-7ce1-44bb-9f9f-bf4198ceaa29" providerId="ADAL" clId="{280D036E-6465-4FC6-962D-9C208EB3FCCE}" dt="2022-06-22T07:03:29.706" v="2151" actId="478"/>
          <ac:spMkLst>
            <pc:docMk/>
            <pc:sldMk cId="2732225696" sldId="261"/>
            <ac:spMk id="5" creationId="{91F6DB22-BE5F-66CA-1B31-1ACEF3BB7741}"/>
          </ac:spMkLst>
        </pc:spChg>
        <pc:spChg chg="add del">
          <ac:chgData name="Yeo Xiong Wei, Jonathan" userId="ac2b658e-7ce1-44bb-9f9f-bf4198ceaa29" providerId="ADAL" clId="{280D036E-6465-4FC6-962D-9C208EB3FCCE}" dt="2022-06-22T07:03:31.618" v="2152" actId="478"/>
          <ac:spMkLst>
            <pc:docMk/>
            <pc:sldMk cId="2732225696" sldId="261"/>
            <ac:spMk id="8" creationId="{288AD9DA-A69F-4EA1-9AC6-EA99651D6FB5}"/>
          </ac:spMkLst>
        </pc:spChg>
        <pc:spChg chg="add del mod">
          <ac:chgData name="Yeo Xiong Wei, Jonathan" userId="ac2b658e-7ce1-44bb-9f9f-bf4198ceaa29" providerId="ADAL" clId="{280D036E-6465-4FC6-962D-9C208EB3FCCE}" dt="2022-06-22T07:03:33.056" v="2153" actId="478"/>
          <ac:spMkLst>
            <pc:docMk/>
            <pc:sldMk cId="2732225696" sldId="261"/>
            <ac:spMk id="9" creationId="{E9D5EB43-EFA5-3617-63D9-A8E756060495}"/>
          </ac:spMkLst>
        </pc:spChg>
        <pc:spChg chg="add mod">
          <ac:chgData name="Yeo Xiong Wei, Jonathan" userId="ac2b658e-7ce1-44bb-9f9f-bf4198ceaa29" providerId="ADAL" clId="{280D036E-6465-4FC6-962D-9C208EB3FCCE}" dt="2022-06-22T07:22:01.630" v="2438" actId="1076"/>
          <ac:spMkLst>
            <pc:docMk/>
            <pc:sldMk cId="2732225696" sldId="261"/>
            <ac:spMk id="14" creationId="{FEB87BC2-D70E-7E64-AFAB-0A6FA2B86DEE}"/>
          </ac:spMkLst>
        </pc:spChg>
        <pc:spChg chg="add mod">
          <ac:chgData name="Yeo Xiong Wei, Jonathan" userId="ac2b658e-7ce1-44bb-9f9f-bf4198ceaa29" providerId="ADAL" clId="{280D036E-6465-4FC6-962D-9C208EB3FCCE}" dt="2022-06-22T07:22:01.630" v="2438" actId="1076"/>
          <ac:spMkLst>
            <pc:docMk/>
            <pc:sldMk cId="2732225696" sldId="261"/>
            <ac:spMk id="23" creationId="{D7C35F99-5C67-6E1B-E806-F1B3702F286A}"/>
          </ac:spMkLst>
        </pc:spChg>
        <pc:spChg chg="add mod">
          <ac:chgData name="Yeo Xiong Wei, Jonathan" userId="ac2b658e-7ce1-44bb-9f9f-bf4198ceaa29" providerId="ADAL" clId="{280D036E-6465-4FC6-962D-9C208EB3FCCE}" dt="2022-06-22T07:22:01.630" v="2438" actId="1076"/>
          <ac:spMkLst>
            <pc:docMk/>
            <pc:sldMk cId="2732225696" sldId="261"/>
            <ac:spMk id="27" creationId="{EE61A8AD-8D64-71E7-6B22-64E8A66F3363}"/>
          </ac:spMkLst>
        </pc:spChg>
        <pc:spChg chg="add mod">
          <ac:chgData name="Yeo Xiong Wei, Jonathan" userId="ac2b658e-7ce1-44bb-9f9f-bf4198ceaa29" providerId="ADAL" clId="{280D036E-6465-4FC6-962D-9C208EB3FCCE}" dt="2022-06-22T07:23:49.418" v="2644" actId="1076"/>
          <ac:spMkLst>
            <pc:docMk/>
            <pc:sldMk cId="2732225696" sldId="261"/>
            <ac:spMk id="28" creationId="{5E9EC4EB-4741-2FA2-D048-5F1853F31CA8}"/>
          </ac:spMkLst>
        </pc:spChg>
        <pc:picChg chg="del">
          <ac:chgData name="Yeo Xiong Wei, Jonathan" userId="ac2b658e-7ce1-44bb-9f9f-bf4198ceaa29" providerId="ADAL" clId="{280D036E-6465-4FC6-962D-9C208EB3FCCE}" dt="2022-06-22T07:03:33.584" v="2154" actId="478"/>
          <ac:picMkLst>
            <pc:docMk/>
            <pc:sldMk cId="2732225696" sldId="261"/>
            <ac:picMk id="7" creationId="{D5102378-B460-4798-A956-2AFC4A98B74A}"/>
          </ac:picMkLst>
        </pc:picChg>
        <pc:cxnChg chg="add mod">
          <ac:chgData name="Yeo Xiong Wei, Jonathan" userId="ac2b658e-7ce1-44bb-9f9f-bf4198ceaa29" providerId="ADAL" clId="{280D036E-6465-4FC6-962D-9C208EB3FCCE}" dt="2022-06-22T07:22:01.630" v="2438" actId="1076"/>
          <ac:cxnSpMkLst>
            <pc:docMk/>
            <pc:sldMk cId="2732225696" sldId="261"/>
            <ac:cxnSpMk id="11" creationId="{8B8AB07A-155C-F2E9-5F81-16C6B8297918}"/>
          </ac:cxnSpMkLst>
        </pc:cxnChg>
        <pc:cxnChg chg="add mod">
          <ac:chgData name="Yeo Xiong Wei, Jonathan" userId="ac2b658e-7ce1-44bb-9f9f-bf4198ceaa29" providerId="ADAL" clId="{280D036E-6465-4FC6-962D-9C208EB3FCCE}" dt="2022-06-22T07:22:01.630" v="2438" actId="1076"/>
          <ac:cxnSpMkLst>
            <pc:docMk/>
            <pc:sldMk cId="2732225696" sldId="261"/>
            <ac:cxnSpMk id="13" creationId="{1BA876BA-4222-F918-26C8-30F48D4FC9A3}"/>
          </ac:cxnSpMkLst>
        </pc:cxnChg>
        <pc:cxnChg chg="add mod">
          <ac:chgData name="Yeo Xiong Wei, Jonathan" userId="ac2b658e-7ce1-44bb-9f9f-bf4198ceaa29" providerId="ADAL" clId="{280D036E-6465-4FC6-962D-9C208EB3FCCE}" dt="2022-06-22T07:22:01.630" v="2438" actId="1076"/>
          <ac:cxnSpMkLst>
            <pc:docMk/>
            <pc:sldMk cId="2732225696" sldId="261"/>
            <ac:cxnSpMk id="16" creationId="{39D60450-69F5-E33C-AF6E-305D5F83E47E}"/>
          </ac:cxnSpMkLst>
        </pc:cxnChg>
        <pc:cxnChg chg="add mod">
          <ac:chgData name="Yeo Xiong Wei, Jonathan" userId="ac2b658e-7ce1-44bb-9f9f-bf4198ceaa29" providerId="ADAL" clId="{280D036E-6465-4FC6-962D-9C208EB3FCCE}" dt="2022-06-22T07:22:01.630" v="2438" actId="1076"/>
          <ac:cxnSpMkLst>
            <pc:docMk/>
            <pc:sldMk cId="2732225696" sldId="261"/>
            <ac:cxnSpMk id="19" creationId="{EDAF604F-B447-4D42-B189-9566AD7A3310}"/>
          </ac:cxnSpMkLst>
        </pc:cxnChg>
        <pc:cxnChg chg="add mod">
          <ac:chgData name="Yeo Xiong Wei, Jonathan" userId="ac2b658e-7ce1-44bb-9f9f-bf4198ceaa29" providerId="ADAL" clId="{280D036E-6465-4FC6-962D-9C208EB3FCCE}" dt="2022-06-22T07:22:01.630" v="2438" actId="1076"/>
          <ac:cxnSpMkLst>
            <pc:docMk/>
            <pc:sldMk cId="2732225696" sldId="261"/>
            <ac:cxnSpMk id="22" creationId="{9D6AF38C-9BC9-A7E5-55A6-2E3F5316C176}"/>
          </ac:cxnSpMkLst>
        </pc:cxnChg>
        <pc:cxnChg chg="add mod">
          <ac:chgData name="Yeo Xiong Wei, Jonathan" userId="ac2b658e-7ce1-44bb-9f9f-bf4198ceaa29" providerId="ADAL" clId="{280D036E-6465-4FC6-962D-9C208EB3FCCE}" dt="2022-06-22T07:22:01.630" v="2438" actId="1076"/>
          <ac:cxnSpMkLst>
            <pc:docMk/>
            <pc:sldMk cId="2732225696" sldId="261"/>
            <ac:cxnSpMk id="25" creationId="{CD3F9EC5-35CF-E82F-32C0-89D14289F508}"/>
          </ac:cxnSpMkLst>
        </pc:cxnChg>
      </pc:sldChg>
      <pc:sldChg chg="modSp modAnim">
        <pc:chgData name="Yeo Xiong Wei, Jonathan" userId="ac2b658e-7ce1-44bb-9f9f-bf4198ceaa29" providerId="ADAL" clId="{280D036E-6465-4FC6-962D-9C208EB3FCCE}" dt="2022-06-22T07:28:35.920" v="2857" actId="255"/>
        <pc:sldMkLst>
          <pc:docMk/>
          <pc:sldMk cId="6007653" sldId="262"/>
        </pc:sldMkLst>
        <pc:spChg chg="mod">
          <ac:chgData name="Yeo Xiong Wei, Jonathan" userId="ac2b658e-7ce1-44bb-9f9f-bf4198ceaa29" providerId="ADAL" clId="{280D036E-6465-4FC6-962D-9C208EB3FCCE}" dt="2022-06-22T07:28:35.920" v="2857" actId="255"/>
          <ac:spMkLst>
            <pc:docMk/>
            <pc:sldMk cId="6007653" sldId="262"/>
            <ac:spMk id="3" creationId="{CDF4B2E5-1CF0-4D19-AFAA-E09B13AE7CF3}"/>
          </ac:spMkLst>
        </pc:spChg>
      </pc:sldChg>
      <pc:sldChg chg="modSp mod">
        <pc:chgData name="Yeo Xiong Wei, Jonathan" userId="ac2b658e-7ce1-44bb-9f9f-bf4198ceaa29" providerId="ADAL" clId="{280D036E-6465-4FC6-962D-9C208EB3FCCE}" dt="2022-06-22T07:28:49.799" v="2870" actId="20577"/>
        <pc:sldMkLst>
          <pc:docMk/>
          <pc:sldMk cId="2917991908" sldId="263"/>
        </pc:sldMkLst>
        <pc:spChg chg="mod">
          <ac:chgData name="Yeo Xiong Wei, Jonathan" userId="ac2b658e-7ce1-44bb-9f9f-bf4198ceaa29" providerId="ADAL" clId="{280D036E-6465-4FC6-962D-9C208EB3FCCE}" dt="2022-06-22T07:28:49.799" v="2870" actId="20577"/>
          <ac:spMkLst>
            <pc:docMk/>
            <pc:sldMk cId="2917991908" sldId="263"/>
            <ac:spMk id="2" creationId="{141545B8-14FC-4EE7-BE64-CA386A90E219}"/>
          </ac:spMkLst>
        </pc:spChg>
      </pc:sldChg>
      <pc:sldChg chg="modSp mod">
        <pc:chgData name="Yeo Xiong Wei, Jonathan" userId="ac2b658e-7ce1-44bb-9f9f-bf4198ceaa29" providerId="ADAL" clId="{280D036E-6465-4FC6-962D-9C208EB3FCCE}" dt="2022-06-22T07:33:48.118" v="3239" actId="404"/>
        <pc:sldMkLst>
          <pc:docMk/>
          <pc:sldMk cId="521648139" sldId="266"/>
        </pc:sldMkLst>
        <pc:spChg chg="mod">
          <ac:chgData name="Yeo Xiong Wei, Jonathan" userId="ac2b658e-7ce1-44bb-9f9f-bf4198ceaa29" providerId="ADAL" clId="{280D036E-6465-4FC6-962D-9C208EB3FCCE}" dt="2022-06-22T07:33:48.118" v="3239" actId="404"/>
          <ac:spMkLst>
            <pc:docMk/>
            <pc:sldMk cId="521648139" sldId="266"/>
            <ac:spMk id="3" creationId="{CDF4B2E5-1CF0-4D19-AFAA-E09B13AE7CF3}"/>
          </ac:spMkLst>
        </pc:spChg>
      </pc:sldChg>
      <pc:sldChg chg="modSp mod">
        <pc:chgData name="Yeo Xiong Wei, Jonathan" userId="ac2b658e-7ce1-44bb-9f9f-bf4198ceaa29" providerId="ADAL" clId="{280D036E-6465-4FC6-962D-9C208EB3FCCE}" dt="2022-06-22T07:35:44.168" v="3258" actId="20577"/>
        <pc:sldMkLst>
          <pc:docMk/>
          <pc:sldMk cId="908580859" sldId="267"/>
        </pc:sldMkLst>
        <pc:spChg chg="mod">
          <ac:chgData name="Yeo Xiong Wei, Jonathan" userId="ac2b658e-7ce1-44bb-9f9f-bf4198ceaa29" providerId="ADAL" clId="{280D036E-6465-4FC6-962D-9C208EB3FCCE}" dt="2022-06-22T07:35:44.168" v="3258" actId="20577"/>
          <ac:spMkLst>
            <pc:docMk/>
            <pc:sldMk cId="908580859" sldId="267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280D036E-6465-4FC6-962D-9C208EB3FCCE}" dt="2022-06-22T07:34:38.761" v="3243" actId="6549"/>
          <ac:spMkLst>
            <pc:docMk/>
            <pc:sldMk cId="908580859" sldId="267"/>
            <ac:spMk id="3" creationId="{CDF4B2E5-1CF0-4D19-AFAA-E09B13AE7CF3}"/>
          </ac:spMkLst>
        </pc:spChg>
      </pc:sldChg>
      <pc:sldChg chg="modSp modAnim">
        <pc:chgData name="Yeo Xiong Wei, Jonathan" userId="ac2b658e-7ce1-44bb-9f9f-bf4198ceaa29" providerId="ADAL" clId="{280D036E-6465-4FC6-962D-9C208EB3FCCE}" dt="2022-06-22T07:32:20.091" v="3153" actId="20577"/>
        <pc:sldMkLst>
          <pc:docMk/>
          <pc:sldMk cId="2090325226" sldId="268"/>
        </pc:sldMkLst>
        <pc:spChg chg="mod">
          <ac:chgData name="Yeo Xiong Wei, Jonathan" userId="ac2b658e-7ce1-44bb-9f9f-bf4198ceaa29" providerId="ADAL" clId="{280D036E-6465-4FC6-962D-9C208EB3FCCE}" dt="2022-06-22T07:32:20.091" v="3153" actId="20577"/>
          <ac:spMkLst>
            <pc:docMk/>
            <pc:sldMk cId="2090325226" sldId="268"/>
            <ac:spMk id="3" creationId="{CDF4B2E5-1CF0-4D19-AFAA-E09B13AE7CF3}"/>
          </ac:spMkLst>
        </pc:spChg>
      </pc:sldChg>
      <pc:sldChg chg="modSp mod">
        <pc:chgData name="Yeo Xiong Wei, Jonathan" userId="ac2b658e-7ce1-44bb-9f9f-bf4198ceaa29" providerId="ADAL" clId="{280D036E-6465-4FC6-962D-9C208EB3FCCE}" dt="2022-06-22T06:58:37.817" v="2064" actId="20577"/>
        <pc:sldMkLst>
          <pc:docMk/>
          <pc:sldMk cId="2420303229" sldId="398"/>
        </pc:sldMkLst>
        <pc:spChg chg="mod">
          <ac:chgData name="Yeo Xiong Wei, Jonathan" userId="ac2b658e-7ce1-44bb-9f9f-bf4198ceaa29" providerId="ADAL" clId="{280D036E-6465-4FC6-962D-9C208EB3FCCE}" dt="2022-06-22T06:58:37.817" v="2064" actId="20577"/>
          <ac:spMkLst>
            <pc:docMk/>
            <pc:sldMk cId="2420303229" sldId="398"/>
            <ac:spMk id="2" creationId="{141545B8-14FC-4EE7-BE64-CA386A90E219}"/>
          </ac:spMkLst>
        </pc:spChg>
      </pc:sldChg>
      <pc:sldChg chg="modSp mod">
        <pc:chgData name="Yeo Xiong Wei, Jonathan" userId="ac2b658e-7ce1-44bb-9f9f-bf4198ceaa29" providerId="ADAL" clId="{280D036E-6465-4FC6-962D-9C208EB3FCCE}" dt="2022-06-22T07:24:53.256" v="2657" actId="6549"/>
        <pc:sldMkLst>
          <pc:docMk/>
          <pc:sldMk cId="3934663697" sldId="399"/>
        </pc:sldMkLst>
        <pc:spChg chg="mod">
          <ac:chgData name="Yeo Xiong Wei, Jonathan" userId="ac2b658e-7ce1-44bb-9f9f-bf4198ceaa29" providerId="ADAL" clId="{280D036E-6465-4FC6-962D-9C208EB3FCCE}" dt="2022-06-22T07:24:53.256" v="2657" actId="6549"/>
          <ac:spMkLst>
            <pc:docMk/>
            <pc:sldMk cId="3934663697" sldId="399"/>
            <ac:spMk id="3" creationId="{CDF4B2E5-1CF0-4D19-AFAA-E09B13AE7CF3}"/>
          </ac:spMkLst>
        </pc:spChg>
      </pc:sldChg>
      <pc:sldChg chg="modSp">
        <pc:chgData name="Yeo Xiong Wei, Jonathan" userId="ac2b658e-7ce1-44bb-9f9f-bf4198ceaa29" providerId="ADAL" clId="{280D036E-6465-4FC6-962D-9C208EB3FCCE}" dt="2022-06-22T07:26:55.228" v="2709" actId="20577"/>
        <pc:sldMkLst>
          <pc:docMk/>
          <pc:sldMk cId="3558677788" sldId="400"/>
        </pc:sldMkLst>
        <pc:spChg chg="mod">
          <ac:chgData name="Yeo Xiong Wei, Jonathan" userId="ac2b658e-7ce1-44bb-9f9f-bf4198ceaa29" providerId="ADAL" clId="{280D036E-6465-4FC6-962D-9C208EB3FCCE}" dt="2022-06-22T07:26:55.228" v="2709" actId="20577"/>
          <ac:spMkLst>
            <pc:docMk/>
            <pc:sldMk cId="3558677788" sldId="400"/>
            <ac:spMk id="3" creationId="{CDF4B2E5-1CF0-4D19-AFAA-E09B13AE7CF3}"/>
          </ac:spMkLst>
        </pc:spChg>
      </pc:sldChg>
      <pc:sldChg chg="modSp mod">
        <pc:chgData name="Yeo Xiong Wei, Jonathan" userId="ac2b658e-7ce1-44bb-9f9f-bf4198ceaa29" providerId="ADAL" clId="{280D036E-6465-4FC6-962D-9C208EB3FCCE}" dt="2022-06-22T07:35:48.054" v="3268" actId="20577"/>
        <pc:sldMkLst>
          <pc:docMk/>
          <pc:sldMk cId="3421103426" sldId="403"/>
        </pc:sldMkLst>
        <pc:spChg chg="mod">
          <ac:chgData name="Yeo Xiong Wei, Jonathan" userId="ac2b658e-7ce1-44bb-9f9f-bf4198ceaa29" providerId="ADAL" clId="{280D036E-6465-4FC6-962D-9C208EB3FCCE}" dt="2022-06-22T07:35:48.054" v="3268" actId="20577"/>
          <ac:spMkLst>
            <pc:docMk/>
            <pc:sldMk cId="3421103426" sldId="403"/>
            <ac:spMk id="2" creationId="{141545B8-14FC-4EE7-BE64-CA386A90E219}"/>
          </ac:spMkLst>
        </pc:spChg>
      </pc:sldChg>
      <pc:sldChg chg="modSp mod">
        <pc:chgData name="Yeo Xiong Wei, Jonathan" userId="ac2b658e-7ce1-44bb-9f9f-bf4198ceaa29" providerId="ADAL" clId="{280D036E-6465-4FC6-962D-9C208EB3FCCE}" dt="2022-06-22T07:39:32.631" v="3388" actId="113"/>
        <pc:sldMkLst>
          <pc:docMk/>
          <pc:sldMk cId="3542244236" sldId="405"/>
        </pc:sldMkLst>
        <pc:spChg chg="mod">
          <ac:chgData name="Yeo Xiong Wei, Jonathan" userId="ac2b658e-7ce1-44bb-9f9f-bf4198ceaa29" providerId="ADAL" clId="{280D036E-6465-4FC6-962D-9C208EB3FCCE}" dt="2022-06-22T07:39:32.631" v="3388" actId="113"/>
          <ac:spMkLst>
            <pc:docMk/>
            <pc:sldMk cId="3542244236" sldId="405"/>
            <ac:spMk id="3" creationId="{CDF4B2E5-1CF0-4D19-AFAA-E09B13AE7CF3}"/>
          </ac:spMkLst>
        </pc:spChg>
      </pc:sldChg>
      <pc:sldChg chg="modSp mod modNotesTx">
        <pc:chgData name="Yeo Xiong Wei, Jonathan" userId="ac2b658e-7ce1-44bb-9f9f-bf4198ceaa29" providerId="ADAL" clId="{280D036E-6465-4FC6-962D-9C208EB3FCCE}" dt="2022-06-22T07:40:49.585" v="3565" actId="20577"/>
        <pc:sldMkLst>
          <pc:docMk/>
          <pc:sldMk cId="1910679387" sldId="406"/>
        </pc:sldMkLst>
        <pc:spChg chg="mod">
          <ac:chgData name="Yeo Xiong Wei, Jonathan" userId="ac2b658e-7ce1-44bb-9f9f-bf4198ceaa29" providerId="ADAL" clId="{280D036E-6465-4FC6-962D-9C208EB3FCCE}" dt="2022-06-22T07:40:49.585" v="3565" actId="20577"/>
          <ac:spMkLst>
            <pc:docMk/>
            <pc:sldMk cId="1910679387" sldId="406"/>
            <ac:spMk id="3" creationId="{CDF4B2E5-1CF0-4D19-AFAA-E09B13AE7CF3}"/>
          </ac:spMkLst>
        </pc:spChg>
      </pc:sldChg>
      <pc:sldChg chg="modSp mod">
        <pc:chgData name="Yeo Xiong Wei, Jonathan" userId="ac2b658e-7ce1-44bb-9f9f-bf4198ceaa29" providerId="ADAL" clId="{280D036E-6465-4FC6-962D-9C208EB3FCCE}" dt="2022-06-22T07:42:56.486" v="3711" actId="20577"/>
        <pc:sldMkLst>
          <pc:docMk/>
          <pc:sldMk cId="2307157780" sldId="407"/>
        </pc:sldMkLst>
        <pc:spChg chg="mod">
          <ac:chgData name="Yeo Xiong Wei, Jonathan" userId="ac2b658e-7ce1-44bb-9f9f-bf4198ceaa29" providerId="ADAL" clId="{280D036E-6465-4FC6-962D-9C208EB3FCCE}" dt="2022-06-22T07:42:56.486" v="3711" actId="20577"/>
          <ac:spMkLst>
            <pc:docMk/>
            <pc:sldMk cId="2307157780" sldId="407"/>
            <ac:spMk id="84994" creationId="{00000000-0000-0000-0000-000000000000}"/>
          </ac:spMkLst>
        </pc:spChg>
      </pc:sldChg>
      <pc:sldChg chg="modSp mod">
        <pc:chgData name="Yeo Xiong Wei, Jonathan" userId="ac2b658e-7ce1-44bb-9f9f-bf4198ceaa29" providerId="ADAL" clId="{280D036E-6465-4FC6-962D-9C208EB3FCCE}" dt="2022-06-22T07:44:00.183" v="3760" actId="20577"/>
        <pc:sldMkLst>
          <pc:docMk/>
          <pc:sldMk cId="896693958" sldId="408"/>
        </pc:sldMkLst>
        <pc:spChg chg="mod">
          <ac:chgData name="Yeo Xiong Wei, Jonathan" userId="ac2b658e-7ce1-44bb-9f9f-bf4198ceaa29" providerId="ADAL" clId="{280D036E-6465-4FC6-962D-9C208EB3FCCE}" dt="2022-06-22T07:44:00.183" v="3760" actId="20577"/>
          <ac:spMkLst>
            <pc:docMk/>
            <pc:sldMk cId="896693958" sldId="408"/>
            <ac:spMk id="86018" creationId="{00000000-0000-0000-0000-000000000000}"/>
          </ac:spMkLst>
        </pc:spChg>
      </pc:sldChg>
      <pc:sldChg chg="modSp mod">
        <pc:chgData name="Yeo Xiong Wei, Jonathan" userId="ac2b658e-7ce1-44bb-9f9f-bf4198ceaa29" providerId="ADAL" clId="{280D036E-6465-4FC6-962D-9C208EB3FCCE}" dt="2022-06-22T07:47:14.632" v="3944" actId="20577"/>
        <pc:sldMkLst>
          <pc:docMk/>
          <pc:sldMk cId="169008789" sldId="409"/>
        </pc:sldMkLst>
        <pc:spChg chg="mod">
          <ac:chgData name="Yeo Xiong Wei, Jonathan" userId="ac2b658e-7ce1-44bb-9f9f-bf4198ceaa29" providerId="ADAL" clId="{280D036E-6465-4FC6-962D-9C208EB3FCCE}" dt="2022-06-22T07:47:14.632" v="3944" actId="20577"/>
          <ac:spMkLst>
            <pc:docMk/>
            <pc:sldMk cId="169008789" sldId="409"/>
            <ac:spMk id="88066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280D036E-6465-4FC6-962D-9C208EB3FCCE}" dt="2022-06-22T07:49:09.624" v="3985" actId="115"/>
        <pc:sldMkLst>
          <pc:docMk/>
          <pc:sldMk cId="769071989" sldId="410"/>
        </pc:sldMkLst>
        <pc:spChg chg="mod">
          <ac:chgData name="Yeo Xiong Wei, Jonathan" userId="ac2b658e-7ce1-44bb-9f9f-bf4198ceaa29" providerId="ADAL" clId="{280D036E-6465-4FC6-962D-9C208EB3FCCE}" dt="2022-06-22T07:49:09.624" v="3985" actId="115"/>
          <ac:spMkLst>
            <pc:docMk/>
            <pc:sldMk cId="769071989" sldId="410"/>
            <ac:spMk id="14" creationId="{7A92B985-83DE-4398-A456-CA3A1A7B6151}"/>
          </ac:spMkLst>
        </pc:spChg>
        <pc:spChg chg="mod">
          <ac:chgData name="Yeo Xiong Wei, Jonathan" userId="ac2b658e-7ce1-44bb-9f9f-bf4198ceaa29" providerId="ADAL" clId="{280D036E-6465-4FC6-962D-9C208EB3FCCE}" dt="2022-06-22T07:48:09.270" v="3972" actId="20577"/>
          <ac:spMkLst>
            <pc:docMk/>
            <pc:sldMk cId="769071989" sldId="410"/>
            <ac:spMk id="89089" creationId="{00000000-0000-0000-0000-000000000000}"/>
          </ac:spMkLst>
        </pc:spChg>
      </pc:sldChg>
      <pc:sldChg chg="modSp mod">
        <pc:chgData name="Yeo Xiong Wei, Jonathan" userId="ac2b658e-7ce1-44bb-9f9f-bf4198ceaa29" providerId="ADAL" clId="{280D036E-6465-4FC6-962D-9C208EB3FCCE}" dt="2022-06-22T07:50:40.655" v="4007" actId="207"/>
        <pc:sldMkLst>
          <pc:docMk/>
          <pc:sldMk cId="128893773" sldId="411"/>
        </pc:sldMkLst>
        <pc:spChg chg="mod">
          <ac:chgData name="Yeo Xiong Wei, Jonathan" userId="ac2b658e-7ce1-44bb-9f9f-bf4198ceaa29" providerId="ADAL" clId="{280D036E-6465-4FC6-962D-9C208EB3FCCE}" dt="2022-06-22T07:48:20.337" v="3976"/>
          <ac:spMkLst>
            <pc:docMk/>
            <pc:sldMk cId="128893773" sldId="411"/>
            <ac:spMk id="93185" creationId="{00000000-0000-0000-0000-000000000000}"/>
          </ac:spMkLst>
        </pc:spChg>
        <pc:spChg chg="mod">
          <ac:chgData name="Yeo Xiong Wei, Jonathan" userId="ac2b658e-7ce1-44bb-9f9f-bf4198ceaa29" providerId="ADAL" clId="{280D036E-6465-4FC6-962D-9C208EB3FCCE}" dt="2022-06-22T07:50:40.655" v="4007" actId="207"/>
          <ac:spMkLst>
            <pc:docMk/>
            <pc:sldMk cId="128893773" sldId="411"/>
            <ac:spMk id="93186" creationId="{00000000-0000-0000-0000-000000000000}"/>
          </ac:spMkLst>
        </pc:spChg>
      </pc:sldChg>
      <pc:sldChg chg="addSp delSp modSp mod">
        <pc:chgData name="Yeo Xiong Wei, Jonathan" userId="ac2b658e-7ce1-44bb-9f9f-bf4198ceaa29" providerId="ADAL" clId="{280D036E-6465-4FC6-962D-9C208EB3FCCE}" dt="2022-06-22T08:00:57.832" v="4185" actId="1076"/>
        <pc:sldMkLst>
          <pc:docMk/>
          <pc:sldMk cId="2995093410" sldId="412"/>
        </pc:sldMkLst>
        <pc:spChg chg="del">
          <ac:chgData name="Yeo Xiong Wei, Jonathan" userId="ac2b658e-7ce1-44bb-9f9f-bf4198ceaa29" providerId="ADAL" clId="{280D036E-6465-4FC6-962D-9C208EB3FCCE}" dt="2022-06-22T07:58:03.381" v="4099" actId="478"/>
          <ac:spMkLst>
            <pc:docMk/>
            <pc:sldMk cId="2995093410" sldId="412"/>
            <ac:spMk id="2" creationId="{A3EC8958-DF2F-4F79-815F-3EB899E6292C}"/>
          </ac:spMkLst>
        </pc:spChg>
        <pc:spChg chg="del">
          <ac:chgData name="Yeo Xiong Wei, Jonathan" userId="ac2b658e-7ce1-44bb-9f9f-bf4198ceaa29" providerId="ADAL" clId="{280D036E-6465-4FC6-962D-9C208EB3FCCE}" dt="2022-06-22T07:58:05.011" v="4100" actId="478"/>
          <ac:spMkLst>
            <pc:docMk/>
            <pc:sldMk cId="2995093410" sldId="412"/>
            <ac:spMk id="4" creationId="{859FEFA4-7029-4C0E-9E71-478600148ECB}"/>
          </ac:spMkLst>
        </pc:spChg>
        <pc:spChg chg="mod">
          <ac:chgData name="Yeo Xiong Wei, Jonathan" userId="ac2b658e-7ce1-44bb-9f9f-bf4198ceaa29" providerId="ADAL" clId="{280D036E-6465-4FC6-962D-9C208EB3FCCE}" dt="2022-06-22T08:00:57.832" v="4185" actId="1076"/>
          <ac:spMkLst>
            <pc:docMk/>
            <pc:sldMk cId="2995093410" sldId="412"/>
            <ac:spMk id="5" creationId="{4AF9746B-CC70-4F6E-8BCA-2E8017C21739}"/>
          </ac:spMkLst>
        </pc:spChg>
        <pc:spChg chg="mod">
          <ac:chgData name="Yeo Xiong Wei, Jonathan" userId="ac2b658e-7ce1-44bb-9f9f-bf4198ceaa29" providerId="ADAL" clId="{280D036E-6465-4FC6-962D-9C208EB3FCCE}" dt="2022-06-22T07:59:09.753" v="4122" actId="20577"/>
          <ac:spMkLst>
            <pc:docMk/>
            <pc:sldMk cId="2995093410" sldId="412"/>
            <ac:spMk id="10" creationId="{0A79BAC4-73CE-422C-9443-EDD4F8FE1801}"/>
          </ac:spMkLst>
        </pc:spChg>
        <pc:spChg chg="mod">
          <ac:chgData name="Yeo Xiong Wei, Jonathan" userId="ac2b658e-7ce1-44bb-9f9f-bf4198ceaa29" providerId="ADAL" clId="{280D036E-6465-4FC6-962D-9C208EB3FCCE}" dt="2022-06-22T07:58:40.771" v="4111" actId="14100"/>
          <ac:spMkLst>
            <pc:docMk/>
            <pc:sldMk cId="2995093410" sldId="412"/>
            <ac:spMk id="12" creationId="{54A7189C-A302-4B32-B0BF-EDF067713F31}"/>
          </ac:spMkLst>
        </pc:spChg>
        <pc:spChg chg="mod">
          <ac:chgData name="Yeo Xiong Wei, Jonathan" userId="ac2b658e-7ce1-44bb-9f9f-bf4198ceaa29" providerId="ADAL" clId="{280D036E-6465-4FC6-962D-9C208EB3FCCE}" dt="2022-06-22T07:51:48.254" v="4027" actId="20577"/>
          <ac:spMkLst>
            <pc:docMk/>
            <pc:sldMk cId="2995093410" sldId="412"/>
            <ac:spMk id="93185" creationId="{00000000-0000-0000-0000-000000000000}"/>
          </ac:spMkLst>
        </pc:spChg>
        <pc:spChg chg="mod">
          <ac:chgData name="Yeo Xiong Wei, Jonathan" userId="ac2b658e-7ce1-44bb-9f9f-bf4198ceaa29" providerId="ADAL" clId="{280D036E-6465-4FC6-962D-9C208EB3FCCE}" dt="2022-06-22T08:00:24.945" v="4148" actId="20577"/>
          <ac:spMkLst>
            <pc:docMk/>
            <pc:sldMk cId="2995093410" sldId="412"/>
            <ac:spMk id="93186" creationId="{00000000-0000-0000-0000-000000000000}"/>
          </ac:spMkLst>
        </pc:spChg>
        <pc:cxnChg chg="del">
          <ac:chgData name="Yeo Xiong Wei, Jonathan" userId="ac2b658e-7ce1-44bb-9f9f-bf4198ceaa29" providerId="ADAL" clId="{280D036E-6465-4FC6-962D-9C208EB3FCCE}" dt="2022-06-22T07:58:06.540" v="4101" actId="478"/>
          <ac:cxnSpMkLst>
            <pc:docMk/>
            <pc:sldMk cId="2995093410" sldId="412"/>
            <ac:cxnSpMk id="11" creationId="{542DA83E-4E55-42BB-9D02-3ED66526981E}"/>
          </ac:cxnSpMkLst>
        </pc:cxnChg>
        <pc:cxnChg chg="add mod">
          <ac:chgData name="Yeo Xiong Wei, Jonathan" userId="ac2b658e-7ce1-44bb-9f9f-bf4198ceaa29" providerId="ADAL" clId="{280D036E-6465-4FC6-962D-9C208EB3FCCE}" dt="2022-06-22T07:59:34.854" v="4124" actId="1076"/>
          <ac:cxnSpMkLst>
            <pc:docMk/>
            <pc:sldMk cId="2995093410" sldId="412"/>
            <ac:cxnSpMk id="13" creationId="{F992EAFC-A56C-FEB2-8B65-AEA1969661C8}"/>
          </ac:cxnSpMkLst>
        </pc:cxnChg>
        <pc:cxnChg chg="del">
          <ac:chgData name="Yeo Xiong Wei, Jonathan" userId="ac2b658e-7ce1-44bb-9f9f-bf4198ceaa29" providerId="ADAL" clId="{280D036E-6465-4FC6-962D-9C208EB3FCCE}" dt="2022-06-22T07:59:37.412" v="4125" actId="478"/>
          <ac:cxnSpMkLst>
            <pc:docMk/>
            <pc:sldMk cId="2995093410" sldId="412"/>
            <ac:cxnSpMk id="17" creationId="{21E4BADD-3D26-4C1E-B410-331754D29EA4}"/>
          </ac:cxnSpMkLst>
        </pc:cxnChg>
      </pc:sldChg>
      <pc:sldChg chg="modSp mod ord">
        <pc:chgData name="Yeo Xiong Wei, Jonathan" userId="ac2b658e-7ce1-44bb-9f9f-bf4198ceaa29" providerId="ADAL" clId="{280D036E-6465-4FC6-962D-9C208EB3FCCE}" dt="2022-06-22T08:12:22.124" v="4883" actId="404"/>
        <pc:sldMkLst>
          <pc:docMk/>
          <pc:sldMk cId="2574581050" sldId="413"/>
        </pc:sldMkLst>
        <pc:spChg chg="mod">
          <ac:chgData name="Yeo Xiong Wei, Jonathan" userId="ac2b658e-7ce1-44bb-9f9f-bf4198ceaa29" providerId="ADAL" clId="{280D036E-6465-4FC6-962D-9C208EB3FCCE}" dt="2022-06-22T08:12:22.124" v="4883" actId="404"/>
          <ac:spMkLst>
            <pc:docMk/>
            <pc:sldMk cId="2574581050" sldId="413"/>
            <ac:spMk id="93186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280D036E-6465-4FC6-962D-9C208EB3FCCE}" dt="2022-06-24T07:18:30.361" v="5051" actId="403"/>
        <pc:sldMkLst>
          <pc:docMk/>
          <pc:sldMk cId="2271291014" sldId="414"/>
        </pc:sldMkLst>
        <pc:spChg chg="mod">
          <ac:chgData name="Yeo Xiong Wei, Jonathan" userId="ac2b658e-7ce1-44bb-9f9f-bf4198ceaa29" providerId="ADAL" clId="{280D036E-6465-4FC6-962D-9C208EB3FCCE}" dt="2022-06-24T07:18:30.361" v="5051" actId="403"/>
          <ac:spMkLst>
            <pc:docMk/>
            <pc:sldMk cId="2271291014" sldId="414"/>
            <ac:spMk id="124930" creationId="{00000000-0000-0000-0000-000000000000}"/>
          </ac:spMkLst>
        </pc:spChg>
      </pc:sldChg>
      <pc:sldChg chg="modSp mod">
        <pc:chgData name="Yeo Xiong Wei, Jonathan" userId="ac2b658e-7ce1-44bb-9f9f-bf4198ceaa29" providerId="ADAL" clId="{280D036E-6465-4FC6-962D-9C208EB3FCCE}" dt="2022-06-22T07:41:44.576" v="3658" actId="113"/>
        <pc:sldMkLst>
          <pc:docMk/>
          <pc:sldMk cId="2370088996" sldId="417"/>
        </pc:sldMkLst>
        <pc:spChg chg="mod">
          <ac:chgData name="Yeo Xiong Wei, Jonathan" userId="ac2b658e-7ce1-44bb-9f9f-bf4198ceaa29" providerId="ADAL" clId="{280D036E-6465-4FC6-962D-9C208EB3FCCE}" dt="2022-06-22T07:41:44.576" v="3658" actId="113"/>
          <ac:spMkLst>
            <pc:docMk/>
            <pc:sldMk cId="2370088996" sldId="417"/>
            <ac:spMk id="3" creationId="{CDF4B2E5-1CF0-4D19-AFAA-E09B13AE7CF3}"/>
          </ac:spMkLst>
        </pc:spChg>
      </pc:sldChg>
      <pc:sldChg chg="modSp mod">
        <pc:chgData name="Yeo Xiong Wei, Jonathan" userId="ac2b658e-7ce1-44bb-9f9f-bf4198ceaa29" providerId="ADAL" clId="{280D036E-6465-4FC6-962D-9C208EB3FCCE}" dt="2022-06-22T07:51:08.514" v="4012" actId="20577"/>
        <pc:sldMkLst>
          <pc:docMk/>
          <pc:sldMk cId="3660608342" sldId="418"/>
        </pc:sldMkLst>
        <pc:spChg chg="mod">
          <ac:chgData name="Yeo Xiong Wei, Jonathan" userId="ac2b658e-7ce1-44bb-9f9f-bf4198ceaa29" providerId="ADAL" clId="{280D036E-6465-4FC6-962D-9C208EB3FCCE}" dt="2022-06-22T07:50:59.314" v="4008"/>
          <ac:spMkLst>
            <pc:docMk/>
            <pc:sldMk cId="3660608342" sldId="418"/>
            <ac:spMk id="93185" creationId="{00000000-0000-0000-0000-000000000000}"/>
          </ac:spMkLst>
        </pc:spChg>
        <pc:spChg chg="mod">
          <ac:chgData name="Yeo Xiong Wei, Jonathan" userId="ac2b658e-7ce1-44bb-9f9f-bf4198ceaa29" providerId="ADAL" clId="{280D036E-6465-4FC6-962D-9C208EB3FCCE}" dt="2022-06-22T07:51:08.514" v="4012" actId="20577"/>
          <ac:spMkLst>
            <pc:docMk/>
            <pc:sldMk cId="3660608342" sldId="418"/>
            <ac:spMk id="93186" creationId="{00000000-0000-0000-0000-000000000000}"/>
          </ac:spMkLst>
        </pc:spChg>
      </pc:sldChg>
      <pc:sldChg chg="addSp modSp add mod modAnim">
        <pc:chgData name="Yeo Xiong Wei, Jonathan" userId="ac2b658e-7ce1-44bb-9f9f-bf4198ceaa29" providerId="ADAL" clId="{280D036E-6465-4FC6-962D-9C208EB3FCCE}" dt="2022-06-22T06:55:52.090" v="1966" actId="21"/>
        <pc:sldMkLst>
          <pc:docMk/>
          <pc:sldMk cId="446394080" sldId="419"/>
        </pc:sldMkLst>
        <pc:spChg chg="mod">
          <ac:chgData name="Yeo Xiong Wei, Jonathan" userId="ac2b658e-7ce1-44bb-9f9f-bf4198ceaa29" providerId="ADAL" clId="{280D036E-6465-4FC6-962D-9C208EB3FCCE}" dt="2022-06-22T06:55:52.090" v="1966" actId="21"/>
          <ac:spMkLst>
            <pc:docMk/>
            <pc:sldMk cId="446394080" sldId="419"/>
            <ac:spMk id="3" creationId="{CDF4B2E5-1CF0-4D19-AFAA-E09B13AE7CF3}"/>
          </ac:spMkLst>
        </pc:spChg>
        <pc:graphicFrameChg chg="add mod">
          <ac:chgData name="Yeo Xiong Wei, Jonathan" userId="ac2b658e-7ce1-44bb-9f9f-bf4198ceaa29" providerId="ADAL" clId="{280D036E-6465-4FC6-962D-9C208EB3FCCE}" dt="2022-06-22T06:45:03.552" v="625" actId="1076"/>
          <ac:graphicFrameMkLst>
            <pc:docMk/>
            <pc:sldMk cId="446394080" sldId="419"/>
            <ac:graphicFrameMk id="5" creationId="{827DCC83-C6BD-17FE-5347-A77A52E5E988}"/>
          </ac:graphicFrameMkLst>
        </pc:graphicFrameChg>
      </pc:sldChg>
      <pc:sldChg chg="modSp add mod">
        <pc:chgData name="Yeo Xiong Wei, Jonathan" userId="ac2b658e-7ce1-44bb-9f9f-bf4198ceaa29" providerId="ADAL" clId="{280D036E-6465-4FC6-962D-9C208EB3FCCE}" dt="2022-06-22T06:56:47.409" v="2033" actId="20577"/>
        <pc:sldMkLst>
          <pc:docMk/>
          <pc:sldMk cId="660252975" sldId="420"/>
        </pc:sldMkLst>
        <pc:spChg chg="mod">
          <ac:chgData name="Yeo Xiong Wei, Jonathan" userId="ac2b658e-7ce1-44bb-9f9f-bf4198ceaa29" providerId="ADAL" clId="{280D036E-6465-4FC6-962D-9C208EB3FCCE}" dt="2022-06-22T06:56:47.409" v="2033" actId="20577"/>
          <ac:spMkLst>
            <pc:docMk/>
            <pc:sldMk cId="660252975" sldId="420"/>
            <ac:spMk id="2" creationId="{E19ABC91-B477-4D87-98FF-6BD62F1458B7}"/>
          </ac:spMkLst>
        </pc:spChg>
      </pc:sldChg>
      <pc:sldChg chg="delSp modSp add mod modNotesTx">
        <pc:chgData name="Yeo Xiong Wei, Jonathan" userId="ac2b658e-7ce1-44bb-9f9f-bf4198ceaa29" providerId="ADAL" clId="{280D036E-6465-4FC6-962D-9C208EB3FCCE}" dt="2022-06-22T07:10:43.354" v="2233" actId="20577"/>
        <pc:sldMkLst>
          <pc:docMk/>
          <pc:sldMk cId="2463868282" sldId="421"/>
        </pc:sldMkLst>
        <pc:spChg chg="mod">
          <ac:chgData name="Yeo Xiong Wei, Jonathan" userId="ac2b658e-7ce1-44bb-9f9f-bf4198ceaa29" providerId="ADAL" clId="{280D036E-6465-4FC6-962D-9C208EB3FCCE}" dt="2022-06-22T07:10:43.354" v="2233" actId="20577"/>
          <ac:spMkLst>
            <pc:docMk/>
            <pc:sldMk cId="2463868282" sldId="421"/>
            <ac:spMk id="3" creationId="{CDF4B2E5-1CF0-4D19-AFAA-E09B13AE7CF3}"/>
          </ac:spMkLst>
        </pc:spChg>
        <pc:picChg chg="del mod">
          <ac:chgData name="Yeo Xiong Wei, Jonathan" userId="ac2b658e-7ce1-44bb-9f9f-bf4198ceaa29" providerId="ADAL" clId="{280D036E-6465-4FC6-962D-9C208EB3FCCE}" dt="2022-06-22T06:57:19.450" v="2041" actId="478"/>
          <ac:picMkLst>
            <pc:docMk/>
            <pc:sldMk cId="2463868282" sldId="421"/>
            <ac:picMk id="5" creationId="{91079C19-305C-4C63-976C-973C575ED3CF}"/>
          </ac:picMkLst>
        </pc:picChg>
      </pc:sldChg>
      <pc:sldChg chg="add">
        <pc:chgData name="Yeo Xiong Wei, Jonathan" userId="ac2b658e-7ce1-44bb-9f9f-bf4198ceaa29" providerId="ADAL" clId="{280D036E-6465-4FC6-962D-9C208EB3FCCE}" dt="2022-06-22T07:25:55.109" v="2659"/>
        <pc:sldMkLst>
          <pc:docMk/>
          <pc:sldMk cId="1916427552" sldId="422"/>
        </pc:sldMkLst>
      </pc:sldChg>
      <pc:sldChg chg="modSp add mod">
        <pc:chgData name="Yeo Xiong Wei, Jonathan" userId="ac2b658e-7ce1-44bb-9f9f-bf4198ceaa29" providerId="ADAL" clId="{280D036E-6465-4FC6-962D-9C208EB3FCCE}" dt="2022-06-22T07:36:17.334" v="3303" actId="20577"/>
        <pc:sldMkLst>
          <pc:docMk/>
          <pc:sldMk cId="3898642112" sldId="423"/>
        </pc:sldMkLst>
        <pc:spChg chg="mod">
          <ac:chgData name="Yeo Xiong Wei, Jonathan" userId="ac2b658e-7ce1-44bb-9f9f-bf4198ceaa29" providerId="ADAL" clId="{280D036E-6465-4FC6-962D-9C208EB3FCCE}" dt="2022-06-22T07:36:17.334" v="3303" actId="20577"/>
          <ac:spMkLst>
            <pc:docMk/>
            <pc:sldMk cId="3898642112" sldId="423"/>
            <ac:spMk id="2" creationId="{E19ABC91-B477-4D87-98FF-6BD62F1458B7}"/>
          </ac:spMkLst>
        </pc:spChg>
      </pc:sldChg>
      <pc:sldChg chg="modSp add mod">
        <pc:chgData name="Yeo Xiong Wei, Jonathan" userId="ac2b658e-7ce1-44bb-9f9f-bf4198ceaa29" providerId="ADAL" clId="{280D036E-6465-4FC6-962D-9C208EB3FCCE}" dt="2022-06-22T07:36:29.966" v="3317" actId="20577"/>
        <pc:sldMkLst>
          <pc:docMk/>
          <pc:sldMk cId="1007844793" sldId="424"/>
        </pc:sldMkLst>
        <pc:spChg chg="mod">
          <ac:chgData name="Yeo Xiong Wei, Jonathan" userId="ac2b658e-7ce1-44bb-9f9f-bf4198ceaa29" providerId="ADAL" clId="{280D036E-6465-4FC6-962D-9C208EB3FCCE}" dt="2022-06-22T07:36:29.966" v="3317" actId="20577"/>
          <ac:spMkLst>
            <pc:docMk/>
            <pc:sldMk cId="1007844793" sldId="424"/>
            <ac:spMk id="2" creationId="{E19ABC91-B477-4D87-98FF-6BD62F1458B7}"/>
          </ac:spMkLst>
        </pc:spChg>
      </pc:sldChg>
      <pc:sldChg chg="modSp add mod">
        <pc:chgData name="Yeo Xiong Wei, Jonathan" userId="ac2b658e-7ce1-44bb-9f9f-bf4198ceaa29" providerId="ADAL" clId="{280D036E-6465-4FC6-962D-9C208EB3FCCE}" dt="2022-06-22T07:41:37.767" v="3657" actId="20577"/>
        <pc:sldMkLst>
          <pc:docMk/>
          <pc:sldMk cId="3101914728" sldId="425"/>
        </pc:sldMkLst>
        <pc:spChg chg="mod">
          <ac:chgData name="Yeo Xiong Wei, Jonathan" userId="ac2b658e-7ce1-44bb-9f9f-bf4198ceaa29" providerId="ADAL" clId="{280D036E-6465-4FC6-962D-9C208EB3FCCE}" dt="2022-06-22T07:41:37.767" v="3657" actId="20577"/>
          <ac:spMkLst>
            <pc:docMk/>
            <pc:sldMk cId="3101914728" sldId="425"/>
            <ac:spMk id="2" creationId="{E19ABC91-B477-4D87-98FF-6BD62F1458B7}"/>
          </ac:spMkLst>
        </pc:spChg>
      </pc:sldChg>
      <pc:sldChg chg="delSp modSp add mod">
        <pc:chgData name="Yeo Xiong Wei, Jonathan" userId="ac2b658e-7ce1-44bb-9f9f-bf4198ceaa29" providerId="ADAL" clId="{280D036E-6465-4FC6-962D-9C208EB3FCCE}" dt="2022-06-22T08:00:47.696" v="4183" actId="313"/>
        <pc:sldMkLst>
          <pc:docMk/>
          <pc:sldMk cId="3052334704" sldId="426"/>
        </pc:sldMkLst>
        <pc:spChg chg="mod">
          <ac:chgData name="Yeo Xiong Wei, Jonathan" userId="ac2b658e-7ce1-44bb-9f9f-bf4198ceaa29" providerId="ADAL" clId="{280D036E-6465-4FC6-962D-9C208EB3FCCE}" dt="2022-06-22T07:58:56.663" v="4115" actId="1076"/>
          <ac:spMkLst>
            <pc:docMk/>
            <pc:sldMk cId="3052334704" sldId="426"/>
            <ac:spMk id="2" creationId="{A3EC8958-DF2F-4F79-815F-3EB899E6292C}"/>
          </ac:spMkLst>
        </pc:spChg>
        <pc:spChg chg="mod">
          <ac:chgData name="Yeo Xiong Wei, Jonathan" userId="ac2b658e-7ce1-44bb-9f9f-bf4198ceaa29" providerId="ADAL" clId="{280D036E-6465-4FC6-962D-9C208EB3FCCE}" dt="2022-06-22T07:58:54.585" v="4114" actId="1076"/>
          <ac:spMkLst>
            <pc:docMk/>
            <pc:sldMk cId="3052334704" sldId="426"/>
            <ac:spMk id="4" creationId="{859FEFA4-7029-4C0E-9E71-478600148ECB}"/>
          </ac:spMkLst>
        </pc:spChg>
        <pc:spChg chg="mod">
          <ac:chgData name="Yeo Xiong Wei, Jonathan" userId="ac2b658e-7ce1-44bb-9f9f-bf4198ceaa29" providerId="ADAL" clId="{280D036E-6465-4FC6-962D-9C208EB3FCCE}" dt="2022-06-22T08:00:47.696" v="4183" actId="313"/>
          <ac:spMkLst>
            <pc:docMk/>
            <pc:sldMk cId="3052334704" sldId="426"/>
            <ac:spMk id="5" creationId="{4AF9746B-CC70-4F6E-8BCA-2E8017C21739}"/>
          </ac:spMkLst>
        </pc:spChg>
        <pc:spChg chg="del">
          <ac:chgData name="Yeo Xiong Wei, Jonathan" userId="ac2b658e-7ce1-44bb-9f9f-bf4198ceaa29" providerId="ADAL" clId="{280D036E-6465-4FC6-962D-9C208EB3FCCE}" dt="2022-06-22T07:52:01.143" v="4031" actId="478"/>
          <ac:spMkLst>
            <pc:docMk/>
            <pc:sldMk cId="3052334704" sldId="426"/>
            <ac:spMk id="10" creationId="{0A79BAC4-73CE-422C-9443-EDD4F8FE1801}"/>
          </ac:spMkLst>
        </pc:spChg>
        <pc:spChg chg="del">
          <ac:chgData name="Yeo Xiong Wei, Jonathan" userId="ac2b658e-7ce1-44bb-9f9f-bf4198ceaa29" providerId="ADAL" clId="{280D036E-6465-4FC6-962D-9C208EB3FCCE}" dt="2022-06-22T07:52:02.301" v="4032" actId="478"/>
          <ac:spMkLst>
            <pc:docMk/>
            <pc:sldMk cId="3052334704" sldId="426"/>
            <ac:spMk id="12" creationId="{54A7189C-A302-4B32-B0BF-EDF067713F31}"/>
          </ac:spMkLst>
        </pc:spChg>
        <pc:spChg chg="mod">
          <ac:chgData name="Yeo Xiong Wei, Jonathan" userId="ac2b658e-7ce1-44bb-9f9f-bf4198ceaa29" providerId="ADAL" clId="{280D036E-6465-4FC6-962D-9C208EB3FCCE}" dt="2022-06-22T08:00:34.664" v="4162" actId="20577"/>
          <ac:spMkLst>
            <pc:docMk/>
            <pc:sldMk cId="3052334704" sldId="426"/>
            <ac:spMk id="93186" creationId="{00000000-0000-0000-0000-000000000000}"/>
          </ac:spMkLst>
        </pc:spChg>
        <pc:cxnChg chg="mod">
          <ac:chgData name="Yeo Xiong Wei, Jonathan" userId="ac2b658e-7ce1-44bb-9f9f-bf4198ceaa29" providerId="ADAL" clId="{280D036E-6465-4FC6-962D-9C208EB3FCCE}" dt="2022-06-22T07:52:25.316" v="4037" actId="1076"/>
          <ac:cxnSpMkLst>
            <pc:docMk/>
            <pc:sldMk cId="3052334704" sldId="426"/>
            <ac:cxnSpMk id="11" creationId="{542DA83E-4E55-42BB-9D02-3ED66526981E}"/>
          </ac:cxnSpMkLst>
        </pc:cxnChg>
        <pc:cxnChg chg="del">
          <ac:chgData name="Yeo Xiong Wei, Jonathan" userId="ac2b658e-7ce1-44bb-9f9f-bf4198ceaa29" providerId="ADAL" clId="{280D036E-6465-4FC6-962D-9C208EB3FCCE}" dt="2022-06-22T07:52:03.365" v="4033" actId="478"/>
          <ac:cxnSpMkLst>
            <pc:docMk/>
            <pc:sldMk cId="3052334704" sldId="426"/>
            <ac:cxnSpMk id="17" creationId="{21E4BADD-3D26-4C1E-B410-331754D29EA4}"/>
          </ac:cxnSpMkLst>
        </pc:cxnChg>
      </pc:sldChg>
      <pc:sldChg chg="modSp add mod">
        <pc:chgData name="Yeo Xiong Wei, Jonathan" userId="ac2b658e-7ce1-44bb-9f9f-bf4198ceaa29" providerId="ADAL" clId="{280D036E-6465-4FC6-962D-9C208EB3FCCE}" dt="2022-06-22T08:05:59.013" v="4496" actId="20577"/>
        <pc:sldMkLst>
          <pc:docMk/>
          <pc:sldMk cId="3217484312" sldId="427"/>
        </pc:sldMkLst>
        <pc:spChg chg="mod">
          <ac:chgData name="Yeo Xiong Wei, Jonathan" userId="ac2b658e-7ce1-44bb-9f9f-bf4198ceaa29" providerId="ADAL" clId="{280D036E-6465-4FC6-962D-9C208EB3FCCE}" dt="2022-06-22T08:05:59.013" v="4496" actId="20577"/>
          <ac:spMkLst>
            <pc:docMk/>
            <pc:sldMk cId="3217484312" sldId="427"/>
            <ac:spMk id="93186" creationId="{00000000-0000-0000-0000-000000000000}"/>
          </ac:spMkLst>
        </pc:spChg>
      </pc:sldChg>
      <pc:sldChg chg="modSp add mod">
        <pc:chgData name="Yeo Xiong Wei, Jonathan" userId="ac2b658e-7ce1-44bb-9f9f-bf4198ceaa29" providerId="ADAL" clId="{280D036E-6465-4FC6-962D-9C208EB3FCCE}" dt="2022-06-24T07:18:10.959" v="5039" actId="21"/>
        <pc:sldMkLst>
          <pc:docMk/>
          <pc:sldMk cId="3992736603" sldId="428"/>
        </pc:sldMkLst>
        <pc:spChg chg="mod">
          <ac:chgData name="Yeo Xiong Wei, Jonathan" userId="ac2b658e-7ce1-44bb-9f9f-bf4198ceaa29" providerId="ADAL" clId="{280D036E-6465-4FC6-962D-9C208EB3FCCE}" dt="2022-06-24T07:18:10.959" v="5039" actId="21"/>
          <ac:spMkLst>
            <pc:docMk/>
            <pc:sldMk cId="3992736603" sldId="428"/>
            <ac:spMk id="93186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6FABBB98-9CD8-4075-8B6A-F19E1755ADB3}"/>
    <pc:docChg chg="undo custSel modSld">
      <pc:chgData name="Yeo Xiong Wei, Jonathan" userId="ac2b658e-7ce1-44bb-9f9f-bf4198ceaa29" providerId="ADAL" clId="{6FABBB98-9CD8-4075-8B6A-F19E1755ADB3}" dt="2023-06-30T08:33:33.247" v="1127" actId="6549"/>
      <pc:docMkLst>
        <pc:docMk/>
      </pc:docMkLst>
      <pc:sldChg chg="modSp">
        <pc:chgData name="Yeo Xiong Wei, Jonathan" userId="ac2b658e-7ce1-44bb-9f9f-bf4198ceaa29" providerId="ADAL" clId="{6FABBB98-9CD8-4075-8B6A-F19E1755ADB3}" dt="2023-06-30T07:51:53.025" v="1" actId="115"/>
        <pc:sldMkLst>
          <pc:docMk/>
          <pc:sldMk cId="323702170" sldId="258"/>
        </pc:sldMkLst>
        <pc:spChg chg="mod">
          <ac:chgData name="Yeo Xiong Wei, Jonathan" userId="ac2b658e-7ce1-44bb-9f9f-bf4198ceaa29" providerId="ADAL" clId="{6FABBB98-9CD8-4075-8B6A-F19E1755ADB3}" dt="2023-06-30T07:51:53.025" v="1" actId="115"/>
          <ac:spMkLst>
            <pc:docMk/>
            <pc:sldMk cId="323702170" sldId="258"/>
            <ac:spMk id="3" creationId="{CDF4B2E5-1CF0-4D19-AFAA-E09B13AE7CF3}"/>
          </ac:spMkLst>
        </pc:spChg>
      </pc:sldChg>
      <pc:sldChg chg="modSp mod">
        <pc:chgData name="Yeo Xiong Wei, Jonathan" userId="ac2b658e-7ce1-44bb-9f9f-bf4198ceaa29" providerId="ADAL" clId="{6FABBB98-9CD8-4075-8B6A-F19E1755ADB3}" dt="2023-06-30T07:52:59.283" v="49" actId="20577"/>
        <pc:sldMkLst>
          <pc:docMk/>
          <pc:sldMk cId="2732225696" sldId="261"/>
        </pc:sldMkLst>
        <pc:spChg chg="mod">
          <ac:chgData name="Yeo Xiong Wei, Jonathan" userId="ac2b658e-7ce1-44bb-9f9f-bf4198ceaa29" providerId="ADAL" clId="{6FABBB98-9CD8-4075-8B6A-F19E1755ADB3}" dt="2023-06-30T07:52:59.283" v="49" actId="20577"/>
          <ac:spMkLst>
            <pc:docMk/>
            <pc:sldMk cId="2732225696" sldId="261"/>
            <ac:spMk id="28" creationId="{5E9EC4EB-4741-2FA2-D048-5F1853F31CA8}"/>
          </ac:spMkLst>
        </pc:spChg>
      </pc:sldChg>
      <pc:sldChg chg="modSp modAnim">
        <pc:chgData name="Yeo Xiong Wei, Jonathan" userId="ac2b658e-7ce1-44bb-9f9f-bf4198ceaa29" providerId="ADAL" clId="{6FABBB98-9CD8-4075-8B6A-F19E1755ADB3}" dt="2023-06-30T07:58:07.148" v="165" actId="403"/>
        <pc:sldMkLst>
          <pc:docMk/>
          <pc:sldMk cId="6007653" sldId="262"/>
        </pc:sldMkLst>
        <pc:spChg chg="mod">
          <ac:chgData name="Yeo Xiong Wei, Jonathan" userId="ac2b658e-7ce1-44bb-9f9f-bf4198ceaa29" providerId="ADAL" clId="{6FABBB98-9CD8-4075-8B6A-F19E1755ADB3}" dt="2023-06-30T07:58:07.148" v="165" actId="403"/>
          <ac:spMkLst>
            <pc:docMk/>
            <pc:sldMk cId="6007653" sldId="262"/>
            <ac:spMk id="3" creationId="{CDF4B2E5-1CF0-4D19-AFAA-E09B13AE7CF3}"/>
          </ac:spMkLst>
        </pc:spChg>
      </pc:sldChg>
      <pc:sldChg chg="modSp mod">
        <pc:chgData name="Yeo Xiong Wei, Jonathan" userId="ac2b658e-7ce1-44bb-9f9f-bf4198ceaa29" providerId="ADAL" clId="{6FABBB98-9CD8-4075-8B6A-F19E1755ADB3}" dt="2023-06-30T07:58:23.518" v="167" actId="403"/>
        <pc:sldMkLst>
          <pc:docMk/>
          <pc:sldMk cId="2917991908" sldId="263"/>
        </pc:sldMkLst>
        <pc:spChg chg="mod">
          <ac:chgData name="Yeo Xiong Wei, Jonathan" userId="ac2b658e-7ce1-44bb-9f9f-bf4198ceaa29" providerId="ADAL" clId="{6FABBB98-9CD8-4075-8B6A-F19E1755ADB3}" dt="2023-06-30T07:58:23.518" v="167" actId="403"/>
          <ac:spMkLst>
            <pc:docMk/>
            <pc:sldMk cId="2917991908" sldId="263"/>
            <ac:spMk id="3" creationId="{CDF4B2E5-1CF0-4D19-AFAA-E09B13AE7CF3}"/>
          </ac:spMkLst>
        </pc:spChg>
      </pc:sldChg>
      <pc:sldChg chg="modSp">
        <pc:chgData name="Yeo Xiong Wei, Jonathan" userId="ac2b658e-7ce1-44bb-9f9f-bf4198ceaa29" providerId="ADAL" clId="{6FABBB98-9CD8-4075-8B6A-F19E1755ADB3}" dt="2023-06-30T08:01:09.846" v="172" actId="113"/>
        <pc:sldMkLst>
          <pc:docMk/>
          <pc:sldMk cId="521648139" sldId="266"/>
        </pc:sldMkLst>
        <pc:spChg chg="mod">
          <ac:chgData name="Yeo Xiong Wei, Jonathan" userId="ac2b658e-7ce1-44bb-9f9f-bf4198ceaa29" providerId="ADAL" clId="{6FABBB98-9CD8-4075-8B6A-F19E1755ADB3}" dt="2023-06-30T08:01:09.846" v="172" actId="113"/>
          <ac:spMkLst>
            <pc:docMk/>
            <pc:sldMk cId="521648139" sldId="266"/>
            <ac:spMk id="3" creationId="{CDF4B2E5-1CF0-4D19-AFAA-E09B13AE7CF3}"/>
          </ac:spMkLst>
        </pc:spChg>
      </pc:sldChg>
      <pc:sldChg chg="modSp modAnim">
        <pc:chgData name="Yeo Xiong Wei, Jonathan" userId="ac2b658e-7ce1-44bb-9f9f-bf4198ceaa29" providerId="ADAL" clId="{6FABBB98-9CD8-4075-8B6A-F19E1755ADB3}" dt="2023-06-30T08:04:27.171" v="197" actId="20577"/>
        <pc:sldMkLst>
          <pc:docMk/>
          <pc:sldMk cId="908580859" sldId="267"/>
        </pc:sldMkLst>
        <pc:spChg chg="mod">
          <ac:chgData name="Yeo Xiong Wei, Jonathan" userId="ac2b658e-7ce1-44bb-9f9f-bf4198ceaa29" providerId="ADAL" clId="{6FABBB98-9CD8-4075-8B6A-F19E1755ADB3}" dt="2023-06-30T08:02:47.202" v="179" actId="20577"/>
          <ac:spMkLst>
            <pc:docMk/>
            <pc:sldMk cId="908580859" sldId="267"/>
            <ac:spMk id="3" creationId="{CDF4B2E5-1CF0-4D19-AFAA-E09B13AE7CF3}"/>
          </ac:spMkLst>
        </pc:spChg>
      </pc:sldChg>
      <pc:sldChg chg="modSp mod">
        <pc:chgData name="Yeo Xiong Wei, Jonathan" userId="ac2b658e-7ce1-44bb-9f9f-bf4198ceaa29" providerId="ADAL" clId="{6FABBB98-9CD8-4075-8B6A-F19E1755ADB3}" dt="2023-06-30T08:33:33.247" v="1127" actId="6549"/>
        <pc:sldMkLst>
          <pc:docMk/>
          <pc:sldMk cId="2786838010" sldId="396"/>
        </pc:sldMkLst>
        <pc:spChg chg="mod">
          <ac:chgData name="Yeo Xiong Wei, Jonathan" userId="ac2b658e-7ce1-44bb-9f9f-bf4198ceaa29" providerId="ADAL" clId="{6FABBB98-9CD8-4075-8B6A-F19E1755ADB3}" dt="2023-06-30T08:33:33.247" v="1127" actId="6549"/>
          <ac:spMkLst>
            <pc:docMk/>
            <pc:sldMk cId="2786838010" sldId="396"/>
            <ac:spMk id="124930" creationId="{00000000-0000-0000-0000-000000000000}"/>
          </ac:spMkLst>
        </pc:spChg>
      </pc:sldChg>
      <pc:sldChg chg="modSp modAnim">
        <pc:chgData name="Yeo Xiong Wei, Jonathan" userId="ac2b658e-7ce1-44bb-9f9f-bf4198ceaa29" providerId="ADAL" clId="{6FABBB98-9CD8-4075-8B6A-F19E1755ADB3}" dt="2023-06-30T07:54:03.552" v="71" actId="20577"/>
        <pc:sldMkLst>
          <pc:docMk/>
          <pc:sldMk cId="2420303229" sldId="398"/>
        </pc:sldMkLst>
        <pc:spChg chg="mod">
          <ac:chgData name="Yeo Xiong Wei, Jonathan" userId="ac2b658e-7ce1-44bb-9f9f-bf4198ceaa29" providerId="ADAL" clId="{6FABBB98-9CD8-4075-8B6A-F19E1755ADB3}" dt="2023-06-30T07:54:03.552" v="71" actId="20577"/>
          <ac:spMkLst>
            <pc:docMk/>
            <pc:sldMk cId="2420303229" sldId="398"/>
            <ac:spMk id="3" creationId="{CDF4B2E5-1CF0-4D19-AFAA-E09B13AE7CF3}"/>
          </ac:spMkLst>
        </pc:spChg>
      </pc:sldChg>
      <pc:sldChg chg="modSp">
        <pc:chgData name="Yeo Xiong Wei, Jonathan" userId="ac2b658e-7ce1-44bb-9f9f-bf4198ceaa29" providerId="ADAL" clId="{6FABBB98-9CD8-4075-8B6A-F19E1755ADB3}" dt="2023-06-30T07:54:28.941" v="76" actId="115"/>
        <pc:sldMkLst>
          <pc:docMk/>
          <pc:sldMk cId="3934663697" sldId="399"/>
        </pc:sldMkLst>
        <pc:spChg chg="mod">
          <ac:chgData name="Yeo Xiong Wei, Jonathan" userId="ac2b658e-7ce1-44bb-9f9f-bf4198ceaa29" providerId="ADAL" clId="{6FABBB98-9CD8-4075-8B6A-F19E1755ADB3}" dt="2023-06-30T07:54:28.941" v="76" actId="115"/>
          <ac:spMkLst>
            <pc:docMk/>
            <pc:sldMk cId="3934663697" sldId="399"/>
            <ac:spMk id="3" creationId="{CDF4B2E5-1CF0-4D19-AFAA-E09B13AE7CF3}"/>
          </ac:spMkLst>
        </pc:spChg>
      </pc:sldChg>
      <pc:sldChg chg="modSp">
        <pc:chgData name="Yeo Xiong Wei, Jonathan" userId="ac2b658e-7ce1-44bb-9f9f-bf4198ceaa29" providerId="ADAL" clId="{6FABBB98-9CD8-4075-8B6A-F19E1755ADB3}" dt="2023-06-30T07:55:14.282" v="90" actId="20577"/>
        <pc:sldMkLst>
          <pc:docMk/>
          <pc:sldMk cId="3558677788" sldId="400"/>
        </pc:sldMkLst>
        <pc:spChg chg="mod">
          <ac:chgData name="Yeo Xiong Wei, Jonathan" userId="ac2b658e-7ce1-44bb-9f9f-bf4198ceaa29" providerId="ADAL" clId="{6FABBB98-9CD8-4075-8B6A-F19E1755ADB3}" dt="2023-06-30T07:55:14.282" v="90" actId="20577"/>
          <ac:spMkLst>
            <pc:docMk/>
            <pc:sldMk cId="3558677788" sldId="400"/>
            <ac:spMk id="3" creationId="{CDF4B2E5-1CF0-4D19-AFAA-E09B13AE7CF3}"/>
          </ac:spMkLst>
        </pc:spChg>
      </pc:sldChg>
      <pc:sldChg chg="modSp">
        <pc:chgData name="Yeo Xiong Wei, Jonathan" userId="ac2b658e-7ce1-44bb-9f9f-bf4198ceaa29" providerId="ADAL" clId="{6FABBB98-9CD8-4075-8B6A-F19E1755ADB3}" dt="2023-06-30T08:11:05.164" v="552" actId="20577"/>
        <pc:sldMkLst>
          <pc:docMk/>
          <pc:sldMk cId="3542244236" sldId="405"/>
        </pc:sldMkLst>
        <pc:spChg chg="mod">
          <ac:chgData name="Yeo Xiong Wei, Jonathan" userId="ac2b658e-7ce1-44bb-9f9f-bf4198ceaa29" providerId="ADAL" clId="{6FABBB98-9CD8-4075-8B6A-F19E1755ADB3}" dt="2023-06-30T08:11:05.164" v="552" actId="20577"/>
          <ac:spMkLst>
            <pc:docMk/>
            <pc:sldMk cId="3542244236" sldId="405"/>
            <ac:spMk id="3" creationId="{CDF4B2E5-1CF0-4D19-AFAA-E09B13AE7CF3}"/>
          </ac:spMkLst>
        </pc:spChg>
      </pc:sldChg>
      <pc:sldChg chg="modSp">
        <pc:chgData name="Yeo Xiong Wei, Jonathan" userId="ac2b658e-7ce1-44bb-9f9f-bf4198ceaa29" providerId="ADAL" clId="{6FABBB98-9CD8-4075-8B6A-F19E1755ADB3}" dt="2023-06-30T08:32:55.736" v="1119" actId="207"/>
        <pc:sldMkLst>
          <pc:docMk/>
          <pc:sldMk cId="2307157780" sldId="407"/>
        </pc:sldMkLst>
        <pc:spChg chg="mod">
          <ac:chgData name="Yeo Xiong Wei, Jonathan" userId="ac2b658e-7ce1-44bb-9f9f-bf4198ceaa29" providerId="ADAL" clId="{6FABBB98-9CD8-4075-8B6A-F19E1755ADB3}" dt="2023-06-30T08:32:55.736" v="1119" actId="207"/>
          <ac:spMkLst>
            <pc:docMk/>
            <pc:sldMk cId="2307157780" sldId="407"/>
            <ac:spMk id="84994" creationId="{00000000-0000-0000-0000-000000000000}"/>
          </ac:spMkLst>
        </pc:spChg>
      </pc:sldChg>
      <pc:sldChg chg="modSp mod">
        <pc:chgData name="Yeo Xiong Wei, Jonathan" userId="ac2b658e-7ce1-44bb-9f9f-bf4198ceaa29" providerId="ADAL" clId="{6FABBB98-9CD8-4075-8B6A-F19E1755ADB3}" dt="2023-06-30T07:58:45.009" v="170" actId="207"/>
        <pc:sldMkLst>
          <pc:docMk/>
          <pc:sldMk cId="4146181364" sldId="415"/>
        </pc:sldMkLst>
        <pc:spChg chg="mod">
          <ac:chgData name="Yeo Xiong Wei, Jonathan" userId="ac2b658e-7ce1-44bb-9f9f-bf4198ceaa29" providerId="ADAL" clId="{6FABBB98-9CD8-4075-8B6A-F19E1755ADB3}" dt="2023-06-30T07:58:45.009" v="170" actId="207"/>
          <ac:spMkLst>
            <pc:docMk/>
            <pc:sldMk cId="4146181364" sldId="415"/>
            <ac:spMk id="3" creationId="{CDF4B2E5-1CF0-4D19-AFAA-E09B13AE7CF3}"/>
          </ac:spMkLst>
        </pc:spChg>
      </pc:sldChg>
      <pc:sldChg chg="modSp mod">
        <pc:chgData name="Yeo Xiong Wei, Jonathan" userId="ac2b658e-7ce1-44bb-9f9f-bf4198ceaa29" providerId="ADAL" clId="{6FABBB98-9CD8-4075-8B6A-F19E1755ADB3}" dt="2023-06-30T07:57:33.929" v="158" actId="20577"/>
        <pc:sldMkLst>
          <pc:docMk/>
          <pc:sldMk cId="1916427552" sldId="422"/>
        </pc:sldMkLst>
        <pc:spChg chg="mod">
          <ac:chgData name="Yeo Xiong Wei, Jonathan" userId="ac2b658e-7ce1-44bb-9f9f-bf4198ceaa29" providerId="ADAL" clId="{6FABBB98-9CD8-4075-8B6A-F19E1755ADB3}" dt="2023-06-30T07:57:33.929" v="158" actId="20577"/>
          <ac:spMkLst>
            <pc:docMk/>
            <pc:sldMk cId="1916427552" sldId="422"/>
            <ac:spMk id="8" creationId="{288AD9DA-A69F-4EA1-9AC6-EA99651D6FB5}"/>
          </ac:spMkLst>
        </pc:spChg>
        <pc:picChg chg="mod">
          <ac:chgData name="Yeo Xiong Wei, Jonathan" userId="ac2b658e-7ce1-44bb-9f9f-bf4198ceaa29" providerId="ADAL" clId="{6FABBB98-9CD8-4075-8B6A-F19E1755ADB3}" dt="2023-06-30T07:56:26.510" v="98" actId="1076"/>
          <ac:picMkLst>
            <pc:docMk/>
            <pc:sldMk cId="1916427552" sldId="422"/>
            <ac:picMk id="7" creationId="{D5102378-B460-4798-A956-2AFC4A98B74A}"/>
          </ac:picMkLst>
        </pc:picChg>
      </pc:sldChg>
      <pc:sldChg chg="modSp mod modAnim">
        <pc:chgData name="Yeo Xiong Wei, Jonathan" userId="ac2b658e-7ce1-44bb-9f9f-bf4198ceaa29" providerId="ADAL" clId="{6FABBB98-9CD8-4075-8B6A-F19E1755ADB3}" dt="2023-06-30T08:18:28.924" v="840" actId="20577"/>
        <pc:sldMkLst>
          <pc:docMk/>
          <pc:sldMk cId="3075119025" sldId="429"/>
        </pc:sldMkLst>
        <pc:spChg chg="mod">
          <ac:chgData name="Yeo Xiong Wei, Jonathan" userId="ac2b658e-7ce1-44bb-9f9f-bf4198ceaa29" providerId="ADAL" clId="{6FABBB98-9CD8-4075-8B6A-F19E1755ADB3}" dt="2023-06-30T08:11:30.843" v="554" actId="1076"/>
          <ac:spMkLst>
            <pc:docMk/>
            <pc:sldMk cId="3075119025" sldId="429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6FABBB98-9CD8-4075-8B6A-F19E1755ADB3}" dt="2023-06-30T08:18:28.924" v="840" actId="20577"/>
          <ac:spMkLst>
            <pc:docMk/>
            <pc:sldMk cId="3075119025" sldId="429"/>
            <ac:spMk id="3" creationId="{CDF4B2E5-1CF0-4D19-AFAA-E09B13AE7CF3}"/>
          </ac:spMkLst>
        </pc:spChg>
      </pc:sldChg>
      <pc:sldChg chg="modSp">
        <pc:chgData name="Yeo Xiong Wei, Jonathan" userId="ac2b658e-7ce1-44bb-9f9f-bf4198ceaa29" providerId="ADAL" clId="{6FABBB98-9CD8-4075-8B6A-F19E1755ADB3}" dt="2023-06-30T08:30:03.038" v="1049" actId="6549"/>
        <pc:sldMkLst>
          <pc:docMk/>
          <pc:sldMk cId="3478320194" sldId="430"/>
        </pc:sldMkLst>
        <pc:spChg chg="mod">
          <ac:chgData name="Yeo Xiong Wei, Jonathan" userId="ac2b658e-7ce1-44bb-9f9f-bf4198ceaa29" providerId="ADAL" clId="{6FABBB98-9CD8-4075-8B6A-F19E1755ADB3}" dt="2023-06-30T08:30:03.038" v="1049" actId="6549"/>
          <ac:spMkLst>
            <pc:docMk/>
            <pc:sldMk cId="3478320194" sldId="430"/>
            <ac:spMk id="84994" creationId="{00000000-0000-0000-0000-000000000000}"/>
          </ac:spMkLst>
        </pc:spChg>
      </pc:sldChg>
      <pc:sldChg chg="modSp modAnim">
        <pc:chgData name="Yeo Xiong Wei, Jonathan" userId="ac2b658e-7ce1-44bb-9f9f-bf4198ceaa29" providerId="ADAL" clId="{6FABBB98-9CD8-4075-8B6A-F19E1755ADB3}" dt="2023-06-30T08:20:07.766" v="842" actId="20577"/>
        <pc:sldMkLst>
          <pc:docMk/>
          <pc:sldMk cId="2524796162" sldId="432"/>
        </pc:sldMkLst>
        <pc:spChg chg="mod">
          <ac:chgData name="Yeo Xiong Wei, Jonathan" userId="ac2b658e-7ce1-44bb-9f9f-bf4198ceaa29" providerId="ADAL" clId="{6FABBB98-9CD8-4075-8B6A-F19E1755ADB3}" dt="2023-06-30T08:20:07.766" v="842" actId="20577"/>
          <ac:spMkLst>
            <pc:docMk/>
            <pc:sldMk cId="2524796162" sldId="432"/>
            <ac:spMk id="3" creationId="{CDF4B2E5-1CF0-4D19-AFAA-E09B13AE7CF3}"/>
          </ac:spMkLst>
        </pc:spChg>
      </pc:sldChg>
      <pc:sldChg chg="modSp mod">
        <pc:chgData name="Yeo Xiong Wei, Jonathan" userId="ac2b658e-7ce1-44bb-9f9f-bf4198ceaa29" providerId="ADAL" clId="{6FABBB98-9CD8-4075-8B6A-F19E1755ADB3}" dt="2023-06-30T08:07:06.399" v="260" actId="5793"/>
        <pc:sldMkLst>
          <pc:docMk/>
          <pc:sldMk cId="733283474" sldId="433"/>
        </pc:sldMkLst>
        <pc:spChg chg="mod">
          <ac:chgData name="Yeo Xiong Wei, Jonathan" userId="ac2b658e-7ce1-44bb-9f9f-bf4198ceaa29" providerId="ADAL" clId="{6FABBB98-9CD8-4075-8B6A-F19E1755ADB3}" dt="2023-06-30T08:07:06.399" v="260" actId="5793"/>
          <ac:spMkLst>
            <pc:docMk/>
            <pc:sldMk cId="733283474" sldId="433"/>
            <ac:spMk id="3" creationId="{CDF4B2E5-1CF0-4D19-AFAA-E09B13AE7CF3}"/>
          </ac:spMkLst>
        </pc:spChg>
      </pc:sldChg>
      <pc:sldChg chg="modSp mod">
        <pc:chgData name="Yeo Xiong Wei, Jonathan" userId="ac2b658e-7ce1-44bb-9f9f-bf4198ceaa29" providerId="ADAL" clId="{6FABBB98-9CD8-4075-8B6A-F19E1755ADB3}" dt="2023-06-30T08:20:57.165" v="843" actId="6549"/>
        <pc:sldMkLst>
          <pc:docMk/>
          <pc:sldMk cId="1716397680" sldId="434"/>
        </pc:sldMkLst>
        <pc:spChg chg="mod">
          <ac:chgData name="Yeo Xiong Wei, Jonathan" userId="ac2b658e-7ce1-44bb-9f9f-bf4198ceaa29" providerId="ADAL" clId="{6FABBB98-9CD8-4075-8B6A-F19E1755ADB3}" dt="2023-06-30T08:20:57.165" v="843" actId="6549"/>
          <ac:spMkLst>
            <pc:docMk/>
            <pc:sldMk cId="1716397680" sldId="434"/>
            <ac:spMk id="3" creationId="{CDF4B2E5-1CF0-4D19-AFAA-E09B13AE7C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4A846-86D9-4C2E-9A6B-E70A18F16F10}" type="datetimeFigureOut">
              <a:rPr lang="en-GB" smtClean="0"/>
              <a:t>20/10/2024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8B3C4-8ACE-42AD-9C01-5FD16B65E7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461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034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SG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sSup>
                          <m:sSupPr>
                            <m:ctrlPr>
                              <a:rPr lang="en-SG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SG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SG" b="0" i="1" smtClean="0">
                        <a:latin typeface="Cambria Math" panose="02040503050406030204" pitchFamily="18" charset="0"/>
                      </a:rPr>
                      <m:t> &gt;</m:t>
                    </m:r>
                    <m:nary>
                      <m:nary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SG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sSup>
                          <m:sSupPr>
                            <m:ctrlPr>
                              <a:rPr lang="en-SG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SG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𝑐𝑓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where</a:t>
                </a:r>
                <a:r>
                  <a:rPr lang="en-SG" baseline="0" dirty="0"/>
                  <a:t> the inequality comes from f’’&lt;0</a:t>
                </a:r>
                <a:endParaRPr lang="en-SG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SG" b="0" i="0">
                    <a:latin typeface="Cambria Math" panose="02040503050406030204" pitchFamily="18" charset="0"/>
                  </a:rPr>
                  <a:t>𝑓(𝑐)=∫24_0^𝑐▒〖𝑓^′ (𝑥)  𝑑𝑥〗  &gt;∫_0^𝑐▒〖𝑓^′ (𝑐)  𝑑𝑥〗=𝑐𝑓′(𝑐)</a:t>
                </a:r>
                <a:endParaRPr lang="en-SG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417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404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068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696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Here we ignore issues with indivisibility.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Weassume</a:t>
            </a:r>
            <a:r>
              <a:rPr lang="en-GB" dirty="0"/>
              <a:t> that villagers are perfectly divisible. </a:t>
            </a:r>
            <a:br>
              <a:rPr lang="en-GB" dirty="0"/>
            </a:br>
            <a:r>
              <a:rPr lang="en-GB" dirty="0"/>
              <a:t>I.e. even though cows are considered in single units. Villagers can be 1.1., 1.11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875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18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Recall that reservation prices capture the people’s valuation of goods.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5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251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742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693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916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1005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977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005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Just substitute the constraint into the maximising function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010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211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0537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6593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5766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9496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7801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2157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9094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97594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7965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3756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66762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022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en-US" sz="1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en-GB" dirty="0"/>
                  <a:t> is the indicator</a:t>
                </a:r>
                <a:r>
                  <a:rPr lang="en-GB" baseline="0" dirty="0"/>
                  <a:t> function </a:t>
                </a:r>
              </a:p>
              <a:p>
                <a:endParaRPr lang="en-GB" baseline="0" dirty="0"/>
              </a:p>
              <a:p>
                <a:r>
                  <a:rPr lang="en-GB" baseline="0" dirty="0"/>
                  <a:t>In the first case, if report too low, then might lose the public good.</a:t>
                </a:r>
              </a:p>
              <a:p>
                <a:r>
                  <a:rPr lang="en-GB" baseline="0" dirty="0"/>
                  <a:t>In the second case, if report too high then might get a loss.</a:t>
                </a:r>
              </a:p>
              <a:p>
                <a:endParaRPr lang="en-GB" baseline="0" dirty="0"/>
              </a:p>
              <a:p>
                <a:r>
                  <a:rPr lang="en-GB" baseline="0" dirty="0"/>
                  <a:t>Same as reasoning for second price auction.</a:t>
                </a:r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sz="1200" i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𝕀</a:t>
                </a:r>
                <a:r>
                  <a:rPr lang="en-GB" dirty="0"/>
                  <a:t> is the indicator</a:t>
                </a:r>
                <a:r>
                  <a:rPr lang="en-GB" baseline="0" dirty="0"/>
                  <a:t> function </a:t>
                </a:r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5272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7555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1" dirty="0">
                    <a:solidFill>
                      <a:schemeClr val="accent6"/>
                    </a:solidFill>
                  </a:rPr>
                  <a:t>Hint: compare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alt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US" alt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en-GB" i="1" dirty="0">
                    <a:solidFill>
                      <a:schemeClr val="accent6"/>
                    </a:solidFill>
                  </a:rPr>
                  <a:t> 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US" altLang="en-US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i="1" dirty="0">
                    <a:solidFill>
                      <a:schemeClr val="accent6"/>
                    </a:solidFill>
                  </a:rPr>
                  <a:t>for each individual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i="1" dirty="0">
                    <a:solidFill>
                      <a:schemeClr val="accent6"/>
                    </a:solidFill>
                  </a:rPr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1" dirty="0">
                    <a:solidFill>
                      <a:schemeClr val="accent6"/>
                    </a:solidFill>
                  </a:rPr>
                  <a:t>Hint: compare</a:t>
                </a:r>
                <a:r>
                  <a:rPr lang="en-US" altLang="en-US" b="0" i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en-US" i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∑_(𝑗≠𝑖)▒(𝑚_𝑗−𝐶/𝑁) </a:t>
                </a:r>
                <a:r>
                  <a:rPr lang="en-GB" i="1" dirty="0">
                    <a:solidFill>
                      <a:schemeClr val="accent6"/>
                    </a:solidFill>
                  </a:rPr>
                  <a:t> with </a:t>
                </a:r>
                <a:r>
                  <a:rPr lang="en-US" altLang="en-US" i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∑_𝑗▒(𝑚_𝑗−𝐶/𝑁) </a:t>
                </a:r>
                <a:r>
                  <a:rPr lang="en-US" altLang="en-US" b="0" i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  </a:t>
                </a:r>
                <a:r>
                  <a:rPr lang="en-GB" i="1" dirty="0">
                    <a:solidFill>
                      <a:schemeClr val="accent6"/>
                    </a:solidFill>
                  </a:rPr>
                  <a:t>for each individual </a:t>
                </a:r>
                <a:r>
                  <a:rPr lang="en-US" b="0" i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𝑖</a:t>
                </a:r>
                <a:r>
                  <a:rPr lang="en-GB" i="1" dirty="0">
                    <a:solidFill>
                      <a:schemeClr val="accent6"/>
                    </a:solidFill>
                  </a:rPr>
                  <a:t>.</a:t>
                </a:r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309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08BC1-882B-449F-801E-FC506FA89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15ABD-55BB-458F-8A65-CB9327082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7C012-3436-4F69-8CA7-BE794410B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3C8F5-2D18-495A-AC95-E6F3B6CE438E}" type="datetime1">
              <a:rPr lang="en-GB" smtClean="0"/>
              <a:t>20/10/2024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BCF48-DDC9-4FA7-92C9-66396A40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484B6-F8C6-4E3D-80D8-80FC0DE62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779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C670-4CD2-442A-8E45-97A3A165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6128B-C0E4-48CB-96CF-C6667567B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43155-EB69-4970-9761-F2EB9CFC1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1E22-FCD4-4719-8354-4A21CAE727C5}" type="datetime1">
              <a:rPr lang="en-GB" smtClean="0"/>
              <a:t>20/10/2024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AAE79-DF86-4EF5-B446-B896E0325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7AFE2-AB1A-43EF-BD2E-D720AE28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36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92854-3DCE-45B7-B6F9-646AEB10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FD467-76FF-4110-9DEC-E7403312B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6E40E-5829-4AFB-ADD5-3273FDA84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E955-BCCD-47A7-8955-7C179A7C6033}" type="datetime1">
              <a:rPr lang="en-GB" smtClean="0"/>
              <a:t>20/10/2024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B9B27-B659-4778-B1FE-E6657CE7B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EDA01-7BEC-41C7-B4E0-C97DF3CE2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28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DAF95-0A6D-4E25-A940-B3E3EE92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CA0C4-8487-4C79-AB56-DBB726EF0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0CB58-1BE6-4914-BCC7-29F777256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F6B51-055D-483A-BFCE-8B69029D7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0D97C-BBBC-4FB3-99AB-0688F728342D}" type="datetime1">
              <a:rPr lang="en-GB" smtClean="0"/>
              <a:t>20/10/2024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294C1-7F55-49EB-9A29-D7B7F79F5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FD492-D083-4D0A-B43D-8EAE1C04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977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A5455-723A-4C68-A4CF-5BA613120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9598D-AEE3-48EA-BF57-2FE6E0396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B3C39-958F-4927-AB17-41F68D5DB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0FA1F8-5191-4B21-965A-683B9F4D0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A52D04-D1E3-4D31-B37A-1B4C0C19F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C4FC9-217C-4FE3-8016-9D6D80D0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A2D6-52F2-48DA-8D09-A51D6F9476ED}" type="datetime1">
              <a:rPr lang="en-GB" smtClean="0"/>
              <a:t>20/10/2024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3C7FE0-95A4-4976-BBBC-84771E5EE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91A915-AF08-4F69-80FF-0CCFB457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38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F0B7B-EAB4-419E-B7BF-68DD90368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2E5A2B-8FAF-41CC-B49B-1D6776D5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89D5A-8C79-4542-8CCD-280B7DD6B724}" type="datetime1">
              <a:rPr lang="en-GB" smtClean="0"/>
              <a:t>20/10/2024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D8183-ED13-4AFC-ACFA-6DFEB4674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708590-7D63-43FA-98B4-AF97F549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630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C2652E-AE9C-44FF-8834-8D5A2069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13FF6-251A-4014-A619-A95A1566ED57}" type="datetime1">
              <a:rPr lang="en-GB" smtClean="0"/>
              <a:t>20/10/2024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7B3352-B892-4308-A360-5EAB75CC8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45B2F-7961-4A85-8FFA-FD8CCF54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884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6BD84-42BC-4553-B70A-BE2BD00B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1D328-1D78-4AB5-BA2C-F89D34806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9C67B-53CE-4A2E-B4FD-23893FB14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E16DC-88B8-4739-8ECC-648B436FE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7A23-5E32-4EEC-B2BE-C3B989A0AF7D}" type="datetime1">
              <a:rPr lang="en-GB" smtClean="0"/>
              <a:t>20/10/2024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DE0B1-911D-4625-A242-E983C1855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3ABDB-0E30-4E2E-BAC2-F358DAA8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146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630AB-AFA9-4B01-BC9B-0E8AB0695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03FCAC-8DE9-42A6-9D73-3CA1171A97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CA42A-EA16-4502-BFC4-93A537C75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BB89E-127B-43F7-8BF5-B2DE1CE2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3204A-6D4A-4F31-BEBD-06E5752FD719}" type="datetime1">
              <a:rPr lang="en-GB" smtClean="0"/>
              <a:t>20/10/2024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C2054-1B59-447F-9F3B-0204E64C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87593-FD63-4D98-90F2-4815C234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150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5610-2CD7-4798-8D9D-F158C414F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938F6D-BF8F-4178-B448-C021888C0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A54E2-4D54-4DD1-9EBA-22C3E5228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FB87-0415-4E4E-8F71-E2168C7BF412}" type="datetime1">
              <a:rPr lang="en-GB" smtClean="0"/>
              <a:t>20/10/2024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5C95C-902B-47E6-A9B8-B2FE59353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562A2-BDCF-41E6-8CEE-512D94BA8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59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EF53F5-4993-4051-9CD1-EAED73E09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4BFD9-1805-4C0E-9171-00428E674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03E98-5556-46A0-BEFB-2D3BAA16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9E4B7-F206-4B46-A1C6-91BEB9D5E3A6}" type="datetime1">
              <a:rPr lang="en-GB" smtClean="0"/>
              <a:t>20/10/2024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FE491-C662-4A0B-976C-7C57FEED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4B500-6320-47E8-B0C2-D3ACE124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22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BB5148-ED63-7987-5601-161E64E9BB6B}"/>
              </a:ext>
            </a:extLst>
          </p:cNvPr>
          <p:cNvSpPr/>
          <p:nvPr userDrawn="1"/>
        </p:nvSpPr>
        <p:spPr>
          <a:xfrm>
            <a:off x="0" y="6455377"/>
            <a:ext cx="12192000" cy="18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30EDFBCD-83E8-777C-A77F-A0BEE17599E6}"/>
              </a:ext>
            </a:extLst>
          </p:cNvPr>
          <p:cNvSpPr/>
          <p:nvPr userDrawn="1"/>
        </p:nvSpPr>
        <p:spPr>
          <a:xfrm>
            <a:off x="10746288" y="6257076"/>
            <a:ext cx="939452" cy="563671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0CAA5-4782-4DE8-BDE6-15B32FE25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D0D8A-9F82-497D-9212-FF3EB5F8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23370-BF75-4FFC-834A-D62A41508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E2F82-B08D-46B8-B172-4D7FD3EAD08D}" type="datetime1">
              <a:rPr lang="en-GB" smtClean="0"/>
              <a:t>20/10/2024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732C5-E6C4-4014-8ABC-FEE3F64B79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6C4FF-4AD1-41C0-BCB3-D6B8C8511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F094D3FE-586B-47BD-AB77-64C19248A5C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2851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0.png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0.png"/><Relationship Id="rId4" Type="http://schemas.openxmlformats.org/officeDocument/2006/relationships/image" Target="../media/image1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0.png"/><Relationship Id="rId4" Type="http://schemas.openxmlformats.org/officeDocument/2006/relationships/image" Target="../media/image1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er.org/article/the-lighthouse-myth/" TargetMode="External"/><Relationship Id="rId2" Type="http://schemas.openxmlformats.org/officeDocument/2006/relationships/hyperlink" Target="https://www.econlib.org/digital-media-and-the-public-goods-proble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8B41C-C5F3-44B9-92FB-11A602519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728664"/>
            <a:ext cx="4984813" cy="3157080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/>
              <a:t>Common Property and Public Goods</a:t>
            </a:r>
            <a:endParaRPr lang="en-GB" sz="5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8871C3-F454-4764-88F0-979E1F376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4072045"/>
            <a:ext cx="4984813" cy="2057289"/>
          </a:xfrm>
          <a:noFill/>
        </p:spPr>
        <p:txBody>
          <a:bodyPr>
            <a:normAutofit/>
          </a:bodyPr>
          <a:lstStyle/>
          <a:p>
            <a:pPr algn="l"/>
            <a:r>
              <a:rPr lang="en-GB" sz="2400" dirty="0"/>
              <a:t>HE3001, Microeconomics 3</a:t>
            </a:r>
            <a:br>
              <a:rPr lang="en-GB" sz="2400" dirty="0"/>
            </a:br>
            <a:r>
              <a:rPr lang="en-GB" sz="2400" dirty="0"/>
              <a:t>Nanyang Technological University</a:t>
            </a:r>
          </a:p>
          <a:p>
            <a:pPr algn="l"/>
            <a:endParaRPr lang="en-GB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615D8E2-BFF9-32B9-96F2-75A381F3FF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50" r="23617"/>
          <a:stretch/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8DF55-7935-42BB-9357-48DC09961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908" y="6356350"/>
            <a:ext cx="116689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094D3FE-586B-47BD-AB77-64C19248A5CB}" type="slidenum">
              <a:rPr lang="en-GB" smtClean="0"/>
              <a:pPr>
                <a:spcAft>
                  <a:spcPts val="600"/>
                </a:spcAft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402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CCA18-F96C-DB54-22AA-05D466743B4C}"/>
              </a:ext>
            </a:extLst>
          </p:cNvPr>
          <p:cNvSpPr/>
          <p:nvPr/>
        </p:nvSpPr>
        <p:spPr>
          <a:xfrm>
            <a:off x="721947" y="1717727"/>
            <a:ext cx="10870961" cy="1554111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4B2E5-1CF0-4D19-AFAA-E09B13AE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Goods can be classified into different categories based on two different properties.</a:t>
            </a:r>
          </a:p>
          <a:p>
            <a:pPr lvl="1"/>
            <a:r>
              <a:rPr lang="en-US" sz="1800" dirty="0"/>
              <a:t>A good has the property of </a:t>
            </a:r>
            <a:r>
              <a:rPr lang="en-US" sz="1800" b="1" dirty="0">
                <a:solidFill>
                  <a:srgbClr val="0000FF"/>
                </a:solidFill>
              </a:rPr>
              <a:t>rivalry</a:t>
            </a:r>
            <a:r>
              <a:rPr lang="en-US" sz="1800" dirty="0"/>
              <a:t> if the consumption by one person precludes consumption by other people.</a:t>
            </a:r>
          </a:p>
          <a:p>
            <a:pPr lvl="1"/>
            <a:r>
              <a:rPr lang="en-US" sz="1800" dirty="0"/>
              <a:t>A good has the property of </a:t>
            </a:r>
            <a:r>
              <a:rPr lang="en-US" sz="1800" b="1" dirty="0">
                <a:solidFill>
                  <a:srgbClr val="0000FF"/>
                </a:solidFill>
              </a:rPr>
              <a:t>excludability</a:t>
            </a:r>
            <a:r>
              <a:rPr lang="en-US" sz="1800" dirty="0"/>
              <a:t> if individuals can be prevented from consuming the good.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BA016-0858-4FA2-AE50-7968BBA48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2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7DCC83-C6BD-17FE-5347-A77A52E5E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420842"/>
              </p:ext>
            </p:extLst>
          </p:nvPr>
        </p:nvGraphicFramePr>
        <p:xfrm>
          <a:off x="1934133" y="3715327"/>
          <a:ext cx="8127999" cy="165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13469214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6773483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14549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Excludable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Non-Excludable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336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Rivalry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 Good:</a:t>
                      </a:r>
                    </a:p>
                    <a:p>
                      <a:r>
                        <a:rPr lang="en-US" i="1" dirty="0"/>
                        <a:t>Apple, Computer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Common Property:</a:t>
                      </a:r>
                    </a:p>
                    <a:p>
                      <a:r>
                        <a:rPr lang="en-US" i="1" dirty="0"/>
                        <a:t>Park, Fishery </a:t>
                      </a:r>
                      <a:endParaRPr lang="en-GB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74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Rivalry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Club Good:</a:t>
                      </a:r>
                    </a:p>
                    <a:p>
                      <a:r>
                        <a:rPr lang="en-US" i="1" dirty="0"/>
                        <a:t>Concert, Cable TV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 Good:</a:t>
                      </a:r>
                    </a:p>
                    <a:p>
                      <a:r>
                        <a:rPr lang="en-US" i="1" dirty="0"/>
                        <a:t>Clean Air, National Defense</a:t>
                      </a:r>
                      <a:endParaRPr lang="en-GB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188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394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4B2E5-1CF0-4D19-AFAA-E09B13AE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1109" cy="4351338"/>
          </a:xfrm>
        </p:spPr>
        <p:txBody>
          <a:bodyPr>
            <a:normAutofit/>
          </a:bodyPr>
          <a:lstStyle/>
          <a:p>
            <a:r>
              <a:rPr lang="en-US" sz="2000" dirty="0"/>
              <a:t>In HE1001, HE2001, we have mainly focused on </a:t>
            </a:r>
            <a:r>
              <a:rPr lang="en-US" sz="2000" b="1" i="1" dirty="0">
                <a:solidFill>
                  <a:srgbClr val="FF0000"/>
                </a:solidFill>
              </a:rPr>
              <a:t>private goods</a:t>
            </a:r>
            <a:r>
              <a:rPr lang="en-US" sz="2000" i="1" dirty="0"/>
              <a:t>, </a:t>
            </a:r>
            <a:r>
              <a:rPr lang="en-US" sz="2000" dirty="0"/>
              <a:t>which are rivalrous and excludable.</a:t>
            </a:r>
            <a:endParaRPr lang="en-GB" sz="2000" dirty="0"/>
          </a:p>
          <a:p>
            <a:endParaRPr lang="en-US" sz="2000" dirty="0"/>
          </a:p>
          <a:p>
            <a:r>
              <a:rPr lang="en-US" sz="2000" dirty="0"/>
              <a:t>Last week, externalities of private goods, can be conceptualized as involving a </a:t>
            </a:r>
            <a:r>
              <a:rPr lang="en-US" sz="2000" b="1" i="1" dirty="0">
                <a:solidFill>
                  <a:srgbClr val="FF0000"/>
                </a:solidFill>
              </a:rPr>
              <a:t>non-excludable</a:t>
            </a:r>
            <a:r>
              <a:rPr lang="en-US" sz="2000" dirty="0"/>
              <a:t> good.</a:t>
            </a:r>
          </a:p>
          <a:p>
            <a:pPr lvl="1"/>
            <a:r>
              <a:rPr lang="en-US" sz="1800" dirty="0"/>
              <a:t>E.g. Cigarettes and </a:t>
            </a:r>
            <a:r>
              <a:rPr lang="en-US" sz="1800" u="sng" dirty="0"/>
              <a:t>clean air</a:t>
            </a:r>
            <a:r>
              <a:rPr lang="en-US" sz="1800" dirty="0"/>
              <a:t>, Fishing and </a:t>
            </a:r>
            <a:r>
              <a:rPr lang="en-US" sz="1800" u="sng" dirty="0"/>
              <a:t>common sea resources</a:t>
            </a:r>
            <a:r>
              <a:rPr lang="en-US" sz="1800" dirty="0"/>
              <a:t>…</a:t>
            </a:r>
          </a:p>
          <a:p>
            <a:endParaRPr lang="en-US" sz="2000" dirty="0"/>
          </a:p>
          <a:p>
            <a:r>
              <a:rPr lang="en-US" sz="2000" dirty="0"/>
              <a:t>Today, we examine economic issues involving this non-excludability: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Common property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Public goods</a:t>
            </a: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9E1F6-69D7-4E5C-B55D-F7886B15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0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The Tragedy of Commons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252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4240C2F-C850-B667-C766-784E16447A91}"/>
              </a:ext>
            </a:extLst>
          </p:cNvPr>
          <p:cNvGrpSpPr/>
          <p:nvPr/>
        </p:nvGrpSpPr>
        <p:grpSpPr>
          <a:xfrm>
            <a:off x="9136415" y="6012643"/>
            <a:ext cx="2750234" cy="234427"/>
            <a:chOff x="7814641" y="6108000"/>
            <a:chExt cx="2750234" cy="234427"/>
          </a:xfrm>
          <a:solidFill>
            <a:srgbClr val="C2E3BB"/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CBFEBDA-03E3-9376-B91C-14429DFD89A0}"/>
                </a:ext>
              </a:extLst>
            </p:cNvPr>
            <p:cNvGrpSpPr/>
            <p:nvPr/>
          </p:nvGrpSpPr>
          <p:grpSpPr>
            <a:xfrm>
              <a:off x="7814641" y="6113047"/>
              <a:ext cx="826358" cy="199158"/>
              <a:chOff x="7807053" y="6113047"/>
              <a:chExt cx="826358" cy="199158"/>
            </a:xfrm>
            <a:grpFill/>
          </p:grpSpPr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FBFB76DC-983C-A292-501E-ED33EA1CC63E}"/>
                  </a:ext>
                </a:extLst>
              </p:cNvPr>
              <p:cNvSpPr/>
              <p:nvPr/>
            </p:nvSpPr>
            <p:spPr>
              <a:xfrm>
                <a:off x="7807053" y="6115414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183B50C9-7FFE-A723-9E4A-31DCDCB7D171}"/>
                  </a:ext>
                </a:extLst>
              </p:cNvPr>
              <p:cNvSpPr/>
              <p:nvPr/>
            </p:nvSpPr>
            <p:spPr>
              <a:xfrm>
                <a:off x="7959453" y="6113047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1BA6EAB3-3C25-3A36-09F4-B49AA2E013D9}"/>
                  </a:ext>
                </a:extLst>
              </p:cNvPr>
              <p:cNvSpPr/>
              <p:nvPr/>
            </p:nvSpPr>
            <p:spPr>
              <a:xfrm>
                <a:off x="8157475" y="6114749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BD9C2F14-F7AF-60F2-96D7-3E93C0ADC131}"/>
                  </a:ext>
                </a:extLst>
              </p:cNvPr>
              <p:cNvSpPr/>
              <p:nvPr/>
            </p:nvSpPr>
            <p:spPr>
              <a:xfrm>
                <a:off x="8309875" y="6115719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D58A20E-A25A-A1F2-59A3-0867E7C3E5EA}"/>
                </a:ext>
              </a:extLst>
            </p:cNvPr>
            <p:cNvGrpSpPr/>
            <p:nvPr/>
          </p:nvGrpSpPr>
          <p:grpSpPr>
            <a:xfrm>
              <a:off x="8473406" y="6112430"/>
              <a:ext cx="826358" cy="199158"/>
              <a:chOff x="7807053" y="6113047"/>
              <a:chExt cx="826358" cy="199158"/>
            </a:xfrm>
            <a:grpFill/>
          </p:grpSpPr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EAA40651-2500-264A-558B-5D411E644BEE}"/>
                  </a:ext>
                </a:extLst>
              </p:cNvPr>
              <p:cNvSpPr/>
              <p:nvPr/>
            </p:nvSpPr>
            <p:spPr>
              <a:xfrm>
                <a:off x="7807053" y="6115414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662A2594-FCD0-6848-461E-0C5F7E8E90F1}"/>
                  </a:ext>
                </a:extLst>
              </p:cNvPr>
              <p:cNvSpPr/>
              <p:nvPr/>
            </p:nvSpPr>
            <p:spPr>
              <a:xfrm>
                <a:off x="7959453" y="6113047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66CFCEF4-E81A-6785-CDBA-ADA5A7616294}"/>
                  </a:ext>
                </a:extLst>
              </p:cNvPr>
              <p:cNvSpPr/>
              <p:nvPr/>
            </p:nvSpPr>
            <p:spPr>
              <a:xfrm>
                <a:off x="8157475" y="6114749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7DF9BA5E-8220-F0D7-7541-84168850A61B}"/>
                  </a:ext>
                </a:extLst>
              </p:cNvPr>
              <p:cNvSpPr/>
              <p:nvPr/>
            </p:nvSpPr>
            <p:spPr>
              <a:xfrm>
                <a:off x="8309875" y="6115719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4BFDC04-DCB2-9547-0938-F8D63A45CA13}"/>
                </a:ext>
              </a:extLst>
            </p:cNvPr>
            <p:cNvGrpSpPr/>
            <p:nvPr/>
          </p:nvGrpSpPr>
          <p:grpSpPr>
            <a:xfrm>
              <a:off x="9142626" y="6110672"/>
              <a:ext cx="826358" cy="199158"/>
              <a:chOff x="7807053" y="6113047"/>
              <a:chExt cx="826358" cy="199158"/>
            </a:xfrm>
            <a:grpFill/>
          </p:grpSpPr>
          <p:sp>
            <p:nvSpPr>
              <p:cNvPr id="27" name="Isosceles Triangle 26">
                <a:extLst>
                  <a:ext uri="{FF2B5EF4-FFF2-40B4-BE49-F238E27FC236}">
                    <a16:creationId xmlns:a16="http://schemas.microsoft.com/office/drawing/2014/main" id="{0C0E022F-C685-CFD0-26E8-93624C2C2E3A}"/>
                  </a:ext>
                </a:extLst>
              </p:cNvPr>
              <p:cNvSpPr/>
              <p:nvPr/>
            </p:nvSpPr>
            <p:spPr>
              <a:xfrm>
                <a:off x="7807053" y="6115414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F09F5011-7AFC-ABD4-6997-695C89360E34}"/>
                  </a:ext>
                </a:extLst>
              </p:cNvPr>
              <p:cNvSpPr/>
              <p:nvPr/>
            </p:nvSpPr>
            <p:spPr>
              <a:xfrm>
                <a:off x="7959453" y="6113047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29" name="Isosceles Triangle 28">
                <a:extLst>
                  <a:ext uri="{FF2B5EF4-FFF2-40B4-BE49-F238E27FC236}">
                    <a16:creationId xmlns:a16="http://schemas.microsoft.com/office/drawing/2014/main" id="{DEB830A2-8C25-5411-2DB7-5CE1C6593D6F}"/>
                  </a:ext>
                </a:extLst>
              </p:cNvPr>
              <p:cNvSpPr/>
              <p:nvPr/>
            </p:nvSpPr>
            <p:spPr>
              <a:xfrm>
                <a:off x="8157475" y="6114749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0" name="Isosceles Triangle 29">
                <a:extLst>
                  <a:ext uri="{FF2B5EF4-FFF2-40B4-BE49-F238E27FC236}">
                    <a16:creationId xmlns:a16="http://schemas.microsoft.com/office/drawing/2014/main" id="{EB148972-022F-9247-3939-90F6280EF66D}"/>
                  </a:ext>
                </a:extLst>
              </p:cNvPr>
              <p:cNvSpPr/>
              <p:nvPr/>
            </p:nvSpPr>
            <p:spPr>
              <a:xfrm>
                <a:off x="8309875" y="6115719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E839588-45A2-79EC-0C8E-B4B4D9F5C22A}"/>
                </a:ext>
              </a:extLst>
            </p:cNvPr>
            <p:cNvGrpSpPr/>
            <p:nvPr/>
          </p:nvGrpSpPr>
          <p:grpSpPr>
            <a:xfrm>
              <a:off x="9738517" y="6108000"/>
              <a:ext cx="826358" cy="199158"/>
              <a:chOff x="7807053" y="6113047"/>
              <a:chExt cx="826358" cy="199158"/>
            </a:xfrm>
            <a:grpFill/>
          </p:grpSpPr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0736DE5A-7F0D-3778-C8BC-AF541E8E456C}"/>
                  </a:ext>
                </a:extLst>
              </p:cNvPr>
              <p:cNvSpPr/>
              <p:nvPr/>
            </p:nvSpPr>
            <p:spPr>
              <a:xfrm>
                <a:off x="7807053" y="6115414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B230C4C7-ECE1-7EBE-DF11-8E93E82C0082}"/>
                  </a:ext>
                </a:extLst>
              </p:cNvPr>
              <p:cNvSpPr/>
              <p:nvPr/>
            </p:nvSpPr>
            <p:spPr>
              <a:xfrm>
                <a:off x="7959453" y="6113047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FA07C6CF-6652-BA3F-CF2D-F0245615A82F}"/>
                  </a:ext>
                </a:extLst>
              </p:cNvPr>
              <p:cNvSpPr/>
              <p:nvPr/>
            </p:nvSpPr>
            <p:spPr>
              <a:xfrm>
                <a:off x="8157475" y="6114749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FED9D273-45D7-F4CA-9C03-0C4962190B17}"/>
                  </a:ext>
                </a:extLst>
              </p:cNvPr>
              <p:cNvSpPr/>
              <p:nvPr/>
            </p:nvSpPr>
            <p:spPr>
              <a:xfrm>
                <a:off x="8309875" y="6115719"/>
                <a:ext cx="323536" cy="1964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C8E271-DA28-717D-6A30-B748FEF956F5}"/>
                </a:ext>
              </a:extLst>
            </p:cNvPr>
            <p:cNvSpPr/>
            <p:nvPr/>
          </p:nvSpPr>
          <p:spPr>
            <a:xfrm>
              <a:off x="7820997" y="6284187"/>
              <a:ext cx="2743200" cy="582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Tragedy of Commons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51143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en-US" sz="2000" dirty="0"/>
                  <a:t>Consider a grazing area owned </a:t>
                </a:r>
                <a:r>
                  <a:rPr lang="ja-JP" altLang="en-US" sz="2000" dirty="0"/>
                  <a:t>“</a:t>
                </a:r>
                <a:r>
                  <a:rPr lang="en-US" altLang="ja-JP" sz="2000" dirty="0"/>
                  <a:t>in common</a:t>
                </a:r>
                <a:r>
                  <a:rPr lang="ja-JP" altLang="en-US" sz="2000" dirty="0"/>
                  <a:t>”</a:t>
                </a:r>
                <a:r>
                  <a:rPr lang="en-US" altLang="ja-JP" sz="2000" dirty="0"/>
                  <a:t> by all members of a village. Each villager can choose whether or not to </a:t>
                </a:r>
                <a:r>
                  <a:rPr lang="en-US" altLang="en-US" sz="2000" dirty="0"/>
                  <a:t>graze a single cow in this common area.</a:t>
                </a:r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When </a:t>
                </a:r>
                <a:r>
                  <a:rPr lang="en-US" altLang="en-US" sz="2000" i="1" dirty="0"/>
                  <a:t>c</a:t>
                </a:r>
                <a:r>
                  <a:rPr lang="en-US" altLang="en-US" sz="2000" spc="100" dirty="0"/>
                  <a:t> </a:t>
                </a:r>
                <a:r>
                  <a:rPr lang="en-US" altLang="en-US" sz="2000" dirty="0"/>
                  <a:t>cows are grazed, total milk production is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000" dirty="0"/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ja-JP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ja-JP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ja-JP" sz="2000" dirty="0"/>
                  <a:t>. </a:t>
                </a:r>
                <a:r>
                  <a:rPr lang="en-US" altLang="ja-JP" sz="2000" i="1" dirty="0">
                    <a:solidFill>
                      <a:srgbClr val="FF0000"/>
                    </a:solidFill>
                  </a:rPr>
                  <a:t>(Concave production function with diminishing returns)</a:t>
                </a:r>
                <a:br>
                  <a:rPr lang="en-US" altLang="ja-JP" sz="2000" dirty="0"/>
                </a:br>
                <a:endParaRPr lang="en-US" altLang="ja-JP" sz="2000" dirty="0"/>
              </a:p>
              <a:p>
                <a:r>
                  <a:rPr lang="en-US" altLang="ja-JP" sz="2000" dirty="0"/>
                  <a:t>Productivity of </a:t>
                </a:r>
                <a:r>
                  <a:rPr lang="en-US" altLang="ja-JP" sz="2000" u="sng" dirty="0"/>
                  <a:t>each cow</a:t>
                </a:r>
                <a:r>
                  <a:rPr lang="en-US" altLang="ja-JP" sz="2000" dirty="0"/>
                  <a:t> is the same and is equal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ja-JP" sz="2000" dirty="0"/>
                  <a:t>.  </a:t>
                </a:r>
                <a:br>
                  <a:rPr lang="en-US" altLang="ja-JP" sz="2000" dirty="0"/>
                </a:br>
                <a:endParaRPr lang="en-US" altLang="ja-JP" sz="2000" dirty="0"/>
              </a:p>
              <a:p>
                <a:r>
                  <a:rPr lang="en-US" altLang="ja-JP" sz="2000" dirty="0"/>
                  <a:t>The cost of grazing a cow is fixed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ja-JP" sz="2000" dirty="0"/>
                  <a:t>. The cost of milk is $1.</a:t>
                </a:r>
              </a:p>
              <a:p>
                <a:pPr marL="0" indent="0">
                  <a:buNone/>
                </a:pPr>
                <a:endParaRPr lang="en-US" altLang="ja-JP" sz="1800" dirty="0"/>
              </a:p>
              <a:p>
                <a:endParaRPr lang="en-US" altLang="ja-JP" sz="1800" dirty="0"/>
              </a:p>
              <a:p>
                <a:pPr eaLnBrk="1" hangingPunct="1"/>
                <a:endParaRPr lang="en-US" altLang="en-US" sz="1800" dirty="0"/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511430" cy="4351338"/>
              </a:xfrm>
              <a:blipFill>
                <a:blip r:embed="rId2"/>
                <a:stretch>
                  <a:fillRect l="-788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D0763-AF96-47E3-A7CA-0E21A68DA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5</a:t>
            </a:fld>
            <a:endParaRPr lang="en-GB" dirty="0"/>
          </a:p>
        </p:txBody>
      </p:sp>
      <p:pic>
        <p:nvPicPr>
          <p:cNvPr id="5" name="Picture 2" descr="Jellycat Rolbie Cow | Motherswork Singapore">
            <a:extLst>
              <a:ext uri="{FF2B5EF4-FFF2-40B4-BE49-F238E27FC236}">
                <a16:creationId xmlns:a16="http://schemas.microsoft.com/office/drawing/2014/main" id="{91079C19-305C-4C63-976C-973C575ED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898898" y="4712110"/>
            <a:ext cx="909803" cy="85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Jellycat Rolbie Cow | Motherswork Singapore">
            <a:extLst>
              <a:ext uri="{FF2B5EF4-FFF2-40B4-BE49-F238E27FC236}">
                <a16:creationId xmlns:a16="http://schemas.microsoft.com/office/drawing/2014/main" id="{196AFC33-7E5C-AF42-4836-195FD09AD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040872" y="5196348"/>
            <a:ext cx="909803" cy="85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Jellycat Rolbie Cow | Motherswork Singapore">
            <a:extLst>
              <a:ext uri="{FF2B5EF4-FFF2-40B4-BE49-F238E27FC236}">
                <a16:creationId xmlns:a16="http://schemas.microsoft.com/office/drawing/2014/main" id="{21ACC913-FAB3-A192-ECB6-9A36760C4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38530" y="4374228"/>
            <a:ext cx="909803" cy="85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Jellycat Rolbie Cow | Motherswork Singapore">
            <a:extLst>
              <a:ext uri="{FF2B5EF4-FFF2-40B4-BE49-F238E27FC236}">
                <a16:creationId xmlns:a16="http://schemas.microsoft.com/office/drawing/2014/main" id="{675653CA-EC3F-8A5C-F4B8-4BF75FD54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832368" y="3854139"/>
            <a:ext cx="909803" cy="85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Jellycat Rolbie Cow | Motherswork Singapore">
            <a:extLst>
              <a:ext uri="{FF2B5EF4-FFF2-40B4-BE49-F238E27FC236}">
                <a16:creationId xmlns:a16="http://schemas.microsoft.com/office/drawing/2014/main" id="{95D47A1C-A23B-92A1-E0ED-EA0D75CAE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916808" y="5040047"/>
            <a:ext cx="909803" cy="85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Jellycat Rolbie Cow | Motherswork Singapore">
            <a:extLst>
              <a:ext uri="{FF2B5EF4-FFF2-40B4-BE49-F238E27FC236}">
                <a16:creationId xmlns:a16="http://schemas.microsoft.com/office/drawing/2014/main" id="{9F0A3011-1E98-B011-7EF3-F280C32A8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25973" y="3574920"/>
            <a:ext cx="909803" cy="85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6A45681-D598-66CC-7576-C0D47082701F}"/>
              </a:ext>
            </a:extLst>
          </p:cNvPr>
          <p:cNvGrpSpPr/>
          <p:nvPr/>
        </p:nvGrpSpPr>
        <p:grpSpPr>
          <a:xfrm>
            <a:off x="-48899" y="92281"/>
            <a:ext cx="563058" cy="6237721"/>
            <a:chOff x="-8362" y="87777"/>
            <a:chExt cx="563058" cy="6237721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3C3EE20-A415-8809-88A2-347102CF4869}"/>
                </a:ext>
              </a:extLst>
            </p:cNvPr>
            <p:cNvGrpSpPr/>
            <p:nvPr/>
          </p:nvGrpSpPr>
          <p:grpSpPr>
            <a:xfrm>
              <a:off x="0" y="8777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59" name="Graphic 58" descr="Play with solid fill">
                <a:extLst>
                  <a:ext uri="{FF2B5EF4-FFF2-40B4-BE49-F238E27FC236}">
                    <a16:creationId xmlns:a16="http://schemas.microsoft.com/office/drawing/2014/main" id="{D3479201-B066-C340-9673-C2A99B4426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60" name="Graphic 59" descr="Play with solid fill">
                <a:extLst>
                  <a:ext uri="{FF2B5EF4-FFF2-40B4-BE49-F238E27FC236}">
                    <a16:creationId xmlns:a16="http://schemas.microsoft.com/office/drawing/2014/main" id="{6A6868F8-EBFF-CD1F-ECE0-B52AD9B78D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190445B-FD15-CAB9-3857-BDF834456E81}"/>
                </a:ext>
              </a:extLst>
            </p:cNvPr>
            <p:cNvGrpSpPr/>
            <p:nvPr/>
          </p:nvGrpSpPr>
          <p:grpSpPr>
            <a:xfrm>
              <a:off x="-1" y="75368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57" name="Graphic 56" descr="Play with solid fill">
                <a:extLst>
                  <a:ext uri="{FF2B5EF4-FFF2-40B4-BE49-F238E27FC236}">
                    <a16:creationId xmlns:a16="http://schemas.microsoft.com/office/drawing/2014/main" id="{5C81D793-42AD-66B0-39AE-6BDAF052C8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58" name="Graphic 57" descr="Play with solid fill">
                <a:extLst>
                  <a:ext uri="{FF2B5EF4-FFF2-40B4-BE49-F238E27FC236}">
                    <a16:creationId xmlns:a16="http://schemas.microsoft.com/office/drawing/2014/main" id="{A18EDE15-523C-7D0A-20FA-8D0626EE8C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93BB474-3C7E-3E20-BDD4-98C8D88952ED}"/>
                </a:ext>
              </a:extLst>
            </p:cNvPr>
            <p:cNvGrpSpPr/>
            <p:nvPr/>
          </p:nvGrpSpPr>
          <p:grpSpPr>
            <a:xfrm>
              <a:off x="-2" y="141958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55" name="Graphic 54" descr="Play with solid fill">
                <a:extLst>
                  <a:ext uri="{FF2B5EF4-FFF2-40B4-BE49-F238E27FC236}">
                    <a16:creationId xmlns:a16="http://schemas.microsoft.com/office/drawing/2014/main" id="{D0FF51AA-0C37-2003-44B0-4FF8DDF48D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56" name="Graphic 55" descr="Play with solid fill">
                <a:extLst>
                  <a:ext uri="{FF2B5EF4-FFF2-40B4-BE49-F238E27FC236}">
                    <a16:creationId xmlns:a16="http://schemas.microsoft.com/office/drawing/2014/main" id="{2C2F28A6-BEA9-4B95-AA02-4471D40809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5353072-D253-7E6E-CFFD-C10C5970F622}"/>
                </a:ext>
              </a:extLst>
            </p:cNvPr>
            <p:cNvGrpSpPr/>
            <p:nvPr/>
          </p:nvGrpSpPr>
          <p:grpSpPr>
            <a:xfrm>
              <a:off x="0" y="208549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53" name="Graphic 52" descr="Play with solid fill">
                <a:extLst>
                  <a:ext uri="{FF2B5EF4-FFF2-40B4-BE49-F238E27FC236}">
                    <a16:creationId xmlns:a16="http://schemas.microsoft.com/office/drawing/2014/main" id="{2FBEE6CC-7D73-5763-4D68-73DE2325DA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54" name="Graphic 53" descr="Play with solid fill">
                <a:extLst>
                  <a:ext uri="{FF2B5EF4-FFF2-40B4-BE49-F238E27FC236}">
                    <a16:creationId xmlns:a16="http://schemas.microsoft.com/office/drawing/2014/main" id="{E24FF8DF-E049-4581-09F6-047847489C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937B636-35C9-70E6-1730-436B13A76FBD}"/>
                </a:ext>
              </a:extLst>
            </p:cNvPr>
            <p:cNvGrpSpPr/>
            <p:nvPr/>
          </p:nvGrpSpPr>
          <p:grpSpPr>
            <a:xfrm>
              <a:off x="0" y="2758751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51" name="Graphic 50" descr="Play with solid fill">
                <a:extLst>
                  <a:ext uri="{FF2B5EF4-FFF2-40B4-BE49-F238E27FC236}">
                    <a16:creationId xmlns:a16="http://schemas.microsoft.com/office/drawing/2014/main" id="{EA933D06-8679-8943-292B-A8EF250615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52" name="Graphic 51" descr="Play with solid fill">
                <a:extLst>
                  <a:ext uri="{FF2B5EF4-FFF2-40B4-BE49-F238E27FC236}">
                    <a16:creationId xmlns:a16="http://schemas.microsoft.com/office/drawing/2014/main" id="{5CAEBDDE-BD72-DCC0-686B-5C865A9E21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AF4C86B-6B00-C22F-A36E-32E5027D4579}"/>
                </a:ext>
              </a:extLst>
            </p:cNvPr>
            <p:cNvGrpSpPr/>
            <p:nvPr/>
          </p:nvGrpSpPr>
          <p:grpSpPr>
            <a:xfrm>
              <a:off x="-8362" y="3417089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49" name="Graphic 48" descr="Play with solid fill">
                <a:extLst>
                  <a:ext uri="{FF2B5EF4-FFF2-40B4-BE49-F238E27FC236}">
                    <a16:creationId xmlns:a16="http://schemas.microsoft.com/office/drawing/2014/main" id="{8C7FBD90-8469-B2B5-BAD4-D09D75FB9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50" name="Graphic 49" descr="Play with solid fill">
                <a:extLst>
                  <a:ext uri="{FF2B5EF4-FFF2-40B4-BE49-F238E27FC236}">
                    <a16:creationId xmlns:a16="http://schemas.microsoft.com/office/drawing/2014/main" id="{430B16FF-E404-BEAA-8125-637616F7F4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1708041-AD6C-D06F-B72B-32E3BD5FADF0}"/>
                </a:ext>
              </a:extLst>
            </p:cNvPr>
            <p:cNvGrpSpPr/>
            <p:nvPr/>
          </p:nvGrpSpPr>
          <p:grpSpPr>
            <a:xfrm>
              <a:off x="0" y="4090348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47" name="Graphic 46" descr="Play with solid fill">
                <a:extLst>
                  <a:ext uri="{FF2B5EF4-FFF2-40B4-BE49-F238E27FC236}">
                    <a16:creationId xmlns:a16="http://schemas.microsoft.com/office/drawing/2014/main" id="{C0EE2047-7B7E-AD21-3EB3-F77347A8DE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48" name="Graphic 47" descr="Play with solid fill">
                <a:extLst>
                  <a:ext uri="{FF2B5EF4-FFF2-40B4-BE49-F238E27FC236}">
                    <a16:creationId xmlns:a16="http://schemas.microsoft.com/office/drawing/2014/main" id="{F1BD0673-62C6-9F8E-AF9A-E968EEEC34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52AC10F-D226-A1F4-3292-8A452A0DC059}"/>
                </a:ext>
              </a:extLst>
            </p:cNvPr>
            <p:cNvGrpSpPr/>
            <p:nvPr/>
          </p:nvGrpSpPr>
          <p:grpSpPr>
            <a:xfrm>
              <a:off x="0" y="476360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45" name="Graphic 44" descr="Play with solid fill">
                <a:extLst>
                  <a:ext uri="{FF2B5EF4-FFF2-40B4-BE49-F238E27FC236}">
                    <a16:creationId xmlns:a16="http://schemas.microsoft.com/office/drawing/2014/main" id="{AD08FE9B-E16A-9683-A054-97E2B7E2B3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46" name="Graphic 45" descr="Play with solid fill">
                <a:extLst>
                  <a:ext uri="{FF2B5EF4-FFF2-40B4-BE49-F238E27FC236}">
                    <a16:creationId xmlns:a16="http://schemas.microsoft.com/office/drawing/2014/main" id="{136F2B25-C9ED-9EA3-7E9A-FA7CBCFF63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E5A66C0-F9E4-9340-6F78-389E59E4DA15}"/>
                </a:ext>
              </a:extLst>
            </p:cNvPr>
            <p:cNvGrpSpPr/>
            <p:nvPr/>
          </p:nvGrpSpPr>
          <p:grpSpPr>
            <a:xfrm>
              <a:off x="0" y="5439419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43" name="Graphic 42" descr="Play with solid fill">
                <a:extLst>
                  <a:ext uri="{FF2B5EF4-FFF2-40B4-BE49-F238E27FC236}">
                    <a16:creationId xmlns:a16="http://schemas.microsoft.com/office/drawing/2014/main" id="{AE290678-F869-396C-79CF-554E72F10B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44" name="Graphic 43" descr="Play with solid fill">
                <a:extLst>
                  <a:ext uri="{FF2B5EF4-FFF2-40B4-BE49-F238E27FC236}">
                    <a16:creationId xmlns:a16="http://schemas.microsoft.com/office/drawing/2014/main" id="{C1B176D4-FAC6-1002-E32B-6FA3D1E55D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24820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5FF6DD9-C8E4-CA67-4A25-521B84538E96}"/>
              </a:ext>
            </a:extLst>
          </p:cNvPr>
          <p:cNvSpPr/>
          <p:nvPr/>
        </p:nvSpPr>
        <p:spPr>
          <a:xfrm>
            <a:off x="721947" y="1701591"/>
            <a:ext cx="10870961" cy="665092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Tragedy of Commons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en-US" sz="2000" dirty="0"/>
                  <a:t>Production via access to the common is 1) </a:t>
                </a:r>
                <a:r>
                  <a:rPr lang="en-US" altLang="en-US" sz="2000" b="1" i="1" dirty="0">
                    <a:solidFill>
                      <a:srgbClr val="0000FF"/>
                    </a:solidFill>
                  </a:rPr>
                  <a:t>non-excludable</a:t>
                </a:r>
                <a:r>
                  <a:rPr lang="en-US" altLang="en-US" sz="2000" dirty="0"/>
                  <a:t>, but 2) </a:t>
                </a:r>
                <a:r>
                  <a:rPr lang="en-US" altLang="en-US" sz="2000" b="1" i="1" dirty="0">
                    <a:solidFill>
                      <a:srgbClr val="0000FF"/>
                    </a:solidFill>
                  </a:rPr>
                  <a:t>rivalrous</a:t>
                </a:r>
                <a:r>
                  <a:rPr lang="en-US" altLang="en-US" sz="2000" dirty="0"/>
                  <a:t>.</a:t>
                </a:r>
              </a:p>
              <a:p>
                <a:pPr marL="457200" lvl="1" indent="0">
                  <a:buNone/>
                </a:pPr>
                <a:endParaRPr lang="en-US" alt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en-US" sz="2000" dirty="0"/>
                  <a:t>Every villager can graze a single cow if they want. </a:t>
                </a:r>
                <a:br>
                  <a:rPr lang="en-US" altLang="en-US" sz="2000" dirty="0"/>
                </a:br>
                <a:r>
                  <a:rPr lang="en-US" altLang="en-US" sz="2000" dirty="0"/>
                  <a:t>(They own the milk which is produced by their own cow,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en-US" sz="2000" dirty="0"/>
                  <a:t>.)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en-US" sz="2000" dirty="0"/>
                  <a:t>The grazing of an additional cow </a:t>
                </a:r>
                <a:r>
                  <a:rPr lang="en-US" altLang="en-US" sz="2000" i="1" dirty="0"/>
                  <a:t>reduces</a:t>
                </a:r>
                <a:r>
                  <a:rPr lang="en-US" altLang="en-US" sz="2000" dirty="0"/>
                  <a:t> the milk productivity of other cows grazing.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SG" alt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SG" altLang="en-US" sz="1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SG" alt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SG" altLang="en-US" sz="1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SG" altLang="en-US" sz="1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𝑑𝑐</m:t>
                        </m:r>
                      </m:den>
                    </m:f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en-US" sz="1800" dirty="0"/>
                  <a:t>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en-US" sz="1800" dirty="0"/>
                  <a:t> given the previous conditions.</a:t>
                </a:r>
              </a:p>
              <a:p>
                <a:endParaRPr lang="en-US" altLang="ja-JP" sz="20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D0763-AF96-47E3-A7CA-0E21A68DA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86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Tragedy of Commons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217C2A-B0AF-42B5-97B6-1BD606CCE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127750"/>
            <a:ext cx="2743200" cy="365125"/>
          </a:xfrm>
        </p:spPr>
        <p:txBody>
          <a:bodyPr/>
          <a:lstStyle/>
          <a:p>
            <a:fld id="{F094D3FE-586B-47BD-AB77-64C19248A5CB}" type="slidenum">
              <a:rPr lang="en-GB" smtClean="0"/>
              <a:t>7</a:t>
            </a:fld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8AB07A-155C-F2E9-5F81-16C6B8297918}"/>
              </a:ext>
            </a:extLst>
          </p:cNvPr>
          <p:cNvCxnSpPr/>
          <p:nvPr/>
        </p:nvCxnSpPr>
        <p:spPr>
          <a:xfrm flipV="1">
            <a:off x="1364226" y="1917291"/>
            <a:ext cx="0" cy="31856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BA876BA-4222-F918-26C8-30F48D4FC9A3}"/>
              </a:ext>
            </a:extLst>
          </p:cNvPr>
          <p:cNvCxnSpPr/>
          <p:nvPr/>
        </p:nvCxnSpPr>
        <p:spPr>
          <a:xfrm>
            <a:off x="1349479" y="5102942"/>
            <a:ext cx="42917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>
            <a:extLst>
              <a:ext uri="{FF2B5EF4-FFF2-40B4-BE49-F238E27FC236}">
                <a16:creationId xmlns:a16="http://schemas.microsoft.com/office/drawing/2014/main" id="{FEB87BC2-D70E-7E64-AFAB-0A6FA2B86DEE}"/>
              </a:ext>
            </a:extLst>
          </p:cNvPr>
          <p:cNvSpPr/>
          <p:nvPr/>
        </p:nvSpPr>
        <p:spPr>
          <a:xfrm flipH="1">
            <a:off x="1364224" y="2914653"/>
            <a:ext cx="7418437" cy="4376580"/>
          </a:xfrm>
          <a:prstGeom prst="arc">
            <a:avLst>
              <a:gd name="adj1" fmla="val 16226290"/>
              <a:gd name="adj2" fmla="val 0"/>
            </a:avLst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D60450-69F5-E33C-AF6E-305D5F83E47E}"/>
              </a:ext>
            </a:extLst>
          </p:cNvPr>
          <p:cNvCxnSpPr>
            <a:cxnSpLocks/>
          </p:cNvCxnSpPr>
          <p:nvPr/>
        </p:nvCxnSpPr>
        <p:spPr>
          <a:xfrm flipV="1">
            <a:off x="1364224" y="2300748"/>
            <a:ext cx="2323190" cy="280219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AF604F-B447-4D42-B189-9566AD7A3310}"/>
              </a:ext>
            </a:extLst>
          </p:cNvPr>
          <p:cNvCxnSpPr>
            <a:cxnSpLocks/>
          </p:cNvCxnSpPr>
          <p:nvPr/>
        </p:nvCxnSpPr>
        <p:spPr>
          <a:xfrm flipV="1">
            <a:off x="1364224" y="2824316"/>
            <a:ext cx="2674376" cy="11503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D6AF38C-9BC9-A7E5-55A6-2E3F5316C176}"/>
              </a:ext>
            </a:extLst>
          </p:cNvPr>
          <p:cNvCxnSpPr/>
          <p:nvPr/>
        </p:nvCxnSpPr>
        <p:spPr>
          <a:xfrm flipV="1">
            <a:off x="2780071" y="3395170"/>
            <a:ext cx="0" cy="170777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7C35F99-5C67-6E1B-E806-F1B3702F286A}"/>
                  </a:ext>
                </a:extLst>
              </p:cNvPr>
              <p:cNvSpPr txBox="1"/>
              <p:nvPr/>
            </p:nvSpPr>
            <p:spPr>
              <a:xfrm>
                <a:off x="2604735" y="5152252"/>
                <a:ext cx="350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7C35F99-5C67-6E1B-E806-F1B3702F2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735" y="5152252"/>
                <a:ext cx="35067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D3F9EC5-35CF-E82F-32C0-89D14289F508}"/>
              </a:ext>
            </a:extLst>
          </p:cNvPr>
          <p:cNvCxnSpPr>
            <a:cxnSpLocks/>
          </p:cNvCxnSpPr>
          <p:nvPr/>
        </p:nvCxnSpPr>
        <p:spPr>
          <a:xfrm flipH="1">
            <a:off x="1349479" y="3395170"/>
            <a:ext cx="1430592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61A8AD-8D64-71E7-6B22-64E8A66F3363}"/>
                  </a:ext>
                </a:extLst>
              </p:cNvPr>
              <p:cNvSpPr txBox="1"/>
              <p:nvPr/>
            </p:nvSpPr>
            <p:spPr>
              <a:xfrm>
                <a:off x="758729" y="3200400"/>
                <a:ext cx="676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61A8AD-8D64-71E7-6B22-64E8A66F3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29" y="3200400"/>
                <a:ext cx="676404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9EC4EB-4741-2FA2-D048-5F1853F31CA8}"/>
                  </a:ext>
                </a:extLst>
              </p:cNvPr>
              <p:cNvSpPr txBox="1"/>
              <p:nvPr/>
            </p:nvSpPr>
            <p:spPr>
              <a:xfrm>
                <a:off x="6096000" y="2269882"/>
                <a:ext cx="5057350" cy="2863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000" b="1" dirty="0"/>
                  <a:t>Why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altLang="en-US" sz="20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SG" alt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en-US" sz="20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d>
                      </m:num>
                      <m:den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den>
                    </m:f>
                  </m:oMath>
                </a14:m>
                <a:r>
                  <a:rPr lang="en-SG" sz="2000" b="1" dirty="0"/>
                  <a:t>?</a:t>
                </a:r>
              </a:p>
              <a:p>
                <a:endParaRPr lang="en-SG" sz="2000" dirty="0"/>
              </a:p>
              <a:p>
                <a:r>
                  <a:rPr lang="en-SG" sz="2000" dirty="0"/>
                  <a:t>Slope of </a:t>
                </a:r>
                <a:r>
                  <a:rPr lang="en-SG" sz="2000" b="1" dirty="0">
                    <a:solidFill>
                      <a:srgbClr val="FF0000"/>
                    </a:solidFill>
                  </a:rPr>
                  <a:t>red line</a:t>
                </a:r>
                <a:r>
                  <a:rPr lang="en-SG" sz="2000" dirty="0"/>
                  <a:t>, the tangent at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sz="2000" dirty="0"/>
                  <a:t>,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SG" sz="2000" dirty="0"/>
                  <a:t>)</a:t>
                </a:r>
                <a:br>
                  <a:rPr lang="en-SG" sz="2000" dirty="0"/>
                </a:br>
                <a:r>
                  <a:rPr lang="en-SG" sz="2000" dirty="0"/>
                  <a:t>is always less than slope of </a:t>
                </a:r>
                <a:r>
                  <a:rPr lang="en-SG" sz="2000" b="1" dirty="0">
                    <a:solidFill>
                      <a:srgbClr val="FFC000"/>
                    </a:solidFill>
                  </a:rPr>
                  <a:t>yellow line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SG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SG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SG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num>
                          <m:den>
                            <m:r>
                              <a:rPr lang="en-SG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SG" sz="2000" b="0" dirty="0"/>
              </a:p>
              <a:p>
                <a:endParaRPr lang="en-SG" sz="2000" dirty="0"/>
              </a:p>
              <a:p>
                <a:r>
                  <a:rPr lang="en-SG" sz="2000" dirty="0"/>
                  <a:t>This occurs for an increasing, concave production function which exhibits </a:t>
                </a:r>
                <a:r>
                  <a:rPr lang="en-SG" sz="2000" b="1" dirty="0">
                    <a:solidFill>
                      <a:srgbClr val="0000FF"/>
                    </a:solidFill>
                  </a:rPr>
                  <a:t>diminishing returns</a:t>
                </a:r>
                <a:r>
                  <a:rPr lang="en-SG" sz="2000" dirty="0"/>
                  <a:t> and has this specific shape.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9EC4EB-4741-2FA2-D048-5F1853F31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269882"/>
                <a:ext cx="5057350" cy="2863926"/>
              </a:xfrm>
              <a:prstGeom prst="rect">
                <a:avLst/>
              </a:prstGeom>
              <a:blipFill>
                <a:blip r:embed="rId5"/>
                <a:stretch>
                  <a:fillRect l="-1205" r="-1928" b="-276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A36E470-3D03-6294-35DB-CC018BC71F36}"/>
              </a:ext>
            </a:extLst>
          </p:cNvPr>
          <p:cNvGrpSpPr/>
          <p:nvPr/>
        </p:nvGrpSpPr>
        <p:grpSpPr>
          <a:xfrm>
            <a:off x="-48899" y="92281"/>
            <a:ext cx="563058" cy="6237721"/>
            <a:chOff x="-8362" y="87777"/>
            <a:chExt cx="563058" cy="6237721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AE7DB1C-C7BE-0EF5-D1C9-DDE89CCF393E}"/>
                </a:ext>
              </a:extLst>
            </p:cNvPr>
            <p:cNvGrpSpPr/>
            <p:nvPr/>
          </p:nvGrpSpPr>
          <p:grpSpPr>
            <a:xfrm>
              <a:off x="0" y="8777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40" name="Graphic 39" descr="Play with solid fill">
                <a:extLst>
                  <a:ext uri="{FF2B5EF4-FFF2-40B4-BE49-F238E27FC236}">
                    <a16:creationId xmlns:a16="http://schemas.microsoft.com/office/drawing/2014/main" id="{674E3E80-CFF6-95D5-49FC-E559AD61D5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41" name="Graphic 40" descr="Play with solid fill">
                <a:extLst>
                  <a:ext uri="{FF2B5EF4-FFF2-40B4-BE49-F238E27FC236}">
                    <a16:creationId xmlns:a16="http://schemas.microsoft.com/office/drawing/2014/main" id="{132201DE-B9F4-3B0D-7B72-5B94735E28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E3A8CEF-AFDD-8B44-7F9E-19549FB1F34C}"/>
                </a:ext>
              </a:extLst>
            </p:cNvPr>
            <p:cNvGrpSpPr/>
            <p:nvPr/>
          </p:nvGrpSpPr>
          <p:grpSpPr>
            <a:xfrm>
              <a:off x="-1" y="75368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38" name="Graphic 37" descr="Play with solid fill">
                <a:extLst>
                  <a:ext uri="{FF2B5EF4-FFF2-40B4-BE49-F238E27FC236}">
                    <a16:creationId xmlns:a16="http://schemas.microsoft.com/office/drawing/2014/main" id="{7BEEB3E9-AFE1-62D3-BD63-F6A53E2E32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39" name="Graphic 38" descr="Play with solid fill">
                <a:extLst>
                  <a:ext uri="{FF2B5EF4-FFF2-40B4-BE49-F238E27FC236}">
                    <a16:creationId xmlns:a16="http://schemas.microsoft.com/office/drawing/2014/main" id="{895B60F9-7640-BB05-D20B-8BCBC6935E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2824153-0D19-DE19-C363-71599A0FE927}"/>
                </a:ext>
              </a:extLst>
            </p:cNvPr>
            <p:cNvGrpSpPr/>
            <p:nvPr/>
          </p:nvGrpSpPr>
          <p:grpSpPr>
            <a:xfrm>
              <a:off x="-2" y="141958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36" name="Graphic 35" descr="Play with solid fill">
                <a:extLst>
                  <a:ext uri="{FF2B5EF4-FFF2-40B4-BE49-F238E27FC236}">
                    <a16:creationId xmlns:a16="http://schemas.microsoft.com/office/drawing/2014/main" id="{01CD4A4B-7218-B35A-CCD1-FDD58F5DA5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37" name="Graphic 36" descr="Play with solid fill">
                <a:extLst>
                  <a:ext uri="{FF2B5EF4-FFF2-40B4-BE49-F238E27FC236}">
                    <a16:creationId xmlns:a16="http://schemas.microsoft.com/office/drawing/2014/main" id="{FF1E73B1-1A68-4F8E-1BBC-B4C80A57C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EAE8E21-B2F3-FF22-25D6-47C2AE804006}"/>
                </a:ext>
              </a:extLst>
            </p:cNvPr>
            <p:cNvGrpSpPr/>
            <p:nvPr/>
          </p:nvGrpSpPr>
          <p:grpSpPr>
            <a:xfrm>
              <a:off x="0" y="208549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34" name="Graphic 33" descr="Play with solid fill">
                <a:extLst>
                  <a:ext uri="{FF2B5EF4-FFF2-40B4-BE49-F238E27FC236}">
                    <a16:creationId xmlns:a16="http://schemas.microsoft.com/office/drawing/2014/main" id="{F660FC4E-B0F1-D35F-E7E0-DA7DCB8FB7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35" name="Graphic 34" descr="Play with solid fill">
                <a:extLst>
                  <a:ext uri="{FF2B5EF4-FFF2-40B4-BE49-F238E27FC236}">
                    <a16:creationId xmlns:a16="http://schemas.microsoft.com/office/drawing/2014/main" id="{FD532773-0B0B-04D1-D435-B404F04BA9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C4F3C5-40DA-1BB9-AC94-34F5D2A8ADFF}"/>
                </a:ext>
              </a:extLst>
            </p:cNvPr>
            <p:cNvGrpSpPr/>
            <p:nvPr/>
          </p:nvGrpSpPr>
          <p:grpSpPr>
            <a:xfrm>
              <a:off x="0" y="2758751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32" name="Graphic 31" descr="Play with solid fill">
                <a:extLst>
                  <a:ext uri="{FF2B5EF4-FFF2-40B4-BE49-F238E27FC236}">
                    <a16:creationId xmlns:a16="http://schemas.microsoft.com/office/drawing/2014/main" id="{E736C7DF-ACE6-3B79-4D90-A259670495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33" name="Graphic 32" descr="Play with solid fill">
                <a:extLst>
                  <a:ext uri="{FF2B5EF4-FFF2-40B4-BE49-F238E27FC236}">
                    <a16:creationId xmlns:a16="http://schemas.microsoft.com/office/drawing/2014/main" id="{46F2CC37-FE09-8D52-BB6F-20A77C411C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57B0171-0471-6311-F3DB-C22E85D162C6}"/>
                </a:ext>
              </a:extLst>
            </p:cNvPr>
            <p:cNvGrpSpPr/>
            <p:nvPr/>
          </p:nvGrpSpPr>
          <p:grpSpPr>
            <a:xfrm>
              <a:off x="-8362" y="3417089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30" name="Graphic 29" descr="Play with solid fill">
                <a:extLst>
                  <a:ext uri="{FF2B5EF4-FFF2-40B4-BE49-F238E27FC236}">
                    <a16:creationId xmlns:a16="http://schemas.microsoft.com/office/drawing/2014/main" id="{610A29DC-00A5-DCEC-72D8-E6C6191A22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31" name="Graphic 30" descr="Play with solid fill">
                <a:extLst>
                  <a:ext uri="{FF2B5EF4-FFF2-40B4-BE49-F238E27FC236}">
                    <a16:creationId xmlns:a16="http://schemas.microsoft.com/office/drawing/2014/main" id="{E61C0EDB-7E78-A836-A4DB-E3632FA4BD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31AA2CF-9C68-A5A2-60B9-87DCC1FBE7D2}"/>
                </a:ext>
              </a:extLst>
            </p:cNvPr>
            <p:cNvGrpSpPr/>
            <p:nvPr/>
          </p:nvGrpSpPr>
          <p:grpSpPr>
            <a:xfrm>
              <a:off x="0" y="4090348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6" name="Graphic 25" descr="Play with solid fill">
                <a:extLst>
                  <a:ext uri="{FF2B5EF4-FFF2-40B4-BE49-F238E27FC236}">
                    <a16:creationId xmlns:a16="http://schemas.microsoft.com/office/drawing/2014/main" id="{D921E0C4-F0C1-5722-EBBC-6BCDC31446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9" name="Graphic 28" descr="Play with solid fill">
                <a:extLst>
                  <a:ext uri="{FF2B5EF4-FFF2-40B4-BE49-F238E27FC236}">
                    <a16:creationId xmlns:a16="http://schemas.microsoft.com/office/drawing/2014/main" id="{E96CB611-6FC3-7F2A-501F-F2BABE9702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489C19-BC52-CF60-76F2-A13D8C2BF53D}"/>
                </a:ext>
              </a:extLst>
            </p:cNvPr>
            <p:cNvGrpSpPr/>
            <p:nvPr/>
          </p:nvGrpSpPr>
          <p:grpSpPr>
            <a:xfrm>
              <a:off x="0" y="476360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1" name="Graphic 20" descr="Play with solid fill">
                <a:extLst>
                  <a:ext uri="{FF2B5EF4-FFF2-40B4-BE49-F238E27FC236}">
                    <a16:creationId xmlns:a16="http://schemas.microsoft.com/office/drawing/2014/main" id="{6A5B1337-59A2-B901-743B-C201810EDC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4" name="Graphic 23" descr="Play with solid fill">
                <a:extLst>
                  <a:ext uri="{FF2B5EF4-FFF2-40B4-BE49-F238E27FC236}">
                    <a16:creationId xmlns:a16="http://schemas.microsoft.com/office/drawing/2014/main" id="{FD2AFA14-63B1-916D-5527-DB83240D8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A87CCB7-C0B4-D0D2-C810-61676828E09B}"/>
                </a:ext>
              </a:extLst>
            </p:cNvPr>
            <p:cNvGrpSpPr/>
            <p:nvPr/>
          </p:nvGrpSpPr>
          <p:grpSpPr>
            <a:xfrm>
              <a:off x="0" y="5439419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8" name="Graphic 17" descr="Play with solid fill">
                <a:extLst>
                  <a:ext uri="{FF2B5EF4-FFF2-40B4-BE49-F238E27FC236}">
                    <a16:creationId xmlns:a16="http://schemas.microsoft.com/office/drawing/2014/main" id="{B183D932-F33C-DF87-0294-89AAAE9E6D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0" name="Graphic 19" descr="Play with solid fill">
                <a:extLst>
                  <a:ext uri="{FF2B5EF4-FFF2-40B4-BE49-F238E27FC236}">
                    <a16:creationId xmlns:a16="http://schemas.microsoft.com/office/drawing/2014/main" id="{AFC9E09F-39B2-79E1-8913-6FFA17F1C3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3222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Tragedy of Commons: </a:t>
            </a:r>
            <a:br>
              <a:rPr lang="en-US" dirty="0"/>
            </a:br>
            <a:r>
              <a:rPr lang="en-US" dirty="0"/>
              <a:t>Social Planner’s Problem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eaLnBrk="1" hangingPunct="1">
                  <a:buNone/>
                </a:pPr>
                <a:r>
                  <a:rPr lang="en-US" altLang="en-US" sz="2000" b="1" dirty="0"/>
                  <a:t>How should the village graze their cows so as to maximize their </a:t>
                </a:r>
                <a:r>
                  <a:rPr lang="en-US" altLang="en-US" sz="2000" b="1" u="sng" dirty="0">
                    <a:solidFill>
                      <a:srgbClr val="FF0000"/>
                    </a:solidFill>
                  </a:rPr>
                  <a:t>total income</a:t>
                </a:r>
                <a:r>
                  <a:rPr lang="en-US" altLang="en-US" sz="2000" b="1" dirty="0"/>
                  <a:t>?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The objective is:</a:t>
                </a:r>
                <a14:m>
                  <m:oMath xmlns:m="http://schemas.openxmlformats.org/officeDocument/2006/math">
                    <m:r>
                      <a:rPr lang="en-SG" alt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0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en-US" sz="20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en-US" sz="2000" b="0" i="0" smtClean="0">
                                <a:latin typeface="Cambria Math" panose="02040503050406030204" pitchFamily="18" charset="0"/>
                              </a:rPr>
                              <m:t>≥0</m:t>
                            </m:r>
                          </m:lim>
                        </m:limLow>
                      </m:fName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func>
                  </m:oMath>
                </a14:m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The solution to this problem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dirty="0"/>
                  <a:t> where:</a:t>
                </a:r>
                <a14:m>
                  <m:oMath xmlns:m="http://schemas.openxmlformats.org/officeDocument/2006/math">
                    <m:r>
                      <a:rPr lang="en-SG" alt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altLang="ja-JP" sz="2000" dirty="0"/>
              </a:p>
              <a:p>
                <a:endParaRPr lang="en-US" altLang="ja-JP" sz="2000" dirty="0"/>
              </a:p>
              <a:p>
                <a:r>
                  <a:rPr lang="en-US" altLang="ja-JP" sz="2000" dirty="0"/>
                  <a:t>This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ja-JP" sz="2000" dirty="0"/>
                  <a:t> is the socially optimal solution.</a:t>
                </a:r>
              </a:p>
              <a:p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0FB97-1DCE-4B67-ABE4-52BD44CA0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303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Tragedy of Commons: </a:t>
            </a:r>
            <a:br>
              <a:rPr lang="en-US" dirty="0"/>
            </a:br>
            <a:r>
              <a:rPr lang="en-US" dirty="0"/>
              <a:t>Individual Problem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eaLnBrk="1" hangingPunct="1">
                  <a:buNone/>
                </a:pPr>
                <a:r>
                  <a:rPr lang="en-US" altLang="en-US" sz="2000" b="1" dirty="0"/>
                  <a:t>How should a villager decide whether to graze a cow to </a:t>
                </a:r>
                <a:r>
                  <a:rPr lang="en-US" altLang="en-US" sz="2000" b="1" dirty="0" err="1"/>
                  <a:t>maximise</a:t>
                </a:r>
                <a:r>
                  <a:rPr lang="en-US" altLang="en-US" sz="2000" b="1" dirty="0"/>
                  <a:t> </a:t>
                </a:r>
                <a:r>
                  <a:rPr lang="en-US" altLang="en-US" sz="2000" b="1" u="sng" dirty="0">
                    <a:solidFill>
                      <a:srgbClr val="FF0000"/>
                    </a:solidFill>
                  </a:rPr>
                  <a:t>personal</a:t>
                </a:r>
                <a:r>
                  <a:rPr lang="en-US" altLang="en-US" sz="2000" b="1" dirty="0">
                    <a:solidFill>
                      <a:srgbClr val="FF0000"/>
                    </a:solidFill>
                  </a:rPr>
                  <a:t> income</a:t>
                </a:r>
                <a:r>
                  <a:rPr lang="en-US" altLang="en-US" sz="2000" b="1" dirty="0"/>
                  <a:t>? </a:t>
                </a:r>
              </a:p>
              <a:p>
                <a:pPr eaLnBrk="1" hangingPunct="1"/>
                <a:endParaRPr lang="en-US" altLang="en-US" sz="2000" dirty="0"/>
              </a:p>
              <a:p>
                <a:r>
                  <a:rPr lang="en-US" altLang="en-US" sz="2000" dirty="0"/>
                  <a:t>Each villager considers the current productivity of a cow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en-US" sz="2000" dirty="0"/>
                  <a:t> when choosing to graze.</a:t>
                </a:r>
              </a:p>
              <a:p>
                <a:pPr lvl="1"/>
                <a:r>
                  <a:rPr lang="en-US" altLang="en-US" sz="1800" b="0" dirty="0"/>
                  <a:t>Remember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en-US" sz="1800" dirty="0"/>
                  <a:t> is the </a:t>
                </a:r>
                <a:r>
                  <a:rPr lang="en-US" altLang="en-US" sz="1800" u="sng" dirty="0"/>
                  <a:t>total</a:t>
                </a:r>
                <a:r>
                  <a:rPr lang="en-US" altLang="en-US" sz="1800" dirty="0"/>
                  <a:t> number of cows currently being grazed. </a:t>
                </a:r>
              </a:p>
              <a:p>
                <a:pPr eaLnBrk="1" hangingPunct="1"/>
                <a:endParaRPr lang="en-US" altLang="en-US" sz="2000" dirty="0"/>
              </a:p>
              <a:p>
                <a:r>
                  <a:rPr lang="en-US" altLang="en-US" sz="2000" dirty="0"/>
                  <a:t>As long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en-US" sz="20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en-US" sz="2000" dirty="0"/>
                  <a:t>, there will be a villager who will want to graze an additional cow.</a:t>
                </a:r>
              </a:p>
              <a:p>
                <a:pPr eaLnBrk="1" hangingPunct="1"/>
                <a:endParaRPr lang="en-US" altLang="en-US" sz="2000" dirty="0"/>
              </a:p>
              <a:p>
                <a:r>
                  <a:rPr lang="en-US" altLang="en-US" sz="2000" dirty="0"/>
                  <a:t>Since nobody owns the common, entry is not restricted, and entry occurs until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SG" altLang="en-US" sz="2000" dirty="0"/>
                </a:br>
                <a:r>
                  <a:rPr lang="en-SG" altLang="en-US" sz="1800" i="1" dirty="0"/>
                  <a:t>(</a:t>
                </a:r>
                <a:r>
                  <a:rPr lang="en-US" altLang="en-US" sz="1800" i="1" dirty="0"/>
                  <a:t>Individual economic profit of grazing another cow is 0.)</a:t>
                </a:r>
              </a:p>
              <a:p>
                <a:endParaRPr lang="en-US" alt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3B2BB-4EEE-4836-A49C-4624EAC3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663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Tragedy of Commons (Graphical Solution)</a:t>
            </a:r>
            <a:endParaRPr lang="en-GB" dirty="0"/>
          </a:p>
        </p:txBody>
      </p:sp>
      <p:pic>
        <p:nvPicPr>
          <p:cNvPr id="7" name="Picture 6" descr="A graph representing edgeworth box plots milk on the vertical axis and c on the horizontal axis. A concave downward curve starts at the origin and increases to a point on the top-right corner of the graph. The curve is labeled f (c). A linearly increasing line labeled p subscript c C is drawn from the origin. It intersects the curve at a point. From the point of intersection a dashed vertical line is dropped to meet the horizontal axis at point c hat. A tangent to the curve is drawn at the point (c asterisk, f prime (c asterisk). From the point a vertical dashed line is dropped to the horizontal axis. An arrow points from this vertical dashed line to the vertical dashed line from c hat. Slope of the tangent is labeled f prime (c superscript asterisk).&#10;">
            <a:extLst>
              <a:ext uri="{FF2B5EF4-FFF2-40B4-BE49-F238E27FC236}">
                <a16:creationId xmlns:a16="http://schemas.microsoft.com/office/drawing/2014/main" id="{D5102378-B460-4798-A956-2AFC4A98B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09" y="1930461"/>
            <a:ext cx="6414638" cy="36483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88AD9DA-A69F-4EA1-9AC6-EA99651D6F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39127" y="2046455"/>
                <a:ext cx="4212964" cy="372166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en-US" sz="20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b="0" dirty="0"/>
                  <a:t>is the social optimum.</a:t>
                </a:r>
                <a:br>
                  <a:rPr lang="en-US" altLang="en-US" sz="2000" b="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SG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alt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SG" alt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altLang="en-US" sz="2000" b="0" dirty="0"/>
              </a:p>
              <a:p>
                <a:endParaRPr lang="en-US" altLang="en-US" sz="2000" dirty="0"/>
              </a:p>
              <a:p>
                <a:r>
                  <a:rPr lang="en-US" altLang="en-US" sz="2000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GB" sz="2000" dirty="0"/>
                  <a:t> is the equilibrium when villagers individually optimise.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SG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SG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SG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SG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acc>
                            <m:accPr>
                              <m:chr m:val="̂"/>
                              <m:ctrlPr>
                                <a:rPr lang="en-SG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den>
                      </m:f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G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US" altLang="en-US" sz="2000" b="1" dirty="0"/>
                  <a:t>More cows are grazed in the individual optimum than the social optimum.</a:t>
                </a:r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88AD9DA-A69F-4EA1-9AC6-EA99651D6F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39127" y="2046455"/>
                <a:ext cx="4212964" cy="3721667"/>
              </a:xfrm>
              <a:blipFill>
                <a:blip r:embed="rId3"/>
                <a:stretch>
                  <a:fillRect l="-1447" t="-180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217C2A-B0AF-42B5-97B6-1BD606CCE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427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Tragedy of Commons (Mathematically)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eaLnBrk="1" hangingPunct="1"/>
                <a:endParaRPr lang="en-US" altLang="en-US" sz="2000" dirty="0"/>
              </a:p>
              <a:p>
                <a:r>
                  <a:rPr lang="en-US" altLang="en-US" sz="2000" dirty="0"/>
                  <a:t>At the social optimum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dirty="0"/>
                  <a:t>, the </a:t>
                </a:r>
                <a:r>
                  <a:rPr lang="en-US" altLang="en-US" sz="2000" u="sng" dirty="0"/>
                  <a:t>individual economic profit</a:t>
                </a:r>
                <a:r>
                  <a:rPr lang="en-US" altLang="en-US" sz="2000" dirty="0"/>
                  <a:t> per cow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en-US" sz="2000" dirty="0"/>
                  <a:t> </a:t>
                </a:r>
              </a:p>
              <a:p>
                <a:pPr lvl="1"/>
                <a:r>
                  <a:rPr lang="en-US" altLang="en-US" sz="1800" dirty="0"/>
                  <a:t>This is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en-US" sz="1800" dirty="0"/>
                  <a:t>  and where the latter inequality follows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en-US" sz="1800" i="1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en-US" sz="1800" dirty="0"/>
                  <a:t>. </a:t>
                </a:r>
              </a:p>
              <a:p>
                <a:pPr eaLnBrk="1" hangingPunct="1"/>
                <a:endParaRPr lang="en-US" altLang="en-US" sz="2000" dirty="0"/>
              </a:p>
              <a:p>
                <a:r>
                  <a:rPr lang="en-SG" altLang="en-US" sz="2000" dirty="0"/>
                  <a:t>Since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SG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en-US" sz="2000" dirty="0"/>
                  <a:t> is decreasing in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en-US" sz="2000" dirty="0"/>
                  <a:t> for a concave production function, </a:t>
                </a:r>
                <a:r>
                  <a:rPr lang="en-US" altLang="en-US" sz="2000" b="1" dirty="0"/>
                  <a:t>this implies that the number of cows grazed in equilbrium when villagers are individually optimizing,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  <m:r>
                      <a:rPr lang="en-SG" altLang="en-US" sz="2000" b="1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en-US" sz="2000" b="1" dirty="0"/>
                  <a:t> is greater.</a:t>
                </a:r>
              </a:p>
              <a:p>
                <a:pPr marL="457200" lvl="1" indent="0">
                  <a:buNone/>
                </a:pPr>
                <a:endParaRPr lang="en-US" altLang="en-US" sz="1600" dirty="0"/>
              </a:p>
              <a:p>
                <a:pPr eaLnBrk="1" hangingPunct="1"/>
                <a:endParaRPr lang="en-US" altLang="en-US" sz="200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3B2BB-4EEE-4836-A49C-4624EAC3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8677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Tragedy of Commons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What is the intuition behind this?</a:t>
                </a:r>
              </a:p>
              <a:p>
                <a:pPr lvl="1"/>
                <a:r>
                  <a:rPr lang="en-US" sz="1800" dirty="0"/>
                  <a:t>When a villager adds one more cow, his personal income rises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800" dirty="0"/>
                  <a:t> but every other villager’s income falls. I.e. the villager imposes a negative externality on others, but doesn’t take that into account.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Solutions to this problem are similar to that for externalities..</a:t>
                </a:r>
              </a:p>
              <a:p>
                <a:pPr lvl="1"/>
                <a:r>
                  <a:rPr lang="en-GB" sz="1800" dirty="0"/>
                  <a:t>“Merger”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GB" sz="1800" dirty="0"/>
                  <a:t>if villagers acted as a single entity, e.g. like a cooperative, then they would have efficient outcome.</a:t>
                </a:r>
              </a:p>
              <a:p>
                <a:pPr lvl="1"/>
                <a:r>
                  <a:rPr lang="en-GB" sz="1800" dirty="0"/>
                  <a:t>“Property rights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1800" dirty="0"/>
                  <a:t> give someone the right to the commons (Coase theorem).</a:t>
                </a:r>
              </a:p>
              <a:p>
                <a:pPr lvl="1"/>
                <a:r>
                  <a:rPr lang="en-GB" sz="1800" dirty="0"/>
                  <a:t>Taxes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  </m:t>
                    </m:r>
                  </m:oMath>
                </a14:m>
                <a:r>
                  <a:rPr lang="en-GB" sz="1800" dirty="0"/>
                  <a:t>charge a fee to use the field.</a:t>
                </a:r>
              </a:p>
              <a:p>
                <a:pPr lvl="1"/>
                <a:endParaRPr lang="en-GB" sz="2000" dirty="0"/>
              </a:p>
              <a:p>
                <a:pPr lvl="1"/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9F0DD-9977-4210-88CE-B46B0416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Tragedy of Commons, Discussion</a:t>
            </a:r>
            <a:endParaRPr lang="en-GB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4B2E5-1CF0-4D19-AFAA-E09B13AE7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This holds in general: common property leads to a “structure” where externalities are imposed on others from private use.</a:t>
            </a:r>
          </a:p>
          <a:p>
            <a:endParaRPr lang="en-US" sz="2000" dirty="0"/>
          </a:p>
          <a:p>
            <a:r>
              <a:rPr lang="en-US" sz="2000" dirty="0"/>
              <a:t>Other modern-day examples:</a:t>
            </a:r>
          </a:p>
          <a:p>
            <a:pPr lvl="1"/>
            <a:r>
              <a:rPr lang="en-US" sz="1800" dirty="0"/>
              <a:t>Overfishing the high seas.</a:t>
            </a:r>
          </a:p>
          <a:p>
            <a:pPr lvl="1"/>
            <a:r>
              <a:rPr lang="en-US" sz="1800" dirty="0"/>
              <a:t>Overlogging forests on public lands.</a:t>
            </a:r>
          </a:p>
          <a:p>
            <a:pPr lvl="1"/>
            <a:r>
              <a:rPr lang="en-US" sz="1800" dirty="0"/>
              <a:t>Over-intensive use of public parks.</a:t>
            </a:r>
          </a:p>
          <a:p>
            <a:pPr lvl="1"/>
            <a:r>
              <a:rPr lang="en-US" sz="1800" dirty="0"/>
              <a:t>Urban traffic congestion</a:t>
            </a:r>
            <a:endParaRPr lang="en-GB" sz="2000" dirty="0"/>
          </a:p>
          <a:p>
            <a:pPr lvl="1"/>
            <a:endParaRPr lang="en-GB" sz="1800" dirty="0"/>
          </a:p>
          <a:p>
            <a:pPr lvl="1"/>
            <a:endParaRPr lang="en-GB" sz="1800" dirty="0"/>
          </a:p>
          <a:p>
            <a:endParaRPr lang="en-GB" sz="2000" dirty="0"/>
          </a:p>
          <a:p>
            <a:endParaRPr lang="en-GB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1ECC7-956F-439C-81E4-03880755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991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 Questions </a:t>
            </a:r>
            <a:r>
              <a:rPr lang="en-US" dirty="0"/>
              <a:t>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4B2E5-1CF0-4D19-AFAA-E09B13AE7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Suppose that there is a wi-fi access point with a capacity of 10 people. Because of bandwidth limitations, after 10 people, average wi-fi speed starts to get slower for each unit of usage. Each connected person decides how much w-</a:t>
            </a:r>
            <a:r>
              <a:rPr lang="en-GB" sz="2000" dirty="0" err="1">
                <a:solidFill>
                  <a:schemeClr val="tx1"/>
                </a:solidFill>
              </a:rPr>
              <a:t>ifi</a:t>
            </a:r>
            <a:r>
              <a:rPr lang="en-GB" sz="2000" dirty="0">
                <a:solidFill>
                  <a:schemeClr val="tx1"/>
                </a:solidFill>
              </a:rPr>
              <a:t> to use.</a:t>
            </a:r>
          </a:p>
          <a:p>
            <a:endParaRPr lang="en-GB" sz="2000" dirty="0">
              <a:solidFill>
                <a:schemeClr val="tx1"/>
              </a:solidFill>
            </a:endParaRPr>
          </a:p>
          <a:p>
            <a:r>
              <a:rPr lang="en-GB" sz="2000" dirty="0">
                <a:solidFill>
                  <a:schemeClr val="tx1"/>
                </a:solidFill>
              </a:rPr>
              <a:t>Suppose there are </a:t>
            </a:r>
            <a:r>
              <a:rPr lang="en-GB" sz="2000" u="sng" dirty="0">
                <a:solidFill>
                  <a:schemeClr val="tx1"/>
                </a:solidFill>
              </a:rPr>
              <a:t>5 people</a:t>
            </a:r>
            <a:r>
              <a:rPr lang="en-GB" sz="2000" dirty="0">
                <a:solidFill>
                  <a:schemeClr val="tx1"/>
                </a:solidFill>
              </a:rPr>
              <a:t> who are sharing the a wi-fi access point. Will there be a </a:t>
            </a:r>
            <a:r>
              <a:rPr lang="en-GB" sz="2000" i="1" dirty="0">
                <a:solidFill>
                  <a:schemeClr val="tx1"/>
                </a:solidFill>
              </a:rPr>
              <a:t>tragedy of commons</a:t>
            </a:r>
            <a:r>
              <a:rPr lang="en-GB" sz="2000" dirty="0">
                <a:solidFill>
                  <a:schemeClr val="tx1"/>
                </a:solidFill>
              </a:rPr>
              <a:t> (in wi-fi usage)?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800" dirty="0">
                <a:solidFill>
                  <a:schemeClr val="tx1"/>
                </a:solidFill>
              </a:rPr>
              <a:t>Yes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800" dirty="0">
                <a:solidFill>
                  <a:schemeClr val="tx1"/>
                </a:solidFill>
              </a:rPr>
              <a:t>No (This is the answer)</a:t>
            </a:r>
          </a:p>
          <a:p>
            <a:pPr marL="914400" lvl="1" indent="-457200">
              <a:buFont typeface="+mj-lt"/>
              <a:buAutoNum type="arabicPeriod"/>
            </a:pPr>
            <a:endParaRPr lang="en-GB" sz="1800" dirty="0">
              <a:solidFill>
                <a:schemeClr val="tx1"/>
              </a:solidFill>
            </a:endParaRPr>
          </a:p>
          <a:p>
            <a:r>
              <a:rPr lang="en-GB" sz="2000" dirty="0">
                <a:solidFill>
                  <a:schemeClr val="tx1"/>
                </a:solidFill>
              </a:rPr>
              <a:t>Suppose there are now 1</a:t>
            </a:r>
            <a:r>
              <a:rPr lang="en-GB" sz="2000" u="sng" dirty="0">
                <a:solidFill>
                  <a:schemeClr val="tx1"/>
                </a:solidFill>
              </a:rPr>
              <a:t>5 people</a:t>
            </a:r>
            <a:r>
              <a:rPr lang="en-GB" sz="2000" dirty="0">
                <a:solidFill>
                  <a:schemeClr val="tx1"/>
                </a:solidFill>
              </a:rPr>
              <a:t> who are sharing the a wi-fi access point. Will there be a </a:t>
            </a:r>
            <a:r>
              <a:rPr lang="en-GB" sz="2000" i="1" dirty="0">
                <a:solidFill>
                  <a:schemeClr val="tx1"/>
                </a:solidFill>
              </a:rPr>
              <a:t>tragedy of commons</a:t>
            </a:r>
            <a:r>
              <a:rPr lang="en-GB" sz="2000" dirty="0">
                <a:solidFill>
                  <a:schemeClr val="tx1"/>
                </a:solidFill>
              </a:rPr>
              <a:t> (in wi-fi usage)?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800" dirty="0">
                <a:solidFill>
                  <a:schemeClr val="tx1"/>
                </a:solidFill>
              </a:rPr>
              <a:t>Yes</a:t>
            </a:r>
            <a:r>
              <a:rPr lang="en-GB" sz="1800" b="1" dirty="0">
                <a:solidFill>
                  <a:schemeClr val="tx1"/>
                </a:solidFill>
              </a:rPr>
              <a:t> (This is the answer)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800" dirty="0">
                <a:solidFill>
                  <a:schemeClr val="tx1"/>
                </a:solidFill>
              </a:rPr>
              <a:t>No</a:t>
            </a:r>
          </a:p>
          <a:p>
            <a:endParaRPr lang="en-GB" sz="2400" dirty="0">
              <a:solidFill>
                <a:schemeClr val="tx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GB" sz="2000" dirty="0">
              <a:solidFill>
                <a:schemeClr val="tx1"/>
              </a:solidFill>
            </a:endParaRPr>
          </a:p>
          <a:p>
            <a:pPr lvl="1"/>
            <a:endParaRPr lang="en-GB" sz="2000" dirty="0">
              <a:solidFill>
                <a:schemeClr val="tx1"/>
              </a:solidFill>
            </a:endParaRPr>
          </a:p>
          <a:p>
            <a:endParaRPr lang="en-GB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C3355-C584-4C8F-8ACB-4168C3A6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14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D1FDD-E2DD-BD8A-4FF9-66995F1EE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205" y="309717"/>
            <a:ext cx="1258993" cy="125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81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A simple model of </a:t>
            </a:r>
            <a:br>
              <a:rPr lang="en-US" sz="5200" dirty="0">
                <a:solidFill>
                  <a:schemeClr val="tx2"/>
                </a:solidFill>
              </a:rPr>
            </a:br>
            <a:r>
              <a:rPr lang="en-US" sz="5200" dirty="0">
                <a:solidFill>
                  <a:schemeClr val="tx2"/>
                </a:solidFill>
              </a:rPr>
              <a:t>Public Goods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642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5951431-58F8-8AB7-9B72-EDDD811576DD}"/>
              </a:ext>
            </a:extLst>
          </p:cNvPr>
          <p:cNvSpPr/>
          <p:nvPr/>
        </p:nvSpPr>
        <p:spPr>
          <a:xfrm>
            <a:off x="721947" y="1701591"/>
            <a:ext cx="10870961" cy="1498810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Goods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000" dirty="0"/>
                  <a:t>A public good is </a:t>
                </a:r>
                <a:r>
                  <a:rPr lang="en-GB" sz="2000" b="1" i="1" dirty="0">
                    <a:solidFill>
                      <a:srgbClr val="0000FF"/>
                    </a:solidFill>
                  </a:rPr>
                  <a:t>non-excludable</a:t>
                </a:r>
                <a:r>
                  <a:rPr lang="en-GB" sz="2000" dirty="0"/>
                  <a:t> and </a:t>
                </a:r>
                <a:r>
                  <a:rPr lang="en-GB" sz="2000" b="1" i="1" dirty="0">
                    <a:solidFill>
                      <a:srgbClr val="0000FF"/>
                    </a:solidFill>
                  </a:rPr>
                  <a:t>non-rivalrous</a:t>
                </a:r>
                <a:r>
                  <a:rPr lang="en-GB" sz="2000" dirty="0"/>
                  <a:t> in consumption.</a:t>
                </a:r>
              </a:p>
              <a:p>
                <a:pPr lvl="1"/>
                <a:r>
                  <a:rPr lang="en-GB" sz="1800" dirty="0"/>
                  <a:t>As long as 1 individual chooses to consume (provide) the good, can’t exclude others from consuming it.</a:t>
                </a:r>
              </a:p>
              <a:p>
                <a:pPr lvl="1"/>
                <a:r>
                  <a:rPr lang="en-GB" sz="1800" dirty="0"/>
                  <a:t>It is also non-rival in the sense that everyone will consume the same amount.</a:t>
                </a:r>
                <a:br>
                  <a:rPr lang="en-GB" sz="1800" dirty="0"/>
                </a:br>
                <a:r>
                  <a:rPr lang="en-GB" sz="1800" dirty="0"/>
                  <a:t>This causes certain problems for the decentralised market …</a:t>
                </a:r>
              </a:p>
              <a:p>
                <a:pPr lvl="1"/>
                <a:endParaRPr lang="en-GB" sz="2000" dirty="0"/>
              </a:p>
              <a:p>
                <a:r>
                  <a:rPr lang="en-GB" sz="2000" dirty="0"/>
                  <a:t>We first start by examining </a:t>
                </a:r>
                <a:r>
                  <a:rPr lang="en-GB" sz="2000" u="sng" dirty="0"/>
                  <a:t>when</a:t>
                </a:r>
                <a:r>
                  <a:rPr lang="en-GB" sz="2000" dirty="0"/>
                  <a:t> a public good should be provided.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To this end, let us consider consumers’ </a:t>
                </a:r>
                <a:r>
                  <a:rPr lang="en-GB" sz="2000" b="1" dirty="0">
                    <a:solidFill>
                      <a:srgbClr val="0000FF"/>
                    </a:solidFill>
                  </a:rPr>
                  <a:t>reservation prices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 of the public good,</a:t>
                </a:r>
                <a:br>
                  <a:rPr lang="en-US" sz="20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𝑃𝐺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:pPr lvl="1"/>
                <a:endParaRPr lang="en-GB" sz="2000" dirty="0"/>
              </a:p>
              <a:p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C3355-C584-4C8F-8ACB-4168C3A6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16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5F288D-E219-3975-A959-E7EAFD66C356}"/>
              </a:ext>
            </a:extLst>
          </p:cNvPr>
          <p:cNvGrpSpPr/>
          <p:nvPr/>
        </p:nvGrpSpPr>
        <p:grpSpPr>
          <a:xfrm>
            <a:off x="0" y="3726790"/>
            <a:ext cx="554697" cy="1551984"/>
            <a:chOff x="-1" y="87777"/>
            <a:chExt cx="554697" cy="1551984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27A2A95-0A1C-8D5A-8995-FC9F89970F02}"/>
                </a:ext>
              </a:extLst>
            </p:cNvPr>
            <p:cNvGrpSpPr/>
            <p:nvPr/>
          </p:nvGrpSpPr>
          <p:grpSpPr>
            <a:xfrm>
              <a:off x="0" y="8777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32" name="Graphic 31" descr="Play with solid fill">
                <a:extLst>
                  <a:ext uri="{FF2B5EF4-FFF2-40B4-BE49-F238E27FC236}">
                    <a16:creationId xmlns:a16="http://schemas.microsoft.com/office/drawing/2014/main" id="{1FCC54CE-83DE-F7CA-D4A1-6E2791FD2F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33" name="Graphic 32" descr="Play with solid fill">
                <a:extLst>
                  <a:ext uri="{FF2B5EF4-FFF2-40B4-BE49-F238E27FC236}">
                    <a16:creationId xmlns:a16="http://schemas.microsoft.com/office/drawing/2014/main" id="{B00FE384-4B97-938C-49DC-2EAE737755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0BFAF35-DE9B-9EB3-E550-23A3AB044CE1}"/>
                </a:ext>
              </a:extLst>
            </p:cNvPr>
            <p:cNvGrpSpPr/>
            <p:nvPr/>
          </p:nvGrpSpPr>
          <p:grpSpPr>
            <a:xfrm>
              <a:off x="-1" y="75368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30" name="Graphic 29" descr="Play with solid fill">
                <a:extLst>
                  <a:ext uri="{FF2B5EF4-FFF2-40B4-BE49-F238E27FC236}">
                    <a16:creationId xmlns:a16="http://schemas.microsoft.com/office/drawing/2014/main" id="{9FD9A4AF-4C63-640E-40D8-AD98C9CD8A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31" name="Graphic 30" descr="Play with solid fill">
                <a:extLst>
                  <a:ext uri="{FF2B5EF4-FFF2-40B4-BE49-F238E27FC236}">
                    <a16:creationId xmlns:a16="http://schemas.microsoft.com/office/drawing/2014/main" id="{1AAFC941-A60F-858F-EE3F-5F95ACF0BD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9032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Goods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000" dirty="0"/>
                  <a:t>Suppose we have 2 individuals A and B who have to decide whether to contribute to providing a public good.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Assume that the cost of provision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sz="2000" dirty="0"/>
                  <a:t> The public good will only be provided if their contributions exceed the cost of provision. </a:t>
                </a:r>
              </a:p>
              <a:p>
                <a:pPr lvl="1"/>
                <a:r>
                  <a:rPr lang="en-GB" sz="1800" b="1" dirty="0">
                    <a:solidFill>
                      <a:srgbClr val="FF0000"/>
                    </a:solidFill>
                  </a:rPr>
                  <a:t>(Contributions are assumed </a:t>
                </a:r>
                <a:r>
                  <a:rPr lang="en-GB" sz="1800" b="1" u="sng" dirty="0">
                    <a:solidFill>
                      <a:srgbClr val="FF0000"/>
                    </a:solidFill>
                  </a:rPr>
                  <a:t>not to be refunded</a:t>
                </a:r>
                <a:r>
                  <a:rPr lang="en-GB" sz="1800" b="1" dirty="0">
                    <a:solidFill>
                      <a:srgbClr val="FF0000"/>
                    </a:solidFill>
                  </a:rPr>
                  <a:t> in the case of failure.)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Then it is efficient to provide the public good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 lvl="1"/>
                <a:r>
                  <a:rPr lang="en-GB" sz="1800" dirty="0"/>
                  <a:t>Compared to no provision, there exists some sharing of the cost which leads to a pareto improvement.</a:t>
                </a:r>
              </a:p>
              <a:p>
                <a:endParaRPr lang="en-GB" sz="2000" dirty="0"/>
              </a:p>
              <a:p>
                <a:pPr marL="0" indent="0">
                  <a:buNone/>
                </a:pPr>
                <a:r>
                  <a:rPr lang="en-GB" sz="2000" b="1" dirty="0"/>
                  <a:t>We will now use game theory to see some problems with privately providing the public good.</a:t>
                </a:r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17034-BDAA-45E2-95FF-C2D34A76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17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9AB987-C7FA-21E7-881F-B7A267A5D8C5}"/>
              </a:ext>
            </a:extLst>
          </p:cNvPr>
          <p:cNvGrpSpPr/>
          <p:nvPr/>
        </p:nvGrpSpPr>
        <p:grpSpPr>
          <a:xfrm>
            <a:off x="0" y="1182172"/>
            <a:ext cx="563058" cy="4215391"/>
            <a:chOff x="-8362" y="87777"/>
            <a:chExt cx="563058" cy="4215391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6155ABF-06E4-D51A-8CB8-AE9A1B63EE17}"/>
                </a:ext>
              </a:extLst>
            </p:cNvPr>
            <p:cNvGrpSpPr/>
            <p:nvPr/>
          </p:nvGrpSpPr>
          <p:grpSpPr>
            <a:xfrm>
              <a:off x="0" y="8777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31" name="Graphic 30" descr="Play with solid fill">
                <a:extLst>
                  <a:ext uri="{FF2B5EF4-FFF2-40B4-BE49-F238E27FC236}">
                    <a16:creationId xmlns:a16="http://schemas.microsoft.com/office/drawing/2014/main" id="{3615DFB0-8FDA-AB95-4F71-88BD609E4A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32" name="Graphic 31" descr="Play with solid fill">
                <a:extLst>
                  <a:ext uri="{FF2B5EF4-FFF2-40B4-BE49-F238E27FC236}">
                    <a16:creationId xmlns:a16="http://schemas.microsoft.com/office/drawing/2014/main" id="{25C5E5A5-CE67-1114-890E-27FE099308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7A8D5CB-8BCF-D444-7D9C-DF26B7132B92}"/>
                </a:ext>
              </a:extLst>
            </p:cNvPr>
            <p:cNvGrpSpPr/>
            <p:nvPr/>
          </p:nvGrpSpPr>
          <p:grpSpPr>
            <a:xfrm>
              <a:off x="-1" y="75368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9" name="Graphic 28" descr="Play with solid fill">
                <a:extLst>
                  <a:ext uri="{FF2B5EF4-FFF2-40B4-BE49-F238E27FC236}">
                    <a16:creationId xmlns:a16="http://schemas.microsoft.com/office/drawing/2014/main" id="{E641FA2B-C019-3A73-78C1-13432CA3F0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30" name="Graphic 29" descr="Play with solid fill">
                <a:extLst>
                  <a:ext uri="{FF2B5EF4-FFF2-40B4-BE49-F238E27FC236}">
                    <a16:creationId xmlns:a16="http://schemas.microsoft.com/office/drawing/2014/main" id="{00DEFEF3-26A1-3901-D7CE-59ED794A49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361BE21-7E74-1FA9-EBE2-A8B4244EFD14}"/>
                </a:ext>
              </a:extLst>
            </p:cNvPr>
            <p:cNvGrpSpPr/>
            <p:nvPr/>
          </p:nvGrpSpPr>
          <p:grpSpPr>
            <a:xfrm>
              <a:off x="-2" y="141958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7" name="Graphic 26" descr="Play with solid fill">
                <a:extLst>
                  <a:ext uri="{FF2B5EF4-FFF2-40B4-BE49-F238E27FC236}">
                    <a16:creationId xmlns:a16="http://schemas.microsoft.com/office/drawing/2014/main" id="{35194812-0FA7-B16E-A837-A763ED8964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8" name="Graphic 27" descr="Play with solid fill">
                <a:extLst>
                  <a:ext uri="{FF2B5EF4-FFF2-40B4-BE49-F238E27FC236}">
                    <a16:creationId xmlns:a16="http://schemas.microsoft.com/office/drawing/2014/main" id="{C4C0E5D9-5DA3-8D76-EA2D-AEEA5E5BC1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D7EF3DB-3BA4-BD22-A8F8-BBE2B4B2508A}"/>
                </a:ext>
              </a:extLst>
            </p:cNvPr>
            <p:cNvGrpSpPr/>
            <p:nvPr/>
          </p:nvGrpSpPr>
          <p:grpSpPr>
            <a:xfrm>
              <a:off x="0" y="208549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5" name="Graphic 24" descr="Play with solid fill">
                <a:extLst>
                  <a:ext uri="{FF2B5EF4-FFF2-40B4-BE49-F238E27FC236}">
                    <a16:creationId xmlns:a16="http://schemas.microsoft.com/office/drawing/2014/main" id="{454C84A4-614D-CA85-012B-B753F09A14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6" name="Graphic 25" descr="Play with solid fill">
                <a:extLst>
                  <a:ext uri="{FF2B5EF4-FFF2-40B4-BE49-F238E27FC236}">
                    <a16:creationId xmlns:a16="http://schemas.microsoft.com/office/drawing/2014/main" id="{52A54113-1AD7-8A14-C64D-625EACB3C3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766082E-A3C5-7135-C19F-7D7BB3E6B6A5}"/>
                </a:ext>
              </a:extLst>
            </p:cNvPr>
            <p:cNvGrpSpPr/>
            <p:nvPr/>
          </p:nvGrpSpPr>
          <p:grpSpPr>
            <a:xfrm>
              <a:off x="0" y="2758751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3" name="Graphic 22" descr="Play with solid fill">
                <a:extLst>
                  <a:ext uri="{FF2B5EF4-FFF2-40B4-BE49-F238E27FC236}">
                    <a16:creationId xmlns:a16="http://schemas.microsoft.com/office/drawing/2014/main" id="{03215744-B8AF-6D2E-96B6-E6E256B666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4" name="Graphic 23" descr="Play with solid fill">
                <a:extLst>
                  <a:ext uri="{FF2B5EF4-FFF2-40B4-BE49-F238E27FC236}">
                    <a16:creationId xmlns:a16="http://schemas.microsoft.com/office/drawing/2014/main" id="{4BEF8090-40BE-4354-BBEA-1349C22A48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BB1C7C9-1558-98F8-AF3B-5D2611A8BBFC}"/>
                </a:ext>
              </a:extLst>
            </p:cNvPr>
            <p:cNvGrpSpPr/>
            <p:nvPr/>
          </p:nvGrpSpPr>
          <p:grpSpPr>
            <a:xfrm>
              <a:off x="-8362" y="3417089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1" name="Graphic 20" descr="Play with solid fill">
                <a:extLst>
                  <a:ext uri="{FF2B5EF4-FFF2-40B4-BE49-F238E27FC236}">
                    <a16:creationId xmlns:a16="http://schemas.microsoft.com/office/drawing/2014/main" id="{81C068A5-D921-747F-9359-5FB089F943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2" name="Graphic 21" descr="Play with solid fill">
                <a:extLst>
                  <a:ext uri="{FF2B5EF4-FFF2-40B4-BE49-F238E27FC236}">
                    <a16:creationId xmlns:a16="http://schemas.microsoft.com/office/drawing/2014/main" id="{356FCA03-EABB-CAF7-0C37-BF9FAC8053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21648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4758" y="1526361"/>
                <a:ext cx="10515600" cy="506378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sz="2200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200" dirty="0"/>
                  <a:t>. </a:t>
                </a:r>
                <a:br>
                  <a:rPr lang="en-GB" sz="2200" dirty="0"/>
                </a:br>
                <a:br>
                  <a:rPr lang="en-GB" sz="1900" dirty="0"/>
                </a:br>
                <a:r>
                  <a:rPr lang="en-GB" sz="1900" dirty="0"/>
                  <a:t>Then A would supply the good even if B made no contribution. B then enjoys the good for free (and vice versa). </a:t>
                </a:r>
                <a:r>
                  <a:rPr lang="en-GB" sz="1900" b="1" dirty="0"/>
                  <a:t>This free riding can lead to inefficient provision.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Let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=$50</m:t>
                    </m: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=$80</m:t>
                    </m: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=$65</m:t>
                    </m:r>
                  </m:oMath>
                </a14:m>
                <a:r>
                  <a:rPr lang="en-GB" sz="2200" dirty="0"/>
                  <a:t>. </a:t>
                </a:r>
              </a:p>
              <a:p>
                <a:pPr marL="0" indent="0">
                  <a:buNone/>
                </a:pPr>
                <a:r>
                  <a:rPr lang="en-GB" sz="2200" dirty="0"/>
                  <a:t>    Suppose they have to decide whether to </a:t>
                </a:r>
                <a:r>
                  <a:rPr lang="en-GB" sz="2200" b="1" dirty="0"/>
                  <a:t>individually</a:t>
                </a:r>
                <a:r>
                  <a:rPr lang="en-GB" sz="2200" dirty="0"/>
                  <a:t> contribute $50 to providing the public good.</a:t>
                </a:r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000" dirty="0"/>
              </a:p>
              <a:p>
                <a:r>
                  <a:rPr lang="en-GB" sz="2200" dirty="0"/>
                  <a:t>Mixed strategy NE here with positive chance of (Don’t contribute, Don’t contribute) .</a:t>
                </a:r>
              </a:p>
              <a:p>
                <a:pPr lvl="1"/>
                <a:r>
                  <a:rPr lang="en-GB" sz="1900" dirty="0"/>
                  <a:t>Even though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GB" sz="19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GB" sz="1900" dirty="0"/>
                  <a:t> </a:t>
                </a:r>
                <a14:m>
                  <m:oMath xmlns:m="http://schemas.openxmlformats.org/officeDocument/2006/math">
                    <m:r>
                      <a:rPr lang="en-US" sz="1900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900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900" dirty="0"/>
                  <a:t>, the inefficient outcome of no public good might still result.</a:t>
                </a:r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4758" y="1526361"/>
                <a:ext cx="10515600" cy="5063783"/>
              </a:xfrm>
              <a:blipFill>
                <a:blip r:embed="rId3"/>
                <a:stretch>
                  <a:fillRect l="-522" t="-1685" r="-1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993433DF-E47D-4A83-81AD-563D720B9E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7426034"/>
                  </p:ext>
                </p:extLst>
              </p:nvPr>
            </p:nvGraphicFramePr>
            <p:xfrm>
              <a:off x="3139050" y="3938256"/>
              <a:ext cx="6244947" cy="14228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411883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Contribute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Don’t Contribute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Contribute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$30,  $15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$30,  $65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Don’t Contribute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$80,  $15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$0,  $0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993433DF-E47D-4A83-81AD-563D720B9E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7426034"/>
                  </p:ext>
                </p:extLst>
              </p:nvPr>
            </p:nvGraphicFramePr>
            <p:xfrm>
              <a:off x="3139050" y="3938256"/>
              <a:ext cx="6244947" cy="14228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411883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Contribute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Don’t Contribute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Contribute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6140" t="-119672" r="-101504" b="-1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591" t="-119672" r="-496" b="-196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Don’t Contribute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6140" t="-127619" r="-101504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591" t="-127619" r="-496" b="-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6B58DD0-95B3-46DB-84AE-C27402237097}"/>
              </a:ext>
            </a:extLst>
          </p:cNvPr>
          <p:cNvSpPr txBox="1"/>
          <p:nvPr/>
        </p:nvSpPr>
        <p:spPr>
          <a:xfrm>
            <a:off x="6363902" y="3626014"/>
            <a:ext cx="960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Player B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340F41-F5AF-4D36-A8D3-F14904897E42}"/>
              </a:ext>
            </a:extLst>
          </p:cNvPr>
          <p:cNvSpPr txBox="1"/>
          <p:nvPr/>
        </p:nvSpPr>
        <p:spPr>
          <a:xfrm>
            <a:off x="1875132" y="4574893"/>
            <a:ext cx="96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Player A</a:t>
            </a:r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E1269-14DA-42AF-A1C7-C7ABE5397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58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2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1667" y="1605280"/>
                <a:ext cx="10515600" cy="464270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GB" sz="2400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400" dirty="0"/>
                  <a:t>, but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400" dirty="0"/>
                  <a:t>.  </a:t>
                </a:r>
                <a:br>
                  <a:rPr lang="en-GB" sz="2400" dirty="0"/>
                </a:br>
                <a:br>
                  <a:rPr lang="en-GB" sz="2400" dirty="0"/>
                </a:br>
                <a:r>
                  <a:rPr lang="en-GB" sz="2100" dirty="0"/>
                  <a:t>Here, they </a:t>
                </a:r>
                <a:r>
                  <a:rPr lang="en-GB" sz="2100" b="1" dirty="0"/>
                  <a:t>will not </a:t>
                </a:r>
                <a:r>
                  <a:rPr lang="en-GB" sz="2100" b="1" i="1" dirty="0"/>
                  <a:t>individually </a:t>
                </a:r>
                <a:r>
                  <a:rPr lang="en-GB" sz="2100" b="1" dirty="0"/>
                  <a:t>contribute</a:t>
                </a:r>
                <a:r>
                  <a:rPr lang="en-GB" sz="2100" dirty="0"/>
                  <a:t>. Will sharing the costs help?</a:t>
                </a:r>
                <a:br>
                  <a:rPr lang="en-GB" sz="2400" dirty="0"/>
                </a:br>
                <a:endParaRPr lang="en-GB" sz="2400" dirty="0"/>
              </a:p>
              <a:p>
                <a:r>
                  <a:rPr lang="en-GB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=$100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=$80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=$65</m:t>
                    </m:r>
                  </m:oMath>
                </a14:m>
                <a:r>
                  <a:rPr lang="en-GB" sz="2400" dirty="0"/>
                  <a:t>. </a:t>
                </a:r>
              </a:p>
              <a:p>
                <a:pPr marL="0" indent="0">
                  <a:buNone/>
                </a:pPr>
                <a:r>
                  <a:rPr lang="en-GB" sz="2400" dirty="0"/>
                  <a:t>    Suppose they have to decide whether to</a:t>
                </a:r>
                <a:r>
                  <a:rPr lang="en-GB" sz="2400" b="1" dirty="0"/>
                  <a:t> equally share the costs</a:t>
                </a:r>
                <a:r>
                  <a:rPr lang="en-GB" sz="2400" dirty="0"/>
                  <a:t> </a:t>
                </a:r>
                <a:r>
                  <a:rPr lang="en-GB" sz="2400" dirty="0">
                    <a:solidFill>
                      <a:schemeClr val="tx1"/>
                    </a:solidFill>
                  </a:rPr>
                  <a:t>of providing the public good</a:t>
                </a:r>
              </a:p>
              <a:p>
                <a:pPr marL="0" indent="0">
                  <a:buNone/>
                </a:pPr>
                <a:r>
                  <a:rPr lang="en-GB" sz="2100" dirty="0">
                    <a:solidFill>
                      <a:schemeClr val="tx1"/>
                    </a:solidFill>
                  </a:rPr>
                  <a:t>    (Public good is only provided if both of them contribute their share.)</a:t>
                </a:r>
                <a:br>
                  <a:rPr lang="en-GB" sz="2100" dirty="0">
                    <a:solidFill>
                      <a:srgbClr val="FF0000"/>
                    </a:solidFill>
                  </a:rPr>
                </a:br>
                <a:endParaRPr lang="en-GB" sz="2100" dirty="0">
                  <a:solidFill>
                    <a:srgbClr val="FF0000"/>
                  </a:solidFill>
                </a:endParaRPr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r>
                  <a:rPr lang="en-GB" sz="2400" dirty="0"/>
                  <a:t>Two NE here with positive chance of </a:t>
                </a:r>
                <a:r>
                  <a:rPr lang="en-GB" sz="2400" i="1" dirty="0"/>
                  <a:t>(Don’t contribute, Don’t contribute)</a:t>
                </a:r>
                <a:endParaRPr lang="en-GB" sz="2400" dirty="0"/>
              </a:p>
              <a:p>
                <a:pPr lvl="1"/>
                <a:r>
                  <a:rPr lang="en-GB" sz="2000" dirty="0"/>
                  <a:t>The need to coordinate may hinder provision of the public good even when it is efficient: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 lvl="1"/>
                <a:endParaRPr lang="en-GB" sz="20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667" y="1605280"/>
                <a:ext cx="10515600" cy="4642704"/>
              </a:xfrm>
              <a:blipFill>
                <a:blip r:embed="rId3"/>
                <a:stretch>
                  <a:fillRect l="-522" t="-236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993433DF-E47D-4A83-81AD-563D720B9E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9610994"/>
                  </p:ext>
                </p:extLst>
              </p:nvPr>
            </p:nvGraphicFramePr>
            <p:xfrm>
              <a:off x="2973526" y="3717281"/>
              <a:ext cx="6244947" cy="1651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Contribute half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Don’t Contribute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Contribute</a:t>
                          </a:r>
                          <a:r>
                            <a:rPr lang="en-US" baseline="0" dirty="0"/>
                            <a:t> half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$30,  $15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−$50,  $0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Don’t Contribute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$0,  −$50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$0,  $0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993433DF-E47D-4A83-81AD-563D720B9E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9610994"/>
                  </p:ext>
                </p:extLst>
              </p:nvPr>
            </p:nvGraphicFramePr>
            <p:xfrm>
              <a:off x="2973526" y="3717281"/>
              <a:ext cx="6244947" cy="1651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4235">
                      <a:extLst>
                        <a:ext uri="{9D8B030D-6E8A-4147-A177-3AD203B41FA5}">
                          <a16:colId xmlns:a16="http://schemas.microsoft.com/office/drawing/2014/main" val="4239227893"/>
                        </a:ext>
                      </a:extLst>
                    </a:gridCol>
                    <a:gridCol w="2428531">
                      <a:extLst>
                        <a:ext uri="{9D8B030D-6E8A-4147-A177-3AD203B41FA5}">
                          <a16:colId xmlns:a16="http://schemas.microsoft.com/office/drawing/2014/main" val="2948776960"/>
                        </a:ext>
                      </a:extLst>
                    </a:gridCol>
                    <a:gridCol w="2452181">
                      <a:extLst>
                        <a:ext uri="{9D8B030D-6E8A-4147-A177-3AD203B41FA5}">
                          <a16:colId xmlns:a16="http://schemas.microsoft.com/office/drawing/2014/main" val="1900868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Contribute half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Don’t Contribute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39807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Contribute</a:t>
                          </a:r>
                          <a:r>
                            <a:rPr lang="en-US" baseline="0" dirty="0"/>
                            <a:t> half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6140" t="-62264" r="-101504" b="-11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591" t="-62264" r="-496" b="-114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37729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Don’t Contribute</a:t>
                          </a:r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6140" t="-163810" r="-101504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591" t="-163810" r="-496" b="-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11729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6B58DD0-95B3-46DB-84AE-C27402237097}"/>
              </a:ext>
            </a:extLst>
          </p:cNvPr>
          <p:cNvSpPr txBox="1"/>
          <p:nvPr/>
        </p:nvSpPr>
        <p:spPr>
          <a:xfrm>
            <a:off x="6285534" y="3500508"/>
            <a:ext cx="960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Player B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340F41-F5AF-4D36-A8D3-F14904897E42}"/>
              </a:ext>
            </a:extLst>
          </p:cNvPr>
          <p:cNvSpPr txBox="1"/>
          <p:nvPr/>
        </p:nvSpPr>
        <p:spPr>
          <a:xfrm>
            <a:off x="1897176" y="4345356"/>
            <a:ext cx="96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Player A</a:t>
            </a:r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A9865-1B75-4AFD-8E4D-79F8B366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10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An extended model of </a:t>
            </a:r>
            <a:br>
              <a:rPr lang="en-US" sz="5200" dirty="0">
                <a:solidFill>
                  <a:schemeClr val="tx2"/>
                </a:solidFill>
              </a:rPr>
            </a:br>
            <a:r>
              <a:rPr lang="en-US" sz="5200" dirty="0">
                <a:solidFill>
                  <a:schemeClr val="tx2"/>
                </a:solidFill>
              </a:rPr>
              <a:t>Public Goods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844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Public Good Quantities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1667" y="1896646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Now, let us consider a case where we can have variable amounts of the public good. </a:t>
                </a:r>
                <a:br>
                  <a:rPr lang="en-US" sz="2000" dirty="0"/>
                </a:br>
                <a:r>
                  <a:rPr lang="en-US" sz="2000" dirty="0"/>
                  <a:t>The cost of providing amount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of a public good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The cost of the private good is 1.</a:t>
                </a:r>
                <a:br>
                  <a:rPr lang="en-US" sz="2000" dirty="0"/>
                </a:br>
                <a:endParaRPr lang="en-US" sz="2000" dirty="0"/>
              </a:p>
              <a:p>
                <a:r>
                  <a:rPr lang="en-US" sz="2000" dirty="0"/>
                  <a:t>Each individual has wealth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and preferences which are a function of private consumption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and public goods consumption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i="1" dirty="0"/>
                  <a:t>What is the optimal amount of the public good?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i="1" dirty="0"/>
              </a:p>
              <a:p>
                <a:endParaRPr lang="en-US" sz="2000" i="1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667" y="1896646"/>
                <a:ext cx="10515600" cy="4351338"/>
              </a:xfrm>
              <a:blipFill>
                <a:blip r:embed="rId3"/>
                <a:stretch>
                  <a:fillRect l="-580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2D012-B52E-44FA-AFFE-BC6047C0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21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15568FC-8FD6-4356-D9D7-9C6DAE6F6E96}"/>
              </a:ext>
            </a:extLst>
          </p:cNvPr>
          <p:cNvGrpSpPr/>
          <p:nvPr/>
        </p:nvGrpSpPr>
        <p:grpSpPr>
          <a:xfrm>
            <a:off x="-48899" y="92281"/>
            <a:ext cx="563058" cy="6237721"/>
            <a:chOff x="-8362" y="87777"/>
            <a:chExt cx="563058" cy="6237721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6F239D3-0B5C-53AB-0C22-B14088C398D5}"/>
                </a:ext>
              </a:extLst>
            </p:cNvPr>
            <p:cNvGrpSpPr/>
            <p:nvPr/>
          </p:nvGrpSpPr>
          <p:grpSpPr>
            <a:xfrm>
              <a:off x="0" y="8777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31" name="Graphic 30" descr="Play with solid fill">
                <a:extLst>
                  <a:ext uri="{FF2B5EF4-FFF2-40B4-BE49-F238E27FC236}">
                    <a16:creationId xmlns:a16="http://schemas.microsoft.com/office/drawing/2014/main" id="{F8B39E1E-E866-BA0E-69D3-5BA0B6485D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32" name="Graphic 31" descr="Play with solid fill">
                <a:extLst>
                  <a:ext uri="{FF2B5EF4-FFF2-40B4-BE49-F238E27FC236}">
                    <a16:creationId xmlns:a16="http://schemas.microsoft.com/office/drawing/2014/main" id="{41D91846-3E4E-3201-EFAF-07C0310295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FE3B2BA-130B-6EF9-B422-4B3F49E1FF07}"/>
                </a:ext>
              </a:extLst>
            </p:cNvPr>
            <p:cNvGrpSpPr/>
            <p:nvPr/>
          </p:nvGrpSpPr>
          <p:grpSpPr>
            <a:xfrm>
              <a:off x="-1" y="75368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9" name="Graphic 28" descr="Play with solid fill">
                <a:extLst>
                  <a:ext uri="{FF2B5EF4-FFF2-40B4-BE49-F238E27FC236}">
                    <a16:creationId xmlns:a16="http://schemas.microsoft.com/office/drawing/2014/main" id="{43F62B80-74CE-1DA3-33C5-8B231282AF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30" name="Graphic 29" descr="Play with solid fill">
                <a:extLst>
                  <a:ext uri="{FF2B5EF4-FFF2-40B4-BE49-F238E27FC236}">
                    <a16:creationId xmlns:a16="http://schemas.microsoft.com/office/drawing/2014/main" id="{7184A560-07E0-D477-32BF-264563EC7A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168A6BB-928C-D39E-5D3F-8BA010730060}"/>
                </a:ext>
              </a:extLst>
            </p:cNvPr>
            <p:cNvGrpSpPr/>
            <p:nvPr/>
          </p:nvGrpSpPr>
          <p:grpSpPr>
            <a:xfrm>
              <a:off x="-2" y="141958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7" name="Graphic 26" descr="Play with solid fill">
                <a:extLst>
                  <a:ext uri="{FF2B5EF4-FFF2-40B4-BE49-F238E27FC236}">
                    <a16:creationId xmlns:a16="http://schemas.microsoft.com/office/drawing/2014/main" id="{8E0DE305-FEEB-75CE-0E32-48E5F34CD4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8" name="Graphic 27" descr="Play with solid fill">
                <a:extLst>
                  <a:ext uri="{FF2B5EF4-FFF2-40B4-BE49-F238E27FC236}">
                    <a16:creationId xmlns:a16="http://schemas.microsoft.com/office/drawing/2014/main" id="{0D4C49BB-E96B-B8C4-A7FC-8E5169413B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5D5B639-A775-62ED-A28E-1A1160343F32}"/>
                </a:ext>
              </a:extLst>
            </p:cNvPr>
            <p:cNvGrpSpPr/>
            <p:nvPr/>
          </p:nvGrpSpPr>
          <p:grpSpPr>
            <a:xfrm>
              <a:off x="0" y="208549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5" name="Graphic 24" descr="Play with solid fill">
                <a:extLst>
                  <a:ext uri="{FF2B5EF4-FFF2-40B4-BE49-F238E27FC236}">
                    <a16:creationId xmlns:a16="http://schemas.microsoft.com/office/drawing/2014/main" id="{5BF7937E-A1F6-AC91-D13B-36C7C76F17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6" name="Graphic 25" descr="Play with solid fill">
                <a:extLst>
                  <a:ext uri="{FF2B5EF4-FFF2-40B4-BE49-F238E27FC236}">
                    <a16:creationId xmlns:a16="http://schemas.microsoft.com/office/drawing/2014/main" id="{99A61D02-8D37-3C24-5268-3D0C1AF457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77553F9-1C50-9CA2-8F56-9FB27CD079DA}"/>
                </a:ext>
              </a:extLst>
            </p:cNvPr>
            <p:cNvGrpSpPr/>
            <p:nvPr/>
          </p:nvGrpSpPr>
          <p:grpSpPr>
            <a:xfrm>
              <a:off x="0" y="2758751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3" name="Graphic 22" descr="Play with solid fill">
                <a:extLst>
                  <a:ext uri="{FF2B5EF4-FFF2-40B4-BE49-F238E27FC236}">
                    <a16:creationId xmlns:a16="http://schemas.microsoft.com/office/drawing/2014/main" id="{CC9EF84B-2DE6-D0F9-C10B-D4E606FE37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4" name="Graphic 23" descr="Play with solid fill">
                <a:extLst>
                  <a:ext uri="{FF2B5EF4-FFF2-40B4-BE49-F238E27FC236}">
                    <a16:creationId xmlns:a16="http://schemas.microsoft.com/office/drawing/2014/main" id="{35CC831E-F85B-7D66-80B4-F401494FF6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FCA2BF7-CC04-842C-3227-925BAAA0E6B5}"/>
                </a:ext>
              </a:extLst>
            </p:cNvPr>
            <p:cNvGrpSpPr/>
            <p:nvPr/>
          </p:nvGrpSpPr>
          <p:grpSpPr>
            <a:xfrm>
              <a:off x="-8362" y="3417089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1" name="Graphic 20" descr="Play with solid fill">
                <a:extLst>
                  <a:ext uri="{FF2B5EF4-FFF2-40B4-BE49-F238E27FC236}">
                    <a16:creationId xmlns:a16="http://schemas.microsoft.com/office/drawing/2014/main" id="{B40596F3-377B-B4E9-6FCA-1A36787AA8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2" name="Graphic 21" descr="Play with solid fill">
                <a:extLst>
                  <a:ext uri="{FF2B5EF4-FFF2-40B4-BE49-F238E27FC236}">
                    <a16:creationId xmlns:a16="http://schemas.microsoft.com/office/drawing/2014/main" id="{1BC43087-F285-4ECD-4204-B2FDAAB545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A0B617E-8776-18C3-1138-FF70353EB42C}"/>
                </a:ext>
              </a:extLst>
            </p:cNvPr>
            <p:cNvGrpSpPr/>
            <p:nvPr/>
          </p:nvGrpSpPr>
          <p:grpSpPr>
            <a:xfrm>
              <a:off x="0" y="4090348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9" name="Graphic 18" descr="Play with solid fill">
                <a:extLst>
                  <a:ext uri="{FF2B5EF4-FFF2-40B4-BE49-F238E27FC236}">
                    <a16:creationId xmlns:a16="http://schemas.microsoft.com/office/drawing/2014/main" id="{1939A2DA-E65D-64FB-9359-69F620382F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0" name="Graphic 19" descr="Play with solid fill">
                <a:extLst>
                  <a:ext uri="{FF2B5EF4-FFF2-40B4-BE49-F238E27FC236}">
                    <a16:creationId xmlns:a16="http://schemas.microsoft.com/office/drawing/2014/main" id="{53E7951E-BDEC-9AE3-286D-00421A9F22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D174D3F-122B-A524-C5C5-8B9F3DA3F271}"/>
                </a:ext>
              </a:extLst>
            </p:cNvPr>
            <p:cNvGrpSpPr/>
            <p:nvPr/>
          </p:nvGrpSpPr>
          <p:grpSpPr>
            <a:xfrm>
              <a:off x="0" y="476360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7" name="Graphic 16" descr="Play with solid fill">
                <a:extLst>
                  <a:ext uri="{FF2B5EF4-FFF2-40B4-BE49-F238E27FC236}">
                    <a16:creationId xmlns:a16="http://schemas.microsoft.com/office/drawing/2014/main" id="{8B425E06-F1B1-B59E-07DA-97FBE83BDE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18" name="Graphic 17" descr="Play with solid fill">
                <a:extLst>
                  <a:ext uri="{FF2B5EF4-FFF2-40B4-BE49-F238E27FC236}">
                    <a16:creationId xmlns:a16="http://schemas.microsoft.com/office/drawing/2014/main" id="{1E924765-93D0-7051-1E9A-2DB9BDCC5F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DBA872C-BB35-49C7-E846-8247FC0B037D}"/>
                </a:ext>
              </a:extLst>
            </p:cNvPr>
            <p:cNvGrpSpPr/>
            <p:nvPr/>
          </p:nvGrpSpPr>
          <p:grpSpPr>
            <a:xfrm>
              <a:off x="0" y="5439419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5" name="Graphic 14" descr="Play with solid fill">
                <a:extLst>
                  <a:ext uri="{FF2B5EF4-FFF2-40B4-BE49-F238E27FC236}">
                    <a16:creationId xmlns:a16="http://schemas.microsoft.com/office/drawing/2014/main" id="{CBA47834-C95E-DB6B-3A96-180CDDC51A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16" name="Graphic 15" descr="Play with solid fill">
                <a:extLst>
                  <a:ext uri="{FF2B5EF4-FFF2-40B4-BE49-F238E27FC236}">
                    <a16:creationId xmlns:a16="http://schemas.microsoft.com/office/drawing/2014/main" id="{EB423683-07C9-7905-E258-B7700E194D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28804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2186C21-9A14-1FAF-E3AD-EC300ACFCEE2}"/>
              </a:ext>
            </a:extLst>
          </p:cNvPr>
          <p:cNvSpPr/>
          <p:nvPr/>
        </p:nvSpPr>
        <p:spPr>
          <a:xfrm>
            <a:off x="553986" y="1690688"/>
            <a:ext cx="10870961" cy="2122786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Optimal Outcome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1667" y="189664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Any (pareto) efficient allocation can be shown to satisfy the following condition: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∑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𝑀𝑅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    </a:t>
                </a:r>
                <a:br>
                  <a:rPr lang="en-GB" sz="2000" dirty="0"/>
                </a:br>
                <a:r>
                  <a:rPr lang="en-GB" sz="1800" dirty="0"/>
                  <a:t>Where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SG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1800" dirty="0"/>
                  <a:t> is the marginal rate of substitution between the private and public good for </a:t>
                </a:r>
                <a14:m>
                  <m:oMath xmlns:m="http://schemas.openxmlformats.org/officeDocument/2006/math">
                    <m:r>
                      <a:rPr lang="en-SG" sz="1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800" dirty="0"/>
                  <a:t>.</a:t>
                </a:r>
                <a:endParaRPr lang="en-GB" sz="1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𝑴𝑹</m:t>
                        </m:r>
                        <m:sSub>
                          <m:sSubPr>
                            <m:ctrlPr>
                              <a:rPr lang="en-US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800" b="1" dirty="0">
                    <a:solidFill>
                      <a:srgbClr val="FF0000"/>
                    </a:solidFill>
                  </a:rPr>
                  <a:t> tells us how much one marginal unit of the public good </a:t>
                </a:r>
                <a14:m>
                  <m:oMath xmlns:m="http://schemas.openxmlformats.org/officeDocument/2006/math">
                    <m:r>
                      <a:rPr lang="en-SG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800" b="1" dirty="0">
                    <a:solidFill>
                      <a:srgbClr val="FF0000"/>
                    </a:solidFill>
                  </a:rPr>
                  <a:t> is worth in terms of the private good </a:t>
                </a:r>
                <a14:m>
                  <m:oMath xmlns:m="http://schemas.openxmlformats.org/officeDocument/2006/math">
                    <m:r>
                      <a:rPr lang="en-SG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SG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1800" b="1" dirty="0">
                  <a:solidFill>
                    <a:srgbClr val="FF0000"/>
                  </a:solidFill>
                </a:endParaRPr>
              </a:p>
              <a:p>
                <a:pPr lvl="1"/>
                <a:endParaRPr lang="en-GB" sz="2000" dirty="0"/>
              </a:p>
              <a:p>
                <a:endParaRPr lang="en-US" sz="2000" dirty="0"/>
              </a:p>
              <a:p>
                <a:r>
                  <a:rPr lang="en-US" sz="2000" dirty="0"/>
                  <a:t>Since the price of the private good is 1,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|"/>
                        <m:endChr m:val="|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𝑴𝑹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GB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b="1" dirty="0"/>
                  <a:t>can be interpreted as the total private spending </a:t>
                </a:r>
                <a:r>
                  <a:rPr lang="en-GB" sz="2000" b="1" dirty="0">
                    <a:solidFill>
                      <a:schemeClr val="tx1"/>
                    </a:solidFill>
                  </a:rPr>
                  <a:t>(across individuals) </a:t>
                </a:r>
                <a:r>
                  <a:rPr lang="en-GB" sz="2000" b="1" dirty="0"/>
                  <a:t>which gives the same utility as one marginal unit of the public good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000" b="1" dirty="0"/>
                  <a:t>. </a:t>
                </a:r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667" y="1896646"/>
                <a:ext cx="10515600" cy="4351338"/>
              </a:xfrm>
              <a:blipFill>
                <a:blip r:embed="rId3"/>
                <a:stretch>
                  <a:fillRect l="-580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2D012-B52E-44FA-AFFE-BC6047C0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79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Optimal Outcome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sz="2000" b="1" dirty="0"/>
                  <a:t>Why is this condition optimal?</a:t>
                </a:r>
                <a:br>
                  <a:rPr lang="en-GB" sz="2000" dirty="0"/>
                </a:br>
                <a:endParaRPr lang="en-GB" sz="2000" dirty="0"/>
              </a:p>
              <a:p>
                <a:pPr marL="0" indent="0">
                  <a:buNone/>
                </a:pPr>
                <a:r>
                  <a:rPr lang="en-US" sz="2000" b="1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Case 1: If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|"/>
                        <m:endChr m:val="|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𝑴𝑹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b="1" dirty="0"/>
                  <a:t> </a:t>
                </a:r>
              </a:p>
              <a:p>
                <a:pPr marL="857250" lvl="1" indent="-400050">
                  <a:buFont typeface="+mj-lt"/>
                  <a:buAutoNum type="romanLcPeriod"/>
                </a:pPr>
                <a:r>
                  <a:rPr lang="en-GB" sz="1800" dirty="0"/>
                  <a:t>Reduce the public good by 1 unit.</a:t>
                </a:r>
              </a:p>
              <a:p>
                <a:pPr lvl="2"/>
                <a:r>
                  <a:rPr lang="en-GB" sz="1600" dirty="0"/>
                  <a:t>The decline in utility is worth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|"/>
                        <m:endChr m:val="|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𝑀𝑅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600" dirty="0"/>
                  <a:t> of the private good.</a:t>
                </a:r>
              </a:p>
              <a:p>
                <a:pPr lvl="2"/>
                <a:r>
                  <a:rPr lang="en-GB" sz="1600" dirty="0"/>
                  <a:t>The cost savings is </a:t>
                </a:r>
                <a14:m>
                  <m:oMath xmlns:m="http://schemas.openxmlformats.org/officeDocument/2006/math">
                    <m:r>
                      <a:rPr lang="en-SG" sz="1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SG" sz="16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SG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/>
                  <a:t>. </a:t>
                </a:r>
              </a:p>
              <a:p>
                <a:pPr marL="857250" lvl="1" indent="-400050">
                  <a:buFont typeface="+mj-lt"/>
                  <a:buAutoNum type="romanLcPeriod"/>
                </a:pPr>
                <a:r>
                  <a:rPr lang="en-GB" sz="1800" dirty="0"/>
                  <a:t>Use the cost savings to compensate each individual with </a:t>
                </a:r>
                <a14:m>
                  <m:oMath xmlns:m="http://schemas.openxmlformats.org/officeDocument/2006/math">
                    <m:r>
                      <a:rPr lang="en-SG" sz="1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SG" sz="1800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SG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SG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SG" sz="1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1800" dirty="0"/>
                  <a:t> of the private good.</a:t>
                </a:r>
              </a:p>
              <a:p>
                <a:pPr lvl="2"/>
                <a:r>
                  <a:rPr lang="en-GB" sz="1600" dirty="0"/>
                  <a:t>Will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SG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SG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SG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|"/>
                        <m:endChr m:val="|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𝑀𝑅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SG" sz="16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600" dirty="0"/>
                  <a:t> left over! </a:t>
                </a:r>
              </a:p>
              <a:p>
                <a:pPr marL="857250" lvl="1" indent="-400050">
                  <a:buFont typeface="+mj-lt"/>
                  <a:buAutoNum type="romanLcPeriod"/>
                </a:pPr>
                <a:r>
                  <a:rPr lang="en-GB" sz="1800" dirty="0"/>
                  <a:t>Share leftover money equally among everyone.</a:t>
                </a:r>
              </a:p>
              <a:p>
                <a:pPr marL="857250" lvl="1" indent="-400050">
                  <a:buFont typeface="+mj-lt"/>
                  <a:buAutoNum type="romanLcPeriod"/>
                </a:pPr>
                <a:endParaRPr lang="en-GB" sz="1800" dirty="0"/>
              </a:p>
              <a:p>
                <a:r>
                  <a:rPr lang="en-GB" sz="1800" b="1" dirty="0"/>
                  <a:t>Following this set of steps results in a pareto improvement (everyone is strictly better off)!</a:t>
                </a:r>
                <a:br>
                  <a:rPr lang="en-GB" sz="1800" b="1" dirty="0"/>
                </a:br>
                <a:r>
                  <a:rPr lang="en-GB" sz="1800" b="1" u="sng" dirty="0">
                    <a:solidFill>
                      <a:srgbClr val="FF0000"/>
                    </a:solidFill>
                  </a:rPr>
                  <a:t>This implies that initially, we had too much of the public good..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3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2D012-B52E-44FA-AFFE-BC6047C0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28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Optimal Outcome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sz="2000" b="1" dirty="0"/>
                  <a:t>Why is this condition optimal?</a:t>
                </a:r>
                <a:br>
                  <a:rPr lang="en-GB" sz="2000" dirty="0"/>
                </a:br>
                <a:endParaRPr lang="en-GB" sz="2000" dirty="0"/>
              </a:p>
              <a:p>
                <a:pPr marL="0" indent="0">
                  <a:buNone/>
                </a:pPr>
                <a:r>
                  <a:rPr lang="en-US" sz="2000" b="1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Case 2: If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|"/>
                        <m:endChr m:val="|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𝑴𝑹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SG" sz="20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b="1" dirty="0"/>
                  <a:t> </a:t>
                </a:r>
              </a:p>
              <a:p>
                <a:pPr marL="857250" lvl="1" indent="-400050">
                  <a:buFont typeface="+mj-lt"/>
                  <a:buAutoNum type="romanLcPeriod"/>
                </a:pPr>
                <a:r>
                  <a:rPr lang="en-GB" sz="1800" dirty="0"/>
                  <a:t>Reduce each individual’s private consumption by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𝑀𝑅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800" dirty="0"/>
                  <a:t>.</a:t>
                </a:r>
              </a:p>
              <a:p>
                <a:pPr marL="857250" lvl="1" indent="-400050">
                  <a:buFont typeface="+mj-lt"/>
                  <a:buAutoNum type="romanLcPeriod"/>
                </a:pPr>
                <a:r>
                  <a:rPr lang="en-GB" sz="1800" dirty="0"/>
                  <a:t>Increase the public good by 1 unit which costs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SG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SG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800" dirty="0"/>
                  <a:t>. </a:t>
                </a:r>
              </a:p>
              <a:p>
                <a:pPr lvl="2"/>
                <a:r>
                  <a:rPr lang="en-GB" sz="1600" dirty="0"/>
                  <a:t>Utility of each individual will be exactly the same as before.</a:t>
                </a:r>
              </a:p>
              <a:p>
                <a:pPr lvl="2"/>
                <a:r>
                  <a:rPr lang="en-GB" sz="1600" dirty="0"/>
                  <a:t>Will have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|"/>
                        <m:endChr m:val="|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𝑀𝑅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SG" sz="160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SG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SG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SG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SG" sz="16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600" dirty="0"/>
                  <a:t> left over</a:t>
                </a:r>
              </a:p>
              <a:p>
                <a:pPr marL="857250" lvl="1" indent="-400050">
                  <a:buFont typeface="+mj-lt"/>
                  <a:buAutoNum type="romanLcPeriod"/>
                </a:pPr>
                <a:r>
                  <a:rPr lang="en-GB" sz="1800" dirty="0"/>
                  <a:t>Share leftover money equally among everyone.</a:t>
                </a:r>
              </a:p>
              <a:p>
                <a:pPr marL="457200" lvl="1" indent="0">
                  <a:buNone/>
                </a:pPr>
                <a:endParaRPr lang="en-GB" sz="1800" dirty="0"/>
              </a:p>
              <a:p>
                <a:r>
                  <a:rPr lang="en-GB" sz="1800" b="1" dirty="0"/>
                  <a:t>Following this set of steps results in a pareto improvement (everyone is strictly better off)!</a:t>
                </a:r>
                <a:br>
                  <a:rPr lang="en-GB" sz="1800" b="1" dirty="0"/>
                </a:br>
                <a:r>
                  <a:rPr lang="en-GB" sz="1800" b="1" u="sng" dirty="0">
                    <a:solidFill>
                      <a:srgbClr val="FF0000"/>
                    </a:solidFill>
                  </a:rPr>
                  <a:t>This implies that initially, we had too little of the public good..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3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2D012-B52E-44FA-AFFE-BC6047C0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174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Optimal Outcome (Quasi-linear)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1667" y="1896646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Suppose that preferences are </a:t>
                </a:r>
                <a:r>
                  <a:rPr lang="en-US" sz="2000" b="1" dirty="0"/>
                  <a:t>quasi-linear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SG" sz="2000" b="0" dirty="0"/>
                  <a:t>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Then the condition gives us: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∑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SG" sz="2000" dirty="0"/>
                  <a:t> which is independent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. </a:t>
                </a:r>
                <a:br>
                  <a:rPr lang="en-GB" sz="2000" dirty="0"/>
                </a:br>
                <a:r>
                  <a:rPr lang="en-GB" sz="2000" b="1" dirty="0">
                    <a:solidFill>
                      <a:srgbClr val="FF0000"/>
                    </a:solidFill>
                  </a:rPr>
                  <a:t>There is a unique level of the public good which is pareto efficient!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Notice that this is just the utilitarian solution of:</a:t>
                </a:r>
                <a:br>
                  <a:rPr lang="en-US" sz="2000" dirty="0"/>
                </a:b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] </m:t>
                          </m:r>
                        </m:e>
                      </m:func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                  </a:t>
                </a:r>
                <a:r>
                  <a:rPr lang="en-US" sz="2000" dirty="0" err="1"/>
                  <a:t>s.t.</a:t>
                </a:r>
                <a:r>
                  <a:rPr lang="en-US" sz="2000" dirty="0"/>
                  <a:t>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=∑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br>
                  <a:rPr lang="en-US" sz="1800" i="1" dirty="0"/>
                </a:br>
                <a:r>
                  <a:rPr lang="en-US" sz="1800" i="1" dirty="0"/>
                  <a:t>Why? From HE2001, we know that quasi-linearity implies that the pareto efficient allocation with money transfers is the one which is utilitarian. </a:t>
                </a:r>
              </a:p>
              <a:p>
                <a:endParaRPr lang="en-US" sz="2000" dirty="0"/>
              </a:p>
              <a:p>
                <a:endParaRPr lang="en-US" sz="2000" i="1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667" y="1896646"/>
                <a:ext cx="10515600" cy="4351338"/>
              </a:xfrm>
              <a:blipFill>
                <a:blip r:embed="rId3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2D012-B52E-44FA-AFFE-BC6047C0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24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free market outcome?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1667" y="1710272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GB" sz="2000" dirty="0"/>
                  <a:t>Suppose that each individual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000" dirty="0"/>
                  <a:t> decides on how much public good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 to purchase</a:t>
                </a:r>
              </a:p>
              <a:p>
                <a:pPr lvl="1"/>
                <a:r>
                  <a:rPr lang="en-SG" sz="1800" dirty="0"/>
                  <a:t>The total public good is just the sum which each purchases: </a:t>
                </a:r>
                <a14:m>
                  <m:oMath xmlns:m="http://schemas.openxmlformats.org/officeDocument/2006/math">
                    <m:r>
                      <a:rPr lang="en-SG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1800" b="0" i="1" smtClean="0">
                        <a:latin typeface="Cambria Math" panose="02040503050406030204" pitchFamily="18" charset="0"/>
                      </a:rPr>
                      <m:t>=∑</m:t>
                    </m:r>
                    <m:sSub>
                      <m:sSubPr>
                        <m:ctrlPr>
                          <a:rPr lang="en-SG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lvl="1"/>
                <a:r>
                  <a:rPr lang="en-US" sz="1800" dirty="0"/>
                  <a:t>For simplicity, assume fixed marginal costs of contributions: </a:t>
                </a:r>
                <a14:m>
                  <m:oMath xmlns:m="http://schemas.openxmlformats.org/officeDocument/2006/math">
                    <m:r>
                      <a:rPr lang="en-SG" sz="18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SG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SG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1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>
                  <a:rPr lang="en-GB" sz="1800" dirty="0"/>
                </a:br>
                <a:endParaRPr lang="en-US" sz="18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SG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SG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SG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SG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                  </a:t>
                </a:r>
                <a:r>
                  <a:rPr lang="en-US" sz="2000" dirty="0" err="1"/>
                  <a:t>s.t.</a:t>
                </a:r>
                <a:r>
                  <a:rPr lang="en-US" sz="200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r>
                  <a:rPr lang="en-GB" sz="2000" dirty="0"/>
                  <a:t>Solving, we get the condition:  </a:t>
                </a:r>
                <a14:m>
                  <m:oMath xmlns:m="http://schemas.openxmlformats.org/officeDocument/2006/math">
                    <m:r>
                      <a:rPr lang="en-SG" sz="20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|=1</m:t>
                    </m:r>
                  </m:oMath>
                </a14:m>
                <a:r>
                  <a:rPr lang="en-GB" sz="2000" dirty="0"/>
                  <a:t> for all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000" dirty="0"/>
                  <a:t>. </a:t>
                </a:r>
              </a:p>
              <a:p>
                <a:endParaRPr lang="en-GB" sz="2000" dirty="0"/>
              </a:p>
              <a:p>
                <a:r>
                  <a:rPr lang="en-SG" sz="2000" dirty="0"/>
                  <a:t>This implies that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|"/>
                        <m:endChr m:val="|"/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𝑀𝑅</m:t>
                        </m:r>
                        <m:sSub>
                          <m:sSub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000" dirty="0"/>
                  <a:t> and there is too little of the public good.</a:t>
                </a:r>
              </a:p>
              <a:p>
                <a:pPr lvl="1"/>
                <a:r>
                  <a:rPr lang="en-US" sz="1800" dirty="0"/>
                  <a:t>This is because investing in public goods generates positive externalities on others which individuals do not account for. Positive externalities also means that individuals want to free-ride on others!</a:t>
                </a:r>
                <a:endParaRPr lang="en-GB" sz="18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667" y="1710272"/>
                <a:ext cx="10515600" cy="4351338"/>
              </a:xfrm>
              <a:blipFill>
                <a:blip r:embed="rId3"/>
                <a:stretch>
                  <a:fillRect l="-522" t="-1543" r="-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2D012-B52E-44FA-AFFE-BC6047C0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26</a:t>
            </a:fld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15D953-04B7-7A38-1AED-FB137CA47CFE}"/>
              </a:ext>
            </a:extLst>
          </p:cNvPr>
          <p:cNvSpPr txBox="1"/>
          <p:nvPr/>
        </p:nvSpPr>
        <p:spPr>
          <a:xfrm>
            <a:off x="6987309" y="4193309"/>
            <a:ext cx="4114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From MRS = price ratio for each individual</a:t>
            </a:r>
          </a:p>
        </p:txBody>
      </p:sp>
    </p:spTree>
    <p:extLst>
      <p:ext uri="{BB962C8B-B14F-4D97-AF65-F5344CB8AC3E}">
        <p14:creationId xmlns:p14="http://schemas.microsoft.com/office/powerpoint/2010/main" val="307511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 2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Consider a public good with cost function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. There are 2 individuals with general preferences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000" dirty="0"/>
                  <a:t>. They each contribute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 amount of the public good and privately consume the left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.</a:t>
                </a:r>
              </a:p>
              <a:p>
                <a:endParaRPr lang="en-GB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000" dirty="0"/>
                  <a:t>Suppose the level of contributions are such that </a:t>
                </a:r>
                <a14:m>
                  <m:oMath xmlns:m="http://schemas.openxmlformats.org/officeDocument/2006/math">
                    <m:r>
                      <a:rPr lang="en-SG" sz="2000">
                        <a:latin typeface="Cambria Math" panose="02040503050406030204" pitchFamily="18" charset="0"/>
                      </a:rPr>
                      <m:t>|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|=2</m:t>
                    </m:r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SG" sz="20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|=2</m:t>
                    </m:r>
                  </m:oMath>
                </a14:m>
                <a:r>
                  <a:rPr lang="en-GB" sz="2000" dirty="0"/>
                  <a:t>. Is this pareto efficient? No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GB" sz="1600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GB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000" dirty="0"/>
                  <a:t>Is there overconsumption or underconsumption of the public good? Underconsumption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GB" sz="1800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GB" sz="1800" dirty="0"/>
              </a:p>
              <a:p>
                <a:endParaRPr lang="en-GB" sz="2200" dirty="0"/>
              </a:p>
              <a:p>
                <a:endParaRPr lang="en-GB" sz="2400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GB" sz="2000" dirty="0"/>
              </a:p>
              <a:p>
                <a:pPr lvl="1"/>
                <a:endParaRPr lang="en-GB" sz="2000" dirty="0"/>
              </a:p>
              <a:p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C3355-C584-4C8F-8ACB-4168C3A6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27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62F75-D7E6-66D8-16E3-ADCB05781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205" y="309717"/>
            <a:ext cx="1258993" cy="125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97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Mechanisms for Public Goods Provision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914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Alternative Mechanisms</a:t>
            </a:r>
          </a:p>
        </p:txBody>
      </p:sp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250715" cy="4755473"/>
          </a:xfrm>
        </p:spPr>
        <p:txBody>
          <a:bodyPr>
            <a:normAutofit/>
          </a:bodyPr>
          <a:lstStyle/>
          <a:p>
            <a:endParaRPr lang="en-SG" sz="2000" dirty="0"/>
          </a:p>
          <a:p>
            <a:r>
              <a:rPr lang="en-SG" sz="2000" dirty="0"/>
              <a:t>As long as public goods remain </a:t>
            </a:r>
            <a:r>
              <a:rPr lang="en-SG" sz="2000" b="1" dirty="0"/>
              <a:t>non-excludable</a:t>
            </a:r>
            <a:r>
              <a:rPr lang="en-SG" sz="2000" dirty="0"/>
              <a:t>, with externalities and free riding incentives, private market mechanisms are often inefficient.</a:t>
            </a:r>
          </a:p>
          <a:p>
            <a:pPr lvl="1"/>
            <a:endParaRPr lang="en-SG" sz="2000" dirty="0"/>
          </a:p>
          <a:p>
            <a:r>
              <a:rPr lang="en-US" sz="2000" dirty="0"/>
              <a:t>Hence public goods provision tends to rely on more </a:t>
            </a:r>
            <a:r>
              <a:rPr lang="en-US" sz="2000" b="1" dirty="0" err="1">
                <a:solidFill>
                  <a:srgbClr val="0000FF"/>
                </a:solidFill>
              </a:rPr>
              <a:t>centralised</a:t>
            </a:r>
            <a:r>
              <a:rPr lang="en-US" sz="2000" b="1" dirty="0">
                <a:solidFill>
                  <a:srgbClr val="0000FF"/>
                </a:solidFill>
              </a:rPr>
              <a:t> mechanisms</a:t>
            </a:r>
            <a:r>
              <a:rPr lang="en-US" sz="2000" dirty="0"/>
              <a:t>.</a:t>
            </a:r>
          </a:p>
          <a:p>
            <a:pPr lvl="1"/>
            <a:r>
              <a:rPr lang="en-US" sz="1800" dirty="0"/>
              <a:t>Voting is one example, but has its weaknesses (see HE2001 notes, textbook).</a:t>
            </a:r>
          </a:p>
          <a:p>
            <a:pPr lvl="1"/>
            <a:r>
              <a:rPr lang="en-US" sz="1800" dirty="0"/>
              <a:t>Alternatively, perhaps we can design a specific procedure which determines whether to provide a public good and how much each person should pay?</a:t>
            </a:r>
          </a:p>
          <a:p>
            <a:endParaRPr lang="en-US" altLang="en-US" sz="2000" dirty="0"/>
          </a:p>
          <a:p>
            <a:pPr marL="0" indent="0">
              <a:buNone/>
            </a:pPr>
            <a:r>
              <a:rPr lang="en-GB" sz="2000" b="1" dirty="0"/>
              <a:t>How may such a mechanism decide on how much/whether to supply a public good?</a:t>
            </a:r>
          </a:p>
          <a:p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2D757-EE42-40F9-A27F-FFEE528C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32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346887-E81E-D37C-6C5E-EF174AC43DA6}"/>
              </a:ext>
            </a:extLst>
          </p:cNvPr>
          <p:cNvSpPr/>
          <p:nvPr/>
        </p:nvSpPr>
        <p:spPr>
          <a:xfrm>
            <a:off x="482839" y="3201728"/>
            <a:ext cx="10870961" cy="2122786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Demand Revelation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99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250715" cy="47554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GB" sz="1800" dirty="0"/>
              </a:p>
              <a:p>
                <a:r>
                  <a:rPr lang="en-GB" sz="2000" dirty="0"/>
                  <a:t>The previous analysis implies that we need to know their valuations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2000" dirty="0"/>
                  <a:t> to efficiently supply a public good!</a:t>
                </a:r>
              </a:p>
              <a:p>
                <a:pPr lvl="1"/>
                <a:r>
                  <a:rPr lang="en-GB" sz="1800" dirty="0"/>
                  <a:t>If we naively ask, people might have incentives to inflate their valuations to get more of it.</a:t>
                </a:r>
                <a:br>
                  <a:rPr lang="en-GB" sz="1800" dirty="0"/>
                </a:br>
                <a:r>
                  <a:rPr lang="en-GB" sz="1800" b="1" dirty="0"/>
                  <a:t>Need proper incentives!</a:t>
                </a:r>
              </a:p>
              <a:p>
                <a:pPr eaLnBrk="1" hangingPunct="1"/>
                <a:endParaRPr lang="en-US" altLang="en-US" sz="1800" dirty="0"/>
              </a:p>
              <a:p>
                <a:pPr eaLnBrk="1" hangingPunct="1"/>
                <a:r>
                  <a:rPr lang="en-US" altLang="en-US" sz="2000" dirty="0"/>
                  <a:t>A scheme that makes it rational for individuals to reveal </a:t>
                </a:r>
                <a:r>
                  <a:rPr lang="en-US" altLang="en-US" sz="2000" u="sng" dirty="0"/>
                  <a:t>truthfully </a:t>
                </a:r>
                <a:r>
                  <a:rPr lang="en-US" altLang="en-US" sz="2000" dirty="0"/>
                  <a:t>their private valuations of a public good is a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revelation mechanism</a:t>
                </a:r>
                <a:r>
                  <a:rPr lang="en-US" altLang="en-US" sz="2000" dirty="0"/>
                  <a:t>.</a:t>
                </a:r>
              </a:p>
              <a:p>
                <a:pPr lvl="1"/>
                <a:endParaRPr lang="en-US" altLang="en-US" sz="2000" dirty="0"/>
              </a:p>
              <a:p>
                <a:r>
                  <a:rPr lang="en-US" altLang="en-US" sz="2000" dirty="0"/>
                  <a:t>An example of this is the </a:t>
                </a:r>
                <a:r>
                  <a:rPr lang="en-US" sz="2000" b="1" dirty="0" err="1">
                    <a:solidFill>
                      <a:srgbClr val="0000FF"/>
                    </a:solidFill>
                  </a:rPr>
                  <a:t>Vickrey</a:t>
                </a:r>
                <a:r>
                  <a:rPr lang="en-US" sz="2000" b="1" dirty="0">
                    <a:solidFill>
                      <a:srgbClr val="0000FF"/>
                    </a:solidFill>
                  </a:rPr>
                  <a:t>-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Clarke-Groves (VCG)</a:t>
                </a:r>
                <a:r>
                  <a:rPr lang="en-US" altLang="en-US" sz="2000" dirty="0"/>
                  <a:t> taxation scheme. </a:t>
                </a:r>
                <a:br>
                  <a:rPr lang="en-US" altLang="en-US" sz="2000" dirty="0"/>
                </a:br>
                <a:r>
                  <a:rPr lang="en-US" altLang="en-US" sz="2000" dirty="0"/>
                  <a:t>We will now study how it works.</a:t>
                </a:r>
              </a:p>
              <a:p>
                <a:pPr lvl="1"/>
                <a:endParaRPr lang="en-US" altLang="en-US" sz="1400" dirty="0"/>
              </a:p>
            </p:txBody>
          </p:sp>
        </mc:Choice>
        <mc:Fallback xmlns="">
          <p:sp>
            <p:nvSpPr>
              <p:cNvPr id="8499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250715" cy="4755473"/>
              </a:xfrm>
              <a:blipFill>
                <a:blip r:embed="rId3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2D757-EE42-40F9-A27F-FFEE528C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157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018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352314" cy="4755473"/>
              </a:xfrm>
            </p:spPr>
            <p:txBody>
              <a:bodyPr>
                <a:normAutofit/>
              </a:bodyPr>
              <a:lstStyle/>
              <a:p>
                <a:pPr eaLnBrk="1" hangingPunct="1"/>
                <a:endParaRPr lang="en-US" altLang="en-US" sz="2000" i="1" dirty="0"/>
              </a:p>
              <a:p>
                <a:pPr eaLnBrk="1" hangingPunct="1"/>
                <a:r>
                  <a:rPr lang="en-US" altLang="en-US" sz="2000" i="1" dirty="0"/>
                  <a:t>N</a:t>
                </a:r>
                <a:r>
                  <a:rPr lang="en-US" altLang="en-US" sz="2000" dirty="0"/>
                  <a:t> individuals;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 = 1, . . . , 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en-US" sz="2000" dirty="0"/>
                  <a:t>. All have quasilinear preferences. </a:t>
                </a:r>
                <a:br>
                  <a:rPr lang="en-US" altLang="en-US" sz="2000" dirty="0"/>
                </a:br>
                <a:r>
                  <a:rPr lang="en-US" altLang="en-US" sz="2000" dirty="0"/>
                  <a:t>For simplicity, we consider the case of a discrete public good: </a:t>
                </a:r>
                <a:br>
                  <a:rPr lang="en-US" altLang="en-US" sz="2000" dirty="0"/>
                </a:br>
                <a14:m>
                  <m:oMath xmlns:m="http://schemas.openxmlformats.org/officeDocument/2006/math"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en-US" sz="2000" b="1" dirty="0"/>
                  <a:t> (don’t provide) vs </a:t>
                </a:r>
                <a14:m>
                  <m:oMath xmlns:m="http://schemas.openxmlformats.org/officeDocument/2006/math"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en-US" sz="2000" b="1" dirty="0"/>
                  <a:t> (provide).</a:t>
                </a:r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000" dirty="0"/>
                  <a:t> is individual </a:t>
                </a:r>
                <a:r>
                  <a:rPr lang="en-US" altLang="en-US" sz="2000" i="1" dirty="0"/>
                  <a:t>i</a:t>
                </a:r>
                <a:r>
                  <a:rPr lang="en-US" altLang="ja-JP" sz="2000" dirty="0"/>
                  <a:t>’s true (private) valuation of the public good.</a:t>
                </a:r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The cost of providing the public good is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000" b="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It is hence efficient to supply the public good if</a:t>
                </a:r>
                <a14:m>
                  <m:oMath xmlns:m="http://schemas.openxmlformats.org/officeDocument/2006/math">
                    <m:r>
                      <a:rPr lang="en-SG" alt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i="1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8601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352314" cy="4755473"/>
              </a:xfrm>
              <a:blipFill>
                <a:blip r:embed="rId3"/>
                <a:stretch>
                  <a:fillRect l="-53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9958D5-E816-499A-B58C-7BCB14281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31</a:t>
            </a:fld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3E67A78-DDC3-3173-7E01-B6482C8BCA7B}"/>
              </a:ext>
            </a:extLst>
          </p:cNvPr>
          <p:cNvGrpSpPr/>
          <p:nvPr/>
        </p:nvGrpSpPr>
        <p:grpSpPr>
          <a:xfrm>
            <a:off x="-48899" y="92281"/>
            <a:ext cx="563058" cy="6237721"/>
            <a:chOff x="-8362" y="87777"/>
            <a:chExt cx="563058" cy="6237721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00DD68E-5747-F61A-A6AE-AE43713117C1}"/>
                </a:ext>
              </a:extLst>
            </p:cNvPr>
            <p:cNvGrpSpPr/>
            <p:nvPr/>
          </p:nvGrpSpPr>
          <p:grpSpPr>
            <a:xfrm>
              <a:off x="0" y="8777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9" name="Graphic 28" descr="Play with solid fill">
                <a:extLst>
                  <a:ext uri="{FF2B5EF4-FFF2-40B4-BE49-F238E27FC236}">
                    <a16:creationId xmlns:a16="http://schemas.microsoft.com/office/drawing/2014/main" id="{EDABF576-0F22-AA80-7CF6-C2FF7826D3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30" name="Graphic 29" descr="Play with solid fill">
                <a:extLst>
                  <a:ext uri="{FF2B5EF4-FFF2-40B4-BE49-F238E27FC236}">
                    <a16:creationId xmlns:a16="http://schemas.microsoft.com/office/drawing/2014/main" id="{EE0C0BA3-31DD-01B3-C64D-068FD3B110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DF19503-EB76-29B0-A02F-746381C5C8BA}"/>
                </a:ext>
              </a:extLst>
            </p:cNvPr>
            <p:cNvGrpSpPr/>
            <p:nvPr/>
          </p:nvGrpSpPr>
          <p:grpSpPr>
            <a:xfrm>
              <a:off x="-1" y="75368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7" name="Graphic 26" descr="Play with solid fill">
                <a:extLst>
                  <a:ext uri="{FF2B5EF4-FFF2-40B4-BE49-F238E27FC236}">
                    <a16:creationId xmlns:a16="http://schemas.microsoft.com/office/drawing/2014/main" id="{94FE51BE-167F-87FD-0AC8-DDA737D2B1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8" name="Graphic 27" descr="Play with solid fill">
                <a:extLst>
                  <a:ext uri="{FF2B5EF4-FFF2-40B4-BE49-F238E27FC236}">
                    <a16:creationId xmlns:a16="http://schemas.microsoft.com/office/drawing/2014/main" id="{493A9299-86A4-90E3-7E10-9294D2E973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DF4D312-66D0-319A-C4B0-76213D9ADE9F}"/>
                </a:ext>
              </a:extLst>
            </p:cNvPr>
            <p:cNvGrpSpPr/>
            <p:nvPr/>
          </p:nvGrpSpPr>
          <p:grpSpPr>
            <a:xfrm>
              <a:off x="-2" y="141958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5" name="Graphic 24" descr="Play with solid fill">
                <a:extLst>
                  <a:ext uri="{FF2B5EF4-FFF2-40B4-BE49-F238E27FC236}">
                    <a16:creationId xmlns:a16="http://schemas.microsoft.com/office/drawing/2014/main" id="{A15479B8-EBCE-74C7-26DC-F7A305362D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6" name="Graphic 25" descr="Play with solid fill">
                <a:extLst>
                  <a:ext uri="{FF2B5EF4-FFF2-40B4-BE49-F238E27FC236}">
                    <a16:creationId xmlns:a16="http://schemas.microsoft.com/office/drawing/2014/main" id="{52405CAA-8A71-9646-47FB-079F612700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56B7E1-7563-C428-18B2-D08CD640BA35}"/>
                </a:ext>
              </a:extLst>
            </p:cNvPr>
            <p:cNvGrpSpPr/>
            <p:nvPr/>
          </p:nvGrpSpPr>
          <p:grpSpPr>
            <a:xfrm>
              <a:off x="0" y="208549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3" name="Graphic 22" descr="Play with solid fill">
                <a:extLst>
                  <a:ext uri="{FF2B5EF4-FFF2-40B4-BE49-F238E27FC236}">
                    <a16:creationId xmlns:a16="http://schemas.microsoft.com/office/drawing/2014/main" id="{BA0D1C73-A275-7BCC-BE0E-771B0294DA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4" name="Graphic 23" descr="Play with solid fill">
                <a:extLst>
                  <a:ext uri="{FF2B5EF4-FFF2-40B4-BE49-F238E27FC236}">
                    <a16:creationId xmlns:a16="http://schemas.microsoft.com/office/drawing/2014/main" id="{599EA570-B193-CB05-F9E3-2CD8633FA9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B54FFDE-47E3-ED5C-3A95-4E9B2742F1CA}"/>
                </a:ext>
              </a:extLst>
            </p:cNvPr>
            <p:cNvGrpSpPr/>
            <p:nvPr/>
          </p:nvGrpSpPr>
          <p:grpSpPr>
            <a:xfrm>
              <a:off x="0" y="2758751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1" name="Graphic 20" descr="Play with solid fill">
                <a:extLst>
                  <a:ext uri="{FF2B5EF4-FFF2-40B4-BE49-F238E27FC236}">
                    <a16:creationId xmlns:a16="http://schemas.microsoft.com/office/drawing/2014/main" id="{70294D11-1342-B102-FF48-14ACE6A57F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2" name="Graphic 21" descr="Play with solid fill">
                <a:extLst>
                  <a:ext uri="{FF2B5EF4-FFF2-40B4-BE49-F238E27FC236}">
                    <a16:creationId xmlns:a16="http://schemas.microsoft.com/office/drawing/2014/main" id="{E809FAD1-B4C7-F447-92F4-E376344B02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387FFB-CF12-670C-4CF1-D9F4584FBAEF}"/>
                </a:ext>
              </a:extLst>
            </p:cNvPr>
            <p:cNvGrpSpPr/>
            <p:nvPr/>
          </p:nvGrpSpPr>
          <p:grpSpPr>
            <a:xfrm>
              <a:off x="-8362" y="3417089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9" name="Graphic 18" descr="Play with solid fill">
                <a:extLst>
                  <a:ext uri="{FF2B5EF4-FFF2-40B4-BE49-F238E27FC236}">
                    <a16:creationId xmlns:a16="http://schemas.microsoft.com/office/drawing/2014/main" id="{70BFF609-0FA0-1B1F-4739-ADB10DEC97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0" name="Graphic 19" descr="Play with solid fill">
                <a:extLst>
                  <a:ext uri="{FF2B5EF4-FFF2-40B4-BE49-F238E27FC236}">
                    <a16:creationId xmlns:a16="http://schemas.microsoft.com/office/drawing/2014/main" id="{ED5C6D06-A372-B9BF-8B10-B571B21A74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BA992C3-8DB2-7A9B-475A-5C374A7F4F14}"/>
                </a:ext>
              </a:extLst>
            </p:cNvPr>
            <p:cNvGrpSpPr/>
            <p:nvPr/>
          </p:nvGrpSpPr>
          <p:grpSpPr>
            <a:xfrm>
              <a:off x="0" y="4090348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7" name="Graphic 16" descr="Play with solid fill">
                <a:extLst>
                  <a:ext uri="{FF2B5EF4-FFF2-40B4-BE49-F238E27FC236}">
                    <a16:creationId xmlns:a16="http://schemas.microsoft.com/office/drawing/2014/main" id="{FB33132D-6FB1-C943-E4CA-193E81A10F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18" name="Graphic 17" descr="Play with solid fill">
                <a:extLst>
                  <a:ext uri="{FF2B5EF4-FFF2-40B4-BE49-F238E27FC236}">
                    <a16:creationId xmlns:a16="http://schemas.microsoft.com/office/drawing/2014/main" id="{A82F479F-B7DE-BF25-435D-BC7F8D8BAC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629EC33-FDD2-496C-1145-653585C04DB1}"/>
                </a:ext>
              </a:extLst>
            </p:cNvPr>
            <p:cNvGrpSpPr/>
            <p:nvPr/>
          </p:nvGrpSpPr>
          <p:grpSpPr>
            <a:xfrm>
              <a:off x="0" y="476360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5" name="Graphic 14" descr="Play with solid fill">
                <a:extLst>
                  <a:ext uri="{FF2B5EF4-FFF2-40B4-BE49-F238E27FC236}">
                    <a16:creationId xmlns:a16="http://schemas.microsoft.com/office/drawing/2014/main" id="{3DF4C513-405B-4B65-AE33-33AD147EF5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16" name="Graphic 15" descr="Play with solid fill">
                <a:extLst>
                  <a:ext uri="{FF2B5EF4-FFF2-40B4-BE49-F238E27FC236}">
                    <a16:creationId xmlns:a16="http://schemas.microsoft.com/office/drawing/2014/main" id="{63D3E70D-3147-796D-C815-099577C592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2D3F06F-3E43-6FC9-C83C-D6B25443AD4C}"/>
                </a:ext>
              </a:extLst>
            </p:cNvPr>
            <p:cNvGrpSpPr/>
            <p:nvPr/>
          </p:nvGrpSpPr>
          <p:grpSpPr>
            <a:xfrm>
              <a:off x="0" y="5439419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3" name="Graphic 12" descr="Play with solid fill">
                <a:extLst>
                  <a:ext uri="{FF2B5EF4-FFF2-40B4-BE49-F238E27FC236}">
                    <a16:creationId xmlns:a16="http://schemas.microsoft.com/office/drawing/2014/main" id="{1B1E50AC-A046-7DCD-4C6E-0895B023C8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14" name="Graphic 13" descr="Play with solid fill">
                <a:extLst>
                  <a:ext uri="{FF2B5EF4-FFF2-40B4-BE49-F238E27FC236}">
                    <a16:creationId xmlns:a16="http://schemas.microsoft.com/office/drawing/2014/main" id="{8A0AAD6F-3C50-7CD3-6CC6-11EE28DB6E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966939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VCG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06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308771" cy="4651046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buNone/>
                </a:pPr>
                <a:endParaRPr lang="en-US" altLang="en-US" sz="2200" i="1" dirty="0"/>
              </a:p>
              <a:p>
                <a:pPr marL="0" indent="0" eaLnBrk="1" hangingPunct="1">
                  <a:buNone/>
                </a:pPr>
                <a:r>
                  <a:rPr lang="en-US" altLang="en-US" sz="2200" b="1" i="1" dirty="0"/>
                  <a:t>When is the good provided?</a:t>
                </a:r>
              </a:p>
              <a:p>
                <a:r>
                  <a:rPr lang="en-US" altLang="en-US" sz="2000" dirty="0"/>
                  <a:t>Everyone is asked to report</a:t>
                </a:r>
                <a:r>
                  <a:rPr lang="en-US" altLang="en-US" sz="2000" b="1" dirty="0"/>
                  <a:t> </a:t>
                </a:r>
                <a:r>
                  <a:rPr lang="en-US" altLang="en-US" sz="2000" dirty="0"/>
                  <a:t>their true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000" dirty="0"/>
                  <a:t>. Individual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en-US" sz="2000" dirty="0"/>
                  <a:t>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report</a:t>
                </a:r>
                <a:r>
                  <a:rPr lang="en-US" altLang="en-US" sz="2000" dirty="0"/>
                  <a:t> is called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000" dirty="0"/>
                  <a:t>.</a:t>
                </a:r>
              </a:p>
              <a:p>
                <a:pPr lvl="1"/>
                <a:r>
                  <a:rPr lang="en-US" alt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sz="2000" dirty="0"/>
                  <a:t>, then the public good is provided.</a:t>
                </a:r>
              </a:p>
              <a:p>
                <a:pPr lvl="1"/>
                <a:endParaRPr lang="en-US" altLang="en-US" sz="2000" dirty="0"/>
              </a:p>
              <a:p>
                <a:pPr marL="0" indent="0">
                  <a:buNone/>
                </a:pPr>
                <a:r>
                  <a:rPr lang="en-US" altLang="en-US" sz="2200" b="1" i="1" dirty="0"/>
                  <a:t>Who pays what?</a:t>
                </a:r>
              </a:p>
              <a:p>
                <a:r>
                  <a:rPr lang="en-US" altLang="en-US" sz="2000" i="1" u="sng" dirty="0"/>
                  <a:t>If the public good is provided</a:t>
                </a:r>
                <a:r>
                  <a:rPr lang="en-US" altLang="en-US" sz="2000" dirty="0"/>
                  <a:t>,</a:t>
                </a:r>
                <a:r>
                  <a:rPr lang="en-US" altLang="en-US" sz="2000" i="1" dirty="0"/>
                  <a:t> </a:t>
                </a:r>
                <a:r>
                  <a:rPr lang="en-US" altLang="en-US" sz="2000" dirty="0"/>
                  <a:t>each individual </a:t>
                </a:r>
                <a:r>
                  <a:rPr lang="en-US" altLang="en-US" sz="2000" i="1" dirty="0"/>
                  <a:t>i</a:t>
                </a:r>
                <a:r>
                  <a:rPr lang="en-US" altLang="en-US" sz="2000" dirty="0"/>
                  <a:t> must pay the </a:t>
                </a:r>
                <a:r>
                  <a:rPr lang="en-US" altLang="en-US" sz="2000" b="1" dirty="0"/>
                  <a:t>average cost</a:t>
                </a:r>
                <a:r>
                  <a:rPr lang="en-US" altLang="en-US" sz="20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altLang="en-US" sz="2000" dirty="0"/>
              </a:p>
              <a:p>
                <a:r>
                  <a:rPr lang="en-US" altLang="en-US" sz="2000" u="sng" dirty="0"/>
                  <a:t>No matter whether the public good is provided or not</a:t>
                </a:r>
                <a:r>
                  <a:rPr lang="en-US" altLang="en-US" sz="2000" dirty="0"/>
                  <a:t>, they will need to pay a </a:t>
                </a:r>
                <a:r>
                  <a:rPr lang="en-US" altLang="en-US" sz="2000" b="1" dirty="0"/>
                  <a:t>tax</a:t>
                </a:r>
                <a:r>
                  <a:rPr lang="en-US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000" dirty="0"/>
                  <a:t> which depends on </a:t>
                </a:r>
                <a:r>
                  <a:rPr lang="en-US" altLang="en-US" sz="2000" i="1" dirty="0"/>
                  <a:t>everybody’s reports</a:t>
                </a:r>
                <a:r>
                  <a:rPr lang="en-US" altLang="en-US" sz="2000" dirty="0"/>
                  <a:t>.</a:t>
                </a:r>
              </a:p>
              <a:p>
                <a:pPr lvl="1"/>
                <a:r>
                  <a:rPr lang="en-US" altLang="en-US" sz="1800" dirty="0"/>
                  <a:t>The aim of this tax is to make them want to tell the truth.</a:t>
                </a:r>
                <a:endParaRPr lang="en-US" altLang="en-US" dirty="0"/>
              </a:p>
              <a:p>
                <a:pPr eaLnBrk="1" hangingPunct="1"/>
                <a:endParaRPr lang="en-US" altLang="en-US" dirty="0"/>
              </a:p>
            </p:txBody>
          </p:sp>
        </mc:Choice>
        <mc:Fallback xmlns="">
          <p:sp>
            <p:nvSpPr>
              <p:cNvPr id="8806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308771" cy="4651046"/>
              </a:xfrm>
              <a:blipFill>
                <a:blip r:embed="rId3"/>
                <a:stretch>
                  <a:fillRect l="-70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611D67-4CC9-41C6-A970-C61A83FD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32</a:t>
            </a:fld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63399A-B638-54FE-35AF-0DEABF4FEA7A}"/>
              </a:ext>
            </a:extLst>
          </p:cNvPr>
          <p:cNvGrpSpPr/>
          <p:nvPr/>
        </p:nvGrpSpPr>
        <p:grpSpPr>
          <a:xfrm>
            <a:off x="-48899" y="92281"/>
            <a:ext cx="563058" cy="6237721"/>
            <a:chOff x="-8362" y="87777"/>
            <a:chExt cx="563058" cy="6237721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BA2A8CD-6323-9539-166C-284D4C2C18BF}"/>
                </a:ext>
              </a:extLst>
            </p:cNvPr>
            <p:cNvGrpSpPr/>
            <p:nvPr/>
          </p:nvGrpSpPr>
          <p:grpSpPr>
            <a:xfrm>
              <a:off x="0" y="8777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30" name="Graphic 29" descr="Play with solid fill">
                <a:extLst>
                  <a:ext uri="{FF2B5EF4-FFF2-40B4-BE49-F238E27FC236}">
                    <a16:creationId xmlns:a16="http://schemas.microsoft.com/office/drawing/2014/main" id="{06A16AAA-BDA1-744F-E4B6-C0A150EB6A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31" name="Graphic 30" descr="Play with solid fill">
                <a:extLst>
                  <a:ext uri="{FF2B5EF4-FFF2-40B4-BE49-F238E27FC236}">
                    <a16:creationId xmlns:a16="http://schemas.microsoft.com/office/drawing/2014/main" id="{BC7CBC5D-88AD-1E31-3C34-885D9317B9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185A69F-FBA4-A447-5732-945F344B93F8}"/>
                </a:ext>
              </a:extLst>
            </p:cNvPr>
            <p:cNvGrpSpPr/>
            <p:nvPr/>
          </p:nvGrpSpPr>
          <p:grpSpPr>
            <a:xfrm>
              <a:off x="-1" y="75368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8" name="Graphic 27" descr="Play with solid fill">
                <a:extLst>
                  <a:ext uri="{FF2B5EF4-FFF2-40B4-BE49-F238E27FC236}">
                    <a16:creationId xmlns:a16="http://schemas.microsoft.com/office/drawing/2014/main" id="{F9C229ED-A799-7D14-6FC9-4B25D1A401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9" name="Graphic 28" descr="Play with solid fill">
                <a:extLst>
                  <a:ext uri="{FF2B5EF4-FFF2-40B4-BE49-F238E27FC236}">
                    <a16:creationId xmlns:a16="http://schemas.microsoft.com/office/drawing/2014/main" id="{430C747E-FE16-F7C7-9056-76EC83F764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6863B74-54AA-1DBC-33E3-332A9DD905B8}"/>
                </a:ext>
              </a:extLst>
            </p:cNvPr>
            <p:cNvGrpSpPr/>
            <p:nvPr/>
          </p:nvGrpSpPr>
          <p:grpSpPr>
            <a:xfrm>
              <a:off x="-2" y="141958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6" name="Graphic 25" descr="Play with solid fill">
                <a:extLst>
                  <a:ext uri="{FF2B5EF4-FFF2-40B4-BE49-F238E27FC236}">
                    <a16:creationId xmlns:a16="http://schemas.microsoft.com/office/drawing/2014/main" id="{E688725B-5340-3BF3-4FEE-8C97CF27B0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7" name="Graphic 26" descr="Play with solid fill">
                <a:extLst>
                  <a:ext uri="{FF2B5EF4-FFF2-40B4-BE49-F238E27FC236}">
                    <a16:creationId xmlns:a16="http://schemas.microsoft.com/office/drawing/2014/main" id="{7419221F-F501-E5AC-6CB9-28E92A46AA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0D4AC83-1D9E-BC5C-438C-576FCE4E6A96}"/>
                </a:ext>
              </a:extLst>
            </p:cNvPr>
            <p:cNvGrpSpPr/>
            <p:nvPr/>
          </p:nvGrpSpPr>
          <p:grpSpPr>
            <a:xfrm>
              <a:off x="0" y="208549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4" name="Graphic 23" descr="Play with solid fill">
                <a:extLst>
                  <a:ext uri="{FF2B5EF4-FFF2-40B4-BE49-F238E27FC236}">
                    <a16:creationId xmlns:a16="http://schemas.microsoft.com/office/drawing/2014/main" id="{53EDA549-3BD0-CAA7-AF3D-7C46DB198B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5" name="Graphic 24" descr="Play with solid fill">
                <a:extLst>
                  <a:ext uri="{FF2B5EF4-FFF2-40B4-BE49-F238E27FC236}">
                    <a16:creationId xmlns:a16="http://schemas.microsoft.com/office/drawing/2014/main" id="{73F31FF5-A81D-6C46-EA33-18EE787A44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EBF6864-7CA9-91C1-6025-A4E81E06B517}"/>
                </a:ext>
              </a:extLst>
            </p:cNvPr>
            <p:cNvGrpSpPr/>
            <p:nvPr/>
          </p:nvGrpSpPr>
          <p:grpSpPr>
            <a:xfrm>
              <a:off x="0" y="2758751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2" name="Graphic 21" descr="Play with solid fill">
                <a:extLst>
                  <a:ext uri="{FF2B5EF4-FFF2-40B4-BE49-F238E27FC236}">
                    <a16:creationId xmlns:a16="http://schemas.microsoft.com/office/drawing/2014/main" id="{CDE7CB03-4536-BB16-FE8E-41A34441A9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3" name="Graphic 22" descr="Play with solid fill">
                <a:extLst>
                  <a:ext uri="{FF2B5EF4-FFF2-40B4-BE49-F238E27FC236}">
                    <a16:creationId xmlns:a16="http://schemas.microsoft.com/office/drawing/2014/main" id="{9DC2725D-869C-04CF-22B0-B6753595A0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F47FBF-321D-1FA3-F973-46654437424C}"/>
                </a:ext>
              </a:extLst>
            </p:cNvPr>
            <p:cNvGrpSpPr/>
            <p:nvPr/>
          </p:nvGrpSpPr>
          <p:grpSpPr>
            <a:xfrm>
              <a:off x="-8362" y="3417089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0" name="Graphic 19" descr="Play with solid fill">
                <a:extLst>
                  <a:ext uri="{FF2B5EF4-FFF2-40B4-BE49-F238E27FC236}">
                    <a16:creationId xmlns:a16="http://schemas.microsoft.com/office/drawing/2014/main" id="{252253E6-54E5-8706-88A2-658E7DEEF0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1" name="Graphic 20" descr="Play with solid fill">
                <a:extLst>
                  <a:ext uri="{FF2B5EF4-FFF2-40B4-BE49-F238E27FC236}">
                    <a16:creationId xmlns:a16="http://schemas.microsoft.com/office/drawing/2014/main" id="{7304E42B-56C2-EA72-9EE5-508BD672BB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88056C9-DA9F-0BBC-2ED6-2158801852FC}"/>
                </a:ext>
              </a:extLst>
            </p:cNvPr>
            <p:cNvGrpSpPr/>
            <p:nvPr/>
          </p:nvGrpSpPr>
          <p:grpSpPr>
            <a:xfrm>
              <a:off x="0" y="4090348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8" name="Graphic 17" descr="Play with solid fill">
                <a:extLst>
                  <a:ext uri="{FF2B5EF4-FFF2-40B4-BE49-F238E27FC236}">
                    <a16:creationId xmlns:a16="http://schemas.microsoft.com/office/drawing/2014/main" id="{113E2673-CC21-6160-690C-072BEEB50D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19" name="Graphic 18" descr="Play with solid fill">
                <a:extLst>
                  <a:ext uri="{FF2B5EF4-FFF2-40B4-BE49-F238E27FC236}">
                    <a16:creationId xmlns:a16="http://schemas.microsoft.com/office/drawing/2014/main" id="{A3130D31-ADDD-A686-1EF6-76D4425A3E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3B0C6E3-F093-F8C1-DE1B-A5C501E30967}"/>
                </a:ext>
              </a:extLst>
            </p:cNvPr>
            <p:cNvGrpSpPr/>
            <p:nvPr/>
          </p:nvGrpSpPr>
          <p:grpSpPr>
            <a:xfrm>
              <a:off x="0" y="476360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6" name="Graphic 15" descr="Play with solid fill">
                <a:extLst>
                  <a:ext uri="{FF2B5EF4-FFF2-40B4-BE49-F238E27FC236}">
                    <a16:creationId xmlns:a16="http://schemas.microsoft.com/office/drawing/2014/main" id="{45251A7A-ABE6-E9E8-A61B-A84564AF34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17" name="Graphic 16" descr="Play with solid fill">
                <a:extLst>
                  <a:ext uri="{FF2B5EF4-FFF2-40B4-BE49-F238E27FC236}">
                    <a16:creationId xmlns:a16="http://schemas.microsoft.com/office/drawing/2014/main" id="{9E18B2F9-0E1C-E834-CC11-FC513574AF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3310DE7-13B2-D312-B616-5780927F5F20}"/>
                </a:ext>
              </a:extLst>
            </p:cNvPr>
            <p:cNvGrpSpPr/>
            <p:nvPr/>
          </p:nvGrpSpPr>
          <p:grpSpPr>
            <a:xfrm>
              <a:off x="0" y="5439419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4" name="Graphic 13" descr="Play with solid fill">
                <a:extLst>
                  <a:ext uri="{FF2B5EF4-FFF2-40B4-BE49-F238E27FC236}">
                    <a16:creationId xmlns:a16="http://schemas.microsoft.com/office/drawing/2014/main" id="{91BE42A2-E67F-B6F7-2EE7-307E6D9E77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15" name="Graphic 14" descr="Play with solid fill">
                <a:extLst>
                  <a:ext uri="{FF2B5EF4-FFF2-40B4-BE49-F238E27FC236}">
                    <a16:creationId xmlns:a16="http://schemas.microsoft.com/office/drawing/2014/main" id="{8C23D0A7-536C-A1AE-0B6F-8C986F9C2A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9008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0C17A0-1E78-8233-6D47-F5ABDD706C80}"/>
              </a:ext>
            </a:extLst>
          </p:cNvPr>
          <p:cNvSpPr/>
          <p:nvPr/>
        </p:nvSpPr>
        <p:spPr>
          <a:xfrm>
            <a:off x="785208" y="1396791"/>
            <a:ext cx="10870961" cy="1789231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VCG mechanism: Pivotality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3">
                <a:extLst>
                  <a:ext uri="{FF2B5EF4-FFF2-40B4-BE49-F238E27FC236}">
                    <a16:creationId xmlns:a16="http://schemas.microsoft.com/office/drawing/2014/main" id="{7A92B985-83DE-4398-A456-CA3A1A7B6151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352314" cy="4755473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en-US" sz="2000" dirty="0"/>
                  <a:t>We call an individual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000" dirty="0"/>
                  <a:t>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pivotal</a:t>
                </a:r>
                <a:r>
                  <a:rPr lang="en-US" altLang="en-US" sz="2000" b="1" dirty="0"/>
                  <a:t> </a:t>
                </a:r>
                <a:r>
                  <a:rPr lang="en-US" altLang="en-US" sz="2000" dirty="0"/>
                  <a:t>if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en-US" sz="1800" dirty="0"/>
                  <a:t> and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en-US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en-US" sz="1800" dirty="0"/>
                  <a:t>   or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≥0</m:t>
                    </m:r>
                    <m:r>
                      <m:rPr>
                        <m:nor/>
                      </m:rPr>
                      <a:rPr lang="en-US" altLang="en-US" sz="1800" dirty="0"/>
                      <m:t> </m:t>
                    </m:r>
                    <m:r>
                      <m:rPr>
                        <m:nor/>
                      </m:rPr>
                      <a:rPr lang="en-US" altLang="en-US" sz="1800" dirty="0"/>
                      <m:t>and</m:t>
                    </m:r>
                    <m:r>
                      <m:rPr>
                        <m:nor/>
                      </m:rPr>
                      <a:rPr lang="en-US" altLang="en-US" sz="1800" b="0" i="0" dirty="0" smtClean="0"/>
                      <m:t>  </m:t>
                    </m:r>
                    <m:nary>
                      <m:naryPr>
                        <m:chr m:val="∑"/>
                        <m:supHide m:val="on"/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en-US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en-US" sz="1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en-US" sz="1800" dirty="0"/>
                  <a:t> </a:t>
                </a:r>
              </a:p>
              <a:p>
                <a:pPr marL="0" indent="0" algn="ctr">
                  <a:buNone/>
                </a:pPr>
                <a:endParaRPr lang="en-US" altLang="en-US" sz="2000" dirty="0"/>
              </a:p>
              <a:p>
                <a:r>
                  <a:rPr lang="en-US" altLang="en-US" sz="2000" dirty="0"/>
                  <a:t>I.e. with his inclusion, the supply decision changes from what the others would want to do (</a:t>
                </a:r>
                <a:r>
                  <a:rPr lang="en-US" altLang="en-US" sz="2000" u="sng" dirty="0"/>
                  <a:t>on average</a:t>
                </a:r>
                <a:r>
                  <a:rPr lang="en-US" altLang="en-US" sz="2000" dirty="0"/>
                  <a:t>) based on their reports.</a:t>
                </a:r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Why the focus on pivotality?</a:t>
                </a:r>
              </a:p>
              <a:p>
                <a:pPr lvl="1"/>
                <a:r>
                  <a:rPr lang="en-US" altLang="en-US" sz="1800" b="1" dirty="0"/>
                  <a:t>Losses are only inflicted on others when an individual is pivotal.</a:t>
                </a:r>
              </a:p>
              <a:p>
                <a:pPr marL="457200" lvl="1" indent="0">
                  <a:buNone/>
                </a:pPr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14" name="Rectangle 3">
                <a:extLst>
                  <a:ext uri="{FF2B5EF4-FFF2-40B4-BE49-F238E27FC236}">
                    <a16:creationId xmlns:a16="http://schemas.microsoft.com/office/drawing/2014/main" id="{7A92B985-83DE-4398-A456-CA3A1A7B61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352314" cy="4755473"/>
              </a:xfrm>
              <a:blipFill>
                <a:blip r:embed="rId3"/>
                <a:stretch>
                  <a:fillRect l="-530" t="-141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59A3F-DD30-4DE6-9BC4-66156980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071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VCG mechanism: Pivotality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9463088" cy="4755473"/>
              </a:xfrm>
            </p:spPr>
            <p:txBody>
              <a:bodyPr>
                <a:normAutofit/>
              </a:bodyPr>
              <a:lstStyle/>
              <a:p>
                <a:pPr lvl="1"/>
                <a:endParaRPr lang="en-US" altLang="en-US" sz="1800" dirty="0"/>
              </a:p>
              <a:p>
                <a:r>
                  <a:rPr lang="en-US" altLang="en-US" sz="2000" b="1" dirty="0"/>
                  <a:t>Suppose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en-US" sz="20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000" b="1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en-US" sz="2000" b="1" i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en-US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en-US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b="1" i="1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altLang="en-US" sz="2000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2000" b="1" i="1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num>
                              <m:den>
                                <m:r>
                                  <a:rPr lang="en-US" altLang="en-US" sz="2000" b="1" i="1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den>
                            </m:f>
                          </m:e>
                        </m:d>
                        <m:r>
                          <a:rPr lang="en-US" altLang="en-US" sz="2000" b="1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en-US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nary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en-US" sz="2000" dirty="0"/>
                  <a:t> </a:t>
                </a:r>
                <a:br>
                  <a:rPr lang="en-US" altLang="en-US" sz="2000" dirty="0"/>
                </a:br>
                <a:r>
                  <a:rPr lang="en-US" altLang="en-US" sz="2000" dirty="0"/>
                  <a:t>Then, if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000" dirty="0"/>
                  <a:t> was like others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000" dirty="0"/>
                  <a:t> on average, then </a:t>
                </a:r>
                <a:r>
                  <a:rPr lang="en-US" altLang="en-US" sz="2000" b="1" dirty="0">
                    <a:solidFill>
                      <a:srgbClr val="FF0000"/>
                    </a:solidFill>
                  </a:rPr>
                  <a:t>public good would not be provided</a:t>
                </a:r>
                <a:r>
                  <a:rPr lang="en-US" altLang="en-US" sz="2000" dirty="0"/>
                  <a:t>.</a:t>
                </a:r>
              </a:p>
              <a:p>
                <a:pPr lvl="1"/>
                <a:r>
                  <a:rPr lang="en-US" altLang="en-US" sz="1800" dirty="0"/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en-US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nary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en-US" sz="1800" dirty="0"/>
                  <a:t> including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1800" dirty="0"/>
                  <a:t> causes the public good to be provided. </a:t>
                </a:r>
                <a:br>
                  <a:rPr lang="en-US" altLang="en-US" sz="1800" dirty="0"/>
                </a:br>
                <a:r>
                  <a:rPr lang="en-US" altLang="en-US" sz="1800" dirty="0"/>
                  <a:t>This goes against what the others want and generates an aggregate loss on them.</a:t>
                </a:r>
              </a:p>
              <a:p>
                <a:pPr marL="457200" lvl="1" indent="0">
                  <a:buNone/>
                </a:pPr>
                <a:endParaRPr lang="en-US" altLang="en-US" sz="1800" dirty="0"/>
              </a:p>
              <a:p>
                <a:r>
                  <a:rPr lang="en-US" altLang="en-US" sz="2000" b="1" dirty="0"/>
                  <a:t>Suppose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en-US" sz="20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000" b="1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en-US" sz="2000" b="1" i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en-US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en-US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b="1" i="1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altLang="en-US" sz="2000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2000" b="1" i="1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num>
                              <m:den>
                                <m:r>
                                  <a:rPr lang="en-US" altLang="en-US" sz="2000" b="1" i="1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den>
                            </m:f>
                          </m:e>
                        </m:d>
                        <m:r>
                          <a:rPr lang="en-US" altLang="en-US" sz="2000" b="1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en-US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nary>
                    <m:r>
                      <a:rPr lang="en-US" altLang="en-US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en-US" sz="2000" dirty="0"/>
                  <a:t> </a:t>
                </a:r>
                <a:br>
                  <a:rPr lang="en-US" altLang="en-US" sz="2000" dirty="0"/>
                </a:br>
                <a:r>
                  <a:rPr lang="en-US" altLang="en-US" sz="2000" dirty="0"/>
                  <a:t>Then, if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000" dirty="0"/>
                  <a:t> was like others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000" dirty="0"/>
                  <a:t> on average, then </a:t>
                </a:r>
                <a:r>
                  <a:rPr lang="en-US" altLang="en-US" sz="2000" b="1" dirty="0">
                    <a:solidFill>
                      <a:srgbClr val="00B050"/>
                    </a:solidFill>
                  </a:rPr>
                  <a:t>public good would be provided</a:t>
                </a:r>
                <a:r>
                  <a:rPr lang="en-US" altLang="en-US" sz="2000" dirty="0"/>
                  <a:t>.</a:t>
                </a:r>
              </a:p>
              <a:p>
                <a:pPr lvl="1"/>
                <a:r>
                  <a:rPr lang="en-US" altLang="en-US" sz="1800" dirty="0"/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en-US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nary>
                    <m:r>
                      <a:rPr lang="en-US" altLang="en-US" sz="18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en-US" sz="1800" dirty="0"/>
                  <a:t> including </a:t>
                </a:r>
                <a14:m>
                  <m:oMath xmlns:m="http://schemas.openxmlformats.org/officeDocument/2006/math">
                    <m:r>
                      <a:rPr lang="en-US" altLang="en-US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1800" dirty="0"/>
                  <a:t> causes the public good not to be provided. </a:t>
                </a:r>
                <a:br>
                  <a:rPr lang="en-US" altLang="en-US" sz="1800" dirty="0"/>
                </a:br>
                <a:r>
                  <a:rPr lang="en-US" altLang="en-US" sz="1800" dirty="0"/>
                  <a:t>Again this, goes against what others want and generates a loss on them.</a:t>
                </a:r>
              </a:p>
              <a:p>
                <a:endParaRPr lang="en-US" altLang="en-US" dirty="0"/>
              </a:p>
              <a:p>
                <a:endParaRPr lang="en-US" altLang="en-US" dirty="0"/>
              </a:p>
              <a:p>
                <a:pPr lvl="1"/>
                <a:endParaRPr lang="en-US" altLang="en-US" dirty="0"/>
              </a:p>
              <a:p>
                <a:endParaRPr lang="en-US" altLang="en-US" dirty="0"/>
              </a:p>
            </p:txBody>
          </p:sp>
        </mc:Choice>
        <mc:Fallback xmlns="">
          <p:sp>
            <p:nvSpPr>
              <p:cNvPr id="9318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9463088" cy="4755473"/>
              </a:xfrm>
              <a:blipFill>
                <a:blip r:embed="rId3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6D1439-613B-4D1C-B345-12AD4685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93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of pivotality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3">
                <a:extLst>
                  <a:ext uri="{FF2B5EF4-FFF2-40B4-BE49-F238E27FC236}">
                    <a16:creationId xmlns:a16="http://schemas.microsoft.com/office/drawing/2014/main" id="{7A92B985-83DE-4398-A456-CA3A1A7B6151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352314" cy="4755473"/>
              </a:xfrm>
            </p:spPr>
            <p:txBody>
              <a:bodyPr>
                <a:normAutofit lnSpcReduction="10000"/>
              </a:bodyPr>
              <a:lstStyle/>
              <a:p>
                <a:pPr eaLnBrk="1" hangingPunct="1"/>
                <a:r>
                  <a:rPr lang="en-US" altLang="en-US" sz="2000" dirty="0"/>
                  <a:t>There are 5 individuals who provide the reports: 4, 4, 3, 2, 2</a:t>
                </a:r>
              </a:p>
              <a:p>
                <a:r>
                  <a:rPr lang="en-US" altLang="en-US" sz="2000" dirty="0"/>
                  <a:t>Suppose the cost of the public good is 15. Hence,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eaLnBrk="1" hangingPunct="1"/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1800" dirty="0"/>
                  <a:t>Is person 1 pivotal? </a:t>
                </a:r>
                <a:r>
                  <a:rPr lang="en-US" altLang="en-US" sz="1800" b="1" dirty="0"/>
                  <a:t>Yes! </a:t>
                </a:r>
              </a:p>
              <a:p>
                <a:pPr marL="0" indent="0" eaLnBrk="1" hangingPunct="1">
                  <a:buNone/>
                </a:pPr>
                <a:r>
                  <a:rPr lang="en-SG" altLang="en-US" sz="1800" b="0" dirty="0"/>
                  <a:t>Without him,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1800" b="0" i="0" smtClean="0">
                            <a:latin typeface="Cambria Math" panose="02040503050406030204" pitchFamily="18" charset="0"/>
                          </a:rPr>
                          <m:t>4+3+2+2</m:t>
                        </m:r>
                      </m:e>
                    </m:d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×4=12</m:t>
                    </m:r>
                  </m:oMath>
                </a14:m>
                <a:r>
                  <a:rPr lang="en-US" altLang="en-US" sz="1800" dirty="0"/>
                  <a:t> </a:t>
                </a:r>
                <a:br>
                  <a:rPr lang="en-US" altLang="en-US" sz="1800" dirty="0"/>
                </a:br>
                <a:r>
                  <a:rPr lang="en-US" altLang="en-US" sz="1800" dirty="0"/>
                  <a:t>But with him,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1800">
                            <a:latin typeface="Cambria Math" panose="02040503050406030204" pitchFamily="18" charset="0"/>
                          </a:rPr>
                          <m:t>4+</m:t>
                        </m:r>
                        <m:r>
                          <a:rPr lang="en-SG" altLang="en-US" sz="1800" b="0" i="0" smtClean="0">
                            <a:latin typeface="Cambria Math" panose="02040503050406030204" pitchFamily="18" charset="0"/>
                          </a:rPr>
                          <m:t>4+</m:t>
                        </m:r>
                        <m:r>
                          <a:rPr lang="en-SG" altLang="en-US" sz="1800">
                            <a:latin typeface="Cambria Math" panose="02040503050406030204" pitchFamily="18" charset="0"/>
                          </a:rPr>
                          <m:t>3+2+2</m:t>
                        </m:r>
                      </m:e>
                    </m:d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SG" alt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SG" alt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SG" altLang="en-US" sz="18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en-US" sz="1800" dirty="0"/>
              </a:p>
              <a:p>
                <a:pPr marL="0" indent="0" eaLnBrk="1" hangingPunct="1">
                  <a:buNone/>
                </a:pPr>
                <a:endParaRPr lang="en-US" altLang="en-US" sz="1800" dirty="0"/>
              </a:p>
              <a:p>
                <a:pPr marL="0" indent="0">
                  <a:buNone/>
                </a:pPr>
                <a:r>
                  <a:rPr lang="en-US" altLang="en-US" sz="1800" dirty="0"/>
                  <a:t>Is person 3 pivotal? </a:t>
                </a:r>
                <a:r>
                  <a:rPr lang="en-US" altLang="en-US" sz="1800" b="1" dirty="0"/>
                  <a:t>No!</a:t>
                </a:r>
              </a:p>
              <a:p>
                <a:pPr marL="0" indent="0">
                  <a:buNone/>
                </a:pPr>
                <a:r>
                  <a:rPr lang="en-SG" altLang="en-US" sz="1800" dirty="0"/>
                  <a:t>Without him,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1800">
                            <a:latin typeface="Cambria Math" panose="02040503050406030204" pitchFamily="18" charset="0"/>
                          </a:rPr>
                          <m:t>4+</m:t>
                        </m:r>
                        <m:r>
                          <a:rPr lang="en-SG" altLang="en-US" sz="1800" b="0" i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SG" altLang="en-US" sz="1800">
                            <a:latin typeface="Cambria Math" panose="02040503050406030204" pitchFamily="18" charset="0"/>
                          </a:rPr>
                          <m:t>+2+2</m:t>
                        </m:r>
                      </m:e>
                    </m:d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SG" alt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SG" alt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SG" altLang="en-US" sz="1800" i="1">
                        <a:latin typeface="Cambria Math" panose="02040503050406030204" pitchFamily="18" charset="0"/>
                      </a:rPr>
                      <m:t>×4=12</m:t>
                    </m:r>
                  </m:oMath>
                </a14:m>
                <a:r>
                  <a:rPr lang="en-US" altLang="en-US" sz="1800" dirty="0"/>
                  <a:t> </a:t>
                </a:r>
                <a:br>
                  <a:rPr lang="en-US" altLang="en-US" sz="1800" dirty="0"/>
                </a:br>
                <a:r>
                  <a:rPr lang="en-US" altLang="en-US" sz="1800" dirty="0"/>
                  <a:t>With him,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1800">
                            <a:latin typeface="Cambria Math" panose="02040503050406030204" pitchFamily="18" charset="0"/>
                          </a:rPr>
                          <m:t>4+4+3+2</m:t>
                        </m:r>
                        <m:r>
                          <a:rPr lang="en-SG" altLang="en-US" sz="1800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SG" altLang="en-US" sz="1800" i="1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SG" alt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SG" alt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SG" altLang="en-US" sz="1800" i="1">
                        <a:latin typeface="Cambria Math" panose="02040503050406030204" pitchFamily="18" charset="0"/>
                      </a:rPr>
                      <m:t>×5=15</m:t>
                    </m:r>
                  </m:oMath>
                </a14:m>
                <a:endParaRPr lang="en-US" altLang="en-US" sz="1800" dirty="0"/>
              </a:p>
              <a:p>
                <a:pPr marL="0" indent="0">
                  <a:buNone/>
                </a:pPr>
                <a:endParaRPr lang="en-US" altLang="en-US" sz="1800" dirty="0"/>
              </a:p>
              <a:p>
                <a:pPr marL="0" indent="0">
                  <a:buNone/>
                </a:pPr>
                <a:r>
                  <a:rPr lang="en-US" altLang="en-US" sz="1800" dirty="0"/>
                  <a:t>Person 2 is pivotal. Person 4 and 5 are not pivotal.</a:t>
                </a:r>
              </a:p>
              <a:p>
                <a:pPr marL="0" indent="0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marL="457200" lvl="1" indent="0">
                  <a:buNone/>
                </a:pPr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14" name="Rectangle 3">
                <a:extLst>
                  <a:ext uri="{FF2B5EF4-FFF2-40B4-BE49-F238E27FC236}">
                    <a16:creationId xmlns:a16="http://schemas.microsoft.com/office/drawing/2014/main" id="{7A92B985-83DE-4398-A456-CA3A1A7B61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352314" cy="4755473"/>
              </a:xfrm>
              <a:blipFill>
                <a:blip r:embed="rId3"/>
                <a:stretch>
                  <a:fillRect l="-530" t="-192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59A3F-DD30-4DE6-9BC4-66156980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4838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VCG mechanism: Taxes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9463088" cy="47554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en-US" sz="2000" b="1" dirty="0"/>
                  <a:t>Everyone is taxed an amount equal to the loss they inflict on others </a:t>
                </a:r>
                <a14:m>
                  <m:oMath xmlns:m="http://schemas.openxmlformats.org/officeDocument/2006/math">
                    <m:r>
                      <a:rPr lang="en-US" altLang="en-US" sz="2000" b="1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2000" b="1" dirty="0"/>
                  <a:t> this happens when a person is pivotal.</a:t>
                </a:r>
              </a:p>
              <a:p>
                <a:endParaRPr lang="en-US" altLang="en-US" sz="2400" dirty="0"/>
              </a:p>
              <a:p>
                <a:r>
                  <a:rPr lang="en-US" altLang="en-US" sz="2000" dirty="0"/>
                  <a:t>If the public good is provided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altLang="en-US" sz="200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en-US" sz="1800" dirty="0"/>
                  <a:t> if non-pivotal.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en-US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en-US" sz="1800" dirty="0"/>
                  <a:t> if pivotal. </a:t>
                </a:r>
                <a:br>
                  <a:rPr lang="en-US" altLang="en-US" sz="1800" dirty="0"/>
                </a:br>
                <a:r>
                  <a:rPr lang="en-US" altLang="en-US" sz="1800" i="1" dirty="0"/>
                  <a:t>(If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1800" i="1" dirty="0"/>
                  <a:t> was pivotal in providing the public good, others must have not wanted to provide it.)</a:t>
                </a:r>
              </a:p>
              <a:p>
                <a:pPr lvl="1"/>
                <a:endParaRPr lang="en-US" altLang="en-US" sz="1800" dirty="0"/>
              </a:p>
              <a:p>
                <a:r>
                  <a:rPr lang="en-US" altLang="en-US" sz="2000" dirty="0"/>
                  <a:t>If the public good is not provided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r>
                  <a:rPr lang="en-US" altLang="en-US" sz="200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altLang="en-US" sz="1800" dirty="0"/>
                  <a:t>if non-pivotal.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sz="1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en-US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en-US" sz="1800" dirty="0"/>
                  <a:t> if pivotal.</a:t>
                </a:r>
                <a:br>
                  <a:rPr lang="en-US" altLang="en-US" sz="1800" dirty="0"/>
                </a:br>
                <a:r>
                  <a:rPr lang="en-US" altLang="en-US" sz="1800" i="1" dirty="0"/>
                  <a:t>(If </a:t>
                </a:r>
                <a14:m>
                  <m:oMath xmlns:m="http://schemas.openxmlformats.org/officeDocument/2006/math">
                    <m:r>
                      <a:rPr lang="en-US" altLang="en-US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1800" i="1" dirty="0"/>
                  <a:t> was pivotal in </a:t>
                </a:r>
                <a:r>
                  <a:rPr lang="en-US" altLang="en-US" sz="1800" i="1" u="sng" dirty="0"/>
                  <a:t>not</a:t>
                </a:r>
                <a:r>
                  <a:rPr lang="en-US" altLang="en-US" sz="1800" i="1" dirty="0"/>
                  <a:t> providing the public good, others must have wanted to provide it.)</a:t>
                </a:r>
              </a:p>
              <a:p>
                <a:pPr marL="457200" lvl="1" indent="0">
                  <a:buNone/>
                </a:pPr>
                <a:endParaRPr lang="en-US" altLang="en-US" dirty="0"/>
              </a:p>
              <a:p>
                <a:endParaRPr lang="en-US" altLang="en-US" dirty="0"/>
              </a:p>
            </p:txBody>
          </p:sp>
        </mc:Choice>
        <mc:Fallback xmlns="">
          <p:sp>
            <p:nvSpPr>
              <p:cNvPr id="9318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9463088" cy="4755473"/>
              </a:xfrm>
              <a:blipFill>
                <a:blip r:embed="rId3"/>
                <a:stretch>
                  <a:fillRect l="-709" t="-141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6D1439-613B-4D1C-B345-12AD4685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36</a:t>
            </a:fld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970FA2-81A7-37E7-1DA0-21B378145F36}"/>
              </a:ext>
            </a:extLst>
          </p:cNvPr>
          <p:cNvGrpSpPr/>
          <p:nvPr/>
        </p:nvGrpSpPr>
        <p:grpSpPr>
          <a:xfrm>
            <a:off x="-48899" y="92281"/>
            <a:ext cx="563058" cy="6237721"/>
            <a:chOff x="-8362" y="87777"/>
            <a:chExt cx="563058" cy="6237721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913A0A0-5917-A84E-8BAC-616DA6CF1528}"/>
                </a:ext>
              </a:extLst>
            </p:cNvPr>
            <p:cNvGrpSpPr/>
            <p:nvPr/>
          </p:nvGrpSpPr>
          <p:grpSpPr>
            <a:xfrm>
              <a:off x="0" y="8777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9" name="Graphic 28" descr="Play with solid fill">
                <a:extLst>
                  <a:ext uri="{FF2B5EF4-FFF2-40B4-BE49-F238E27FC236}">
                    <a16:creationId xmlns:a16="http://schemas.microsoft.com/office/drawing/2014/main" id="{FE79F525-E235-FA18-7F36-E6F29919E2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30" name="Graphic 29" descr="Play with solid fill">
                <a:extLst>
                  <a:ext uri="{FF2B5EF4-FFF2-40B4-BE49-F238E27FC236}">
                    <a16:creationId xmlns:a16="http://schemas.microsoft.com/office/drawing/2014/main" id="{D7D6B772-E474-0F25-6D5B-949C0FDA0B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2534492-B724-E64E-E4D0-C4130F8D692C}"/>
                </a:ext>
              </a:extLst>
            </p:cNvPr>
            <p:cNvGrpSpPr/>
            <p:nvPr/>
          </p:nvGrpSpPr>
          <p:grpSpPr>
            <a:xfrm>
              <a:off x="-1" y="75368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7" name="Graphic 26" descr="Play with solid fill">
                <a:extLst>
                  <a:ext uri="{FF2B5EF4-FFF2-40B4-BE49-F238E27FC236}">
                    <a16:creationId xmlns:a16="http://schemas.microsoft.com/office/drawing/2014/main" id="{AF35C1C9-AEA3-887D-A7EC-7D2F12A777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8" name="Graphic 27" descr="Play with solid fill">
                <a:extLst>
                  <a:ext uri="{FF2B5EF4-FFF2-40B4-BE49-F238E27FC236}">
                    <a16:creationId xmlns:a16="http://schemas.microsoft.com/office/drawing/2014/main" id="{81870C76-BD08-49A7-9DC8-F21D142716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27F328A-D35E-E9DE-341E-1E82EA09C6C3}"/>
                </a:ext>
              </a:extLst>
            </p:cNvPr>
            <p:cNvGrpSpPr/>
            <p:nvPr/>
          </p:nvGrpSpPr>
          <p:grpSpPr>
            <a:xfrm>
              <a:off x="-2" y="141958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5" name="Graphic 24" descr="Play with solid fill">
                <a:extLst>
                  <a:ext uri="{FF2B5EF4-FFF2-40B4-BE49-F238E27FC236}">
                    <a16:creationId xmlns:a16="http://schemas.microsoft.com/office/drawing/2014/main" id="{06A7B806-91B4-8247-39B2-14AC128843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6" name="Graphic 25" descr="Play with solid fill">
                <a:extLst>
                  <a:ext uri="{FF2B5EF4-FFF2-40B4-BE49-F238E27FC236}">
                    <a16:creationId xmlns:a16="http://schemas.microsoft.com/office/drawing/2014/main" id="{B20A01DA-539F-679D-D51C-A71927D3FF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0087B35-A608-9CF1-0378-996800737AA2}"/>
                </a:ext>
              </a:extLst>
            </p:cNvPr>
            <p:cNvGrpSpPr/>
            <p:nvPr/>
          </p:nvGrpSpPr>
          <p:grpSpPr>
            <a:xfrm>
              <a:off x="0" y="2085492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3" name="Graphic 22" descr="Play with solid fill">
                <a:extLst>
                  <a:ext uri="{FF2B5EF4-FFF2-40B4-BE49-F238E27FC236}">
                    <a16:creationId xmlns:a16="http://schemas.microsoft.com/office/drawing/2014/main" id="{31375B90-8C30-145D-E24A-10D1230F70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4" name="Graphic 23" descr="Play with solid fill">
                <a:extLst>
                  <a:ext uri="{FF2B5EF4-FFF2-40B4-BE49-F238E27FC236}">
                    <a16:creationId xmlns:a16="http://schemas.microsoft.com/office/drawing/2014/main" id="{BE272E2F-586E-B0E0-C279-11FC18D080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91C27CF-B03A-ED69-8101-34575FA7F6A3}"/>
                </a:ext>
              </a:extLst>
            </p:cNvPr>
            <p:cNvGrpSpPr/>
            <p:nvPr/>
          </p:nvGrpSpPr>
          <p:grpSpPr>
            <a:xfrm>
              <a:off x="0" y="2758751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21" name="Graphic 20" descr="Play with solid fill">
                <a:extLst>
                  <a:ext uri="{FF2B5EF4-FFF2-40B4-BE49-F238E27FC236}">
                    <a16:creationId xmlns:a16="http://schemas.microsoft.com/office/drawing/2014/main" id="{7555E808-5C84-C255-32A1-CEB176B3D1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2" name="Graphic 21" descr="Play with solid fill">
                <a:extLst>
                  <a:ext uri="{FF2B5EF4-FFF2-40B4-BE49-F238E27FC236}">
                    <a16:creationId xmlns:a16="http://schemas.microsoft.com/office/drawing/2014/main" id="{3C5C3B8F-E71D-B4D3-C4D4-8C57EAEC03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53E98E8-C1D3-AB6F-1FBE-3D24E4CDFB2C}"/>
                </a:ext>
              </a:extLst>
            </p:cNvPr>
            <p:cNvGrpSpPr/>
            <p:nvPr/>
          </p:nvGrpSpPr>
          <p:grpSpPr>
            <a:xfrm>
              <a:off x="-8362" y="3417089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9" name="Graphic 18" descr="Play with solid fill">
                <a:extLst>
                  <a:ext uri="{FF2B5EF4-FFF2-40B4-BE49-F238E27FC236}">
                    <a16:creationId xmlns:a16="http://schemas.microsoft.com/office/drawing/2014/main" id="{EF40859E-8612-65F5-839B-8A9F22F0DC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20" name="Graphic 19" descr="Play with solid fill">
                <a:extLst>
                  <a:ext uri="{FF2B5EF4-FFF2-40B4-BE49-F238E27FC236}">
                    <a16:creationId xmlns:a16="http://schemas.microsoft.com/office/drawing/2014/main" id="{4EDA58EE-5501-1370-3CD3-B67368231F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BA456E1-BF94-1089-41D5-933A7C7D6028}"/>
                </a:ext>
              </a:extLst>
            </p:cNvPr>
            <p:cNvGrpSpPr/>
            <p:nvPr/>
          </p:nvGrpSpPr>
          <p:grpSpPr>
            <a:xfrm>
              <a:off x="0" y="4090348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7" name="Graphic 16" descr="Play with solid fill">
                <a:extLst>
                  <a:ext uri="{FF2B5EF4-FFF2-40B4-BE49-F238E27FC236}">
                    <a16:creationId xmlns:a16="http://schemas.microsoft.com/office/drawing/2014/main" id="{93A8AFA6-CCFE-D294-28CF-C59EECB77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18" name="Graphic 17" descr="Play with solid fill">
                <a:extLst>
                  <a:ext uri="{FF2B5EF4-FFF2-40B4-BE49-F238E27FC236}">
                    <a16:creationId xmlns:a16="http://schemas.microsoft.com/office/drawing/2014/main" id="{7D758517-9924-9BAA-6673-F1959D15D5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C4CC8E2-99B8-E104-B39D-9CB1D693EF51}"/>
                </a:ext>
              </a:extLst>
            </p:cNvPr>
            <p:cNvGrpSpPr/>
            <p:nvPr/>
          </p:nvGrpSpPr>
          <p:grpSpPr>
            <a:xfrm>
              <a:off x="0" y="4763607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5" name="Graphic 14" descr="Play with solid fill">
                <a:extLst>
                  <a:ext uri="{FF2B5EF4-FFF2-40B4-BE49-F238E27FC236}">
                    <a16:creationId xmlns:a16="http://schemas.microsoft.com/office/drawing/2014/main" id="{2F5422F6-97CC-945B-4264-6ACCDA178C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16" name="Graphic 15" descr="Play with solid fill">
                <a:extLst>
                  <a:ext uri="{FF2B5EF4-FFF2-40B4-BE49-F238E27FC236}">
                    <a16:creationId xmlns:a16="http://schemas.microsoft.com/office/drawing/2014/main" id="{5C36CCD8-FDC7-3731-F724-6550E43C54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8AD83D4-435C-C5B7-3CEE-6F576CA1B2B9}"/>
                </a:ext>
              </a:extLst>
            </p:cNvPr>
            <p:cNvGrpSpPr/>
            <p:nvPr/>
          </p:nvGrpSpPr>
          <p:grpSpPr>
            <a:xfrm>
              <a:off x="0" y="5439419"/>
              <a:ext cx="554696" cy="886079"/>
              <a:chOff x="0" y="87777"/>
              <a:chExt cx="554696" cy="886079"/>
            </a:xfrm>
            <a:grpFill/>
          </p:grpSpPr>
          <p:pic>
            <p:nvPicPr>
              <p:cNvPr id="13" name="Graphic 12" descr="Play with solid fill">
                <a:extLst>
                  <a:ext uri="{FF2B5EF4-FFF2-40B4-BE49-F238E27FC236}">
                    <a16:creationId xmlns:a16="http://schemas.microsoft.com/office/drawing/2014/main" id="{EEFDE6DD-2A29-B6D0-4B17-DD5C43EB90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87777"/>
                <a:ext cx="554696" cy="554696"/>
              </a:xfrm>
              <a:prstGeom prst="rect">
                <a:avLst/>
              </a:prstGeom>
            </p:spPr>
          </p:pic>
          <p:pic>
            <p:nvPicPr>
              <p:cNvPr id="14" name="Graphic 13" descr="Play with solid fill">
                <a:extLst>
                  <a:ext uri="{FF2B5EF4-FFF2-40B4-BE49-F238E27FC236}">
                    <a16:creationId xmlns:a16="http://schemas.microsoft.com/office/drawing/2014/main" id="{FA846C81-E909-D212-403C-8F563D8D81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0" y="419160"/>
                <a:ext cx="554696" cy="55469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60608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VCG mechanism: Payoffs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9463088" cy="4755473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sz="2000" dirty="0"/>
                  <a:t>Suppose other agents </a:t>
                </a:r>
                <a:r>
                  <a:rPr lang="en-US" altLang="en-US" sz="2000" dirty="0" err="1"/>
                  <a:t>favour</a:t>
                </a:r>
                <a:r>
                  <a:rPr lang="en-US" altLang="en-US" sz="2000" dirty="0"/>
                  <a:t> the public good: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en-US" sz="2000" dirty="0"/>
                  <a:t> </a:t>
                </a:r>
              </a:p>
              <a:p>
                <a:endParaRPr lang="en-US" altLang="en-US" sz="1800" dirty="0"/>
              </a:p>
              <a:p>
                <a:r>
                  <a:rPr lang="en-US" altLang="en-US" sz="2000" dirty="0"/>
                  <a:t>Then agent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en-US" sz="2000" dirty="0"/>
                  <a:t> payoff  is</a:t>
                </a:r>
              </a:p>
              <a:p>
                <a:pPr marL="0" indent="0">
                  <a:buNone/>
                </a:pPr>
                <a:br>
                  <a:rPr lang="en-US" alt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18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nary>
                        <m:naryPr>
                          <m:chr m:val="∑"/>
                          <m:supHide m:val="on"/>
                          <m:ctrlPr>
                            <a:rPr lang="en-US" alt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br>
                  <a:rPr lang="en-US" altLang="en-US" sz="1800" i="1" dirty="0">
                    <a:latin typeface="Cambria Math" panose="02040503050406030204" pitchFamily="18" charset="0"/>
                  </a:rPr>
                </a:br>
                <a:br>
                  <a:rPr lang="en-US" altLang="en-US" sz="18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altLang="en-US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1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1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en-US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alt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altLang="en-US" sz="2000" dirty="0"/>
              </a:p>
              <a:p>
                <a:endParaRPr lang="en-US" altLang="en-US" sz="2400" dirty="0"/>
              </a:p>
              <a:p>
                <a:endParaRPr lang="en-US" altLang="en-US" sz="2400" dirty="0"/>
              </a:p>
              <a:p>
                <a:endParaRPr lang="en-US" altLang="en-US" sz="2400" dirty="0"/>
              </a:p>
              <a:p>
                <a:endParaRPr lang="en-US" altLang="en-US" sz="2400" dirty="0"/>
              </a:p>
              <a:p>
                <a:pPr lvl="1"/>
                <a:endParaRPr lang="en-US" altLang="en-US" dirty="0"/>
              </a:p>
              <a:p>
                <a:endParaRPr lang="en-US" altLang="en-US" dirty="0"/>
              </a:p>
            </p:txBody>
          </p:sp>
        </mc:Choice>
        <mc:Fallback xmlns="">
          <p:sp>
            <p:nvSpPr>
              <p:cNvPr id="9318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9463088" cy="4755473"/>
              </a:xfrm>
              <a:blipFill>
                <a:blip r:embed="rId3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020717-D9F8-461E-95FE-B9AF52FB0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37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F9746B-CC70-4F6E-8BCA-2E8017C21739}"/>
                  </a:ext>
                </a:extLst>
              </p:cNvPr>
              <p:cNvSpPr txBox="1"/>
              <p:nvPr/>
            </p:nvSpPr>
            <p:spPr>
              <a:xfrm>
                <a:off x="8050911" y="4414863"/>
                <a:ext cx="316940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which is whether the public good is provided, is influenced by the agent’s choice of report. It is as if agent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choosing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F9746B-CC70-4F6E-8BCA-2E8017C21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0911" y="4414863"/>
                <a:ext cx="3169403" cy="1200329"/>
              </a:xfrm>
              <a:prstGeom prst="rect">
                <a:avLst/>
              </a:prstGeom>
              <a:blipFill>
                <a:blip r:embed="rId4"/>
                <a:stretch>
                  <a:fillRect l="-1731" t="-2538" r="-385" b="-71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79BAC4-73CE-422C-9443-EDD4F8FE1801}"/>
                  </a:ext>
                </a:extLst>
              </p:cNvPr>
              <p:cNvSpPr txBox="1"/>
              <p:nvPr/>
            </p:nvSpPr>
            <p:spPr>
              <a:xfrm>
                <a:off x="4512277" y="2619261"/>
                <a:ext cx="40958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Loss in utility from tax if good is </a:t>
                </a:r>
                <a:r>
                  <a:rPr lang="en-US" sz="1400" b="1" dirty="0"/>
                  <a:t>not</a:t>
                </a:r>
                <a:r>
                  <a:rPr lang="en-US" sz="1400" dirty="0"/>
                  <a:t> provided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1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79BAC4-73CE-422C-9443-EDD4F8FE1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277" y="2619261"/>
                <a:ext cx="4095865" cy="307777"/>
              </a:xfrm>
              <a:prstGeom prst="rect">
                <a:avLst/>
              </a:prstGeom>
              <a:blipFill>
                <a:blip r:embed="rId5"/>
                <a:stretch>
                  <a:fillRect l="-446" t="-4000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54A7189C-A302-4B32-B0BF-EDF067713F31}"/>
              </a:ext>
            </a:extLst>
          </p:cNvPr>
          <p:cNvSpPr/>
          <p:nvPr/>
        </p:nvSpPr>
        <p:spPr>
          <a:xfrm rot="16200000">
            <a:off x="6152134" y="1781985"/>
            <a:ext cx="170122" cy="246022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992EAFC-A56C-FEB2-8B65-AEA1969661C8}"/>
              </a:ext>
            </a:extLst>
          </p:cNvPr>
          <p:cNvCxnSpPr>
            <a:cxnSpLocks/>
          </p:cNvCxnSpPr>
          <p:nvPr/>
        </p:nvCxnSpPr>
        <p:spPr>
          <a:xfrm>
            <a:off x="4774762" y="4774638"/>
            <a:ext cx="3122507" cy="271754"/>
          </a:xfrm>
          <a:prstGeom prst="bentConnector3">
            <a:avLst>
              <a:gd name="adj1" fmla="val 109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0934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VCG mechanism: Payoffs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9463088" cy="4755473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sz="2000" dirty="0"/>
                  <a:t>Suppose other agents do </a:t>
                </a:r>
                <a:r>
                  <a:rPr lang="en-US" altLang="en-US" sz="2000" b="1" dirty="0"/>
                  <a:t>not</a:t>
                </a:r>
                <a:r>
                  <a:rPr lang="en-US" altLang="en-US" sz="2000" dirty="0"/>
                  <a:t> </a:t>
                </a:r>
                <a:r>
                  <a:rPr lang="en-US" altLang="en-US" sz="2000" dirty="0" err="1"/>
                  <a:t>favour</a:t>
                </a:r>
                <a:r>
                  <a:rPr lang="en-US" altLang="en-US" sz="2000" dirty="0"/>
                  <a:t> the public good: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en-US" sz="2000" dirty="0"/>
                  <a:t> </a:t>
                </a:r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Then agent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SG" altLang="en-US" sz="2000" dirty="0"/>
                  <a:t>s</a:t>
                </a:r>
                <a:r>
                  <a:rPr lang="en-US" altLang="en-US" sz="2000" dirty="0"/>
                  <a:t> payoff  is:</a:t>
                </a:r>
              </a:p>
              <a:p>
                <a:pPr marL="0" indent="0">
                  <a:buNone/>
                </a:pPr>
                <a:br>
                  <a:rPr lang="en-US" alt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br>
                  <a:rPr lang="en-US" altLang="en-US" sz="1800" i="1" dirty="0">
                    <a:latin typeface="Cambria Math" panose="02040503050406030204" pitchFamily="18" charset="0"/>
                  </a:rPr>
                </a:br>
                <a:br>
                  <a:rPr lang="en-US" altLang="en-US" sz="18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altLang="en-US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1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1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en-US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en-US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en-US" sz="2000" dirty="0"/>
              </a:p>
              <a:p>
                <a:endParaRPr lang="en-US" altLang="en-US" sz="1800" dirty="0"/>
              </a:p>
              <a:p>
                <a:endParaRPr lang="en-US" altLang="en-US" sz="2400" dirty="0"/>
              </a:p>
              <a:p>
                <a:endParaRPr lang="en-US" altLang="en-US" sz="2400" dirty="0"/>
              </a:p>
              <a:p>
                <a:pPr lvl="1"/>
                <a:endParaRPr lang="en-US" altLang="en-US" dirty="0"/>
              </a:p>
              <a:p>
                <a:endParaRPr lang="en-US" altLang="en-US" dirty="0"/>
              </a:p>
            </p:txBody>
          </p:sp>
        </mc:Choice>
        <mc:Fallback xmlns="">
          <p:sp>
            <p:nvSpPr>
              <p:cNvPr id="9318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9463088" cy="4755473"/>
              </a:xfrm>
              <a:blipFill>
                <a:blip r:embed="rId3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020717-D9F8-461E-95FE-B9AF52FB0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38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F9746B-CC70-4F6E-8BCA-2E8017C21739}"/>
                  </a:ext>
                </a:extLst>
              </p:cNvPr>
              <p:cNvSpPr txBox="1"/>
              <p:nvPr/>
            </p:nvSpPr>
            <p:spPr>
              <a:xfrm>
                <a:off x="8304398" y="4095056"/>
                <a:ext cx="316940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which is whether the public good is provided, is influenced by the agent’s choice of report. It is as if agent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choosing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F9746B-CC70-4F6E-8BCA-2E8017C21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398" y="4095056"/>
                <a:ext cx="3169403" cy="1200329"/>
              </a:xfrm>
              <a:prstGeom prst="rect">
                <a:avLst/>
              </a:prstGeom>
              <a:blipFill>
                <a:blip r:embed="rId4"/>
                <a:stretch>
                  <a:fillRect l="-1538" t="-3046" r="-577" b="-71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42DA83E-4E55-42BB-9D02-3ED66526981E}"/>
              </a:ext>
            </a:extLst>
          </p:cNvPr>
          <p:cNvCxnSpPr>
            <a:cxnSpLocks/>
          </p:cNvCxnSpPr>
          <p:nvPr/>
        </p:nvCxnSpPr>
        <p:spPr>
          <a:xfrm>
            <a:off x="4833755" y="4423467"/>
            <a:ext cx="3122507" cy="271754"/>
          </a:xfrm>
          <a:prstGeom prst="bentConnector3">
            <a:avLst>
              <a:gd name="adj1" fmla="val 109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3EC8958-DF2F-4F79-815F-3EB899E6292C}"/>
                  </a:ext>
                </a:extLst>
              </p:cNvPr>
              <p:cNvSpPr txBox="1"/>
              <p:nvPr/>
            </p:nvSpPr>
            <p:spPr>
              <a:xfrm>
                <a:off x="4701020" y="2628465"/>
                <a:ext cx="37984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Loss in utility from tax if good is provided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1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3EC8958-DF2F-4F79-815F-3EB899E62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1020" y="2628465"/>
                <a:ext cx="3798476" cy="307777"/>
              </a:xfrm>
              <a:prstGeom prst="rect">
                <a:avLst/>
              </a:prstGeom>
              <a:blipFill>
                <a:blip r:embed="rId5"/>
                <a:stretch>
                  <a:fillRect l="-482" t="-3922" b="-1960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859FEFA4-7029-4C0E-9E71-478600148ECB}"/>
              </a:ext>
            </a:extLst>
          </p:cNvPr>
          <p:cNvSpPr/>
          <p:nvPr/>
        </p:nvSpPr>
        <p:spPr>
          <a:xfrm rot="16200000">
            <a:off x="6188353" y="2144080"/>
            <a:ext cx="85685" cy="174030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23347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VCG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850978" cy="4755473"/>
              </a:xfrm>
            </p:spPr>
            <p:txBody>
              <a:bodyPr>
                <a:normAutofit/>
              </a:bodyPr>
              <a:lstStyle/>
              <a:p>
                <a:endParaRPr lang="en-US" altLang="en-US" sz="2000" dirty="0"/>
              </a:p>
              <a:p>
                <a:r>
                  <a:rPr lang="en-US" altLang="en-US" sz="2000" dirty="0"/>
                  <a:t>The blue terms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en-US" sz="2000" dirty="0"/>
                  <a:t> are the portion of utility for which agents have control over (through their report).</a:t>
                </a:r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From the conditions of when the good is provided, </a:t>
                </a:r>
                <a14:m>
                  <m:oMath xmlns:m="http://schemas.openxmlformats.org/officeDocument/2006/math">
                    <m:r>
                      <a:rPr lang="en-SG" alt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altLang="en-US" sz="2000" dirty="0"/>
                  <a:t> when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nary>
                  </m:oMath>
                </a14:m>
                <a:endParaRPr lang="en-US" altLang="en-US" sz="2000" dirty="0"/>
              </a:p>
              <a:p>
                <a:endParaRPr lang="en-US" altLang="en-US" sz="2000" dirty="0"/>
              </a:p>
              <a:p>
                <a:pPr marL="0" indent="0">
                  <a:buNone/>
                </a:pPr>
                <a:r>
                  <a:rPr lang="en-SG" altLang="en-US" sz="2000" b="1" dirty="0"/>
                  <a:t>Given the messages from other agents </a:t>
                </a:r>
                <a14:m>
                  <m:oMath xmlns:m="http://schemas.openxmlformats.org/officeDocument/2006/math"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altLang="en-US" sz="2000" b="1" dirty="0"/>
                  <a:t>, agent </a:t>
                </a:r>
                <a14:m>
                  <m:oMath xmlns:m="http://schemas.openxmlformats.org/officeDocument/2006/math"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en-US" sz="2000" b="1" dirty="0"/>
                  <a:t>’s message potentially determines the value of </a:t>
                </a:r>
                <a14:m>
                  <m:oMath xmlns:m="http://schemas.openxmlformats.org/officeDocument/2006/math"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en-US" sz="2000" b="1" dirty="0"/>
                  <a:t>.</a:t>
                </a:r>
              </a:p>
              <a:p>
                <a:endParaRPr lang="en-US" altLang="en-US" sz="2000" dirty="0"/>
              </a:p>
              <a:p>
                <a:endParaRPr lang="en-US" altLang="en-US" sz="2000" dirty="0"/>
              </a:p>
              <a:p>
                <a:endParaRPr lang="en-US" altLang="en-US" sz="2000" dirty="0"/>
              </a:p>
              <a:p>
                <a:pPr lvl="1"/>
                <a:endParaRPr lang="en-US" altLang="en-US" sz="2000" dirty="0"/>
              </a:p>
              <a:p>
                <a:endParaRPr lang="en-US" altLang="en-US" sz="2000" dirty="0"/>
              </a:p>
            </p:txBody>
          </p:sp>
        </mc:Choice>
        <mc:Fallback xmlns="">
          <p:sp>
            <p:nvSpPr>
              <p:cNvPr id="9318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850978" cy="4755473"/>
              </a:xfrm>
              <a:blipFill>
                <a:blip r:embed="rId3"/>
                <a:stretch>
                  <a:fillRect l="-561" t="-243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020717-D9F8-461E-95FE-B9AF52FB0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48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VCG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9939068" cy="4755473"/>
              </a:xfrm>
            </p:spPr>
            <p:txBody>
              <a:bodyPr>
                <a:noAutofit/>
              </a:bodyPr>
              <a:lstStyle/>
              <a:p>
                <a:r>
                  <a:rPr lang="en-US" altLang="en-US" sz="2000" dirty="0"/>
                  <a:t>Expanding the blue term gives: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en-SG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SG" alt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SG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SG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en-US" sz="2000" dirty="0">
                          <a:solidFill>
                            <a:schemeClr val="tx1"/>
                          </a:solidFill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SG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nary>
                      <m:r>
                        <a:rPr lang="en-SG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en-US" sz="20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en-US" sz="2000" dirty="0"/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Notice that in order for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000" dirty="0"/>
                  <a:t> to </a:t>
                </a:r>
                <a:r>
                  <a:rPr lang="en-US" altLang="en-US" sz="2000" dirty="0" err="1"/>
                  <a:t>maximise</a:t>
                </a:r>
                <a:r>
                  <a:rPr lang="en-US" altLang="en-US" sz="2000" dirty="0"/>
                  <a:t> utility, it would be best to report the truth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SG" alt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SG" alt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alt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SG" alt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en-US" sz="2000" dirty="0"/>
                  <a:t>:</a:t>
                </a:r>
              </a:p>
              <a:p>
                <a:pPr lvl="1"/>
                <a:r>
                  <a:rPr lang="en-US" altLang="en-US" sz="1800" dirty="0"/>
                  <a:t>If</a:t>
                </a:r>
                <a14:m>
                  <m:oMath xmlns:m="http://schemas.openxmlformats.org/officeDocument/2006/math">
                    <m:r>
                      <a:rPr lang="en-US" altLang="en-US" sz="18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en-US" sz="1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1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)&gt;0</m:t>
                        </m:r>
                      </m:e>
                    </m:nary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, a report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1800" dirty="0"/>
                  <a:t> would result in provision of the public good </a:t>
                </a:r>
                <a:br>
                  <a:rPr lang="en-US" altLang="en-US" sz="1800" dirty="0"/>
                </a:b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altLang="en-US" sz="1800" dirty="0"/>
                  <a:t> resulting in this positive utility.</a:t>
                </a:r>
              </a:p>
              <a:p>
                <a:pPr lvl="1"/>
                <a:r>
                  <a:rPr lang="en-US" altLang="en-US" sz="1800" dirty="0"/>
                  <a:t>If</a:t>
                </a:r>
                <a14:m>
                  <m:oMath xmlns:m="http://schemas.openxmlformats.org/officeDocument/2006/math">
                    <m:r>
                      <a:rPr lang="en-US" altLang="en-US" sz="18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en-US" sz="1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1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en-US" sz="1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, a report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800" dirty="0"/>
                  <a:t>would result in non-provision of the public good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altLang="en-US" sz="1800" dirty="0"/>
                  <a:t> resulting in the avoidance of this negative utility.</a:t>
                </a:r>
              </a:p>
              <a:p>
                <a:pPr lvl="1"/>
                <a:endParaRPr lang="en-US" altLang="en-US" sz="2000" dirty="0"/>
              </a:p>
              <a:p>
                <a:r>
                  <a:rPr lang="en-US" altLang="en-US" sz="2000" dirty="0"/>
                  <a:t>Other non-truthful reports will result in weakly less utility. </a:t>
                </a:r>
              </a:p>
              <a:p>
                <a:pPr lvl="1"/>
                <a:r>
                  <a:rPr lang="en-US" altLang="en-US" sz="2000" dirty="0"/>
                  <a:t>Intuitively, this is because the tax forces them internalize the externality which his report causes for others.</a:t>
                </a:r>
              </a:p>
              <a:p>
                <a:endParaRPr lang="en-US" altLang="en-US" sz="2000" dirty="0"/>
              </a:p>
              <a:p>
                <a:endParaRPr lang="en-US" altLang="en-US" sz="2000" dirty="0"/>
              </a:p>
              <a:p>
                <a:pPr lvl="1"/>
                <a:endParaRPr lang="en-US" altLang="en-US" sz="2000" dirty="0"/>
              </a:p>
              <a:p>
                <a:endParaRPr lang="en-US" altLang="en-US" sz="2000" dirty="0"/>
              </a:p>
            </p:txBody>
          </p:sp>
        </mc:Choice>
        <mc:Fallback xmlns="">
          <p:sp>
            <p:nvSpPr>
              <p:cNvPr id="9318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9939068" cy="4755473"/>
              </a:xfrm>
              <a:blipFill>
                <a:blip r:embed="rId3"/>
                <a:stretch>
                  <a:fillRect l="-552" t="-141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020717-D9F8-461E-95FE-B9AF52FB0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40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026BF1-2C50-010C-F8BB-7B224A4DB87C}"/>
                  </a:ext>
                </a:extLst>
              </p:cNvPr>
              <p:cNvSpPr txBox="1"/>
              <p:nvPr/>
            </p:nvSpPr>
            <p:spPr>
              <a:xfrm>
                <a:off x="4618008" y="2615407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026BF1-2C50-010C-F8BB-7B224A4DB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008" y="2615407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Brace 4">
            <a:extLst>
              <a:ext uri="{FF2B5EF4-FFF2-40B4-BE49-F238E27FC236}">
                <a16:creationId xmlns:a16="http://schemas.microsoft.com/office/drawing/2014/main" id="{B608823E-4C9A-029E-78D9-C494C2B0F0F7}"/>
              </a:ext>
            </a:extLst>
          </p:cNvPr>
          <p:cNvSpPr/>
          <p:nvPr/>
        </p:nvSpPr>
        <p:spPr>
          <a:xfrm rot="5400000">
            <a:off x="4669765" y="1282460"/>
            <a:ext cx="276045" cy="2576423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745810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VCG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318630" cy="4755473"/>
              </a:xfrm>
            </p:spPr>
            <p:txBody>
              <a:bodyPr>
                <a:normAutofit/>
              </a:bodyPr>
              <a:lstStyle/>
              <a:p>
                <a:endParaRPr lang="en-US" altLang="en-US" sz="2000" dirty="0"/>
              </a:p>
              <a:p>
                <a:r>
                  <a:rPr lang="en-US" altLang="en-US" sz="2000" dirty="0"/>
                  <a:t>Reporting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000" dirty="0"/>
                  <a:t> is thus a </a:t>
                </a:r>
                <a:r>
                  <a:rPr lang="en-US" altLang="en-US" sz="2000" b="1" dirty="0"/>
                  <a:t>(weakly) dominant strategy.</a:t>
                </a:r>
              </a:p>
              <a:p>
                <a:pPr lvl="1"/>
                <a:r>
                  <a:rPr lang="en-US" altLang="en-US" sz="1800" dirty="0"/>
                  <a:t>Everyone reporting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1800" dirty="0"/>
                  <a:t> is thus a Nash Equilibrium of this game.</a:t>
                </a:r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In this Nash Equilibrium, since the public good is provided when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0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sz="2000" dirty="0"/>
                  <a:t>, and everyone is telling the truth, the mechanism will indeed provide the public good if it is efficient to do so.</a:t>
                </a:r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Notice that the VCG mechanism is like an auction: messages are like bids and these result in allocations of the public good.</a:t>
                </a:r>
              </a:p>
              <a:p>
                <a:pPr lvl="1"/>
                <a:r>
                  <a:rPr lang="en-US" altLang="en-US" sz="1800" dirty="0"/>
                  <a:t>Truthfulness arises from a mechanism similar to that of the second price auction.</a:t>
                </a:r>
              </a:p>
              <a:p>
                <a:endParaRPr lang="en-US" altLang="en-US" sz="2000" dirty="0"/>
              </a:p>
              <a:p>
                <a:pPr lvl="1"/>
                <a:endParaRPr lang="en-US" altLang="en-US" sz="2000" dirty="0"/>
              </a:p>
              <a:p>
                <a:endParaRPr lang="en-US" altLang="en-US" sz="2400" dirty="0"/>
              </a:p>
            </p:txBody>
          </p:sp>
        </mc:Choice>
        <mc:Fallback xmlns="">
          <p:sp>
            <p:nvSpPr>
              <p:cNvPr id="9318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318630" cy="4755473"/>
              </a:xfrm>
              <a:blipFill>
                <a:blip r:embed="rId3"/>
                <a:stretch>
                  <a:fillRect l="-53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020717-D9F8-461E-95FE-B9AF52FB0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73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Remarks</a:t>
            </a:r>
          </a:p>
        </p:txBody>
      </p:sp>
      <p:sp>
        <p:nvSpPr>
          <p:cNvPr id="124930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221686" cy="4755473"/>
          </a:xfrm>
        </p:spPr>
        <p:txBody>
          <a:bodyPr>
            <a:normAutofit/>
          </a:bodyPr>
          <a:lstStyle/>
          <a:p>
            <a:endParaRPr lang="en-US" altLang="en-US" sz="2000" dirty="0"/>
          </a:p>
          <a:p>
            <a:r>
              <a:rPr lang="en-US" altLang="en-US" sz="2000" dirty="0"/>
              <a:t>The VCG implicitly requires quasi linear preferences as we can’t have payments influencing demand for the public good.</a:t>
            </a:r>
          </a:p>
          <a:p>
            <a:endParaRPr lang="en-US" altLang="en-US" sz="2000" dirty="0"/>
          </a:p>
          <a:p>
            <a:r>
              <a:rPr lang="en-US" altLang="en-US" sz="2000" dirty="0"/>
              <a:t>While it guarantees the efficient </a:t>
            </a:r>
            <a:r>
              <a:rPr lang="en-US" altLang="en-US" sz="2000" i="1" dirty="0"/>
              <a:t>provision</a:t>
            </a:r>
            <a:r>
              <a:rPr lang="en-US" altLang="en-US" sz="2000" dirty="0"/>
              <a:t> of the public good, there is still </a:t>
            </a:r>
            <a:r>
              <a:rPr lang="en-US" altLang="en-US" sz="2000" i="1" dirty="0"/>
              <a:t>resource inefficiency </a:t>
            </a:r>
            <a:r>
              <a:rPr lang="en-US" altLang="en-US" sz="2000" dirty="0"/>
              <a:t>due to taxes removing wealth from pivotal individuals</a:t>
            </a:r>
          </a:p>
          <a:p>
            <a:pPr lvl="1"/>
            <a:r>
              <a:rPr lang="en-US" altLang="en-US" sz="1800" dirty="0"/>
              <a:t>These taxes cannot be fed back into the system so as to maintain incentive compatibility.</a:t>
            </a:r>
          </a:p>
          <a:p>
            <a:pPr lvl="1"/>
            <a:r>
              <a:rPr lang="en-US" altLang="en-US" sz="1800" dirty="0"/>
              <a:t>There is thus a drop in private consumption.</a:t>
            </a:r>
          </a:p>
          <a:p>
            <a:endParaRPr lang="en-US" altLang="en-US" sz="2000" dirty="0"/>
          </a:p>
          <a:p>
            <a:r>
              <a:rPr lang="en-US" altLang="en-US" sz="2000" dirty="0"/>
              <a:t>This result is more general: there are no processes which are simultaneously </a:t>
            </a:r>
            <a:r>
              <a:rPr lang="en-US" altLang="en-US" sz="2000" i="1" dirty="0"/>
              <a:t>dominant strategy incentive compatible</a:t>
            </a:r>
            <a:r>
              <a:rPr lang="en-US" altLang="en-US" sz="2000" dirty="0"/>
              <a:t> and have </a:t>
            </a:r>
            <a:r>
              <a:rPr lang="en-US" altLang="en-US" sz="2000" i="1" dirty="0"/>
              <a:t>no resource inefficiency</a:t>
            </a:r>
            <a:r>
              <a:rPr lang="en-US" altLang="en-US" sz="2000" dirty="0"/>
              <a:t> over a reasonable range of possible environments. </a:t>
            </a:r>
            <a:r>
              <a:rPr lang="en-US" altLang="en-US" sz="2000" i="1" dirty="0"/>
              <a:t>(even under quasi-linear utility.)</a:t>
            </a:r>
          </a:p>
          <a:p>
            <a:pPr lvl="1"/>
            <a:r>
              <a:rPr lang="en-US" altLang="en-US" sz="1800" i="1" dirty="0"/>
              <a:t>See the textbook for more discussions of weaknesses: collusion and equity.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F9B46D-CE71-4288-960A-518AB0B6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29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 3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The government is considering providing a public good for 3 users, I, J and K using the VCG mechanism. The cost of the public good is 9.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=5, 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=3, 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=2.</m:t>
                    </m:r>
                  </m:oMath>
                </a14:m>
                <a:endParaRPr lang="en-GB" sz="2000" dirty="0"/>
              </a:p>
              <a:p>
                <a:endParaRPr lang="en-GB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000" dirty="0"/>
                  <a:t>Will the public good be provided?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sz="1800" dirty="0"/>
                  <a:t>Yes (This is the answer)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sz="1800" dirty="0"/>
                  <a:t>No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endParaRPr lang="en-GB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000" dirty="0"/>
                  <a:t>Suppose they all report their true values. Select all agents who are pivotal.</a:t>
                </a:r>
                <a:endParaRPr lang="en-GB" sz="2000" b="1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sz="1800" dirty="0"/>
                  <a:t>I  (</a:t>
                </a:r>
                <a:r>
                  <a:rPr lang="en-GB" sz="1800"/>
                  <a:t>Only this)</a:t>
                </a:r>
                <a:endParaRPr lang="en-GB" sz="1800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sz="1800" dirty="0"/>
                  <a:t>J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sz="1800" dirty="0"/>
                  <a:t>K</a:t>
                </a:r>
              </a:p>
              <a:p>
                <a:endParaRPr lang="en-GB" sz="2000" dirty="0"/>
              </a:p>
              <a:p>
                <a:endParaRPr lang="en-GB" sz="2400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GB" sz="2000" dirty="0"/>
              </a:p>
              <a:p>
                <a:pPr lvl="1"/>
                <a:endParaRPr lang="en-GB" sz="2000" dirty="0"/>
              </a:p>
              <a:p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C3355-C584-4C8F-8ACB-4168C3A6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43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92BCB0-2036-70C0-59A8-B07466528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205" y="309717"/>
            <a:ext cx="1258993" cy="125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Key learning outcomes</a:t>
            </a:r>
          </a:p>
        </p:txBody>
      </p:sp>
      <p:sp>
        <p:nvSpPr>
          <p:cNvPr id="124930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221686" cy="4755473"/>
          </a:xfrm>
        </p:spPr>
        <p:txBody>
          <a:bodyPr>
            <a:normAutofit/>
          </a:bodyPr>
          <a:lstStyle/>
          <a:p>
            <a:endParaRPr lang="en-US" altLang="en-US" sz="2000" dirty="0"/>
          </a:p>
          <a:p>
            <a:r>
              <a:rPr lang="en-US" altLang="en-US" sz="2000" dirty="0"/>
              <a:t>Properties of different kinds of goods.</a:t>
            </a:r>
          </a:p>
          <a:p>
            <a:endParaRPr lang="en-US" altLang="en-US" sz="2000" dirty="0"/>
          </a:p>
          <a:p>
            <a:r>
              <a:rPr lang="en-US" altLang="en-US" sz="2000" dirty="0"/>
              <a:t>How does the tragedy of commons lead to inefficiency and potential solutions.</a:t>
            </a:r>
          </a:p>
          <a:p>
            <a:endParaRPr lang="en-US" altLang="en-US" sz="2000" dirty="0"/>
          </a:p>
          <a:p>
            <a:r>
              <a:rPr lang="en-US" altLang="en-US" sz="2000" dirty="0"/>
              <a:t>Why is there (potential) inefficiency for public goods?</a:t>
            </a:r>
          </a:p>
          <a:p>
            <a:endParaRPr lang="en-US" altLang="en-US" sz="2000" dirty="0"/>
          </a:p>
          <a:p>
            <a:r>
              <a:rPr lang="en-US" altLang="en-US" sz="2000" dirty="0"/>
              <a:t>How to use the </a:t>
            </a:r>
            <a:r>
              <a:rPr lang="en-US" altLang="en-US" sz="2000"/>
              <a:t>VCG mechanism to implement </a:t>
            </a:r>
            <a:r>
              <a:rPr lang="en-US" altLang="en-US" sz="2000" dirty="0"/>
              <a:t>the efficient outcome </a:t>
            </a:r>
            <a:r>
              <a:rPr lang="en-US" altLang="en-US" sz="2000"/>
              <a:t>for public goods?</a:t>
            </a:r>
            <a:endParaRPr lang="en-US" altLang="en-US" sz="2000" dirty="0"/>
          </a:p>
          <a:p>
            <a:endParaRPr lang="en-US" altLang="en-US" sz="2000" i="1" dirty="0"/>
          </a:p>
          <a:p>
            <a:endParaRPr lang="en-US" altLang="en-US" sz="1800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F9B46D-CE71-4288-960A-518AB0B6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7027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References</a:t>
            </a:r>
          </a:p>
        </p:txBody>
      </p:sp>
      <p:sp>
        <p:nvSpPr>
          <p:cNvPr id="124930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221686" cy="4755473"/>
          </a:xfrm>
        </p:spPr>
        <p:txBody>
          <a:bodyPr>
            <a:normAutofit/>
          </a:bodyPr>
          <a:lstStyle/>
          <a:p>
            <a:r>
              <a:rPr lang="en-US" altLang="en-US" sz="2200" dirty="0"/>
              <a:t>Varian Chapter 35</a:t>
            </a:r>
          </a:p>
          <a:p>
            <a:r>
              <a:rPr lang="en-US" altLang="en-US" sz="2200" dirty="0"/>
              <a:t>Varian Chapter 37</a:t>
            </a:r>
          </a:p>
          <a:p>
            <a:endParaRPr lang="en-US" altLang="en-US" sz="2200" i="1" dirty="0"/>
          </a:p>
          <a:p>
            <a:r>
              <a:rPr lang="en-US" altLang="en-US" sz="2200"/>
              <a:t>Related </a:t>
            </a:r>
            <a:r>
              <a:rPr lang="en-US" altLang="en-US" sz="2200" dirty="0"/>
              <a:t>articles: changing the structure of public goods</a:t>
            </a:r>
          </a:p>
          <a:p>
            <a:pPr lvl="1"/>
            <a:r>
              <a:rPr lang="en-US" altLang="en-US" sz="2000" dirty="0">
                <a:hlinkClick r:id="rId2"/>
              </a:rPr>
              <a:t>Digital media and the public goods problem</a:t>
            </a:r>
            <a:endParaRPr lang="en-US" altLang="en-US" sz="2000" dirty="0"/>
          </a:p>
          <a:p>
            <a:pPr lvl="1"/>
            <a:r>
              <a:rPr lang="en-US" altLang="en-US" sz="2000" dirty="0">
                <a:hlinkClick r:id="rId3"/>
              </a:rPr>
              <a:t>The lighthouse myth</a:t>
            </a: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E0443A-4593-4181-8223-01A19C87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38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5731</TotalTime>
  <Words>3983</Words>
  <Application>Microsoft Office PowerPoint</Application>
  <PresentationFormat>Widescreen</PresentationFormat>
  <Paragraphs>578</Paragraphs>
  <Slides>45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Cambria Math</vt:lpstr>
      <vt:lpstr>Office Theme</vt:lpstr>
      <vt:lpstr>Common Property and Public Goods</vt:lpstr>
      <vt:lpstr>Introduction</vt:lpstr>
      <vt:lpstr>Introduction</vt:lpstr>
      <vt:lpstr>The Tragedy of Commons</vt:lpstr>
      <vt:lpstr>The Tragedy of Commons </vt:lpstr>
      <vt:lpstr>The Tragedy of Commons</vt:lpstr>
      <vt:lpstr>The Tragedy of Commons</vt:lpstr>
      <vt:lpstr>The Tragedy of Commons:  Social Planner’s Problem</vt:lpstr>
      <vt:lpstr>The Tragedy of Commons:  Individual Problem</vt:lpstr>
      <vt:lpstr>The Tragedy of Commons (Graphical Solution)</vt:lpstr>
      <vt:lpstr>The Tragedy of Commons (Mathematically)</vt:lpstr>
      <vt:lpstr>The Tragedy of Commons</vt:lpstr>
      <vt:lpstr>Tragedy of Commons, Discussion</vt:lpstr>
      <vt:lpstr>Review Questions 1</vt:lpstr>
      <vt:lpstr>A simple model of  Public Goods</vt:lpstr>
      <vt:lpstr>Public Goods</vt:lpstr>
      <vt:lpstr>Public Goods</vt:lpstr>
      <vt:lpstr>Scenario 1</vt:lpstr>
      <vt:lpstr>Scenario 2</vt:lpstr>
      <vt:lpstr>An extended model of  Public Goods</vt:lpstr>
      <vt:lpstr>Variable Public Good Quantities</vt:lpstr>
      <vt:lpstr>Social Optimal Outcome</vt:lpstr>
      <vt:lpstr>Social Optimal Outcome</vt:lpstr>
      <vt:lpstr>Social Optimal Outcome</vt:lpstr>
      <vt:lpstr>Social Optimal Outcome (Quasi-linear)</vt:lpstr>
      <vt:lpstr>What is the free market outcome?</vt:lpstr>
      <vt:lpstr>Review Questions 2</vt:lpstr>
      <vt:lpstr>Mechanisms for Public Goods Provision</vt:lpstr>
      <vt:lpstr>Alternative Mechanisms</vt:lpstr>
      <vt:lpstr>Demand Revelation </vt:lpstr>
      <vt:lpstr>The Setup</vt:lpstr>
      <vt:lpstr>The VCG mechanism</vt:lpstr>
      <vt:lpstr>The VCG mechanism: Pivotality</vt:lpstr>
      <vt:lpstr>The VCG mechanism: Pivotality</vt:lpstr>
      <vt:lpstr>Example of pivotality</vt:lpstr>
      <vt:lpstr>The VCG mechanism: Taxes</vt:lpstr>
      <vt:lpstr>The VCG mechanism: Payoffs</vt:lpstr>
      <vt:lpstr>The VCG mechanism: Payoffs</vt:lpstr>
      <vt:lpstr>The VCG mechanism</vt:lpstr>
      <vt:lpstr>The VCG mechanism</vt:lpstr>
      <vt:lpstr>The VCG mechanism</vt:lpstr>
      <vt:lpstr>Remarks</vt:lpstr>
      <vt:lpstr>Review Questions 3</vt:lpstr>
      <vt:lpstr>Key learning outcomes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Property and Public Goods</dc:title>
  <dc:creator>Jonathan Yeo</dc:creator>
  <cp:lastModifiedBy>issac goh</cp:lastModifiedBy>
  <cp:revision>226</cp:revision>
  <dcterms:created xsi:type="dcterms:W3CDTF">2020-10-22T05:24:02Z</dcterms:created>
  <dcterms:modified xsi:type="dcterms:W3CDTF">2024-10-20T07:57:45Z</dcterms:modified>
</cp:coreProperties>
</file>