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527" r:id="rId3"/>
    <p:sldId id="555" r:id="rId4"/>
    <p:sldId id="300" r:id="rId5"/>
    <p:sldId id="566" r:id="rId6"/>
    <p:sldId id="524" r:id="rId7"/>
    <p:sldId id="465" r:id="rId8"/>
    <p:sldId id="462" r:id="rId9"/>
    <p:sldId id="430" r:id="rId10"/>
    <p:sldId id="528" r:id="rId11"/>
    <p:sldId id="431" r:id="rId12"/>
    <p:sldId id="568" r:id="rId13"/>
    <p:sldId id="529" r:id="rId14"/>
    <p:sldId id="432" r:id="rId15"/>
    <p:sldId id="433" r:id="rId16"/>
    <p:sldId id="567" r:id="rId17"/>
    <p:sldId id="531" r:id="rId18"/>
    <p:sldId id="535" r:id="rId19"/>
    <p:sldId id="538" r:id="rId20"/>
    <p:sldId id="553" r:id="rId21"/>
    <p:sldId id="449" r:id="rId22"/>
    <p:sldId id="559" r:id="rId23"/>
    <p:sldId id="322" r:id="rId24"/>
    <p:sldId id="533" r:id="rId25"/>
    <p:sldId id="453" r:id="rId26"/>
    <p:sldId id="530" r:id="rId27"/>
    <p:sldId id="435" r:id="rId28"/>
    <p:sldId id="569" r:id="rId29"/>
    <p:sldId id="570" r:id="rId30"/>
    <p:sldId id="560" r:id="rId31"/>
    <p:sldId id="523" r:id="rId32"/>
    <p:sldId id="571" r:id="rId33"/>
    <p:sldId id="572" r:id="rId34"/>
    <p:sldId id="556" r:id="rId35"/>
    <p:sldId id="561" r:id="rId36"/>
    <p:sldId id="562" r:id="rId37"/>
    <p:sldId id="563" r:id="rId38"/>
    <p:sldId id="564" r:id="rId39"/>
    <p:sldId id="573" r:id="rId40"/>
    <p:sldId id="574" r:id="rId41"/>
    <p:sldId id="488" r:id="rId42"/>
    <p:sldId id="534" r:id="rId43"/>
    <p:sldId id="454"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7E30F4-39BE-8140-DE35-02AE8001C628}" name="Yeo Xiong Wei, Jonathan" initials="YXWJ" userId="S::JONATHANYEO@staff.main.ntu.edu.sg::ac2b658e-7ce1-44bb-9f9f-bf4198ceaa2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3B7412-2BAC-42E4-A489-B74CA7E4C22B}" v="529" dt="2024-08-02T06:44:18.0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044" autoAdjust="0"/>
  </p:normalViewPr>
  <p:slideViewPr>
    <p:cSldViewPr snapToGrid="0">
      <p:cViewPr varScale="1">
        <p:scale>
          <a:sx n="76" d="100"/>
          <a:sy n="76" d="100"/>
        </p:scale>
        <p:origin x="91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o Xiong Wei, Jonathan" userId="ac2b658e-7ce1-44bb-9f9f-bf4198ceaa29" providerId="ADAL" clId="{900B768A-31D7-40C6-88B4-F605D9FF23A3}"/>
    <pc:docChg chg="undo redo custSel addSld delSld modSld">
      <pc:chgData name="Yeo Xiong Wei, Jonathan" userId="ac2b658e-7ce1-44bb-9f9f-bf4198ceaa29" providerId="ADAL" clId="{900B768A-31D7-40C6-88B4-F605D9FF23A3}" dt="2023-05-11T10:06:18.012" v="7722" actId="20577"/>
      <pc:docMkLst>
        <pc:docMk/>
      </pc:docMkLst>
      <pc:sldChg chg="delSp modSp add mod modAnim modNotesTx">
        <pc:chgData name="Yeo Xiong Wei, Jonathan" userId="ac2b658e-7ce1-44bb-9f9f-bf4198ceaa29" providerId="ADAL" clId="{900B768A-31D7-40C6-88B4-F605D9FF23A3}" dt="2023-05-11T06:31:33.921" v="2091" actId="20577"/>
        <pc:sldMkLst>
          <pc:docMk/>
          <pc:sldMk cId="557807413" sldId="300"/>
        </pc:sldMkLst>
        <pc:spChg chg="del">
          <ac:chgData name="Yeo Xiong Wei, Jonathan" userId="ac2b658e-7ce1-44bb-9f9f-bf4198ceaa29" providerId="ADAL" clId="{900B768A-31D7-40C6-88B4-F605D9FF23A3}" dt="2023-05-11T03:32:06.716" v="1676" actId="478"/>
          <ac:spMkLst>
            <pc:docMk/>
            <pc:sldMk cId="557807413" sldId="300"/>
            <ac:spMk id="2" creationId="{C1190123-918A-39CB-E629-69AB9B0DB08D}"/>
          </ac:spMkLst>
        </pc:spChg>
        <pc:spChg chg="mod">
          <ac:chgData name="Yeo Xiong Wei, Jonathan" userId="ac2b658e-7ce1-44bb-9f9f-bf4198ceaa29" providerId="ADAL" clId="{900B768A-31D7-40C6-88B4-F605D9FF23A3}" dt="2023-05-11T03:28:48.973" v="1477" actId="20577"/>
          <ac:spMkLst>
            <pc:docMk/>
            <pc:sldMk cId="557807413" sldId="300"/>
            <ac:spMk id="29697" creationId="{00000000-0000-0000-0000-000000000000}"/>
          </ac:spMkLst>
        </pc:spChg>
        <pc:spChg chg="mod">
          <ac:chgData name="Yeo Xiong Wei, Jonathan" userId="ac2b658e-7ce1-44bb-9f9f-bf4198ceaa29" providerId="ADAL" clId="{900B768A-31D7-40C6-88B4-F605D9FF23A3}" dt="2023-05-11T06:31:33.921" v="2091" actId="20577"/>
          <ac:spMkLst>
            <pc:docMk/>
            <pc:sldMk cId="557807413" sldId="300"/>
            <ac:spMk id="29698" creationId="{00000000-0000-0000-0000-000000000000}"/>
          </ac:spMkLst>
        </pc:spChg>
        <pc:cxnChg chg="del">
          <ac:chgData name="Yeo Xiong Wei, Jonathan" userId="ac2b658e-7ce1-44bb-9f9f-bf4198ceaa29" providerId="ADAL" clId="{900B768A-31D7-40C6-88B4-F605D9FF23A3}" dt="2023-05-11T03:32:05.282" v="1675" actId="478"/>
          <ac:cxnSpMkLst>
            <pc:docMk/>
            <pc:sldMk cId="557807413" sldId="300"/>
            <ac:cxnSpMk id="5" creationId="{D9F09EBE-BC62-D630-1C3F-944FDDE380BE}"/>
          </ac:cxnSpMkLst>
        </pc:cxnChg>
      </pc:sldChg>
      <pc:sldChg chg="modSp mod">
        <pc:chgData name="Yeo Xiong Wei, Jonathan" userId="ac2b658e-7ce1-44bb-9f9f-bf4198ceaa29" providerId="ADAL" clId="{900B768A-31D7-40C6-88B4-F605D9FF23A3}" dt="2023-05-11T06:33:23.977" v="2232" actId="207"/>
        <pc:sldMkLst>
          <pc:docMk/>
          <pc:sldMk cId="1380777075" sldId="430"/>
        </pc:sldMkLst>
        <pc:spChg chg="mod">
          <ac:chgData name="Yeo Xiong Wei, Jonathan" userId="ac2b658e-7ce1-44bb-9f9f-bf4198ceaa29" providerId="ADAL" clId="{900B768A-31D7-40C6-88B4-F605D9FF23A3}" dt="2023-05-11T06:33:23.977" v="2232" actId="207"/>
          <ac:spMkLst>
            <pc:docMk/>
            <pc:sldMk cId="1380777075" sldId="430"/>
            <ac:spMk id="15" creationId="{77203F6D-9768-445A-B0A9-4CC7257468DE}"/>
          </ac:spMkLst>
        </pc:spChg>
      </pc:sldChg>
      <pc:sldChg chg="modSp">
        <pc:chgData name="Yeo Xiong Wei, Jonathan" userId="ac2b658e-7ce1-44bb-9f9f-bf4198ceaa29" providerId="ADAL" clId="{900B768A-31D7-40C6-88B4-F605D9FF23A3}" dt="2023-05-11T06:34:32.982" v="2239" actId="114"/>
        <pc:sldMkLst>
          <pc:docMk/>
          <pc:sldMk cId="4058640104" sldId="432"/>
        </pc:sldMkLst>
        <pc:spChg chg="mod">
          <ac:chgData name="Yeo Xiong Wei, Jonathan" userId="ac2b658e-7ce1-44bb-9f9f-bf4198ceaa29" providerId="ADAL" clId="{900B768A-31D7-40C6-88B4-F605D9FF23A3}" dt="2023-05-11T06:34:32.982" v="2239" actId="114"/>
          <ac:spMkLst>
            <pc:docMk/>
            <pc:sldMk cId="4058640104" sldId="432"/>
            <ac:spMk id="3" creationId="{34C6196F-CEB9-4FE3-8920-4C9C471A5A9A}"/>
          </ac:spMkLst>
        </pc:spChg>
      </pc:sldChg>
      <pc:sldChg chg="modSp mod">
        <pc:chgData name="Yeo Xiong Wei, Jonathan" userId="ac2b658e-7ce1-44bb-9f9f-bf4198ceaa29" providerId="ADAL" clId="{900B768A-31D7-40C6-88B4-F605D9FF23A3}" dt="2023-05-11T08:02:44.600" v="6925" actId="1076"/>
        <pc:sldMkLst>
          <pc:docMk/>
          <pc:sldMk cId="3670485337" sldId="436"/>
        </pc:sldMkLst>
        <pc:spChg chg="mod">
          <ac:chgData name="Yeo Xiong Wei, Jonathan" userId="ac2b658e-7ce1-44bb-9f9f-bf4198ceaa29" providerId="ADAL" clId="{900B768A-31D7-40C6-88B4-F605D9FF23A3}" dt="2023-05-11T08:02:44.600" v="6925" actId="1076"/>
          <ac:spMkLst>
            <pc:docMk/>
            <pc:sldMk cId="3670485337" sldId="436"/>
            <ac:spMk id="16" creationId="{DD99C6AA-4FB0-4001-819D-E2F987201D6E}"/>
          </ac:spMkLst>
        </pc:spChg>
        <pc:spChg chg="mod">
          <ac:chgData name="Yeo Xiong Wei, Jonathan" userId="ac2b658e-7ce1-44bb-9f9f-bf4198ceaa29" providerId="ADAL" clId="{900B768A-31D7-40C6-88B4-F605D9FF23A3}" dt="2023-05-11T03:49:22.038" v="1966" actId="115"/>
          <ac:spMkLst>
            <pc:docMk/>
            <pc:sldMk cId="3670485337" sldId="436"/>
            <ac:spMk id="52225" creationId="{00000000-0000-0000-0000-000000000000}"/>
          </ac:spMkLst>
        </pc:spChg>
      </pc:sldChg>
      <pc:sldChg chg="delSp modSp mod">
        <pc:chgData name="Yeo Xiong Wei, Jonathan" userId="ac2b658e-7ce1-44bb-9f9f-bf4198ceaa29" providerId="ADAL" clId="{900B768A-31D7-40C6-88B4-F605D9FF23A3}" dt="2023-05-11T08:01:21.855" v="6914" actId="1076"/>
        <pc:sldMkLst>
          <pc:docMk/>
          <pc:sldMk cId="1402189048" sldId="438"/>
        </pc:sldMkLst>
        <pc:spChg chg="mod">
          <ac:chgData name="Yeo Xiong Wei, Jonathan" userId="ac2b658e-7ce1-44bb-9f9f-bf4198ceaa29" providerId="ADAL" clId="{900B768A-31D7-40C6-88B4-F605D9FF23A3}" dt="2023-05-11T08:01:21.855" v="6914" actId="1076"/>
          <ac:spMkLst>
            <pc:docMk/>
            <pc:sldMk cId="1402189048" sldId="438"/>
            <ac:spMk id="4" creationId="{18E05505-4EBE-4F48-ABBA-2C39236384B1}"/>
          </ac:spMkLst>
        </pc:spChg>
        <pc:spChg chg="mod">
          <ac:chgData name="Yeo Xiong Wei, Jonathan" userId="ac2b658e-7ce1-44bb-9f9f-bf4198ceaa29" providerId="ADAL" clId="{900B768A-31D7-40C6-88B4-F605D9FF23A3}" dt="2023-05-11T08:01:21.855" v="6914" actId="1076"/>
          <ac:spMkLst>
            <pc:docMk/>
            <pc:sldMk cId="1402189048" sldId="438"/>
            <ac:spMk id="6" creationId="{F5C28873-EAE0-47B8-BD97-EFE8C8AD45CD}"/>
          </ac:spMkLst>
        </pc:spChg>
        <pc:spChg chg="del mod">
          <ac:chgData name="Yeo Xiong Wei, Jonathan" userId="ac2b658e-7ce1-44bb-9f9f-bf4198ceaa29" providerId="ADAL" clId="{900B768A-31D7-40C6-88B4-F605D9FF23A3}" dt="2023-05-11T08:01:13.999" v="6911" actId="478"/>
          <ac:spMkLst>
            <pc:docMk/>
            <pc:sldMk cId="1402189048" sldId="438"/>
            <ac:spMk id="16" creationId="{DD99C6AA-4FB0-4001-819D-E2F987201D6E}"/>
          </ac:spMkLst>
        </pc:spChg>
        <pc:picChg chg="mod">
          <ac:chgData name="Yeo Xiong Wei, Jonathan" userId="ac2b658e-7ce1-44bb-9f9f-bf4198ceaa29" providerId="ADAL" clId="{900B768A-31D7-40C6-88B4-F605D9FF23A3}" dt="2023-05-11T08:01:21.855" v="6914" actId="1076"/>
          <ac:picMkLst>
            <pc:docMk/>
            <pc:sldMk cId="1402189048" sldId="438"/>
            <ac:picMk id="3" creationId="{B4343AE7-B6BE-4AD4-AF4E-C2D2914E7122}"/>
          </ac:picMkLst>
        </pc:picChg>
      </pc:sldChg>
      <pc:sldChg chg="modSp mod modAnim">
        <pc:chgData name="Yeo Xiong Wei, Jonathan" userId="ac2b658e-7ce1-44bb-9f9f-bf4198ceaa29" providerId="ADAL" clId="{900B768A-31D7-40C6-88B4-F605D9FF23A3}" dt="2023-05-11T07:05:53.979" v="3385" actId="255"/>
        <pc:sldMkLst>
          <pc:docMk/>
          <pc:sldMk cId="557380756" sldId="449"/>
        </pc:sldMkLst>
        <pc:spChg chg="mod">
          <ac:chgData name="Yeo Xiong Wei, Jonathan" userId="ac2b658e-7ce1-44bb-9f9f-bf4198ceaa29" providerId="ADAL" clId="{900B768A-31D7-40C6-88B4-F605D9FF23A3}" dt="2023-05-11T07:05:53.979" v="3385" actId="255"/>
          <ac:spMkLst>
            <pc:docMk/>
            <pc:sldMk cId="557380756" sldId="449"/>
            <ac:spMk id="52226" creationId="{00000000-0000-0000-0000-000000000000}"/>
          </ac:spMkLst>
        </pc:spChg>
      </pc:sldChg>
      <pc:sldChg chg="del">
        <pc:chgData name="Yeo Xiong Wei, Jonathan" userId="ac2b658e-7ce1-44bb-9f9f-bf4198ceaa29" providerId="ADAL" clId="{900B768A-31D7-40C6-88B4-F605D9FF23A3}" dt="2023-05-11T03:51:16.547" v="1968" actId="2696"/>
        <pc:sldMkLst>
          <pc:docMk/>
          <pc:sldMk cId="406670790" sldId="457"/>
        </pc:sldMkLst>
      </pc:sldChg>
      <pc:sldChg chg="del">
        <pc:chgData name="Yeo Xiong Wei, Jonathan" userId="ac2b658e-7ce1-44bb-9f9f-bf4198ceaa29" providerId="ADAL" clId="{900B768A-31D7-40C6-88B4-F605D9FF23A3}" dt="2023-05-11T03:51:16.547" v="1968" actId="2696"/>
        <pc:sldMkLst>
          <pc:docMk/>
          <pc:sldMk cId="4160036871" sldId="458"/>
        </pc:sldMkLst>
      </pc:sldChg>
      <pc:sldChg chg="modSp mod">
        <pc:chgData name="Yeo Xiong Wei, Jonathan" userId="ac2b658e-7ce1-44bb-9f9f-bf4198ceaa29" providerId="ADAL" clId="{900B768A-31D7-40C6-88B4-F605D9FF23A3}" dt="2023-05-11T06:33:04.794" v="2230" actId="20577"/>
        <pc:sldMkLst>
          <pc:docMk/>
          <pc:sldMk cId="2545258335" sldId="462"/>
        </pc:sldMkLst>
        <pc:spChg chg="mod">
          <ac:chgData name="Yeo Xiong Wei, Jonathan" userId="ac2b658e-7ce1-44bb-9f9f-bf4198ceaa29" providerId="ADAL" clId="{900B768A-31D7-40C6-88B4-F605D9FF23A3}" dt="2023-05-11T06:33:04.794" v="2230" actId="20577"/>
          <ac:spMkLst>
            <pc:docMk/>
            <pc:sldMk cId="2545258335" sldId="462"/>
            <ac:spMk id="7" creationId="{5E9DF522-5AD3-4366-84EF-AA804EBD70FB}"/>
          </ac:spMkLst>
        </pc:spChg>
      </pc:sldChg>
      <pc:sldChg chg="modSp mod modAnim">
        <pc:chgData name="Yeo Xiong Wei, Jonathan" userId="ac2b658e-7ce1-44bb-9f9f-bf4198ceaa29" providerId="ADAL" clId="{900B768A-31D7-40C6-88B4-F605D9FF23A3}" dt="2023-05-11T07:42:41.398" v="5622" actId="20577"/>
        <pc:sldMkLst>
          <pc:docMk/>
          <pc:sldMk cId="579881023" sldId="463"/>
        </pc:sldMkLst>
        <pc:spChg chg="mod">
          <ac:chgData name="Yeo Xiong Wei, Jonathan" userId="ac2b658e-7ce1-44bb-9f9f-bf4198ceaa29" providerId="ADAL" clId="{900B768A-31D7-40C6-88B4-F605D9FF23A3}" dt="2023-05-11T07:40:00.015" v="5591"/>
          <ac:spMkLst>
            <pc:docMk/>
            <pc:sldMk cId="579881023" sldId="463"/>
            <ac:spMk id="52225" creationId="{00000000-0000-0000-0000-000000000000}"/>
          </ac:spMkLst>
        </pc:spChg>
        <pc:spChg chg="mod">
          <ac:chgData name="Yeo Xiong Wei, Jonathan" userId="ac2b658e-7ce1-44bb-9f9f-bf4198ceaa29" providerId="ADAL" clId="{900B768A-31D7-40C6-88B4-F605D9FF23A3}" dt="2023-05-11T07:42:04.543" v="5620" actId="20577"/>
          <ac:spMkLst>
            <pc:docMk/>
            <pc:sldMk cId="579881023" sldId="463"/>
            <ac:spMk id="52226" creationId="{00000000-0000-0000-0000-000000000000}"/>
          </ac:spMkLst>
        </pc:spChg>
      </pc:sldChg>
      <pc:sldChg chg="modSp">
        <pc:chgData name="Yeo Xiong Wei, Jonathan" userId="ac2b658e-7ce1-44bb-9f9f-bf4198ceaa29" providerId="ADAL" clId="{900B768A-31D7-40C6-88B4-F605D9FF23A3}" dt="2023-05-11T03:36:23.054" v="1961" actId="20577"/>
        <pc:sldMkLst>
          <pc:docMk/>
          <pc:sldMk cId="4022763380" sldId="465"/>
        </pc:sldMkLst>
        <pc:spChg chg="mod">
          <ac:chgData name="Yeo Xiong Wei, Jonathan" userId="ac2b658e-7ce1-44bb-9f9f-bf4198ceaa29" providerId="ADAL" clId="{900B768A-31D7-40C6-88B4-F605D9FF23A3}" dt="2023-05-11T03:36:23.054" v="1961" actId="20577"/>
          <ac:spMkLst>
            <pc:docMk/>
            <pc:sldMk cId="4022763380" sldId="465"/>
            <ac:spMk id="3" creationId="{F6166362-5747-4CF8-8778-889699D343D3}"/>
          </ac:spMkLst>
        </pc:spChg>
      </pc:sldChg>
      <pc:sldChg chg="modSp mod">
        <pc:chgData name="Yeo Xiong Wei, Jonathan" userId="ac2b658e-7ce1-44bb-9f9f-bf4198ceaa29" providerId="ADAL" clId="{900B768A-31D7-40C6-88B4-F605D9FF23A3}" dt="2023-05-11T08:02:09.896" v="6920" actId="1076"/>
        <pc:sldMkLst>
          <pc:docMk/>
          <pc:sldMk cId="3409404217" sldId="481"/>
        </pc:sldMkLst>
        <pc:spChg chg="mod">
          <ac:chgData name="Yeo Xiong Wei, Jonathan" userId="ac2b658e-7ce1-44bb-9f9f-bf4198ceaa29" providerId="ADAL" clId="{900B768A-31D7-40C6-88B4-F605D9FF23A3}" dt="2023-05-11T08:02:09.896" v="6920" actId="1076"/>
          <ac:spMkLst>
            <pc:docMk/>
            <pc:sldMk cId="3409404217" sldId="481"/>
            <ac:spMk id="4" creationId="{18E05505-4EBE-4F48-ABBA-2C39236384B1}"/>
          </ac:spMkLst>
        </pc:spChg>
        <pc:spChg chg="mod">
          <ac:chgData name="Yeo Xiong Wei, Jonathan" userId="ac2b658e-7ce1-44bb-9f9f-bf4198ceaa29" providerId="ADAL" clId="{900B768A-31D7-40C6-88B4-F605D9FF23A3}" dt="2023-05-11T08:02:09.896" v="6920" actId="1076"/>
          <ac:spMkLst>
            <pc:docMk/>
            <pc:sldMk cId="3409404217" sldId="481"/>
            <ac:spMk id="6" creationId="{F5C28873-EAE0-47B8-BD97-EFE8C8AD45CD}"/>
          </ac:spMkLst>
        </pc:spChg>
        <pc:spChg chg="mod">
          <ac:chgData name="Yeo Xiong Wei, Jonathan" userId="ac2b658e-7ce1-44bb-9f9f-bf4198ceaa29" providerId="ADAL" clId="{900B768A-31D7-40C6-88B4-F605D9FF23A3}" dt="2023-05-11T08:01:59.366" v="6917" actId="404"/>
          <ac:spMkLst>
            <pc:docMk/>
            <pc:sldMk cId="3409404217" sldId="481"/>
            <ac:spMk id="16" creationId="{DD99C6AA-4FB0-4001-819D-E2F987201D6E}"/>
          </ac:spMkLst>
        </pc:spChg>
        <pc:picChg chg="mod">
          <ac:chgData name="Yeo Xiong Wei, Jonathan" userId="ac2b658e-7ce1-44bb-9f9f-bf4198ceaa29" providerId="ADAL" clId="{900B768A-31D7-40C6-88B4-F605D9FF23A3}" dt="2023-05-11T08:02:09.896" v="6920" actId="1076"/>
          <ac:picMkLst>
            <pc:docMk/>
            <pc:sldMk cId="3409404217" sldId="481"/>
            <ac:picMk id="3" creationId="{B4343AE7-B6BE-4AD4-AF4E-C2D2914E7122}"/>
          </ac:picMkLst>
        </pc:picChg>
        <pc:cxnChg chg="mod">
          <ac:chgData name="Yeo Xiong Wei, Jonathan" userId="ac2b658e-7ce1-44bb-9f9f-bf4198ceaa29" providerId="ADAL" clId="{900B768A-31D7-40C6-88B4-F605D9FF23A3}" dt="2023-05-11T08:02:09.896" v="6920" actId="1076"/>
          <ac:cxnSpMkLst>
            <pc:docMk/>
            <pc:sldMk cId="3409404217" sldId="481"/>
            <ac:cxnSpMk id="7" creationId="{E37F578C-BBF7-A5DF-30B1-547152D6A6D4}"/>
          </ac:cxnSpMkLst>
        </pc:cxnChg>
      </pc:sldChg>
      <pc:sldChg chg="modSp mod">
        <pc:chgData name="Yeo Xiong Wei, Jonathan" userId="ac2b658e-7ce1-44bb-9f9f-bf4198ceaa29" providerId="ADAL" clId="{900B768A-31D7-40C6-88B4-F605D9FF23A3}" dt="2023-05-11T08:02:57.515" v="6928" actId="20577"/>
        <pc:sldMkLst>
          <pc:docMk/>
          <pc:sldMk cId="217193348" sldId="482"/>
        </pc:sldMkLst>
        <pc:spChg chg="mod">
          <ac:chgData name="Yeo Xiong Wei, Jonathan" userId="ac2b658e-7ce1-44bb-9f9f-bf4198ceaa29" providerId="ADAL" clId="{900B768A-31D7-40C6-88B4-F605D9FF23A3}" dt="2023-05-11T08:02:57.515" v="6928" actId="20577"/>
          <ac:spMkLst>
            <pc:docMk/>
            <pc:sldMk cId="217193348" sldId="482"/>
            <ac:spMk id="16" creationId="{DD99C6AA-4FB0-4001-819D-E2F987201D6E}"/>
          </ac:spMkLst>
        </pc:spChg>
      </pc:sldChg>
      <pc:sldChg chg="modSp mod">
        <pc:chgData name="Yeo Xiong Wei, Jonathan" userId="ac2b658e-7ce1-44bb-9f9f-bf4198ceaa29" providerId="ADAL" clId="{900B768A-31D7-40C6-88B4-F605D9FF23A3}" dt="2023-05-11T09:52:53.482" v="7300" actId="15"/>
        <pc:sldMkLst>
          <pc:docMk/>
          <pc:sldMk cId="121939173" sldId="483"/>
        </pc:sldMkLst>
        <pc:spChg chg="mod">
          <ac:chgData name="Yeo Xiong Wei, Jonathan" userId="ac2b658e-7ce1-44bb-9f9f-bf4198ceaa29" providerId="ADAL" clId="{900B768A-31D7-40C6-88B4-F605D9FF23A3}" dt="2023-05-11T08:02:37.728" v="6923" actId="1076"/>
          <ac:spMkLst>
            <pc:docMk/>
            <pc:sldMk cId="121939173" sldId="483"/>
            <ac:spMk id="4" creationId="{B14916B5-A4A7-413A-8016-CE16F877DCFA}"/>
          </ac:spMkLst>
        </pc:spChg>
        <pc:spChg chg="mod">
          <ac:chgData name="Yeo Xiong Wei, Jonathan" userId="ac2b658e-7ce1-44bb-9f9f-bf4198ceaa29" providerId="ADAL" clId="{900B768A-31D7-40C6-88B4-F605D9FF23A3}" dt="2023-05-11T08:02:37.728" v="6923" actId="1076"/>
          <ac:spMkLst>
            <pc:docMk/>
            <pc:sldMk cId="121939173" sldId="483"/>
            <ac:spMk id="6" creationId="{0E3EB4AB-FEA4-4EB1-99CF-EDD25C9278B8}"/>
          </ac:spMkLst>
        </pc:spChg>
        <pc:spChg chg="mod">
          <ac:chgData name="Yeo Xiong Wei, Jonathan" userId="ac2b658e-7ce1-44bb-9f9f-bf4198ceaa29" providerId="ADAL" clId="{900B768A-31D7-40C6-88B4-F605D9FF23A3}" dt="2023-05-11T09:52:53.482" v="7300" actId="15"/>
          <ac:spMkLst>
            <pc:docMk/>
            <pc:sldMk cId="121939173" sldId="483"/>
            <ac:spMk id="16" creationId="{DD99C6AA-4FB0-4001-819D-E2F987201D6E}"/>
          </ac:spMkLst>
        </pc:spChg>
        <pc:spChg chg="mod">
          <ac:chgData name="Yeo Xiong Wei, Jonathan" userId="ac2b658e-7ce1-44bb-9f9f-bf4198ceaa29" providerId="ADAL" clId="{900B768A-31D7-40C6-88B4-F605D9FF23A3}" dt="2023-05-11T03:49:26.857" v="1967" actId="115"/>
          <ac:spMkLst>
            <pc:docMk/>
            <pc:sldMk cId="121939173" sldId="483"/>
            <ac:spMk id="52225" creationId="{00000000-0000-0000-0000-000000000000}"/>
          </ac:spMkLst>
        </pc:spChg>
        <pc:graphicFrameChg chg="mod">
          <ac:chgData name="Yeo Xiong Wei, Jonathan" userId="ac2b658e-7ce1-44bb-9f9f-bf4198ceaa29" providerId="ADAL" clId="{900B768A-31D7-40C6-88B4-F605D9FF23A3}" dt="2023-05-11T08:02:37.728" v="6923" actId="1076"/>
          <ac:graphicFrameMkLst>
            <pc:docMk/>
            <pc:sldMk cId="121939173" sldId="483"/>
            <ac:graphicFrameMk id="3" creationId="{80AAD08D-68BE-461B-A2CC-C27DB6D50B24}"/>
          </ac:graphicFrameMkLst>
        </pc:graphicFrameChg>
      </pc:sldChg>
      <pc:sldChg chg="modSp mod">
        <pc:chgData name="Yeo Xiong Wei, Jonathan" userId="ac2b658e-7ce1-44bb-9f9f-bf4198ceaa29" providerId="ADAL" clId="{900B768A-31D7-40C6-88B4-F605D9FF23A3}" dt="2023-05-11T08:03:27.479" v="6933" actId="20577"/>
        <pc:sldMkLst>
          <pc:docMk/>
          <pc:sldMk cId="3864092051" sldId="488"/>
        </pc:sldMkLst>
        <pc:spChg chg="mod">
          <ac:chgData name="Yeo Xiong Wei, Jonathan" userId="ac2b658e-7ce1-44bb-9f9f-bf4198ceaa29" providerId="ADAL" clId="{900B768A-31D7-40C6-88B4-F605D9FF23A3}" dt="2023-05-11T08:03:27.479" v="6933" actId="20577"/>
          <ac:spMkLst>
            <pc:docMk/>
            <pc:sldMk cId="3864092051" sldId="488"/>
            <ac:spMk id="2" creationId="{2CB5D650-87DA-40F9-8CA6-5134E768F879}"/>
          </ac:spMkLst>
        </pc:spChg>
      </pc:sldChg>
      <pc:sldChg chg="del">
        <pc:chgData name="Yeo Xiong Wei, Jonathan" userId="ac2b658e-7ce1-44bb-9f9f-bf4198ceaa29" providerId="ADAL" clId="{900B768A-31D7-40C6-88B4-F605D9FF23A3}" dt="2023-05-11T03:51:16.547" v="1968" actId="2696"/>
        <pc:sldMkLst>
          <pc:docMk/>
          <pc:sldMk cId="3407934001" sldId="497"/>
        </pc:sldMkLst>
      </pc:sldChg>
      <pc:sldChg chg="addSp delSp modSp mod modAnim">
        <pc:chgData name="Yeo Xiong Wei, Jonathan" userId="ac2b658e-7ce1-44bb-9f9f-bf4198ceaa29" providerId="ADAL" clId="{900B768A-31D7-40C6-88B4-F605D9FF23A3}" dt="2023-05-11T07:40:13.011" v="5597"/>
        <pc:sldMkLst>
          <pc:docMk/>
          <pc:sldMk cId="3950532445" sldId="523"/>
        </pc:sldMkLst>
        <pc:spChg chg="del mod">
          <ac:chgData name="Yeo Xiong Wei, Jonathan" userId="ac2b658e-7ce1-44bb-9f9f-bf4198ceaa29" providerId="ADAL" clId="{900B768A-31D7-40C6-88B4-F605D9FF23A3}" dt="2023-05-11T07:40:10.201" v="5593" actId="478"/>
          <ac:spMkLst>
            <pc:docMk/>
            <pc:sldMk cId="3950532445" sldId="523"/>
            <ac:spMk id="2" creationId="{635632ED-6249-4378-9241-C14C3A5BA9EB}"/>
          </ac:spMkLst>
        </pc:spChg>
        <pc:spChg chg="add del mod">
          <ac:chgData name="Yeo Xiong Wei, Jonathan" userId="ac2b658e-7ce1-44bb-9f9f-bf4198ceaa29" providerId="ADAL" clId="{900B768A-31D7-40C6-88B4-F605D9FF23A3}" dt="2023-05-11T07:40:12.754" v="5596" actId="478"/>
          <ac:spMkLst>
            <pc:docMk/>
            <pc:sldMk cId="3950532445" sldId="523"/>
            <ac:spMk id="4" creationId="{CCC35F3F-8B99-1F58-BA84-99050128A0FD}"/>
          </ac:spMkLst>
        </pc:spChg>
        <pc:spChg chg="mod">
          <ac:chgData name="Yeo Xiong Wei, Jonathan" userId="ac2b658e-7ce1-44bb-9f9f-bf4198ceaa29" providerId="ADAL" clId="{900B768A-31D7-40C6-88B4-F605D9FF23A3}" dt="2023-05-11T07:39:43.517" v="5587"/>
          <ac:spMkLst>
            <pc:docMk/>
            <pc:sldMk cId="3950532445" sldId="523"/>
            <ac:spMk id="5" creationId="{061BB625-FA9F-47AA-B90D-A911EB43A74D}"/>
          </ac:spMkLst>
        </pc:spChg>
        <pc:spChg chg="add del mod">
          <ac:chgData name="Yeo Xiong Wei, Jonathan" userId="ac2b658e-7ce1-44bb-9f9f-bf4198ceaa29" providerId="ADAL" clId="{900B768A-31D7-40C6-88B4-F605D9FF23A3}" dt="2023-05-11T07:40:11.176" v="5595"/>
          <ac:spMkLst>
            <pc:docMk/>
            <pc:sldMk cId="3950532445" sldId="523"/>
            <ac:spMk id="6" creationId="{08D3F12A-299B-4921-3802-E5CAA5BE63C8}"/>
          </ac:spMkLst>
        </pc:spChg>
        <pc:spChg chg="add mod">
          <ac:chgData name="Yeo Xiong Wei, Jonathan" userId="ac2b658e-7ce1-44bb-9f9f-bf4198ceaa29" providerId="ADAL" clId="{900B768A-31D7-40C6-88B4-F605D9FF23A3}" dt="2023-05-11T07:40:13.011" v="5597"/>
          <ac:spMkLst>
            <pc:docMk/>
            <pc:sldMk cId="3950532445" sldId="523"/>
            <ac:spMk id="7" creationId="{DC60F27B-31F0-CEDD-5D35-01667ABD143B}"/>
          </ac:spMkLst>
        </pc:spChg>
      </pc:sldChg>
      <pc:sldChg chg="modSp modAnim">
        <pc:chgData name="Yeo Xiong Wei, Jonathan" userId="ac2b658e-7ce1-44bb-9f9f-bf4198ceaa29" providerId="ADAL" clId="{900B768A-31D7-40C6-88B4-F605D9FF23A3}" dt="2023-05-11T03:36:17.229" v="1958" actId="20577"/>
        <pc:sldMkLst>
          <pc:docMk/>
          <pc:sldMk cId="3686239555" sldId="527"/>
        </pc:sldMkLst>
        <pc:spChg chg="mod">
          <ac:chgData name="Yeo Xiong Wei, Jonathan" userId="ac2b658e-7ce1-44bb-9f9f-bf4198ceaa29" providerId="ADAL" clId="{900B768A-31D7-40C6-88B4-F605D9FF23A3}" dt="2023-05-11T03:36:17.229" v="1958" actId="20577"/>
          <ac:spMkLst>
            <pc:docMk/>
            <pc:sldMk cId="3686239555" sldId="527"/>
            <ac:spMk id="3" creationId="{F6166362-5747-4CF8-8778-889699D343D3}"/>
          </ac:spMkLst>
        </pc:spChg>
      </pc:sldChg>
      <pc:sldChg chg="modSp">
        <pc:chgData name="Yeo Xiong Wei, Jonathan" userId="ac2b658e-7ce1-44bb-9f9f-bf4198ceaa29" providerId="ADAL" clId="{900B768A-31D7-40C6-88B4-F605D9FF23A3}" dt="2023-05-11T06:33:46.878" v="2236" actId="20577"/>
        <pc:sldMkLst>
          <pc:docMk/>
          <pc:sldMk cId="303189795" sldId="528"/>
        </pc:sldMkLst>
        <pc:spChg chg="mod">
          <ac:chgData name="Yeo Xiong Wei, Jonathan" userId="ac2b658e-7ce1-44bb-9f9f-bf4198ceaa29" providerId="ADAL" clId="{900B768A-31D7-40C6-88B4-F605D9FF23A3}" dt="2023-05-11T06:33:46.878" v="2236" actId="20577"/>
          <ac:spMkLst>
            <pc:docMk/>
            <pc:sldMk cId="303189795" sldId="528"/>
            <ac:spMk id="15" creationId="{77203F6D-9768-445A-B0A9-4CC7257468DE}"/>
          </ac:spMkLst>
        </pc:spChg>
      </pc:sldChg>
      <pc:sldChg chg="add del">
        <pc:chgData name="Yeo Xiong Wei, Jonathan" userId="ac2b658e-7ce1-44bb-9f9f-bf4198ceaa29" providerId="ADAL" clId="{900B768A-31D7-40C6-88B4-F605D9FF23A3}" dt="2023-05-11T07:24:33.880" v="4326" actId="47"/>
        <pc:sldMkLst>
          <pc:docMk/>
          <pc:sldMk cId="3880657159" sldId="532"/>
        </pc:sldMkLst>
      </pc:sldChg>
      <pc:sldChg chg="modNotesTx">
        <pc:chgData name="Yeo Xiong Wei, Jonathan" userId="ac2b658e-7ce1-44bb-9f9f-bf4198ceaa29" providerId="ADAL" clId="{900B768A-31D7-40C6-88B4-F605D9FF23A3}" dt="2023-05-11T07:22:55.628" v="4323" actId="20577"/>
        <pc:sldMkLst>
          <pc:docMk/>
          <pc:sldMk cId="3072354725" sldId="533"/>
        </pc:sldMkLst>
      </pc:sldChg>
      <pc:sldChg chg="modSp modAnim">
        <pc:chgData name="Yeo Xiong Wei, Jonathan" userId="ac2b658e-7ce1-44bb-9f9f-bf4198ceaa29" providerId="ADAL" clId="{900B768A-31D7-40C6-88B4-F605D9FF23A3}" dt="2023-05-11T08:06:08.748" v="7299" actId="20577"/>
        <pc:sldMkLst>
          <pc:docMk/>
          <pc:sldMk cId="134485711" sldId="534"/>
        </pc:sldMkLst>
        <pc:spChg chg="mod">
          <ac:chgData name="Yeo Xiong Wei, Jonathan" userId="ac2b658e-7ce1-44bb-9f9f-bf4198ceaa29" providerId="ADAL" clId="{900B768A-31D7-40C6-88B4-F605D9FF23A3}" dt="2023-05-11T08:06:08.748" v="7299" actId="20577"/>
          <ac:spMkLst>
            <pc:docMk/>
            <pc:sldMk cId="134485711" sldId="534"/>
            <ac:spMk id="3" creationId="{5F1084EF-22C8-4EF1-B3AC-5CD9C82F5106}"/>
          </ac:spMkLst>
        </pc:spChg>
      </pc:sldChg>
      <pc:sldChg chg="modSp modAnim">
        <pc:chgData name="Yeo Xiong Wei, Jonathan" userId="ac2b658e-7ce1-44bb-9f9f-bf4198ceaa29" providerId="ADAL" clId="{900B768A-31D7-40C6-88B4-F605D9FF23A3}" dt="2023-05-11T07:24:44.318" v="4328" actId="20577"/>
        <pc:sldMkLst>
          <pc:docMk/>
          <pc:sldMk cId="410360194" sldId="535"/>
        </pc:sldMkLst>
        <pc:spChg chg="mod">
          <ac:chgData name="Yeo Xiong Wei, Jonathan" userId="ac2b658e-7ce1-44bb-9f9f-bf4198ceaa29" providerId="ADAL" clId="{900B768A-31D7-40C6-88B4-F605D9FF23A3}" dt="2023-05-11T07:24:44.318" v="4328" actId="20577"/>
          <ac:spMkLst>
            <pc:docMk/>
            <pc:sldMk cId="410360194" sldId="535"/>
            <ac:spMk id="52226" creationId="{00000000-0000-0000-0000-000000000000}"/>
          </ac:spMkLst>
        </pc:spChg>
      </pc:sldChg>
      <pc:sldChg chg="del">
        <pc:chgData name="Yeo Xiong Wei, Jonathan" userId="ac2b658e-7ce1-44bb-9f9f-bf4198ceaa29" providerId="ADAL" clId="{900B768A-31D7-40C6-88B4-F605D9FF23A3}" dt="2023-05-11T07:24:33.880" v="4326" actId="47"/>
        <pc:sldMkLst>
          <pc:docMk/>
          <pc:sldMk cId="1136030758" sldId="536"/>
        </pc:sldMkLst>
      </pc:sldChg>
      <pc:sldChg chg="add del">
        <pc:chgData name="Yeo Xiong Wei, Jonathan" userId="ac2b658e-7ce1-44bb-9f9f-bf4198ceaa29" providerId="ADAL" clId="{900B768A-31D7-40C6-88B4-F605D9FF23A3}" dt="2023-05-11T07:24:36.299" v="4327" actId="47"/>
        <pc:sldMkLst>
          <pc:docMk/>
          <pc:sldMk cId="3798630101" sldId="537"/>
        </pc:sldMkLst>
      </pc:sldChg>
      <pc:sldChg chg="modSp mod modAnim">
        <pc:chgData name="Yeo Xiong Wei, Jonathan" userId="ac2b658e-7ce1-44bb-9f9f-bf4198ceaa29" providerId="ADAL" clId="{900B768A-31D7-40C6-88B4-F605D9FF23A3}" dt="2023-05-11T06:58:21.668" v="3055" actId="5793"/>
        <pc:sldMkLst>
          <pc:docMk/>
          <pc:sldMk cId="1703688471" sldId="538"/>
        </pc:sldMkLst>
        <pc:spChg chg="mod">
          <ac:chgData name="Yeo Xiong Wei, Jonathan" userId="ac2b658e-7ce1-44bb-9f9f-bf4198ceaa29" providerId="ADAL" clId="{900B768A-31D7-40C6-88B4-F605D9FF23A3}" dt="2023-05-11T06:58:21.668" v="3055" actId="5793"/>
          <ac:spMkLst>
            <pc:docMk/>
            <pc:sldMk cId="1703688471" sldId="538"/>
            <ac:spMk id="52226" creationId="{00000000-0000-0000-0000-000000000000}"/>
          </ac:spMkLst>
        </pc:spChg>
      </pc:sldChg>
      <pc:sldChg chg="del">
        <pc:chgData name="Yeo Xiong Wei, Jonathan" userId="ac2b658e-7ce1-44bb-9f9f-bf4198ceaa29" providerId="ADAL" clId="{900B768A-31D7-40C6-88B4-F605D9FF23A3}" dt="2023-05-11T03:51:16.547" v="1968" actId="2696"/>
        <pc:sldMkLst>
          <pc:docMk/>
          <pc:sldMk cId="925087040" sldId="552"/>
        </pc:sldMkLst>
      </pc:sldChg>
      <pc:sldChg chg="modSp mod">
        <pc:chgData name="Yeo Xiong Wei, Jonathan" userId="ac2b658e-7ce1-44bb-9f9f-bf4198ceaa29" providerId="ADAL" clId="{900B768A-31D7-40C6-88B4-F605D9FF23A3}" dt="2023-05-11T06:58:58.451" v="3064" actId="5793"/>
        <pc:sldMkLst>
          <pc:docMk/>
          <pc:sldMk cId="3631685422" sldId="553"/>
        </pc:sldMkLst>
        <pc:spChg chg="mod">
          <ac:chgData name="Yeo Xiong Wei, Jonathan" userId="ac2b658e-7ce1-44bb-9f9f-bf4198ceaa29" providerId="ADAL" clId="{900B768A-31D7-40C6-88B4-F605D9FF23A3}" dt="2023-05-11T06:58:58.451" v="3064" actId="5793"/>
          <ac:spMkLst>
            <pc:docMk/>
            <pc:sldMk cId="3631685422" sldId="553"/>
            <ac:spMk id="52226" creationId="{00000000-0000-0000-0000-000000000000}"/>
          </ac:spMkLst>
        </pc:spChg>
      </pc:sldChg>
      <pc:sldChg chg="add del">
        <pc:chgData name="Yeo Xiong Wei, Jonathan" userId="ac2b658e-7ce1-44bb-9f9f-bf4198ceaa29" providerId="ADAL" clId="{900B768A-31D7-40C6-88B4-F605D9FF23A3}" dt="2023-05-11T07:24:33.880" v="4326" actId="47"/>
        <pc:sldMkLst>
          <pc:docMk/>
          <pc:sldMk cId="577451774" sldId="554"/>
        </pc:sldMkLst>
      </pc:sldChg>
      <pc:sldChg chg="addSp delSp modSp add mod modAnim">
        <pc:chgData name="Yeo Xiong Wei, Jonathan" userId="ac2b658e-7ce1-44bb-9f9f-bf4198ceaa29" providerId="ADAL" clId="{900B768A-31D7-40C6-88B4-F605D9FF23A3}" dt="2023-05-11T03:48:29.740" v="1965" actId="207"/>
        <pc:sldMkLst>
          <pc:docMk/>
          <pc:sldMk cId="799012099" sldId="555"/>
        </pc:sldMkLst>
        <pc:spChg chg="mod">
          <ac:chgData name="Yeo Xiong Wei, Jonathan" userId="ac2b658e-7ce1-44bb-9f9f-bf4198ceaa29" providerId="ADAL" clId="{900B768A-31D7-40C6-88B4-F605D9FF23A3}" dt="2023-05-11T02:55:29.834" v="400" actId="20577"/>
          <ac:spMkLst>
            <pc:docMk/>
            <pc:sldMk cId="799012099" sldId="555"/>
            <ac:spMk id="2" creationId="{635632ED-6249-4378-9241-C14C3A5BA9EB}"/>
          </ac:spMkLst>
        </pc:spChg>
        <pc:spChg chg="del mod">
          <ac:chgData name="Yeo Xiong Wei, Jonathan" userId="ac2b658e-7ce1-44bb-9f9f-bf4198ceaa29" providerId="ADAL" clId="{900B768A-31D7-40C6-88B4-F605D9FF23A3}" dt="2023-05-11T03:20:48.936" v="834" actId="478"/>
          <ac:spMkLst>
            <pc:docMk/>
            <pc:sldMk cId="799012099" sldId="555"/>
            <ac:spMk id="3" creationId="{F6166362-5747-4CF8-8778-889699D343D3}"/>
          </ac:spMkLst>
        </pc:spChg>
        <pc:spChg chg="add mod">
          <ac:chgData name="Yeo Xiong Wei, Jonathan" userId="ac2b658e-7ce1-44bb-9f9f-bf4198ceaa29" providerId="ADAL" clId="{900B768A-31D7-40C6-88B4-F605D9FF23A3}" dt="2023-05-11T03:20:15.961" v="822" actId="20577"/>
          <ac:spMkLst>
            <pc:docMk/>
            <pc:sldMk cId="799012099" sldId="555"/>
            <ac:spMk id="4" creationId="{1AE20392-5B81-B18A-40E7-332B64F1FFB0}"/>
          </ac:spMkLst>
        </pc:spChg>
        <pc:spChg chg="del">
          <ac:chgData name="Yeo Xiong Wei, Jonathan" userId="ac2b658e-7ce1-44bb-9f9f-bf4198ceaa29" providerId="ADAL" clId="{900B768A-31D7-40C6-88B4-F605D9FF23A3}" dt="2023-05-11T02:55:35.052" v="401" actId="478"/>
          <ac:spMkLst>
            <pc:docMk/>
            <pc:sldMk cId="799012099" sldId="555"/>
            <ac:spMk id="5" creationId="{761D1CDC-8DE9-A479-D00E-79CC72161459}"/>
          </ac:spMkLst>
        </pc:spChg>
        <pc:spChg chg="add mod">
          <ac:chgData name="Yeo Xiong Wei, Jonathan" userId="ac2b658e-7ce1-44bb-9f9f-bf4198ceaa29" providerId="ADAL" clId="{900B768A-31D7-40C6-88B4-F605D9FF23A3}" dt="2023-05-11T03:19:35.581" v="794" actId="20577"/>
          <ac:spMkLst>
            <pc:docMk/>
            <pc:sldMk cId="799012099" sldId="555"/>
            <ac:spMk id="6" creationId="{E3868632-1079-328D-08C6-3A184D5B75C5}"/>
          </ac:spMkLst>
        </pc:spChg>
        <pc:spChg chg="add mod">
          <ac:chgData name="Yeo Xiong Wei, Jonathan" userId="ac2b658e-7ce1-44bb-9f9f-bf4198ceaa29" providerId="ADAL" clId="{900B768A-31D7-40C6-88B4-F605D9FF23A3}" dt="2023-05-11T03:24:17.793" v="1145" actId="1076"/>
          <ac:spMkLst>
            <pc:docMk/>
            <pc:sldMk cId="799012099" sldId="555"/>
            <ac:spMk id="7" creationId="{6CBF4679-FE46-830B-CC4C-9551BF63D23D}"/>
          </ac:spMkLst>
        </pc:spChg>
        <pc:spChg chg="add mod">
          <ac:chgData name="Yeo Xiong Wei, Jonathan" userId="ac2b658e-7ce1-44bb-9f9f-bf4198ceaa29" providerId="ADAL" clId="{900B768A-31D7-40C6-88B4-F605D9FF23A3}" dt="2023-05-11T03:24:08.176" v="1143" actId="404"/>
          <ac:spMkLst>
            <pc:docMk/>
            <pc:sldMk cId="799012099" sldId="555"/>
            <ac:spMk id="8" creationId="{421EF34E-0050-8CEB-B060-866F8E0DEB98}"/>
          </ac:spMkLst>
        </pc:spChg>
        <pc:spChg chg="add del mod">
          <ac:chgData name="Yeo Xiong Wei, Jonathan" userId="ac2b658e-7ce1-44bb-9f9f-bf4198ceaa29" providerId="ADAL" clId="{900B768A-31D7-40C6-88B4-F605D9FF23A3}" dt="2023-05-11T03:20:50.705" v="835" actId="478"/>
          <ac:spMkLst>
            <pc:docMk/>
            <pc:sldMk cId="799012099" sldId="555"/>
            <ac:spMk id="10" creationId="{73374E20-2FB5-7341-7922-AF08C9CC2F86}"/>
          </ac:spMkLst>
        </pc:spChg>
        <pc:spChg chg="add mod">
          <ac:chgData name="Yeo Xiong Wei, Jonathan" userId="ac2b658e-7ce1-44bb-9f9f-bf4198ceaa29" providerId="ADAL" clId="{900B768A-31D7-40C6-88B4-F605D9FF23A3}" dt="2023-05-11T03:24:14.228" v="1144" actId="1076"/>
          <ac:spMkLst>
            <pc:docMk/>
            <pc:sldMk cId="799012099" sldId="555"/>
            <ac:spMk id="11" creationId="{F78B0884-D636-699C-FFAC-6BB2256F954F}"/>
          </ac:spMkLst>
        </pc:spChg>
        <pc:spChg chg="add mod">
          <ac:chgData name="Yeo Xiong Wei, Jonathan" userId="ac2b658e-7ce1-44bb-9f9f-bf4198ceaa29" providerId="ADAL" clId="{900B768A-31D7-40C6-88B4-F605D9FF23A3}" dt="2023-05-11T03:48:29.740" v="1965" actId="207"/>
          <ac:spMkLst>
            <pc:docMk/>
            <pc:sldMk cId="799012099" sldId="555"/>
            <ac:spMk id="12" creationId="{77FAFDEE-8693-C76A-43AA-3C2F15FACA2E}"/>
          </ac:spMkLst>
        </pc:spChg>
        <pc:spChg chg="add mod">
          <ac:chgData name="Yeo Xiong Wei, Jonathan" userId="ac2b658e-7ce1-44bb-9f9f-bf4198ceaa29" providerId="ADAL" clId="{900B768A-31D7-40C6-88B4-F605D9FF23A3}" dt="2023-05-11T03:28:36.349" v="1465" actId="1076"/>
          <ac:spMkLst>
            <pc:docMk/>
            <pc:sldMk cId="799012099" sldId="555"/>
            <ac:spMk id="16" creationId="{0CF62BC9-E8AD-FC72-4491-E01E92E3DC0C}"/>
          </ac:spMkLst>
        </pc:spChg>
        <pc:spChg chg="add mod">
          <ac:chgData name="Yeo Xiong Wei, Jonathan" userId="ac2b658e-7ce1-44bb-9f9f-bf4198ceaa29" providerId="ADAL" clId="{900B768A-31D7-40C6-88B4-F605D9FF23A3}" dt="2023-05-11T03:28:38.225" v="1466" actId="403"/>
          <ac:spMkLst>
            <pc:docMk/>
            <pc:sldMk cId="799012099" sldId="555"/>
            <ac:spMk id="17" creationId="{D75C74F7-444F-01B4-2F77-A3035921462D}"/>
          </ac:spMkLst>
        </pc:spChg>
        <pc:spChg chg="add mod">
          <ac:chgData name="Yeo Xiong Wei, Jonathan" userId="ac2b658e-7ce1-44bb-9f9f-bf4198ceaa29" providerId="ADAL" clId="{900B768A-31D7-40C6-88B4-F605D9FF23A3}" dt="2023-05-11T03:28:40.339" v="1467" actId="403"/>
          <ac:spMkLst>
            <pc:docMk/>
            <pc:sldMk cId="799012099" sldId="555"/>
            <ac:spMk id="18" creationId="{59D6B205-62E7-6118-29FC-018ED0570DA0}"/>
          </ac:spMkLst>
        </pc:spChg>
        <pc:cxnChg chg="add mod">
          <ac:chgData name="Yeo Xiong Wei, Jonathan" userId="ac2b658e-7ce1-44bb-9f9f-bf4198ceaa29" providerId="ADAL" clId="{900B768A-31D7-40C6-88B4-F605D9FF23A3}" dt="2023-05-11T03:24:43.823" v="1148" actId="1076"/>
          <ac:cxnSpMkLst>
            <pc:docMk/>
            <pc:sldMk cId="799012099" sldId="555"/>
            <ac:cxnSpMk id="14" creationId="{F0B9ED70-F2DE-988B-35BE-42240FB1D0C1}"/>
          </ac:cxnSpMkLst>
        </pc:cxnChg>
        <pc:cxnChg chg="add mod">
          <ac:chgData name="Yeo Xiong Wei, Jonathan" userId="ac2b658e-7ce1-44bb-9f9f-bf4198ceaa29" providerId="ADAL" clId="{900B768A-31D7-40C6-88B4-F605D9FF23A3}" dt="2023-05-11T03:24:52.218" v="1151" actId="1076"/>
          <ac:cxnSpMkLst>
            <pc:docMk/>
            <pc:sldMk cId="799012099" sldId="555"/>
            <ac:cxnSpMk id="15" creationId="{26CD8404-73DA-2421-337F-E0573F7C7516}"/>
          </ac:cxnSpMkLst>
        </pc:cxnChg>
      </pc:sldChg>
      <pc:sldChg chg="addSp delSp modSp add mod modAnim">
        <pc:chgData name="Yeo Xiong Wei, Jonathan" userId="ac2b658e-7ce1-44bb-9f9f-bf4198ceaa29" providerId="ADAL" clId="{900B768A-31D7-40C6-88B4-F605D9FF23A3}" dt="2023-05-11T07:54:36.889" v="6423" actId="20577"/>
        <pc:sldMkLst>
          <pc:docMk/>
          <pc:sldMk cId="1316645097" sldId="556"/>
        </pc:sldMkLst>
        <pc:spChg chg="add mod">
          <ac:chgData name="Yeo Xiong Wei, Jonathan" userId="ac2b658e-7ce1-44bb-9f9f-bf4198ceaa29" providerId="ADAL" clId="{900B768A-31D7-40C6-88B4-F605D9FF23A3}" dt="2023-05-11T07:47:24.146" v="5747" actId="20577"/>
          <ac:spMkLst>
            <pc:docMk/>
            <pc:sldMk cId="1316645097" sldId="556"/>
            <ac:spMk id="2" creationId="{B8D23D07-66A9-8F6F-C3D9-16C301C78919}"/>
          </ac:spMkLst>
        </pc:spChg>
        <pc:spChg chg="add mod">
          <ac:chgData name="Yeo Xiong Wei, Jonathan" userId="ac2b658e-7ce1-44bb-9f9f-bf4198ceaa29" providerId="ADAL" clId="{900B768A-31D7-40C6-88B4-F605D9FF23A3}" dt="2023-05-11T07:46:11.981" v="5711" actId="20577"/>
          <ac:spMkLst>
            <pc:docMk/>
            <pc:sldMk cId="1316645097" sldId="556"/>
            <ac:spMk id="29" creationId="{781BE159-182E-08AF-11AA-272A5F49D265}"/>
          </ac:spMkLst>
        </pc:spChg>
        <pc:spChg chg="add mod">
          <ac:chgData name="Yeo Xiong Wei, Jonathan" userId="ac2b658e-7ce1-44bb-9f9f-bf4198ceaa29" providerId="ADAL" clId="{900B768A-31D7-40C6-88B4-F605D9FF23A3}" dt="2023-05-11T07:46:31.336" v="5722" actId="20577"/>
          <ac:spMkLst>
            <pc:docMk/>
            <pc:sldMk cId="1316645097" sldId="556"/>
            <ac:spMk id="30" creationId="{E6040D7A-CE07-B052-7FF4-8D157ADDBF83}"/>
          </ac:spMkLst>
        </pc:spChg>
        <pc:spChg chg="add mod">
          <ac:chgData name="Yeo Xiong Wei, Jonathan" userId="ac2b658e-7ce1-44bb-9f9f-bf4198ceaa29" providerId="ADAL" clId="{900B768A-31D7-40C6-88B4-F605D9FF23A3}" dt="2023-05-11T07:46:34.259" v="5728" actId="1038"/>
          <ac:spMkLst>
            <pc:docMk/>
            <pc:sldMk cId="1316645097" sldId="556"/>
            <ac:spMk id="31" creationId="{57ED2357-5AFB-2FDB-A6B7-3EA44DCACB6F}"/>
          </ac:spMkLst>
        </pc:spChg>
        <pc:spChg chg="add mod">
          <ac:chgData name="Yeo Xiong Wei, Jonathan" userId="ac2b658e-7ce1-44bb-9f9f-bf4198ceaa29" providerId="ADAL" clId="{900B768A-31D7-40C6-88B4-F605D9FF23A3}" dt="2023-05-11T07:46:46.222" v="5732" actId="20577"/>
          <ac:spMkLst>
            <pc:docMk/>
            <pc:sldMk cId="1316645097" sldId="556"/>
            <ac:spMk id="32" creationId="{F1F79FB4-2955-9BDA-3E35-B4E6C08BD2C0}"/>
          </ac:spMkLst>
        </pc:spChg>
        <pc:spChg chg="add mod">
          <ac:chgData name="Yeo Xiong Wei, Jonathan" userId="ac2b658e-7ce1-44bb-9f9f-bf4198ceaa29" providerId="ADAL" clId="{900B768A-31D7-40C6-88B4-F605D9FF23A3}" dt="2023-05-11T07:46:52.333" v="5734" actId="1076"/>
          <ac:spMkLst>
            <pc:docMk/>
            <pc:sldMk cId="1316645097" sldId="556"/>
            <ac:spMk id="33" creationId="{974FFCCE-8BA1-E4F2-D02D-F8326845FF3C}"/>
          </ac:spMkLst>
        </pc:spChg>
        <pc:spChg chg="add mod">
          <ac:chgData name="Yeo Xiong Wei, Jonathan" userId="ac2b658e-7ce1-44bb-9f9f-bf4198ceaa29" providerId="ADAL" clId="{900B768A-31D7-40C6-88B4-F605D9FF23A3}" dt="2023-05-11T07:46:55.500" v="5736" actId="1076"/>
          <ac:spMkLst>
            <pc:docMk/>
            <pc:sldMk cId="1316645097" sldId="556"/>
            <ac:spMk id="34" creationId="{9A559073-3407-2F25-EF5F-75DC2A4AFB24}"/>
          </ac:spMkLst>
        </pc:spChg>
        <pc:spChg chg="add mod">
          <ac:chgData name="Yeo Xiong Wei, Jonathan" userId="ac2b658e-7ce1-44bb-9f9f-bf4198ceaa29" providerId="ADAL" clId="{900B768A-31D7-40C6-88B4-F605D9FF23A3}" dt="2023-05-11T07:47:00.409" v="5738" actId="1076"/>
          <ac:spMkLst>
            <pc:docMk/>
            <pc:sldMk cId="1316645097" sldId="556"/>
            <ac:spMk id="35" creationId="{96795DCF-D115-81C8-6128-2F1B38CC1A6E}"/>
          </ac:spMkLst>
        </pc:spChg>
        <pc:spChg chg="add del mod">
          <ac:chgData name="Yeo Xiong Wei, Jonathan" userId="ac2b658e-7ce1-44bb-9f9f-bf4198ceaa29" providerId="ADAL" clId="{900B768A-31D7-40C6-88B4-F605D9FF23A3}" dt="2023-05-11T07:47:12.613" v="5741"/>
          <ac:spMkLst>
            <pc:docMk/>
            <pc:sldMk cId="1316645097" sldId="556"/>
            <ac:spMk id="36" creationId="{A96E178B-7B94-2DC3-63F8-B90C2EB5ECCE}"/>
          </ac:spMkLst>
        </pc:spChg>
        <pc:spChg chg="add mod">
          <ac:chgData name="Yeo Xiong Wei, Jonathan" userId="ac2b658e-7ce1-44bb-9f9f-bf4198ceaa29" providerId="ADAL" clId="{900B768A-31D7-40C6-88B4-F605D9FF23A3}" dt="2023-05-11T07:47:35.570" v="5751" actId="1076"/>
          <ac:spMkLst>
            <pc:docMk/>
            <pc:sldMk cId="1316645097" sldId="556"/>
            <ac:spMk id="37" creationId="{5B847FA5-4532-F954-AF91-7654CBAA27D9}"/>
          </ac:spMkLst>
        </pc:spChg>
        <pc:spChg chg="add mod">
          <ac:chgData name="Yeo Xiong Wei, Jonathan" userId="ac2b658e-7ce1-44bb-9f9f-bf4198ceaa29" providerId="ADAL" clId="{900B768A-31D7-40C6-88B4-F605D9FF23A3}" dt="2023-05-11T07:47:42.060" v="5755" actId="20577"/>
          <ac:spMkLst>
            <pc:docMk/>
            <pc:sldMk cId="1316645097" sldId="556"/>
            <ac:spMk id="38" creationId="{C4139BF8-6435-6C1C-0DE1-6F17F68B5233}"/>
          </ac:spMkLst>
        </pc:spChg>
        <pc:spChg chg="add mod">
          <ac:chgData name="Yeo Xiong Wei, Jonathan" userId="ac2b658e-7ce1-44bb-9f9f-bf4198ceaa29" providerId="ADAL" clId="{900B768A-31D7-40C6-88B4-F605D9FF23A3}" dt="2023-05-11T07:54:36.889" v="6423" actId="20577"/>
          <ac:spMkLst>
            <pc:docMk/>
            <pc:sldMk cId="1316645097" sldId="556"/>
            <ac:spMk id="39" creationId="{31672930-6E4E-565F-F745-2372BFBD128E}"/>
          </ac:spMkLst>
        </pc:spChg>
        <pc:spChg chg="add mod">
          <ac:chgData name="Yeo Xiong Wei, Jonathan" userId="ac2b658e-7ce1-44bb-9f9f-bf4198ceaa29" providerId="ADAL" clId="{900B768A-31D7-40C6-88B4-F605D9FF23A3}" dt="2023-05-11T07:47:59.685" v="5764" actId="1076"/>
          <ac:spMkLst>
            <pc:docMk/>
            <pc:sldMk cId="1316645097" sldId="556"/>
            <ac:spMk id="40" creationId="{39AABBEE-E546-194C-8C83-FABB2DB22596}"/>
          </ac:spMkLst>
        </pc:spChg>
        <pc:spChg chg="add mod">
          <ac:chgData name="Yeo Xiong Wei, Jonathan" userId="ac2b658e-7ce1-44bb-9f9f-bf4198ceaa29" providerId="ADAL" clId="{900B768A-31D7-40C6-88B4-F605D9FF23A3}" dt="2023-05-11T07:48:06.294" v="5766" actId="1076"/>
          <ac:spMkLst>
            <pc:docMk/>
            <pc:sldMk cId="1316645097" sldId="556"/>
            <ac:spMk id="41" creationId="{1A78C340-1D49-52B2-CCFD-6F3A876B1240}"/>
          </ac:spMkLst>
        </pc:spChg>
        <pc:spChg chg="add mod">
          <ac:chgData name="Yeo Xiong Wei, Jonathan" userId="ac2b658e-7ce1-44bb-9f9f-bf4198ceaa29" providerId="ADAL" clId="{900B768A-31D7-40C6-88B4-F605D9FF23A3}" dt="2023-05-11T07:48:06.294" v="5766" actId="1076"/>
          <ac:spMkLst>
            <pc:docMk/>
            <pc:sldMk cId="1316645097" sldId="556"/>
            <ac:spMk id="42" creationId="{85F63324-4D35-CE51-49EE-E1511E96371E}"/>
          </ac:spMkLst>
        </pc:spChg>
        <pc:spChg chg="add mod">
          <ac:chgData name="Yeo Xiong Wei, Jonathan" userId="ac2b658e-7ce1-44bb-9f9f-bf4198ceaa29" providerId="ADAL" clId="{900B768A-31D7-40C6-88B4-F605D9FF23A3}" dt="2023-05-11T07:48:20.056" v="5774" actId="1076"/>
          <ac:spMkLst>
            <pc:docMk/>
            <pc:sldMk cId="1316645097" sldId="556"/>
            <ac:spMk id="43" creationId="{4A05606A-8E3E-587C-DC96-10E8992B1EEA}"/>
          </ac:spMkLst>
        </pc:spChg>
        <pc:spChg chg="add mod">
          <ac:chgData name="Yeo Xiong Wei, Jonathan" userId="ac2b658e-7ce1-44bb-9f9f-bf4198ceaa29" providerId="ADAL" clId="{900B768A-31D7-40C6-88B4-F605D9FF23A3}" dt="2023-05-11T07:48:25.895" v="5781" actId="1037"/>
          <ac:spMkLst>
            <pc:docMk/>
            <pc:sldMk cId="1316645097" sldId="556"/>
            <ac:spMk id="44" creationId="{F57CD2D7-2D89-D4B2-2D47-991FADB06868}"/>
          </ac:spMkLst>
        </pc:spChg>
        <pc:spChg chg="add mod">
          <ac:chgData name="Yeo Xiong Wei, Jonathan" userId="ac2b658e-7ce1-44bb-9f9f-bf4198ceaa29" providerId="ADAL" clId="{900B768A-31D7-40C6-88B4-F605D9FF23A3}" dt="2023-05-11T07:48:32.971" v="5783" actId="1076"/>
          <ac:spMkLst>
            <pc:docMk/>
            <pc:sldMk cId="1316645097" sldId="556"/>
            <ac:spMk id="45" creationId="{C0F7A4D4-290D-9F75-52E4-8ABDC1F978F5}"/>
          </ac:spMkLst>
        </pc:spChg>
        <pc:spChg chg="add mod">
          <ac:chgData name="Yeo Xiong Wei, Jonathan" userId="ac2b658e-7ce1-44bb-9f9f-bf4198ceaa29" providerId="ADAL" clId="{900B768A-31D7-40C6-88B4-F605D9FF23A3}" dt="2023-05-11T07:48:32.971" v="5783" actId="1076"/>
          <ac:spMkLst>
            <pc:docMk/>
            <pc:sldMk cId="1316645097" sldId="556"/>
            <ac:spMk id="46" creationId="{6A20FD5B-DB18-D6E1-C124-BA188A8090D7}"/>
          </ac:spMkLst>
        </pc:spChg>
        <pc:spChg chg="add mod">
          <ac:chgData name="Yeo Xiong Wei, Jonathan" userId="ac2b658e-7ce1-44bb-9f9f-bf4198ceaa29" providerId="ADAL" clId="{900B768A-31D7-40C6-88B4-F605D9FF23A3}" dt="2023-05-11T07:48:42.220" v="5785" actId="1076"/>
          <ac:spMkLst>
            <pc:docMk/>
            <pc:sldMk cId="1316645097" sldId="556"/>
            <ac:spMk id="47" creationId="{79612624-F6AA-F944-C95E-15E405D886FD}"/>
          </ac:spMkLst>
        </pc:spChg>
        <pc:spChg chg="add mod">
          <ac:chgData name="Yeo Xiong Wei, Jonathan" userId="ac2b658e-7ce1-44bb-9f9f-bf4198ceaa29" providerId="ADAL" clId="{900B768A-31D7-40C6-88B4-F605D9FF23A3}" dt="2023-05-11T07:48:42.220" v="5785" actId="1076"/>
          <ac:spMkLst>
            <pc:docMk/>
            <pc:sldMk cId="1316645097" sldId="556"/>
            <ac:spMk id="48" creationId="{5B4DC293-7A7B-AC24-019B-4D4B07405D22}"/>
          </ac:spMkLst>
        </pc:spChg>
        <pc:spChg chg="add mod">
          <ac:chgData name="Yeo Xiong Wei, Jonathan" userId="ac2b658e-7ce1-44bb-9f9f-bf4198ceaa29" providerId="ADAL" clId="{900B768A-31D7-40C6-88B4-F605D9FF23A3}" dt="2023-05-11T07:48:48.557" v="5787" actId="1076"/>
          <ac:spMkLst>
            <pc:docMk/>
            <pc:sldMk cId="1316645097" sldId="556"/>
            <ac:spMk id="49" creationId="{8EC6B8DC-E61D-673E-7831-61318A0DEC7E}"/>
          </ac:spMkLst>
        </pc:spChg>
        <pc:spChg chg="add mod">
          <ac:chgData name="Yeo Xiong Wei, Jonathan" userId="ac2b658e-7ce1-44bb-9f9f-bf4198ceaa29" providerId="ADAL" clId="{900B768A-31D7-40C6-88B4-F605D9FF23A3}" dt="2023-05-11T07:48:48.557" v="5787" actId="1076"/>
          <ac:spMkLst>
            <pc:docMk/>
            <pc:sldMk cId="1316645097" sldId="556"/>
            <ac:spMk id="50" creationId="{6551C887-BAE5-2F87-9AA3-E7AC9139AD01}"/>
          </ac:spMkLst>
        </pc:spChg>
        <pc:spChg chg="add mod">
          <ac:chgData name="Yeo Xiong Wei, Jonathan" userId="ac2b658e-7ce1-44bb-9f9f-bf4198ceaa29" providerId="ADAL" clId="{900B768A-31D7-40C6-88B4-F605D9FF23A3}" dt="2023-05-11T07:53:51.974" v="6403" actId="113"/>
          <ac:spMkLst>
            <pc:docMk/>
            <pc:sldMk cId="1316645097" sldId="556"/>
            <ac:spMk id="51" creationId="{BAA7E6F8-80D4-8D35-D9EE-3E5CDB45DA83}"/>
          </ac:spMkLst>
        </pc:spChg>
        <pc:spChg chg="mod">
          <ac:chgData name="Yeo Xiong Wei, Jonathan" userId="ac2b658e-7ce1-44bb-9f9f-bf4198ceaa29" providerId="ADAL" clId="{900B768A-31D7-40C6-88B4-F605D9FF23A3}" dt="2023-05-11T03:51:48.175" v="1985" actId="20577"/>
          <ac:spMkLst>
            <pc:docMk/>
            <pc:sldMk cId="1316645097" sldId="556"/>
            <ac:spMk id="52225" creationId="{00000000-0000-0000-0000-000000000000}"/>
          </ac:spMkLst>
        </pc:spChg>
        <pc:spChg chg="mod">
          <ac:chgData name="Yeo Xiong Wei, Jonathan" userId="ac2b658e-7ce1-44bb-9f9f-bf4198ceaa29" providerId="ADAL" clId="{900B768A-31D7-40C6-88B4-F605D9FF23A3}" dt="2023-05-11T07:47:27.690" v="5748" actId="14100"/>
          <ac:spMkLst>
            <pc:docMk/>
            <pc:sldMk cId="1316645097" sldId="556"/>
            <ac:spMk id="52226" creationId="{00000000-0000-0000-0000-000000000000}"/>
          </ac:spMkLst>
        </pc:spChg>
        <pc:cxnChg chg="add mod">
          <ac:chgData name="Yeo Xiong Wei, Jonathan" userId="ac2b658e-7ce1-44bb-9f9f-bf4198ceaa29" providerId="ADAL" clId="{900B768A-31D7-40C6-88B4-F605D9FF23A3}" dt="2023-05-11T07:44:53.717" v="5681" actId="14100"/>
          <ac:cxnSpMkLst>
            <pc:docMk/>
            <pc:sldMk cId="1316645097" sldId="556"/>
            <ac:cxnSpMk id="5" creationId="{A51511EB-F7C6-D7AE-3ACE-0DCF76BF3C09}"/>
          </ac:cxnSpMkLst>
        </pc:cxnChg>
        <pc:cxnChg chg="add mod">
          <ac:chgData name="Yeo Xiong Wei, Jonathan" userId="ac2b658e-7ce1-44bb-9f9f-bf4198ceaa29" providerId="ADAL" clId="{900B768A-31D7-40C6-88B4-F605D9FF23A3}" dt="2023-05-11T07:44:50.993" v="5680" actId="14100"/>
          <ac:cxnSpMkLst>
            <pc:docMk/>
            <pc:sldMk cId="1316645097" sldId="556"/>
            <ac:cxnSpMk id="7" creationId="{0E2BFDB7-2B53-99B1-FD8E-AFDC23476AD0}"/>
          </ac:cxnSpMkLst>
        </pc:cxnChg>
        <pc:cxnChg chg="add mod">
          <ac:chgData name="Yeo Xiong Wei, Jonathan" userId="ac2b658e-7ce1-44bb-9f9f-bf4198ceaa29" providerId="ADAL" clId="{900B768A-31D7-40C6-88B4-F605D9FF23A3}" dt="2023-05-11T07:44:56.392" v="5682" actId="1076"/>
          <ac:cxnSpMkLst>
            <pc:docMk/>
            <pc:sldMk cId="1316645097" sldId="556"/>
            <ac:cxnSpMk id="11" creationId="{D81E05CC-01A2-70F4-D399-BD4287687745}"/>
          </ac:cxnSpMkLst>
        </pc:cxnChg>
        <pc:cxnChg chg="add mod">
          <ac:chgData name="Yeo Xiong Wei, Jonathan" userId="ac2b658e-7ce1-44bb-9f9f-bf4198ceaa29" providerId="ADAL" clId="{900B768A-31D7-40C6-88B4-F605D9FF23A3}" dt="2023-05-11T07:45:03.460" v="5693" actId="1038"/>
          <ac:cxnSpMkLst>
            <pc:docMk/>
            <pc:sldMk cId="1316645097" sldId="556"/>
            <ac:cxnSpMk id="12" creationId="{0A7F6C5D-ED94-B261-46AA-3D30FD4A4516}"/>
          </ac:cxnSpMkLst>
        </pc:cxnChg>
        <pc:cxnChg chg="add mod">
          <ac:chgData name="Yeo Xiong Wei, Jonathan" userId="ac2b658e-7ce1-44bb-9f9f-bf4198ceaa29" providerId="ADAL" clId="{900B768A-31D7-40C6-88B4-F605D9FF23A3}" dt="2023-05-11T07:44:48.923" v="5679" actId="1076"/>
          <ac:cxnSpMkLst>
            <pc:docMk/>
            <pc:sldMk cId="1316645097" sldId="556"/>
            <ac:cxnSpMk id="15" creationId="{6F6C2383-92A9-9B37-90A4-F8F07390C732}"/>
          </ac:cxnSpMkLst>
        </pc:cxnChg>
        <pc:cxnChg chg="add mod">
          <ac:chgData name="Yeo Xiong Wei, Jonathan" userId="ac2b658e-7ce1-44bb-9f9f-bf4198ceaa29" providerId="ADAL" clId="{900B768A-31D7-40C6-88B4-F605D9FF23A3}" dt="2023-05-11T07:44:59.653" v="5688" actId="1037"/>
          <ac:cxnSpMkLst>
            <pc:docMk/>
            <pc:sldMk cId="1316645097" sldId="556"/>
            <ac:cxnSpMk id="16" creationId="{9BE5EE89-5EEE-CCBF-4E01-A74FA7A85D03}"/>
          </ac:cxnSpMkLst>
        </pc:cxnChg>
        <pc:cxnChg chg="add mod">
          <ac:chgData name="Yeo Xiong Wei, Jonathan" userId="ac2b658e-7ce1-44bb-9f9f-bf4198ceaa29" providerId="ADAL" clId="{900B768A-31D7-40C6-88B4-F605D9FF23A3}" dt="2023-05-11T07:45:20.980" v="5699" actId="1076"/>
          <ac:cxnSpMkLst>
            <pc:docMk/>
            <pc:sldMk cId="1316645097" sldId="556"/>
            <ac:cxnSpMk id="19" creationId="{4D6AF1D0-79B1-BCE6-BC3E-F15F5CC99E28}"/>
          </ac:cxnSpMkLst>
        </pc:cxnChg>
        <pc:cxnChg chg="add mod">
          <ac:chgData name="Yeo Xiong Wei, Jonathan" userId="ac2b658e-7ce1-44bb-9f9f-bf4198ceaa29" providerId="ADAL" clId="{900B768A-31D7-40C6-88B4-F605D9FF23A3}" dt="2023-05-11T07:45:20.980" v="5699" actId="1076"/>
          <ac:cxnSpMkLst>
            <pc:docMk/>
            <pc:sldMk cId="1316645097" sldId="556"/>
            <ac:cxnSpMk id="20" creationId="{8B44AD2F-2C86-D416-9D5F-382AA7BEDFBE}"/>
          </ac:cxnSpMkLst>
        </pc:cxnChg>
        <pc:cxnChg chg="add mod">
          <ac:chgData name="Yeo Xiong Wei, Jonathan" userId="ac2b658e-7ce1-44bb-9f9f-bf4198ceaa29" providerId="ADAL" clId="{900B768A-31D7-40C6-88B4-F605D9FF23A3}" dt="2023-05-11T07:45:24.137" v="5701" actId="1076"/>
          <ac:cxnSpMkLst>
            <pc:docMk/>
            <pc:sldMk cId="1316645097" sldId="556"/>
            <ac:cxnSpMk id="23" creationId="{50415D99-7317-C571-1335-570D93D66097}"/>
          </ac:cxnSpMkLst>
        </pc:cxnChg>
        <pc:cxnChg chg="add mod">
          <ac:chgData name="Yeo Xiong Wei, Jonathan" userId="ac2b658e-7ce1-44bb-9f9f-bf4198ceaa29" providerId="ADAL" clId="{900B768A-31D7-40C6-88B4-F605D9FF23A3}" dt="2023-05-11T07:45:24.137" v="5701" actId="1076"/>
          <ac:cxnSpMkLst>
            <pc:docMk/>
            <pc:sldMk cId="1316645097" sldId="556"/>
            <ac:cxnSpMk id="24" creationId="{D06BB190-AFFD-136A-364C-96154048676C}"/>
          </ac:cxnSpMkLst>
        </pc:cxnChg>
        <pc:cxnChg chg="add mod">
          <ac:chgData name="Yeo Xiong Wei, Jonathan" userId="ac2b658e-7ce1-44bb-9f9f-bf4198ceaa29" providerId="ADAL" clId="{900B768A-31D7-40C6-88B4-F605D9FF23A3}" dt="2023-05-11T07:45:40.462" v="5707" actId="1076"/>
          <ac:cxnSpMkLst>
            <pc:docMk/>
            <pc:sldMk cId="1316645097" sldId="556"/>
            <ac:cxnSpMk id="25" creationId="{46DD161A-5124-E2BB-2B5A-6187ACEC5B85}"/>
          </ac:cxnSpMkLst>
        </pc:cxnChg>
        <pc:cxnChg chg="add mod">
          <ac:chgData name="Yeo Xiong Wei, Jonathan" userId="ac2b658e-7ce1-44bb-9f9f-bf4198ceaa29" providerId="ADAL" clId="{900B768A-31D7-40C6-88B4-F605D9FF23A3}" dt="2023-05-11T07:45:40.462" v="5707" actId="1076"/>
          <ac:cxnSpMkLst>
            <pc:docMk/>
            <pc:sldMk cId="1316645097" sldId="556"/>
            <ac:cxnSpMk id="26" creationId="{8198CDD0-3FFB-CBD4-79E4-0CF314C55C7A}"/>
          </ac:cxnSpMkLst>
        </pc:cxnChg>
        <pc:cxnChg chg="add mod">
          <ac:chgData name="Yeo Xiong Wei, Jonathan" userId="ac2b658e-7ce1-44bb-9f9f-bf4198ceaa29" providerId="ADAL" clId="{900B768A-31D7-40C6-88B4-F605D9FF23A3}" dt="2023-05-11T07:45:32.784" v="5705" actId="1076"/>
          <ac:cxnSpMkLst>
            <pc:docMk/>
            <pc:sldMk cId="1316645097" sldId="556"/>
            <ac:cxnSpMk id="27" creationId="{067BD52C-621D-EF77-6FD2-A0D62357C301}"/>
          </ac:cxnSpMkLst>
        </pc:cxnChg>
        <pc:cxnChg chg="add mod">
          <ac:chgData name="Yeo Xiong Wei, Jonathan" userId="ac2b658e-7ce1-44bb-9f9f-bf4198ceaa29" providerId="ADAL" clId="{900B768A-31D7-40C6-88B4-F605D9FF23A3}" dt="2023-05-11T07:45:32.784" v="5705" actId="1076"/>
          <ac:cxnSpMkLst>
            <pc:docMk/>
            <pc:sldMk cId="1316645097" sldId="556"/>
            <ac:cxnSpMk id="28" creationId="{4318A21D-59E9-C852-B25E-28229705E4B6}"/>
          </ac:cxnSpMkLst>
        </pc:cxnChg>
      </pc:sldChg>
      <pc:sldChg chg="add del">
        <pc:chgData name="Yeo Xiong Wei, Jonathan" userId="ac2b658e-7ce1-44bb-9f9f-bf4198ceaa29" providerId="ADAL" clId="{900B768A-31D7-40C6-88B4-F605D9FF23A3}" dt="2023-05-11T03:14:48.396" v="556" actId="47"/>
        <pc:sldMkLst>
          <pc:docMk/>
          <pc:sldMk cId="3313197972" sldId="556"/>
        </pc:sldMkLst>
      </pc:sldChg>
      <pc:sldChg chg="addSp delSp modSp add del mod">
        <pc:chgData name="Yeo Xiong Wei, Jonathan" userId="ac2b658e-7ce1-44bb-9f9f-bf4198ceaa29" providerId="ADAL" clId="{900B768A-31D7-40C6-88B4-F605D9FF23A3}" dt="2023-05-11T07:57:04.832" v="6631" actId="47"/>
        <pc:sldMkLst>
          <pc:docMk/>
          <pc:sldMk cId="2251453805" sldId="557"/>
        </pc:sldMkLst>
        <pc:spChg chg="add del">
          <ac:chgData name="Yeo Xiong Wei, Jonathan" userId="ac2b658e-7ce1-44bb-9f9f-bf4198ceaa29" providerId="ADAL" clId="{900B768A-31D7-40C6-88B4-F605D9FF23A3}" dt="2023-05-11T07:43:06.276" v="5625" actId="22"/>
          <ac:spMkLst>
            <pc:docMk/>
            <pc:sldMk cId="2251453805" sldId="557"/>
            <ac:spMk id="4" creationId="{13E5B771-6BAA-619C-6994-8B2C4B9019C0}"/>
          </ac:spMkLst>
        </pc:spChg>
        <pc:spChg chg="mod">
          <ac:chgData name="Yeo Xiong Wei, Jonathan" userId="ac2b658e-7ce1-44bb-9f9f-bf4198ceaa29" providerId="ADAL" clId="{900B768A-31D7-40C6-88B4-F605D9FF23A3}" dt="2023-05-11T03:51:55.757" v="2003" actId="20577"/>
          <ac:spMkLst>
            <pc:docMk/>
            <pc:sldMk cId="2251453805" sldId="557"/>
            <ac:spMk id="52225" creationId="{00000000-0000-0000-0000-000000000000}"/>
          </ac:spMkLst>
        </pc:spChg>
      </pc:sldChg>
      <pc:sldChg chg="addSp modSp add del mod">
        <pc:chgData name="Yeo Xiong Wei, Jonathan" userId="ac2b658e-7ce1-44bb-9f9f-bf4198ceaa29" providerId="ADAL" clId="{900B768A-31D7-40C6-88B4-F605D9FF23A3}" dt="2023-05-11T07:22:28.916" v="4319" actId="47"/>
        <pc:sldMkLst>
          <pc:docMk/>
          <pc:sldMk cId="2707187245" sldId="558"/>
        </pc:sldMkLst>
        <pc:spChg chg="add mod">
          <ac:chgData name="Yeo Xiong Wei, Jonathan" userId="ac2b658e-7ce1-44bb-9f9f-bf4198ceaa29" providerId="ADAL" clId="{900B768A-31D7-40C6-88B4-F605D9FF23A3}" dt="2023-05-11T06:56:42.718" v="3052" actId="5793"/>
          <ac:spMkLst>
            <pc:docMk/>
            <pc:sldMk cId="2707187245" sldId="558"/>
            <ac:spMk id="2" creationId="{14D906FD-B73A-4C69-2521-C4A5913A1DDF}"/>
          </ac:spMkLst>
        </pc:spChg>
        <pc:spChg chg="mod">
          <ac:chgData name="Yeo Xiong Wei, Jonathan" userId="ac2b658e-7ce1-44bb-9f9f-bf4198ceaa29" providerId="ADAL" clId="{900B768A-31D7-40C6-88B4-F605D9FF23A3}" dt="2023-05-11T03:52:17.574" v="2049" actId="20577"/>
          <ac:spMkLst>
            <pc:docMk/>
            <pc:sldMk cId="2707187245" sldId="558"/>
            <ac:spMk id="52225" creationId="{00000000-0000-0000-0000-000000000000}"/>
          </ac:spMkLst>
        </pc:spChg>
      </pc:sldChg>
      <pc:sldChg chg="addSp delSp modSp add mod modAnim modNotesTx">
        <pc:chgData name="Yeo Xiong Wei, Jonathan" userId="ac2b658e-7ce1-44bb-9f9f-bf4198ceaa29" providerId="ADAL" clId="{900B768A-31D7-40C6-88B4-F605D9FF23A3}" dt="2023-05-11T07:21:35.889" v="4309" actId="1076"/>
        <pc:sldMkLst>
          <pc:docMk/>
          <pc:sldMk cId="3913929972" sldId="559"/>
        </pc:sldMkLst>
        <pc:spChg chg="del">
          <ac:chgData name="Yeo Xiong Wei, Jonathan" userId="ac2b658e-7ce1-44bb-9f9f-bf4198ceaa29" providerId="ADAL" clId="{900B768A-31D7-40C6-88B4-F605D9FF23A3}" dt="2023-05-11T07:00:35.596" v="3066" actId="478"/>
          <ac:spMkLst>
            <pc:docMk/>
            <pc:sldMk cId="3913929972" sldId="559"/>
            <ac:spMk id="4" creationId="{971F755D-AAC1-42A1-BB88-2F82C454E36A}"/>
          </ac:spMkLst>
        </pc:spChg>
        <pc:spChg chg="del">
          <ac:chgData name="Yeo Xiong Wei, Jonathan" userId="ac2b658e-7ce1-44bb-9f9f-bf4198ceaa29" providerId="ADAL" clId="{900B768A-31D7-40C6-88B4-F605D9FF23A3}" dt="2023-05-11T07:00:36.836" v="3067" actId="478"/>
          <ac:spMkLst>
            <pc:docMk/>
            <pc:sldMk cId="3913929972" sldId="559"/>
            <ac:spMk id="6" creationId="{FE56EDC9-179A-4BF8-94E8-C0AF8CD28DCF}"/>
          </ac:spMkLst>
        </pc:spChg>
        <pc:spChg chg="add mod">
          <ac:chgData name="Yeo Xiong Wei, Jonathan" userId="ac2b658e-7ce1-44bb-9f9f-bf4198ceaa29" providerId="ADAL" clId="{900B768A-31D7-40C6-88B4-F605D9FF23A3}" dt="2023-05-11T07:20:35.037" v="4224" actId="1076"/>
          <ac:spMkLst>
            <pc:docMk/>
            <pc:sldMk cId="3913929972" sldId="559"/>
            <ac:spMk id="7" creationId="{13C24441-1B68-70FA-053D-7133F3409C8C}"/>
          </ac:spMkLst>
        </pc:spChg>
        <pc:spChg chg="add mod">
          <ac:chgData name="Yeo Xiong Wei, Jonathan" userId="ac2b658e-7ce1-44bb-9f9f-bf4198ceaa29" providerId="ADAL" clId="{900B768A-31D7-40C6-88B4-F605D9FF23A3}" dt="2023-05-11T07:20:35.037" v="4224" actId="1076"/>
          <ac:spMkLst>
            <pc:docMk/>
            <pc:sldMk cId="3913929972" sldId="559"/>
            <ac:spMk id="8" creationId="{59A86139-CBF0-E703-2BA1-17B7ACD7C27E}"/>
          </ac:spMkLst>
        </pc:spChg>
        <pc:spChg chg="add mod">
          <ac:chgData name="Yeo Xiong Wei, Jonathan" userId="ac2b658e-7ce1-44bb-9f9f-bf4198ceaa29" providerId="ADAL" clId="{900B768A-31D7-40C6-88B4-F605D9FF23A3}" dt="2023-05-11T07:20:35.037" v="4224" actId="1076"/>
          <ac:spMkLst>
            <pc:docMk/>
            <pc:sldMk cId="3913929972" sldId="559"/>
            <ac:spMk id="9" creationId="{449C4ED9-5575-95BD-D9A9-B3EDDBDB481A}"/>
          </ac:spMkLst>
        </pc:spChg>
        <pc:spChg chg="add mod">
          <ac:chgData name="Yeo Xiong Wei, Jonathan" userId="ac2b658e-7ce1-44bb-9f9f-bf4198ceaa29" providerId="ADAL" clId="{900B768A-31D7-40C6-88B4-F605D9FF23A3}" dt="2023-05-11T07:20:35.037" v="4224" actId="1076"/>
          <ac:spMkLst>
            <pc:docMk/>
            <pc:sldMk cId="3913929972" sldId="559"/>
            <ac:spMk id="10" creationId="{7089A6F7-970E-5491-755D-F90211173E83}"/>
          </ac:spMkLst>
        </pc:spChg>
        <pc:spChg chg="add mod">
          <ac:chgData name="Yeo Xiong Wei, Jonathan" userId="ac2b658e-7ce1-44bb-9f9f-bf4198ceaa29" providerId="ADAL" clId="{900B768A-31D7-40C6-88B4-F605D9FF23A3}" dt="2023-05-11T07:21:35.889" v="4309" actId="1076"/>
          <ac:spMkLst>
            <pc:docMk/>
            <pc:sldMk cId="3913929972" sldId="559"/>
            <ac:spMk id="11" creationId="{E4AAE383-481E-F876-FEB9-A7C07FAB492F}"/>
          </ac:spMkLst>
        </pc:spChg>
        <pc:spChg chg="mod">
          <ac:chgData name="Yeo Xiong Wei, Jonathan" userId="ac2b658e-7ce1-44bb-9f9f-bf4198ceaa29" providerId="ADAL" clId="{900B768A-31D7-40C6-88B4-F605D9FF23A3}" dt="2023-05-11T07:16:08.613" v="3894"/>
          <ac:spMkLst>
            <pc:docMk/>
            <pc:sldMk cId="3913929972" sldId="559"/>
            <ac:spMk id="52225" creationId="{00000000-0000-0000-0000-000000000000}"/>
          </ac:spMkLst>
        </pc:spChg>
        <pc:spChg chg="mod">
          <ac:chgData name="Yeo Xiong Wei, Jonathan" userId="ac2b658e-7ce1-44bb-9f9f-bf4198ceaa29" providerId="ADAL" clId="{900B768A-31D7-40C6-88B4-F605D9FF23A3}" dt="2023-05-11T07:21:02.979" v="4300" actId="20577"/>
          <ac:spMkLst>
            <pc:docMk/>
            <pc:sldMk cId="3913929972" sldId="559"/>
            <ac:spMk id="52226" creationId="{00000000-0000-0000-0000-000000000000}"/>
          </ac:spMkLst>
        </pc:spChg>
        <pc:graphicFrameChg chg="add mod modGraphic">
          <ac:chgData name="Yeo Xiong Wei, Jonathan" userId="ac2b658e-7ce1-44bb-9f9f-bf4198ceaa29" providerId="ADAL" clId="{900B768A-31D7-40C6-88B4-F605D9FF23A3}" dt="2023-05-11T07:20:35.037" v="4224" actId="1076"/>
          <ac:graphicFrameMkLst>
            <pc:docMk/>
            <pc:sldMk cId="3913929972" sldId="559"/>
            <ac:graphicFrameMk id="2" creationId="{A28E714B-3289-DF42-B919-D384735D8839}"/>
          </ac:graphicFrameMkLst>
        </pc:graphicFrameChg>
        <pc:graphicFrameChg chg="del">
          <ac:chgData name="Yeo Xiong Wei, Jonathan" userId="ac2b658e-7ce1-44bb-9f9f-bf4198ceaa29" providerId="ADAL" clId="{900B768A-31D7-40C6-88B4-F605D9FF23A3}" dt="2023-05-11T07:00:34.158" v="3065" actId="478"/>
          <ac:graphicFrameMkLst>
            <pc:docMk/>
            <pc:sldMk cId="3913929972" sldId="559"/>
            <ac:graphicFrameMk id="3" creationId="{0E0BDF0A-830C-4AED-9D1E-F8E33740D956}"/>
          </ac:graphicFrameMkLst>
        </pc:graphicFrameChg>
      </pc:sldChg>
      <pc:sldChg chg="addSp modSp add mod modAnim">
        <pc:chgData name="Yeo Xiong Wei, Jonathan" userId="ac2b658e-7ce1-44bb-9f9f-bf4198ceaa29" providerId="ADAL" clId="{900B768A-31D7-40C6-88B4-F605D9FF23A3}" dt="2023-05-11T07:36:20.965" v="5278" actId="20577"/>
        <pc:sldMkLst>
          <pc:docMk/>
          <pc:sldMk cId="1555638462" sldId="560"/>
        </pc:sldMkLst>
        <pc:spChg chg="add mod">
          <ac:chgData name="Yeo Xiong Wei, Jonathan" userId="ac2b658e-7ce1-44bb-9f9f-bf4198ceaa29" providerId="ADAL" clId="{900B768A-31D7-40C6-88B4-F605D9FF23A3}" dt="2023-05-11T07:32:02.091" v="4953" actId="1076"/>
          <ac:spMkLst>
            <pc:docMk/>
            <pc:sldMk cId="1555638462" sldId="560"/>
            <ac:spMk id="4" creationId="{484F1648-D1CC-2D3D-4202-4D4BBEC2FF84}"/>
          </ac:spMkLst>
        </pc:spChg>
        <pc:spChg chg="mod">
          <ac:chgData name="Yeo Xiong Wei, Jonathan" userId="ac2b658e-7ce1-44bb-9f9f-bf4198ceaa29" providerId="ADAL" clId="{900B768A-31D7-40C6-88B4-F605D9FF23A3}" dt="2023-05-11T07:35:04.979" v="5175" actId="115"/>
          <ac:spMkLst>
            <pc:docMk/>
            <pc:sldMk cId="1555638462" sldId="560"/>
            <ac:spMk id="52226" creationId="{00000000-0000-0000-0000-000000000000}"/>
          </ac:spMkLst>
        </pc:spChg>
        <pc:graphicFrameChg chg="add mod modGraphic">
          <ac:chgData name="Yeo Xiong Wei, Jonathan" userId="ac2b658e-7ce1-44bb-9f9f-bf4198ceaa29" providerId="ADAL" clId="{900B768A-31D7-40C6-88B4-F605D9FF23A3}" dt="2023-05-11T07:36:20.965" v="5278" actId="20577"/>
          <ac:graphicFrameMkLst>
            <pc:docMk/>
            <pc:sldMk cId="1555638462" sldId="560"/>
            <ac:graphicFrameMk id="2" creationId="{39C6F884-5F47-3C87-CE29-1409AB41D163}"/>
          </ac:graphicFrameMkLst>
        </pc:graphicFrameChg>
      </pc:sldChg>
      <pc:sldChg chg="modSp add del modAnim">
        <pc:chgData name="Yeo Xiong Wei, Jonathan" userId="ac2b658e-7ce1-44bb-9f9f-bf4198ceaa29" providerId="ADAL" clId="{900B768A-31D7-40C6-88B4-F605D9FF23A3}" dt="2023-05-11T07:21:38.820" v="4310" actId="47"/>
        <pc:sldMkLst>
          <pc:docMk/>
          <pc:sldMk cId="3181179530" sldId="560"/>
        </pc:sldMkLst>
        <pc:spChg chg="mod">
          <ac:chgData name="Yeo Xiong Wei, Jonathan" userId="ac2b658e-7ce1-44bb-9f9f-bf4198ceaa29" providerId="ADAL" clId="{900B768A-31D7-40C6-88B4-F605D9FF23A3}" dt="2023-05-11T07:20:16.234" v="4223" actId="15"/>
          <ac:spMkLst>
            <pc:docMk/>
            <pc:sldMk cId="3181179530" sldId="560"/>
            <ac:spMk id="52226" creationId="{00000000-0000-0000-0000-000000000000}"/>
          </ac:spMkLst>
        </pc:spChg>
      </pc:sldChg>
      <pc:sldChg chg="addSp modSp add mod modAnim">
        <pc:chgData name="Yeo Xiong Wei, Jonathan" userId="ac2b658e-7ce1-44bb-9f9f-bf4198ceaa29" providerId="ADAL" clId="{900B768A-31D7-40C6-88B4-F605D9FF23A3}" dt="2023-05-11T10:01:01.348" v="7593" actId="404"/>
        <pc:sldMkLst>
          <pc:docMk/>
          <pc:sldMk cId="2139685709" sldId="561"/>
        </pc:sldMkLst>
        <pc:spChg chg="mod">
          <ac:chgData name="Yeo Xiong Wei, Jonathan" userId="ac2b658e-7ce1-44bb-9f9f-bf4198ceaa29" providerId="ADAL" clId="{900B768A-31D7-40C6-88B4-F605D9FF23A3}" dt="2023-05-11T10:01:01.348" v="7593" actId="404"/>
          <ac:spMkLst>
            <pc:docMk/>
            <pc:sldMk cId="2139685709" sldId="561"/>
            <ac:spMk id="2" creationId="{B8D23D07-66A9-8F6F-C3D9-16C301C78919}"/>
          </ac:spMkLst>
        </pc:spChg>
        <pc:spChg chg="mod">
          <ac:chgData name="Yeo Xiong Wei, Jonathan" userId="ac2b658e-7ce1-44bb-9f9f-bf4198ceaa29" providerId="ADAL" clId="{900B768A-31D7-40C6-88B4-F605D9FF23A3}" dt="2023-05-11T10:00:49.792" v="7591" actId="1036"/>
          <ac:spMkLst>
            <pc:docMk/>
            <pc:sldMk cId="2139685709" sldId="561"/>
            <ac:spMk id="29" creationId="{781BE159-182E-08AF-11AA-272A5F49D265}"/>
          </ac:spMkLst>
        </pc:spChg>
        <pc:spChg chg="mod">
          <ac:chgData name="Yeo Xiong Wei, Jonathan" userId="ac2b658e-7ce1-44bb-9f9f-bf4198ceaa29" providerId="ADAL" clId="{900B768A-31D7-40C6-88B4-F605D9FF23A3}" dt="2023-05-11T10:00:49.792" v="7591" actId="1036"/>
          <ac:spMkLst>
            <pc:docMk/>
            <pc:sldMk cId="2139685709" sldId="561"/>
            <ac:spMk id="30" creationId="{E6040D7A-CE07-B052-7FF4-8D157ADDBF83}"/>
          </ac:spMkLst>
        </pc:spChg>
        <pc:spChg chg="mod">
          <ac:chgData name="Yeo Xiong Wei, Jonathan" userId="ac2b658e-7ce1-44bb-9f9f-bf4198ceaa29" providerId="ADAL" clId="{900B768A-31D7-40C6-88B4-F605D9FF23A3}" dt="2023-05-11T10:00:49.792" v="7591" actId="1036"/>
          <ac:spMkLst>
            <pc:docMk/>
            <pc:sldMk cId="2139685709" sldId="561"/>
            <ac:spMk id="31" creationId="{57ED2357-5AFB-2FDB-A6B7-3EA44DCACB6F}"/>
          </ac:spMkLst>
        </pc:spChg>
        <pc:spChg chg="mod">
          <ac:chgData name="Yeo Xiong Wei, Jonathan" userId="ac2b658e-7ce1-44bb-9f9f-bf4198ceaa29" providerId="ADAL" clId="{900B768A-31D7-40C6-88B4-F605D9FF23A3}" dt="2023-05-11T10:00:49.792" v="7591" actId="1036"/>
          <ac:spMkLst>
            <pc:docMk/>
            <pc:sldMk cId="2139685709" sldId="561"/>
            <ac:spMk id="32" creationId="{F1F79FB4-2955-9BDA-3E35-B4E6C08BD2C0}"/>
          </ac:spMkLst>
        </pc:spChg>
        <pc:spChg chg="mod">
          <ac:chgData name="Yeo Xiong Wei, Jonathan" userId="ac2b658e-7ce1-44bb-9f9f-bf4198ceaa29" providerId="ADAL" clId="{900B768A-31D7-40C6-88B4-F605D9FF23A3}" dt="2023-05-11T10:00:49.792" v="7591" actId="1036"/>
          <ac:spMkLst>
            <pc:docMk/>
            <pc:sldMk cId="2139685709" sldId="561"/>
            <ac:spMk id="33" creationId="{974FFCCE-8BA1-E4F2-D02D-F8326845FF3C}"/>
          </ac:spMkLst>
        </pc:spChg>
        <pc:spChg chg="mod">
          <ac:chgData name="Yeo Xiong Wei, Jonathan" userId="ac2b658e-7ce1-44bb-9f9f-bf4198ceaa29" providerId="ADAL" clId="{900B768A-31D7-40C6-88B4-F605D9FF23A3}" dt="2023-05-11T10:00:49.792" v="7591" actId="1036"/>
          <ac:spMkLst>
            <pc:docMk/>
            <pc:sldMk cId="2139685709" sldId="561"/>
            <ac:spMk id="34" creationId="{9A559073-3407-2F25-EF5F-75DC2A4AFB24}"/>
          </ac:spMkLst>
        </pc:spChg>
        <pc:spChg chg="mod">
          <ac:chgData name="Yeo Xiong Wei, Jonathan" userId="ac2b658e-7ce1-44bb-9f9f-bf4198ceaa29" providerId="ADAL" clId="{900B768A-31D7-40C6-88B4-F605D9FF23A3}" dt="2023-05-11T10:00:49.792" v="7591" actId="1036"/>
          <ac:spMkLst>
            <pc:docMk/>
            <pc:sldMk cId="2139685709" sldId="561"/>
            <ac:spMk id="35" creationId="{96795DCF-D115-81C8-6128-2F1B38CC1A6E}"/>
          </ac:spMkLst>
        </pc:spChg>
        <pc:spChg chg="mod">
          <ac:chgData name="Yeo Xiong Wei, Jonathan" userId="ac2b658e-7ce1-44bb-9f9f-bf4198ceaa29" providerId="ADAL" clId="{900B768A-31D7-40C6-88B4-F605D9FF23A3}" dt="2023-05-11T10:00:49.792" v="7591" actId="1036"/>
          <ac:spMkLst>
            <pc:docMk/>
            <pc:sldMk cId="2139685709" sldId="561"/>
            <ac:spMk id="37" creationId="{5B847FA5-4532-F954-AF91-7654CBAA27D9}"/>
          </ac:spMkLst>
        </pc:spChg>
        <pc:spChg chg="mod">
          <ac:chgData name="Yeo Xiong Wei, Jonathan" userId="ac2b658e-7ce1-44bb-9f9f-bf4198ceaa29" providerId="ADAL" clId="{900B768A-31D7-40C6-88B4-F605D9FF23A3}" dt="2023-05-11T10:00:49.792" v="7591" actId="1036"/>
          <ac:spMkLst>
            <pc:docMk/>
            <pc:sldMk cId="2139685709" sldId="561"/>
            <ac:spMk id="38" creationId="{C4139BF8-6435-6C1C-0DE1-6F17F68B5233}"/>
          </ac:spMkLst>
        </pc:spChg>
        <pc:spChg chg="mod">
          <ac:chgData name="Yeo Xiong Wei, Jonathan" userId="ac2b658e-7ce1-44bb-9f9f-bf4198ceaa29" providerId="ADAL" clId="{900B768A-31D7-40C6-88B4-F605D9FF23A3}" dt="2023-05-11T10:00:49.792" v="7591" actId="1036"/>
          <ac:spMkLst>
            <pc:docMk/>
            <pc:sldMk cId="2139685709" sldId="561"/>
            <ac:spMk id="39" creationId="{31672930-6E4E-565F-F745-2372BFBD128E}"/>
          </ac:spMkLst>
        </pc:spChg>
        <pc:spChg chg="mod">
          <ac:chgData name="Yeo Xiong Wei, Jonathan" userId="ac2b658e-7ce1-44bb-9f9f-bf4198ceaa29" providerId="ADAL" clId="{900B768A-31D7-40C6-88B4-F605D9FF23A3}" dt="2023-05-11T10:00:49.792" v="7591" actId="1036"/>
          <ac:spMkLst>
            <pc:docMk/>
            <pc:sldMk cId="2139685709" sldId="561"/>
            <ac:spMk id="40" creationId="{39AABBEE-E546-194C-8C83-FABB2DB22596}"/>
          </ac:spMkLst>
        </pc:spChg>
        <pc:spChg chg="mod">
          <ac:chgData name="Yeo Xiong Wei, Jonathan" userId="ac2b658e-7ce1-44bb-9f9f-bf4198ceaa29" providerId="ADAL" clId="{900B768A-31D7-40C6-88B4-F605D9FF23A3}" dt="2023-05-11T10:00:49.792" v="7591" actId="1036"/>
          <ac:spMkLst>
            <pc:docMk/>
            <pc:sldMk cId="2139685709" sldId="561"/>
            <ac:spMk id="41" creationId="{1A78C340-1D49-52B2-CCFD-6F3A876B1240}"/>
          </ac:spMkLst>
        </pc:spChg>
        <pc:spChg chg="mod">
          <ac:chgData name="Yeo Xiong Wei, Jonathan" userId="ac2b658e-7ce1-44bb-9f9f-bf4198ceaa29" providerId="ADAL" clId="{900B768A-31D7-40C6-88B4-F605D9FF23A3}" dt="2023-05-11T10:00:49.792" v="7591" actId="1036"/>
          <ac:spMkLst>
            <pc:docMk/>
            <pc:sldMk cId="2139685709" sldId="561"/>
            <ac:spMk id="42" creationId="{85F63324-4D35-CE51-49EE-E1511E96371E}"/>
          </ac:spMkLst>
        </pc:spChg>
        <pc:spChg chg="mod">
          <ac:chgData name="Yeo Xiong Wei, Jonathan" userId="ac2b658e-7ce1-44bb-9f9f-bf4198ceaa29" providerId="ADAL" clId="{900B768A-31D7-40C6-88B4-F605D9FF23A3}" dt="2023-05-11T10:00:49.792" v="7591" actId="1036"/>
          <ac:spMkLst>
            <pc:docMk/>
            <pc:sldMk cId="2139685709" sldId="561"/>
            <ac:spMk id="43" creationId="{4A05606A-8E3E-587C-DC96-10E8992B1EEA}"/>
          </ac:spMkLst>
        </pc:spChg>
        <pc:spChg chg="mod">
          <ac:chgData name="Yeo Xiong Wei, Jonathan" userId="ac2b658e-7ce1-44bb-9f9f-bf4198ceaa29" providerId="ADAL" clId="{900B768A-31D7-40C6-88B4-F605D9FF23A3}" dt="2023-05-11T10:00:49.792" v="7591" actId="1036"/>
          <ac:spMkLst>
            <pc:docMk/>
            <pc:sldMk cId="2139685709" sldId="561"/>
            <ac:spMk id="44" creationId="{F57CD2D7-2D89-D4B2-2D47-991FADB06868}"/>
          </ac:spMkLst>
        </pc:spChg>
        <pc:spChg chg="mod">
          <ac:chgData name="Yeo Xiong Wei, Jonathan" userId="ac2b658e-7ce1-44bb-9f9f-bf4198ceaa29" providerId="ADAL" clId="{900B768A-31D7-40C6-88B4-F605D9FF23A3}" dt="2023-05-11T10:00:49.792" v="7591" actId="1036"/>
          <ac:spMkLst>
            <pc:docMk/>
            <pc:sldMk cId="2139685709" sldId="561"/>
            <ac:spMk id="45" creationId="{C0F7A4D4-290D-9F75-52E4-8ABDC1F978F5}"/>
          </ac:spMkLst>
        </pc:spChg>
        <pc:spChg chg="mod">
          <ac:chgData name="Yeo Xiong Wei, Jonathan" userId="ac2b658e-7ce1-44bb-9f9f-bf4198ceaa29" providerId="ADAL" clId="{900B768A-31D7-40C6-88B4-F605D9FF23A3}" dt="2023-05-11T10:00:49.792" v="7591" actId="1036"/>
          <ac:spMkLst>
            <pc:docMk/>
            <pc:sldMk cId="2139685709" sldId="561"/>
            <ac:spMk id="46" creationId="{6A20FD5B-DB18-D6E1-C124-BA188A8090D7}"/>
          </ac:spMkLst>
        </pc:spChg>
        <pc:spChg chg="mod">
          <ac:chgData name="Yeo Xiong Wei, Jonathan" userId="ac2b658e-7ce1-44bb-9f9f-bf4198ceaa29" providerId="ADAL" clId="{900B768A-31D7-40C6-88B4-F605D9FF23A3}" dt="2023-05-11T10:00:49.792" v="7591" actId="1036"/>
          <ac:spMkLst>
            <pc:docMk/>
            <pc:sldMk cId="2139685709" sldId="561"/>
            <ac:spMk id="47" creationId="{79612624-F6AA-F944-C95E-15E405D886FD}"/>
          </ac:spMkLst>
        </pc:spChg>
        <pc:spChg chg="mod">
          <ac:chgData name="Yeo Xiong Wei, Jonathan" userId="ac2b658e-7ce1-44bb-9f9f-bf4198ceaa29" providerId="ADAL" clId="{900B768A-31D7-40C6-88B4-F605D9FF23A3}" dt="2023-05-11T10:00:49.792" v="7591" actId="1036"/>
          <ac:spMkLst>
            <pc:docMk/>
            <pc:sldMk cId="2139685709" sldId="561"/>
            <ac:spMk id="48" creationId="{5B4DC293-7A7B-AC24-019B-4D4B07405D22}"/>
          </ac:spMkLst>
        </pc:spChg>
        <pc:spChg chg="mod">
          <ac:chgData name="Yeo Xiong Wei, Jonathan" userId="ac2b658e-7ce1-44bb-9f9f-bf4198ceaa29" providerId="ADAL" clId="{900B768A-31D7-40C6-88B4-F605D9FF23A3}" dt="2023-05-11T10:00:49.792" v="7591" actId="1036"/>
          <ac:spMkLst>
            <pc:docMk/>
            <pc:sldMk cId="2139685709" sldId="561"/>
            <ac:spMk id="49" creationId="{8EC6B8DC-E61D-673E-7831-61318A0DEC7E}"/>
          </ac:spMkLst>
        </pc:spChg>
        <pc:spChg chg="mod">
          <ac:chgData name="Yeo Xiong Wei, Jonathan" userId="ac2b658e-7ce1-44bb-9f9f-bf4198ceaa29" providerId="ADAL" clId="{900B768A-31D7-40C6-88B4-F605D9FF23A3}" dt="2023-05-11T10:00:49.792" v="7591" actId="1036"/>
          <ac:spMkLst>
            <pc:docMk/>
            <pc:sldMk cId="2139685709" sldId="561"/>
            <ac:spMk id="50" creationId="{6551C887-BAE5-2F87-9AA3-E7AC9139AD01}"/>
          </ac:spMkLst>
        </pc:spChg>
        <pc:spChg chg="mod">
          <ac:chgData name="Yeo Xiong Wei, Jonathan" userId="ac2b658e-7ce1-44bb-9f9f-bf4198ceaa29" providerId="ADAL" clId="{900B768A-31D7-40C6-88B4-F605D9FF23A3}" dt="2023-05-11T10:00:53.419" v="7592" actId="1076"/>
          <ac:spMkLst>
            <pc:docMk/>
            <pc:sldMk cId="2139685709" sldId="561"/>
            <ac:spMk id="51" creationId="{BAA7E6F8-80D4-8D35-D9EE-3E5CDB45DA83}"/>
          </ac:spMkLst>
        </pc:spChg>
        <pc:spChg chg="mod">
          <ac:chgData name="Yeo Xiong Wei, Jonathan" userId="ac2b658e-7ce1-44bb-9f9f-bf4198ceaa29" providerId="ADAL" clId="{900B768A-31D7-40C6-88B4-F605D9FF23A3}" dt="2023-05-11T07:50:35.186" v="6027"/>
          <ac:spMkLst>
            <pc:docMk/>
            <pc:sldMk cId="2139685709" sldId="561"/>
            <ac:spMk id="52225" creationId="{00000000-0000-0000-0000-000000000000}"/>
          </ac:spMkLst>
        </pc:spChg>
        <pc:cxnChg chg="mod">
          <ac:chgData name="Yeo Xiong Wei, Jonathan" userId="ac2b658e-7ce1-44bb-9f9f-bf4198ceaa29" providerId="ADAL" clId="{900B768A-31D7-40C6-88B4-F605D9FF23A3}" dt="2023-05-11T10:00:49.792" v="7591" actId="1036"/>
          <ac:cxnSpMkLst>
            <pc:docMk/>
            <pc:sldMk cId="2139685709" sldId="561"/>
            <ac:cxnSpMk id="5" creationId="{A51511EB-F7C6-D7AE-3ACE-0DCF76BF3C09}"/>
          </ac:cxnSpMkLst>
        </pc:cxnChg>
        <pc:cxnChg chg="add mod">
          <ac:chgData name="Yeo Xiong Wei, Jonathan" userId="ac2b658e-7ce1-44bb-9f9f-bf4198ceaa29" providerId="ADAL" clId="{900B768A-31D7-40C6-88B4-F605D9FF23A3}" dt="2023-05-11T10:00:49.792" v="7591" actId="1036"/>
          <ac:cxnSpMkLst>
            <pc:docMk/>
            <pc:sldMk cId="2139685709" sldId="561"/>
            <ac:cxnSpMk id="6" creationId="{72CD8249-8A8D-8E14-AC1D-D403C2308AB3}"/>
          </ac:cxnSpMkLst>
        </pc:cxnChg>
        <pc:cxnChg chg="mod">
          <ac:chgData name="Yeo Xiong Wei, Jonathan" userId="ac2b658e-7ce1-44bb-9f9f-bf4198ceaa29" providerId="ADAL" clId="{900B768A-31D7-40C6-88B4-F605D9FF23A3}" dt="2023-05-11T10:00:49.792" v="7591" actId="1036"/>
          <ac:cxnSpMkLst>
            <pc:docMk/>
            <pc:sldMk cId="2139685709" sldId="561"/>
            <ac:cxnSpMk id="7" creationId="{0E2BFDB7-2B53-99B1-FD8E-AFDC23476AD0}"/>
          </ac:cxnSpMkLst>
        </pc:cxnChg>
        <pc:cxnChg chg="mod">
          <ac:chgData name="Yeo Xiong Wei, Jonathan" userId="ac2b658e-7ce1-44bb-9f9f-bf4198ceaa29" providerId="ADAL" clId="{900B768A-31D7-40C6-88B4-F605D9FF23A3}" dt="2023-05-11T10:00:49.792" v="7591" actId="1036"/>
          <ac:cxnSpMkLst>
            <pc:docMk/>
            <pc:sldMk cId="2139685709" sldId="561"/>
            <ac:cxnSpMk id="11" creationId="{D81E05CC-01A2-70F4-D399-BD4287687745}"/>
          </ac:cxnSpMkLst>
        </pc:cxnChg>
        <pc:cxnChg chg="mod">
          <ac:chgData name="Yeo Xiong Wei, Jonathan" userId="ac2b658e-7ce1-44bb-9f9f-bf4198ceaa29" providerId="ADAL" clId="{900B768A-31D7-40C6-88B4-F605D9FF23A3}" dt="2023-05-11T10:00:49.792" v="7591" actId="1036"/>
          <ac:cxnSpMkLst>
            <pc:docMk/>
            <pc:sldMk cId="2139685709" sldId="561"/>
            <ac:cxnSpMk id="12" creationId="{0A7F6C5D-ED94-B261-46AA-3D30FD4A4516}"/>
          </ac:cxnSpMkLst>
        </pc:cxnChg>
        <pc:cxnChg chg="mod">
          <ac:chgData name="Yeo Xiong Wei, Jonathan" userId="ac2b658e-7ce1-44bb-9f9f-bf4198ceaa29" providerId="ADAL" clId="{900B768A-31D7-40C6-88B4-F605D9FF23A3}" dt="2023-05-11T10:00:49.792" v="7591" actId="1036"/>
          <ac:cxnSpMkLst>
            <pc:docMk/>
            <pc:sldMk cId="2139685709" sldId="561"/>
            <ac:cxnSpMk id="15" creationId="{6F6C2383-92A9-9B37-90A4-F8F07390C732}"/>
          </ac:cxnSpMkLst>
        </pc:cxnChg>
        <pc:cxnChg chg="mod">
          <ac:chgData name="Yeo Xiong Wei, Jonathan" userId="ac2b658e-7ce1-44bb-9f9f-bf4198ceaa29" providerId="ADAL" clId="{900B768A-31D7-40C6-88B4-F605D9FF23A3}" dt="2023-05-11T10:00:49.792" v="7591" actId="1036"/>
          <ac:cxnSpMkLst>
            <pc:docMk/>
            <pc:sldMk cId="2139685709" sldId="561"/>
            <ac:cxnSpMk id="16" creationId="{9BE5EE89-5EEE-CCBF-4E01-A74FA7A85D03}"/>
          </ac:cxnSpMkLst>
        </pc:cxnChg>
        <pc:cxnChg chg="mod">
          <ac:chgData name="Yeo Xiong Wei, Jonathan" userId="ac2b658e-7ce1-44bb-9f9f-bf4198ceaa29" providerId="ADAL" clId="{900B768A-31D7-40C6-88B4-F605D9FF23A3}" dt="2023-05-11T10:00:49.792" v="7591" actId="1036"/>
          <ac:cxnSpMkLst>
            <pc:docMk/>
            <pc:sldMk cId="2139685709" sldId="561"/>
            <ac:cxnSpMk id="19" creationId="{4D6AF1D0-79B1-BCE6-BC3E-F15F5CC99E28}"/>
          </ac:cxnSpMkLst>
        </pc:cxnChg>
        <pc:cxnChg chg="mod">
          <ac:chgData name="Yeo Xiong Wei, Jonathan" userId="ac2b658e-7ce1-44bb-9f9f-bf4198ceaa29" providerId="ADAL" clId="{900B768A-31D7-40C6-88B4-F605D9FF23A3}" dt="2023-05-11T10:00:49.792" v="7591" actId="1036"/>
          <ac:cxnSpMkLst>
            <pc:docMk/>
            <pc:sldMk cId="2139685709" sldId="561"/>
            <ac:cxnSpMk id="20" creationId="{8B44AD2F-2C86-D416-9D5F-382AA7BEDFBE}"/>
          </ac:cxnSpMkLst>
        </pc:cxnChg>
        <pc:cxnChg chg="mod">
          <ac:chgData name="Yeo Xiong Wei, Jonathan" userId="ac2b658e-7ce1-44bb-9f9f-bf4198ceaa29" providerId="ADAL" clId="{900B768A-31D7-40C6-88B4-F605D9FF23A3}" dt="2023-05-11T10:00:49.792" v="7591" actId="1036"/>
          <ac:cxnSpMkLst>
            <pc:docMk/>
            <pc:sldMk cId="2139685709" sldId="561"/>
            <ac:cxnSpMk id="23" creationId="{50415D99-7317-C571-1335-570D93D66097}"/>
          </ac:cxnSpMkLst>
        </pc:cxnChg>
        <pc:cxnChg chg="mod">
          <ac:chgData name="Yeo Xiong Wei, Jonathan" userId="ac2b658e-7ce1-44bb-9f9f-bf4198ceaa29" providerId="ADAL" clId="{900B768A-31D7-40C6-88B4-F605D9FF23A3}" dt="2023-05-11T10:00:49.792" v="7591" actId="1036"/>
          <ac:cxnSpMkLst>
            <pc:docMk/>
            <pc:sldMk cId="2139685709" sldId="561"/>
            <ac:cxnSpMk id="24" creationId="{D06BB190-AFFD-136A-364C-96154048676C}"/>
          </ac:cxnSpMkLst>
        </pc:cxnChg>
        <pc:cxnChg chg="mod">
          <ac:chgData name="Yeo Xiong Wei, Jonathan" userId="ac2b658e-7ce1-44bb-9f9f-bf4198ceaa29" providerId="ADAL" clId="{900B768A-31D7-40C6-88B4-F605D9FF23A3}" dt="2023-05-11T10:00:49.792" v="7591" actId="1036"/>
          <ac:cxnSpMkLst>
            <pc:docMk/>
            <pc:sldMk cId="2139685709" sldId="561"/>
            <ac:cxnSpMk id="25" creationId="{46DD161A-5124-E2BB-2B5A-6187ACEC5B85}"/>
          </ac:cxnSpMkLst>
        </pc:cxnChg>
        <pc:cxnChg chg="mod">
          <ac:chgData name="Yeo Xiong Wei, Jonathan" userId="ac2b658e-7ce1-44bb-9f9f-bf4198ceaa29" providerId="ADAL" clId="{900B768A-31D7-40C6-88B4-F605D9FF23A3}" dt="2023-05-11T10:00:49.792" v="7591" actId="1036"/>
          <ac:cxnSpMkLst>
            <pc:docMk/>
            <pc:sldMk cId="2139685709" sldId="561"/>
            <ac:cxnSpMk id="26" creationId="{8198CDD0-3FFB-CBD4-79E4-0CF314C55C7A}"/>
          </ac:cxnSpMkLst>
        </pc:cxnChg>
        <pc:cxnChg chg="mod">
          <ac:chgData name="Yeo Xiong Wei, Jonathan" userId="ac2b658e-7ce1-44bb-9f9f-bf4198ceaa29" providerId="ADAL" clId="{900B768A-31D7-40C6-88B4-F605D9FF23A3}" dt="2023-05-11T10:00:49.792" v="7591" actId="1036"/>
          <ac:cxnSpMkLst>
            <pc:docMk/>
            <pc:sldMk cId="2139685709" sldId="561"/>
            <ac:cxnSpMk id="27" creationId="{067BD52C-621D-EF77-6FD2-A0D62357C301}"/>
          </ac:cxnSpMkLst>
        </pc:cxnChg>
        <pc:cxnChg chg="mod">
          <ac:chgData name="Yeo Xiong Wei, Jonathan" userId="ac2b658e-7ce1-44bb-9f9f-bf4198ceaa29" providerId="ADAL" clId="{900B768A-31D7-40C6-88B4-F605D9FF23A3}" dt="2023-05-11T10:00:49.792" v="7591" actId="1036"/>
          <ac:cxnSpMkLst>
            <pc:docMk/>
            <pc:sldMk cId="2139685709" sldId="561"/>
            <ac:cxnSpMk id="28" creationId="{4318A21D-59E9-C852-B25E-28229705E4B6}"/>
          </ac:cxnSpMkLst>
        </pc:cxnChg>
      </pc:sldChg>
      <pc:sldChg chg="addSp delSp modSp add mod modAnim">
        <pc:chgData name="Yeo Xiong Wei, Jonathan" userId="ac2b658e-7ce1-44bb-9f9f-bf4198ceaa29" providerId="ADAL" clId="{900B768A-31D7-40C6-88B4-F605D9FF23A3}" dt="2023-05-11T10:06:18.012" v="7722" actId="20577"/>
        <pc:sldMkLst>
          <pc:docMk/>
          <pc:sldMk cId="3604837883" sldId="562"/>
        </pc:sldMkLst>
        <pc:spChg chg="del mod">
          <ac:chgData name="Yeo Xiong Wei, Jonathan" userId="ac2b658e-7ce1-44bb-9f9f-bf4198ceaa29" providerId="ADAL" clId="{900B768A-31D7-40C6-88B4-F605D9FF23A3}" dt="2023-05-11T07:59:04.415" v="6733" actId="478"/>
          <ac:spMkLst>
            <pc:docMk/>
            <pc:sldMk cId="3604837883" sldId="562"/>
            <ac:spMk id="2" creationId="{B8D23D07-66A9-8F6F-C3D9-16C301C78919}"/>
          </ac:spMkLst>
        </pc:spChg>
        <pc:spChg chg="add del mod">
          <ac:chgData name="Yeo Xiong Wei, Jonathan" userId="ac2b658e-7ce1-44bb-9f9f-bf4198ceaa29" providerId="ADAL" clId="{900B768A-31D7-40C6-88B4-F605D9FF23A3}" dt="2023-05-11T07:59:10.547" v="6735" actId="478"/>
          <ac:spMkLst>
            <pc:docMk/>
            <pc:sldMk cId="3604837883" sldId="562"/>
            <ac:spMk id="17" creationId="{A9E474A7-7AF5-0603-B568-93DA5DDD76F2}"/>
          </ac:spMkLst>
        </pc:spChg>
        <pc:spChg chg="mod">
          <ac:chgData name="Yeo Xiong Wei, Jonathan" userId="ac2b658e-7ce1-44bb-9f9f-bf4198ceaa29" providerId="ADAL" clId="{900B768A-31D7-40C6-88B4-F605D9FF23A3}" dt="2023-05-11T07:59:16.090" v="6736" actId="1076"/>
          <ac:spMkLst>
            <pc:docMk/>
            <pc:sldMk cId="3604837883" sldId="562"/>
            <ac:spMk id="29" creationId="{781BE159-182E-08AF-11AA-272A5F49D265}"/>
          </ac:spMkLst>
        </pc:spChg>
        <pc:spChg chg="mod">
          <ac:chgData name="Yeo Xiong Wei, Jonathan" userId="ac2b658e-7ce1-44bb-9f9f-bf4198ceaa29" providerId="ADAL" clId="{900B768A-31D7-40C6-88B4-F605D9FF23A3}" dt="2023-05-11T07:59:16.090" v="6736" actId="1076"/>
          <ac:spMkLst>
            <pc:docMk/>
            <pc:sldMk cId="3604837883" sldId="562"/>
            <ac:spMk id="30" creationId="{E6040D7A-CE07-B052-7FF4-8D157ADDBF83}"/>
          </ac:spMkLst>
        </pc:spChg>
        <pc:spChg chg="mod">
          <ac:chgData name="Yeo Xiong Wei, Jonathan" userId="ac2b658e-7ce1-44bb-9f9f-bf4198ceaa29" providerId="ADAL" clId="{900B768A-31D7-40C6-88B4-F605D9FF23A3}" dt="2023-05-11T07:59:16.090" v="6736" actId="1076"/>
          <ac:spMkLst>
            <pc:docMk/>
            <pc:sldMk cId="3604837883" sldId="562"/>
            <ac:spMk id="31" creationId="{57ED2357-5AFB-2FDB-A6B7-3EA44DCACB6F}"/>
          </ac:spMkLst>
        </pc:spChg>
        <pc:spChg chg="mod">
          <ac:chgData name="Yeo Xiong Wei, Jonathan" userId="ac2b658e-7ce1-44bb-9f9f-bf4198ceaa29" providerId="ADAL" clId="{900B768A-31D7-40C6-88B4-F605D9FF23A3}" dt="2023-05-11T07:59:16.090" v="6736" actId="1076"/>
          <ac:spMkLst>
            <pc:docMk/>
            <pc:sldMk cId="3604837883" sldId="562"/>
            <ac:spMk id="32" creationId="{F1F79FB4-2955-9BDA-3E35-B4E6C08BD2C0}"/>
          </ac:spMkLst>
        </pc:spChg>
        <pc:spChg chg="mod">
          <ac:chgData name="Yeo Xiong Wei, Jonathan" userId="ac2b658e-7ce1-44bb-9f9f-bf4198ceaa29" providerId="ADAL" clId="{900B768A-31D7-40C6-88B4-F605D9FF23A3}" dt="2023-05-11T07:59:16.090" v="6736" actId="1076"/>
          <ac:spMkLst>
            <pc:docMk/>
            <pc:sldMk cId="3604837883" sldId="562"/>
            <ac:spMk id="33" creationId="{974FFCCE-8BA1-E4F2-D02D-F8326845FF3C}"/>
          </ac:spMkLst>
        </pc:spChg>
        <pc:spChg chg="mod">
          <ac:chgData name="Yeo Xiong Wei, Jonathan" userId="ac2b658e-7ce1-44bb-9f9f-bf4198ceaa29" providerId="ADAL" clId="{900B768A-31D7-40C6-88B4-F605D9FF23A3}" dt="2023-05-11T07:59:16.090" v="6736" actId="1076"/>
          <ac:spMkLst>
            <pc:docMk/>
            <pc:sldMk cId="3604837883" sldId="562"/>
            <ac:spMk id="34" creationId="{9A559073-3407-2F25-EF5F-75DC2A4AFB24}"/>
          </ac:spMkLst>
        </pc:spChg>
        <pc:spChg chg="mod">
          <ac:chgData name="Yeo Xiong Wei, Jonathan" userId="ac2b658e-7ce1-44bb-9f9f-bf4198ceaa29" providerId="ADAL" clId="{900B768A-31D7-40C6-88B4-F605D9FF23A3}" dt="2023-05-11T07:59:16.090" v="6736" actId="1076"/>
          <ac:spMkLst>
            <pc:docMk/>
            <pc:sldMk cId="3604837883" sldId="562"/>
            <ac:spMk id="35" creationId="{96795DCF-D115-81C8-6128-2F1B38CC1A6E}"/>
          </ac:spMkLst>
        </pc:spChg>
        <pc:spChg chg="mod">
          <ac:chgData name="Yeo Xiong Wei, Jonathan" userId="ac2b658e-7ce1-44bb-9f9f-bf4198ceaa29" providerId="ADAL" clId="{900B768A-31D7-40C6-88B4-F605D9FF23A3}" dt="2023-05-11T07:59:16.090" v="6736" actId="1076"/>
          <ac:spMkLst>
            <pc:docMk/>
            <pc:sldMk cId="3604837883" sldId="562"/>
            <ac:spMk id="37" creationId="{5B847FA5-4532-F954-AF91-7654CBAA27D9}"/>
          </ac:spMkLst>
        </pc:spChg>
        <pc:spChg chg="mod">
          <ac:chgData name="Yeo Xiong Wei, Jonathan" userId="ac2b658e-7ce1-44bb-9f9f-bf4198ceaa29" providerId="ADAL" clId="{900B768A-31D7-40C6-88B4-F605D9FF23A3}" dt="2023-05-11T07:59:16.090" v="6736" actId="1076"/>
          <ac:spMkLst>
            <pc:docMk/>
            <pc:sldMk cId="3604837883" sldId="562"/>
            <ac:spMk id="38" creationId="{C4139BF8-6435-6C1C-0DE1-6F17F68B5233}"/>
          </ac:spMkLst>
        </pc:spChg>
        <pc:spChg chg="mod">
          <ac:chgData name="Yeo Xiong Wei, Jonathan" userId="ac2b658e-7ce1-44bb-9f9f-bf4198ceaa29" providerId="ADAL" clId="{900B768A-31D7-40C6-88B4-F605D9FF23A3}" dt="2023-05-11T07:59:16.090" v="6736" actId="1076"/>
          <ac:spMkLst>
            <pc:docMk/>
            <pc:sldMk cId="3604837883" sldId="562"/>
            <ac:spMk id="39" creationId="{31672930-6E4E-565F-F745-2372BFBD128E}"/>
          </ac:spMkLst>
        </pc:spChg>
        <pc:spChg chg="mod">
          <ac:chgData name="Yeo Xiong Wei, Jonathan" userId="ac2b658e-7ce1-44bb-9f9f-bf4198ceaa29" providerId="ADAL" clId="{900B768A-31D7-40C6-88B4-F605D9FF23A3}" dt="2023-05-11T07:59:16.090" v="6736" actId="1076"/>
          <ac:spMkLst>
            <pc:docMk/>
            <pc:sldMk cId="3604837883" sldId="562"/>
            <ac:spMk id="40" creationId="{39AABBEE-E546-194C-8C83-FABB2DB22596}"/>
          </ac:spMkLst>
        </pc:spChg>
        <pc:spChg chg="mod">
          <ac:chgData name="Yeo Xiong Wei, Jonathan" userId="ac2b658e-7ce1-44bb-9f9f-bf4198ceaa29" providerId="ADAL" clId="{900B768A-31D7-40C6-88B4-F605D9FF23A3}" dt="2023-05-11T10:01:44.006" v="7595" actId="313"/>
          <ac:spMkLst>
            <pc:docMk/>
            <pc:sldMk cId="3604837883" sldId="562"/>
            <ac:spMk id="41" creationId="{1A78C340-1D49-52B2-CCFD-6F3A876B1240}"/>
          </ac:spMkLst>
        </pc:spChg>
        <pc:spChg chg="mod">
          <ac:chgData name="Yeo Xiong Wei, Jonathan" userId="ac2b658e-7ce1-44bb-9f9f-bf4198ceaa29" providerId="ADAL" clId="{900B768A-31D7-40C6-88B4-F605D9FF23A3}" dt="2023-05-11T10:01:48.689" v="7597" actId="313"/>
          <ac:spMkLst>
            <pc:docMk/>
            <pc:sldMk cId="3604837883" sldId="562"/>
            <ac:spMk id="42" creationId="{85F63324-4D35-CE51-49EE-E1511E96371E}"/>
          </ac:spMkLst>
        </pc:spChg>
        <pc:spChg chg="mod">
          <ac:chgData name="Yeo Xiong Wei, Jonathan" userId="ac2b658e-7ce1-44bb-9f9f-bf4198ceaa29" providerId="ADAL" clId="{900B768A-31D7-40C6-88B4-F605D9FF23A3}" dt="2023-05-11T07:59:16.090" v="6736" actId="1076"/>
          <ac:spMkLst>
            <pc:docMk/>
            <pc:sldMk cId="3604837883" sldId="562"/>
            <ac:spMk id="43" creationId="{4A05606A-8E3E-587C-DC96-10E8992B1EEA}"/>
          </ac:spMkLst>
        </pc:spChg>
        <pc:spChg chg="mod">
          <ac:chgData name="Yeo Xiong Wei, Jonathan" userId="ac2b658e-7ce1-44bb-9f9f-bf4198ceaa29" providerId="ADAL" clId="{900B768A-31D7-40C6-88B4-F605D9FF23A3}" dt="2023-05-11T07:59:16.090" v="6736" actId="1076"/>
          <ac:spMkLst>
            <pc:docMk/>
            <pc:sldMk cId="3604837883" sldId="562"/>
            <ac:spMk id="44" creationId="{F57CD2D7-2D89-D4B2-2D47-991FADB06868}"/>
          </ac:spMkLst>
        </pc:spChg>
        <pc:spChg chg="mod">
          <ac:chgData name="Yeo Xiong Wei, Jonathan" userId="ac2b658e-7ce1-44bb-9f9f-bf4198ceaa29" providerId="ADAL" clId="{900B768A-31D7-40C6-88B4-F605D9FF23A3}" dt="2023-05-11T07:59:16.090" v="6736" actId="1076"/>
          <ac:spMkLst>
            <pc:docMk/>
            <pc:sldMk cId="3604837883" sldId="562"/>
            <ac:spMk id="45" creationId="{C0F7A4D4-290D-9F75-52E4-8ABDC1F978F5}"/>
          </ac:spMkLst>
        </pc:spChg>
        <pc:spChg chg="mod">
          <ac:chgData name="Yeo Xiong Wei, Jonathan" userId="ac2b658e-7ce1-44bb-9f9f-bf4198ceaa29" providerId="ADAL" clId="{900B768A-31D7-40C6-88B4-F605D9FF23A3}" dt="2023-05-11T07:59:16.090" v="6736" actId="1076"/>
          <ac:spMkLst>
            <pc:docMk/>
            <pc:sldMk cId="3604837883" sldId="562"/>
            <ac:spMk id="46" creationId="{6A20FD5B-DB18-D6E1-C124-BA188A8090D7}"/>
          </ac:spMkLst>
        </pc:spChg>
        <pc:spChg chg="mod">
          <ac:chgData name="Yeo Xiong Wei, Jonathan" userId="ac2b658e-7ce1-44bb-9f9f-bf4198ceaa29" providerId="ADAL" clId="{900B768A-31D7-40C6-88B4-F605D9FF23A3}" dt="2023-05-11T10:06:14.442" v="7719" actId="6549"/>
          <ac:spMkLst>
            <pc:docMk/>
            <pc:sldMk cId="3604837883" sldId="562"/>
            <ac:spMk id="47" creationId="{79612624-F6AA-F944-C95E-15E405D886FD}"/>
          </ac:spMkLst>
        </pc:spChg>
        <pc:spChg chg="mod">
          <ac:chgData name="Yeo Xiong Wei, Jonathan" userId="ac2b658e-7ce1-44bb-9f9f-bf4198ceaa29" providerId="ADAL" clId="{900B768A-31D7-40C6-88B4-F605D9FF23A3}" dt="2023-05-11T10:06:15.602" v="7720" actId="20577"/>
          <ac:spMkLst>
            <pc:docMk/>
            <pc:sldMk cId="3604837883" sldId="562"/>
            <ac:spMk id="48" creationId="{5B4DC293-7A7B-AC24-019B-4D4B07405D22}"/>
          </ac:spMkLst>
        </pc:spChg>
        <pc:spChg chg="mod">
          <ac:chgData name="Yeo Xiong Wei, Jonathan" userId="ac2b658e-7ce1-44bb-9f9f-bf4198ceaa29" providerId="ADAL" clId="{900B768A-31D7-40C6-88B4-F605D9FF23A3}" dt="2023-05-11T10:06:18.012" v="7722" actId="20577"/>
          <ac:spMkLst>
            <pc:docMk/>
            <pc:sldMk cId="3604837883" sldId="562"/>
            <ac:spMk id="49" creationId="{8EC6B8DC-E61D-673E-7831-61318A0DEC7E}"/>
          </ac:spMkLst>
        </pc:spChg>
        <pc:spChg chg="mod">
          <ac:chgData name="Yeo Xiong Wei, Jonathan" userId="ac2b658e-7ce1-44bb-9f9f-bf4198ceaa29" providerId="ADAL" clId="{900B768A-31D7-40C6-88B4-F605D9FF23A3}" dt="2023-05-11T10:06:17.057" v="7721" actId="20577"/>
          <ac:spMkLst>
            <pc:docMk/>
            <pc:sldMk cId="3604837883" sldId="562"/>
            <ac:spMk id="50" creationId="{6551C887-BAE5-2F87-9AA3-E7AC9139AD01}"/>
          </ac:spMkLst>
        </pc:spChg>
        <pc:spChg chg="mod">
          <ac:chgData name="Yeo Xiong Wei, Jonathan" userId="ac2b658e-7ce1-44bb-9f9f-bf4198ceaa29" providerId="ADAL" clId="{900B768A-31D7-40C6-88B4-F605D9FF23A3}" dt="2023-05-11T07:59:16.090" v="6736" actId="1076"/>
          <ac:spMkLst>
            <pc:docMk/>
            <pc:sldMk cId="3604837883" sldId="562"/>
            <ac:spMk id="51" creationId="{BAA7E6F8-80D4-8D35-D9EE-3E5CDB45DA83}"/>
          </ac:spMkLst>
        </pc:spChg>
        <pc:spChg chg="del">
          <ac:chgData name="Yeo Xiong Wei, Jonathan" userId="ac2b658e-7ce1-44bb-9f9f-bf4198ceaa29" providerId="ADAL" clId="{900B768A-31D7-40C6-88B4-F605D9FF23A3}" dt="2023-05-11T07:59:08.589" v="6734" actId="478"/>
          <ac:spMkLst>
            <pc:docMk/>
            <pc:sldMk cId="3604837883" sldId="562"/>
            <ac:spMk id="52226" creationId="{00000000-0000-0000-0000-000000000000}"/>
          </ac:spMkLst>
        </pc:spChg>
        <pc:cxnChg chg="mod">
          <ac:chgData name="Yeo Xiong Wei, Jonathan" userId="ac2b658e-7ce1-44bb-9f9f-bf4198ceaa29" providerId="ADAL" clId="{900B768A-31D7-40C6-88B4-F605D9FF23A3}" dt="2023-05-11T07:59:16.090" v="6736" actId="1076"/>
          <ac:cxnSpMkLst>
            <pc:docMk/>
            <pc:sldMk cId="3604837883" sldId="562"/>
            <ac:cxnSpMk id="5" creationId="{A51511EB-F7C6-D7AE-3ACE-0DCF76BF3C09}"/>
          </ac:cxnSpMkLst>
        </pc:cxnChg>
        <pc:cxnChg chg="mod">
          <ac:chgData name="Yeo Xiong Wei, Jonathan" userId="ac2b658e-7ce1-44bb-9f9f-bf4198ceaa29" providerId="ADAL" clId="{900B768A-31D7-40C6-88B4-F605D9FF23A3}" dt="2023-05-11T07:59:16.090" v="6736" actId="1076"/>
          <ac:cxnSpMkLst>
            <pc:docMk/>
            <pc:sldMk cId="3604837883" sldId="562"/>
            <ac:cxnSpMk id="6" creationId="{72CD8249-8A8D-8E14-AC1D-D403C2308AB3}"/>
          </ac:cxnSpMkLst>
        </pc:cxnChg>
        <pc:cxnChg chg="mod">
          <ac:chgData name="Yeo Xiong Wei, Jonathan" userId="ac2b658e-7ce1-44bb-9f9f-bf4198ceaa29" providerId="ADAL" clId="{900B768A-31D7-40C6-88B4-F605D9FF23A3}" dt="2023-05-11T07:59:16.090" v="6736" actId="1076"/>
          <ac:cxnSpMkLst>
            <pc:docMk/>
            <pc:sldMk cId="3604837883" sldId="562"/>
            <ac:cxnSpMk id="7" creationId="{0E2BFDB7-2B53-99B1-FD8E-AFDC23476AD0}"/>
          </ac:cxnSpMkLst>
        </pc:cxnChg>
        <pc:cxnChg chg="mod">
          <ac:chgData name="Yeo Xiong Wei, Jonathan" userId="ac2b658e-7ce1-44bb-9f9f-bf4198ceaa29" providerId="ADAL" clId="{900B768A-31D7-40C6-88B4-F605D9FF23A3}" dt="2023-05-11T07:59:16.090" v="6736" actId="1076"/>
          <ac:cxnSpMkLst>
            <pc:docMk/>
            <pc:sldMk cId="3604837883" sldId="562"/>
            <ac:cxnSpMk id="11" creationId="{D81E05CC-01A2-70F4-D399-BD4287687745}"/>
          </ac:cxnSpMkLst>
        </pc:cxnChg>
        <pc:cxnChg chg="mod">
          <ac:chgData name="Yeo Xiong Wei, Jonathan" userId="ac2b658e-7ce1-44bb-9f9f-bf4198ceaa29" providerId="ADAL" clId="{900B768A-31D7-40C6-88B4-F605D9FF23A3}" dt="2023-05-11T07:59:16.090" v="6736" actId="1076"/>
          <ac:cxnSpMkLst>
            <pc:docMk/>
            <pc:sldMk cId="3604837883" sldId="562"/>
            <ac:cxnSpMk id="12" creationId="{0A7F6C5D-ED94-B261-46AA-3D30FD4A4516}"/>
          </ac:cxnSpMkLst>
        </pc:cxnChg>
        <pc:cxnChg chg="add mod">
          <ac:chgData name="Yeo Xiong Wei, Jonathan" userId="ac2b658e-7ce1-44bb-9f9f-bf4198ceaa29" providerId="ADAL" clId="{900B768A-31D7-40C6-88B4-F605D9FF23A3}" dt="2023-05-11T07:59:16.090" v="6736" actId="1076"/>
          <ac:cxnSpMkLst>
            <pc:docMk/>
            <pc:sldMk cId="3604837883" sldId="562"/>
            <ac:cxnSpMk id="13" creationId="{7F33E40B-190A-9002-9220-EF32FAF43E83}"/>
          </ac:cxnSpMkLst>
        </pc:cxnChg>
        <pc:cxnChg chg="mod">
          <ac:chgData name="Yeo Xiong Wei, Jonathan" userId="ac2b658e-7ce1-44bb-9f9f-bf4198ceaa29" providerId="ADAL" clId="{900B768A-31D7-40C6-88B4-F605D9FF23A3}" dt="2023-05-11T07:59:16.090" v="6736" actId="1076"/>
          <ac:cxnSpMkLst>
            <pc:docMk/>
            <pc:sldMk cId="3604837883" sldId="562"/>
            <ac:cxnSpMk id="15" creationId="{6F6C2383-92A9-9B37-90A4-F8F07390C732}"/>
          </ac:cxnSpMkLst>
        </pc:cxnChg>
        <pc:cxnChg chg="mod">
          <ac:chgData name="Yeo Xiong Wei, Jonathan" userId="ac2b658e-7ce1-44bb-9f9f-bf4198ceaa29" providerId="ADAL" clId="{900B768A-31D7-40C6-88B4-F605D9FF23A3}" dt="2023-05-11T07:59:16.090" v="6736" actId="1076"/>
          <ac:cxnSpMkLst>
            <pc:docMk/>
            <pc:sldMk cId="3604837883" sldId="562"/>
            <ac:cxnSpMk id="16" creationId="{9BE5EE89-5EEE-CCBF-4E01-A74FA7A85D03}"/>
          </ac:cxnSpMkLst>
        </pc:cxnChg>
        <pc:cxnChg chg="mod">
          <ac:chgData name="Yeo Xiong Wei, Jonathan" userId="ac2b658e-7ce1-44bb-9f9f-bf4198ceaa29" providerId="ADAL" clId="{900B768A-31D7-40C6-88B4-F605D9FF23A3}" dt="2023-05-11T07:59:16.090" v="6736" actId="1076"/>
          <ac:cxnSpMkLst>
            <pc:docMk/>
            <pc:sldMk cId="3604837883" sldId="562"/>
            <ac:cxnSpMk id="19" creationId="{4D6AF1D0-79B1-BCE6-BC3E-F15F5CC99E28}"/>
          </ac:cxnSpMkLst>
        </pc:cxnChg>
        <pc:cxnChg chg="mod">
          <ac:chgData name="Yeo Xiong Wei, Jonathan" userId="ac2b658e-7ce1-44bb-9f9f-bf4198ceaa29" providerId="ADAL" clId="{900B768A-31D7-40C6-88B4-F605D9FF23A3}" dt="2023-05-11T07:59:16.090" v="6736" actId="1076"/>
          <ac:cxnSpMkLst>
            <pc:docMk/>
            <pc:sldMk cId="3604837883" sldId="562"/>
            <ac:cxnSpMk id="20" creationId="{8B44AD2F-2C86-D416-9D5F-382AA7BEDFBE}"/>
          </ac:cxnSpMkLst>
        </pc:cxnChg>
        <pc:cxnChg chg="mod">
          <ac:chgData name="Yeo Xiong Wei, Jonathan" userId="ac2b658e-7ce1-44bb-9f9f-bf4198ceaa29" providerId="ADAL" clId="{900B768A-31D7-40C6-88B4-F605D9FF23A3}" dt="2023-05-11T07:59:16.090" v="6736" actId="1076"/>
          <ac:cxnSpMkLst>
            <pc:docMk/>
            <pc:sldMk cId="3604837883" sldId="562"/>
            <ac:cxnSpMk id="23" creationId="{50415D99-7317-C571-1335-570D93D66097}"/>
          </ac:cxnSpMkLst>
        </pc:cxnChg>
        <pc:cxnChg chg="mod">
          <ac:chgData name="Yeo Xiong Wei, Jonathan" userId="ac2b658e-7ce1-44bb-9f9f-bf4198ceaa29" providerId="ADAL" clId="{900B768A-31D7-40C6-88B4-F605D9FF23A3}" dt="2023-05-11T07:59:16.090" v="6736" actId="1076"/>
          <ac:cxnSpMkLst>
            <pc:docMk/>
            <pc:sldMk cId="3604837883" sldId="562"/>
            <ac:cxnSpMk id="24" creationId="{D06BB190-AFFD-136A-364C-96154048676C}"/>
          </ac:cxnSpMkLst>
        </pc:cxnChg>
        <pc:cxnChg chg="mod">
          <ac:chgData name="Yeo Xiong Wei, Jonathan" userId="ac2b658e-7ce1-44bb-9f9f-bf4198ceaa29" providerId="ADAL" clId="{900B768A-31D7-40C6-88B4-F605D9FF23A3}" dt="2023-05-11T07:59:16.090" v="6736" actId="1076"/>
          <ac:cxnSpMkLst>
            <pc:docMk/>
            <pc:sldMk cId="3604837883" sldId="562"/>
            <ac:cxnSpMk id="25" creationId="{46DD161A-5124-E2BB-2B5A-6187ACEC5B85}"/>
          </ac:cxnSpMkLst>
        </pc:cxnChg>
        <pc:cxnChg chg="mod">
          <ac:chgData name="Yeo Xiong Wei, Jonathan" userId="ac2b658e-7ce1-44bb-9f9f-bf4198ceaa29" providerId="ADAL" clId="{900B768A-31D7-40C6-88B4-F605D9FF23A3}" dt="2023-05-11T07:59:16.090" v="6736" actId="1076"/>
          <ac:cxnSpMkLst>
            <pc:docMk/>
            <pc:sldMk cId="3604837883" sldId="562"/>
            <ac:cxnSpMk id="26" creationId="{8198CDD0-3FFB-CBD4-79E4-0CF314C55C7A}"/>
          </ac:cxnSpMkLst>
        </pc:cxnChg>
        <pc:cxnChg chg="mod">
          <ac:chgData name="Yeo Xiong Wei, Jonathan" userId="ac2b658e-7ce1-44bb-9f9f-bf4198ceaa29" providerId="ADAL" clId="{900B768A-31D7-40C6-88B4-F605D9FF23A3}" dt="2023-05-11T07:59:16.090" v="6736" actId="1076"/>
          <ac:cxnSpMkLst>
            <pc:docMk/>
            <pc:sldMk cId="3604837883" sldId="562"/>
            <ac:cxnSpMk id="27" creationId="{067BD52C-621D-EF77-6FD2-A0D62357C301}"/>
          </ac:cxnSpMkLst>
        </pc:cxnChg>
        <pc:cxnChg chg="mod">
          <ac:chgData name="Yeo Xiong Wei, Jonathan" userId="ac2b658e-7ce1-44bb-9f9f-bf4198ceaa29" providerId="ADAL" clId="{900B768A-31D7-40C6-88B4-F605D9FF23A3}" dt="2023-05-11T07:59:16.090" v="6736" actId="1076"/>
          <ac:cxnSpMkLst>
            <pc:docMk/>
            <pc:sldMk cId="3604837883" sldId="562"/>
            <ac:cxnSpMk id="28" creationId="{4318A21D-59E9-C852-B25E-28229705E4B6}"/>
          </ac:cxnSpMkLst>
        </pc:cxnChg>
      </pc:sldChg>
      <pc:sldChg chg="addSp delSp modSp add mod">
        <pc:chgData name="Yeo Xiong Wei, Jonathan" userId="ac2b658e-7ce1-44bb-9f9f-bf4198ceaa29" providerId="ADAL" clId="{900B768A-31D7-40C6-88B4-F605D9FF23A3}" dt="2023-05-11T10:06:10.417" v="7718" actId="6549"/>
        <pc:sldMkLst>
          <pc:docMk/>
          <pc:sldMk cId="4013751424" sldId="563"/>
        </pc:sldMkLst>
        <pc:spChg chg="add mod">
          <ac:chgData name="Yeo Xiong Wei, Jonathan" userId="ac2b658e-7ce1-44bb-9f9f-bf4198ceaa29" providerId="ADAL" clId="{900B768A-31D7-40C6-88B4-F605D9FF23A3}" dt="2023-05-11T08:00:27.821" v="6900" actId="1076"/>
          <ac:spMkLst>
            <pc:docMk/>
            <pc:sldMk cId="4013751424" sldId="563"/>
            <ac:spMk id="2" creationId="{992F2348-1827-BB18-F3A8-4F43F4BD3D3F}"/>
          </ac:spMkLst>
        </pc:spChg>
        <pc:spChg chg="add mod">
          <ac:chgData name="Yeo Xiong Wei, Jonathan" userId="ac2b658e-7ce1-44bb-9f9f-bf4198ceaa29" providerId="ADAL" clId="{900B768A-31D7-40C6-88B4-F605D9FF23A3}" dt="2023-05-11T08:00:45.329" v="6909" actId="1076"/>
          <ac:spMkLst>
            <pc:docMk/>
            <pc:sldMk cId="4013751424" sldId="563"/>
            <ac:spMk id="4" creationId="{EBE22E14-61CC-9C3C-32CE-C8273A40D22E}"/>
          </ac:spMkLst>
        </pc:spChg>
        <pc:spChg chg="mod">
          <ac:chgData name="Yeo Xiong Wei, Jonathan" userId="ac2b658e-7ce1-44bb-9f9f-bf4198ceaa29" providerId="ADAL" clId="{900B768A-31D7-40C6-88B4-F605D9FF23A3}" dt="2023-05-11T10:06:10.417" v="7718" actId="6549"/>
          <ac:spMkLst>
            <pc:docMk/>
            <pc:sldMk cId="4013751424" sldId="563"/>
            <ac:spMk id="47" creationId="{79612624-F6AA-F944-C95E-15E405D886FD}"/>
          </ac:spMkLst>
        </pc:spChg>
        <pc:spChg chg="mod">
          <ac:chgData name="Yeo Xiong Wei, Jonathan" userId="ac2b658e-7ce1-44bb-9f9f-bf4198ceaa29" providerId="ADAL" clId="{900B768A-31D7-40C6-88B4-F605D9FF23A3}" dt="2023-05-11T10:06:08.554" v="7717" actId="20577"/>
          <ac:spMkLst>
            <pc:docMk/>
            <pc:sldMk cId="4013751424" sldId="563"/>
            <ac:spMk id="48" creationId="{5B4DC293-7A7B-AC24-019B-4D4B07405D22}"/>
          </ac:spMkLst>
        </pc:spChg>
        <pc:spChg chg="mod">
          <ac:chgData name="Yeo Xiong Wei, Jonathan" userId="ac2b658e-7ce1-44bb-9f9f-bf4198ceaa29" providerId="ADAL" clId="{900B768A-31D7-40C6-88B4-F605D9FF23A3}" dt="2023-05-11T10:06:06.563" v="7716" actId="6549"/>
          <ac:spMkLst>
            <pc:docMk/>
            <pc:sldMk cId="4013751424" sldId="563"/>
            <ac:spMk id="49" creationId="{8EC6B8DC-E61D-673E-7831-61318A0DEC7E}"/>
          </ac:spMkLst>
        </pc:spChg>
        <pc:spChg chg="mod">
          <ac:chgData name="Yeo Xiong Wei, Jonathan" userId="ac2b658e-7ce1-44bb-9f9f-bf4198ceaa29" providerId="ADAL" clId="{900B768A-31D7-40C6-88B4-F605D9FF23A3}" dt="2023-05-11T10:06:05.269" v="7714" actId="6549"/>
          <ac:spMkLst>
            <pc:docMk/>
            <pc:sldMk cId="4013751424" sldId="563"/>
            <ac:spMk id="50" creationId="{6551C887-BAE5-2F87-9AA3-E7AC9139AD01}"/>
          </ac:spMkLst>
        </pc:spChg>
        <pc:spChg chg="mod">
          <ac:chgData name="Yeo Xiong Wei, Jonathan" userId="ac2b658e-7ce1-44bb-9f9f-bf4198ceaa29" providerId="ADAL" clId="{900B768A-31D7-40C6-88B4-F605D9FF23A3}" dt="2023-05-11T08:00:11.161" v="6895" actId="20577"/>
          <ac:spMkLst>
            <pc:docMk/>
            <pc:sldMk cId="4013751424" sldId="563"/>
            <ac:spMk id="51" creationId="{BAA7E6F8-80D4-8D35-D9EE-3E5CDB45DA83}"/>
          </ac:spMkLst>
        </pc:spChg>
        <pc:spChg chg="mod">
          <ac:chgData name="Yeo Xiong Wei, Jonathan" userId="ac2b658e-7ce1-44bb-9f9f-bf4198ceaa29" providerId="ADAL" clId="{900B768A-31D7-40C6-88B4-F605D9FF23A3}" dt="2023-05-11T10:04:21.321" v="7618" actId="20577"/>
          <ac:spMkLst>
            <pc:docMk/>
            <pc:sldMk cId="4013751424" sldId="563"/>
            <ac:spMk id="52225" creationId="{00000000-0000-0000-0000-000000000000}"/>
          </ac:spMkLst>
        </pc:spChg>
        <pc:cxnChg chg="del">
          <ac:chgData name="Yeo Xiong Wei, Jonathan" userId="ac2b658e-7ce1-44bb-9f9f-bf4198ceaa29" providerId="ADAL" clId="{900B768A-31D7-40C6-88B4-F605D9FF23A3}" dt="2023-05-11T07:59:32.741" v="6760" actId="478"/>
          <ac:cxnSpMkLst>
            <pc:docMk/>
            <pc:sldMk cId="4013751424" sldId="563"/>
            <ac:cxnSpMk id="13" creationId="{7F33E40B-190A-9002-9220-EF32FAF43E83}"/>
          </ac:cxnSpMkLst>
        </pc:cxnChg>
      </pc:sldChg>
      <pc:sldChg chg="addSp delSp modSp add mod">
        <pc:chgData name="Yeo Xiong Wei, Jonathan" userId="ac2b658e-7ce1-44bb-9f9f-bf4198ceaa29" providerId="ADAL" clId="{900B768A-31D7-40C6-88B4-F605D9FF23A3}" dt="2023-05-11T10:05:57.514" v="7712" actId="6549"/>
        <pc:sldMkLst>
          <pc:docMk/>
          <pc:sldMk cId="7423801" sldId="564"/>
        </pc:sldMkLst>
        <pc:spChg chg="del mod">
          <ac:chgData name="Yeo Xiong Wei, Jonathan" userId="ac2b658e-7ce1-44bb-9f9f-bf4198ceaa29" providerId="ADAL" clId="{900B768A-31D7-40C6-88B4-F605D9FF23A3}" dt="2023-05-11T10:04:39.767" v="7627" actId="478"/>
          <ac:spMkLst>
            <pc:docMk/>
            <pc:sldMk cId="7423801" sldId="564"/>
            <ac:spMk id="2" creationId="{992F2348-1827-BB18-F3A8-4F43F4BD3D3F}"/>
          </ac:spMkLst>
        </pc:spChg>
        <pc:spChg chg="del">
          <ac:chgData name="Yeo Xiong Wei, Jonathan" userId="ac2b658e-7ce1-44bb-9f9f-bf4198ceaa29" providerId="ADAL" clId="{900B768A-31D7-40C6-88B4-F605D9FF23A3}" dt="2023-05-11T10:04:40.625" v="7628" actId="478"/>
          <ac:spMkLst>
            <pc:docMk/>
            <pc:sldMk cId="7423801" sldId="564"/>
            <ac:spMk id="4" creationId="{EBE22E14-61CC-9C3C-32CE-C8273A40D22E}"/>
          </ac:spMkLst>
        </pc:spChg>
        <pc:spChg chg="add mod">
          <ac:chgData name="Yeo Xiong Wei, Jonathan" userId="ac2b658e-7ce1-44bb-9f9f-bf4198ceaa29" providerId="ADAL" clId="{900B768A-31D7-40C6-88B4-F605D9FF23A3}" dt="2023-05-11T10:05:50.847" v="7706" actId="20577"/>
          <ac:spMkLst>
            <pc:docMk/>
            <pc:sldMk cId="7423801" sldId="564"/>
            <ac:spMk id="8" creationId="{1A1C1533-FCCC-6D33-5DFA-E39FBF2B7CC9}"/>
          </ac:spMkLst>
        </pc:spChg>
        <pc:spChg chg="mod">
          <ac:chgData name="Yeo Xiong Wei, Jonathan" userId="ac2b658e-7ce1-44bb-9f9f-bf4198ceaa29" providerId="ADAL" clId="{900B768A-31D7-40C6-88B4-F605D9FF23A3}" dt="2023-05-11T10:05:52.967" v="7707" actId="20577"/>
          <ac:spMkLst>
            <pc:docMk/>
            <pc:sldMk cId="7423801" sldId="564"/>
            <ac:spMk id="47" creationId="{79612624-F6AA-F944-C95E-15E405D886FD}"/>
          </ac:spMkLst>
        </pc:spChg>
        <pc:spChg chg="mod">
          <ac:chgData name="Yeo Xiong Wei, Jonathan" userId="ac2b658e-7ce1-44bb-9f9f-bf4198ceaa29" providerId="ADAL" clId="{900B768A-31D7-40C6-88B4-F605D9FF23A3}" dt="2023-05-11T10:05:54.246" v="7708" actId="6549"/>
          <ac:spMkLst>
            <pc:docMk/>
            <pc:sldMk cId="7423801" sldId="564"/>
            <ac:spMk id="48" creationId="{5B4DC293-7A7B-AC24-019B-4D4B07405D22}"/>
          </ac:spMkLst>
        </pc:spChg>
        <pc:spChg chg="mod">
          <ac:chgData name="Yeo Xiong Wei, Jonathan" userId="ac2b658e-7ce1-44bb-9f9f-bf4198ceaa29" providerId="ADAL" clId="{900B768A-31D7-40C6-88B4-F605D9FF23A3}" dt="2023-05-11T10:05:57.514" v="7712" actId="6549"/>
          <ac:spMkLst>
            <pc:docMk/>
            <pc:sldMk cId="7423801" sldId="564"/>
            <ac:spMk id="49" creationId="{8EC6B8DC-E61D-673E-7831-61318A0DEC7E}"/>
          </ac:spMkLst>
        </pc:spChg>
        <pc:spChg chg="mod">
          <ac:chgData name="Yeo Xiong Wei, Jonathan" userId="ac2b658e-7ce1-44bb-9f9f-bf4198ceaa29" providerId="ADAL" clId="{900B768A-31D7-40C6-88B4-F605D9FF23A3}" dt="2023-05-11T10:05:55.555" v="7710" actId="20577"/>
          <ac:spMkLst>
            <pc:docMk/>
            <pc:sldMk cId="7423801" sldId="564"/>
            <ac:spMk id="50" creationId="{6551C887-BAE5-2F87-9AA3-E7AC9139AD01}"/>
          </ac:spMkLst>
        </pc:spChg>
        <pc:spChg chg="del mod">
          <ac:chgData name="Yeo Xiong Wei, Jonathan" userId="ac2b658e-7ce1-44bb-9f9f-bf4198ceaa29" providerId="ADAL" clId="{900B768A-31D7-40C6-88B4-F605D9FF23A3}" dt="2023-05-11T10:04:38.263" v="7625" actId="478"/>
          <ac:spMkLst>
            <pc:docMk/>
            <pc:sldMk cId="7423801" sldId="564"/>
            <ac:spMk id="51" creationId="{BAA7E6F8-80D4-8D35-D9EE-3E5CDB45DA83}"/>
          </ac:spMkLst>
        </pc:spChg>
        <pc:spChg chg="mod">
          <ac:chgData name="Yeo Xiong Wei, Jonathan" userId="ac2b658e-7ce1-44bb-9f9f-bf4198ceaa29" providerId="ADAL" clId="{900B768A-31D7-40C6-88B4-F605D9FF23A3}" dt="2023-05-11T10:04:26.697" v="7623" actId="20577"/>
          <ac:spMkLst>
            <pc:docMk/>
            <pc:sldMk cId="7423801" sldId="564"/>
            <ac:spMk id="52225" creationId="{00000000-0000-0000-0000-000000000000}"/>
          </ac:spMkLst>
        </pc:spChg>
        <pc:cxnChg chg="del mod">
          <ac:chgData name="Yeo Xiong Wei, Jonathan" userId="ac2b658e-7ce1-44bb-9f9f-bf4198ceaa29" providerId="ADAL" clId="{900B768A-31D7-40C6-88B4-F605D9FF23A3}" dt="2023-05-11T10:05:05.840" v="7693" actId="478"/>
          <ac:cxnSpMkLst>
            <pc:docMk/>
            <pc:sldMk cId="7423801" sldId="564"/>
            <ac:cxnSpMk id="6" creationId="{72CD8249-8A8D-8E14-AC1D-D403C2308AB3}"/>
          </ac:cxnSpMkLst>
        </pc:cxnChg>
      </pc:sldChg>
    </pc:docChg>
  </pc:docChgLst>
  <pc:docChgLst>
    <pc:chgData name="Yeo Xiong Wei, Jonathan" userId="ac2b658e-7ce1-44bb-9f9f-bf4198ceaa29" providerId="ADAL" clId="{5CB75535-B74F-42BD-9EFE-71EFA08D3BFE}"/>
    <pc:docChg chg="undo redo custSel addSld delSld modSld sldOrd">
      <pc:chgData name="Yeo Xiong Wei, Jonathan" userId="ac2b658e-7ce1-44bb-9f9f-bf4198ceaa29" providerId="ADAL" clId="{5CB75535-B74F-42BD-9EFE-71EFA08D3BFE}" dt="2022-05-26T07:40:40.858" v="16235" actId="6549"/>
      <pc:docMkLst>
        <pc:docMk/>
      </pc:docMkLst>
      <pc:sldChg chg="modSp mod">
        <pc:chgData name="Yeo Xiong Wei, Jonathan" userId="ac2b658e-7ce1-44bb-9f9f-bf4198ceaa29" providerId="ADAL" clId="{5CB75535-B74F-42BD-9EFE-71EFA08D3BFE}" dt="2022-05-23T05:44:58.428" v="3159" actId="20577"/>
        <pc:sldMkLst>
          <pc:docMk/>
          <pc:sldMk cId="3252022029" sldId="256"/>
        </pc:sldMkLst>
        <pc:spChg chg="mod">
          <ac:chgData name="Yeo Xiong Wei, Jonathan" userId="ac2b658e-7ce1-44bb-9f9f-bf4198ceaa29" providerId="ADAL" clId="{5CB75535-B74F-42BD-9EFE-71EFA08D3BFE}" dt="2022-05-23T05:44:58.428" v="3159" actId="20577"/>
          <ac:spMkLst>
            <pc:docMk/>
            <pc:sldMk cId="3252022029" sldId="256"/>
            <ac:spMk id="2" creationId="{EF8B73FE-A455-4656-A476-6FFB3EF1C8A2}"/>
          </ac:spMkLst>
        </pc:spChg>
      </pc:sldChg>
      <pc:sldChg chg="del">
        <pc:chgData name="Yeo Xiong Wei, Jonathan" userId="ac2b658e-7ce1-44bb-9f9f-bf4198ceaa29" providerId="ADAL" clId="{5CB75535-B74F-42BD-9EFE-71EFA08D3BFE}" dt="2022-05-18T07:40:12.969" v="0" actId="47"/>
        <pc:sldMkLst>
          <pc:docMk/>
          <pc:sldMk cId="1913572987" sldId="297"/>
        </pc:sldMkLst>
      </pc:sldChg>
      <pc:sldChg chg="del">
        <pc:chgData name="Yeo Xiong Wei, Jonathan" userId="ac2b658e-7ce1-44bb-9f9f-bf4198ceaa29" providerId="ADAL" clId="{5CB75535-B74F-42BD-9EFE-71EFA08D3BFE}" dt="2022-05-18T07:40:12.969" v="0" actId="47"/>
        <pc:sldMkLst>
          <pc:docMk/>
          <pc:sldMk cId="557807413" sldId="300"/>
        </pc:sldMkLst>
      </pc:sldChg>
      <pc:sldChg chg="del">
        <pc:chgData name="Yeo Xiong Wei, Jonathan" userId="ac2b658e-7ce1-44bb-9f9f-bf4198ceaa29" providerId="ADAL" clId="{5CB75535-B74F-42BD-9EFE-71EFA08D3BFE}" dt="2022-05-18T07:40:12.969" v="0" actId="47"/>
        <pc:sldMkLst>
          <pc:docMk/>
          <pc:sldMk cId="578903766" sldId="301"/>
        </pc:sldMkLst>
      </pc:sldChg>
      <pc:sldChg chg="del">
        <pc:chgData name="Yeo Xiong Wei, Jonathan" userId="ac2b658e-7ce1-44bb-9f9f-bf4198ceaa29" providerId="ADAL" clId="{5CB75535-B74F-42BD-9EFE-71EFA08D3BFE}" dt="2022-05-18T07:40:12.969" v="0" actId="47"/>
        <pc:sldMkLst>
          <pc:docMk/>
          <pc:sldMk cId="3538743933" sldId="304"/>
        </pc:sldMkLst>
      </pc:sldChg>
      <pc:sldChg chg="modSp add del mod modAnim">
        <pc:chgData name="Yeo Xiong Wei, Jonathan" userId="ac2b658e-7ce1-44bb-9f9f-bf4198ceaa29" providerId="ADAL" clId="{5CB75535-B74F-42BD-9EFE-71EFA08D3BFE}" dt="2022-05-26T06:35:45.018" v="11432" actId="20577"/>
        <pc:sldMkLst>
          <pc:docMk/>
          <pc:sldMk cId="911258207" sldId="322"/>
        </pc:sldMkLst>
        <pc:spChg chg="mod">
          <ac:chgData name="Yeo Xiong Wei, Jonathan" userId="ac2b658e-7ce1-44bb-9f9f-bf4198ceaa29" providerId="ADAL" clId="{5CB75535-B74F-42BD-9EFE-71EFA08D3BFE}" dt="2022-05-26T06:34:09.927" v="11152" actId="1076"/>
          <ac:spMkLst>
            <pc:docMk/>
            <pc:sldMk cId="911258207" sldId="322"/>
            <ac:spMk id="4" creationId="{971F755D-AAC1-42A1-BB88-2F82C454E36A}"/>
          </ac:spMkLst>
        </pc:spChg>
        <pc:spChg chg="mod">
          <ac:chgData name="Yeo Xiong Wei, Jonathan" userId="ac2b658e-7ce1-44bb-9f9f-bf4198ceaa29" providerId="ADAL" clId="{5CB75535-B74F-42BD-9EFE-71EFA08D3BFE}" dt="2022-05-26T06:34:09.927" v="11152" actId="1076"/>
          <ac:spMkLst>
            <pc:docMk/>
            <pc:sldMk cId="911258207" sldId="322"/>
            <ac:spMk id="6" creationId="{FE56EDC9-179A-4BF8-94E8-C0AF8CD28DCF}"/>
          </ac:spMkLst>
        </pc:spChg>
        <pc:spChg chg="mod">
          <ac:chgData name="Yeo Xiong Wei, Jonathan" userId="ac2b658e-7ce1-44bb-9f9f-bf4198ceaa29" providerId="ADAL" clId="{5CB75535-B74F-42BD-9EFE-71EFA08D3BFE}" dt="2022-05-23T08:16:12.379" v="6259" actId="20577"/>
          <ac:spMkLst>
            <pc:docMk/>
            <pc:sldMk cId="911258207" sldId="322"/>
            <ac:spMk id="52225" creationId="{00000000-0000-0000-0000-000000000000}"/>
          </ac:spMkLst>
        </pc:spChg>
        <pc:spChg chg="mod">
          <ac:chgData name="Yeo Xiong Wei, Jonathan" userId="ac2b658e-7ce1-44bb-9f9f-bf4198ceaa29" providerId="ADAL" clId="{5CB75535-B74F-42BD-9EFE-71EFA08D3BFE}" dt="2022-05-26T06:35:45.018" v="11432" actId="20577"/>
          <ac:spMkLst>
            <pc:docMk/>
            <pc:sldMk cId="911258207" sldId="322"/>
            <ac:spMk id="52226" creationId="{00000000-0000-0000-0000-000000000000}"/>
          </ac:spMkLst>
        </pc:spChg>
        <pc:graphicFrameChg chg="mod">
          <ac:chgData name="Yeo Xiong Wei, Jonathan" userId="ac2b658e-7ce1-44bb-9f9f-bf4198ceaa29" providerId="ADAL" clId="{5CB75535-B74F-42BD-9EFE-71EFA08D3BFE}" dt="2022-05-26T06:34:09.927" v="11152" actId="1076"/>
          <ac:graphicFrameMkLst>
            <pc:docMk/>
            <pc:sldMk cId="911258207" sldId="322"/>
            <ac:graphicFrameMk id="3" creationId="{0E0BDF0A-830C-4AED-9D1E-F8E33740D956}"/>
          </ac:graphicFrameMkLst>
        </pc:graphicFrameChg>
      </pc:sldChg>
      <pc:sldChg chg="add del">
        <pc:chgData name="Yeo Xiong Wei, Jonathan" userId="ac2b658e-7ce1-44bb-9f9f-bf4198ceaa29" providerId="ADAL" clId="{5CB75535-B74F-42BD-9EFE-71EFA08D3BFE}" dt="2022-05-23T09:12:10.967" v="9312" actId="2696"/>
        <pc:sldMkLst>
          <pc:docMk/>
          <pc:sldMk cId="787338732" sldId="377"/>
        </pc:sldMkLst>
      </pc:sldChg>
      <pc:sldChg chg="add del">
        <pc:chgData name="Yeo Xiong Wei, Jonathan" userId="ac2b658e-7ce1-44bb-9f9f-bf4198ceaa29" providerId="ADAL" clId="{5CB75535-B74F-42BD-9EFE-71EFA08D3BFE}" dt="2022-05-23T09:12:10.967" v="9312" actId="2696"/>
        <pc:sldMkLst>
          <pc:docMk/>
          <pc:sldMk cId="3912424881" sldId="418"/>
        </pc:sldMkLst>
      </pc:sldChg>
      <pc:sldChg chg="add del">
        <pc:chgData name="Yeo Xiong Wei, Jonathan" userId="ac2b658e-7ce1-44bb-9f9f-bf4198ceaa29" providerId="ADAL" clId="{5CB75535-B74F-42BD-9EFE-71EFA08D3BFE}" dt="2022-05-23T09:12:10.967" v="9312" actId="2696"/>
        <pc:sldMkLst>
          <pc:docMk/>
          <pc:sldMk cId="1795412300" sldId="419"/>
        </pc:sldMkLst>
      </pc:sldChg>
      <pc:sldChg chg="del">
        <pc:chgData name="Yeo Xiong Wei, Jonathan" userId="ac2b658e-7ce1-44bb-9f9f-bf4198ceaa29" providerId="ADAL" clId="{5CB75535-B74F-42BD-9EFE-71EFA08D3BFE}" dt="2022-05-18T07:40:12.969" v="0" actId="47"/>
        <pc:sldMkLst>
          <pc:docMk/>
          <pc:sldMk cId="1569219197" sldId="422"/>
        </pc:sldMkLst>
      </pc:sldChg>
      <pc:sldChg chg="del">
        <pc:chgData name="Yeo Xiong Wei, Jonathan" userId="ac2b658e-7ce1-44bb-9f9f-bf4198ceaa29" providerId="ADAL" clId="{5CB75535-B74F-42BD-9EFE-71EFA08D3BFE}" dt="2022-05-18T07:40:12.969" v="0" actId="47"/>
        <pc:sldMkLst>
          <pc:docMk/>
          <pc:sldMk cId="429090458" sldId="424"/>
        </pc:sldMkLst>
      </pc:sldChg>
      <pc:sldChg chg="del">
        <pc:chgData name="Yeo Xiong Wei, Jonathan" userId="ac2b658e-7ce1-44bb-9f9f-bf4198ceaa29" providerId="ADAL" clId="{5CB75535-B74F-42BD-9EFE-71EFA08D3BFE}" dt="2022-05-18T07:40:12.969" v="0" actId="47"/>
        <pc:sldMkLst>
          <pc:docMk/>
          <pc:sldMk cId="2086731832" sldId="425"/>
        </pc:sldMkLst>
      </pc:sldChg>
      <pc:sldChg chg="del">
        <pc:chgData name="Yeo Xiong Wei, Jonathan" userId="ac2b658e-7ce1-44bb-9f9f-bf4198ceaa29" providerId="ADAL" clId="{5CB75535-B74F-42BD-9EFE-71EFA08D3BFE}" dt="2022-05-18T07:40:12.969" v="0" actId="47"/>
        <pc:sldMkLst>
          <pc:docMk/>
          <pc:sldMk cId="2688372202" sldId="426"/>
        </pc:sldMkLst>
      </pc:sldChg>
      <pc:sldChg chg="del">
        <pc:chgData name="Yeo Xiong Wei, Jonathan" userId="ac2b658e-7ce1-44bb-9f9f-bf4198ceaa29" providerId="ADAL" clId="{5CB75535-B74F-42BD-9EFE-71EFA08D3BFE}" dt="2022-05-18T07:40:12.969" v="0" actId="47"/>
        <pc:sldMkLst>
          <pc:docMk/>
          <pc:sldMk cId="1467361622" sldId="427"/>
        </pc:sldMkLst>
      </pc:sldChg>
      <pc:sldChg chg="del">
        <pc:chgData name="Yeo Xiong Wei, Jonathan" userId="ac2b658e-7ce1-44bb-9f9f-bf4198ceaa29" providerId="ADAL" clId="{5CB75535-B74F-42BD-9EFE-71EFA08D3BFE}" dt="2022-05-18T07:40:12.969" v="0" actId="47"/>
        <pc:sldMkLst>
          <pc:docMk/>
          <pc:sldMk cId="2316340055" sldId="428"/>
        </pc:sldMkLst>
      </pc:sldChg>
      <pc:sldChg chg="modSp add del mod">
        <pc:chgData name="Yeo Xiong Wei, Jonathan" userId="ac2b658e-7ce1-44bb-9f9f-bf4198ceaa29" providerId="ADAL" clId="{5CB75535-B74F-42BD-9EFE-71EFA08D3BFE}" dt="2022-05-23T07:39:49.766" v="4560" actId="20577"/>
        <pc:sldMkLst>
          <pc:docMk/>
          <pc:sldMk cId="238113673" sldId="429"/>
        </pc:sldMkLst>
        <pc:spChg chg="mod">
          <ac:chgData name="Yeo Xiong Wei, Jonathan" userId="ac2b658e-7ce1-44bb-9f9f-bf4198ceaa29" providerId="ADAL" clId="{5CB75535-B74F-42BD-9EFE-71EFA08D3BFE}" dt="2022-05-23T07:39:49.766" v="4560" actId="20577"/>
          <ac:spMkLst>
            <pc:docMk/>
            <pc:sldMk cId="238113673" sldId="429"/>
            <ac:spMk id="7" creationId="{5E9DF522-5AD3-4366-84EF-AA804EBD70FB}"/>
          </ac:spMkLst>
        </pc:spChg>
      </pc:sldChg>
      <pc:sldChg chg="modSp add del mod">
        <pc:chgData name="Yeo Xiong Wei, Jonathan" userId="ac2b658e-7ce1-44bb-9f9f-bf4198ceaa29" providerId="ADAL" clId="{5CB75535-B74F-42BD-9EFE-71EFA08D3BFE}" dt="2022-05-23T07:54:09.373" v="5069" actId="20577"/>
        <pc:sldMkLst>
          <pc:docMk/>
          <pc:sldMk cId="1380777075" sldId="430"/>
        </pc:sldMkLst>
        <pc:spChg chg="mod">
          <ac:chgData name="Yeo Xiong Wei, Jonathan" userId="ac2b658e-7ce1-44bb-9f9f-bf4198ceaa29" providerId="ADAL" clId="{5CB75535-B74F-42BD-9EFE-71EFA08D3BFE}" dt="2022-05-23T07:54:09.373" v="5069" actId="20577"/>
          <ac:spMkLst>
            <pc:docMk/>
            <pc:sldMk cId="1380777075" sldId="430"/>
            <ac:spMk id="15" creationId="{77203F6D-9768-445A-B0A9-4CC7257468DE}"/>
          </ac:spMkLst>
        </pc:spChg>
      </pc:sldChg>
      <pc:sldChg chg="modSp add del mod modAnim">
        <pc:chgData name="Yeo Xiong Wei, Jonathan" userId="ac2b658e-7ce1-44bb-9f9f-bf4198ceaa29" providerId="ADAL" clId="{5CB75535-B74F-42BD-9EFE-71EFA08D3BFE}" dt="2022-05-23T08:05:26.046" v="5625" actId="6549"/>
        <pc:sldMkLst>
          <pc:docMk/>
          <pc:sldMk cId="3020838267" sldId="431"/>
        </pc:sldMkLst>
        <pc:spChg chg="mod">
          <ac:chgData name="Yeo Xiong Wei, Jonathan" userId="ac2b658e-7ce1-44bb-9f9f-bf4198ceaa29" providerId="ADAL" clId="{5CB75535-B74F-42BD-9EFE-71EFA08D3BFE}" dt="2022-05-23T08:05:26.046" v="5625" actId="6549"/>
          <ac:spMkLst>
            <pc:docMk/>
            <pc:sldMk cId="3020838267" sldId="431"/>
            <ac:spMk id="3" creationId="{34C6196F-CEB9-4FE3-8920-4C9C471A5A9A}"/>
          </ac:spMkLst>
        </pc:spChg>
      </pc:sldChg>
      <pc:sldChg chg="modSp add del mod">
        <pc:chgData name="Yeo Xiong Wei, Jonathan" userId="ac2b658e-7ce1-44bb-9f9f-bf4198ceaa29" providerId="ADAL" clId="{5CB75535-B74F-42BD-9EFE-71EFA08D3BFE}" dt="2022-05-23T08:08:21.757" v="5999" actId="20577"/>
        <pc:sldMkLst>
          <pc:docMk/>
          <pc:sldMk cId="4058640104" sldId="432"/>
        </pc:sldMkLst>
        <pc:spChg chg="mod">
          <ac:chgData name="Yeo Xiong Wei, Jonathan" userId="ac2b658e-7ce1-44bb-9f9f-bf4198ceaa29" providerId="ADAL" clId="{5CB75535-B74F-42BD-9EFE-71EFA08D3BFE}" dt="2022-05-23T08:08:21.757" v="5999" actId="20577"/>
          <ac:spMkLst>
            <pc:docMk/>
            <pc:sldMk cId="4058640104" sldId="432"/>
            <ac:spMk id="3" creationId="{34C6196F-CEB9-4FE3-8920-4C9C471A5A9A}"/>
          </ac:spMkLst>
        </pc:spChg>
      </pc:sldChg>
      <pc:sldChg chg="modSp add del mod">
        <pc:chgData name="Yeo Xiong Wei, Jonathan" userId="ac2b658e-7ce1-44bb-9f9f-bf4198ceaa29" providerId="ADAL" clId="{5CB75535-B74F-42BD-9EFE-71EFA08D3BFE}" dt="2022-05-23T08:08:35.739" v="6014" actId="20577"/>
        <pc:sldMkLst>
          <pc:docMk/>
          <pc:sldMk cId="78345123" sldId="433"/>
        </pc:sldMkLst>
        <pc:spChg chg="mod">
          <ac:chgData name="Yeo Xiong Wei, Jonathan" userId="ac2b658e-7ce1-44bb-9f9f-bf4198ceaa29" providerId="ADAL" clId="{5CB75535-B74F-42BD-9EFE-71EFA08D3BFE}" dt="2022-05-23T08:08:35.739" v="6014" actId="20577"/>
          <ac:spMkLst>
            <pc:docMk/>
            <pc:sldMk cId="78345123" sldId="433"/>
            <ac:spMk id="5" creationId="{B973BC25-B579-4FFA-A63E-6F445055AD26}"/>
          </ac:spMkLst>
        </pc:spChg>
      </pc:sldChg>
      <pc:sldChg chg="modSp add del mod">
        <pc:chgData name="Yeo Xiong Wei, Jonathan" userId="ac2b658e-7ce1-44bb-9f9f-bf4198ceaa29" providerId="ADAL" clId="{5CB75535-B74F-42BD-9EFE-71EFA08D3BFE}" dt="2022-05-23T09:08:28.603" v="9096" actId="20577"/>
        <pc:sldMkLst>
          <pc:docMk/>
          <pc:sldMk cId="2402952431" sldId="434"/>
        </pc:sldMkLst>
        <pc:spChg chg="mod">
          <ac:chgData name="Yeo Xiong Wei, Jonathan" userId="ac2b658e-7ce1-44bb-9f9f-bf4198ceaa29" providerId="ADAL" clId="{5CB75535-B74F-42BD-9EFE-71EFA08D3BFE}" dt="2022-05-23T09:08:28.603" v="9096" actId="20577"/>
          <ac:spMkLst>
            <pc:docMk/>
            <pc:sldMk cId="2402952431" sldId="434"/>
            <ac:spMk id="16" creationId="{DD99C6AA-4FB0-4001-819D-E2F987201D6E}"/>
          </ac:spMkLst>
        </pc:spChg>
        <pc:spChg chg="mod">
          <ac:chgData name="Yeo Xiong Wei, Jonathan" userId="ac2b658e-7ce1-44bb-9f9f-bf4198ceaa29" providerId="ADAL" clId="{5CB75535-B74F-42BD-9EFE-71EFA08D3BFE}" dt="2022-05-18T08:04:30.493" v="2070" actId="20577"/>
          <ac:spMkLst>
            <pc:docMk/>
            <pc:sldMk cId="2402952431" sldId="434"/>
            <ac:spMk id="52225" creationId="{00000000-0000-0000-0000-000000000000}"/>
          </ac:spMkLst>
        </pc:spChg>
      </pc:sldChg>
      <pc:sldChg chg="modSp add del mod">
        <pc:chgData name="Yeo Xiong Wei, Jonathan" userId="ac2b658e-7ce1-44bb-9f9f-bf4198ceaa29" providerId="ADAL" clId="{5CB75535-B74F-42BD-9EFE-71EFA08D3BFE}" dt="2022-05-23T08:57:15.214" v="8174" actId="6549"/>
        <pc:sldMkLst>
          <pc:docMk/>
          <pc:sldMk cId="3619624804" sldId="435"/>
        </pc:sldMkLst>
        <pc:spChg chg="mod">
          <ac:chgData name="Yeo Xiong Wei, Jonathan" userId="ac2b658e-7ce1-44bb-9f9f-bf4198ceaa29" providerId="ADAL" clId="{5CB75535-B74F-42BD-9EFE-71EFA08D3BFE}" dt="2022-05-23T08:57:15.214" v="8174" actId="6549"/>
          <ac:spMkLst>
            <pc:docMk/>
            <pc:sldMk cId="3619624804" sldId="435"/>
            <ac:spMk id="52226" creationId="{00000000-0000-0000-0000-000000000000}"/>
          </ac:spMkLst>
        </pc:spChg>
      </pc:sldChg>
      <pc:sldChg chg="addSp delSp modSp add del mod delAnim modAnim">
        <pc:chgData name="Yeo Xiong Wei, Jonathan" userId="ac2b658e-7ce1-44bb-9f9f-bf4198ceaa29" providerId="ADAL" clId="{5CB75535-B74F-42BD-9EFE-71EFA08D3BFE}" dt="2022-05-26T07:17:37.652" v="14316" actId="1076"/>
        <pc:sldMkLst>
          <pc:docMk/>
          <pc:sldMk cId="3670485337" sldId="436"/>
        </pc:sldMkLst>
        <pc:spChg chg="del mod">
          <ac:chgData name="Yeo Xiong Wei, Jonathan" userId="ac2b658e-7ce1-44bb-9f9f-bf4198ceaa29" providerId="ADAL" clId="{5CB75535-B74F-42BD-9EFE-71EFA08D3BFE}" dt="2022-05-18T08:08:04.838" v="2425" actId="478"/>
          <ac:spMkLst>
            <pc:docMk/>
            <pc:sldMk cId="3670485337" sldId="436"/>
            <ac:spMk id="4" creationId="{B14916B5-A4A7-413A-8016-CE16F877DCFA}"/>
          </ac:spMkLst>
        </pc:spChg>
        <pc:spChg chg="del">
          <ac:chgData name="Yeo Xiong Wei, Jonathan" userId="ac2b658e-7ce1-44bb-9f9f-bf4198ceaa29" providerId="ADAL" clId="{5CB75535-B74F-42BD-9EFE-71EFA08D3BFE}" dt="2022-05-18T08:08:06.437" v="2426" actId="478"/>
          <ac:spMkLst>
            <pc:docMk/>
            <pc:sldMk cId="3670485337" sldId="436"/>
            <ac:spMk id="6" creationId="{0E3EB4AB-FEA4-4EB1-99CF-EDD25C9278B8}"/>
          </ac:spMkLst>
        </pc:spChg>
        <pc:spChg chg="add mod">
          <ac:chgData name="Yeo Xiong Wei, Jonathan" userId="ac2b658e-7ce1-44bb-9f9f-bf4198ceaa29" providerId="ADAL" clId="{5CB75535-B74F-42BD-9EFE-71EFA08D3BFE}" dt="2022-05-26T07:17:37.652" v="14316" actId="1076"/>
          <ac:spMkLst>
            <pc:docMk/>
            <pc:sldMk cId="3670485337" sldId="436"/>
            <ac:spMk id="9" creationId="{F4D0C74C-3203-302B-405E-44348698EB67}"/>
          </ac:spMkLst>
        </pc:spChg>
        <pc:spChg chg="add mod">
          <ac:chgData name="Yeo Xiong Wei, Jonathan" userId="ac2b658e-7ce1-44bb-9f9f-bf4198ceaa29" providerId="ADAL" clId="{5CB75535-B74F-42BD-9EFE-71EFA08D3BFE}" dt="2022-05-26T07:17:37.652" v="14316" actId="1076"/>
          <ac:spMkLst>
            <pc:docMk/>
            <pc:sldMk cId="3670485337" sldId="436"/>
            <ac:spMk id="10" creationId="{B26567E1-741F-F9BD-20A7-F1AE0338184D}"/>
          </ac:spMkLst>
        </pc:spChg>
        <pc:spChg chg="mod">
          <ac:chgData name="Yeo Xiong Wei, Jonathan" userId="ac2b658e-7ce1-44bb-9f9f-bf4198ceaa29" providerId="ADAL" clId="{5CB75535-B74F-42BD-9EFE-71EFA08D3BFE}" dt="2022-05-18T08:08:37.957" v="2553" actId="20577"/>
          <ac:spMkLst>
            <pc:docMk/>
            <pc:sldMk cId="3670485337" sldId="436"/>
            <ac:spMk id="16" creationId="{DD99C6AA-4FB0-4001-819D-E2F987201D6E}"/>
          </ac:spMkLst>
        </pc:spChg>
        <pc:spChg chg="mod">
          <ac:chgData name="Yeo Xiong Wei, Jonathan" userId="ac2b658e-7ce1-44bb-9f9f-bf4198ceaa29" providerId="ADAL" clId="{5CB75535-B74F-42BD-9EFE-71EFA08D3BFE}" dt="2022-05-18T08:07:00.245" v="2310" actId="20577"/>
          <ac:spMkLst>
            <pc:docMk/>
            <pc:sldMk cId="3670485337" sldId="436"/>
            <ac:spMk id="52225" creationId="{00000000-0000-0000-0000-000000000000}"/>
          </ac:spMkLst>
        </pc:spChg>
        <pc:graphicFrameChg chg="del">
          <ac:chgData name="Yeo Xiong Wei, Jonathan" userId="ac2b658e-7ce1-44bb-9f9f-bf4198ceaa29" providerId="ADAL" clId="{5CB75535-B74F-42BD-9EFE-71EFA08D3BFE}" dt="2022-05-18T08:08:04.838" v="2425" actId="478"/>
          <ac:graphicFrameMkLst>
            <pc:docMk/>
            <pc:sldMk cId="3670485337" sldId="436"/>
            <ac:graphicFrameMk id="3" creationId="{80AAD08D-68BE-461B-A2CC-C27DB6D50B24}"/>
          </ac:graphicFrameMkLst>
        </pc:graphicFrameChg>
        <pc:graphicFrameChg chg="add mod">
          <ac:chgData name="Yeo Xiong Wei, Jonathan" userId="ac2b658e-7ce1-44bb-9f9f-bf4198ceaa29" providerId="ADAL" clId="{5CB75535-B74F-42BD-9EFE-71EFA08D3BFE}" dt="2022-05-26T07:17:37.652" v="14316" actId="1076"/>
          <ac:graphicFrameMkLst>
            <pc:docMk/>
            <pc:sldMk cId="3670485337" sldId="436"/>
            <ac:graphicFrameMk id="8" creationId="{D05B6AD9-71DA-3BC4-A8CF-3A4CCEE8A497}"/>
          </ac:graphicFrameMkLst>
        </pc:graphicFrameChg>
      </pc:sldChg>
      <pc:sldChg chg="modSp add del mod">
        <pc:chgData name="Yeo Xiong Wei, Jonathan" userId="ac2b658e-7ce1-44bb-9f9f-bf4198ceaa29" providerId="ADAL" clId="{5CB75535-B74F-42BD-9EFE-71EFA08D3BFE}" dt="2022-05-23T09:12:10.967" v="9312" actId="2696"/>
        <pc:sldMkLst>
          <pc:docMk/>
          <pc:sldMk cId="2222644071" sldId="437"/>
        </pc:sldMkLst>
        <pc:spChg chg="mod">
          <ac:chgData name="Yeo Xiong Wei, Jonathan" userId="ac2b658e-7ce1-44bb-9f9f-bf4198ceaa29" providerId="ADAL" clId="{5CB75535-B74F-42BD-9EFE-71EFA08D3BFE}" dt="2022-05-18T08:20:33.437" v="3147" actId="20577"/>
          <ac:spMkLst>
            <pc:docMk/>
            <pc:sldMk cId="2222644071" sldId="437"/>
            <ac:spMk id="52225" creationId="{00000000-0000-0000-0000-000000000000}"/>
          </ac:spMkLst>
        </pc:spChg>
      </pc:sldChg>
      <pc:sldChg chg="modSp add del mod ord">
        <pc:chgData name="Yeo Xiong Wei, Jonathan" userId="ac2b658e-7ce1-44bb-9f9f-bf4198ceaa29" providerId="ADAL" clId="{5CB75535-B74F-42BD-9EFE-71EFA08D3BFE}" dt="2022-05-18T08:05:56.167" v="2242"/>
        <pc:sldMkLst>
          <pc:docMk/>
          <pc:sldMk cId="1402189048" sldId="438"/>
        </pc:sldMkLst>
        <pc:spChg chg="mod">
          <ac:chgData name="Yeo Xiong Wei, Jonathan" userId="ac2b658e-7ce1-44bb-9f9f-bf4198ceaa29" providerId="ADAL" clId="{5CB75535-B74F-42BD-9EFE-71EFA08D3BFE}" dt="2022-05-18T08:01:02.525" v="1708" actId="20577"/>
          <ac:spMkLst>
            <pc:docMk/>
            <pc:sldMk cId="1402189048" sldId="438"/>
            <ac:spMk id="52225" creationId="{00000000-0000-0000-0000-000000000000}"/>
          </ac:spMkLst>
        </pc:spChg>
      </pc:sldChg>
      <pc:sldChg chg="modSp add del mod">
        <pc:chgData name="Yeo Xiong Wei, Jonathan" userId="ac2b658e-7ce1-44bb-9f9f-bf4198ceaa29" providerId="ADAL" clId="{5CB75535-B74F-42BD-9EFE-71EFA08D3BFE}" dt="2022-05-23T09:12:10.967" v="9312" actId="2696"/>
        <pc:sldMkLst>
          <pc:docMk/>
          <pc:sldMk cId="242746503" sldId="440"/>
        </pc:sldMkLst>
        <pc:spChg chg="mod">
          <ac:chgData name="Yeo Xiong Wei, Jonathan" userId="ac2b658e-7ce1-44bb-9f9f-bf4198ceaa29" providerId="ADAL" clId="{5CB75535-B74F-42BD-9EFE-71EFA08D3BFE}" dt="2022-05-18T08:12:46.519" v="2703" actId="14"/>
          <ac:spMkLst>
            <pc:docMk/>
            <pc:sldMk cId="242746503" sldId="440"/>
            <ac:spMk id="16" creationId="{DD99C6AA-4FB0-4001-819D-E2F987201D6E}"/>
          </ac:spMkLst>
        </pc:spChg>
      </pc:sldChg>
      <pc:sldChg chg="add del">
        <pc:chgData name="Yeo Xiong Wei, Jonathan" userId="ac2b658e-7ce1-44bb-9f9f-bf4198ceaa29" providerId="ADAL" clId="{5CB75535-B74F-42BD-9EFE-71EFA08D3BFE}" dt="2022-05-23T09:12:10.967" v="9312" actId="2696"/>
        <pc:sldMkLst>
          <pc:docMk/>
          <pc:sldMk cId="444887142" sldId="441"/>
        </pc:sldMkLst>
      </pc:sldChg>
      <pc:sldChg chg="modSp add del mod">
        <pc:chgData name="Yeo Xiong Wei, Jonathan" userId="ac2b658e-7ce1-44bb-9f9f-bf4198ceaa29" providerId="ADAL" clId="{5CB75535-B74F-42BD-9EFE-71EFA08D3BFE}" dt="2022-05-23T09:12:10.967" v="9312" actId="2696"/>
        <pc:sldMkLst>
          <pc:docMk/>
          <pc:sldMk cId="3766694245" sldId="442"/>
        </pc:sldMkLst>
        <pc:spChg chg="mod">
          <ac:chgData name="Yeo Xiong Wei, Jonathan" userId="ac2b658e-7ce1-44bb-9f9f-bf4198ceaa29" providerId="ADAL" clId="{5CB75535-B74F-42BD-9EFE-71EFA08D3BFE}" dt="2022-05-18T08:17:45.637" v="3137" actId="20577"/>
          <ac:spMkLst>
            <pc:docMk/>
            <pc:sldMk cId="3766694245" sldId="442"/>
            <ac:spMk id="52225" creationId="{00000000-0000-0000-0000-000000000000}"/>
          </ac:spMkLst>
        </pc:spChg>
      </pc:sldChg>
      <pc:sldChg chg="modSp add del mod">
        <pc:chgData name="Yeo Xiong Wei, Jonathan" userId="ac2b658e-7ce1-44bb-9f9f-bf4198ceaa29" providerId="ADAL" clId="{5CB75535-B74F-42BD-9EFE-71EFA08D3BFE}" dt="2022-05-23T09:12:10.967" v="9312" actId="2696"/>
        <pc:sldMkLst>
          <pc:docMk/>
          <pc:sldMk cId="3963937516" sldId="443"/>
        </pc:sldMkLst>
        <pc:spChg chg="mod">
          <ac:chgData name="Yeo Xiong Wei, Jonathan" userId="ac2b658e-7ce1-44bb-9f9f-bf4198ceaa29" providerId="ADAL" clId="{5CB75535-B74F-42BD-9EFE-71EFA08D3BFE}" dt="2022-05-18T08:17:56.050" v="3138"/>
          <ac:spMkLst>
            <pc:docMk/>
            <pc:sldMk cId="3963937516" sldId="443"/>
            <ac:spMk id="52225" creationId="{00000000-0000-0000-0000-000000000000}"/>
          </ac:spMkLst>
        </pc:spChg>
      </pc:sldChg>
      <pc:sldChg chg="add del">
        <pc:chgData name="Yeo Xiong Wei, Jonathan" userId="ac2b658e-7ce1-44bb-9f9f-bf4198ceaa29" providerId="ADAL" clId="{5CB75535-B74F-42BD-9EFE-71EFA08D3BFE}" dt="2022-05-23T09:12:10.967" v="9312" actId="2696"/>
        <pc:sldMkLst>
          <pc:docMk/>
          <pc:sldMk cId="1567877527" sldId="444"/>
        </pc:sldMkLst>
      </pc:sldChg>
      <pc:sldChg chg="add del">
        <pc:chgData name="Yeo Xiong Wei, Jonathan" userId="ac2b658e-7ce1-44bb-9f9f-bf4198ceaa29" providerId="ADAL" clId="{5CB75535-B74F-42BD-9EFE-71EFA08D3BFE}" dt="2022-05-23T09:12:10.967" v="9312" actId="2696"/>
        <pc:sldMkLst>
          <pc:docMk/>
          <pc:sldMk cId="510758219" sldId="445"/>
        </pc:sldMkLst>
      </pc:sldChg>
      <pc:sldChg chg="del">
        <pc:chgData name="Yeo Xiong Wei, Jonathan" userId="ac2b658e-7ce1-44bb-9f9f-bf4198ceaa29" providerId="ADAL" clId="{5CB75535-B74F-42BD-9EFE-71EFA08D3BFE}" dt="2022-05-18T07:40:12.969" v="0" actId="47"/>
        <pc:sldMkLst>
          <pc:docMk/>
          <pc:sldMk cId="1079951681" sldId="447"/>
        </pc:sldMkLst>
      </pc:sldChg>
      <pc:sldChg chg="del">
        <pc:chgData name="Yeo Xiong Wei, Jonathan" userId="ac2b658e-7ce1-44bb-9f9f-bf4198ceaa29" providerId="ADAL" clId="{5CB75535-B74F-42BD-9EFE-71EFA08D3BFE}" dt="2022-05-18T07:40:12.969" v="0" actId="47"/>
        <pc:sldMkLst>
          <pc:docMk/>
          <pc:sldMk cId="231751381" sldId="448"/>
        </pc:sldMkLst>
      </pc:sldChg>
      <pc:sldChg chg="modSp add del mod ord">
        <pc:chgData name="Yeo Xiong Wei, Jonathan" userId="ac2b658e-7ce1-44bb-9f9f-bf4198ceaa29" providerId="ADAL" clId="{5CB75535-B74F-42BD-9EFE-71EFA08D3BFE}" dt="2022-05-26T06:33:33.687" v="11151" actId="20577"/>
        <pc:sldMkLst>
          <pc:docMk/>
          <pc:sldMk cId="557380756" sldId="449"/>
        </pc:sldMkLst>
        <pc:spChg chg="mod">
          <ac:chgData name="Yeo Xiong Wei, Jonathan" userId="ac2b658e-7ce1-44bb-9f9f-bf4198ceaa29" providerId="ADAL" clId="{5CB75535-B74F-42BD-9EFE-71EFA08D3BFE}" dt="2022-05-23T08:18:13.635" v="6569" actId="20577"/>
          <ac:spMkLst>
            <pc:docMk/>
            <pc:sldMk cId="557380756" sldId="449"/>
            <ac:spMk id="4" creationId="{971F755D-AAC1-42A1-BB88-2F82C454E36A}"/>
          </ac:spMkLst>
        </pc:spChg>
        <pc:spChg chg="mod">
          <ac:chgData name="Yeo Xiong Wei, Jonathan" userId="ac2b658e-7ce1-44bb-9f9f-bf4198ceaa29" providerId="ADAL" clId="{5CB75535-B74F-42BD-9EFE-71EFA08D3BFE}" dt="2022-05-23T08:18:10.740" v="6563" actId="20577"/>
          <ac:spMkLst>
            <pc:docMk/>
            <pc:sldMk cId="557380756" sldId="449"/>
            <ac:spMk id="6" creationId="{FE56EDC9-179A-4BF8-94E8-C0AF8CD28DCF}"/>
          </ac:spMkLst>
        </pc:spChg>
        <pc:spChg chg="mod">
          <ac:chgData name="Yeo Xiong Wei, Jonathan" userId="ac2b658e-7ce1-44bb-9f9f-bf4198ceaa29" providerId="ADAL" clId="{5CB75535-B74F-42BD-9EFE-71EFA08D3BFE}" dt="2022-05-23T08:17:01.955" v="6368" actId="20577"/>
          <ac:spMkLst>
            <pc:docMk/>
            <pc:sldMk cId="557380756" sldId="449"/>
            <ac:spMk id="52225" creationId="{00000000-0000-0000-0000-000000000000}"/>
          </ac:spMkLst>
        </pc:spChg>
        <pc:spChg chg="mod">
          <ac:chgData name="Yeo Xiong Wei, Jonathan" userId="ac2b658e-7ce1-44bb-9f9f-bf4198ceaa29" providerId="ADAL" clId="{5CB75535-B74F-42BD-9EFE-71EFA08D3BFE}" dt="2022-05-26T06:33:33.687" v="11151" actId="20577"/>
          <ac:spMkLst>
            <pc:docMk/>
            <pc:sldMk cId="557380756" sldId="449"/>
            <ac:spMk id="52226" creationId="{00000000-0000-0000-0000-000000000000}"/>
          </ac:spMkLst>
        </pc:spChg>
        <pc:graphicFrameChg chg="mod modGraphic">
          <ac:chgData name="Yeo Xiong Wei, Jonathan" userId="ac2b658e-7ce1-44bb-9f9f-bf4198ceaa29" providerId="ADAL" clId="{5CB75535-B74F-42BD-9EFE-71EFA08D3BFE}" dt="2022-05-26T06:32:09.497" v="10910" actId="6549"/>
          <ac:graphicFrameMkLst>
            <pc:docMk/>
            <pc:sldMk cId="557380756" sldId="449"/>
            <ac:graphicFrameMk id="3" creationId="{0E0BDF0A-830C-4AED-9D1E-F8E33740D956}"/>
          </ac:graphicFrameMkLst>
        </pc:graphicFrameChg>
      </pc:sldChg>
      <pc:sldChg chg="del">
        <pc:chgData name="Yeo Xiong Wei, Jonathan" userId="ac2b658e-7ce1-44bb-9f9f-bf4198ceaa29" providerId="ADAL" clId="{5CB75535-B74F-42BD-9EFE-71EFA08D3BFE}" dt="2022-05-18T07:40:12.969" v="0" actId="47"/>
        <pc:sldMkLst>
          <pc:docMk/>
          <pc:sldMk cId="3814582238" sldId="450"/>
        </pc:sldMkLst>
      </pc:sldChg>
      <pc:sldChg chg="del">
        <pc:chgData name="Yeo Xiong Wei, Jonathan" userId="ac2b658e-7ce1-44bb-9f9f-bf4198ceaa29" providerId="ADAL" clId="{5CB75535-B74F-42BD-9EFE-71EFA08D3BFE}" dt="2022-05-18T07:40:12.969" v="0" actId="47"/>
        <pc:sldMkLst>
          <pc:docMk/>
          <pc:sldMk cId="955833630" sldId="451"/>
        </pc:sldMkLst>
      </pc:sldChg>
      <pc:sldChg chg="del">
        <pc:chgData name="Yeo Xiong Wei, Jonathan" userId="ac2b658e-7ce1-44bb-9f9f-bf4198ceaa29" providerId="ADAL" clId="{5CB75535-B74F-42BD-9EFE-71EFA08D3BFE}" dt="2022-05-18T07:40:12.969" v="0" actId="47"/>
        <pc:sldMkLst>
          <pc:docMk/>
          <pc:sldMk cId="3040503509" sldId="452"/>
        </pc:sldMkLst>
      </pc:sldChg>
      <pc:sldChg chg="modSp add del mod ord">
        <pc:chgData name="Yeo Xiong Wei, Jonathan" userId="ac2b658e-7ce1-44bb-9f9f-bf4198ceaa29" providerId="ADAL" clId="{5CB75535-B74F-42BD-9EFE-71EFA08D3BFE}" dt="2022-05-23T08:47:38.027" v="8149"/>
        <pc:sldMkLst>
          <pc:docMk/>
          <pc:sldMk cId="2864665818" sldId="453"/>
        </pc:sldMkLst>
        <pc:spChg chg="mod">
          <ac:chgData name="Yeo Xiong Wei, Jonathan" userId="ac2b658e-7ce1-44bb-9f9f-bf4198ceaa29" providerId="ADAL" clId="{5CB75535-B74F-42BD-9EFE-71EFA08D3BFE}" dt="2022-05-18T08:22:12.580" v="3156" actId="20577"/>
          <ac:spMkLst>
            <pc:docMk/>
            <pc:sldMk cId="2864665818" sldId="453"/>
            <ac:spMk id="2" creationId="{2CB5D650-87DA-40F9-8CA6-5134E768F879}"/>
          </ac:spMkLst>
        </pc:spChg>
      </pc:sldChg>
      <pc:sldChg chg="modSp add del mod">
        <pc:chgData name="Yeo Xiong Wei, Jonathan" userId="ac2b658e-7ce1-44bb-9f9f-bf4198ceaa29" providerId="ADAL" clId="{5CB75535-B74F-42BD-9EFE-71EFA08D3BFE}" dt="2022-05-23T09:12:10.967" v="9312" actId="2696"/>
        <pc:sldMkLst>
          <pc:docMk/>
          <pc:sldMk cId="1796001635" sldId="456"/>
        </pc:sldMkLst>
        <pc:spChg chg="mod">
          <ac:chgData name="Yeo Xiong Wei, Jonathan" userId="ac2b658e-7ce1-44bb-9f9f-bf4198ceaa29" providerId="ADAL" clId="{5CB75535-B74F-42BD-9EFE-71EFA08D3BFE}" dt="2022-05-18T08:22:05.174" v="3154" actId="20577"/>
          <ac:spMkLst>
            <pc:docMk/>
            <pc:sldMk cId="1796001635" sldId="456"/>
            <ac:spMk id="3" creationId="{5F1084EF-22C8-4EF1-B3AC-5CD9C82F5106}"/>
          </ac:spMkLst>
        </pc:spChg>
      </pc:sldChg>
      <pc:sldChg chg="modSp add mod">
        <pc:chgData name="Yeo Xiong Wei, Jonathan" userId="ac2b658e-7ce1-44bb-9f9f-bf4198ceaa29" providerId="ADAL" clId="{5CB75535-B74F-42BD-9EFE-71EFA08D3BFE}" dt="2022-05-23T06:57:23.721" v="3215" actId="1076"/>
        <pc:sldMkLst>
          <pc:docMk/>
          <pc:sldMk cId="333518085" sldId="461"/>
        </pc:sldMkLst>
        <pc:spChg chg="mod">
          <ac:chgData name="Yeo Xiong Wei, Jonathan" userId="ac2b658e-7ce1-44bb-9f9f-bf4198ceaa29" providerId="ADAL" clId="{5CB75535-B74F-42BD-9EFE-71EFA08D3BFE}" dt="2022-05-23T06:57:17.028" v="3212" actId="20577"/>
          <ac:spMkLst>
            <pc:docMk/>
            <pc:sldMk cId="333518085" sldId="461"/>
            <ac:spMk id="6" creationId="{D0516181-8B46-4841-B808-5B9BA02E2EEE}"/>
          </ac:spMkLst>
        </pc:spChg>
        <pc:spChg chg="mod">
          <ac:chgData name="Yeo Xiong Wei, Jonathan" userId="ac2b658e-7ce1-44bb-9f9f-bf4198ceaa29" providerId="ADAL" clId="{5CB75535-B74F-42BD-9EFE-71EFA08D3BFE}" dt="2022-05-23T06:57:23.721" v="3215" actId="1076"/>
          <ac:spMkLst>
            <pc:docMk/>
            <pc:sldMk cId="333518085" sldId="461"/>
            <ac:spMk id="7" creationId="{5E9DF522-5AD3-4366-84EF-AA804EBD70FB}"/>
          </ac:spMkLst>
        </pc:spChg>
        <pc:spChg chg="mod">
          <ac:chgData name="Yeo Xiong Wei, Jonathan" userId="ac2b658e-7ce1-44bb-9f9f-bf4198ceaa29" providerId="ADAL" clId="{5CB75535-B74F-42BD-9EFE-71EFA08D3BFE}" dt="2022-05-23T06:57:19.579" v="3214" actId="20577"/>
          <ac:spMkLst>
            <pc:docMk/>
            <pc:sldMk cId="333518085" sldId="461"/>
            <ac:spMk id="8" creationId="{738665AD-01F8-4D91-8A63-69C4654AE255}"/>
          </ac:spMkLst>
        </pc:spChg>
      </pc:sldChg>
      <pc:sldChg chg="modSp add mod">
        <pc:chgData name="Yeo Xiong Wei, Jonathan" userId="ac2b658e-7ce1-44bb-9f9f-bf4198ceaa29" providerId="ADAL" clId="{5CB75535-B74F-42BD-9EFE-71EFA08D3BFE}" dt="2022-05-26T06:17:02.521" v="9962" actId="14100"/>
        <pc:sldMkLst>
          <pc:docMk/>
          <pc:sldMk cId="2545258335" sldId="462"/>
        </pc:sldMkLst>
        <pc:spChg chg="mod">
          <ac:chgData name="Yeo Xiong Wei, Jonathan" userId="ac2b658e-7ce1-44bb-9f9f-bf4198ceaa29" providerId="ADAL" clId="{5CB75535-B74F-42BD-9EFE-71EFA08D3BFE}" dt="2022-05-23T07:51:12.716" v="5011" actId="1076"/>
          <ac:spMkLst>
            <pc:docMk/>
            <pc:sldMk cId="2545258335" sldId="462"/>
            <ac:spMk id="6" creationId="{D0516181-8B46-4841-B808-5B9BA02E2EEE}"/>
          </ac:spMkLst>
        </pc:spChg>
        <pc:spChg chg="mod">
          <ac:chgData name="Yeo Xiong Wei, Jonathan" userId="ac2b658e-7ce1-44bb-9f9f-bf4198ceaa29" providerId="ADAL" clId="{5CB75535-B74F-42BD-9EFE-71EFA08D3BFE}" dt="2022-05-26T06:17:02.521" v="9962" actId="14100"/>
          <ac:spMkLst>
            <pc:docMk/>
            <pc:sldMk cId="2545258335" sldId="462"/>
            <ac:spMk id="7" creationId="{5E9DF522-5AD3-4366-84EF-AA804EBD70FB}"/>
          </ac:spMkLst>
        </pc:spChg>
        <pc:spChg chg="mod">
          <ac:chgData name="Yeo Xiong Wei, Jonathan" userId="ac2b658e-7ce1-44bb-9f9f-bf4198ceaa29" providerId="ADAL" clId="{5CB75535-B74F-42BD-9EFE-71EFA08D3BFE}" dt="2022-05-23T07:51:12.716" v="5011" actId="1076"/>
          <ac:spMkLst>
            <pc:docMk/>
            <pc:sldMk cId="2545258335" sldId="462"/>
            <ac:spMk id="8" creationId="{738665AD-01F8-4D91-8A63-69C4654AE255}"/>
          </ac:spMkLst>
        </pc:spChg>
        <pc:spChg chg="mod">
          <ac:chgData name="Yeo Xiong Wei, Jonathan" userId="ac2b658e-7ce1-44bb-9f9f-bf4198ceaa29" providerId="ADAL" clId="{5CB75535-B74F-42BD-9EFE-71EFA08D3BFE}" dt="2022-05-23T07:51:42.947" v="5052" actId="20577"/>
          <ac:spMkLst>
            <pc:docMk/>
            <pc:sldMk cId="2545258335" sldId="462"/>
            <ac:spMk id="33793" creationId="{00000000-0000-0000-0000-000000000000}"/>
          </ac:spMkLst>
        </pc:spChg>
        <pc:graphicFrameChg chg="mod">
          <ac:chgData name="Yeo Xiong Wei, Jonathan" userId="ac2b658e-7ce1-44bb-9f9f-bf4198ceaa29" providerId="ADAL" clId="{5CB75535-B74F-42BD-9EFE-71EFA08D3BFE}" dt="2022-05-23T07:51:12.716" v="5011" actId="1076"/>
          <ac:graphicFrameMkLst>
            <pc:docMk/>
            <pc:sldMk cId="2545258335" sldId="462"/>
            <ac:graphicFrameMk id="3" creationId="{DA40652C-BEB4-409C-ADC7-1712AFE15E86}"/>
          </ac:graphicFrameMkLst>
        </pc:graphicFrameChg>
        <pc:picChg chg="mod">
          <ac:chgData name="Yeo Xiong Wei, Jonathan" userId="ac2b658e-7ce1-44bb-9f9f-bf4198ceaa29" providerId="ADAL" clId="{5CB75535-B74F-42BD-9EFE-71EFA08D3BFE}" dt="2022-05-23T07:53:42.799" v="5054" actId="1076"/>
          <ac:picMkLst>
            <pc:docMk/>
            <pc:sldMk cId="2545258335" sldId="462"/>
            <ac:picMk id="1026" creationId="{621BFCAB-B6C8-4AB7-B4EB-0EEA84281163}"/>
          </ac:picMkLst>
        </pc:picChg>
      </pc:sldChg>
      <pc:sldChg chg="modSp add mod">
        <pc:chgData name="Yeo Xiong Wei, Jonathan" userId="ac2b658e-7ce1-44bb-9f9f-bf4198ceaa29" providerId="ADAL" clId="{5CB75535-B74F-42BD-9EFE-71EFA08D3BFE}" dt="2022-05-23T09:01:00.780" v="8461" actId="403"/>
        <pc:sldMkLst>
          <pc:docMk/>
          <pc:sldMk cId="579881023" sldId="463"/>
        </pc:sldMkLst>
        <pc:spChg chg="mod">
          <ac:chgData name="Yeo Xiong Wei, Jonathan" userId="ac2b658e-7ce1-44bb-9f9f-bf4198ceaa29" providerId="ADAL" clId="{5CB75535-B74F-42BD-9EFE-71EFA08D3BFE}" dt="2022-05-18T07:45:16.393" v="5" actId="20577"/>
          <ac:spMkLst>
            <pc:docMk/>
            <pc:sldMk cId="579881023" sldId="463"/>
            <ac:spMk id="52225" creationId="{00000000-0000-0000-0000-000000000000}"/>
          </ac:spMkLst>
        </pc:spChg>
        <pc:spChg chg="mod">
          <ac:chgData name="Yeo Xiong Wei, Jonathan" userId="ac2b658e-7ce1-44bb-9f9f-bf4198ceaa29" providerId="ADAL" clId="{5CB75535-B74F-42BD-9EFE-71EFA08D3BFE}" dt="2022-05-23T09:01:00.780" v="8461" actId="403"/>
          <ac:spMkLst>
            <pc:docMk/>
            <pc:sldMk cId="579881023" sldId="463"/>
            <ac:spMk id="52226" creationId="{00000000-0000-0000-0000-000000000000}"/>
          </ac:spMkLst>
        </pc:spChg>
      </pc:sldChg>
      <pc:sldChg chg="add del">
        <pc:chgData name="Yeo Xiong Wei, Jonathan" userId="ac2b658e-7ce1-44bb-9f9f-bf4198ceaa29" providerId="ADAL" clId="{5CB75535-B74F-42BD-9EFE-71EFA08D3BFE}" dt="2022-05-26T06:16:39.768" v="9961" actId="47"/>
        <pc:sldMkLst>
          <pc:docMk/>
          <pc:sldMk cId="180954079" sldId="464"/>
        </pc:sldMkLst>
      </pc:sldChg>
      <pc:sldChg chg="addSp delSp modSp add mod modAnim">
        <pc:chgData name="Yeo Xiong Wei, Jonathan" userId="ac2b658e-7ce1-44bb-9f9f-bf4198ceaa29" providerId="ADAL" clId="{5CB75535-B74F-42BD-9EFE-71EFA08D3BFE}" dt="2022-05-23T07:50:23.217" v="5000" actId="20577"/>
        <pc:sldMkLst>
          <pc:docMk/>
          <pc:sldMk cId="4022763380" sldId="465"/>
        </pc:sldMkLst>
        <pc:spChg chg="mod">
          <ac:chgData name="Yeo Xiong Wei, Jonathan" userId="ac2b658e-7ce1-44bb-9f9f-bf4198ceaa29" providerId="ADAL" clId="{5CB75535-B74F-42BD-9EFE-71EFA08D3BFE}" dt="2022-05-23T07:50:23.217" v="5000" actId="20577"/>
          <ac:spMkLst>
            <pc:docMk/>
            <pc:sldMk cId="4022763380" sldId="465"/>
            <ac:spMk id="3" creationId="{F6166362-5747-4CF8-8778-889699D343D3}"/>
          </ac:spMkLst>
        </pc:spChg>
        <pc:spChg chg="add mod ord">
          <ac:chgData name="Yeo Xiong Wei, Jonathan" userId="ac2b658e-7ce1-44bb-9f9f-bf4198ceaa29" providerId="ADAL" clId="{5CB75535-B74F-42BD-9EFE-71EFA08D3BFE}" dt="2022-05-23T07:45:10.862" v="4812" actId="1038"/>
          <ac:spMkLst>
            <pc:docMk/>
            <pc:sldMk cId="4022763380" sldId="465"/>
            <ac:spMk id="7" creationId="{FC7F5782-5816-DE7E-E49D-D693DD6992DE}"/>
          </ac:spMkLst>
        </pc:spChg>
        <pc:spChg chg="del mod">
          <ac:chgData name="Yeo Xiong Wei, Jonathan" userId="ac2b658e-7ce1-44bb-9f9f-bf4198ceaa29" providerId="ADAL" clId="{5CB75535-B74F-42BD-9EFE-71EFA08D3BFE}" dt="2022-05-23T07:44:36.427" v="4708" actId="478"/>
          <ac:spMkLst>
            <pc:docMk/>
            <pc:sldMk cId="4022763380" sldId="465"/>
            <ac:spMk id="9" creationId="{66071FAE-520B-4343-9C88-97EF77DC1452}"/>
          </ac:spMkLst>
        </pc:spChg>
        <pc:picChg chg="del">
          <ac:chgData name="Yeo Xiong Wei, Jonathan" userId="ac2b658e-7ce1-44bb-9f9f-bf4198ceaa29" providerId="ADAL" clId="{5CB75535-B74F-42BD-9EFE-71EFA08D3BFE}" dt="2022-05-23T07:43:01.108" v="4601" actId="478"/>
          <ac:picMkLst>
            <pc:docMk/>
            <pc:sldMk cId="4022763380" sldId="465"/>
            <ac:picMk id="6" creationId="{9C54F60B-200B-4D3E-BC4B-D6F7AD3D7E6B}"/>
          </ac:picMkLst>
        </pc:picChg>
        <pc:picChg chg="del">
          <ac:chgData name="Yeo Xiong Wei, Jonathan" userId="ac2b658e-7ce1-44bb-9f9f-bf4198ceaa29" providerId="ADAL" clId="{5CB75535-B74F-42BD-9EFE-71EFA08D3BFE}" dt="2022-05-23T07:44:16.299" v="4700" actId="478"/>
          <ac:picMkLst>
            <pc:docMk/>
            <pc:sldMk cId="4022763380" sldId="465"/>
            <ac:picMk id="8" creationId="{A5414DE6-656A-4164-B5FC-4FADC01B5766}"/>
          </ac:picMkLst>
        </pc:picChg>
      </pc:sldChg>
      <pc:sldChg chg="modSp add del mod">
        <pc:chgData name="Yeo Xiong Wei, Jonathan" userId="ac2b658e-7ce1-44bb-9f9f-bf4198ceaa29" providerId="ADAL" clId="{5CB75535-B74F-42BD-9EFE-71EFA08D3BFE}" dt="2022-05-23T09:12:10.967" v="9312" actId="2696"/>
        <pc:sldMkLst>
          <pc:docMk/>
          <pc:sldMk cId="2661890302" sldId="470"/>
        </pc:sldMkLst>
        <pc:spChg chg="mod">
          <ac:chgData name="Yeo Xiong Wei, Jonathan" userId="ac2b658e-7ce1-44bb-9f9f-bf4198ceaa29" providerId="ADAL" clId="{5CB75535-B74F-42BD-9EFE-71EFA08D3BFE}" dt="2022-05-18T08:11:11.053" v="2657" actId="20577"/>
          <ac:spMkLst>
            <pc:docMk/>
            <pc:sldMk cId="2661890302" sldId="470"/>
            <ac:spMk id="2" creationId="{AC01609E-06F3-4BC5-AAF3-53EBE98C380B}"/>
          </ac:spMkLst>
        </pc:spChg>
      </pc:sldChg>
      <pc:sldChg chg="add del">
        <pc:chgData name="Yeo Xiong Wei, Jonathan" userId="ac2b658e-7ce1-44bb-9f9f-bf4198ceaa29" providerId="ADAL" clId="{5CB75535-B74F-42BD-9EFE-71EFA08D3BFE}" dt="2022-05-23T07:50:35.980" v="5001" actId="47"/>
        <pc:sldMkLst>
          <pc:docMk/>
          <pc:sldMk cId="1112792542" sldId="472"/>
        </pc:sldMkLst>
      </pc:sldChg>
      <pc:sldChg chg="modSp add del mod ord">
        <pc:chgData name="Yeo Xiong Wei, Jonathan" userId="ac2b658e-7ce1-44bb-9f9f-bf4198ceaa29" providerId="ADAL" clId="{5CB75535-B74F-42BD-9EFE-71EFA08D3BFE}" dt="2022-05-23T07:29:15.271" v="3510" actId="47"/>
        <pc:sldMkLst>
          <pc:docMk/>
          <pc:sldMk cId="1269630493" sldId="473"/>
        </pc:sldMkLst>
        <pc:spChg chg="mod">
          <ac:chgData name="Yeo Xiong Wei, Jonathan" userId="ac2b658e-7ce1-44bb-9f9f-bf4198ceaa29" providerId="ADAL" clId="{5CB75535-B74F-42BD-9EFE-71EFA08D3BFE}" dt="2022-05-23T07:24:58.863" v="3228" actId="27636"/>
          <ac:spMkLst>
            <pc:docMk/>
            <pc:sldMk cId="1269630493" sldId="473"/>
            <ac:spMk id="7" creationId="{5E9DF522-5AD3-4366-84EF-AA804EBD70FB}"/>
          </ac:spMkLst>
        </pc:spChg>
      </pc:sldChg>
      <pc:sldChg chg="delSp modSp add del mod ord">
        <pc:chgData name="Yeo Xiong Wei, Jonathan" userId="ac2b658e-7ce1-44bb-9f9f-bf4198ceaa29" providerId="ADAL" clId="{5CB75535-B74F-42BD-9EFE-71EFA08D3BFE}" dt="2022-05-23T09:12:10.967" v="9312" actId="2696"/>
        <pc:sldMkLst>
          <pc:docMk/>
          <pc:sldMk cId="2954974908" sldId="480"/>
        </pc:sldMkLst>
        <pc:spChg chg="mod">
          <ac:chgData name="Yeo Xiong Wei, Jonathan" userId="ac2b658e-7ce1-44bb-9f9f-bf4198ceaa29" providerId="ADAL" clId="{5CB75535-B74F-42BD-9EFE-71EFA08D3BFE}" dt="2022-05-18T08:13:11.341" v="2710" actId="20577"/>
          <ac:spMkLst>
            <pc:docMk/>
            <pc:sldMk cId="2954974908" sldId="480"/>
            <ac:spMk id="2" creationId="{635632ED-6249-4378-9241-C14C3A5BA9EB}"/>
          </ac:spMkLst>
        </pc:spChg>
        <pc:inkChg chg="del">
          <ac:chgData name="Yeo Xiong Wei, Jonathan" userId="ac2b658e-7ce1-44bb-9f9f-bf4198ceaa29" providerId="ADAL" clId="{5CB75535-B74F-42BD-9EFE-71EFA08D3BFE}" dt="2022-05-18T07:57:31.463" v="1303" actId="478"/>
          <ac:inkMkLst>
            <pc:docMk/>
            <pc:sldMk cId="2954974908" sldId="480"/>
            <ac:inkMk id="3" creationId="{BA83561E-0EC0-423F-9F55-0CA6BD1C0B49}"/>
          </ac:inkMkLst>
        </pc:inkChg>
      </pc:sldChg>
      <pc:sldChg chg="addSp modSp add mod">
        <pc:chgData name="Yeo Xiong Wei, Jonathan" userId="ac2b658e-7ce1-44bb-9f9f-bf4198ceaa29" providerId="ADAL" clId="{5CB75535-B74F-42BD-9EFE-71EFA08D3BFE}" dt="2022-05-23T09:11:06.587" v="9311" actId="20577"/>
        <pc:sldMkLst>
          <pc:docMk/>
          <pc:sldMk cId="3409404217" sldId="481"/>
        </pc:sldMkLst>
        <pc:spChg chg="mod">
          <ac:chgData name="Yeo Xiong Wei, Jonathan" userId="ac2b658e-7ce1-44bb-9f9f-bf4198ceaa29" providerId="ADAL" clId="{5CB75535-B74F-42BD-9EFE-71EFA08D3BFE}" dt="2022-05-23T09:11:06.587" v="9311" actId="20577"/>
          <ac:spMkLst>
            <pc:docMk/>
            <pc:sldMk cId="3409404217" sldId="481"/>
            <ac:spMk id="16" creationId="{DD99C6AA-4FB0-4001-819D-E2F987201D6E}"/>
          </ac:spMkLst>
        </pc:spChg>
        <pc:spChg chg="mod">
          <ac:chgData name="Yeo Xiong Wei, Jonathan" userId="ac2b658e-7ce1-44bb-9f9f-bf4198ceaa29" providerId="ADAL" clId="{5CB75535-B74F-42BD-9EFE-71EFA08D3BFE}" dt="2022-05-18T08:01:14.876" v="1753" actId="20577"/>
          <ac:spMkLst>
            <pc:docMk/>
            <pc:sldMk cId="3409404217" sldId="481"/>
            <ac:spMk id="52225" creationId="{00000000-0000-0000-0000-000000000000}"/>
          </ac:spMkLst>
        </pc:spChg>
        <pc:picChg chg="mod">
          <ac:chgData name="Yeo Xiong Wei, Jonathan" userId="ac2b658e-7ce1-44bb-9f9f-bf4198ceaa29" providerId="ADAL" clId="{5CB75535-B74F-42BD-9EFE-71EFA08D3BFE}" dt="2022-05-18T08:00:29.818" v="1629" actId="1076"/>
          <ac:picMkLst>
            <pc:docMk/>
            <pc:sldMk cId="3409404217" sldId="481"/>
            <ac:picMk id="3" creationId="{B4343AE7-B6BE-4AD4-AF4E-C2D2914E7122}"/>
          </ac:picMkLst>
        </pc:picChg>
        <pc:cxnChg chg="add mod">
          <ac:chgData name="Yeo Xiong Wei, Jonathan" userId="ac2b658e-7ce1-44bb-9f9f-bf4198ceaa29" providerId="ADAL" clId="{5CB75535-B74F-42BD-9EFE-71EFA08D3BFE}" dt="2022-05-23T09:02:15.737" v="8462" actId="1076"/>
          <ac:cxnSpMkLst>
            <pc:docMk/>
            <pc:sldMk cId="3409404217" sldId="481"/>
            <ac:cxnSpMk id="7" creationId="{E37F578C-BBF7-A5DF-30B1-547152D6A6D4}"/>
          </ac:cxnSpMkLst>
        </pc:cxnChg>
      </pc:sldChg>
      <pc:sldChg chg="modSp add mod ord">
        <pc:chgData name="Yeo Xiong Wei, Jonathan" userId="ac2b658e-7ce1-44bb-9f9f-bf4198ceaa29" providerId="ADAL" clId="{5CB75535-B74F-42BD-9EFE-71EFA08D3BFE}" dt="2022-05-23T09:08:46.251" v="9102" actId="20577"/>
        <pc:sldMkLst>
          <pc:docMk/>
          <pc:sldMk cId="217193348" sldId="482"/>
        </pc:sldMkLst>
        <pc:spChg chg="mod">
          <ac:chgData name="Yeo Xiong Wei, Jonathan" userId="ac2b658e-7ce1-44bb-9f9f-bf4198ceaa29" providerId="ADAL" clId="{5CB75535-B74F-42BD-9EFE-71EFA08D3BFE}" dt="2022-05-23T09:08:46.251" v="9102" actId="20577"/>
          <ac:spMkLst>
            <pc:docMk/>
            <pc:sldMk cId="217193348" sldId="482"/>
            <ac:spMk id="16" creationId="{DD99C6AA-4FB0-4001-819D-E2F987201D6E}"/>
          </ac:spMkLst>
        </pc:spChg>
        <pc:spChg chg="mod">
          <ac:chgData name="Yeo Xiong Wei, Jonathan" userId="ac2b658e-7ce1-44bb-9f9f-bf4198ceaa29" providerId="ADAL" clId="{5CB75535-B74F-42BD-9EFE-71EFA08D3BFE}" dt="2022-05-18T08:04:18.596" v="2060" actId="20577"/>
          <ac:spMkLst>
            <pc:docMk/>
            <pc:sldMk cId="217193348" sldId="482"/>
            <ac:spMk id="52225" creationId="{00000000-0000-0000-0000-000000000000}"/>
          </ac:spMkLst>
        </pc:spChg>
      </pc:sldChg>
      <pc:sldChg chg="modSp add mod modAnim">
        <pc:chgData name="Yeo Xiong Wei, Jonathan" userId="ac2b658e-7ce1-44bb-9f9f-bf4198ceaa29" providerId="ADAL" clId="{5CB75535-B74F-42BD-9EFE-71EFA08D3BFE}" dt="2022-05-26T07:20:04.960" v="14318" actId="1076"/>
        <pc:sldMkLst>
          <pc:docMk/>
          <pc:sldMk cId="121939173" sldId="483"/>
        </pc:sldMkLst>
        <pc:spChg chg="mod">
          <ac:chgData name="Yeo Xiong Wei, Jonathan" userId="ac2b658e-7ce1-44bb-9f9f-bf4198ceaa29" providerId="ADAL" clId="{5CB75535-B74F-42BD-9EFE-71EFA08D3BFE}" dt="2022-05-26T07:20:04.960" v="14318" actId="1076"/>
          <ac:spMkLst>
            <pc:docMk/>
            <pc:sldMk cId="121939173" sldId="483"/>
            <ac:spMk id="4" creationId="{B14916B5-A4A7-413A-8016-CE16F877DCFA}"/>
          </ac:spMkLst>
        </pc:spChg>
        <pc:spChg chg="mod">
          <ac:chgData name="Yeo Xiong Wei, Jonathan" userId="ac2b658e-7ce1-44bb-9f9f-bf4198ceaa29" providerId="ADAL" clId="{5CB75535-B74F-42BD-9EFE-71EFA08D3BFE}" dt="2022-05-26T07:20:04.960" v="14318" actId="1076"/>
          <ac:spMkLst>
            <pc:docMk/>
            <pc:sldMk cId="121939173" sldId="483"/>
            <ac:spMk id="6" creationId="{0E3EB4AB-FEA4-4EB1-99CF-EDD25C9278B8}"/>
          </ac:spMkLst>
        </pc:spChg>
        <pc:spChg chg="mod">
          <ac:chgData name="Yeo Xiong Wei, Jonathan" userId="ac2b658e-7ce1-44bb-9f9f-bf4198ceaa29" providerId="ADAL" clId="{5CB75535-B74F-42BD-9EFE-71EFA08D3BFE}" dt="2022-05-26T07:19:55.084" v="14317" actId="404"/>
          <ac:spMkLst>
            <pc:docMk/>
            <pc:sldMk cId="121939173" sldId="483"/>
            <ac:spMk id="16" creationId="{DD99C6AA-4FB0-4001-819D-E2F987201D6E}"/>
          </ac:spMkLst>
        </pc:spChg>
        <pc:spChg chg="mod">
          <ac:chgData name="Yeo Xiong Wei, Jonathan" userId="ac2b658e-7ce1-44bb-9f9f-bf4198ceaa29" providerId="ADAL" clId="{5CB75535-B74F-42BD-9EFE-71EFA08D3BFE}" dt="2022-05-18T08:07:15.989" v="2338" actId="20577"/>
          <ac:spMkLst>
            <pc:docMk/>
            <pc:sldMk cId="121939173" sldId="483"/>
            <ac:spMk id="52225" creationId="{00000000-0000-0000-0000-000000000000}"/>
          </ac:spMkLst>
        </pc:spChg>
        <pc:graphicFrameChg chg="mod">
          <ac:chgData name="Yeo Xiong Wei, Jonathan" userId="ac2b658e-7ce1-44bb-9f9f-bf4198ceaa29" providerId="ADAL" clId="{5CB75535-B74F-42BD-9EFE-71EFA08D3BFE}" dt="2022-05-26T07:20:04.960" v="14318" actId="1076"/>
          <ac:graphicFrameMkLst>
            <pc:docMk/>
            <pc:sldMk cId="121939173" sldId="483"/>
            <ac:graphicFrameMk id="3" creationId="{80AAD08D-68BE-461B-A2CC-C27DB6D50B24}"/>
          </ac:graphicFrameMkLst>
        </pc:graphicFrameChg>
      </pc:sldChg>
      <pc:sldChg chg="modSp add del mod">
        <pc:chgData name="Yeo Xiong Wei, Jonathan" userId="ac2b658e-7ce1-44bb-9f9f-bf4198ceaa29" providerId="ADAL" clId="{5CB75535-B74F-42BD-9EFE-71EFA08D3BFE}" dt="2022-05-23T09:12:10.967" v="9312" actId="2696"/>
        <pc:sldMkLst>
          <pc:docMk/>
          <pc:sldMk cId="2741234032" sldId="484"/>
        </pc:sldMkLst>
        <pc:spChg chg="mod">
          <ac:chgData name="Yeo Xiong Wei, Jonathan" userId="ac2b658e-7ce1-44bb-9f9f-bf4198ceaa29" providerId="ADAL" clId="{5CB75535-B74F-42BD-9EFE-71EFA08D3BFE}" dt="2022-05-18T08:11:39.246" v="2698" actId="20577"/>
          <ac:spMkLst>
            <pc:docMk/>
            <pc:sldMk cId="2741234032" sldId="484"/>
            <ac:spMk id="2" creationId="{AC01609E-06F3-4BC5-AAF3-53EBE98C380B}"/>
          </ac:spMkLst>
        </pc:spChg>
      </pc:sldChg>
      <pc:sldChg chg="add del">
        <pc:chgData name="Yeo Xiong Wei, Jonathan" userId="ac2b658e-7ce1-44bb-9f9f-bf4198ceaa29" providerId="ADAL" clId="{5CB75535-B74F-42BD-9EFE-71EFA08D3BFE}" dt="2022-05-18T08:11:47.865" v="2700"/>
        <pc:sldMkLst>
          <pc:docMk/>
          <pc:sldMk cId="455620578" sldId="485"/>
        </pc:sldMkLst>
      </pc:sldChg>
      <pc:sldChg chg="modSp add del mod">
        <pc:chgData name="Yeo Xiong Wei, Jonathan" userId="ac2b658e-7ce1-44bb-9f9f-bf4198ceaa29" providerId="ADAL" clId="{5CB75535-B74F-42BD-9EFE-71EFA08D3BFE}" dt="2022-05-23T09:12:10.967" v="9312" actId="2696"/>
        <pc:sldMkLst>
          <pc:docMk/>
          <pc:sldMk cId="3663678998" sldId="485"/>
        </pc:sldMkLst>
        <pc:spChg chg="mod">
          <ac:chgData name="Yeo Xiong Wei, Jonathan" userId="ac2b658e-7ce1-44bb-9f9f-bf4198ceaa29" providerId="ADAL" clId="{5CB75535-B74F-42BD-9EFE-71EFA08D3BFE}" dt="2022-05-18T08:13:08.205" v="2708" actId="20577"/>
          <ac:spMkLst>
            <pc:docMk/>
            <pc:sldMk cId="3663678998" sldId="485"/>
            <ac:spMk id="2" creationId="{635632ED-6249-4378-9241-C14C3A5BA9EB}"/>
          </ac:spMkLst>
        </pc:spChg>
      </pc:sldChg>
      <pc:sldChg chg="modSp add del mod">
        <pc:chgData name="Yeo Xiong Wei, Jonathan" userId="ac2b658e-7ce1-44bb-9f9f-bf4198ceaa29" providerId="ADAL" clId="{5CB75535-B74F-42BD-9EFE-71EFA08D3BFE}" dt="2022-05-23T09:12:10.967" v="9312" actId="2696"/>
        <pc:sldMkLst>
          <pc:docMk/>
          <pc:sldMk cId="1009246360" sldId="486"/>
        </pc:sldMkLst>
        <pc:spChg chg="mod">
          <ac:chgData name="Yeo Xiong Wei, Jonathan" userId="ac2b658e-7ce1-44bb-9f9f-bf4198ceaa29" providerId="ADAL" clId="{5CB75535-B74F-42BD-9EFE-71EFA08D3BFE}" dt="2022-05-18T08:14:42.212" v="2989" actId="20577"/>
          <ac:spMkLst>
            <pc:docMk/>
            <pc:sldMk cId="1009246360" sldId="486"/>
            <ac:spMk id="11" creationId="{70E0456D-082A-4C39-8295-86EF554753DA}"/>
          </ac:spMkLst>
        </pc:spChg>
        <pc:spChg chg="mod">
          <ac:chgData name="Yeo Xiong Wei, Jonathan" userId="ac2b658e-7ce1-44bb-9f9f-bf4198ceaa29" providerId="ADAL" clId="{5CB75535-B74F-42BD-9EFE-71EFA08D3BFE}" dt="2022-05-18T08:14:00.485" v="2778" actId="20577"/>
          <ac:spMkLst>
            <pc:docMk/>
            <pc:sldMk cId="1009246360" sldId="486"/>
            <ac:spMk id="52225" creationId="{00000000-0000-0000-0000-000000000000}"/>
          </ac:spMkLst>
        </pc:spChg>
      </pc:sldChg>
      <pc:sldChg chg="delSp modSp add del mod">
        <pc:chgData name="Yeo Xiong Wei, Jonathan" userId="ac2b658e-7ce1-44bb-9f9f-bf4198ceaa29" providerId="ADAL" clId="{5CB75535-B74F-42BD-9EFE-71EFA08D3BFE}" dt="2022-05-23T09:12:10.967" v="9312" actId="2696"/>
        <pc:sldMkLst>
          <pc:docMk/>
          <pc:sldMk cId="2603056020" sldId="487"/>
        </pc:sldMkLst>
        <pc:spChg chg="del">
          <ac:chgData name="Yeo Xiong Wei, Jonathan" userId="ac2b658e-7ce1-44bb-9f9f-bf4198ceaa29" providerId="ADAL" clId="{5CB75535-B74F-42BD-9EFE-71EFA08D3BFE}" dt="2022-05-18T08:15:18.085" v="2991" actId="478"/>
          <ac:spMkLst>
            <pc:docMk/>
            <pc:sldMk cId="2603056020" sldId="487"/>
            <ac:spMk id="2" creationId="{252FB63B-0A30-4264-95B9-5B64B74705D7}"/>
          </ac:spMkLst>
        </pc:spChg>
        <pc:spChg chg="del">
          <ac:chgData name="Yeo Xiong Wei, Jonathan" userId="ac2b658e-7ce1-44bb-9f9f-bf4198ceaa29" providerId="ADAL" clId="{5CB75535-B74F-42BD-9EFE-71EFA08D3BFE}" dt="2022-05-18T08:15:22.941" v="2992" actId="478"/>
          <ac:spMkLst>
            <pc:docMk/>
            <pc:sldMk cId="2603056020" sldId="487"/>
            <ac:spMk id="4" creationId="{1FA5841A-627C-4AFF-A02A-836512088505}"/>
          </ac:spMkLst>
        </pc:spChg>
        <pc:spChg chg="del">
          <ac:chgData name="Yeo Xiong Wei, Jonathan" userId="ac2b658e-7ce1-44bb-9f9f-bf4198ceaa29" providerId="ADAL" clId="{5CB75535-B74F-42BD-9EFE-71EFA08D3BFE}" dt="2022-05-18T08:15:22.941" v="2992" actId="478"/>
          <ac:spMkLst>
            <pc:docMk/>
            <pc:sldMk cId="2603056020" sldId="487"/>
            <ac:spMk id="5" creationId="{738DC767-01D0-4863-9E96-B0CE04E7F640}"/>
          </ac:spMkLst>
        </pc:spChg>
        <pc:spChg chg="del">
          <ac:chgData name="Yeo Xiong Wei, Jonathan" userId="ac2b658e-7ce1-44bb-9f9f-bf4198ceaa29" providerId="ADAL" clId="{5CB75535-B74F-42BD-9EFE-71EFA08D3BFE}" dt="2022-05-18T08:15:22.941" v="2992" actId="478"/>
          <ac:spMkLst>
            <pc:docMk/>
            <pc:sldMk cId="2603056020" sldId="487"/>
            <ac:spMk id="6" creationId="{0E220112-BAB6-4F58-B0E9-33E4DE8BDAB4}"/>
          </ac:spMkLst>
        </pc:spChg>
        <pc:spChg chg="del">
          <ac:chgData name="Yeo Xiong Wei, Jonathan" userId="ac2b658e-7ce1-44bb-9f9f-bf4198ceaa29" providerId="ADAL" clId="{5CB75535-B74F-42BD-9EFE-71EFA08D3BFE}" dt="2022-05-18T08:15:22.941" v="2992" actId="478"/>
          <ac:spMkLst>
            <pc:docMk/>
            <pc:sldMk cId="2603056020" sldId="487"/>
            <ac:spMk id="10" creationId="{F2280A3B-ECB2-4E69-B504-4632405C20A4}"/>
          </ac:spMkLst>
        </pc:spChg>
        <pc:spChg chg="del">
          <ac:chgData name="Yeo Xiong Wei, Jonathan" userId="ac2b658e-7ce1-44bb-9f9f-bf4198ceaa29" providerId="ADAL" clId="{5CB75535-B74F-42BD-9EFE-71EFA08D3BFE}" dt="2022-05-18T08:15:22.941" v="2992" actId="478"/>
          <ac:spMkLst>
            <pc:docMk/>
            <pc:sldMk cId="2603056020" sldId="487"/>
            <ac:spMk id="11" creationId="{7AA31826-D3CC-44B5-A0C7-111F51905E74}"/>
          </ac:spMkLst>
        </pc:spChg>
        <pc:spChg chg="del">
          <ac:chgData name="Yeo Xiong Wei, Jonathan" userId="ac2b658e-7ce1-44bb-9f9f-bf4198ceaa29" providerId="ADAL" clId="{5CB75535-B74F-42BD-9EFE-71EFA08D3BFE}" dt="2022-05-18T08:15:22.941" v="2992" actId="478"/>
          <ac:spMkLst>
            <pc:docMk/>
            <pc:sldMk cId="2603056020" sldId="487"/>
            <ac:spMk id="13" creationId="{73DF7C3B-ED60-44DF-BBF5-DC5FF53BDBEC}"/>
          </ac:spMkLst>
        </pc:spChg>
        <pc:spChg chg="del">
          <ac:chgData name="Yeo Xiong Wei, Jonathan" userId="ac2b658e-7ce1-44bb-9f9f-bf4198ceaa29" providerId="ADAL" clId="{5CB75535-B74F-42BD-9EFE-71EFA08D3BFE}" dt="2022-05-18T08:15:22.941" v="2992" actId="478"/>
          <ac:spMkLst>
            <pc:docMk/>
            <pc:sldMk cId="2603056020" sldId="487"/>
            <ac:spMk id="14" creationId="{C3FCEFB3-C4AB-40AF-9F11-9F86BBA7E3B5}"/>
          </ac:spMkLst>
        </pc:spChg>
        <pc:spChg chg="mod">
          <ac:chgData name="Yeo Xiong Wei, Jonathan" userId="ac2b658e-7ce1-44bb-9f9f-bf4198ceaa29" providerId="ADAL" clId="{5CB75535-B74F-42BD-9EFE-71EFA08D3BFE}" dt="2022-05-18T08:17:23.148" v="3086" actId="20577"/>
          <ac:spMkLst>
            <pc:docMk/>
            <pc:sldMk cId="2603056020" sldId="487"/>
            <ac:spMk id="16" creationId="{DD99C6AA-4FB0-4001-819D-E2F987201D6E}"/>
          </ac:spMkLst>
        </pc:spChg>
        <pc:spChg chg="del">
          <ac:chgData name="Yeo Xiong Wei, Jonathan" userId="ac2b658e-7ce1-44bb-9f9f-bf4198ceaa29" providerId="ADAL" clId="{5CB75535-B74F-42BD-9EFE-71EFA08D3BFE}" dt="2022-05-18T08:15:22.941" v="2992" actId="478"/>
          <ac:spMkLst>
            <pc:docMk/>
            <pc:sldMk cId="2603056020" sldId="487"/>
            <ac:spMk id="18" creationId="{B5EF2003-2661-494D-A563-4358B6D003F4}"/>
          </ac:spMkLst>
        </pc:spChg>
        <pc:picChg chg="del">
          <ac:chgData name="Yeo Xiong Wei, Jonathan" userId="ac2b658e-7ce1-44bb-9f9f-bf4198ceaa29" providerId="ADAL" clId="{5CB75535-B74F-42BD-9EFE-71EFA08D3BFE}" dt="2022-05-18T08:15:22.941" v="2992" actId="478"/>
          <ac:picMkLst>
            <pc:docMk/>
            <pc:sldMk cId="2603056020" sldId="487"/>
            <ac:picMk id="3" creationId="{0CBD2E86-A838-4052-9A5F-C69CED66BE0E}"/>
          </ac:picMkLst>
        </pc:picChg>
        <pc:cxnChg chg="del">
          <ac:chgData name="Yeo Xiong Wei, Jonathan" userId="ac2b658e-7ce1-44bb-9f9f-bf4198ceaa29" providerId="ADAL" clId="{5CB75535-B74F-42BD-9EFE-71EFA08D3BFE}" dt="2022-05-18T08:15:22.941" v="2992" actId="478"/>
          <ac:cxnSpMkLst>
            <pc:docMk/>
            <pc:sldMk cId="2603056020" sldId="487"/>
            <ac:cxnSpMk id="9" creationId="{7AE6C79C-B2C8-43CD-ACEE-D0B1EB75176F}"/>
          </ac:cxnSpMkLst>
        </pc:cxnChg>
      </pc:sldChg>
      <pc:sldChg chg="add del">
        <pc:chgData name="Yeo Xiong Wei, Jonathan" userId="ac2b658e-7ce1-44bb-9f9f-bf4198ceaa29" providerId="ADAL" clId="{5CB75535-B74F-42BD-9EFE-71EFA08D3BFE}" dt="2022-05-18T08:20:50.934" v="3148" actId="47"/>
        <pc:sldMkLst>
          <pc:docMk/>
          <pc:sldMk cId="2689028407" sldId="488"/>
        </pc:sldMkLst>
      </pc:sldChg>
      <pc:sldChg chg="modSp add mod">
        <pc:chgData name="Yeo Xiong Wei, Jonathan" userId="ac2b658e-7ce1-44bb-9f9f-bf4198ceaa29" providerId="ADAL" clId="{5CB75535-B74F-42BD-9EFE-71EFA08D3BFE}" dt="2022-05-18T08:21:57.341" v="3152" actId="20577"/>
        <pc:sldMkLst>
          <pc:docMk/>
          <pc:sldMk cId="3864092051" sldId="488"/>
        </pc:sldMkLst>
        <pc:spChg chg="mod">
          <ac:chgData name="Yeo Xiong Wei, Jonathan" userId="ac2b658e-7ce1-44bb-9f9f-bf4198ceaa29" providerId="ADAL" clId="{5CB75535-B74F-42BD-9EFE-71EFA08D3BFE}" dt="2022-05-18T08:21:57.341" v="3152" actId="20577"/>
          <ac:spMkLst>
            <pc:docMk/>
            <pc:sldMk cId="3864092051" sldId="488"/>
            <ac:spMk id="2" creationId="{2CB5D650-87DA-40F9-8CA6-5134E768F879}"/>
          </ac:spMkLst>
        </pc:spChg>
        <pc:spChg chg="mod">
          <ac:chgData name="Yeo Xiong Wei, Jonathan" userId="ac2b658e-7ce1-44bb-9f9f-bf4198ceaa29" providerId="ADAL" clId="{5CB75535-B74F-42BD-9EFE-71EFA08D3BFE}" dt="2022-05-18T08:21:49.907" v="3150" actId="6549"/>
          <ac:spMkLst>
            <pc:docMk/>
            <pc:sldMk cId="3864092051" sldId="488"/>
            <ac:spMk id="3" creationId="{5F1084EF-22C8-4EF1-B3AC-5CD9C82F5106}"/>
          </ac:spMkLst>
        </pc:spChg>
      </pc:sldChg>
      <pc:sldChg chg="modSp add mod">
        <pc:chgData name="Yeo Xiong Wei, Jonathan" userId="ac2b658e-7ce1-44bb-9f9f-bf4198ceaa29" providerId="ADAL" clId="{5CB75535-B74F-42BD-9EFE-71EFA08D3BFE}" dt="2022-05-23T09:05:57.770" v="8848" actId="20577"/>
        <pc:sldMkLst>
          <pc:docMk/>
          <pc:sldMk cId="3950532445" sldId="523"/>
        </pc:sldMkLst>
        <pc:spChg chg="mod">
          <ac:chgData name="Yeo Xiong Wei, Jonathan" userId="ac2b658e-7ce1-44bb-9f9f-bf4198ceaa29" providerId="ADAL" clId="{5CB75535-B74F-42BD-9EFE-71EFA08D3BFE}" dt="2022-05-23T09:05:57.770" v="8848" actId="20577"/>
          <ac:spMkLst>
            <pc:docMk/>
            <pc:sldMk cId="3950532445" sldId="523"/>
            <ac:spMk id="5" creationId="{061BB625-FA9F-47AA-B90D-A911EB43A74D}"/>
          </ac:spMkLst>
        </pc:spChg>
      </pc:sldChg>
      <pc:sldChg chg="add">
        <pc:chgData name="Yeo Xiong Wei, Jonathan" userId="ac2b658e-7ce1-44bb-9f9f-bf4198ceaa29" providerId="ADAL" clId="{5CB75535-B74F-42BD-9EFE-71EFA08D3BFE}" dt="2022-05-23T06:56:18.338" v="3165"/>
        <pc:sldMkLst>
          <pc:docMk/>
          <pc:sldMk cId="2737332480" sldId="524"/>
        </pc:sldMkLst>
      </pc:sldChg>
      <pc:sldChg chg="add del">
        <pc:chgData name="Yeo Xiong Wei, Jonathan" userId="ac2b658e-7ce1-44bb-9f9f-bf4198ceaa29" providerId="ADAL" clId="{5CB75535-B74F-42BD-9EFE-71EFA08D3BFE}" dt="2022-05-23T06:56:14.002" v="3162" actId="2696"/>
        <pc:sldMkLst>
          <pc:docMk/>
          <pc:sldMk cId="3757269837" sldId="524"/>
        </pc:sldMkLst>
      </pc:sldChg>
      <pc:sldChg chg="add del">
        <pc:chgData name="Yeo Xiong Wei, Jonathan" userId="ac2b658e-7ce1-44bb-9f9f-bf4198ceaa29" providerId="ADAL" clId="{5CB75535-B74F-42BD-9EFE-71EFA08D3BFE}" dt="2022-05-23T06:56:16.983" v="3164" actId="2696"/>
        <pc:sldMkLst>
          <pc:docMk/>
          <pc:sldMk cId="4087332988" sldId="524"/>
        </pc:sldMkLst>
      </pc:sldChg>
      <pc:sldChg chg="modSp add mod">
        <pc:chgData name="Yeo Xiong Wei, Jonathan" userId="ac2b658e-7ce1-44bb-9f9f-bf4198ceaa29" providerId="ADAL" clId="{5CB75535-B74F-42BD-9EFE-71EFA08D3BFE}" dt="2022-05-23T06:56:36.451" v="3203" actId="20577"/>
        <pc:sldMkLst>
          <pc:docMk/>
          <pc:sldMk cId="227559847" sldId="525"/>
        </pc:sldMkLst>
        <pc:spChg chg="mod">
          <ac:chgData name="Yeo Xiong Wei, Jonathan" userId="ac2b658e-7ce1-44bb-9f9f-bf4198ceaa29" providerId="ADAL" clId="{5CB75535-B74F-42BD-9EFE-71EFA08D3BFE}" dt="2022-05-23T06:56:36.451" v="3203" actId="20577"/>
          <ac:spMkLst>
            <pc:docMk/>
            <pc:sldMk cId="227559847" sldId="525"/>
            <ac:spMk id="2" creationId="{AC01609E-06F3-4BC5-AAF3-53EBE98C380B}"/>
          </ac:spMkLst>
        </pc:spChg>
      </pc:sldChg>
      <pc:sldChg chg="modSp add mod">
        <pc:chgData name="Yeo Xiong Wei, Jonathan" userId="ac2b658e-7ce1-44bb-9f9f-bf4198ceaa29" providerId="ADAL" clId="{5CB75535-B74F-42BD-9EFE-71EFA08D3BFE}" dt="2022-05-23T07:28:51.670" v="3507" actId="20577"/>
        <pc:sldMkLst>
          <pc:docMk/>
          <pc:sldMk cId="494314217" sldId="526"/>
        </pc:sldMkLst>
        <pc:spChg chg="mod">
          <ac:chgData name="Yeo Xiong Wei, Jonathan" userId="ac2b658e-7ce1-44bb-9f9f-bf4198ceaa29" providerId="ADAL" clId="{5CB75535-B74F-42BD-9EFE-71EFA08D3BFE}" dt="2022-05-23T07:28:51.670" v="3507" actId="20577"/>
          <ac:spMkLst>
            <pc:docMk/>
            <pc:sldMk cId="494314217" sldId="526"/>
            <ac:spMk id="7" creationId="{5E9DF522-5AD3-4366-84EF-AA804EBD70FB}"/>
          </ac:spMkLst>
        </pc:spChg>
      </pc:sldChg>
      <pc:sldChg chg="addSp delSp modSp add mod modAnim">
        <pc:chgData name="Yeo Xiong Wei, Jonathan" userId="ac2b658e-7ce1-44bb-9f9f-bf4198ceaa29" providerId="ADAL" clId="{5CB75535-B74F-42BD-9EFE-71EFA08D3BFE}" dt="2022-05-23T07:42:12.588" v="4599" actId="14100"/>
        <pc:sldMkLst>
          <pc:docMk/>
          <pc:sldMk cId="3686239555" sldId="527"/>
        </pc:sldMkLst>
        <pc:spChg chg="mod">
          <ac:chgData name="Yeo Xiong Wei, Jonathan" userId="ac2b658e-7ce1-44bb-9f9f-bf4198ceaa29" providerId="ADAL" clId="{5CB75535-B74F-42BD-9EFE-71EFA08D3BFE}" dt="2022-05-23T07:42:07.574" v="4598" actId="20577"/>
          <ac:spMkLst>
            <pc:docMk/>
            <pc:sldMk cId="3686239555" sldId="527"/>
            <ac:spMk id="3" creationId="{F6166362-5747-4CF8-8778-889699D343D3}"/>
          </ac:spMkLst>
        </pc:spChg>
        <pc:spChg chg="add mod ord">
          <ac:chgData name="Yeo Xiong Wei, Jonathan" userId="ac2b658e-7ce1-44bb-9f9f-bf4198ceaa29" providerId="ADAL" clId="{5CB75535-B74F-42BD-9EFE-71EFA08D3BFE}" dt="2022-05-23T07:42:12.588" v="4599" actId="14100"/>
          <ac:spMkLst>
            <pc:docMk/>
            <pc:sldMk cId="3686239555" sldId="527"/>
            <ac:spMk id="5" creationId="{761D1CDC-8DE9-A479-D00E-79CC72161459}"/>
          </ac:spMkLst>
        </pc:spChg>
        <pc:picChg chg="del mod">
          <ac:chgData name="Yeo Xiong Wei, Jonathan" userId="ac2b658e-7ce1-44bb-9f9f-bf4198ceaa29" providerId="ADAL" clId="{5CB75535-B74F-42BD-9EFE-71EFA08D3BFE}" dt="2022-05-23T07:32:28.763" v="3885" actId="478"/>
          <ac:picMkLst>
            <pc:docMk/>
            <pc:sldMk cId="3686239555" sldId="527"/>
            <ac:picMk id="6" creationId="{B33769BD-59D0-4CA4-A968-34FE98523B88}"/>
          </ac:picMkLst>
        </pc:picChg>
      </pc:sldChg>
      <pc:sldChg chg="addSp modSp add mod">
        <pc:chgData name="Yeo Xiong Wei, Jonathan" userId="ac2b658e-7ce1-44bb-9f9f-bf4198ceaa29" providerId="ADAL" clId="{5CB75535-B74F-42BD-9EFE-71EFA08D3BFE}" dt="2022-05-23T07:59:26.817" v="5279" actId="1076"/>
        <pc:sldMkLst>
          <pc:docMk/>
          <pc:sldMk cId="303189795" sldId="528"/>
        </pc:sldMkLst>
        <pc:spChg chg="add mod">
          <ac:chgData name="Yeo Xiong Wei, Jonathan" userId="ac2b658e-7ce1-44bb-9f9f-bf4198ceaa29" providerId="ADAL" clId="{5CB75535-B74F-42BD-9EFE-71EFA08D3BFE}" dt="2022-05-23T07:59:26.817" v="5279" actId="1076"/>
          <ac:spMkLst>
            <pc:docMk/>
            <pc:sldMk cId="303189795" sldId="528"/>
            <ac:spMk id="2" creationId="{3CCAC8AD-0209-C4CF-FEA4-957431176B04}"/>
          </ac:spMkLst>
        </pc:spChg>
        <pc:spChg chg="add mod">
          <ac:chgData name="Yeo Xiong Wei, Jonathan" userId="ac2b658e-7ce1-44bb-9f9f-bf4198ceaa29" providerId="ADAL" clId="{5CB75535-B74F-42BD-9EFE-71EFA08D3BFE}" dt="2022-05-23T07:59:26.817" v="5279" actId="1076"/>
          <ac:spMkLst>
            <pc:docMk/>
            <pc:sldMk cId="303189795" sldId="528"/>
            <ac:spMk id="9" creationId="{5E8A545F-C311-4BAB-4125-39B43887BCD9}"/>
          </ac:spMkLst>
        </pc:spChg>
        <pc:spChg chg="add mod">
          <ac:chgData name="Yeo Xiong Wei, Jonathan" userId="ac2b658e-7ce1-44bb-9f9f-bf4198ceaa29" providerId="ADAL" clId="{5CB75535-B74F-42BD-9EFE-71EFA08D3BFE}" dt="2022-05-23T07:59:26.817" v="5279" actId="1076"/>
          <ac:spMkLst>
            <pc:docMk/>
            <pc:sldMk cId="303189795" sldId="528"/>
            <ac:spMk id="10" creationId="{0694E313-0348-FA94-3419-70FC740C4CCE}"/>
          </ac:spMkLst>
        </pc:spChg>
        <pc:spChg chg="mod">
          <ac:chgData name="Yeo Xiong Wei, Jonathan" userId="ac2b658e-7ce1-44bb-9f9f-bf4198ceaa29" providerId="ADAL" clId="{5CB75535-B74F-42BD-9EFE-71EFA08D3BFE}" dt="2022-05-23T07:59:26.817" v="5279" actId="1076"/>
          <ac:spMkLst>
            <pc:docMk/>
            <pc:sldMk cId="303189795" sldId="528"/>
            <ac:spMk id="11" creationId="{52907A23-CBAB-454C-87BD-5DD67641842F}"/>
          </ac:spMkLst>
        </pc:spChg>
        <pc:spChg chg="add mod">
          <ac:chgData name="Yeo Xiong Wei, Jonathan" userId="ac2b658e-7ce1-44bb-9f9f-bf4198ceaa29" providerId="ADAL" clId="{5CB75535-B74F-42BD-9EFE-71EFA08D3BFE}" dt="2022-05-23T07:59:26.817" v="5279" actId="1076"/>
          <ac:spMkLst>
            <pc:docMk/>
            <pc:sldMk cId="303189795" sldId="528"/>
            <ac:spMk id="12" creationId="{68DDDA2E-6887-C075-C4C4-C9C014254BB4}"/>
          </ac:spMkLst>
        </pc:spChg>
        <pc:spChg chg="mod">
          <ac:chgData name="Yeo Xiong Wei, Jonathan" userId="ac2b658e-7ce1-44bb-9f9f-bf4198ceaa29" providerId="ADAL" clId="{5CB75535-B74F-42BD-9EFE-71EFA08D3BFE}" dt="2022-05-23T07:59:26.817" v="5279" actId="1076"/>
          <ac:spMkLst>
            <pc:docMk/>
            <pc:sldMk cId="303189795" sldId="528"/>
            <ac:spMk id="13" creationId="{91F7B039-237D-452A-98FD-FF175000A726}"/>
          </ac:spMkLst>
        </pc:spChg>
        <pc:spChg chg="mod">
          <ac:chgData name="Yeo Xiong Wei, Jonathan" userId="ac2b658e-7ce1-44bb-9f9f-bf4198ceaa29" providerId="ADAL" clId="{5CB75535-B74F-42BD-9EFE-71EFA08D3BFE}" dt="2022-05-23T07:59:21.968" v="5278" actId="1076"/>
          <ac:spMkLst>
            <pc:docMk/>
            <pc:sldMk cId="303189795" sldId="528"/>
            <ac:spMk id="15" creationId="{77203F6D-9768-445A-B0A9-4CC7257468DE}"/>
          </ac:spMkLst>
        </pc:spChg>
        <pc:graphicFrameChg chg="mod">
          <ac:chgData name="Yeo Xiong Wei, Jonathan" userId="ac2b658e-7ce1-44bb-9f9f-bf4198ceaa29" providerId="ADAL" clId="{5CB75535-B74F-42BD-9EFE-71EFA08D3BFE}" dt="2022-05-23T07:59:26.817" v="5279" actId="1076"/>
          <ac:graphicFrameMkLst>
            <pc:docMk/>
            <pc:sldMk cId="303189795" sldId="528"/>
            <ac:graphicFrameMk id="7" creationId="{64792CDB-1C60-4734-9123-DC99F294108A}"/>
          </ac:graphicFrameMkLst>
        </pc:graphicFrameChg>
      </pc:sldChg>
      <pc:sldChg chg="modSp add mod">
        <pc:chgData name="Yeo Xiong Wei, Jonathan" userId="ac2b658e-7ce1-44bb-9f9f-bf4198ceaa29" providerId="ADAL" clId="{5CB75535-B74F-42BD-9EFE-71EFA08D3BFE}" dt="2022-05-23T08:08:02.179" v="5958" actId="20577"/>
        <pc:sldMkLst>
          <pc:docMk/>
          <pc:sldMk cId="4245692049" sldId="529"/>
        </pc:sldMkLst>
        <pc:spChg chg="mod">
          <ac:chgData name="Yeo Xiong Wei, Jonathan" userId="ac2b658e-7ce1-44bb-9f9f-bf4198ceaa29" providerId="ADAL" clId="{5CB75535-B74F-42BD-9EFE-71EFA08D3BFE}" dt="2022-05-23T08:08:02.179" v="5958" actId="20577"/>
          <ac:spMkLst>
            <pc:docMk/>
            <pc:sldMk cId="4245692049" sldId="529"/>
            <ac:spMk id="3" creationId="{34C6196F-CEB9-4FE3-8920-4C9C471A5A9A}"/>
          </ac:spMkLst>
        </pc:spChg>
      </pc:sldChg>
      <pc:sldChg chg="modSp add mod">
        <pc:chgData name="Yeo Xiong Wei, Jonathan" userId="ac2b658e-7ce1-44bb-9f9f-bf4198ceaa29" providerId="ADAL" clId="{5CB75535-B74F-42BD-9EFE-71EFA08D3BFE}" dt="2022-05-23T08:09:09.300" v="6031" actId="20577"/>
        <pc:sldMkLst>
          <pc:docMk/>
          <pc:sldMk cId="597057886" sldId="530"/>
        </pc:sldMkLst>
        <pc:spChg chg="mod">
          <ac:chgData name="Yeo Xiong Wei, Jonathan" userId="ac2b658e-7ce1-44bb-9f9f-bf4198ceaa29" providerId="ADAL" clId="{5CB75535-B74F-42BD-9EFE-71EFA08D3BFE}" dt="2022-05-23T08:09:09.300" v="6031" actId="20577"/>
          <ac:spMkLst>
            <pc:docMk/>
            <pc:sldMk cId="597057886" sldId="530"/>
            <ac:spMk id="2" creationId="{AC01609E-06F3-4BC5-AAF3-53EBE98C380B}"/>
          </ac:spMkLst>
        </pc:spChg>
      </pc:sldChg>
      <pc:sldChg chg="modSp add mod">
        <pc:chgData name="Yeo Xiong Wei, Jonathan" userId="ac2b658e-7ce1-44bb-9f9f-bf4198ceaa29" providerId="ADAL" clId="{5CB75535-B74F-42BD-9EFE-71EFA08D3BFE}" dt="2022-05-23T08:09:35.747" v="6046" actId="20577"/>
        <pc:sldMkLst>
          <pc:docMk/>
          <pc:sldMk cId="600278560" sldId="531"/>
        </pc:sldMkLst>
        <pc:spChg chg="mod">
          <ac:chgData name="Yeo Xiong Wei, Jonathan" userId="ac2b658e-7ce1-44bb-9f9f-bf4198ceaa29" providerId="ADAL" clId="{5CB75535-B74F-42BD-9EFE-71EFA08D3BFE}" dt="2022-05-23T08:09:35.747" v="6046" actId="20577"/>
          <ac:spMkLst>
            <pc:docMk/>
            <pc:sldMk cId="600278560" sldId="531"/>
            <ac:spMk id="2" creationId="{AC01609E-06F3-4BC5-AAF3-53EBE98C380B}"/>
          </ac:spMkLst>
        </pc:spChg>
      </pc:sldChg>
      <pc:sldChg chg="add del">
        <pc:chgData name="Yeo Xiong Wei, Jonathan" userId="ac2b658e-7ce1-44bb-9f9f-bf4198ceaa29" providerId="ADAL" clId="{5CB75535-B74F-42BD-9EFE-71EFA08D3BFE}" dt="2022-05-23T08:09:27.954" v="6033"/>
        <pc:sldMkLst>
          <pc:docMk/>
          <pc:sldMk cId="2271013464" sldId="531"/>
        </pc:sldMkLst>
      </pc:sldChg>
      <pc:sldChg chg="modSp add mod ord">
        <pc:chgData name="Yeo Xiong Wei, Jonathan" userId="ac2b658e-7ce1-44bb-9f9f-bf4198ceaa29" providerId="ADAL" clId="{5CB75535-B74F-42BD-9EFE-71EFA08D3BFE}" dt="2022-05-26T07:11:20.872" v="13913" actId="207"/>
        <pc:sldMkLst>
          <pc:docMk/>
          <pc:sldMk cId="3880657159" sldId="532"/>
        </pc:sldMkLst>
        <pc:spChg chg="mod">
          <ac:chgData name="Yeo Xiong Wei, Jonathan" userId="ac2b658e-7ce1-44bb-9f9f-bf4198ceaa29" providerId="ADAL" clId="{5CB75535-B74F-42BD-9EFE-71EFA08D3BFE}" dt="2022-05-26T06:47:55.639" v="11749" actId="20577"/>
          <ac:spMkLst>
            <pc:docMk/>
            <pc:sldMk cId="3880657159" sldId="532"/>
            <ac:spMk id="4" creationId="{971F755D-AAC1-42A1-BB88-2F82C454E36A}"/>
          </ac:spMkLst>
        </pc:spChg>
        <pc:spChg chg="mod">
          <ac:chgData name="Yeo Xiong Wei, Jonathan" userId="ac2b658e-7ce1-44bb-9f9f-bf4198ceaa29" providerId="ADAL" clId="{5CB75535-B74F-42BD-9EFE-71EFA08D3BFE}" dt="2022-05-26T06:47:49.069" v="11741" actId="20577"/>
          <ac:spMkLst>
            <pc:docMk/>
            <pc:sldMk cId="3880657159" sldId="532"/>
            <ac:spMk id="6" creationId="{FE56EDC9-179A-4BF8-94E8-C0AF8CD28DCF}"/>
          </ac:spMkLst>
        </pc:spChg>
        <pc:spChg chg="mod">
          <ac:chgData name="Yeo Xiong Wei, Jonathan" userId="ac2b658e-7ce1-44bb-9f9f-bf4198ceaa29" providerId="ADAL" clId="{5CB75535-B74F-42BD-9EFE-71EFA08D3BFE}" dt="2022-05-26T06:43:02.968" v="11716" actId="20577"/>
          <ac:spMkLst>
            <pc:docMk/>
            <pc:sldMk cId="3880657159" sldId="532"/>
            <ac:spMk id="52225" creationId="{00000000-0000-0000-0000-000000000000}"/>
          </ac:spMkLst>
        </pc:spChg>
        <pc:spChg chg="mod">
          <ac:chgData name="Yeo Xiong Wei, Jonathan" userId="ac2b658e-7ce1-44bb-9f9f-bf4198ceaa29" providerId="ADAL" clId="{5CB75535-B74F-42BD-9EFE-71EFA08D3BFE}" dt="2022-05-26T07:11:20.872" v="13913" actId="207"/>
          <ac:spMkLst>
            <pc:docMk/>
            <pc:sldMk cId="3880657159" sldId="532"/>
            <ac:spMk id="52226" creationId="{00000000-0000-0000-0000-000000000000}"/>
          </ac:spMkLst>
        </pc:spChg>
        <pc:graphicFrameChg chg="mod modGraphic">
          <ac:chgData name="Yeo Xiong Wei, Jonathan" userId="ac2b658e-7ce1-44bb-9f9f-bf4198ceaa29" providerId="ADAL" clId="{5CB75535-B74F-42BD-9EFE-71EFA08D3BFE}" dt="2022-05-26T06:49:04.232" v="11853" actId="20577"/>
          <ac:graphicFrameMkLst>
            <pc:docMk/>
            <pc:sldMk cId="3880657159" sldId="532"/>
            <ac:graphicFrameMk id="3" creationId="{0E0BDF0A-830C-4AED-9D1E-F8E33740D956}"/>
          </ac:graphicFrameMkLst>
        </pc:graphicFrameChg>
      </pc:sldChg>
      <pc:sldChg chg="modSp add mod">
        <pc:chgData name="Yeo Xiong Wei, Jonathan" userId="ac2b658e-7ce1-44bb-9f9f-bf4198ceaa29" providerId="ADAL" clId="{5CB75535-B74F-42BD-9EFE-71EFA08D3BFE}" dt="2022-05-23T08:47:24.635" v="8146" actId="20577"/>
        <pc:sldMkLst>
          <pc:docMk/>
          <pc:sldMk cId="3072354725" sldId="533"/>
        </pc:sldMkLst>
        <pc:spChg chg="mod">
          <ac:chgData name="Yeo Xiong Wei, Jonathan" userId="ac2b658e-7ce1-44bb-9f9f-bf4198ceaa29" providerId="ADAL" clId="{5CB75535-B74F-42BD-9EFE-71EFA08D3BFE}" dt="2022-05-23T08:41:03.651" v="7961" actId="20577"/>
          <ac:spMkLst>
            <pc:docMk/>
            <pc:sldMk cId="3072354725" sldId="533"/>
            <ac:spMk id="4" creationId="{971F755D-AAC1-42A1-BB88-2F82C454E36A}"/>
          </ac:spMkLst>
        </pc:spChg>
        <pc:spChg chg="mod">
          <ac:chgData name="Yeo Xiong Wei, Jonathan" userId="ac2b658e-7ce1-44bb-9f9f-bf4198ceaa29" providerId="ADAL" clId="{5CB75535-B74F-42BD-9EFE-71EFA08D3BFE}" dt="2022-05-23T08:41:01.040" v="7953" actId="1076"/>
          <ac:spMkLst>
            <pc:docMk/>
            <pc:sldMk cId="3072354725" sldId="533"/>
            <ac:spMk id="6" creationId="{FE56EDC9-179A-4BF8-94E8-C0AF8CD28DCF}"/>
          </ac:spMkLst>
        </pc:spChg>
        <pc:spChg chg="mod">
          <ac:chgData name="Yeo Xiong Wei, Jonathan" userId="ac2b658e-7ce1-44bb-9f9f-bf4198ceaa29" providerId="ADAL" clId="{5CB75535-B74F-42BD-9EFE-71EFA08D3BFE}" dt="2022-05-23T08:39:44.395" v="7718" actId="20577"/>
          <ac:spMkLst>
            <pc:docMk/>
            <pc:sldMk cId="3072354725" sldId="533"/>
            <ac:spMk id="52225" creationId="{00000000-0000-0000-0000-000000000000}"/>
          </ac:spMkLst>
        </pc:spChg>
        <pc:spChg chg="mod">
          <ac:chgData name="Yeo Xiong Wei, Jonathan" userId="ac2b658e-7ce1-44bb-9f9f-bf4198ceaa29" providerId="ADAL" clId="{5CB75535-B74F-42BD-9EFE-71EFA08D3BFE}" dt="2022-05-23T08:47:24.635" v="8146" actId="20577"/>
          <ac:spMkLst>
            <pc:docMk/>
            <pc:sldMk cId="3072354725" sldId="533"/>
            <ac:spMk id="52226" creationId="{00000000-0000-0000-0000-000000000000}"/>
          </ac:spMkLst>
        </pc:spChg>
        <pc:graphicFrameChg chg="mod modGraphic">
          <ac:chgData name="Yeo Xiong Wei, Jonathan" userId="ac2b658e-7ce1-44bb-9f9f-bf4198ceaa29" providerId="ADAL" clId="{5CB75535-B74F-42BD-9EFE-71EFA08D3BFE}" dt="2022-05-23T08:41:45.139" v="7999" actId="20577"/>
          <ac:graphicFrameMkLst>
            <pc:docMk/>
            <pc:sldMk cId="3072354725" sldId="533"/>
            <ac:graphicFrameMk id="3" creationId="{0E0BDF0A-830C-4AED-9D1E-F8E33740D956}"/>
          </ac:graphicFrameMkLst>
        </pc:graphicFrameChg>
      </pc:sldChg>
      <pc:sldChg chg="modSp add mod">
        <pc:chgData name="Yeo Xiong Wei, Jonathan" userId="ac2b658e-7ce1-44bb-9f9f-bf4198ceaa29" providerId="ADAL" clId="{5CB75535-B74F-42BD-9EFE-71EFA08D3BFE}" dt="2022-05-26T07:40:40.858" v="16235" actId="6549"/>
        <pc:sldMkLst>
          <pc:docMk/>
          <pc:sldMk cId="134485711" sldId="534"/>
        </pc:sldMkLst>
        <pc:spChg chg="mod">
          <ac:chgData name="Yeo Xiong Wei, Jonathan" userId="ac2b658e-7ce1-44bb-9f9f-bf4198ceaa29" providerId="ADAL" clId="{5CB75535-B74F-42BD-9EFE-71EFA08D3BFE}" dt="2022-05-26T07:40:40.858" v="16235" actId="6549"/>
          <ac:spMkLst>
            <pc:docMk/>
            <pc:sldMk cId="134485711" sldId="534"/>
            <ac:spMk id="3" creationId="{5F1084EF-22C8-4EF1-B3AC-5CD9C82F5106}"/>
          </ac:spMkLst>
        </pc:spChg>
      </pc:sldChg>
      <pc:sldChg chg="modSp add del mod">
        <pc:chgData name="Yeo Xiong Wei, Jonathan" userId="ac2b658e-7ce1-44bb-9f9f-bf4198ceaa29" providerId="ADAL" clId="{5CB75535-B74F-42BD-9EFE-71EFA08D3BFE}" dt="2022-05-26T07:20:32.106" v="14319" actId="2696"/>
        <pc:sldMkLst>
          <pc:docMk/>
          <pc:sldMk cId="1446002555" sldId="534"/>
        </pc:sldMkLst>
        <pc:spChg chg="mod">
          <ac:chgData name="Yeo Xiong Wei, Jonathan" userId="ac2b658e-7ce1-44bb-9f9f-bf4198ceaa29" providerId="ADAL" clId="{5CB75535-B74F-42BD-9EFE-71EFA08D3BFE}" dt="2022-05-23T09:19:32.522" v="9320" actId="20577"/>
          <ac:spMkLst>
            <pc:docMk/>
            <pc:sldMk cId="1446002555" sldId="534"/>
            <ac:spMk id="2" creationId="{2CB5D650-87DA-40F9-8CA6-5134E768F879}"/>
          </ac:spMkLst>
        </pc:spChg>
        <pc:spChg chg="mod">
          <ac:chgData name="Yeo Xiong Wei, Jonathan" userId="ac2b658e-7ce1-44bb-9f9f-bf4198ceaa29" providerId="ADAL" clId="{5CB75535-B74F-42BD-9EFE-71EFA08D3BFE}" dt="2022-05-23T09:22:40.843" v="9960" actId="20577"/>
          <ac:spMkLst>
            <pc:docMk/>
            <pc:sldMk cId="1446002555" sldId="534"/>
            <ac:spMk id="3" creationId="{5F1084EF-22C8-4EF1-B3AC-5CD9C82F5106}"/>
          </ac:spMkLst>
        </pc:spChg>
      </pc:sldChg>
      <pc:sldChg chg="modSp add del mod">
        <pc:chgData name="Yeo Xiong Wei, Jonathan" userId="ac2b658e-7ce1-44bb-9f9f-bf4198ceaa29" providerId="ADAL" clId="{5CB75535-B74F-42BD-9EFE-71EFA08D3BFE}" dt="2022-05-23T08:50:10.615" v="8165" actId="47"/>
        <pc:sldMkLst>
          <pc:docMk/>
          <pc:sldMk cId="4141005634" sldId="534"/>
        </pc:sldMkLst>
        <pc:spChg chg="mod">
          <ac:chgData name="Yeo Xiong Wei, Jonathan" userId="ac2b658e-7ce1-44bb-9f9f-bf4198ceaa29" providerId="ADAL" clId="{5CB75535-B74F-42BD-9EFE-71EFA08D3BFE}" dt="2022-05-23T08:48:01.531" v="8164" actId="20577"/>
          <ac:spMkLst>
            <pc:docMk/>
            <pc:sldMk cId="4141005634" sldId="534"/>
            <ac:spMk id="52225" creationId="{00000000-0000-0000-0000-000000000000}"/>
          </ac:spMkLst>
        </pc:spChg>
      </pc:sldChg>
      <pc:sldChg chg="delSp modSp add mod modAnim">
        <pc:chgData name="Yeo Xiong Wei, Jonathan" userId="ac2b658e-7ce1-44bb-9f9f-bf4198ceaa29" providerId="ADAL" clId="{5CB75535-B74F-42BD-9EFE-71EFA08D3BFE}" dt="2022-05-26T06:51:02.233" v="11985" actId="20577"/>
        <pc:sldMkLst>
          <pc:docMk/>
          <pc:sldMk cId="410360194" sldId="535"/>
        </pc:sldMkLst>
        <pc:spChg chg="del">
          <ac:chgData name="Yeo Xiong Wei, Jonathan" userId="ac2b658e-7ce1-44bb-9f9f-bf4198ceaa29" providerId="ADAL" clId="{5CB75535-B74F-42BD-9EFE-71EFA08D3BFE}" dt="2022-05-26T06:18:00.383" v="10011" actId="478"/>
          <ac:spMkLst>
            <pc:docMk/>
            <pc:sldMk cId="410360194" sldId="535"/>
            <ac:spMk id="4" creationId="{971F755D-AAC1-42A1-BB88-2F82C454E36A}"/>
          </ac:spMkLst>
        </pc:spChg>
        <pc:spChg chg="del">
          <ac:chgData name="Yeo Xiong Wei, Jonathan" userId="ac2b658e-7ce1-44bb-9f9f-bf4198ceaa29" providerId="ADAL" clId="{5CB75535-B74F-42BD-9EFE-71EFA08D3BFE}" dt="2022-05-26T06:18:01.970" v="10012" actId="478"/>
          <ac:spMkLst>
            <pc:docMk/>
            <pc:sldMk cId="410360194" sldId="535"/>
            <ac:spMk id="6" creationId="{FE56EDC9-179A-4BF8-94E8-C0AF8CD28DCF}"/>
          </ac:spMkLst>
        </pc:spChg>
        <pc:spChg chg="mod">
          <ac:chgData name="Yeo Xiong Wei, Jonathan" userId="ac2b658e-7ce1-44bb-9f9f-bf4198ceaa29" providerId="ADAL" clId="{5CB75535-B74F-42BD-9EFE-71EFA08D3BFE}" dt="2022-05-26T06:49:25.695" v="11856" actId="20577"/>
          <ac:spMkLst>
            <pc:docMk/>
            <pc:sldMk cId="410360194" sldId="535"/>
            <ac:spMk id="52225" creationId="{00000000-0000-0000-0000-000000000000}"/>
          </ac:spMkLst>
        </pc:spChg>
        <pc:spChg chg="mod">
          <ac:chgData name="Yeo Xiong Wei, Jonathan" userId="ac2b658e-7ce1-44bb-9f9f-bf4198ceaa29" providerId="ADAL" clId="{5CB75535-B74F-42BD-9EFE-71EFA08D3BFE}" dt="2022-05-26T06:51:02.233" v="11985" actId="20577"/>
          <ac:spMkLst>
            <pc:docMk/>
            <pc:sldMk cId="410360194" sldId="535"/>
            <ac:spMk id="52226" creationId="{00000000-0000-0000-0000-000000000000}"/>
          </ac:spMkLst>
        </pc:spChg>
        <pc:graphicFrameChg chg="del">
          <ac:chgData name="Yeo Xiong Wei, Jonathan" userId="ac2b658e-7ce1-44bb-9f9f-bf4198ceaa29" providerId="ADAL" clId="{5CB75535-B74F-42BD-9EFE-71EFA08D3BFE}" dt="2022-05-26T06:17:59.105" v="10010" actId="478"/>
          <ac:graphicFrameMkLst>
            <pc:docMk/>
            <pc:sldMk cId="410360194" sldId="535"/>
            <ac:graphicFrameMk id="3" creationId="{0E0BDF0A-830C-4AED-9D1E-F8E33740D956}"/>
          </ac:graphicFrameMkLst>
        </pc:graphicFrameChg>
      </pc:sldChg>
      <pc:sldChg chg="add del">
        <pc:chgData name="Yeo Xiong Wei, Jonathan" userId="ac2b658e-7ce1-44bb-9f9f-bf4198ceaa29" providerId="ADAL" clId="{5CB75535-B74F-42BD-9EFE-71EFA08D3BFE}" dt="2022-05-26T06:17:35.088" v="9964"/>
        <pc:sldMkLst>
          <pc:docMk/>
          <pc:sldMk cId="2321763974" sldId="535"/>
        </pc:sldMkLst>
      </pc:sldChg>
      <pc:sldChg chg="add del">
        <pc:chgData name="Yeo Xiong Wei, Jonathan" userId="ac2b658e-7ce1-44bb-9f9f-bf4198ceaa29" providerId="ADAL" clId="{5CB75535-B74F-42BD-9EFE-71EFA08D3BFE}" dt="2022-05-23T08:47:43.228" v="8151" actId="47"/>
        <pc:sldMkLst>
          <pc:docMk/>
          <pc:sldMk cId="2340989306" sldId="535"/>
        </pc:sldMkLst>
      </pc:sldChg>
      <pc:sldChg chg="delSp modSp add mod">
        <pc:chgData name="Yeo Xiong Wei, Jonathan" userId="ac2b658e-7ce1-44bb-9f9f-bf4198ceaa29" providerId="ADAL" clId="{5CB75535-B74F-42BD-9EFE-71EFA08D3BFE}" dt="2022-05-26T07:00:45.452" v="12933" actId="20577"/>
        <pc:sldMkLst>
          <pc:docMk/>
          <pc:sldMk cId="1136030758" sldId="536"/>
        </pc:sldMkLst>
        <pc:spChg chg="del">
          <ac:chgData name="Yeo Xiong Wei, Jonathan" userId="ac2b658e-7ce1-44bb-9f9f-bf4198ceaa29" providerId="ADAL" clId="{5CB75535-B74F-42BD-9EFE-71EFA08D3BFE}" dt="2022-05-26T06:56:09.406" v="12219" actId="478"/>
          <ac:spMkLst>
            <pc:docMk/>
            <pc:sldMk cId="1136030758" sldId="536"/>
            <ac:spMk id="4" creationId="{971F755D-AAC1-42A1-BB88-2F82C454E36A}"/>
          </ac:spMkLst>
        </pc:spChg>
        <pc:spChg chg="del">
          <ac:chgData name="Yeo Xiong Wei, Jonathan" userId="ac2b658e-7ce1-44bb-9f9f-bf4198ceaa29" providerId="ADAL" clId="{5CB75535-B74F-42BD-9EFE-71EFA08D3BFE}" dt="2022-05-26T06:56:10.601" v="12220" actId="478"/>
          <ac:spMkLst>
            <pc:docMk/>
            <pc:sldMk cId="1136030758" sldId="536"/>
            <ac:spMk id="6" creationId="{FE56EDC9-179A-4BF8-94E8-C0AF8CD28DCF}"/>
          </ac:spMkLst>
        </pc:spChg>
        <pc:spChg chg="mod">
          <ac:chgData name="Yeo Xiong Wei, Jonathan" userId="ac2b658e-7ce1-44bb-9f9f-bf4198ceaa29" providerId="ADAL" clId="{5CB75535-B74F-42BD-9EFE-71EFA08D3BFE}" dt="2022-05-26T06:51:25.449" v="11987" actId="20577"/>
          <ac:spMkLst>
            <pc:docMk/>
            <pc:sldMk cId="1136030758" sldId="536"/>
            <ac:spMk id="52225" creationId="{00000000-0000-0000-0000-000000000000}"/>
          </ac:spMkLst>
        </pc:spChg>
        <pc:spChg chg="mod">
          <ac:chgData name="Yeo Xiong Wei, Jonathan" userId="ac2b658e-7ce1-44bb-9f9f-bf4198ceaa29" providerId="ADAL" clId="{5CB75535-B74F-42BD-9EFE-71EFA08D3BFE}" dt="2022-05-26T07:00:45.452" v="12933" actId="20577"/>
          <ac:spMkLst>
            <pc:docMk/>
            <pc:sldMk cId="1136030758" sldId="536"/>
            <ac:spMk id="52226" creationId="{00000000-0000-0000-0000-000000000000}"/>
          </ac:spMkLst>
        </pc:spChg>
        <pc:graphicFrameChg chg="del">
          <ac:chgData name="Yeo Xiong Wei, Jonathan" userId="ac2b658e-7ce1-44bb-9f9f-bf4198ceaa29" providerId="ADAL" clId="{5CB75535-B74F-42BD-9EFE-71EFA08D3BFE}" dt="2022-05-26T06:56:07.645" v="12218" actId="478"/>
          <ac:graphicFrameMkLst>
            <pc:docMk/>
            <pc:sldMk cId="1136030758" sldId="536"/>
            <ac:graphicFrameMk id="3" creationId="{0E0BDF0A-830C-4AED-9D1E-F8E33740D956}"/>
          </ac:graphicFrameMkLst>
        </pc:graphicFrameChg>
      </pc:sldChg>
      <pc:sldChg chg="addSp delSp modSp add mod">
        <pc:chgData name="Yeo Xiong Wei, Jonathan" userId="ac2b658e-7ce1-44bb-9f9f-bf4198ceaa29" providerId="ADAL" clId="{5CB75535-B74F-42BD-9EFE-71EFA08D3BFE}" dt="2022-05-26T07:16:44.658" v="14314" actId="1076"/>
        <pc:sldMkLst>
          <pc:docMk/>
          <pc:sldMk cId="3798630101" sldId="537"/>
        </pc:sldMkLst>
        <pc:spChg chg="del">
          <ac:chgData name="Yeo Xiong Wei, Jonathan" userId="ac2b658e-7ce1-44bb-9f9f-bf4198ceaa29" providerId="ADAL" clId="{5CB75535-B74F-42BD-9EFE-71EFA08D3BFE}" dt="2022-05-26T07:05:40.712" v="13518" actId="478"/>
          <ac:spMkLst>
            <pc:docMk/>
            <pc:sldMk cId="3798630101" sldId="537"/>
            <ac:spMk id="4" creationId="{971F755D-AAC1-42A1-BB88-2F82C454E36A}"/>
          </ac:spMkLst>
        </pc:spChg>
        <pc:spChg chg="del">
          <ac:chgData name="Yeo Xiong Wei, Jonathan" userId="ac2b658e-7ce1-44bb-9f9f-bf4198ceaa29" providerId="ADAL" clId="{5CB75535-B74F-42BD-9EFE-71EFA08D3BFE}" dt="2022-05-26T07:05:42.514" v="13519" actId="478"/>
          <ac:spMkLst>
            <pc:docMk/>
            <pc:sldMk cId="3798630101" sldId="537"/>
            <ac:spMk id="6" creationId="{FE56EDC9-179A-4BF8-94E8-C0AF8CD28DCF}"/>
          </ac:spMkLst>
        </pc:spChg>
        <pc:spChg chg="add mod">
          <ac:chgData name="Yeo Xiong Wei, Jonathan" userId="ac2b658e-7ce1-44bb-9f9f-bf4198ceaa29" providerId="ADAL" clId="{5CB75535-B74F-42BD-9EFE-71EFA08D3BFE}" dt="2022-05-26T07:14:03.917" v="13998" actId="164"/>
          <ac:spMkLst>
            <pc:docMk/>
            <pc:sldMk cId="3798630101" sldId="537"/>
            <ac:spMk id="18" creationId="{D6FF4B8E-C2E3-9F5C-F180-CAA81EE0A3F2}"/>
          </ac:spMkLst>
        </pc:spChg>
        <pc:spChg chg="add mod">
          <ac:chgData name="Yeo Xiong Wei, Jonathan" userId="ac2b658e-7ce1-44bb-9f9f-bf4198ceaa29" providerId="ADAL" clId="{5CB75535-B74F-42BD-9EFE-71EFA08D3BFE}" dt="2022-05-26T07:14:03.917" v="13998" actId="164"/>
          <ac:spMkLst>
            <pc:docMk/>
            <pc:sldMk cId="3798630101" sldId="537"/>
            <ac:spMk id="19" creationId="{C9E10C67-87F5-1F80-67E4-3F51E052024F}"/>
          </ac:spMkLst>
        </pc:spChg>
        <pc:spChg chg="add mod">
          <ac:chgData name="Yeo Xiong Wei, Jonathan" userId="ac2b658e-7ce1-44bb-9f9f-bf4198ceaa29" providerId="ADAL" clId="{5CB75535-B74F-42BD-9EFE-71EFA08D3BFE}" dt="2022-05-26T07:14:03.917" v="13998" actId="164"/>
          <ac:spMkLst>
            <pc:docMk/>
            <pc:sldMk cId="3798630101" sldId="537"/>
            <ac:spMk id="22" creationId="{FCB8B7FB-CA7B-DABB-F1C9-4AF745DA67A7}"/>
          </ac:spMkLst>
        </pc:spChg>
        <pc:spChg chg="add mod">
          <ac:chgData name="Yeo Xiong Wei, Jonathan" userId="ac2b658e-7ce1-44bb-9f9f-bf4198ceaa29" providerId="ADAL" clId="{5CB75535-B74F-42BD-9EFE-71EFA08D3BFE}" dt="2022-05-26T07:14:03.917" v="13998" actId="164"/>
          <ac:spMkLst>
            <pc:docMk/>
            <pc:sldMk cId="3798630101" sldId="537"/>
            <ac:spMk id="23" creationId="{CB31FD63-C289-C8D7-02BD-BC88422A7FF5}"/>
          </ac:spMkLst>
        </pc:spChg>
        <pc:spChg chg="add mod">
          <ac:chgData name="Yeo Xiong Wei, Jonathan" userId="ac2b658e-7ce1-44bb-9f9f-bf4198ceaa29" providerId="ADAL" clId="{5CB75535-B74F-42BD-9EFE-71EFA08D3BFE}" dt="2022-05-26T07:14:03.917" v="13998" actId="164"/>
          <ac:spMkLst>
            <pc:docMk/>
            <pc:sldMk cId="3798630101" sldId="537"/>
            <ac:spMk id="35" creationId="{42523390-3CA6-7970-FC17-AD0018AE7AE6}"/>
          </ac:spMkLst>
        </pc:spChg>
        <pc:spChg chg="add mod">
          <ac:chgData name="Yeo Xiong Wei, Jonathan" userId="ac2b658e-7ce1-44bb-9f9f-bf4198ceaa29" providerId="ADAL" clId="{5CB75535-B74F-42BD-9EFE-71EFA08D3BFE}" dt="2022-05-26T07:14:03.917" v="13998" actId="164"/>
          <ac:spMkLst>
            <pc:docMk/>
            <pc:sldMk cId="3798630101" sldId="537"/>
            <ac:spMk id="36" creationId="{C9E8E56C-99C3-5044-86B4-C0DAFD559DEB}"/>
          </ac:spMkLst>
        </pc:spChg>
        <pc:spChg chg="add mod">
          <ac:chgData name="Yeo Xiong Wei, Jonathan" userId="ac2b658e-7ce1-44bb-9f9f-bf4198ceaa29" providerId="ADAL" clId="{5CB75535-B74F-42BD-9EFE-71EFA08D3BFE}" dt="2022-05-26T07:14:03.917" v="13998" actId="164"/>
          <ac:spMkLst>
            <pc:docMk/>
            <pc:sldMk cId="3798630101" sldId="537"/>
            <ac:spMk id="37" creationId="{7527AD62-0914-05F1-2AC4-3BDE2A049C92}"/>
          </ac:spMkLst>
        </pc:spChg>
        <pc:spChg chg="mod">
          <ac:chgData name="Yeo Xiong Wei, Jonathan" userId="ac2b658e-7ce1-44bb-9f9f-bf4198ceaa29" providerId="ADAL" clId="{5CB75535-B74F-42BD-9EFE-71EFA08D3BFE}" dt="2022-05-26T07:16:35.647" v="14313" actId="20577"/>
          <ac:spMkLst>
            <pc:docMk/>
            <pc:sldMk cId="3798630101" sldId="537"/>
            <ac:spMk id="52226" creationId="{00000000-0000-0000-0000-000000000000}"/>
          </ac:spMkLst>
        </pc:spChg>
        <pc:grpChg chg="add mod">
          <ac:chgData name="Yeo Xiong Wei, Jonathan" userId="ac2b658e-7ce1-44bb-9f9f-bf4198ceaa29" providerId="ADAL" clId="{5CB75535-B74F-42BD-9EFE-71EFA08D3BFE}" dt="2022-05-26T07:16:44.658" v="14314" actId="1076"/>
          <ac:grpSpMkLst>
            <pc:docMk/>
            <pc:sldMk cId="3798630101" sldId="537"/>
            <ac:grpSpMk id="33" creationId="{E809C278-4299-BF8E-484D-69EE230EFA5A}"/>
          </ac:grpSpMkLst>
        </pc:grpChg>
        <pc:graphicFrameChg chg="del mod">
          <ac:chgData name="Yeo Xiong Wei, Jonathan" userId="ac2b658e-7ce1-44bb-9f9f-bf4198ceaa29" providerId="ADAL" clId="{5CB75535-B74F-42BD-9EFE-71EFA08D3BFE}" dt="2022-05-26T07:05:39.715" v="13517" actId="478"/>
          <ac:graphicFrameMkLst>
            <pc:docMk/>
            <pc:sldMk cId="3798630101" sldId="537"/>
            <ac:graphicFrameMk id="3" creationId="{0E0BDF0A-830C-4AED-9D1E-F8E33740D956}"/>
          </ac:graphicFrameMkLst>
        </pc:graphicFrameChg>
        <pc:cxnChg chg="add mod">
          <ac:chgData name="Yeo Xiong Wei, Jonathan" userId="ac2b658e-7ce1-44bb-9f9f-bf4198ceaa29" providerId="ADAL" clId="{5CB75535-B74F-42BD-9EFE-71EFA08D3BFE}" dt="2022-05-26T07:14:03.917" v="13998" actId="164"/>
          <ac:cxnSpMkLst>
            <pc:docMk/>
            <pc:sldMk cId="3798630101" sldId="537"/>
            <ac:cxnSpMk id="7" creationId="{35AC8D81-4F2F-8CBB-49ED-20880527CB38}"/>
          </ac:cxnSpMkLst>
        </pc:cxnChg>
        <pc:cxnChg chg="add mod">
          <ac:chgData name="Yeo Xiong Wei, Jonathan" userId="ac2b658e-7ce1-44bb-9f9f-bf4198ceaa29" providerId="ADAL" clId="{5CB75535-B74F-42BD-9EFE-71EFA08D3BFE}" dt="2022-05-26T07:14:03.917" v="13998" actId="164"/>
          <ac:cxnSpMkLst>
            <pc:docMk/>
            <pc:sldMk cId="3798630101" sldId="537"/>
            <ac:cxnSpMk id="9" creationId="{E633E99D-5275-C0E2-1A89-03184B119024}"/>
          </ac:cxnSpMkLst>
        </pc:cxnChg>
        <pc:cxnChg chg="add mod">
          <ac:chgData name="Yeo Xiong Wei, Jonathan" userId="ac2b658e-7ce1-44bb-9f9f-bf4198ceaa29" providerId="ADAL" clId="{5CB75535-B74F-42BD-9EFE-71EFA08D3BFE}" dt="2022-05-26T07:14:03.917" v="13998" actId="164"/>
          <ac:cxnSpMkLst>
            <pc:docMk/>
            <pc:sldMk cId="3798630101" sldId="537"/>
            <ac:cxnSpMk id="11" creationId="{C7CB5A65-D1C3-2A3B-6B4B-300F0CE82357}"/>
          </ac:cxnSpMkLst>
        </pc:cxnChg>
        <pc:cxnChg chg="add mod">
          <ac:chgData name="Yeo Xiong Wei, Jonathan" userId="ac2b658e-7ce1-44bb-9f9f-bf4198ceaa29" providerId="ADAL" clId="{5CB75535-B74F-42BD-9EFE-71EFA08D3BFE}" dt="2022-05-26T07:14:03.917" v="13998" actId="164"/>
          <ac:cxnSpMkLst>
            <pc:docMk/>
            <pc:sldMk cId="3798630101" sldId="537"/>
            <ac:cxnSpMk id="13" creationId="{BCB4A786-1960-A306-A733-F058856C9B20}"/>
          </ac:cxnSpMkLst>
        </pc:cxnChg>
        <pc:cxnChg chg="add mod">
          <ac:chgData name="Yeo Xiong Wei, Jonathan" userId="ac2b658e-7ce1-44bb-9f9f-bf4198ceaa29" providerId="ADAL" clId="{5CB75535-B74F-42BD-9EFE-71EFA08D3BFE}" dt="2022-05-26T07:14:03.917" v="13998" actId="164"/>
          <ac:cxnSpMkLst>
            <pc:docMk/>
            <pc:sldMk cId="3798630101" sldId="537"/>
            <ac:cxnSpMk id="21" creationId="{53C41D5A-D896-416D-624B-B6CAC9A97B1E}"/>
          </ac:cxnSpMkLst>
        </pc:cxnChg>
        <pc:cxnChg chg="add del mod">
          <ac:chgData name="Yeo Xiong Wei, Jonathan" userId="ac2b658e-7ce1-44bb-9f9f-bf4198ceaa29" providerId="ADAL" clId="{5CB75535-B74F-42BD-9EFE-71EFA08D3BFE}" dt="2022-05-26T07:11:52.369" v="13917"/>
          <ac:cxnSpMkLst>
            <pc:docMk/>
            <pc:sldMk cId="3798630101" sldId="537"/>
            <ac:cxnSpMk id="27" creationId="{9199B06B-FEE8-328D-8DF2-0A30AEC6B7F6}"/>
          </ac:cxnSpMkLst>
        </pc:cxnChg>
        <pc:cxnChg chg="add mod">
          <ac:chgData name="Yeo Xiong Wei, Jonathan" userId="ac2b658e-7ce1-44bb-9f9f-bf4198ceaa29" providerId="ADAL" clId="{5CB75535-B74F-42BD-9EFE-71EFA08D3BFE}" dt="2022-05-26T07:14:03.917" v="13998" actId="164"/>
          <ac:cxnSpMkLst>
            <pc:docMk/>
            <pc:sldMk cId="3798630101" sldId="537"/>
            <ac:cxnSpMk id="28" creationId="{75E497F3-4194-DDA5-D9AF-D76AF942D943}"/>
          </ac:cxnSpMkLst>
        </pc:cxnChg>
        <pc:cxnChg chg="add mod">
          <ac:chgData name="Yeo Xiong Wei, Jonathan" userId="ac2b658e-7ce1-44bb-9f9f-bf4198ceaa29" providerId="ADAL" clId="{5CB75535-B74F-42BD-9EFE-71EFA08D3BFE}" dt="2022-05-26T07:14:03.917" v="13998" actId="164"/>
          <ac:cxnSpMkLst>
            <pc:docMk/>
            <pc:sldMk cId="3798630101" sldId="537"/>
            <ac:cxnSpMk id="30" creationId="{632BE725-AD82-2D95-94C5-D109E1937609}"/>
          </ac:cxnSpMkLst>
        </pc:cxnChg>
      </pc:sldChg>
      <pc:sldChg chg="modSp add mod ord">
        <pc:chgData name="Yeo Xiong Wei, Jonathan" userId="ac2b658e-7ce1-44bb-9f9f-bf4198ceaa29" providerId="ADAL" clId="{5CB75535-B74F-42BD-9EFE-71EFA08D3BFE}" dt="2022-05-26T07:34:54.043" v="15554" actId="20577"/>
        <pc:sldMkLst>
          <pc:docMk/>
          <pc:sldMk cId="1703688471" sldId="538"/>
        </pc:sldMkLst>
        <pc:spChg chg="mod">
          <ac:chgData name="Yeo Xiong Wei, Jonathan" userId="ac2b658e-7ce1-44bb-9f9f-bf4198ceaa29" providerId="ADAL" clId="{5CB75535-B74F-42BD-9EFE-71EFA08D3BFE}" dt="2022-05-26T07:25:47.059" v="14599" actId="20577"/>
          <ac:spMkLst>
            <pc:docMk/>
            <pc:sldMk cId="1703688471" sldId="538"/>
            <ac:spMk id="52225" creationId="{00000000-0000-0000-0000-000000000000}"/>
          </ac:spMkLst>
        </pc:spChg>
        <pc:spChg chg="mod">
          <ac:chgData name="Yeo Xiong Wei, Jonathan" userId="ac2b658e-7ce1-44bb-9f9f-bf4198ceaa29" providerId="ADAL" clId="{5CB75535-B74F-42BD-9EFE-71EFA08D3BFE}" dt="2022-05-26T07:34:54.043" v="15554" actId="20577"/>
          <ac:spMkLst>
            <pc:docMk/>
            <pc:sldMk cId="1703688471" sldId="538"/>
            <ac:spMk id="52226" creationId="{00000000-0000-0000-0000-000000000000}"/>
          </ac:spMkLst>
        </pc:spChg>
        <pc:graphicFrameChg chg="mod modGraphic">
          <ac:chgData name="Yeo Xiong Wei, Jonathan" userId="ac2b658e-7ce1-44bb-9f9f-bf4198ceaa29" providerId="ADAL" clId="{5CB75535-B74F-42BD-9EFE-71EFA08D3BFE}" dt="2022-05-26T07:27:41.957" v="14732" actId="6549"/>
          <ac:graphicFrameMkLst>
            <pc:docMk/>
            <pc:sldMk cId="1703688471" sldId="538"/>
            <ac:graphicFrameMk id="3" creationId="{0E0BDF0A-830C-4AED-9D1E-F8E33740D956}"/>
          </ac:graphicFrameMkLst>
        </pc:graphicFrameChg>
      </pc:sldChg>
    </pc:docChg>
  </pc:docChgLst>
  <pc:docChgLst>
    <pc:chgData name="#ZHAO ZICHEN#" userId="S::zichen003@e.ntu.edu.sg::70b6c59c-82ba-47de-9281-19ad96e21e3c" providerId="AD" clId="Web-{33C503B2-D8D3-6EE7-55F9-4DD9A464FD26}"/>
    <pc:docChg chg="modSld">
      <pc:chgData name="#ZHAO ZICHEN#" userId="S::zichen003@e.ntu.edu.sg::70b6c59c-82ba-47de-9281-19ad96e21e3c" providerId="AD" clId="Web-{33C503B2-D8D3-6EE7-55F9-4DD9A464FD26}" dt="2022-06-06T11:17:47.761" v="1" actId="1076"/>
      <pc:docMkLst>
        <pc:docMk/>
      </pc:docMkLst>
      <pc:sldChg chg="modSp">
        <pc:chgData name="#ZHAO ZICHEN#" userId="S::zichen003@e.ntu.edu.sg::70b6c59c-82ba-47de-9281-19ad96e21e3c" providerId="AD" clId="Web-{33C503B2-D8D3-6EE7-55F9-4DD9A464FD26}" dt="2022-06-06T11:17:47.761" v="1" actId="1076"/>
        <pc:sldMkLst>
          <pc:docMk/>
          <pc:sldMk cId="3020838267" sldId="431"/>
        </pc:sldMkLst>
        <pc:spChg chg="mod">
          <ac:chgData name="#ZHAO ZICHEN#" userId="S::zichen003@e.ntu.edu.sg::70b6c59c-82ba-47de-9281-19ad96e21e3c" providerId="AD" clId="Web-{33C503B2-D8D3-6EE7-55F9-4DD9A464FD26}" dt="2022-06-06T11:17:47.761" v="1" actId="1076"/>
          <ac:spMkLst>
            <pc:docMk/>
            <pc:sldMk cId="3020838267" sldId="431"/>
            <ac:spMk id="3" creationId="{34C6196F-CEB9-4FE3-8920-4C9C471A5A9A}"/>
          </ac:spMkLst>
        </pc:spChg>
      </pc:sldChg>
    </pc:docChg>
  </pc:docChgLst>
  <pc:docChgLst>
    <pc:chgData name="Yeo Xiong Wei, Jonathan" userId="ac2b658e-7ce1-44bb-9f9f-bf4198ceaa29" providerId="ADAL" clId="{FA113883-91D2-4CA0-92D5-65987B5525C2}"/>
    <pc:docChg chg="undo redo custSel addSld delSld modSld sldOrd">
      <pc:chgData name="Yeo Xiong Wei, Jonathan" userId="ac2b658e-7ce1-44bb-9f9f-bf4198ceaa29" providerId="ADAL" clId="{FA113883-91D2-4CA0-92D5-65987B5525C2}" dt="2023-08-27T10:08:34.800" v="4064" actId="6549"/>
      <pc:docMkLst>
        <pc:docMk/>
      </pc:docMkLst>
      <pc:sldChg chg="addSp modSp mod modAnim modNotesTx">
        <pc:chgData name="Yeo Xiong Wei, Jonathan" userId="ac2b658e-7ce1-44bb-9f9f-bf4198ceaa29" providerId="ADAL" clId="{FA113883-91D2-4CA0-92D5-65987B5525C2}" dt="2023-08-16T07:54:40.237" v="2183" actId="20577"/>
        <pc:sldMkLst>
          <pc:docMk/>
          <pc:sldMk cId="557807413" sldId="300"/>
        </pc:sldMkLst>
        <pc:spChg chg="add mod">
          <ac:chgData name="Yeo Xiong Wei, Jonathan" userId="ac2b658e-7ce1-44bb-9f9f-bf4198ceaa29" providerId="ADAL" clId="{FA113883-91D2-4CA0-92D5-65987B5525C2}" dt="2023-08-16T06:52:15.513" v="489" actId="1582"/>
          <ac:spMkLst>
            <pc:docMk/>
            <pc:sldMk cId="557807413" sldId="300"/>
            <ac:spMk id="2" creationId="{56635376-47C2-2CED-EBD9-CBBE2FE38C7A}"/>
          </ac:spMkLst>
        </pc:spChg>
        <pc:spChg chg="mod">
          <ac:chgData name="Yeo Xiong Wei, Jonathan" userId="ac2b658e-7ce1-44bb-9f9f-bf4198ceaa29" providerId="ADAL" clId="{FA113883-91D2-4CA0-92D5-65987B5525C2}" dt="2023-08-16T06:51:31.812" v="483" actId="404"/>
          <ac:spMkLst>
            <pc:docMk/>
            <pc:sldMk cId="557807413" sldId="300"/>
            <ac:spMk id="29698" creationId="{00000000-0000-0000-0000-000000000000}"/>
          </ac:spMkLst>
        </pc:spChg>
      </pc:sldChg>
      <pc:sldChg chg="modSp mod modAnim">
        <pc:chgData name="Yeo Xiong Wei, Jonathan" userId="ac2b658e-7ce1-44bb-9f9f-bf4198ceaa29" providerId="ADAL" clId="{FA113883-91D2-4CA0-92D5-65987B5525C2}" dt="2023-08-16T07:22:49.781" v="1198"/>
        <pc:sldMkLst>
          <pc:docMk/>
          <pc:sldMk cId="911258207" sldId="322"/>
        </pc:sldMkLst>
        <pc:spChg chg="mod">
          <ac:chgData name="Yeo Xiong Wei, Jonathan" userId="ac2b658e-7ce1-44bb-9f9f-bf4198ceaa29" providerId="ADAL" clId="{FA113883-91D2-4CA0-92D5-65987B5525C2}" dt="2023-08-16T07:22:16.548" v="1196" actId="1076"/>
          <ac:spMkLst>
            <pc:docMk/>
            <pc:sldMk cId="911258207" sldId="322"/>
            <ac:spMk id="4" creationId="{971F755D-AAC1-42A1-BB88-2F82C454E36A}"/>
          </ac:spMkLst>
        </pc:spChg>
        <pc:spChg chg="mod">
          <ac:chgData name="Yeo Xiong Wei, Jonathan" userId="ac2b658e-7ce1-44bb-9f9f-bf4198ceaa29" providerId="ADAL" clId="{FA113883-91D2-4CA0-92D5-65987B5525C2}" dt="2023-08-16T07:22:16.548" v="1196" actId="1076"/>
          <ac:spMkLst>
            <pc:docMk/>
            <pc:sldMk cId="911258207" sldId="322"/>
            <ac:spMk id="6" creationId="{FE56EDC9-179A-4BF8-94E8-C0AF8CD28DCF}"/>
          </ac:spMkLst>
        </pc:spChg>
        <pc:spChg chg="mod">
          <ac:chgData name="Yeo Xiong Wei, Jonathan" userId="ac2b658e-7ce1-44bb-9f9f-bf4198ceaa29" providerId="ADAL" clId="{FA113883-91D2-4CA0-92D5-65987B5525C2}" dt="2023-08-16T07:22:16.548" v="1196" actId="1076"/>
          <ac:spMkLst>
            <pc:docMk/>
            <pc:sldMk cId="911258207" sldId="322"/>
            <ac:spMk id="52226" creationId="{00000000-0000-0000-0000-000000000000}"/>
          </ac:spMkLst>
        </pc:spChg>
        <pc:graphicFrameChg chg="mod">
          <ac:chgData name="Yeo Xiong Wei, Jonathan" userId="ac2b658e-7ce1-44bb-9f9f-bf4198ceaa29" providerId="ADAL" clId="{FA113883-91D2-4CA0-92D5-65987B5525C2}" dt="2023-08-16T07:22:16.548" v="1196" actId="1076"/>
          <ac:graphicFrameMkLst>
            <pc:docMk/>
            <pc:sldMk cId="911258207" sldId="322"/>
            <ac:graphicFrameMk id="3" creationId="{0E0BDF0A-830C-4AED-9D1E-F8E33740D956}"/>
          </ac:graphicFrameMkLst>
        </pc:graphicFrameChg>
      </pc:sldChg>
      <pc:sldChg chg="modSp mod">
        <pc:chgData name="Yeo Xiong Wei, Jonathan" userId="ac2b658e-7ce1-44bb-9f9f-bf4198ceaa29" providerId="ADAL" clId="{FA113883-91D2-4CA0-92D5-65987B5525C2}" dt="2023-08-16T07:00:42.796" v="710" actId="404"/>
        <pc:sldMkLst>
          <pc:docMk/>
          <pc:sldMk cId="1380777075" sldId="430"/>
        </pc:sldMkLst>
        <pc:spChg chg="mod">
          <ac:chgData name="Yeo Xiong Wei, Jonathan" userId="ac2b658e-7ce1-44bb-9f9f-bf4198ceaa29" providerId="ADAL" clId="{FA113883-91D2-4CA0-92D5-65987B5525C2}" dt="2023-08-16T07:00:42.796" v="710" actId="404"/>
          <ac:spMkLst>
            <pc:docMk/>
            <pc:sldMk cId="1380777075" sldId="430"/>
            <ac:spMk id="15" creationId="{77203F6D-9768-445A-B0A9-4CC7257468DE}"/>
          </ac:spMkLst>
        </pc:spChg>
      </pc:sldChg>
      <pc:sldChg chg="modSp mod">
        <pc:chgData name="Yeo Xiong Wei, Jonathan" userId="ac2b658e-7ce1-44bb-9f9f-bf4198ceaa29" providerId="ADAL" clId="{FA113883-91D2-4CA0-92D5-65987B5525C2}" dt="2023-08-16T07:45:46.320" v="1978" actId="1076"/>
        <pc:sldMkLst>
          <pc:docMk/>
          <pc:sldMk cId="2402952431" sldId="434"/>
        </pc:sldMkLst>
        <pc:spChg chg="mod">
          <ac:chgData name="Yeo Xiong Wei, Jonathan" userId="ac2b658e-7ce1-44bb-9f9f-bf4198ceaa29" providerId="ADAL" clId="{FA113883-91D2-4CA0-92D5-65987B5525C2}" dt="2023-08-16T07:45:46.320" v="1978" actId="1076"/>
          <ac:spMkLst>
            <pc:docMk/>
            <pc:sldMk cId="2402952431" sldId="434"/>
            <ac:spMk id="16" creationId="{DD99C6AA-4FB0-4001-819D-E2F987201D6E}"/>
          </ac:spMkLst>
        </pc:spChg>
      </pc:sldChg>
      <pc:sldChg chg="modSp mod">
        <pc:chgData name="Yeo Xiong Wei, Jonathan" userId="ac2b658e-7ce1-44bb-9f9f-bf4198ceaa29" providerId="ADAL" clId="{FA113883-91D2-4CA0-92D5-65987B5525C2}" dt="2023-08-16T07:25:57.429" v="1235" actId="20577"/>
        <pc:sldMkLst>
          <pc:docMk/>
          <pc:sldMk cId="3619624804" sldId="435"/>
        </pc:sldMkLst>
        <pc:spChg chg="mod">
          <ac:chgData name="Yeo Xiong Wei, Jonathan" userId="ac2b658e-7ce1-44bb-9f9f-bf4198ceaa29" providerId="ADAL" clId="{FA113883-91D2-4CA0-92D5-65987B5525C2}" dt="2023-08-16T07:25:57.429" v="1235" actId="20577"/>
          <ac:spMkLst>
            <pc:docMk/>
            <pc:sldMk cId="3619624804" sldId="435"/>
            <ac:spMk id="52226" creationId="{00000000-0000-0000-0000-000000000000}"/>
          </ac:spMkLst>
        </pc:spChg>
      </pc:sldChg>
      <pc:sldChg chg="modSp mod modAnim">
        <pc:chgData name="Yeo Xiong Wei, Jonathan" userId="ac2b658e-7ce1-44bb-9f9f-bf4198ceaa29" providerId="ADAL" clId="{FA113883-91D2-4CA0-92D5-65987B5525C2}" dt="2023-08-16T07:17:22.890" v="925" actId="14100"/>
        <pc:sldMkLst>
          <pc:docMk/>
          <pc:sldMk cId="557380756" sldId="449"/>
        </pc:sldMkLst>
        <pc:spChg chg="mod">
          <ac:chgData name="Yeo Xiong Wei, Jonathan" userId="ac2b658e-7ce1-44bb-9f9f-bf4198ceaa29" providerId="ADAL" clId="{FA113883-91D2-4CA0-92D5-65987B5525C2}" dt="2023-08-16T07:15:53.417" v="899" actId="1076"/>
          <ac:spMkLst>
            <pc:docMk/>
            <pc:sldMk cId="557380756" sldId="449"/>
            <ac:spMk id="4" creationId="{971F755D-AAC1-42A1-BB88-2F82C454E36A}"/>
          </ac:spMkLst>
        </pc:spChg>
        <pc:spChg chg="mod">
          <ac:chgData name="Yeo Xiong Wei, Jonathan" userId="ac2b658e-7ce1-44bb-9f9f-bf4198ceaa29" providerId="ADAL" clId="{FA113883-91D2-4CA0-92D5-65987B5525C2}" dt="2023-08-16T07:15:53.417" v="899" actId="1076"/>
          <ac:spMkLst>
            <pc:docMk/>
            <pc:sldMk cId="557380756" sldId="449"/>
            <ac:spMk id="6" creationId="{FE56EDC9-179A-4BF8-94E8-C0AF8CD28DCF}"/>
          </ac:spMkLst>
        </pc:spChg>
        <pc:spChg chg="mod">
          <ac:chgData name="Yeo Xiong Wei, Jonathan" userId="ac2b658e-7ce1-44bb-9f9f-bf4198ceaa29" providerId="ADAL" clId="{FA113883-91D2-4CA0-92D5-65987B5525C2}" dt="2023-08-16T07:17:22.890" v="925" actId="14100"/>
          <ac:spMkLst>
            <pc:docMk/>
            <pc:sldMk cId="557380756" sldId="449"/>
            <ac:spMk id="52226" creationId="{00000000-0000-0000-0000-000000000000}"/>
          </ac:spMkLst>
        </pc:spChg>
        <pc:graphicFrameChg chg="mod">
          <ac:chgData name="Yeo Xiong Wei, Jonathan" userId="ac2b658e-7ce1-44bb-9f9f-bf4198ceaa29" providerId="ADAL" clId="{FA113883-91D2-4CA0-92D5-65987B5525C2}" dt="2023-08-16T07:15:53.417" v="899" actId="1076"/>
          <ac:graphicFrameMkLst>
            <pc:docMk/>
            <pc:sldMk cId="557380756" sldId="449"/>
            <ac:graphicFrameMk id="3" creationId="{0E0BDF0A-830C-4AED-9D1E-F8E33740D956}"/>
          </ac:graphicFrameMkLst>
        </pc:graphicFrameChg>
      </pc:sldChg>
      <pc:sldChg chg="modSp mod">
        <pc:chgData name="Yeo Xiong Wei, Jonathan" userId="ac2b658e-7ce1-44bb-9f9f-bf4198ceaa29" providerId="ADAL" clId="{FA113883-91D2-4CA0-92D5-65987B5525C2}" dt="2023-08-27T10:08:34.800" v="4064" actId="6549"/>
        <pc:sldMkLst>
          <pc:docMk/>
          <pc:sldMk cId="2864665818" sldId="453"/>
        </pc:sldMkLst>
        <pc:spChg chg="mod">
          <ac:chgData name="Yeo Xiong Wei, Jonathan" userId="ac2b658e-7ce1-44bb-9f9f-bf4198ceaa29" providerId="ADAL" clId="{FA113883-91D2-4CA0-92D5-65987B5525C2}" dt="2023-08-16T07:23:43.740" v="1204" actId="20577"/>
          <ac:spMkLst>
            <pc:docMk/>
            <pc:sldMk cId="2864665818" sldId="453"/>
            <ac:spMk id="2" creationId="{2CB5D650-87DA-40F9-8CA6-5134E768F879}"/>
          </ac:spMkLst>
        </pc:spChg>
        <pc:spChg chg="mod">
          <ac:chgData name="Yeo Xiong Wei, Jonathan" userId="ac2b658e-7ce1-44bb-9f9f-bf4198ceaa29" providerId="ADAL" clId="{FA113883-91D2-4CA0-92D5-65987B5525C2}" dt="2023-08-27T10:08:34.800" v="4064" actId="6549"/>
          <ac:spMkLst>
            <pc:docMk/>
            <pc:sldMk cId="2864665818" sldId="453"/>
            <ac:spMk id="3" creationId="{5F1084EF-22C8-4EF1-B3AC-5CD9C82F5106}"/>
          </ac:spMkLst>
        </pc:spChg>
      </pc:sldChg>
      <pc:sldChg chg="modSp">
        <pc:chgData name="Yeo Xiong Wei, Jonathan" userId="ac2b658e-7ce1-44bb-9f9f-bf4198ceaa29" providerId="ADAL" clId="{FA113883-91D2-4CA0-92D5-65987B5525C2}" dt="2023-08-16T07:00:26.258" v="709" actId="404"/>
        <pc:sldMkLst>
          <pc:docMk/>
          <pc:sldMk cId="2545258335" sldId="462"/>
        </pc:sldMkLst>
        <pc:spChg chg="mod">
          <ac:chgData name="Yeo Xiong Wei, Jonathan" userId="ac2b658e-7ce1-44bb-9f9f-bf4198ceaa29" providerId="ADAL" clId="{FA113883-91D2-4CA0-92D5-65987B5525C2}" dt="2023-08-16T07:00:26.258" v="709" actId="404"/>
          <ac:spMkLst>
            <pc:docMk/>
            <pc:sldMk cId="2545258335" sldId="462"/>
            <ac:spMk id="7" creationId="{5E9DF522-5AD3-4366-84EF-AA804EBD70FB}"/>
          </ac:spMkLst>
        </pc:spChg>
      </pc:sldChg>
      <pc:sldChg chg="modSp mod modAnim">
        <pc:chgData name="Yeo Xiong Wei, Jonathan" userId="ac2b658e-7ce1-44bb-9f9f-bf4198ceaa29" providerId="ADAL" clId="{FA113883-91D2-4CA0-92D5-65987B5525C2}" dt="2023-08-16T07:45:27.126" v="1977"/>
        <pc:sldMkLst>
          <pc:docMk/>
          <pc:sldMk cId="579881023" sldId="463"/>
        </pc:sldMkLst>
        <pc:spChg chg="mod">
          <ac:chgData name="Yeo Xiong Wei, Jonathan" userId="ac2b658e-7ce1-44bb-9f9f-bf4198ceaa29" providerId="ADAL" clId="{FA113883-91D2-4CA0-92D5-65987B5525C2}" dt="2023-08-16T07:44:38.751" v="1975" actId="403"/>
          <ac:spMkLst>
            <pc:docMk/>
            <pc:sldMk cId="579881023" sldId="463"/>
            <ac:spMk id="52226" creationId="{00000000-0000-0000-0000-000000000000}"/>
          </ac:spMkLst>
        </pc:spChg>
      </pc:sldChg>
      <pc:sldChg chg="modSp mod modNotesTx">
        <pc:chgData name="Yeo Xiong Wei, Jonathan" userId="ac2b658e-7ce1-44bb-9f9f-bf4198ceaa29" providerId="ADAL" clId="{FA113883-91D2-4CA0-92D5-65987B5525C2}" dt="2023-08-16T07:00:19.420" v="708" actId="6549"/>
        <pc:sldMkLst>
          <pc:docMk/>
          <pc:sldMk cId="4022763380" sldId="465"/>
        </pc:sldMkLst>
        <pc:spChg chg="mod">
          <ac:chgData name="Yeo Xiong Wei, Jonathan" userId="ac2b658e-7ce1-44bb-9f9f-bf4198ceaa29" providerId="ADAL" clId="{FA113883-91D2-4CA0-92D5-65987B5525C2}" dt="2023-08-16T07:00:07.552" v="681" actId="113"/>
          <ac:spMkLst>
            <pc:docMk/>
            <pc:sldMk cId="4022763380" sldId="465"/>
            <ac:spMk id="3" creationId="{F6166362-5747-4CF8-8778-889699D343D3}"/>
          </ac:spMkLst>
        </pc:spChg>
        <pc:spChg chg="mod">
          <ac:chgData name="Yeo Xiong Wei, Jonathan" userId="ac2b658e-7ce1-44bb-9f9f-bf4198ceaa29" providerId="ADAL" clId="{FA113883-91D2-4CA0-92D5-65987B5525C2}" dt="2023-08-16T06:59:59.603" v="680" actId="1076"/>
          <ac:spMkLst>
            <pc:docMk/>
            <pc:sldMk cId="4022763380" sldId="465"/>
            <ac:spMk id="7" creationId="{FC7F5782-5816-DE7E-E49D-D693DD6992DE}"/>
          </ac:spMkLst>
        </pc:spChg>
      </pc:sldChg>
      <pc:sldChg chg="modSp mod">
        <pc:chgData name="Yeo Xiong Wei, Jonathan" userId="ac2b658e-7ce1-44bb-9f9f-bf4198ceaa29" providerId="ADAL" clId="{FA113883-91D2-4CA0-92D5-65987B5525C2}" dt="2023-08-16T07:46:21.643" v="1980" actId="1076"/>
        <pc:sldMkLst>
          <pc:docMk/>
          <pc:sldMk cId="3409404217" sldId="481"/>
        </pc:sldMkLst>
        <pc:spChg chg="mod">
          <ac:chgData name="Yeo Xiong Wei, Jonathan" userId="ac2b658e-7ce1-44bb-9f9f-bf4198ceaa29" providerId="ADAL" clId="{FA113883-91D2-4CA0-92D5-65987B5525C2}" dt="2023-08-16T07:46:21.643" v="1980" actId="1076"/>
          <ac:spMkLst>
            <pc:docMk/>
            <pc:sldMk cId="3409404217" sldId="481"/>
            <ac:spMk id="16" creationId="{DD99C6AA-4FB0-4001-819D-E2F987201D6E}"/>
          </ac:spMkLst>
        </pc:spChg>
      </pc:sldChg>
      <pc:sldChg chg="modSp mod">
        <pc:chgData name="Yeo Xiong Wei, Jonathan" userId="ac2b658e-7ce1-44bb-9f9f-bf4198ceaa29" providerId="ADAL" clId="{FA113883-91D2-4CA0-92D5-65987B5525C2}" dt="2023-08-16T07:53:51.849" v="2110" actId="20577"/>
        <pc:sldMkLst>
          <pc:docMk/>
          <pc:sldMk cId="217193348" sldId="482"/>
        </pc:sldMkLst>
        <pc:spChg chg="mod">
          <ac:chgData name="Yeo Xiong Wei, Jonathan" userId="ac2b658e-7ce1-44bb-9f9f-bf4198ceaa29" providerId="ADAL" clId="{FA113883-91D2-4CA0-92D5-65987B5525C2}" dt="2023-08-16T07:53:51.849" v="2110" actId="20577"/>
          <ac:spMkLst>
            <pc:docMk/>
            <pc:sldMk cId="217193348" sldId="482"/>
            <ac:spMk id="16" creationId="{DD99C6AA-4FB0-4001-819D-E2F987201D6E}"/>
          </ac:spMkLst>
        </pc:spChg>
      </pc:sldChg>
      <pc:sldChg chg="addSp modSp mod addAnim delAnim modAnim">
        <pc:chgData name="Yeo Xiong Wei, Jonathan" userId="ac2b658e-7ce1-44bb-9f9f-bf4198ceaa29" providerId="ADAL" clId="{FA113883-91D2-4CA0-92D5-65987B5525C2}" dt="2023-08-20T00:45:33.208" v="4018"/>
        <pc:sldMkLst>
          <pc:docMk/>
          <pc:sldMk cId="121939173" sldId="483"/>
        </pc:sldMkLst>
        <pc:spChg chg="add mod">
          <ac:chgData name="Yeo Xiong Wei, Jonathan" userId="ac2b658e-7ce1-44bb-9f9f-bf4198ceaa29" providerId="ADAL" clId="{FA113883-91D2-4CA0-92D5-65987B5525C2}" dt="2023-08-16T08:10:47.849" v="2471" actId="1076"/>
          <ac:spMkLst>
            <pc:docMk/>
            <pc:sldMk cId="121939173" sldId="483"/>
            <ac:spMk id="2" creationId="{2BDBCF29-1A72-05E9-40CE-AB8E1E5663C7}"/>
          </ac:spMkLst>
        </pc:spChg>
        <pc:spChg chg="mod">
          <ac:chgData name="Yeo Xiong Wei, Jonathan" userId="ac2b658e-7ce1-44bb-9f9f-bf4198ceaa29" providerId="ADAL" clId="{FA113883-91D2-4CA0-92D5-65987B5525C2}" dt="2023-08-16T08:09:47.971" v="2203" actId="1076"/>
          <ac:spMkLst>
            <pc:docMk/>
            <pc:sldMk cId="121939173" sldId="483"/>
            <ac:spMk id="4" creationId="{B14916B5-A4A7-413A-8016-CE16F877DCFA}"/>
          </ac:spMkLst>
        </pc:spChg>
        <pc:spChg chg="mod">
          <ac:chgData name="Yeo Xiong Wei, Jonathan" userId="ac2b658e-7ce1-44bb-9f9f-bf4198ceaa29" providerId="ADAL" clId="{FA113883-91D2-4CA0-92D5-65987B5525C2}" dt="2023-08-16T08:09:47.971" v="2203" actId="1076"/>
          <ac:spMkLst>
            <pc:docMk/>
            <pc:sldMk cId="121939173" sldId="483"/>
            <ac:spMk id="6" creationId="{0E3EB4AB-FEA4-4EB1-99CF-EDD25C9278B8}"/>
          </ac:spMkLst>
        </pc:spChg>
        <pc:spChg chg="mod">
          <ac:chgData name="Yeo Xiong Wei, Jonathan" userId="ac2b658e-7ce1-44bb-9f9f-bf4198ceaa29" providerId="ADAL" clId="{FA113883-91D2-4CA0-92D5-65987B5525C2}" dt="2023-08-16T08:09:37.264" v="2202" actId="255"/>
          <ac:spMkLst>
            <pc:docMk/>
            <pc:sldMk cId="121939173" sldId="483"/>
            <ac:spMk id="16" creationId="{DD99C6AA-4FB0-4001-819D-E2F987201D6E}"/>
          </ac:spMkLst>
        </pc:spChg>
        <pc:graphicFrameChg chg="mod modGraphic">
          <ac:chgData name="Yeo Xiong Wei, Jonathan" userId="ac2b658e-7ce1-44bb-9f9f-bf4198ceaa29" providerId="ADAL" clId="{FA113883-91D2-4CA0-92D5-65987B5525C2}" dt="2023-08-20T00:45:17.463" v="4016" actId="207"/>
          <ac:graphicFrameMkLst>
            <pc:docMk/>
            <pc:sldMk cId="121939173" sldId="483"/>
            <ac:graphicFrameMk id="3" creationId="{80AAD08D-68BE-461B-A2CC-C27DB6D50B24}"/>
          </ac:graphicFrameMkLst>
        </pc:graphicFrameChg>
      </pc:sldChg>
      <pc:sldChg chg="delSp modSp mod">
        <pc:chgData name="Yeo Xiong Wei, Jonathan" userId="ac2b658e-7ce1-44bb-9f9f-bf4198ceaa29" providerId="ADAL" clId="{FA113883-91D2-4CA0-92D5-65987B5525C2}" dt="2023-08-20T00:43:23.306" v="4007" actId="478"/>
        <pc:sldMkLst>
          <pc:docMk/>
          <pc:sldMk cId="3864092051" sldId="488"/>
        </pc:sldMkLst>
        <pc:spChg chg="mod">
          <ac:chgData name="Yeo Xiong Wei, Jonathan" userId="ac2b658e-7ce1-44bb-9f9f-bf4198ceaa29" providerId="ADAL" clId="{FA113883-91D2-4CA0-92D5-65987B5525C2}" dt="2023-08-16T07:58:32.039" v="2185" actId="20577"/>
          <ac:spMkLst>
            <pc:docMk/>
            <pc:sldMk cId="3864092051" sldId="488"/>
            <ac:spMk id="2" creationId="{2CB5D650-87DA-40F9-8CA6-5134E768F879}"/>
          </ac:spMkLst>
        </pc:spChg>
        <pc:spChg chg="mod">
          <ac:chgData name="Yeo Xiong Wei, Jonathan" userId="ac2b658e-7ce1-44bb-9f9f-bf4198ceaa29" providerId="ADAL" clId="{FA113883-91D2-4CA0-92D5-65987B5525C2}" dt="2023-08-16T07:50:00.784" v="2027" actId="20577"/>
          <ac:spMkLst>
            <pc:docMk/>
            <pc:sldMk cId="3864092051" sldId="488"/>
            <ac:spMk id="3" creationId="{5F1084EF-22C8-4EF1-B3AC-5CD9C82F5106}"/>
          </ac:spMkLst>
        </pc:spChg>
        <pc:spChg chg="del">
          <ac:chgData name="Yeo Xiong Wei, Jonathan" userId="ac2b658e-7ce1-44bb-9f9f-bf4198ceaa29" providerId="ADAL" clId="{FA113883-91D2-4CA0-92D5-65987B5525C2}" dt="2023-08-20T00:43:23.306" v="4007" actId="478"/>
          <ac:spMkLst>
            <pc:docMk/>
            <pc:sldMk cId="3864092051" sldId="488"/>
            <ac:spMk id="6" creationId="{24FC320A-84B7-E3E8-7F94-E16CD71D23EA}"/>
          </ac:spMkLst>
        </pc:spChg>
      </pc:sldChg>
      <pc:sldChg chg="modSp mod modAnim">
        <pc:chgData name="Yeo Xiong Wei, Jonathan" userId="ac2b658e-7ce1-44bb-9f9f-bf4198ceaa29" providerId="ADAL" clId="{FA113883-91D2-4CA0-92D5-65987B5525C2}" dt="2023-08-16T08:40:09.910" v="2510" actId="20577"/>
        <pc:sldMkLst>
          <pc:docMk/>
          <pc:sldMk cId="3950532445" sldId="523"/>
        </pc:sldMkLst>
        <pc:spChg chg="mod">
          <ac:chgData name="Yeo Xiong Wei, Jonathan" userId="ac2b658e-7ce1-44bb-9f9f-bf4198ceaa29" providerId="ADAL" clId="{FA113883-91D2-4CA0-92D5-65987B5525C2}" dt="2023-08-16T08:40:09.910" v="2510" actId="20577"/>
          <ac:spMkLst>
            <pc:docMk/>
            <pc:sldMk cId="3950532445" sldId="523"/>
            <ac:spMk id="5" creationId="{061BB625-FA9F-47AA-B90D-A911EB43A74D}"/>
          </ac:spMkLst>
        </pc:spChg>
      </pc:sldChg>
      <pc:sldChg chg="modSp mod">
        <pc:chgData name="Yeo Xiong Wei, Jonathan" userId="ac2b658e-7ce1-44bb-9f9f-bf4198ceaa29" providerId="ADAL" clId="{FA113883-91D2-4CA0-92D5-65987B5525C2}" dt="2023-08-16T06:49:41.308" v="480" actId="404"/>
        <pc:sldMkLst>
          <pc:docMk/>
          <pc:sldMk cId="3686239555" sldId="527"/>
        </pc:sldMkLst>
        <pc:spChg chg="mod">
          <ac:chgData name="Yeo Xiong Wei, Jonathan" userId="ac2b658e-7ce1-44bb-9f9f-bf4198ceaa29" providerId="ADAL" clId="{FA113883-91D2-4CA0-92D5-65987B5525C2}" dt="2023-08-16T06:49:41.308" v="480" actId="404"/>
          <ac:spMkLst>
            <pc:docMk/>
            <pc:sldMk cId="3686239555" sldId="527"/>
            <ac:spMk id="3" creationId="{F6166362-5747-4CF8-8778-889699D343D3}"/>
          </ac:spMkLst>
        </pc:spChg>
      </pc:sldChg>
      <pc:sldChg chg="modSp mod modAnim">
        <pc:chgData name="Yeo Xiong Wei, Jonathan" userId="ac2b658e-7ce1-44bb-9f9f-bf4198ceaa29" providerId="ADAL" clId="{FA113883-91D2-4CA0-92D5-65987B5525C2}" dt="2023-08-20T00:37:54.801" v="3835" actId="113"/>
        <pc:sldMkLst>
          <pc:docMk/>
          <pc:sldMk cId="303189795" sldId="528"/>
        </pc:sldMkLst>
        <pc:spChg chg="mod">
          <ac:chgData name="Yeo Xiong Wei, Jonathan" userId="ac2b658e-7ce1-44bb-9f9f-bf4198ceaa29" providerId="ADAL" clId="{FA113883-91D2-4CA0-92D5-65987B5525C2}" dt="2023-08-20T00:37:50.933" v="3832" actId="113"/>
          <ac:spMkLst>
            <pc:docMk/>
            <pc:sldMk cId="303189795" sldId="528"/>
            <ac:spMk id="2" creationId="{3CCAC8AD-0209-C4CF-FEA4-957431176B04}"/>
          </ac:spMkLst>
        </pc:spChg>
        <pc:spChg chg="mod">
          <ac:chgData name="Yeo Xiong Wei, Jonathan" userId="ac2b658e-7ce1-44bb-9f9f-bf4198ceaa29" providerId="ADAL" clId="{FA113883-91D2-4CA0-92D5-65987B5525C2}" dt="2023-08-20T00:37:52.076" v="3833" actId="113"/>
          <ac:spMkLst>
            <pc:docMk/>
            <pc:sldMk cId="303189795" sldId="528"/>
            <ac:spMk id="9" creationId="{5E8A545F-C311-4BAB-4125-39B43887BCD9}"/>
          </ac:spMkLst>
        </pc:spChg>
        <pc:spChg chg="mod">
          <ac:chgData name="Yeo Xiong Wei, Jonathan" userId="ac2b658e-7ce1-44bb-9f9f-bf4198ceaa29" providerId="ADAL" clId="{FA113883-91D2-4CA0-92D5-65987B5525C2}" dt="2023-08-20T00:37:53.501" v="3834" actId="113"/>
          <ac:spMkLst>
            <pc:docMk/>
            <pc:sldMk cId="303189795" sldId="528"/>
            <ac:spMk id="10" creationId="{0694E313-0348-FA94-3419-70FC740C4CCE}"/>
          </ac:spMkLst>
        </pc:spChg>
        <pc:spChg chg="mod">
          <ac:chgData name="Yeo Xiong Wei, Jonathan" userId="ac2b658e-7ce1-44bb-9f9f-bf4198ceaa29" providerId="ADAL" clId="{FA113883-91D2-4CA0-92D5-65987B5525C2}" dt="2023-08-20T00:37:54.801" v="3835" actId="113"/>
          <ac:spMkLst>
            <pc:docMk/>
            <pc:sldMk cId="303189795" sldId="528"/>
            <ac:spMk id="12" creationId="{68DDDA2E-6887-C075-C4C4-C9C014254BB4}"/>
          </ac:spMkLst>
        </pc:spChg>
        <pc:spChg chg="mod">
          <ac:chgData name="Yeo Xiong Wei, Jonathan" userId="ac2b658e-7ce1-44bb-9f9f-bf4198ceaa29" providerId="ADAL" clId="{FA113883-91D2-4CA0-92D5-65987B5525C2}" dt="2023-08-16T07:02:07.191" v="747" actId="20577"/>
          <ac:spMkLst>
            <pc:docMk/>
            <pc:sldMk cId="303189795" sldId="528"/>
            <ac:spMk id="15" creationId="{77203F6D-9768-445A-B0A9-4CC7257468DE}"/>
          </ac:spMkLst>
        </pc:spChg>
      </pc:sldChg>
      <pc:sldChg chg="modSp mod">
        <pc:chgData name="Yeo Xiong Wei, Jonathan" userId="ac2b658e-7ce1-44bb-9f9f-bf4198ceaa29" providerId="ADAL" clId="{FA113883-91D2-4CA0-92D5-65987B5525C2}" dt="2023-08-16T07:23:11.624" v="1202" actId="403"/>
        <pc:sldMkLst>
          <pc:docMk/>
          <pc:sldMk cId="3072354725" sldId="533"/>
        </pc:sldMkLst>
        <pc:spChg chg="mod">
          <ac:chgData name="Yeo Xiong Wei, Jonathan" userId="ac2b658e-7ce1-44bb-9f9f-bf4198ceaa29" providerId="ADAL" clId="{FA113883-91D2-4CA0-92D5-65987B5525C2}" dt="2023-08-16T07:23:02.429" v="1199" actId="1076"/>
          <ac:spMkLst>
            <pc:docMk/>
            <pc:sldMk cId="3072354725" sldId="533"/>
            <ac:spMk id="4" creationId="{971F755D-AAC1-42A1-BB88-2F82C454E36A}"/>
          </ac:spMkLst>
        </pc:spChg>
        <pc:spChg chg="mod">
          <ac:chgData name="Yeo Xiong Wei, Jonathan" userId="ac2b658e-7ce1-44bb-9f9f-bf4198ceaa29" providerId="ADAL" clId="{FA113883-91D2-4CA0-92D5-65987B5525C2}" dt="2023-08-16T07:23:02.429" v="1199" actId="1076"/>
          <ac:spMkLst>
            <pc:docMk/>
            <pc:sldMk cId="3072354725" sldId="533"/>
            <ac:spMk id="6" creationId="{FE56EDC9-179A-4BF8-94E8-C0AF8CD28DCF}"/>
          </ac:spMkLst>
        </pc:spChg>
        <pc:spChg chg="mod">
          <ac:chgData name="Yeo Xiong Wei, Jonathan" userId="ac2b658e-7ce1-44bb-9f9f-bf4198ceaa29" providerId="ADAL" clId="{FA113883-91D2-4CA0-92D5-65987B5525C2}" dt="2023-08-16T07:23:11.624" v="1202" actId="403"/>
          <ac:spMkLst>
            <pc:docMk/>
            <pc:sldMk cId="3072354725" sldId="533"/>
            <ac:spMk id="52226" creationId="{00000000-0000-0000-0000-000000000000}"/>
          </ac:spMkLst>
        </pc:spChg>
        <pc:graphicFrameChg chg="mod">
          <ac:chgData name="Yeo Xiong Wei, Jonathan" userId="ac2b658e-7ce1-44bb-9f9f-bf4198ceaa29" providerId="ADAL" clId="{FA113883-91D2-4CA0-92D5-65987B5525C2}" dt="2023-08-16T07:23:02.429" v="1199" actId="1076"/>
          <ac:graphicFrameMkLst>
            <pc:docMk/>
            <pc:sldMk cId="3072354725" sldId="533"/>
            <ac:graphicFrameMk id="3" creationId="{0E0BDF0A-830C-4AED-9D1E-F8E33740D956}"/>
          </ac:graphicFrameMkLst>
        </pc:graphicFrameChg>
      </pc:sldChg>
      <pc:sldChg chg="modSp">
        <pc:chgData name="Yeo Xiong Wei, Jonathan" userId="ac2b658e-7ce1-44bb-9f9f-bf4198ceaa29" providerId="ADAL" clId="{FA113883-91D2-4CA0-92D5-65987B5525C2}" dt="2023-08-16T07:03:25.503" v="755" actId="404"/>
        <pc:sldMkLst>
          <pc:docMk/>
          <pc:sldMk cId="410360194" sldId="535"/>
        </pc:sldMkLst>
        <pc:spChg chg="mod">
          <ac:chgData name="Yeo Xiong Wei, Jonathan" userId="ac2b658e-7ce1-44bb-9f9f-bf4198ceaa29" providerId="ADAL" clId="{FA113883-91D2-4CA0-92D5-65987B5525C2}" dt="2023-08-16T07:03:25.503" v="755" actId="404"/>
          <ac:spMkLst>
            <pc:docMk/>
            <pc:sldMk cId="410360194" sldId="535"/>
            <ac:spMk id="52226" creationId="{00000000-0000-0000-0000-000000000000}"/>
          </ac:spMkLst>
        </pc:spChg>
      </pc:sldChg>
      <pc:sldChg chg="modSp mod">
        <pc:chgData name="Yeo Xiong Wei, Jonathan" userId="ac2b658e-7ce1-44bb-9f9f-bf4198ceaa29" providerId="ADAL" clId="{FA113883-91D2-4CA0-92D5-65987B5525C2}" dt="2023-08-16T07:03:46.613" v="758" actId="1076"/>
        <pc:sldMkLst>
          <pc:docMk/>
          <pc:sldMk cId="1703688471" sldId="538"/>
        </pc:sldMkLst>
        <pc:spChg chg="mod">
          <ac:chgData name="Yeo Xiong Wei, Jonathan" userId="ac2b658e-7ce1-44bb-9f9f-bf4198ceaa29" providerId="ADAL" clId="{FA113883-91D2-4CA0-92D5-65987B5525C2}" dt="2023-08-16T07:03:44.277" v="757" actId="1076"/>
          <ac:spMkLst>
            <pc:docMk/>
            <pc:sldMk cId="1703688471" sldId="538"/>
            <ac:spMk id="4" creationId="{971F755D-AAC1-42A1-BB88-2F82C454E36A}"/>
          </ac:spMkLst>
        </pc:spChg>
        <pc:spChg chg="mod">
          <ac:chgData name="Yeo Xiong Wei, Jonathan" userId="ac2b658e-7ce1-44bb-9f9f-bf4198ceaa29" providerId="ADAL" clId="{FA113883-91D2-4CA0-92D5-65987B5525C2}" dt="2023-08-16T07:03:44.277" v="757" actId="1076"/>
          <ac:spMkLst>
            <pc:docMk/>
            <pc:sldMk cId="1703688471" sldId="538"/>
            <ac:spMk id="6" creationId="{FE56EDC9-179A-4BF8-94E8-C0AF8CD28DCF}"/>
          </ac:spMkLst>
        </pc:spChg>
        <pc:spChg chg="mod">
          <ac:chgData name="Yeo Xiong Wei, Jonathan" userId="ac2b658e-7ce1-44bb-9f9f-bf4198ceaa29" providerId="ADAL" clId="{FA113883-91D2-4CA0-92D5-65987B5525C2}" dt="2023-08-16T07:03:46.613" v="758" actId="1076"/>
          <ac:spMkLst>
            <pc:docMk/>
            <pc:sldMk cId="1703688471" sldId="538"/>
            <ac:spMk id="52226" creationId="{00000000-0000-0000-0000-000000000000}"/>
          </ac:spMkLst>
        </pc:spChg>
        <pc:graphicFrameChg chg="mod">
          <ac:chgData name="Yeo Xiong Wei, Jonathan" userId="ac2b658e-7ce1-44bb-9f9f-bf4198ceaa29" providerId="ADAL" clId="{FA113883-91D2-4CA0-92D5-65987B5525C2}" dt="2023-08-16T07:03:44.277" v="757" actId="1076"/>
          <ac:graphicFrameMkLst>
            <pc:docMk/>
            <pc:sldMk cId="1703688471" sldId="538"/>
            <ac:graphicFrameMk id="3" creationId="{0E0BDF0A-830C-4AED-9D1E-F8E33740D956}"/>
          </ac:graphicFrameMkLst>
        </pc:graphicFrameChg>
      </pc:sldChg>
      <pc:sldChg chg="modSp mod">
        <pc:chgData name="Yeo Xiong Wei, Jonathan" userId="ac2b658e-7ce1-44bb-9f9f-bf4198ceaa29" providerId="ADAL" clId="{FA113883-91D2-4CA0-92D5-65987B5525C2}" dt="2023-08-16T07:04:51.599" v="768" actId="207"/>
        <pc:sldMkLst>
          <pc:docMk/>
          <pc:sldMk cId="3631685422" sldId="553"/>
        </pc:sldMkLst>
        <pc:spChg chg="mod">
          <ac:chgData name="Yeo Xiong Wei, Jonathan" userId="ac2b658e-7ce1-44bb-9f9f-bf4198ceaa29" providerId="ADAL" clId="{FA113883-91D2-4CA0-92D5-65987B5525C2}" dt="2023-08-16T07:04:51.599" v="768" actId="207"/>
          <ac:spMkLst>
            <pc:docMk/>
            <pc:sldMk cId="3631685422" sldId="553"/>
            <ac:spMk id="52226" creationId="{00000000-0000-0000-0000-000000000000}"/>
          </ac:spMkLst>
        </pc:spChg>
      </pc:sldChg>
      <pc:sldChg chg="modSp ord modAnim">
        <pc:chgData name="Yeo Xiong Wei, Jonathan" userId="ac2b658e-7ce1-44bb-9f9f-bf4198ceaa29" providerId="ADAL" clId="{FA113883-91D2-4CA0-92D5-65987B5525C2}" dt="2023-08-16T08:47:17.225" v="2555" actId="207"/>
        <pc:sldMkLst>
          <pc:docMk/>
          <pc:sldMk cId="1316645097" sldId="556"/>
        </pc:sldMkLst>
        <pc:spChg chg="mod">
          <ac:chgData name="Yeo Xiong Wei, Jonathan" userId="ac2b658e-7ce1-44bb-9f9f-bf4198ceaa29" providerId="ADAL" clId="{FA113883-91D2-4CA0-92D5-65987B5525C2}" dt="2023-08-16T07:38:29.365" v="1699" actId="404"/>
          <ac:spMkLst>
            <pc:docMk/>
            <pc:sldMk cId="1316645097" sldId="556"/>
            <ac:spMk id="2" creationId="{B8D23D07-66A9-8F6F-C3D9-16C301C78919}"/>
          </ac:spMkLst>
        </pc:spChg>
        <pc:spChg chg="mod">
          <ac:chgData name="Yeo Xiong Wei, Jonathan" userId="ac2b658e-7ce1-44bb-9f9f-bf4198ceaa29" providerId="ADAL" clId="{FA113883-91D2-4CA0-92D5-65987B5525C2}" dt="2023-08-16T08:45:11.975" v="2533" actId="207"/>
          <ac:spMkLst>
            <pc:docMk/>
            <pc:sldMk cId="1316645097" sldId="556"/>
            <ac:spMk id="41" creationId="{1A78C340-1D49-52B2-CCFD-6F3A876B1240}"/>
          </ac:spMkLst>
        </pc:spChg>
        <pc:spChg chg="mod">
          <ac:chgData name="Yeo Xiong Wei, Jonathan" userId="ac2b658e-7ce1-44bb-9f9f-bf4198ceaa29" providerId="ADAL" clId="{FA113883-91D2-4CA0-92D5-65987B5525C2}" dt="2023-08-16T08:45:14.976" v="2535" actId="207"/>
          <ac:spMkLst>
            <pc:docMk/>
            <pc:sldMk cId="1316645097" sldId="556"/>
            <ac:spMk id="42" creationId="{85F63324-4D35-CE51-49EE-E1511E96371E}"/>
          </ac:spMkLst>
        </pc:spChg>
        <pc:spChg chg="mod">
          <ac:chgData name="Yeo Xiong Wei, Jonathan" userId="ac2b658e-7ce1-44bb-9f9f-bf4198ceaa29" providerId="ADAL" clId="{FA113883-91D2-4CA0-92D5-65987B5525C2}" dt="2023-08-16T08:46:52.311" v="2548" actId="207"/>
          <ac:spMkLst>
            <pc:docMk/>
            <pc:sldMk cId="1316645097" sldId="556"/>
            <ac:spMk id="45" creationId="{C0F7A4D4-290D-9F75-52E4-8ABDC1F978F5}"/>
          </ac:spMkLst>
        </pc:spChg>
        <pc:spChg chg="mod">
          <ac:chgData name="Yeo Xiong Wei, Jonathan" userId="ac2b658e-7ce1-44bb-9f9f-bf4198ceaa29" providerId="ADAL" clId="{FA113883-91D2-4CA0-92D5-65987B5525C2}" dt="2023-08-16T08:46:55.533" v="2549" actId="207"/>
          <ac:spMkLst>
            <pc:docMk/>
            <pc:sldMk cId="1316645097" sldId="556"/>
            <ac:spMk id="46" creationId="{6A20FD5B-DB18-D6E1-C124-BA188A8090D7}"/>
          </ac:spMkLst>
        </pc:spChg>
        <pc:spChg chg="mod">
          <ac:chgData name="Yeo Xiong Wei, Jonathan" userId="ac2b658e-7ce1-44bb-9f9f-bf4198ceaa29" providerId="ADAL" clId="{FA113883-91D2-4CA0-92D5-65987B5525C2}" dt="2023-08-16T08:47:00.753" v="2550" actId="207"/>
          <ac:spMkLst>
            <pc:docMk/>
            <pc:sldMk cId="1316645097" sldId="556"/>
            <ac:spMk id="47" creationId="{79612624-F6AA-F944-C95E-15E405D886FD}"/>
          </ac:spMkLst>
        </pc:spChg>
        <pc:spChg chg="mod">
          <ac:chgData name="Yeo Xiong Wei, Jonathan" userId="ac2b658e-7ce1-44bb-9f9f-bf4198ceaa29" providerId="ADAL" clId="{FA113883-91D2-4CA0-92D5-65987B5525C2}" dt="2023-08-16T08:47:03.523" v="2551" actId="207"/>
          <ac:spMkLst>
            <pc:docMk/>
            <pc:sldMk cId="1316645097" sldId="556"/>
            <ac:spMk id="48" creationId="{5B4DC293-7A7B-AC24-019B-4D4B07405D22}"/>
          </ac:spMkLst>
        </pc:spChg>
        <pc:spChg chg="mod">
          <ac:chgData name="Yeo Xiong Wei, Jonathan" userId="ac2b658e-7ce1-44bb-9f9f-bf4198ceaa29" providerId="ADAL" clId="{FA113883-91D2-4CA0-92D5-65987B5525C2}" dt="2023-08-16T08:47:11.971" v="2553" actId="113"/>
          <ac:spMkLst>
            <pc:docMk/>
            <pc:sldMk cId="1316645097" sldId="556"/>
            <ac:spMk id="49" creationId="{8EC6B8DC-E61D-673E-7831-61318A0DEC7E}"/>
          </ac:spMkLst>
        </pc:spChg>
        <pc:spChg chg="mod">
          <ac:chgData name="Yeo Xiong Wei, Jonathan" userId="ac2b658e-7ce1-44bb-9f9f-bf4198ceaa29" providerId="ADAL" clId="{FA113883-91D2-4CA0-92D5-65987B5525C2}" dt="2023-08-16T08:47:17.225" v="2555" actId="207"/>
          <ac:spMkLst>
            <pc:docMk/>
            <pc:sldMk cId="1316645097" sldId="556"/>
            <ac:spMk id="50" creationId="{6551C887-BAE5-2F87-9AA3-E7AC9139AD01}"/>
          </ac:spMkLst>
        </pc:spChg>
      </pc:sldChg>
      <pc:sldChg chg="modSp mod modNotesTx">
        <pc:chgData name="Yeo Xiong Wei, Jonathan" userId="ac2b658e-7ce1-44bb-9f9f-bf4198ceaa29" providerId="ADAL" clId="{FA113883-91D2-4CA0-92D5-65987B5525C2}" dt="2023-08-16T07:21:46.798" v="1193" actId="1076"/>
        <pc:sldMkLst>
          <pc:docMk/>
          <pc:sldMk cId="3913929972" sldId="559"/>
        </pc:sldMkLst>
        <pc:spChg chg="mod">
          <ac:chgData name="Yeo Xiong Wei, Jonathan" userId="ac2b658e-7ce1-44bb-9f9f-bf4198ceaa29" providerId="ADAL" clId="{FA113883-91D2-4CA0-92D5-65987B5525C2}" dt="2023-08-16T07:21:46.798" v="1193" actId="1076"/>
          <ac:spMkLst>
            <pc:docMk/>
            <pc:sldMk cId="3913929972" sldId="559"/>
            <ac:spMk id="7" creationId="{13C24441-1B68-70FA-053D-7133F3409C8C}"/>
          </ac:spMkLst>
        </pc:spChg>
        <pc:spChg chg="mod">
          <ac:chgData name="Yeo Xiong Wei, Jonathan" userId="ac2b658e-7ce1-44bb-9f9f-bf4198ceaa29" providerId="ADAL" clId="{FA113883-91D2-4CA0-92D5-65987B5525C2}" dt="2023-08-16T07:21:46.798" v="1193" actId="1076"/>
          <ac:spMkLst>
            <pc:docMk/>
            <pc:sldMk cId="3913929972" sldId="559"/>
            <ac:spMk id="8" creationId="{59A86139-CBF0-E703-2BA1-17B7ACD7C27E}"/>
          </ac:spMkLst>
        </pc:spChg>
        <pc:spChg chg="mod">
          <ac:chgData name="Yeo Xiong Wei, Jonathan" userId="ac2b658e-7ce1-44bb-9f9f-bf4198ceaa29" providerId="ADAL" clId="{FA113883-91D2-4CA0-92D5-65987B5525C2}" dt="2023-08-16T07:21:46.798" v="1193" actId="1076"/>
          <ac:spMkLst>
            <pc:docMk/>
            <pc:sldMk cId="3913929972" sldId="559"/>
            <ac:spMk id="9" creationId="{449C4ED9-5575-95BD-D9A9-B3EDDBDB481A}"/>
          </ac:spMkLst>
        </pc:spChg>
        <pc:spChg chg="mod">
          <ac:chgData name="Yeo Xiong Wei, Jonathan" userId="ac2b658e-7ce1-44bb-9f9f-bf4198ceaa29" providerId="ADAL" clId="{FA113883-91D2-4CA0-92D5-65987B5525C2}" dt="2023-08-16T07:21:46.798" v="1193" actId="1076"/>
          <ac:spMkLst>
            <pc:docMk/>
            <pc:sldMk cId="3913929972" sldId="559"/>
            <ac:spMk id="10" creationId="{7089A6F7-970E-5491-755D-F90211173E83}"/>
          </ac:spMkLst>
        </pc:spChg>
        <pc:spChg chg="mod">
          <ac:chgData name="Yeo Xiong Wei, Jonathan" userId="ac2b658e-7ce1-44bb-9f9f-bf4198ceaa29" providerId="ADAL" clId="{FA113883-91D2-4CA0-92D5-65987B5525C2}" dt="2023-08-16T07:21:46.798" v="1193" actId="1076"/>
          <ac:spMkLst>
            <pc:docMk/>
            <pc:sldMk cId="3913929972" sldId="559"/>
            <ac:spMk id="11" creationId="{E4AAE383-481E-F876-FEB9-A7C07FAB492F}"/>
          </ac:spMkLst>
        </pc:spChg>
        <pc:spChg chg="mod">
          <ac:chgData name="Yeo Xiong Wei, Jonathan" userId="ac2b658e-7ce1-44bb-9f9f-bf4198ceaa29" providerId="ADAL" clId="{FA113883-91D2-4CA0-92D5-65987B5525C2}" dt="2023-08-16T07:21:46.798" v="1193" actId="1076"/>
          <ac:spMkLst>
            <pc:docMk/>
            <pc:sldMk cId="3913929972" sldId="559"/>
            <ac:spMk id="52226" creationId="{00000000-0000-0000-0000-000000000000}"/>
          </ac:spMkLst>
        </pc:spChg>
        <pc:graphicFrameChg chg="mod">
          <ac:chgData name="Yeo Xiong Wei, Jonathan" userId="ac2b658e-7ce1-44bb-9f9f-bf4198ceaa29" providerId="ADAL" clId="{FA113883-91D2-4CA0-92D5-65987B5525C2}" dt="2023-08-16T07:21:46.798" v="1193" actId="1076"/>
          <ac:graphicFrameMkLst>
            <pc:docMk/>
            <pc:sldMk cId="3913929972" sldId="559"/>
            <ac:graphicFrameMk id="2" creationId="{A28E714B-3289-DF42-B919-D384735D8839}"/>
          </ac:graphicFrameMkLst>
        </pc:graphicFrameChg>
      </pc:sldChg>
      <pc:sldChg chg="modSp mod">
        <pc:chgData name="Yeo Xiong Wei, Jonathan" userId="ac2b658e-7ce1-44bb-9f9f-bf4198ceaa29" providerId="ADAL" clId="{FA113883-91D2-4CA0-92D5-65987B5525C2}" dt="2023-08-16T07:26:08.987" v="1236" actId="1076"/>
        <pc:sldMkLst>
          <pc:docMk/>
          <pc:sldMk cId="1555638462" sldId="560"/>
        </pc:sldMkLst>
        <pc:spChg chg="mod">
          <ac:chgData name="Yeo Xiong Wei, Jonathan" userId="ac2b658e-7ce1-44bb-9f9f-bf4198ceaa29" providerId="ADAL" clId="{FA113883-91D2-4CA0-92D5-65987B5525C2}" dt="2023-08-16T07:26:08.987" v="1236" actId="1076"/>
          <ac:spMkLst>
            <pc:docMk/>
            <pc:sldMk cId="1555638462" sldId="560"/>
            <ac:spMk id="52226" creationId="{00000000-0000-0000-0000-000000000000}"/>
          </ac:spMkLst>
        </pc:spChg>
      </pc:sldChg>
      <pc:sldChg chg="modSp mod ord modAnim">
        <pc:chgData name="Yeo Xiong Wei, Jonathan" userId="ac2b658e-7ce1-44bb-9f9f-bf4198ceaa29" providerId="ADAL" clId="{FA113883-91D2-4CA0-92D5-65987B5525C2}" dt="2023-08-20T00:40:37.829" v="3836"/>
        <pc:sldMkLst>
          <pc:docMk/>
          <pc:sldMk cId="2139685709" sldId="561"/>
        </pc:sldMkLst>
        <pc:spChg chg="mod">
          <ac:chgData name="Yeo Xiong Wei, Jonathan" userId="ac2b658e-7ce1-44bb-9f9f-bf4198ceaa29" providerId="ADAL" clId="{FA113883-91D2-4CA0-92D5-65987B5525C2}" dt="2023-08-16T08:48:53.708" v="2579" actId="115"/>
          <ac:spMkLst>
            <pc:docMk/>
            <pc:sldMk cId="2139685709" sldId="561"/>
            <ac:spMk id="2" creationId="{B8D23D07-66A9-8F6F-C3D9-16C301C78919}"/>
          </ac:spMkLst>
        </pc:spChg>
        <pc:spChg chg="mod">
          <ac:chgData name="Yeo Xiong Wei, Jonathan" userId="ac2b658e-7ce1-44bb-9f9f-bf4198ceaa29" providerId="ADAL" clId="{FA113883-91D2-4CA0-92D5-65987B5525C2}" dt="2023-08-16T08:47:43.310" v="2561" actId="113"/>
          <ac:spMkLst>
            <pc:docMk/>
            <pc:sldMk cId="2139685709" sldId="561"/>
            <ac:spMk id="45" creationId="{C0F7A4D4-290D-9F75-52E4-8ABDC1F978F5}"/>
          </ac:spMkLst>
        </pc:spChg>
        <pc:spChg chg="mod">
          <ac:chgData name="Yeo Xiong Wei, Jonathan" userId="ac2b658e-7ce1-44bb-9f9f-bf4198ceaa29" providerId="ADAL" clId="{FA113883-91D2-4CA0-92D5-65987B5525C2}" dt="2023-08-16T08:47:45.720" v="2563" actId="207"/>
          <ac:spMkLst>
            <pc:docMk/>
            <pc:sldMk cId="2139685709" sldId="561"/>
            <ac:spMk id="46" creationId="{6A20FD5B-DB18-D6E1-C124-BA188A8090D7}"/>
          </ac:spMkLst>
        </pc:spChg>
        <pc:spChg chg="mod">
          <ac:chgData name="Yeo Xiong Wei, Jonathan" userId="ac2b658e-7ce1-44bb-9f9f-bf4198ceaa29" providerId="ADAL" clId="{FA113883-91D2-4CA0-92D5-65987B5525C2}" dt="2023-08-16T08:47:50.157" v="2565" actId="113"/>
          <ac:spMkLst>
            <pc:docMk/>
            <pc:sldMk cId="2139685709" sldId="561"/>
            <ac:spMk id="47" creationId="{79612624-F6AA-F944-C95E-15E405D886FD}"/>
          </ac:spMkLst>
        </pc:spChg>
        <pc:spChg chg="mod">
          <ac:chgData name="Yeo Xiong Wei, Jonathan" userId="ac2b658e-7ce1-44bb-9f9f-bf4198ceaa29" providerId="ADAL" clId="{FA113883-91D2-4CA0-92D5-65987B5525C2}" dt="2023-08-16T08:47:53.847" v="2567" actId="207"/>
          <ac:spMkLst>
            <pc:docMk/>
            <pc:sldMk cId="2139685709" sldId="561"/>
            <ac:spMk id="48" creationId="{5B4DC293-7A7B-AC24-019B-4D4B07405D22}"/>
          </ac:spMkLst>
        </pc:spChg>
        <pc:spChg chg="mod">
          <ac:chgData name="Yeo Xiong Wei, Jonathan" userId="ac2b658e-7ce1-44bb-9f9f-bf4198ceaa29" providerId="ADAL" clId="{FA113883-91D2-4CA0-92D5-65987B5525C2}" dt="2023-08-16T08:47:58.819" v="2569" actId="207"/>
          <ac:spMkLst>
            <pc:docMk/>
            <pc:sldMk cId="2139685709" sldId="561"/>
            <ac:spMk id="49" creationId="{8EC6B8DC-E61D-673E-7831-61318A0DEC7E}"/>
          </ac:spMkLst>
        </pc:spChg>
        <pc:spChg chg="mod">
          <ac:chgData name="Yeo Xiong Wei, Jonathan" userId="ac2b658e-7ce1-44bb-9f9f-bf4198ceaa29" providerId="ADAL" clId="{FA113883-91D2-4CA0-92D5-65987B5525C2}" dt="2023-08-16T08:48:02.090" v="2571" actId="207"/>
          <ac:spMkLst>
            <pc:docMk/>
            <pc:sldMk cId="2139685709" sldId="561"/>
            <ac:spMk id="50" creationId="{6551C887-BAE5-2F87-9AA3-E7AC9139AD01}"/>
          </ac:spMkLst>
        </pc:spChg>
      </pc:sldChg>
      <pc:sldChg chg="modSp mod ord modNotesTx">
        <pc:chgData name="Yeo Xiong Wei, Jonathan" userId="ac2b658e-7ce1-44bb-9f9f-bf4198ceaa29" providerId="ADAL" clId="{FA113883-91D2-4CA0-92D5-65987B5525C2}" dt="2023-08-20T00:42:20.221" v="3992" actId="113"/>
        <pc:sldMkLst>
          <pc:docMk/>
          <pc:sldMk cId="3604837883" sldId="562"/>
        </pc:sldMkLst>
        <pc:spChg chg="mod">
          <ac:chgData name="Yeo Xiong Wei, Jonathan" userId="ac2b658e-7ce1-44bb-9f9f-bf4198ceaa29" providerId="ADAL" clId="{FA113883-91D2-4CA0-92D5-65987B5525C2}" dt="2023-08-16T08:43:26.973" v="2514" actId="113"/>
          <ac:spMkLst>
            <pc:docMk/>
            <pc:sldMk cId="3604837883" sldId="562"/>
            <ac:spMk id="41" creationId="{1A78C340-1D49-52B2-CCFD-6F3A876B1240}"/>
          </ac:spMkLst>
        </pc:spChg>
        <pc:spChg chg="mod">
          <ac:chgData name="Yeo Xiong Wei, Jonathan" userId="ac2b658e-7ce1-44bb-9f9f-bf4198ceaa29" providerId="ADAL" clId="{FA113883-91D2-4CA0-92D5-65987B5525C2}" dt="2023-08-16T08:43:24.723" v="2513" actId="113"/>
          <ac:spMkLst>
            <pc:docMk/>
            <pc:sldMk cId="3604837883" sldId="562"/>
            <ac:spMk id="42" creationId="{85F63324-4D35-CE51-49EE-E1511E96371E}"/>
          </ac:spMkLst>
        </pc:spChg>
        <pc:spChg chg="mod">
          <ac:chgData name="Yeo Xiong Wei, Jonathan" userId="ac2b658e-7ce1-44bb-9f9f-bf4198ceaa29" providerId="ADAL" clId="{FA113883-91D2-4CA0-92D5-65987B5525C2}" dt="2023-08-16T08:47:24.830" v="2556" actId="207"/>
          <ac:spMkLst>
            <pc:docMk/>
            <pc:sldMk cId="3604837883" sldId="562"/>
            <ac:spMk id="47" creationId="{79612624-F6AA-F944-C95E-15E405D886FD}"/>
          </ac:spMkLst>
        </pc:spChg>
        <pc:spChg chg="mod">
          <ac:chgData name="Yeo Xiong Wei, Jonathan" userId="ac2b658e-7ce1-44bb-9f9f-bf4198ceaa29" providerId="ADAL" clId="{FA113883-91D2-4CA0-92D5-65987B5525C2}" dt="2023-08-16T08:47:26.986" v="2557" actId="207"/>
          <ac:spMkLst>
            <pc:docMk/>
            <pc:sldMk cId="3604837883" sldId="562"/>
            <ac:spMk id="48" creationId="{5B4DC293-7A7B-AC24-019B-4D4B07405D22}"/>
          </ac:spMkLst>
        </pc:spChg>
        <pc:spChg chg="mod">
          <ac:chgData name="Yeo Xiong Wei, Jonathan" userId="ac2b658e-7ce1-44bb-9f9f-bf4198ceaa29" providerId="ADAL" clId="{FA113883-91D2-4CA0-92D5-65987B5525C2}" dt="2023-08-16T08:47:29.480" v="2558" actId="207"/>
          <ac:spMkLst>
            <pc:docMk/>
            <pc:sldMk cId="3604837883" sldId="562"/>
            <ac:spMk id="49" creationId="{8EC6B8DC-E61D-673E-7831-61318A0DEC7E}"/>
          </ac:spMkLst>
        </pc:spChg>
        <pc:spChg chg="mod">
          <ac:chgData name="Yeo Xiong Wei, Jonathan" userId="ac2b658e-7ce1-44bb-9f9f-bf4198ceaa29" providerId="ADAL" clId="{FA113883-91D2-4CA0-92D5-65987B5525C2}" dt="2023-08-16T08:47:33.419" v="2559" actId="207"/>
          <ac:spMkLst>
            <pc:docMk/>
            <pc:sldMk cId="3604837883" sldId="562"/>
            <ac:spMk id="50" creationId="{6551C887-BAE5-2F87-9AA3-E7AC9139AD01}"/>
          </ac:spMkLst>
        </pc:spChg>
        <pc:spChg chg="mod">
          <ac:chgData name="Yeo Xiong Wei, Jonathan" userId="ac2b658e-7ce1-44bb-9f9f-bf4198ceaa29" providerId="ADAL" clId="{FA113883-91D2-4CA0-92D5-65987B5525C2}" dt="2023-08-20T00:42:20.221" v="3992" actId="113"/>
          <ac:spMkLst>
            <pc:docMk/>
            <pc:sldMk cId="3604837883" sldId="562"/>
            <ac:spMk id="51" creationId="{BAA7E6F8-80D4-8D35-D9EE-3E5CDB45DA83}"/>
          </ac:spMkLst>
        </pc:spChg>
      </pc:sldChg>
      <pc:sldChg chg="addSp modSp mod ord">
        <pc:chgData name="Yeo Xiong Wei, Jonathan" userId="ac2b658e-7ce1-44bb-9f9f-bf4198ceaa29" providerId="ADAL" clId="{FA113883-91D2-4CA0-92D5-65987B5525C2}" dt="2023-08-20T00:43:14.546" v="4005" actId="1076"/>
        <pc:sldMkLst>
          <pc:docMk/>
          <pc:sldMk cId="4013751424" sldId="563"/>
        </pc:sldMkLst>
        <pc:spChg chg="mod">
          <ac:chgData name="Yeo Xiong Wei, Jonathan" userId="ac2b658e-7ce1-44bb-9f9f-bf4198ceaa29" providerId="ADAL" clId="{FA113883-91D2-4CA0-92D5-65987B5525C2}" dt="2023-08-20T00:43:14.546" v="4005" actId="1076"/>
          <ac:spMkLst>
            <pc:docMk/>
            <pc:sldMk cId="4013751424" sldId="563"/>
            <ac:spMk id="2" creationId="{992F2348-1827-BB18-F3A8-4F43F4BD3D3F}"/>
          </ac:spMkLst>
        </pc:spChg>
        <pc:spChg chg="mod">
          <ac:chgData name="Yeo Xiong Wei, Jonathan" userId="ac2b658e-7ce1-44bb-9f9f-bf4198ceaa29" providerId="ADAL" clId="{FA113883-91D2-4CA0-92D5-65987B5525C2}" dt="2023-08-20T00:43:14.546" v="4005" actId="1076"/>
          <ac:spMkLst>
            <pc:docMk/>
            <pc:sldMk cId="4013751424" sldId="563"/>
            <ac:spMk id="4" creationId="{EBE22E14-61CC-9C3C-32CE-C8273A40D22E}"/>
          </ac:spMkLst>
        </pc:spChg>
        <pc:spChg chg="mod">
          <ac:chgData name="Yeo Xiong Wei, Jonathan" userId="ac2b658e-7ce1-44bb-9f9f-bf4198ceaa29" providerId="ADAL" clId="{FA113883-91D2-4CA0-92D5-65987B5525C2}" dt="2023-08-16T08:28:17.922" v="2474" actId="6549"/>
          <ac:spMkLst>
            <pc:docMk/>
            <pc:sldMk cId="4013751424" sldId="563"/>
            <ac:spMk id="41" creationId="{1A78C340-1D49-52B2-CCFD-6F3A876B1240}"/>
          </ac:spMkLst>
        </pc:spChg>
        <pc:spChg chg="mod">
          <ac:chgData name="Yeo Xiong Wei, Jonathan" userId="ac2b658e-7ce1-44bb-9f9f-bf4198ceaa29" providerId="ADAL" clId="{FA113883-91D2-4CA0-92D5-65987B5525C2}" dt="2023-08-16T08:28:19.133" v="2475" actId="6549"/>
          <ac:spMkLst>
            <pc:docMk/>
            <pc:sldMk cId="4013751424" sldId="563"/>
            <ac:spMk id="42" creationId="{85F63324-4D35-CE51-49EE-E1511E96371E}"/>
          </ac:spMkLst>
        </pc:spChg>
        <pc:spChg chg="mod">
          <ac:chgData name="Yeo Xiong Wei, Jonathan" userId="ac2b658e-7ce1-44bb-9f9f-bf4198ceaa29" providerId="ADAL" clId="{FA113883-91D2-4CA0-92D5-65987B5525C2}" dt="2023-08-20T00:43:14.546" v="4005" actId="1076"/>
          <ac:spMkLst>
            <pc:docMk/>
            <pc:sldMk cId="4013751424" sldId="563"/>
            <ac:spMk id="51" creationId="{BAA7E6F8-80D4-8D35-D9EE-3E5CDB45DA83}"/>
          </ac:spMkLst>
        </pc:spChg>
        <pc:spChg chg="mod">
          <ac:chgData name="Yeo Xiong Wei, Jonathan" userId="ac2b658e-7ce1-44bb-9f9f-bf4198ceaa29" providerId="ADAL" clId="{FA113883-91D2-4CA0-92D5-65987B5525C2}" dt="2023-08-16T07:58:37.992" v="2187" actId="20577"/>
          <ac:spMkLst>
            <pc:docMk/>
            <pc:sldMk cId="4013751424" sldId="563"/>
            <ac:spMk id="52225" creationId="{00000000-0000-0000-0000-000000000000}"/>
          </ac:spMkLst>
        </pc:spChg>
        <pc:picChg chg="add mod">
          <ac:chgData name="Yeo Xiong Wei, Jonathan" userId="ac2b658e-7ce1-44bb-9f9f-bf4198ceaa29" providerId="ADAL" clId="{FA113883-91D2-4CA0-92D5-65987B5525C2}" dt="2023-08-20T00:43:07.934" v="4004" actId="1076"/>
          <ac:picMkLst>
            <pc:docMk/>
            <pc:sldMk cId="4013751424" sldId="563"/>
            <ac:picMk id="8" creationId="{BC57A929-95CB-0313-B6F8-A86D7DF57467}"/>
          </ac:picMkLst>
        </pc:picChg>
      </pc:sldChg>
      <pc:sldChg chg="addSp modSp mod ord">
        <pc:chgData name="Yeo Xiong Wei, Jonathan" userId="ac2b658e-7ce1-44bb-9f9f-bf4198ceaa29" providerId="ADAL" clId="{FA113883-91D2-4CA0-92D5-65987B5525C2}" dt="2023-08-20T00:43:17.384" v="4006"/>
        <pc:sldMkLst>
          <pc:docMk/>
          <pc:sldMk cId="7423801" sldId="564"/>
        </pc:sldMkLst>
        <pc:spChg chg="mod">
          <ac:chgData name="Yeo Xiong Wei, Jonathan" userId="ac2b658e-7ce1-44bb-9f9f-bf4198ceaa29" providerId="ADAL" clId="{FA113883-91D2-4CA0-92D5-65987B5525C2}" dt="2023-08-16T07:34:09.407" v="1385" actId="20577"/>
          <ac:spMkLst>
            <pc:docMk/>
            <pc:sldMk cId="7423801" sldId="564"/>
            <ac:spMk id="8" creationId="{1A1C1533-FCCC-6D33-5DFA-E39FBF2B7CC9}"/>
          </ac:spMkLst>
        </pc:spChg>
        <pc:spChg chg="mod">
          <ac:chgData name="Yeo Xiong Wei, Jonathan" userId="ac2b658e-7ce1-44bb-9f9f-bf4198ceaa29" providerId="ADAL" clId="{FA113883-91D2-4CA0-92D5-65987B5525C2}" dt="2023-08-20T00:42:52.595" v="4002" actId="1036"/>
          <ac:spMkLst>
            <pc:docMk/>
            <pc:sldMk cId="7423801" sldId="564"/>
            <ac:spMk id="42" creationId="{85F63324-4D35-CE51-49EE-E1511E96371E}"/>
          </ac:spMkLst>
        </pc:spChg>
        <pc:spChg chg="mod">
          <ac:chgData name="Yeo Xiong Wei, Jonathan" userId="ac2b658e-7ce1-44bb-9f9f-bf4198ceaa29" providerId="ADAL" clId="{FA113883-91D2-4CA0-92D5-65987B5525C2}" dt="2023-08-16T07:58:40.873" v="2189" actId="20577"/>
          <ac:spMkLst>
            <pc:docMk/>
            <pc:sldMk cId="7423801" sldId="564"/>
            <ac:spMk id="52225" creationId="{00000000-0000-0000-0000-000000000000}"/>
          </ac:spMkLst>
        </pc:spChg>
        <pc:picChg chg="add mod">
          <ac:chgData name="Yeo Xiong Wei, Jonathan" userId="ac2b658e-7ce1-44bb-9f9f-bf4198ceaa29" providerId="ADAL" clId="{FA113883-91D2-4CA0-92D5-65987B5525C2}" dt="2023-08-20T00:43:17.384" v="4006"/>
          <ac:picMkLst>
            <pc:docMk/>
            <pc:sldMk cId="7423801" sldId="564"/>
            <ac:picMk id="2" creationId="{C48B3BF7-FD62-0C5C-FB8D-B1EF03CDD1BE}"/>
          </ac:picMkLst>
        </pc:picChg>
      </pc:sldChg>
      <pc:sldChg chg="modSp del mod">
        <pc:chgData name="Yeo Xiong Wei, Jonathan" userId="ac2b658e-7ce1-44bb-9f9f-bf4198ceaa29" providerId="ADAL" clId="{FA113883-91D2-4CA0-92D5-65987B5525C2}" dt="2023-08-16T08:07:05.345" v="2195" actId="2696"/>
        <pc:sldMkLst>
          <pc:docMk/>
          <pc:sldMk cId="796664655" sldId="565"/>
        </pc:sldMkLst>
        <pc:spChg chg="mod">
          <ac:chgData name="Yeo Xiong Wei, Jonathan" userId="ac2b658e-7ce1-44bb-9f9f-bf4198ceaa29" providerId="ADAL" clId="{FA113883-91D2-4CA0-92D5-65987B5525C2}" dt="2023-08-16T07:49:45.465" v="2019" actId="20577"/>
          <ac:spMkLst>
            <pc:docMk/>
            <pc:sldMk cId="796664655" sldId="565"/>
            <ac:spMk id="16" creationId="{DD99C6AA-4FB0-4001-819D-E2F987201D6E}"/>
          </ac:spMkLst>
        </pc:spChg>
        <pc:graphicFrameChg chg="modGraphic">
          <ac:chgData name="Yeo Xiong Wei, Jonathan" userId="ac2b658e-7ce1-44bb-9f9f-bf4198ceaa29" providerId="ADAL" clId="{FA113883-91D2-4CA0-92D5-65987B5525C2}" dt="2023-08-16T07:48:09.197" v="2005" actId="20577"/>
          <ac:graphicFrameMkLst>
            <pc:docMk/>
            <pc:sldMk cId="796664655" sldId="565"/>
            <ac:graphicFrameMk id="3" creationId="{80AAD08D-68BE-461B-A2CC-C27DB6D50B24}"/>
          </ac:graphicFrameMkLst>
        </pc:graphicFrameChg>
      </pc:sldChg>
      <pc:sldChg chg="addSp modSp add mod ord modNotesTx">
        <pc:chgData name="Yeo Xiong Wei, Jonathan" userId="ac2b658e-7ce1-44bb-9f9f-bf4198ceaa29" providerId="ADAL" clId="{FA113883-91D2-4CA0-92D5-65987B5525C2}" dt="2023-08-20T00:37:20.348" v="3831" actId="114"/>
        <pc:sldMkLst>
          <pc:docMk/>
          <pc:sldMk cId="787350042" sldId="566"/>
        </pc:sldMkLst>
        <pc:spChg chg="mod">
          <ac:chgData name="Yeo Xiong Wei, Jonathan" userId="ac2b658e-7ce1-44bb-9f9f-bf4198ceaa29" providerId="ADAL" clId="{FA113883-91D2-4CA0-92D5-65987B5525C2}" dt="2023-08-20T00:37:20.348" v="3831" actId="114"/>
          <ac:spMkLst>
            <pc:docMk/>
            <pc:sldMk cId="787350042" sldId="566"/>
            <ac:spMk id="3" creationId="{5F1084EF-22C8-4EF1-B3AC-5CD9C82F5106}"/>
          </ac:spMkLst>
        </pc:spChg>
        <pc:spChg chg="add mod">
          <ac:chgData name="Yeo Xiong Wei, Jonathan" userId="ac2b658e-7ce1-44bb-9f9f-bf4198ceaa29" providerId="ADAL" clId="{FA113883-91D2-4CA0-92D5-65987B5525C2}" dt="2023-08-11T02:23:57.569" v="220" actId="1076"/>
          <ac:spMkLst>
            <pc:docMk/>
            <pc:sldMk cId="787350042" sldId="566"/>
            <ac:spMk id="8" creationId="{A455FF3E-1A99-ED2D-2775-843D4C369176}"/>
          </ac:spMkLst>
        </pc:spChg>
        <pc:spChg chg="add mod">
          <ac:chgData name="Yeo Xiong Wei, Jonathan" userId="ac2b658e-7ce1-44bb-9f9f-bf4198ceaa29" providerId="ADAL" clId="{FA113883-91D2-4CA0-92D5-65987B5525C2}" dt="2023-08-11T02:24:56.234" v="239" actId="1076"/>
          <ac:spMkLst>
            <pc:docMk/>
            <pc:sldMk cId="787350042" sldId="566"/>
            <ac:spMk id="9" creationId="{063FB51F-78A8-F3F4-A2A2-955189E3D880}"/>
          </ac:spMkLst>
        </pc:spChg>
        <pc:graphicFrameChg chg="add mod modGraphic">
          <ac:chgData name="Yeo Xiong Wei, Jonathan" userId="ac2b658e-7ce1-44bb-9f9f-bf4198ceaa29" providerId="ADAL" clId="{FA113883-91D2-4CA0-92D5-65987B5525C2}" dt="2023-08-11T02:28:48.466" v="366" actId="20577"/>
          <ac:graphicFrameMkLst>
            <pc:docMk/>
            <pc:sldMk cId="787350042" sldId="566"/>
            <ac:graphicFrameMk id="5" creationId="{288B0201-783C-C02B-7787-2F9441E174FC}"/>
          </ac:graphicFrameMkLst>
        </pc:graphicFrameChg>
      </pc:sldChg>
      <pc:sldChg chg="addSp delSp modSp add mod modAnim">
        <pc:chgData name="Yeo Xiong Wei, Jonathan" userId="ac2b658e-7ce1-44bb-9f9f-bf4198ceaa29" providerId="ADAL" clId="{FA113883-91D2-4CA0-92D5-65987B5525C2}" dt="2023-08-20T00:36:41.740" v="3829"/>
        <pc:sldMkLst>
          <pc:docMk/>
          <pc:sldMk cId="3536616600" sldId="567"/>
        </pc:sldMkLst>
        <pc:spChg chg="mod">
          <ac:chgData name="Yeo Xiong Wei, Jonathan" userId="ac2b658e-7ce1-44bb-9f9f-bf4198ceaa29" providerId="ADAL" clId="{FA113883-91D2-4CA0-92D5-65987B5525C2}" dt="2023-08-20T00:27:44.324" v="2625" actId="20577"/>
          <ac:spMkLst>
            <pc:docMk/>
            <pc:sldMk cId="3536616600" sldId="567"/>
            <ac:spMk id="2" creationId="{635632ED-6249-4378-9241-C14C3A5BA9EB}"/>
          </ac:spMkLst>
        </pc:spChg>
        <pc:spChg chg="mod">
          <ac:chgData name="Yeo Xiong Wei, Jonathan" userId="ac2b658e-7ce1-44bb-9f9f-bf4198ceaa29" providerId="ADAL" clId="{FA113883-91D2-4CA0-92D5-65987B5525C2}" dt="2023-08-20T00:36:13.552" v="3825" actId="113"/>
          <ac:spMkLst>
            <pc:docMk/>
            <pc:sldMk cId="3536616600" sldId="567"/>
            <ac:spMk id="3" creationId="{F6166362-5747-4CF8-8778-889699D343D3}"/>
          </ac:spMkLst>
        </pc:spChg>
        <pc:spChg chg="del">
          <ac:chgData name="Yeo Xiong Wei, Jonathan" userId="ac2b658e-7ce1-44bb-9f9f-bf4198ceaa29" providerId="ADAL" clId="{FA113883-91D2-4CA0-92D5-65987B5525C2}" dt="2023-08-20T00:27:51.314" v="2626" actId="478"/>
          <ac:spMkLst>
            <pc:docMk/>
            <pc:sldMk cId="3536616600" sldId="567"/>
            <ac:spMk id="5" creationId="{761D1CDC-8DE9-A479-D00E-79CC72161459}"/>
          </ac:spMkLst>
        </pc:spChg>
        <pc:spChg chg="add mod">
          <ac:chgData name="Yeo Xiong Wei, Jonathan" userId="ac2b658e-7ce1-44bb-9f9f-bf4198ceaa29" providerId="ADAL" clId="{FA113883-91D2-4CA0-92D5-65987B5525C2}" dt="2023-08-20T00:34:51.747" v="3777" actId="14100"/>
          <ac:spMkLst>
            <pc:docMk/>
            <pc:sldMk cId="3536616600" sldId="567"/>
            <ac:spMk id="6" creationId="{702BC342-3441-D770-4B08-EF17E25B053A}"/>
          </ac:spMkLst>
        </pc:spChg>
        <pc:spChg chg="add mod">
          <ac:chgData name="Yeo Xiong Wei, Jonathan" userId="ac2b658e-7ce1-44bb-9f9f-bf4198ceaa29" providerId="ADAL" clId="{FA113883-91D2-4CA0-92D5-65987B5525C2}" dt="2023-08-20T00:35:18.835" v="3800" actId="14100"/>
          <ac:spMkLst>
            <pc:docMk/>
            <pc:sldMk cId="3536616600" sldId="567"/>
            <ac:spMk id="7" creationId="{557E8DEB-1799-D8F8-160E-243A0C1C4153}"/>
          </ac:spMkLst>
        </pc:spChg>
        <pc:graphicFrameChg chg="add mod modGraphic">
          <ac:chgData name="Yeo Xiong Wei, Jonathan" userId="ac2b658e-7ce1-44bb-9f9f-bf4198ceaa29" providerId="ADAL" clId="{FA113883-91D2-4CA0-92D5-65987B5525C2}" dt="2023-08-20T00:34:01.695" v="3748" actId="1076"/>
          <ac:graphicFrameMkLst>
            <pc:docMk/>
            <pc:sldMk cId="3536616600" sldId="567"/>
            <ac:graphicFrameMk id="4" creationId="{8880D175-EBAD-B308-6308-C5B7A4B90A48}"/>
          </ac:graphicFrameMkLst>
        </pc:graphicFrameChg>
        <pc:cxnChg chg="add mod">
          <ac:chgData name="Yeo Xiong Wei, Jonathan" userId="ac2b658e-7ce1-44bb-9f9f-bf4198ceaa29" providerId="ADAL" clId="{FA113883-91D2-4CA0-92D5-65987B5525C2}" dt="2023-08-20T00:35:36.803" v="3815" actId="1037"/>
          <ac:cxnSpMkLst>
            <pc:docMk/>
            <pc:sldMk cId="3536616600" sldId="567"/>
            <ac:cxnSpMk id="9" creationId="{2E253900-CAC0-EA69-1002-446ECEAD5ABE}"/>
          </ac:cxnSpMkLst>
        </pc:cxnChg>
        <pc:cxnChg chg="add mod">
          <ac:chgData name="Yeo Xiong Wei, Jonathan" userId="ac2b658e-7ce1-44bb-9f9f-bf4198ceaa29" providerId="ADAL" clId="{FA113883-91D2-4CA0-92D5-65987B5525C2}" dt="2023-08-20T00:35:49.453" v="3819" actId="14100"/>
          <ac:cxnSpMkLst>
            <pc:docMk/>
            <pc:sldMk cId="3536616600" sldId="567"/>
            <ac:cxnSpMk id="10" creationId="{DFBBF06E-2D98-C8B9-B589-E7E7BF726BC5}"/>
          </ac:cxnSpMkLst>
        </pc:cxnChg>
      </pc:sldChg>
    </pc:docChg>
  </pc:docChgLst>
  <pc:docChgLst>
    <pc:chgData name="Yeo Xiong Wei, Jonathan" userId="ac2b658e-7ce1-44bb-9f9f-bf4198ceaa29" providerId="ADAL" clId="{6C75B72A-72AE-4ABD-88C6-78C8BEEE0E06}"/>
    <pc:docChg chg="custSel modSld">
      <pc:chgData name="Yeo Xiong Wei, Jonathan" userId="ac2b658e-7ce1-44bb-9f9f-bf4198ceaa29" providerId="ADAL" clId="{6C75B72A-72AE-4ABD-88C6-78C8BEEE0E06}" dt="2023-08-21T05:00:19.603" v="798" actId="207"/>
      <pc:docMkLst>
        <pc:docMk/>
      </pc:docMkLst>
      <pc:sldChg chg="addSp">
        <pc:chgData name="Yeo Xiong Wei, Jonathan" userId="ac2b658e-7ce1-44bb-9f9f-bf4198ceaa29" providerId="ADAL" clId="{6C75B72A-72AE-4ABD-88C6-78C8BEEE0E06}" dt="2023-08-21T03:19:38.206" v="0"/>
        <pc:sldMkLst>
          <pc:docMk/>
          <pc:sldMk cId="911258207" sldId="322"/>
        </pc:sldMkLst>
        <pc:inkChg chg="add">
          <ac:chgData name="Yeo Xiong Wei, Jonathan" userId="ac2b658e-7ce1-44bb-9f9f-bf4198ceaa29" providerId="ADAL" clId="{6C75B72A-72AE-4ABD-88C6-78C8BEEE0E06}" dt="2023-08-21T03:19:38.206" v="0"/>
          <ac:inkMkLst>
            <pc:docMk/>
            <pc:sldMk cId="911258207" sldId="322"/>
            <ac:inkMk id="2" creationId="{835E53C5-9E63-FDD8-E0E8-259E3CF2549C}"/>
          </ac:inkMkLst>
        </pc:inkChg>
      </pc:sldChg>
      <pc:sldChg chg="modNotesTx">
        <pc:chgData name="Yeo Xiong Wei, Jonathan" userId="ac2b658e-7ce1-44bb-9f9f-bf4198ceaa29" providerId="ADAL" clId="{6C75B72A-72AE-4ABD-88C6-78C8BEEE0E06}" dt="2023-08-21T04:36:26.725" v="741" actId="20577"/>
        <pc:sldMkLst>
          <pc:docMk/>
          <pc:sldMk cId="3020838267" sldId="431"/>
        </pc:sldMkLst>
      </pc:sldChg>
      <pc:sldChg chg="addSp">
        <pc:chgData name="Yeo Xiong Wei, Jonathan" userId="ac2b658e-7ce1-44bb-9f9f-bf4198ceaa29" providerId="ADAL" clId="{6C75B72A-72AE-4ABD-88C6-78C8BEEE0E06}" dt="2023-08-21T03:19:38.206" v="0"/>
        <pc:sldMkLst>
          <pc:docMk/>
          <pc:sldMk cId="2402952431" sldId="434"/>
        </pc:sldMkLst>
        <pc:inkChg chg="add">
          <ac:chgData name="Yeo Xiong Wei, Jonathan" userId="ac2b658e-7ce1-44bb-9f9f-bf4198ceaa29" providerId="ADAL" clId="{6C75B72A-72AE-4ABD-88C6-78C8BEEE0E06}" dt="2023-08-21T03:19:38.206" v="0"/>
          <ac:inkMkLst>
            <pc:docMk/>
            <pc:sldMk cId="2402952431" sldId="434"/>
            <ac:inkMk id="2" creationId="{85A5D852-E200-D75E-ABC3-FF664CDDB63D}"/>
          </ac:inkMkLst>
        </pc:inkChg>
      </pc:sldChg>
      <pc:sldChg chg="addSp">
        <pc:chgData name="Yeo Xiong Wei, Jonathan" userId="ac2b658e-7ce1-44bb-9f9f-bf4198ceaa29" providerId="ADAL" clId="{6C75B72A-72AE-4ABD-88C6-78C8BEEE0E06}" dt="2023-08-21T03:19:38.206" v="0"/>
        <pc:sldMkLst>
          <pc:docMk/>
          <pc:sldMk cId="3670485337" sldId="436"/>
        </pc:sldMkLst>
        <pc:inkChg chg="add">
          <ac:chgData name="Yeo Xiong Wei, Jonathan" userId="ac2b658e-7ce1-44bb-9f9f-bf4198ceaa29" providerId="ADAL" clId="{6C75B72A-72AE-4ABD-88C6-78C8BEEE0E06}" dt="2023-08-21T03:19:38.206" v="0"/>
          <ac:inkMkLst>
            <pc:docMk/>
            <pc:sldMk cId="3670485337" sldId="436"/>
            <ac:inkMk id="2" creationId="{8F3D3F87-B2BB-65C9-122C-6C0AD5EC6D5B}"/>
          </ac:inkMkLst>
        </pc:inkChg>
      </pc:sldChg>
      <pc:sldChg chg="addSp">
        <pc:chgData name="Yeo Xiong Wei, Jonathan" userId="ac2b658e-7ce1-44bb-9f9f-bf4198ceaa29" providerId="ADAL" clId="{6C75B72A-72AE-4ABD-88C6-78C8BEEE0E06}" dt="2023-08-21T03:19:38.206" v="0"/>
        <pc:sldMkLst>
          <pc:docMk/>
          <pc:sldMk cId="1402189048" sldId="438"/>
        </pc:sldMkLst>
        <pc:inkChg chg="add">
          <ac:chgData name="Yeo Xiong Wei, Jonathan" userId="ac2b658e-7ce1-44bb-9f9f-bf4198ceaa29" providerId="ADAL" clId="{6C75B72A-72AE-4ABD-88C6-78C8BEEE0E06}" dt="2023-08-21T03:19:38.206" v="0"/>
          <ac:inkMkLst>
            <pc:docMk/>
            <pc:sldMk cId="1402189048" sldId="438"/>
            <ac:inkMk id="2" creationId="{4BE3FAED-26DC-A677-B8D8-F6843B0F3FD3}"/>
          </ac:inkMkLst>
        </pc:inkChg>
      </pc:sldChg>
      <pc:sldChg chg="addSp">
        <pc:chgData name="Yeo Xiong Wei, Jonathan" userId="ac2b658e-7ce1-44bb-9f9f-bf4198ceaa29" providerId="ADAL" clId="{6C75B72A-72AE-4ABD-88C6-78C8BEEE0E06}" dt="2023-08-21T03:19:38.206" v="0"/>
        <pc:sldMkLst>
          <pc:docMk/>
          <pc:sldMk cId="579881023" sldId="463"/>
        </pc:sldMkLst>
        <pc:inkChg chg="add">
          <ac:chgData name="Yeo Xiong Wei, Jonathan" userId="ac2b658e-7ce1-44bb-9f9f-bf4198ceaa29" providerId="ADAL" clId="{6C75B72A-72AE-4ABD-88C6-78C8BEEE0E06}" dt="2023-08-21T03:19:38.206" v="0"/>
          <ac:inkMkLst>
            <pc:docMk/>
            <pc:sldMk cId="579881023" sldId="463"/>
            <ac:inkMk id="2" creationId="{E7ACF251-6818-4389-A74A-57C2C63011DE}"/>
          </ac:inkMkLst>
        </pc:inkChg>
      </pc:sldChg>
      <pc:sldChg chg="addSp">
        <pc:chgData name="Yeo Xiong Wei, Jonathan" userId="ac2b658e-7ce1-44bb-9f9f-bf4198ceaa29" providerId="ADAL" clId="{6C75B72A-72AE-4ABD-88C6-78C8BEEE0E06}" dt="2023-08-21T03:19:38.206" v="0"/>
        <pc:sldMkLst>
          <pc:docMk/>
          <pc:sldMk cId="3409404217" sldId="481"/>
        </pc:sldMkLst>
        <pc:inkChg chg="add">
          <ac:chgData name="Yeo Xiong Wei, Jonathan" userId="ac2b658e-7ce1-44bb-9f9f-bf4198ceaa29" providerId="ADAL" clId="{6C75B72A-72AE-4ABD-88C6-78C8BEEE0E06}" dt="2023-08-21T03:19:38.206" v="0"/>
          <ac:inkMkLst>
            <pc:docMk/>
            <pc:sldMk cId="3409404217" sldId="481"/>
            <ac:inkMk id="2" creationId="{091E8C36-010C-54AF-1362-F5EACBD333D9}"/>
          </ac:inkMkLst>
        </pc:inkChg>
      </pc:sldChg>
      <pc:sldChg chg="addSp">
        <pc:chgData name="Yeo Xiong Wei, Jonathan" userId="ac2b658e-7ce1-44bb-9f9f-bf4198ceaa29" providerId="ADAL" clId="{6C75B72A-72AE-4ABD-88C6-78C8BEEE0E06}" dt="2023-08-21T03:19:38.206" v="0"/>
        <pc:sldMkLst>
          <pc:docMk/>
          <pc:sldMk cId="121939173" sldId="483"/>
        </pc:sldMkLst>
        <pc:inkChg chg="add">
          <ac:chgData name="Yeo Xiong Wei, Jonathan" userId="ac2b658e-7ce1-44bb-9f9f-bf4198ceaa29" providerId="ADAL" clId="{6C75B72A-72AE-4ABD-88C6-78C8BEEE0E06}" dt="2023-08-21T03:19:38.206" v="0"/>
          <ac:inkMkLst>
            <pc:docMk/>
            <pc:sldMk cId="121939173" sldId="483"/>
            <ac:inkMk id="7" creationId="{86FE73CC-1469-1E7D-3E70-31C1615623FB}"/>
          </ac:inkMkLst>
        </pc:inkChg>
      </pc:sldChg>
      <pc:sldChg chg="addSp">
        <pc:chgData name="Yeo Xiong Wei, Jonathan" userId="ac2b658e-7ce1-44bb-9f9f-bf4198ceaa29" providerId="ADAL" clId="{6C75B72A-72AE-4ABD-88C6-78C8BEEE0E06}" dt="2023-08-21T03:19:38.206" v="0"/>
        <pc:sldMkLst>
          <pc:docMk/>
          <pc:sldMk cId="3864092051" sldId="488"/>
        </pc:sldMkLst>
        <pc:inkChg chg="add">
          <ac:chgData name="Yeo Xiong Wei, Jonathan" userId="ac2b658e-7ce1-44bb-9f9f-bf4198ceaa29" providerId="ADAL" clId="{6C75B72A-72AE-4ABD-88C6-78C8BEEE0E06}" dt="2023-08-21T03:19:38.206" v="0"/>
          <ac:inkMkLst>
            <pc:docMk/>
            <pc:sldMk cId="3864092051" sldId="488"/>
            <ac:inkMk id="6" creationId="{2182A880-5488-5B83-9049-4D8D28C56CE1}"/>
          </ac:inkMkLst>
        </pc:inkChg>
      </pc:sldChg>
      <pc:sldChg chg="modNotesTx">
        <pc:chgData name="Yeo Xiong Wei, Jonathan" userId="ac2b658e-7ce1-44bb-9f9f-bf4198ceaa29" providerId="ADAL" clId="{6C75B72A-72AE-4ABD-88C6-78C8BEEE0E06}" dt="2023-08-21T04:32:55.363" v="144" actId="20577"/>
        <pc:sldMkLst>
          <pc:docMk/>
          <pc:sldMk cId="303189795" sldId="528"/>
        </pc:sldMkLst>
      </pc:sldChg>
      <pc:sldChg chg="addSp">
        <pc:chgData name="Yeo Xiong Wei, Jonathan" userId="ac2b658e-7ce1-44bb-9f9f-bf4198ceaa29" providerId="ADAL" clId="{6C75B72A-72AE-4ABD-88C6-78C8BEEE0E06}" dt="2023-08-21T03:19:38.206" v="0"/>
        <pc:sldMkLst>
          <pc:docMk/>
          <pc:sldMk cId="3072354725" sldId="533"/>
        </pc:sldMkLst>
        <pc:inkChg chg="add">
          <ac:chgData name="Yeo Xiong Wei, Jonathan" userId="ac2b658e-7ce1-44bb-9f9f-bf4198ceaa29" providerId="ADAL" clId="{6C75B72A-72AE-4ABD-88C6-78C8BEEE0E06}" dt="2023-08-21T03:19:38.206" v="0"/>
          <ac:inkMkLst>
            <pc:docMk/>
            <pc:sldMk cId="3072354725" sldId="533"/>
            <ac:inkMk id="2" creationId="{B53E0172-D874-E490-4214-E6BD86DAC597}"/>
          </ac:inkMkLst>
        </pc:inkChg>
      </pc:sldChg>
      <pc:sldChg chg="addSp">
        <pc:chgData name="Yeo Xiong Wei, Jonathan" userId="ac2b658e-7ce1-44bb-9f9f-bf4198ceaa29" providerId="ADAL" clId="{6C75B72A-72AE-4ABD-88C6-78C8BEEE0E06}" dt="2023-08-21T03:19:38.206" v="0"/>
        <pc:sldMkLst>
          <pc:docMk/>
          <pc:sldMk cId="1316645097" sldId="556"/>
        </pc:sldMkLst>
        <pc:inkChg chg="add">
          <ac:chgData name="Yeo Xiong Wei, Jonathan" userId="ac2b658e-7ce1-44bb-9f9f-bf4198ceaa29" providerId="ADAL" clId="{6C75B72A-72AE-4ABD-88C6-78C8BEEE0E06}" dt="2023-08-21T03:19:38.206" v="0"/>
          <ac:inkMkLst>
            <pc:docMk/>
            <pc:sldMk cId="1316645097" sldId="556"/>
            <ac:inkMk id="4" creationId="{F2725401-EF1F-62E9-D988-61840818D288}"/>
          </ac:inkMkLst>
        </pc:inkChg>
      </pc:sldChg>
      <pc:sldChg chg="modSp mod">
        <pc:chgData name="Yeo Xiong Wei, Jonathan" userId="ac2b658e-7ce1-44bb-9f9f-bf4198ceaa29" providerId="ADAL" clId="{6C75B72A-72AE-4ABD-88C6-78C8BEEE0E06}" dt="2023-08-21T05:00:19.603" v="798" actId="207"/>
        <pc:sldMkLst>
          <pc:docMk/>
          <pc:sldMk cId="3913929972" sldId="559"/>
        </pc:sldMkLst>
        <pc:spChg chg="mod">
          <ac:chgData name="Yeo Xiong Wei, Jonathan" userId="ac2b658e-7ce1-44bb-9f9f-bf4198ceaa29" providerId="ADAL" clId="{6C75B72A-72AE-4ABD-88C6-78C8BEEE0E06}" dt="2023-08-21T05:00:19.603" v="798" actId="207"/>
          <ac:spMkLst>
            <pc:docMk/>
            <pc:sldMk cId="3913929972" sldId="559"/>
            <ac:spMk id="11" creationId="{E4AAE383-481E-F876-FEB9-A7C07FAB492F}"/>
          </ac:spMkLst>
        </pc:spChg>
        <pc:graphicFrameChg chg="mod modGraphic">
          <ac:chgData name="Yeo Xiong Wei, Jonathan" userId="ac2b658e-7ce1-44bb-9f9f-bf4198ceaa29" providerId="ADAL" clId="{6C75B72A-72AE-4ABD-88C6-78C8BEEE0E06}" dt="2023-08-21T04:31:31.499" v="44"/>
          <ac:graphicFrameMkLst>
            <pc:docMk/>
            <pc:sldMk cId="3913929972" sldId="559"/>
            <ac:graphicFrameMk id="2" creationId="{A28E714B-3289-DF42-B919-D384735D8839}"/>
          </ac:graphicFrameMkLst>
        </pc:graphicFrameChg>
      </pc:sldChg>
      <pc:sldChg chg="addSp">
        <pc:chgData name="Yeo Xiong Wei, Jonathan" userId="ac2b658e-7ce1-44bb-9f9f-bf4198ceaa29" providerId="ADAL" clId="{6C75B72A-72AE-4ABD-88C6-78C8BEEE0E06}" dt="2023-08-21T03:19:38.206" v="0"/>
        <pc:sldMkLst>
          <pc:docMk/>
          <pc:sldMk cId="1555638462" sldId="560"/>
        </pc:sldMkLst>
        <pc:inkChg chg="add">
          <ac:chgData name="Yeo Xiong Wei, Jonathan" userId="ac2b658e-7ce1-44bb-9f9f-bf4198ceaa29" providerId="ADAL" clId="{6C75B72A-72AE-4ABD-88C6-78C8BEEE0E06}" dt="2023-08-21T03:19:38.206" v="0"/>
          <ac:inkMkLst>
            <pc:docMk/>
            <pc:sldMk cId="1555638462" sldId="560"/>
            <ac:inkMk id="5" creationId="{8CE54157-CBAE-D8AB-31E3-9D9EB5EFD215}"/>
          </ac:inkMkLst>
        </pc:inkChg>
      </pc:sldChg>
      <pc:sldChg chg="addSp">
        <pc:chgData name="Yeo Xiong Wei, Jonathan" userId="ac2b658e-7ce1-44bb-9f9f-bf4198ceaa29" providerId="ADAL" clId="{6C75B72A-72AE-4ABD-88C6-78C8BEEE0E06}" dt="2023-08-21T03:19:38.206" v="0"/>
        <pc:sldMkLst>
          <pc:docMk/>
          <pc:sldMk cId="2139685709" sldId="561"/>
        </pc:sldMkLst>
        <pc:inkChg chg="add">
          <ac:chgData name="Yeo Xiong Wei, Jonathan" userId="ac2b658e-7ce1-44bb-9f9f-bf4198ceaa29" providerId="ADAL" clId="{6C75B72A-72AE-4ABD-88C6-78C8BEEE0E06}" dt="2023-08-21T03:19:38.206" v="0"/>
          <ac:inkMkLst>
            <pc:docMk/>
            <pc:sldMk cId="2139685709" sldId="561"/>
            <ac:inkMk id="4" creationId="{A8F7A921-465F-3D8B-433E-27B9EF1B9366}"/>
          </ac:inkMkLst>
        </pc:inkChg>
      </pc:sldChg>
      <pc:sldChg chg="addSp">
        <pc:chgData name="Yeo Xiong Wei, Jonathan" userId="ac2b658e-7ce1-44bb-9f9f-bf4198ceaa29" providerId="ADAL" clId="{6C75B72A-72AE-4ABD-88C6-78C8BEEE0E06}" dt="2023-08-21T03:19:38.206" v="0"/>
        <pc:sldMkLst>
          <pc:docMk/>
          <pc:sldMk cId="3604837883" sldId="562"/>
        </pc:sldMkLst>
        <pc:inkChg chg="add">
          <ac:chgData name="Yeo Xiong Wei, Jonathan" userId="ac2b658e-7ce1-44bb-9f9f-bf4198ceaa29" providerId="ADAL" clId="{6C75B72A-72AE-4ABD-88C6-78C8BEEE0E06}" dt="2023-08-21T03:19:38.206" v="0"/>
          <ac:inkMkLst>
            <pc:docMk/>
            <pc:sldMk cId="3604837883" sldId="562"/>
            <ac:inkMk id="2" creationId="{51FC3979-BC55-DC94-9AC9-1A838A3E22C8}"/>
          </ac:inkMkLst>
        </pc:inkChg>
      </pc:sldChg>
      <pc:sldChg chg="addSp">
        <pc:chgData name="Yeo Xiong Wei, Jonathan" userId="ac2b658e-7ce1-44bb-9f9f-bf4198ceaa29" providerId="ADAL" clId="{6C75B72A-72AE-4ABD-88C6-78C8BEEE0E06}" dt="2023-08-21T03:19:38.206" v="0"/>
        <pc:sldMkLst>
          <pc:docMk/>
          <pc:sldMk cId="7423801" sldId="564"/>
        </pc:sldMkLst>
        <pc:inkChg chg="add">
          <ac:chgData name="Yeo Xiong Wei, Jonathan" userId="ac2b658e-7ce1-44bb-9f9f-bf4198ceaa29" providerId="ADAL" clId="{6C75B72A-72AE-4ABD-88C6-78C8BEEE0E06}" dt="2023-08-21T03:19:38.206" v="0"/>
          <ac:inkMkLst>
            <pc:docMk/>
            <pc:sldMk cId="7423801" sldId="564"/>
            <ac:inkMk id="4" creationId="{E2C6F719-9642-6219-8678-9540489D78AE}"/>
          </ac:inkMkLst>
        </pc:inkChg>
      </pc:sldChg>
      <pc:sldChg chg="addSp">
        <pc:chgData name="Yeo Xiong Wei, Jonathan" userId="ac2b658e-7ce1-44bb-9f9f-bf4198ceaa29" providerId="ADAL" clId="{6C75B72A-72AE-4ABD-88C6-78C8BEEE0E06}" dt="2023-08-21T03:19:38.206" v="0"/>
        <pc:sldMkLst>
          <pc:docMk/>
          <pc:sldMk cId="787350042" sldId="566"/>
        </pc:sldMkLst>
        <pc:inkChg chg="add">
          <ac:chgData name="Yeo Xiong Wei, Jonathan" userId="ac2b658e-7ce1-44bb-9f9f-bf4198ceaa29" providerId="ADAL" clId="{6C75B72A-72AE-4ABD-88C6-78C8BEEE0E06}" dt="2023-08-21T03:19:38.206" v="0"/>
          <ac:inkMkLst>
            <pc:docMk/>
            <pc:sldMk cId="787350042" sldId="566"/>
            <ac:inkMk id="10" creationId="{E9727E1C-2D6F-AC94-57E5-C4CAF5CCD249}"/>
          </ac:inkMkLst>
        </pc:inkChg>
      </pc:sldChg>
    </pc:docChg>
  </pc:docChgLst>
  <pc:docChgLst>
    <pc:chgData name="Yeo Xiong Wei, Jonathan" userId="ac2b658e-7ce1-44bb-9f9f-bf4198ceaa29" providerId="ADAL" clId="{EF4AA3A3-2EA6-4DA1-A582-F63291315220}"/>
    <pc:docChg chg="undo redo custSel addSld modSld sldOrd modMainMaster">
      <pc:chgData name="Yeo Xiong Wei, Jonathan" userId="ac2b658e-7ce1-44bb-9f9f-bf4198ceaa29" providerId="ADAL" clId="{EF4AA3A3-2EA6-4DA1-A582-F63291315220}" dt="2022-08-20T12:44:44.240" v="7919" actId="20577"/>
      <pc:docMkLst>
        <pc:docMk/>
      </pc:docMkLst>
      <pc:sldChg chg="modSp mod">
        <pc:chgData name="Yeo Xiong Wei, Jonathan" userId="ac2b658e-7ce1-44bb-9f9f-bf4198ceaa29" providerId="ADAL" clId="{EF4AA3A3-2EA6-4DA1-A582-F63291315220}" dt="2022-08-10T04:08:26.899" v="2731" actId="207"/>
        <pc:sldMkLst>
          <pc:docMk/>
          <pc:sldMk cId="911258207" sldId="322"/>
        </pc:sldMkLst>
        <pc:spChg chg="mod">
          <ac:chgData name="Yeo Xiong Wei, Jonathan" userId="ac2b658e-7ce1-44bb-9f9f-bf4198ceaa29" providerId="ADAL" clId="{EF4AA3A3-2EA6-4DA1-A582-F63291315220}" dt="2022-08-07T01:28:43.730" v="135" actId="1076"/>
          <ac:spMkLst>
            <pc:docMk/>
            <pc:sldMk cId="911258207" sldId="322"/>
            <ac:spMk id="4" creationId="{971F755D-AAC1-42A1-BB88-2F82C454E36A}"/>
          </ac:spMkLst>
        </pc:spChg>
        <pc:spChg chg="mod">
          <ac:chgData name="Yeo Xiong Wei, Jonathan" userId="ac2b658e-7ce1-44bb-9f9f-bf4198ceaa29" providerId="ADAL" clId="{EF4AA3A3-2EA6-4DA1-A582-F63291315220}" dt="2022-08-07T01:28:49.225" v="137" actId="1076"/>
          <ac:spMkLst>
            <pc:docMk/>
            <pc:sldMk cId="911258207" sldId="322"/>
            <ac:spMk id="6" creationId="{FE56EDC9-179A-4BF8-94E8-C0AF8CD28DCF}"/>
          </ac:spMkLst>
        </pc:spChg>
        <pc:spChg chg="mod">
          <ac:chgData name="Yeo Xiong Wei, Jonathan" userId="ac2b658e-7ce1-44bb-9f9f-bf4198ceaa29" providerId="ADAL" clId="{EF4AA3A3-2EA6-4DA1-A582-F63291315220}" dt="2022-08-10T04:08:26.899" v="2731" actId="207"/>
          <ac:spMkLst>
            <pc:docMk/>
            <pc:sldMk cId="911258207" sldId="322"/>
            <ac:spMk id="52226" creationId="{00000000-0000-0000-0000-000000000000}"/>
          </ac:spMkLst>
        </pc:spChg>
        <pc:graphicFrameChg chg="mod">
          <ac:chgData name="Yeo Xiong Wei, Jonathan" userId="ac2b658e-7ce1-44bb-9f9f-bf4198ceaa29" providerId="ADAL" clId="{EF4AA3A3-2EA6-4DA1-A582-F63291315220}" dt="2022-08-07T01:28:45.726" v="136" actId="1076"/>
          <ac:graphicFrameMkLst>
            <pc:docMk/>
            <pc:sldMk cId="911258207" sldId="322"/>
            <ac:graphicFrameMk id="3" creationId="{0E0BDF0A-830C-4AED-9D1E-F8E33740D956}"/>
          </ac:graphicFrameMkLst>
        </pc:graphicFrameChg>
      </pc:sldChg>
      <pc:sldChg chg="modSp mod">
        <pc:chgData name="Yeo Xiong Wei, Jonathan" userId="ac2b658e-7ce1-44bb-9f9f-bf4198ceaa29" providerId="ADAL" clId="{EF4AA3A3-2EA6-4DA1-A582-F63291315220}" dt="2022-08-14T02:04:05.391" v="3815" actId="403"/>
        <pc:sldMkLst>
          <pc:docMk/>
          <pc:sldMk cId="1380777075" sldId="430"/>
        </pc:sldMkLst>
        <pc:spChg chg="mod">
          <ac:chgData name="Yeo Xiong Wei, Jonathan" userId="ac2b658e-7ce1-44bb-9f9f-bf4198ceaa29" providerId="ADAL" clId="{EF4AA3A3-2EA6-4DA1-A582-F63291315220}" dt="2022-08-14T02:04:05.391" v="3815" actId="403"/>
          <ac:spMkLst>
            <pc:docMk/>
            <pc:sldMk cId="1380777075" sldId="430"/>
            <ac:spMk id="15" creationId="{77203F6D-9768-445A-B0A9-4CC7257468DE}"/>
          </ac:spMkLst>
        </pc:spChg>
        <pc:spChg chg="mod">
          <ac:chgData name="Yeo Xiong Wei, Jonathan" userId="ac2b658e-7ce1-44bb-9f9f-bf4198ceaa29" providerId="ADAL" clId="{EF4AA3A3-2EA6-4DA1-A582-F63291315220}" dt="2022-08-10T04:01:54.816" v="2597" actId="20577"/>
          <ac:spMkLst>
            <pc:docMk/>
            <pc:sldMk cId="1380777075" sldId="430"/>
            <ac:spMk id="33793" creationId="{00000000-0000-0000-0000-000000000000}"/>
          </ac:spMkLst>
        </pc:spChg>
      </pc:sldChg>
      <pc:sldChg chg="modSp mod modAnim">
        <pc:chgData name="Yeo Xiong Wei, Jonathan" userId="ac2b658e-7ce1-44bb-9f9f-bf4198ceaa29" providerId="ADAL" clId="{EF4AA3A3-2EA6-4DA1-A582-F63291315220}" dt="2022-08-14T02:08:13.659" v="3933"/>
        <pc:sldMkLst>
          <pc:docMk/>
          <pc:sldMk cId="3020838267" sldId="431"/>
        </pc:sldMkLst>
        <pc:spChg chg="mod">
          <ac:chgData name="Yeo Xiong Wei, Jonathan" userId="ac2b658e-7ce1-44bb-9f9f-bf4198ceaa29" providerId="ADAL" clId="{EF4AA3A3-2EA6-4DA1-A582-F63291315220}" dt="2022-08-14T02:05:31.846" v="3829" actId="113"/>
          <ac:spMkLst>
            <pc:docMk/>
            <pc:sldMk cId="3020838267" sldId="431"/>
            <ac:spMk id="3" creationId="{34C6196F-CEB9-4FE3-8920-4C9C471A5A9A}"/>
          </ac:spMkLst>
        </pc:spChg>
        <pc:spChg chg="mod">
          <ac:chgData name="Yeo Xiong Wei, Jonathan" userId="ac2b658e-7ce1-44bb-9f9f-bf4198ceaa29" providerId="ADAL" clId="{EF4AA3A3-2EA6-4DA1-A582-F63291315220}" dt="2022-08-14T02:06:31.968" v="3910" actId="20577"/>
          <ac:spMkLst>
            <pc:docMk/>
            <pc:sldMk cId="3020838267" sldId="431"/>
            <ac:spMk id="33793" creationId="{00000000-0000-0000-0000-000000000000}"/>
          </ac:spMkLst>
        </pc:spChg>
      </pc:sldChg>
      <pc:sldChg chg="modSp mod modAnim">
        <pc:chgData name="Yeo Xiong Wei, Jonathan" userId="ac2b658e-7ce1-44bb-9f9f-bf4198ceaa29" providerId="ADAL" clId="{EF4AA3A3-2EA6-4DA1-A582-F63291315220}" dt="2022-08-14T02:08:59.015" v="3934"/>
        <pc:sldMkLst>
          <pc:docMk/>
          <pc:sldMk cId="4058640104" sldId="432"/>
        </pc:sldMkLst>
        <pc:spChg chg="mod">
          <ac:chgData name="Yeo Xiong Wei, Jonathan" userId="ac2b658e-7ce1-44bb-9f9f-bf4198ceaa29" providerId="ADAL" clId="{EF4AA3A3-2EA6-4DA1-A582-F63291315220}" dt="2022-08-14T02:05:46.620" v="3831" actId="113"/>
          <ac:spMkLst>
            <pc:docMk/>
            <pc:sldMk cId="4058640104" sldId="432"/>
            <ac:spMk id="3" creationId="{34C6196F-CEB9-4FE3-8920-4C9C471A5A9A}"/>
          </ac:spMkLst>
        </pc:spChg>
        <pc:spChg chg="mod">
          <ac:chgData name="Yeo Xiong Wei, Jonathan" userId="ac2b658e-7ce1-44bb-9f9f-bf4198ceaa29" providerId="ADAL" clId="{EF4AA3A3-2EA6-4DA1-A582-F63291315220}" dt="2022-08-14T02:06:44.504" v="3926" actId="20577"/>
          <ac:spMkLst>
            <pc:docMk/>
            <pc:sldMk cId="4058640104" sldId="432"/>
            <ac:spMk id="33793" creationId="{00000000-0000-0000-0000-000000000000}"/>
          </ac:spMkLst>
        </pc:spChg>
      </pc:sldChg>
      <pc:sldChg chg="addSp delSp modSp mod modAnim modNotesTx">
        <pc:chgData name="Yeo Xiong Wei, Jonathan" userId="ac2b658e-7ce1-44bb-9f9f-bf4198ceaa29" providerId="ADAL" clId="{EF4AA3A3-2EA6-4DA1-A582-F63291315220}" dt="2022-08-15T04:30:45.110" v="7796" actId="478"/>
        <pc:sldMkLst>
          <pc:docMk/>
          <pc:sldMk cId="78345123" sldId="433"/>
        </pc:sldMkLst>
        <pc:spChg chg="mod">
          <ac:chgData name="Yeo Xiong Wei, Jonathan" userId="ac2b658e-7ce1-44bb-9f9f-bf4198ceaa29" providerId="ADAL" clId="{EF4AA3A3-2EA6-4DA1-A582-F63291315220}" dt="2022-08-10T04:02:53.497" v="2714" actId="20577"/>
          <ac:spMkLst>
            <pc:docMk/>
            <pc:sldMk cId="78345123" sldId="433"/>
            <ac:spMk id="5" creationId="{B973BC25-B579-4FFA-A63E-6F445055AD26}"/>
          </ac:spMkLst>
        </pc:spChg>
        <pc:spChg chg="mod">
          <ac:chgData name="Yeo Xiong Wei, Jonathan" userId="ac2b658e-7ce1-44bb-9f9f-bf4198ceaa29" providerId="ADAL" clId="{EF4AA3A3-2EA6-4DA1-A582-F63291315220}" dt="2022-08-10T04:02:36.563" v="2639" actId="6549"/>
          <ac:spMkLst>
            <pc:docMk/>
            <pc:sldMk cId="78345123" sldId="433"/>
            <ac:spMk id="33793" creationId="{00000000-0000-0000-0000-000000000000}"/>
          </ac:spMkLst>
        </pc:spChg>
        <pc:picChg chg="mod">
          <ac:chgData name="Yeo Xiong Wei, Jonathan" userId="ac2b658e-7ce1-44bb-9f9f-bf4198ceaa29" providerId="ADAL" clId="{EF4AA3A3-2EA6-4DA1-A582-F63291315220}" dt="2022-08-07T01:25:46.501" v="106" actId="1076"/>
          <ac:picMkLst>
            <pc:docMk/>
            <pc:sldMk cId="78345123" sldId="433"/>
            <ac:picMk id="4" creationId="{3603EAB0-F82E-445B-AA5B-C8344DCB1AC7}"/>
          </ac:picMkLst>
        </pc:picChg>
        <pc:inkChg chg="add del">
          <ac:chgData name="Yeo Xiong Wei, Jonathan" userId="ac2b658e-7ce1-44bb-9f9f-bf4198ceaa29" providerId="ADAL" clId="{EF4AA3A3-2EA6-4DA1-A582-F63291315220}" dt="2022-08-15T04:30:45.110" v="7796" actId="478"/>
          <ac:inkMkLst>
            <pc:docMk/>
            <pc:sldMk cId="78345123" sldId="433"/>
            <ac:inkMk id="2" creationId="{87B74B88-6184-E211-DF1A-94118DC4DEFA}"/>
          </ac:inkMkLst>
        </pc:inkChg>
      </pc:sldChg>
      <pc:sldChg chg="modSp mod">
        <pc:chgData name="Yeo Xiong Wei, Jonathan" userId="ac2b658e-7ce1-44bb-9f9f-bf4198ceaa29" providerId="ADAL" clId="{EF4AA3A3-2EA6-4DA1-A582-F63291315220}" dt="2022-08-14T03:48:55.988" v="7140" actId="113"/>
        <pc:sldMkLst>
          <pc:docMk/>
          <pc:sldMk cId="2402952431" sldId="434"/>
        </pc:sldMkLst>
        <pc:spChg chg="mod">
          <ac:chgData name="Yeo Xiong Wei, Jonathan" userId="ac2b658e-7ce1-44bb-9f9f-bf4198ceaa29" providerId="ADAL" clId="{EF4AA3A3-2EA6-4DA1-A582-F63291315220}" dt="2022-08-10T05:17:31.617" v="3552" actId="20577"/>
          <ac:spMkLst>
            <pc:docMk/>
            <pc:sldMk cId="2402952431" sldId="434"/>
            <ac:spMk id="16" creationId="{DD99C6AA-4FB0-4001-819D-E2F987201D6E}"/>
          </ac:spMkLst>
        </pc:spChg>
        <pc:spChg chg="mod">
          <ac:chgData name="Yeo Xiong Wei, Jonathan" userId="ac2b658e-7ce1-44bb-9f9f-bf4198ceaa29" providerId="ADAL" clId="{EF4AA3A3-2EA6-4DA1-A582-F63291315220}" dt="2022-08-14T03:48:55.988" v="7140" actId="113"/>
          <ac:spMkLst>
            <pc:docMk/>
            <pc:sldMk cId="2402952431" sldId="434"/>
            <ac:spMk id="52225" creationId="{00000000-0000-0000-0000-000000000000}"/>
          </ac:spMkLst>
        </pc:spChg>
      </pc:sldChg>
      <pc:sldChg chg="modSp mod modAnim">
        <pc:chgData name="Yeo Xiong Wei, Jonathan" userId="ac2b658e-7ce1-44bb-9f9f-bf4198ceaa29" providerId="ADAL" clId="{EF4AA3A3-2EA6-4DA1-A582-F63291315220}" dt="2022-08-14T03:47:35.644" v="7120"/>
        <pc:sldMkLst>
          <pc:docMk/>
          <pc:sldMk cId="3619624804" sldId="435"/>
        </pc:sldMkLst>
        <pc:spChg chg="mod">
          <ac:chgData name="Yeo Xiong Wei, Jonathan" userId="ac2b658e-7ce1-44bb-9f9f-bf4198ceaa29" providerId="ADAL" clId="{EF4AA3A3-2EA6-4DA1-A582-F63291315220}" dt="2022-08-10T03:56:04.279" v="2325" actId="207"/>
          <ac:spMkLst>
            <pc:docMk/>
            <pc:sldMk cId="3619624804" sldId="435"/>
            <ac:spMk id="52226" creationId="{00000000-0000-0000-0000-000000000000}"/>
          </ac:spMkLst>
        </pc:spChg>
      </pc:sldChg>
      <pc:sldChg chg="modAnim">
        <pc:chgData name="Yeo Xiong Wei, Jonathan" userId="ac2b658e-7ce1-44bb-9f9f-bf4198ceaa29" providerId="ADAL" clId="{EF4AA3A3-2EA6-4DA1-A582-F63291315220}" dt="2022-08-14T03:51:08.408" v="7153"/>
        <pc:sldMkLst>
          <pc:docMk/>
          <pc:sldMk cId="3670485337" sldId="436"/>
        </pc:sldMkLst>
      </pc:sldChg>
      <pc:sldChg chg="addSp delSp modSp mod">
        <pc:chgData name="Yeo Xiong Wei, Jonathan" userId="ac2b658e-7ce1-44bb-9f9f-bf4198ceaa29" providerId="ADAL" clId="{EF4AA3A3-2EA6-4DA1-A582-F63291315220}" dt="2022-08-15T03:59:42.563" v="7213" actId="478"/>
        <pc:sldMkLst>
          <pc:docMk/>
          <pc:sldMk cId="1402189048" sldId="438"/>
        </pc:sldMkLst>
        <pc:spChg chg="mod">
          <ac:chgData name="Yeo Xiong Wei, Jonathan" userId="ac2b658e-7ce1-44bb-9f9f-bf4198ceaa29" providerId="ADAL" clId="{EF4AA3A3-2EA6-4DA1-A582-F63291315220}" dt="2022-08-10T04:11:52.889" v="2829" actId="207"/>
          <ac:spMkLst>
            <pc:docMk/>
            <pc:sldMk cId="1402189048" sldId="438"/>
            <ac:spMk id="16" creationId="{DD99C6AA-4FB0-4001-819D-E2F987201D6E}"/>
          </ac:spMkLst>
        </pc:spChg>
        <pc:inkChg chg="add del">
          <ac:chgData name="Yeo Xiong Wei, Jonathan" userId="ac2b658e-7ce1-44bb-9f9f-bf4198ceaa29" providerId="ADAL" clId="{EF4AA3A3-2EA6-4DA1-A582-F63291315220}" dt="2022-08-15T03:59:42.563" v="7213" actId="478"/>
          <ac:inkMkLst>
            <pc:docMk/>
            <pc:sldMk cId="1402189048" sldId="438"/>
            <ac:inkMk id="2" creationId="{907C9FF5-464A-E007-16E7-3D450FF879A2}"/>
          </ac:inkMkLst>
        </pc:inkChg>
      </pc:sldChg>
      <pc:sldChg chg="modSp mod modAnim modNotesTx">
        <pc:chgData name="Yeo Xiong Wei, Jonathan" userId="ac2b658e-7ce1-44bb-9f9f-bf4198ceaa29" providerId="ADAL" clId="{EF4AA3A3-2EA6-4DA1-A582-F63291315220}" dt="2022-08-14T02:20:28.705" v="4652" actId="20577"/>
        <pc:sldMkLst>
          <pc:docMk/>
          <pc:sldMk cId="557380756" sldId="449"/>
        </pc:sldMkLst>
        <pc:spChg chg="mod">
          <ac:chgData name="Yeo Xiong Wei, Jonathan" userId="ac2b658e-7ce1-44bb-9f9f-bf4198ceaa29" providerId="ADAL" clId="{EF4AA3A3-2EA6-4DA1-A582-F63291315220}" dt="2022-08-07T01:28:31.514" v="132" actId="1076"/>
          <ac:spMkLst>
            <pc:docMk/>
            <pc:sldMk cId="557380756" sldId="449"/>
            <ac:spMk id="4" creationId="{971F755D-AAC1-42A1-BB88-2F82C454E36A}"/>
          </ac:spMkLst>
        </pc:spChg>
        <pc:spChg chg="mod">
          <ac:chgData name="Yeo Xiong Wei, Jonathan" userId="ac2b658e-7ce1-44bb-9f9f-bf4198ceaa29" providerId="ADAL" clId="{EF4AA3A3-2EA6-4DA1-A582-F63291315220}" dt="2022-08-07T01:28:36.542" v="134" actId="1076"/>
          <ac:spMkLst>
            <pc:docMk/>
            <pc:sldMk cId="557380756" sldId="449"/>
            <ac:spMk id="6" creationId="{FE56EDC9-179A-4BF8-94E8-C0AF8CD28DCF}"/>
          </ac:spMkLst>
        </pc:spChg>
        <pc:spChg chg="mod">
          <ac:chgData name="Yeo Xiong Wei, Jonathan" userId="ac2b658e-7ce1-44bb-9f9f-bf4198ceaa29" providerId="ADAL" clId="{EF4AA3A3-2EA6-4DA1-A582-F63291315220}" dt="2022-08-14T02:20:04.192" v="4562" actId="20577"/>
          <ac:spMkLst>
            <pc:docMk/>
            <pc:sldMk cId="557380756" sldId="449"/>
            <ac:spMk id="52226" creationId="{00000000-0000-0000-0000-000000000000}"/>
          </ac:spMkLst>
        </pc:spChg>
        <pc:graphicFrameChg chg="mod">
          <ac:chgData name="Yeo Xiong Wei, Jonathan" userId="ac2b658e-7ce1-44bb-9f9f-bf4198ceaa29" providerId="ADAL" clId="{EF4AA3A3-2EA6-4DA1-A582-F63291315220}" dt="2022-08-10T04:07:26.068" v="2726" actId="207"/>
          <ac:graphicFrameMkLst>
            <pc:docMk/>
            <pc:sldMk cId="557380756" sldId="449"/>
            <ac:graphicFrameMk id="3" creationId="{0E0BDF0A-830C-4AED-9D1E-F8E33740D956}"/>
          </ac:graphicFrameMkLst>
        </pc:graphicFrameChg>
      </pc:sldChg>
      <pc:sldChg chg="addSp modSp mod ord">
        <pc:chgData name="Yeo Xiong Wei, Jonathan" userId="ac2b658e-7ce1-44bb-9f9f-bf4198ceaa29" providerId="ADAL" clId="{EF4AA3A3-2EA6-4DA1-A582-F63291315220}" dt="2022-08-15T04:04:00.909" v="7238" actId="20577"/>
        <pc:sldMkLst>
          <pc:docMk/>
          <pc:sldMk cId="2864665818" sldId="453"/>
        </pc:sldMkLst>
        <pc:spChg chg="mod">
          <ac:chgData name="Yeo Xiong Wei, Jonathan" userId="ac2b658e-7ce1-44bb-9f9f-bf4198ceaa29" providerId="ADAL" clId="{EF4AA3A3-2EA6-4DA1-A582-F63291315220}" dt="2022-08-15T04:04:00.909" v="7238" actId="20577"/>
          <ac:spMkLst>
            <pc:docMk/>
            <pc:sldMk cId="2864665818" sldId="453"/>
            <ac:spMk id="3" creationId="{5F1084EF-22C8-4EF1-B3AC-5CD9C82F5106}"/>
          </ac:spMkLst>
        </pc:spChg>
        <pc:spChg chg="add mod">
          <ac:chgData name="Yeo Xiong Wei, Jonathan" userId="ac2b658e-7ce1-44bb-9f9f-bf4198ceaa29" providerId="ADAL" clId="{EF4AA3A3-2EA6-4DA1-A582-F63291315220}" dt="2022-08-02T12:17:52.113" v="89"/>
          <ac:spMkLst>
            <pc:docMk/>
            <pc:sldMk cId="2864665818" sldId="453"/>
            <ac:spMk id="7" creationId="{E9F97419-B669-A0B5-E4CF-AF3B34A3477D}"/>
          </ac:spMkLst>
        </pc:spChg>
        <pc:picChg chg="add mod">
          <ac:chgData name="Yeo Xiong Wei, Jonathan" userId="ac2b658e-7ce1-44bb-9f9f-bf4198ceaa29" providerId="ADAL" clId="{EF4AA3A3-2EA6-4DA1-A582-F63291315220}" dt="2022-08-02T12:17:57.286" v="91" actId="1076"/>
          <ac:picMkLst>
            <pc:docMk/>
            <pc:sldMk cId="2864665818" sldId="453"/>
            <ac:picMk id="6" creationId="{DB7818CC-C965-E1B0-13B0-E585C2A8E9D5}"/>
          </ac:picMkLst>
        </pc:picChg>
      </pc:sldChg>
      <pc:sldChg chg="modSp mod">
        <pc:chgData name="Yeo Xiong Wei, Jonathan" userId="ac2b658e-7ce1-44bb-9f9f-bf4198ceaa29" providerId="ADAL" clId="{EF4AA3A3-2EA6-4DA1-A582-F63291315220}" dt="2022-08-07T01:37:31.069" v="223" actId="255"/>
        <pc:sldMkLst>
          <pc:docMk/>
          <pc:sldMk cId="2124394728" sldId="454"/>
        </pc:sldMkLst>
        <pc:spChg chg="mod">
          <ac:chgData name="Yeo Xiong Wei, Jonathan" userId="ac2b658e-7ce1-44bb-9f9f-bf4198ceaa29" providerId="ADAL" clId="{EF4AA3A3-2EA6-4DA1-A582-F63291315220}" dt="2022-08-07T01:37:31.069" v="223" actId="255"/>
          <ac:spMkLst>
            <pc:docMk/>
            <pc:sldMk cId="2124394728" sldId="454"/>
            <ac:spMk id="108546" creationId="{00000000-0000-0000-0000-000000000000}"/>
          </ac:spMkLst>
        </pc:spChg>
      </pc:sldChg>
      <pc:sldChg chg="modSp mod modAnim">
        <pc:chgData name="Yeo Xiong Wei, Jonathan" userId="ac2b658e-7ce1-44bb-9f9f-bf4198ceaa29" providerId="ADAL" clId="{EF4AA3A3-2EA6-4DA1-A582-F63291315220}" dt="2022-08-15T03:57:00.144" v="7211" actId="14100"/>
        <pc:sldMkLst>
          <pc:docMk/>
          <pc:sldMk cId="4160036871" sldId="458"/>
        </pc:sldMkLst>
        <pc:spChg chg="mod">
          <ac:chgData name="Yeo Xiong Wei, Jonathan" userId="ac2b658e-7ce1-44bb-9f9f-bf4198ceaa29" providerId="ADAL" clId="{EF4AA3A3-2EA6-4DA1-A582-F63291315220}" dt="2022-08-15T03:57:00.144" v="7211" actId="14100"/>
          <ac:spMkLst>
            <pc:docMk/>
            <pc:sldMk cId="4160036871" sldId="458"/>
            <ac:spMk id="7" creationId="{59EB3CBF-81A9-4689-863D-43F065AC2006}"/>
          </ac:spMkLst>
        </pc:spChg>
      </pc:sldChg>
      <pc:sldChg chg="addSp delSp modSp mod modAnim">
        <pc:chgData name="Yeo Xiong Wei, Jonathan" userId="ac2b658e-7ce1-44bb-9f9f-bf4198ceaa29" providerId="ADAL" clId="{EF4AA3A3-2EA6-4DA1-A582-F63291315220}" dt="2022-08-14T02:03:45.055" v="3814"/>
        <pc:sldMkLst>
          <pc:docMk/>
          <pc:sldMk cId="2545258335" sldId="462"/>
        </pc:sldMkLst>
        <pc:spChg chg="mod">
          <ac:chgData name="Yeo Xiong Wei, Jonathan" userId="ac2b658e-7ce1-44bb-9f9f-bf4198ceaa29" providerId="ADAL" clId="{EF4AA3A3-2EA6-4DA1-A582-F63291315220}" dt="2022-08-09T13:30:33.298" v="242" actId="20577"/>
          <ac:spMkLst>
            <pc:docMk/>
            <pc:sldMk cId="2545258335" sldId="462"/>
            <ac:spMk id="7" creationId="{5E9DF522-5AD3-4366-84EF-AA804EBD70FB}"/>
          </ac:spMkLst>
        </pc:spChg>
        <pc:picChg chg="add mod">
          <ac:chgData name="Yeo Xiong Wei, Jonathan" userId="ac2b658e-7ce1-44bb-9f9f-bf4198ceaa29" providerId="ADAL" clId="{EF4AA3A3-2EA6-4DA1-A582-F63291315220}" dt="2022-08-14T02:03:45.055" v="3814"/>
          <ac:picMkLst>
            <pc:docMk/>
            <pc:sldMk cId="2545258335" sldId="462"/>
            <ac:picMk id="2" creationId="{FC60AA0E-C33B-D9E6-42DD-C2BEC558EB1F}"/>
          </ac:picMkLst>
        </pc:picChg>
        <pc:picChg chg="del">
          <ac:chgData name="Yeo Xiong Wei, Jonathan" userId="ac2b658e-7ce1-44bb-9f9f-bf4198ceaa29" providerId="ADAL" clId="{EF4AA3A3-2EA6-4DA1-A582-F63291315220}" dt="2022-08-14T02:01:24.219" v="3786" actId="478"/>
          <ac:picMkLst>
            <pc:docMk/>
            <pc:sldMk cId="2545258335" sldId="462"/>
            <ac:picMk id="1026" creationId="{621BFCAB-B6C8-4AB7-B4EB-0EEA84281163}"/>
          </ac:picMkLst>
        </pc:picChg>
      </pc:sldChg>
      <pc:sldChg chg="modSp mod modAnim modNotesTx">
        <pc:chgData name="Yeo Xiong Wei, Jonathan" userId="ac2b658e-7ce1-44bb-9f9f-bf4198ceaa29" providerId="ADAL" clId="{EF4AA3A3-2EA6-4DA1-A582-F63291315220}" dt="2022-08-14T03:48:28.950" v="7138" actId="403"/>
        <pc:sldMkLst>
          <pc:docMk/>
          <pc:sldMk cId="579881023" sldId="463"/>
        </pc:sldMkLst>
        <pc:spChg chg="mod">
          <ac:chgData name="Yeo Xiong Wei, Jonathan" userId="ac2b658e-7ce1-44bb-9f9f-bf4198ceaa29" providerId="ADAL" clId="{EF4AA3A3-2EA6-4DA1-A582-F63291315220}" dt="2022-08-14T03:48:28.950" v="7138" actId="403"/>
          <ac:spMkLst>
            <pc:docMk/>
            <pc:sldMk cId="579881023" sldId="463"/>
            <ac:spMk id="52226" creationId="{00000000-0000-0000-0000-000000000000}"/>
          </ac:spMkLst>
        </pc:spChg>
      </pc:sldChg>
      <pc:sldChg chg="modSp mod modAnim modNotesTx">
        <pc:chgData name="Yeo Xiong Wei, Jonathan" userId="ac2b658e-7ce1-44bb-9f9f-bf4198ceaa29" providerId="ADAL" clId="{EF4AA3A3-2EA6-4DA1-A582-F63291315220}" dt="2022-08-14T01:59:54.615" v="3784" actId="20577"/>
        <pc:sldMkLst>
          <pc:docMk/>
          <pc:sldMk cId="4022763380" sldId="465"/>
        </pc:sldMkLst>
        <pc:spChg chg="mod">
          <ac:chgData name="Yeo Xiong Wei, Jonathan" userId="ac2b658e-7ce1-44bb-9f9f-bf4198ceaa29" providerId="ADAL" clId="{EF4AA3A3-2EA6-4DA1-A582-F63291315220}" dt="2022-08-14T01:58:51.327" v="3618" actId="255"/>
          <ac:spMkLst>
            <pc:docMk/>
            <pc:sldMk cId="4022763380" sldId="465"/>
            <ac:spMk id="3" creationId="{F6166362-5747-4CF8-8778-889699D343D3}"/>
          </ac:spMkLst>
        </pc:spChg>
        <pc:spChg chg="mod">
          <ac:chgData name="Yeo Xiong Wei, Jonathan" userId="ac2b658e-7ce1-44bb-9f9f-bf4198ceaa29" providerId="ADAL" clId="{EF4AA3A3-2EA6-4DA1-A582-F63291315220}" dt="2022-08-07T01:24:11.724" v="95" actId="14100"/>
          <ac:spMkLst>
            <pc:docMk/>
            <pc:sldMk cId="4022763380" sldId="465"/>
            <ac:spMk id="7" creationId="{FC7F5782-5816-DE7E-E49D-D693DD6992DE}"/>
          </ac:spMkLst>
        </pc:spChg>
      </pc:sldChg>
      <pc:sldChg chg="modSp mod">
        <pc:chgData name="Yeo Xiong Wei, Jonathan" userId="ac2b658e-7ce1-44bb-9f9f-bf4198ceaa29" providerId="ADAL" clId="{EF4AA3A3-2EA6-4DA1-A582-F63291315220}" dt="2022-08-14T03:50:35.917" v="7151" actId="6549"/>
        <pc:sldMkLst>
          <pc:docMk/>
          <pc:sldMk cId="3409404217" sldId="481"/>
        </pc:sldMkLst>
        <pc:spChg chg="mod ord">
          <ac:chgData name="Yeo Xiong Wei, Jonathan" userId="ac2b658e-7ce1-44bb-9f9f-bf4198ceaa29" providerId="ADAL" clId="{EF4AA3A3-2EA6-4DA1-A582-F63291315220}" dt="2022-08-10T04:15:27.686" v="3139" actId="166"/>
          <ac:spMkLst>
            <pc:docMk/>
            <pc:sldMk cId="3409404217" sldId="481"/>
            <ac:spMk id="4" creationId="{18E05505-4EBE-4F48-ABBA-2C39236384B1}"/>
          </ac:spMkLst>
        </pc:spChg>
        <pc:spChg chg="mod">
          <ac:chgData name="Yeo Xiong Wei, Jonathan" userId="ac2b658e-7ce1-44bb-9f9f-bf4198ceaa29" providerId="ADAL" clId="{EF4AA3A3-2EA6-4DA1-A582-F63291315220}" dt="2022-08-10T04:15:15.079" v="3121" actId="1036"/>
          <ac:spMkLst>
            <pc:docMk/>
            <pc:sldMk cId="3409404217" sldId="481"/>
            <ac:spMk id="6" creationId="{F5C28873-EAE0-47B8-BD97-EFE8C8AD45CD}"/>
          </ac:spMkLst>
        </pc:spChg>
        <pc:spChg chg="mod">
          <ac:chgData name="Yeo Xiong Wei, Jonathan" userId="ac2b658e-7ce1-44bb-9f9f-bf4198ceaa29" providerId="ADAL" clId="{EF4AA3A3-2EA6-4DA1-A582-F63291315220}" dt="2022-08-14T03:50:35.917" v="7151" actId="6549"/>
          <ac:spMkLst>
            <pc:docMk/>
            <pc:sldMk cId="3409404217" sldId="481"/>
            <ac:spMk id="16" creationId="{DD99C6AA-4FB0-4001-819D-E2F987201D6E}"/>
          </ac:spMkLst>
        </pc:spChg>
        <pc:picChg chg="mod">
          <ac:chgData name="Yeo Xiong Wei, Jonathan" userId="ac2b658e-7ce1-44bb-9f9f-bf4198ceaa29" providerId="ADAL" clId="{EF4AA3A3-2EA6-4DA1-A582-F63291315220}" dt="2022-08-10T05:10:14.253" v="3341" actId="1076"/>
          <ac:picMkLst>
            <pc:docMk/>
            <pc:sldMk cId="3409404217" sldId="481"/>
            <ac:picMk id="3" creationId="{B4343AE7-B6BE-4AD4-AF4E-C2D2914E7122}"/>
          </ac:picMkLst>
        </pc:picChg>
        <pc:cxnChg chg="mod">
          <ac:chgData name="Yeo Xiong Wei, Jonathan" userId="ac2b658e-7ce1-44bb-9f9f-bf4198ceaa29" providerId="ADAL" clId="{EF4AA3A3-2EA6-4DA1-A582-F63291315220}" dt="2022-08-10T04:15:20.312" v="3138" actId="1036"/>
          <ac:cxnSpMkLst>
            <pc:docMk/>
            <pc:sldMk cId="3409404217" sldId="481"/>
            <ac:cxnSpMk id="7" creationId="{E37F578C-BBF7-A5DF-30B1-547152D6A6D4}"/>
          </ac:cxnSpMkLst>
        </pc:cxnChg>
      </pc:sldChg>
      <pc:sldChg chg="modSp mod">
        <pc:chgData name="Yeo Xiong Wei, Jonathan" userId="ac2b658e-7ce1-44bb-9f9f-bf4198ceaa29" providerId="ADAL" clId="{EF4AA3A3-2EA6-4DA1-A582-F63291315220}" dt="2022-08-14T03:49:15.298" v="7142" actId="1076"/>
        <pc:sldMkLst>
          <pc:docMk/>
          <pc:sldMk cId="217193348" sldId="482"/>
        </pc:sldMkLst>
        <pc:spChg chg="mod">
          <ac:chgData name="Yeo Xiong Wei, Jonathan" userId="ac2b658e-7ce1-44bb-9f9f-bf4198ceaa29" providerId="ADAL" clId="{EF4AA3A3-2EA6-4DA1-A582-F63291315220}" dt="2022-08-14T03:49:15.298" v="7142" actId="1076"/>
          <ac:spMkLst>
            <pc:docMk/>
            <pc:sldMk cId="217193348" sldId="482"/>
            <ac:spMk id="7" creationId="{C0E42650-81B5-4C50-81EB-66564AD673EA}"/>
          </ac:spMkLst>
        </pc:spChg>
        <pc:spChg chg="mod">
          <ac:chgData name="Yeo Xiong Wei, Jonathan" userId="ac2b658e-7ce1-44bb-9f9f-bf4198ceaa29" providerId="ADAL" clId="{EF4AA3A3-2EA6-4DA1-A582-F63291315220}" dt="2022-08-14T03:49:15.298" v="7142" actId="1076"/>
          <ac:spMkLst>
            <pc:docMk/>
            <pc:sldMk cId="217193348" sldId="482"/>
            <ac:spMk id="9" creationId="{F3A478C2-906F-4C71-93C3-E9A078BFBB67}"/>
          </ac:spMkLst>
        </pc:spChg>
        <pc:spChg chg="mod">
          <ac:chgData name="Yeo Xiong Wei, Jonathan" userId="ac2b658e-7ce1-44bb-9f9f-bf4198ceaa29" providerId="ADAL" clId="{EF4AA3A3-2EA6-4DA1-A582-F63291315220}" dt="2022-08-14T03:49:08.971" v="7141" actId="404"/>
          <ac:spMkLst>
            <pc:docMk/>
            <pc:sldMk cId="217193348" sldId="482"/>
            <ac:spMk id="16" creationId="{DD99C6AA-4FB0-4001-819D-E2F987201D6E}"/>
          </ac:spMkLst>
        </pc:spChg>
        <pc:spChg chg="mod">
          <ac:chgData name="Yeo Xiong Wei, Jonathan" userId="ac2b658e-7ce1-44bb-9f9f-bf4198ceaa29" providerId="ADAL" clId="{EF4AA3A3-2EA6-4DA1-A582-F63291315220}" dt="2022-08-14T03:48:53.158" v="7139" actId="113"/>
          <ac:spMkLst>
            <pc:docMk/>
            <pc:sldMk cId="217193348" sldId="482"/>
            <ac:spMk id="52225" creationId="{00000000-0000-0000-0000-000000000000}"/>
          </ac:spMkLst>
        </pc:spChg>
        <pc:graphicFrameChg chg="mod">
          <ac:chgData name="Yeo Xiong Wei, Jonathan" userId="ac2b658e-7ce1-44bb-9f9f-bf4198ceaa29" providerId="ADAL" clId="{EF4AA3A3-2EA6-4DA1-A582-F63291315220}" dt="2022-08-14T03:49:15.298" v="7142" actId="1076"/>
          <ac:graphicFrameMkLst>
            <pc:docMk/>
            <pc:sldMk cId="217193348" sldId="482"/>
            <ac:graphicFrameMk id="5" creationId="{852CCDDB-5ED2-4AE0-AA49-6ACD4B85A7BD}"/>
          </ac:graphicFrameMkLst>
        </pc:graphicFrameChg>
      </pc:sldChg>
      <pc:sldChg chg="addSp delSp modSp mod addAnim delAnim modAnim">
        <pc:chgData name="Yeo Xiong Wei, Jonathan" userId="ac2b658e-7ce1-44bb-9f9f-bf4198ceaa29" providerId="ADAL" clId="{EF4AA3A3-2EA6-4DA1-A582-F63291315220}" dt="2022-08-15T03:59:37.686" v="7212" actId="478"/>
        <pc:sldMkLst>
          <pc:docMk/>
          <pc:sldMk cId="121939173" sldId="483"/>
        </pc:sldMkLst>
        <pc:spChg chg="mod">
          <ac:chgData name="Yeo Xiong Wei, Jonathan" userId="ac2b658e-7ce1-44bb-9f9f-bf4198ceaa29" providerId="ADAL" clId="{EF4AA3A3-2EA6-4DA1-A582-F63291315220}" dt="2022-08-07T01:35:53.895" v="213" actId="115"/>
          <ac:spMkLst>
            <pc:docMk/>
            <pc:sldMk cId="121939173" sldId="483"/>
            <ac:spMk id="16" creationId="{DD99C6AA-4FB0-4001-819D-E2F987201D6E}"/>
          </ac:spMkLst>
        </pc:spChg>
        <pc:graphicFrameChg chg="modGraphic">
          <ac:chgData name="Yeo Xiong Wei, Jonathan" userId="ac2b658e-7ce1-44bb-9f9f-bf4198ceaa29" providerId="ADAL" clId="{EF4AA3A3-2EA6-4DA1-A582-F63291315220}" dt="2022-08-10T05:15:24.594" v="3551" actId="20577"/>
          <ac:graphicFrameMkLst>
            <pc:docMk/>
            <pc:sldMk cId="121939173" sldId="483"/>
            <ac:graphicFrameMk id="3" creationId="{80AAD08D-68BE-461B-A2CC-C27DB6D50B24}"/>
          </ac:graphicFrameMkLst>
        </pc:graphicFrameChg>
        <pc:inkChg chg="add del">
          <ac:chgData name="Yeo Xiong Wei, Jonathan" userId="ac2b658e-7ce1-44bb-9f9f-bf4198ceaa29" providerId="ADAL" clId="{EF4AA3A3-2EA6-4DA1-A582-F63291315220}" dt="2022-08-15T03:59:37.686" v="7212" actId="478"/>
          <ac:inkMkLst>
            <pc:docMk/>
            <pc:sldMk cId="121939173" sldId="483"/>
            <ac:inkMk id="2" creationId="{6AA67128-EC50-C6DA-F914-B42B0E070207}"/>
          </ac:inkMkLst>
        </pc:inkChg>
      </pc:sldChg>
      <pc:sldChg chg="addSp modSp mod">
        <pc:chgData name="Yeo Xiong Wei, Jonathan" userId="ac2b658e-7ce1-44bb-9f9f-bf4198ceaa29" providerId="ADAL" clId="{EF4AA3A3-2EA6-4DA1-A582-F63291315220}" dt="2022-08-15T04:04:18.321" v="7246" actId="113"/>
        <pc:sldMkLst>
          <pc:docMk/>
          <pc:sldMk cId="3864092051" sldId="488"/>
        </pc:sldMkLst>
        <pc:spChg chg="mod">
          <ac:chgData name="Yeo Xiong Wei, Jonathan" userId="ac2b658e-7ce1-44bb-9f9f-bf4198ceaa29" providerId="ADAL" clId="{EF4AA3A3-2EA6-4DA1-A582-F63291315220}" dt="2022-08-15T04:04:18.321" v="7246" actId="113"/>
          <ac:spMkLst>
            <pc:docMk/>
            <pc:sldMk cId="3864092051" sldId="488"/>
            <ac:spMk id="3" creationId="{5F1084EF-22C8-4EF1-B3AC-5CD9C82F5106}"/>
          </ac:spMkLst>
        </pc:spChg>
        <pc:spChg chg="add mod">
          <ac:chgData name="Yeo Xiong Wei, Jonathan" userId="ac2b658e-7ce1-44bb-9f9f-bf4198ceaa29" providerId="ADAL" clId="{EF4AA3A3-2EA6-4DA1-A582-F63291315220}" dt="2022-08-02T12:18:02.852" v="92"/>
          <ac:spMkLst>
            <pc:docMk/>
            <pc:sldMk cId="3864092051" sldId="488"/>
            <ac:spMk id="6" creationId="{24FC320A-84B7-E3E8-7F94-E16CD71D23EA}"/>
          </ac:spMkLst>
        </pc:spChg>
        <pc:picChg chg="add mod">
          <ac:chgData name="Yeo Xiong Wei, Jonathan" userId="ac2b658e-7ce1-44bb-9f9f-bf4198ceaa29" providerId="ADAL" clId="{EF4AA3A3-2EA6-4DA1-A582-F63291315220}" dt="2022-08-02T12:18:02.852" v="92"/>
          <ac:picMkLst>
            <pc:docMk/>
            <pc:sldMk cId="3864092051" sldId="488"/>
            <ac:picMk id="5" creationId="{5A6098FE-69FB-4641-6A71-68583B26E709}"/>
          </ac:picMkLst>
        </pc:picChg>
      </pc:sldChg>
      <pc:sldChg chg="modSp mod modAnim">
        <pc:chgData name="Yeo Xiong Wei, Jonathan" userId="ac2b658e-7ce1-44bb-9f9f-bf4198ceaa29" providerId="ADAL" clId="{EF4AA3A3-2EA6-4DA1-A582-F63291315220}" dt="2022-08-14T03:48:01.135" v="7125"/>
        <pc:sldMkLst>
          <pc:docMk/>
          <pc:sldMk cId="3950532445" sldId="523"/>
        </pc:sldMkLst>
        <pc:spChg chg="mod">
          <ac:chgData name="Yeo Xiong Wei, Jonathan" userId="ac2b658e-7ce1-44bb-9f9f-bf4198ceaa29" providerId="ADAL" clId="{EF4AA3A3-2EA6-4DA1-A582-F63291315220}" dt="2022-08-07T01:33:20.121" v="191" actId="14100"/>
          <ac:spMkLst>
            <pc:docMk/>
            <pc:sldMk cId="3950532445" sldId="523"/>
            <ac:spMk id="5" creationId="{061BB625-FA9F-47AA-B90D-A911EB43A74D}"/>
          </ac:spMkLst>
        </pc:spChg>
      </pc:sldChg>
      <pc:sldChg chg="modSp mod modAnim modNotesTx">
        <pc:chgData name="Yeo Xiong Wei, Jonathan" userId="ac2b658e-7ce1-44bb-9f9f-bf4198ceaa29" providerId="ADAL" clId="{EF4AA3A3-2EA6-4DA1-A582-F63291315220}" dt="2022-08-14T01:59:31.159" v="3684" actId="20577"/>
        <pc:sldMkLst>
          <pc:docMk/>
          <pc:sldMk cId="3686239555" sldId="527"/>
        </pc:sldMkLst>
        <pc:spChg chg="mod">
          <ac:chgData name="Yeo Xiong Wei, Jonathan" userId="ac2b658e-7ce1-44bb-9f9f-bf4198ceaa29" providerId="ADAL" clId="{EF4AA3A3-2EA6-4DA1-A582-F63291315220}" dt="2022-08-10T03:59:34.097" v="2551" actId="113"/>
          <ac:spMkLst>
            <pc:docMk/>
            <pc:sldMk cId="3686239555" sldId="527"/>
            <ac:spMk id="3" creationId="{F6166362-5747-4CF8-8778-889699D343D3}"/>
          </ac:spMkLst>
        </pc:spChg>
        <pc:spChg chg="mod">
          <ac:chgData name="Yeo Xiong Wei, Jonathan" userId="ac2b658e-7ce1-44bb-9f9f-bf4198ceaa29" providerId="ADAL" clId="{EF4AA3A3-2EA6-4DA1-A582-F63291315220}" dt="2022-08-09T13:37:45.833" v="667" actId="1076"/>
          <ac:spMkLst>
            <pc:docMk/>
            <pc:sldMk cId="3686239555" sldId="527"/>
            <ac:spMk id="5" creationId="{761D1CDC-8DE9-A479-D00E-79CC72161459}"/>
          </ac:spMkLst>
        </pc:spChg>
      </pc:sldChg>
      <pc:sldChg chg="modSp mod modAnim">
        <pc:chgData name="Yeo Xiong Wei, Jonathan" userId="ac2b658e-7ce1-44bb-9f9f-bf4198ceaa29" providerId="ADAL" clId="{EF4AA3A3-2EA6-4DA1-A582-F63291315220}" dt="2022-08-14T02:07:11.757" v="3929" actId="255"/>
        <pc:sldMkLst>
          <pc:docMk/>
          <pc:sldMk cId="303189795" sldId="528"/>
        </pc:sldMkLst>
        <pc:spChg chg="mod">
          <ac:chgData name="Yeo Xiong Wei, Jonathan" userId="ac2b658e-7ce1-44bb-9f9f-bf4198ceaa29" providerId="ADAL" clId="{EF4AA3A3-2EA6-4DA1-A582-F63291315220}" dt="2022-08-14T02:07:11.757" v="3929" actId="255"/>
          <ac:spMkLst>
            <pc:docMk/>
            <pc:sldMk cId="303189795" sldId="528"/>
            <ac:spMk id="15" creationId="{77203F6D-9768-445A-B0A9-4CC7257468DE}"/>
          </ac:spMkLst>
        </pc:spChg>
        <pc:spChg chg="mod">
          <ac:chgData name="Yeo Xiong Wei, Jonathan" userId="ac2b658e-7ce1-44bb-9f9f-bf4198ceaa29" providerId="ADAL" clId="{EF4AA3A3-2EA6-4DA1-A582-F63291315220}" dt="2022-08-10T04:02:13.192" v="2621" actId="20577"/>
          <ac:spMkLst>
            <pc:docMk/>
            <pc:sldMk cId="303189795" sldId="528"/>
            <ac:spMk id="33793" creationId="{00000000-0000-0000-0000-000000000000}"/>
          </ac:spMkLst>
        </pc:spChg>
      </pc:sldChg>
      <pc:sldChg chg="modSp mod">
        <pc:chgData name="Yeo Xiong Wei, Jonathan" userId="ac2b658e-7ce1-44bb-9f9f-bf4198ceaa29" providerId="ADAL" clId="{EF4AA3A3-2EA6-4DA1-A582-F63291315220}" dt="2022-08-14T02:07:41.101" v="3931" actId="6549"/>
        <pc:sldMkLst>
          <pc:docMk/>
          <pc:sldMk cId="4245692049" sldId="529"/>
        </pc:sldMkLst>
        <pc:spChg chg="mod">
          <ac:chgData name="Yeo Xiong Wei, Jonathan" userId="ac2b658e-7ce1-44bb-9f9f-bf4198ceaa29" providerId="ADAL" clId="{EF4AA3A3-2EA6-4DA1-A582-F63291315220}" dt="2022-08-14T02:07:41.101" v="3931" actId="6549"/>
          <ac:spMkLst>
            <pc:docMk/>
            <pc:sldMk cId="4245692049" sldId="529"/>
            <ac:spMk id="3" creationId="{34C6196F-CEB9-4FE3-8920-4C9C471A5A9A}"/>
          </ac:spMkLst>
        </pc:spChg>
        <pc:spChg chg="mod">
          <ac:chgData name="Yeo Xiong Wei, Jonathan" userId="ac2b658e-7ce1-44bb-9f9f-bf4198ceaa29" providerId="ADAL" clId="{EF4AA3A3-2EA6-4DA1-A582-F63291315220}" dt="2022-08-14T02:06:37.204" v="3912"/>
          <ac:spMkLst>
            <pc:docMk/>
            <pc:sldMk cId="4245692049" sldId="529"/>
            <ac:spMk id="33793" creationId="{00000000-0000-0000-0000-000000000000}"/>
          </ac:spMkLst>
        </pc:spChg>
      </pc:sldChg>
      <pc:sldChg chg="modNotesTx">
        <pc:chgData name="Yeo Xiong Wei, Jonathan" userId="ac2b658e-7ce1-44bb-9f9f-bf4198ceaa29" providerId="ADAL" clId="{EF4AA3A3-2EA6-4DA1-A582-F63291315220}" dt="2022-08-14T02:10:09.712" v="4158" actId="20577"/>
        <pc:sldMkLst>
          <pc:docMk/>
          <pc:sldMk cId="600278560" sldId="531"/>
        </pc:sldMkLst>
      </pc:sldChg>
      <pc:sldChg chg="modSp modAnim modNotesTx">
        <pc:chgData name="Yeo Xiong Wei, Jonathan" userId="ac2b658e-7ce1-44bb-9f9f-bf4198ceaa29" providerId="ADAL" clId="{EF4AA3A3-2EA6-4DA1-A582-F63291315220}" dt="2022-08-15T04:23:25.326" v="7792" actId="207"/>
        <pc:sldMkLst>
          <pc:docMk/>
          <pc:sldMk cId="3880657159" sldId="532"/>
        </pc:sldMkLst>
        <pc:spChg chg="mod">
          <ac:chgData name="Yeo Xiong Wei, Jonathan" userId="ac2b658e-7ce1-44bb-9f9f-bf4198ceaa29" providerId="ADAL" clId="{EF4AA3A3-2EA6-4DA1-A582-F63291315220}" dt="2022-08-15T04:23:25.326" v="7792" actId="207"/>
          <ac:spMkLst>
            <pc:docMk/>
            <pc:sldMk cId="3880657159" sldId="532"/>
            <ac:spMk id="52226" creationId="{00000000-0000-0000-0000-000000000000}"/>
          </ac:spMkLst>
        </pc:spChg>
      </pc:sldChg>
      <pc:sldChg chg="addSp delSp modSp mod modAnim modNotesTx">
        <pc:chgData name="Yeo Xiong Wei, Jonathan" userId="ac2b658e-7ce1-44bb-9f9f-bf4198ceaa29" providerId="ADAL" clId="{EF4AA3A3-2EA6-4DA1-A582-F63291315220}" dt="2022-08-15T04:30:39.102" v="7795" actId="20577"/>
        <pc:sldMkLst>
          <pc:docMk/>
          <pc:sldMk cId="3072354725" sldId="533"/>
        </pc:sldMkLst>
        <pc:spChg chg="mod">
          <ac:chgData name="Yeo Xiong Wei, Jonathan" userId="ac2b658e-7ce1-44bb-9f9f-bf4198ceaa29" providerId="ADAL" clId="{EF4AA3A3-2EA6-4DA1-A582-F63291315220}" dt="2022-08-07T01:29:24.016" v="142" actId="1076"/>
          <ac:spMkLst>
            <pc:docMk/>
            <pc:sldMk cId="3072354725" sldId="533"/>
            <ac:spMk id="4" creationId="{971F755D-AAC1-42A1-BB88-2F82C454E36A}"/>
          </ac:spMkLst>
        </pc:spChg>
        <pc:spChg chg="mod">
          <ac:chgData name="Yeo Xiong Wei, Jonathan" userId="ac2b658e-7ce1-44bb-9f9f-bf4198ceaa29" providerId="ADAL" clId="{EF4AA3A3-2EA6-4DA1-A582-F63291315220}" dt="2022-08-07T01:29:29.370" v="144" actId="1076"/>
          <ac:spMkLst>
            <pc:docMk/>
            <pc:sldMk cId="3072354725" sldId="533"/>
            <ac:spMk id="6" creationId="{FE56EDC9-179A-4BF8-94E8-C0AF8CD28DCF}"/>
          </ac:spMkLst>
        </pc:spChg>
        <pc:spChg chg="mod">
          <ac:chgData name="Yeo Xiong Wei, Jonathan" userId="ac2b658e-7ce1-44bb-9f9f-bf4198ceaa29" providerId="ADAL" clId="{EF4AA3A3-2EA6-4DA1-A582-F63291315220}" dt="2022-08-15T04:30:39.102" v="7795" actId="20577"/>
          <ac:spMkLst>
            <pc:docMk/>
            <pc:sldMk cId="3072354725" sldId="533"/>
            <ac:spMk id="52226" creationId="{00000000-0000-0000-0000-000000000000}"/>
          </ac:spMkLst>
        </pc:spChg>
        <pc:graphicFrameChg chg="mod">
          <ac:chgData name="Yeo Xiong Wei, Jonathan" userId="ac2b658e-7ce1-44bb-9f9f-bf4198ceaa29" providerId="ADAL" clId="{EF4AA3A3-2EA6-4DA1-A582-F63291315220}" dt="2022-08-14T03:03:26.175" v="6094" actId="20577"/>
          <ac:graphicFrameMkLst>
            <pc:docMk/>
            <pc:sldMk cId="3072354725" sldId="533"/>
            <ac:graphicFrameMk id="3" creationId="{0E0BDF0A-830C-4AED-9D1E-F8E33740D956}"/>
          </ac:graphicFrameMkLst>
        </pc:graphicFrameChg>
        <pc:inkChg chg="add del">
          <ac:chgData name="Yeo Xiong Wei, Jonathan" userId="ac2b658e-7ce1-44bb-9f9f-bf4198ceaa29" providerId="ADAL" clId="{EF4AA3A3-2EA6-4DA1-A582-F63291315220}" dt="2022-08-15T04:30:35.883" v="7793" actId="478"/>
          <ac:inkMkLst>
            <pc:docMk/>
            <pc:sldMk cId="3072354725" sldId="533"/>
            <ac:inkMk id="2" creationId="{BC6C6EFE-EB7B-76C6-5B89-52E55FB1C60F}"/>
          </ac:inkMkLst>
        </pc:inkChg>
      </pc:sldChg>
      <pc:sldChg chg="modAnim">
        <pc:chgData name="Yeo Xiong Wei, Jonathan" userId="ac2b658e-7ce1-44bb-9f9f-bf4198ceaa29" providerId="ADAL" clId="{EF4AA3A3-2EA6-4DA1-A582-F63291315220}" dt="2022-08-14T03:53:14.268" v="7167"/>
        <pc:sldMkLst>
          <pc:docMk/>
          <pc:sldMk cId="134485711" sldId="534"/>
        </pc:sldMkLst>
      </pc:sldChg>
      <pc:sldChg chg="modSp mod modAnim modNotesTx">
        <pc:chgData name="Yeo Xiong Wei, Jonathan" userId="ac2b658e-7ce1-44bb-9f9f-bf4198ceaa29" providerId="ADAL" clId="{EF4AA3A3-2EA6-4DA1-A582-F63291315220}" dt="2022-08-14T02:10:26.760" v="4161"/>
        <pc:sldMkLst>
          <pc:docMk/>
          <pc:sldMk cId="410360194" sldId="535"/>
        </pc:sldMkLst>
        <pc:spChg chg="mod">
          <ac:chgData name="Yeo Xiong Wei, Jonathan" userId="ac2b658e-7ce1-44bb-9f9f-bf4198ceaa29" providerId="ADAL" clId="{EF4AA3A3-2EA6-4DA1-A582-F63291315220}" dt="2022-08-10T04:04:34.014" v="2716" actId="207"/>
          <ac:spMkLst>
            <pc:docMk/>
            <pc:sldMk cId="410360194" sldId="535"/>
            <ac:spMk id="52226" creationId="{00000000-0000-0000-0000-000000000000}"/>
          </ac:spMkLst>
        </pc:spChg>
      </pc:sldChg>
      <pc:sldChg chg="modSp mod modAnim">
        <pc:chgData name="Yeo Xiong Wei, Jonathan" userId="ac2b658e-7ce1-44bb-9f9f-bf4198ceaa29" providerId="ADAL" clId="{EF4AA3A3-2EA6-4DA1-A582-F63291315220}" dt="2022-08-14T03:43:19.938" v="6969"/>
        <pc:sldMkLst>
          <pc:docMk/>
          <pc:sldMk cId="1136030758" sldId="536"/>
        </pc:sldMkLst>
        <pc:spChg chg="mod">
          <ac:chgData name="Yeo Xiong Wei, Jonathan" userId="ac2b658e-7ce1-44bb-9f9f-bf4198ceaa29" providerId="ADAL" clId="{EF4AA3A3-2EA6-4DA1-A582-F63291315220}" dt="2022-08-07T01:30:55.982" v="172" actId="20577"/>
          <ac:spMkLst>
            <pc:docMk/>
            <pc:sldMk cId="1136030758" sldId="536"/>
            <ac:spMk id="52226" creationId="{00000000-0000-0000-0000-000000000000}"/>
          </ac:spMkLst>
        </pc:spChg>
      </pc:sldChg>
      <pc:sldChg chg="modSp">
        <pc:chgData name="Yeo Xiong Wei, Jonathan" userId="ac2b658e-7ce1-44bb-9f9f-bf4198ceaa29" providerId="ADAL" clId="{EF4AA3A3-2EA6-4DA1-A582-F63291315220}" dt="2022-08-10T03:56:20.007" v="2326" actId="207"/>
        <pc:sldMkLst>
          <pc:docMk/>
          <pc:sldMk cId="3798630101" sldId="537"/>
        </pc:sldMkLst>
        <pc:spChg chg="mod">
          <ac:chgData name="Yeo Xiong Wei, Jonathan" userId="ac2b658e-7ce1-44bb-9f9f-bf4198ceaa29" providerId="ADAL" clId="{EF4AA3A3-2EA6-4DA1-A582-F63291315220}" dt="2022-08-10T03:56:20.007" v="2326" actId="207"/>
          <ac:spMkLst>
            <pc:docMk/>
            <pc:sldMk cId="3798630101" sldId="537"/>
            <ac:spMk id="52226" creationId="{00000000-0000-0000-0000-000000000000}"/>
          </ac:spMkLst>
        </pc:spChg>
      </pc:sldChg>
      <pc:sldChg chg="modSp mod modAnim modNotesTx">
        <pc:chgData name="Yeo Xiong Wei, Jonathan" userId="ac2b658e-7ce1-44bb-9f9f-bf4198ceaa29" providerId="ADAL" clId="{EF4AA3A3-2EA6-4DA1-A582-F63291315220}" dt="2022-08-14T02:17:07.735" v="4476" actId="20577"/>
        <pc:sldMkLst>
          <pc:docMk/>
          <pc:sldMk cId="1703688471" sldId="538"/>
        </pc:sldMkLst>
        <pc:spChg chg="mod">
          <ac:chgData name="Yeo Xiong Wei, Jonathan" userId="ac2b658e-7ce1-44bb-9f9f-bf4198ceaa29" providerId="ADAL" clId="{EF4AA3A3-2EA6-4DA1-A582-F63291315220}" dt="2022-08-10T04:09:56.418" v="2824" actId="1076"/>
          <ac:spMkLst>
            <pc:docMk/>
            <pc:sldMk cId="1703688471" sldId="538"/>
            <ac:spMk id="4" creationId="{971F755D-AAC1-42A1-BB88-2F82C454E36A}"/>
          </ac:spMkLst>
        </pc:spChg>
        <pc:spChg chg="mod">
          <ac:chgData name="Yeo Xiong Wei, Jonathan" userId="ac2b658e-7ce1-44bb-9f9f-bf4198ceaa29" providerId="ADAL" clId="{EF4AA3A3-2EA6-4DA1-A582-F63291315220}" dt="2022-08-10T04:09:56.418" v="2824" actId="1076"/>
          <ac:spMkLst>
            <pc:docMk/>
            <pc:sldMk cId="1703688471" sldId="538"/>
            <ac:spMk id="6" creationId="{FE56EDC9-179A-4BF8-94E8-C0AF8CD28DCF}"/>
          </ac:spMkLst>
        </pc:spChg>
        <pc:spChg chg="mod">
          <ac:chgData name="Yeo Xiong Wei, Jonathan" userId="ac2b658e-7ce1-44bb-9f9f-bf4198ceaa29" providerId="ADAL" clId="{EF4AA3A3-2EA6-4DA1-A582-F63291315220}" dt="2022-08-10T04:10:04.241" v="2826" actId="27636"/>
          <ac:spMkLst>
            <pc:docMk/>
            <pc:sldMk cId="1703688471" sldId="538"/>
            <ac:spMk id="52226" creationId="{00000000-0000-0000-0000-000000000000}"/>
          </ac:spMkLst>
        </pc:spChg>
        <pc:graphicFrameChg chg="mod modGraphic">
          <ac:chgData name="Yeo Xiong Wei, Jonathan" userId="ac2b658e-7ce1-44bb-9f9f-bf4198ceaa29" providerId="ADAL" clId="{EF4AA3A3-2EA6-4DA1-A582-F63291315220}" dt="2022-08-14T02:13:37.724" v="4255" actId="2161"/>
          <ac:graphicFrameMkLst>
            <pc:docMk/>
            <pc:sldMk cId="1703688471" sldId="538"/>
            <ac:graphicFrameMk id="3" creationId="{0E0BDF0A-830C-4AED-9D1E-F8E33740D956}"/>
          </ac:graphicFrameMkLst>
        </pc:graphicFrameChg>
      </pc:sldChg>
      <pc:sldChg chg="addSp delSp modSp mod">
        <pc:chgData name="Yeo Xiong Wei, Jonathan" userId="ac2b658e-7ce1-44bb-9f9f-bf4198ceaa29" providerId="ADAL" clId="{EF4AA3A3-2EA6-4DA1-A582-F63291315220}" dt="2022-08-15T03:56:07.863" v="7169" actId="478"/>
        <pc:sldMkLst>
          <pc:docMk/>
          <pc:sldMk cId="925087040" sldId="552"/>
        </pc:sldMkLst>
        <pc:spChg chg="mod">
          <ac:chgData name="Yeo Xiong Wei, Jonathan" userId="ac2b658e-7ce1-44bb-9f9f-bf4198ceaa29" providerId="ADAL" clId="{EF4AA3A3-2EA6-4DA1-A582-F63291315220}" dt="2022-08-07T01:36:50.565" v="220" actId="1076"/>
          <ac:spMkLst>
            <pc:docMk/>
            <pc:sldMk cId="925087040" sldId="552"/>
            <ac:spMk id="4" creationId="{18E05505-4EBE-4F48-ABBA-2C39236384B1}"/>
          </ac:spMkLst>
        </pc:spChg>
        <pc:spChg chg="mod">
          <ac:chgData name="Yeo Xiong Wei, Jonathan" userId="ac2b658e-7ce1-44bb-9f9f-bf4198ceaa29" providerId="ADAL" clId="{EF4AA3A3-2EA6-4DA1-A582-F63291315220}" dt="2022-08-07T01:36:44.164" v="218" actId="1076"/>
          <ac:spMkLst>
            <pc:docMk/>
            <pc:sldMk cId="925087040" sldId="552"/>
            <ac:spMk id="6" creationId="{F5C28873-EAE0-47B8-BD97-EFE8C8AD45CD}"/>
          </ac:spMkLst>
        </pc:spChg>
        <pc:spChg chg="mod">
          <ac:chgData name="Yeo Xiong Wei, Jonathan" userId="ac2b658e-7ce1-44bb-9f9f-bf4198ceaa29" providerId="ADAL" clId="{EF4AA3A3-2EA6-4DA1-A582-F63291315220}" dt="2022-08-07T01:36:32.764" v="216" actId="404"/>
          <ac:spMkLst>
            <pc:docMk/>
            <pc:sldMk cId="925087040" sldId="552"/>
            <ac:spMk id="16" creationId="{DD99C6AA-4FB0-4001-819D-E2F987201D6E}"/>
          </ac:spMkLst>
        </pc:spChg>
        <pc:picChg chg="mod">
          <ac:chgData name="Yeo Xiong Wei, Jonathan" userId="ac2b658e-7ce1-44bb-9f9f-bf4198ceaa29" providerId="ADAL" clId="{EF4AA3A3-2EA6-4DA1-A582-F63291315220}" dt="2022-08-07T01:36:59.531" v="222" actId="1076"/>
          <ac:picMkLst>
            <pc:docMk/>
            <pc:sldMk cId="925087040" sldId="552"/>
            <ac:picMk id="5" creationId="{0C9D2D1B-0D7F-4846-ACF6-4056D6DDAA01}"/>
          </ac:picMkLst>
        </pc:picChg>
        <pc:inkChg chg="add del">
          <ac:chgData name="Yeo Xiong Wei, Jonathan" userId="ac2b658e-7ce1-44bb-9f9f-bf4198ceaa29" providerId="ADAL" clId="{EF4AA3A3-2EA6-4DA1-A582-F63291315220}" dt="2022-08-15T03:56:07.863" v="7169" actId="478"/>
          <ac:inkMkLst>
            <pc:docMk/>
            <pc:sldMk cId="925087040" sldId="552"/>
            <ac:inkMk id="2" creationId="{D25D2C54-5AB8-A8C6-0E02-FA3DB7EE510F}"/>
          </ac:inkMkLst>
        </pc:inkChg>
      </pc:sldChg>
      <pc:sldChg chg="modSp mod modAnim">
        <pc:chgData name="Yeo Xiong Wei, Jonathan" userId="ac2b658e-7ce1-44bb-9f9f-bf4198ceaa29" providerId="ADAL" clId="{EF4AA3A3-2EA6-4DA1-A582-F63291315220}" dt="2022-08-20T12:44:44.240" v="7919" actId="20577"/>
        <pc:sldMkLst>
          <pc:docMk/>
          <pc:sldMk cId="3631685422" sldId="553"/>
        </pc:sldMkLst>
        <pc:spChg chg="mod">
          <ac:chgData name="Yeo Xiong Wei, Jonathan" userId="ac2b658e-7ce1-44bb-9f9f-bf4198ceaa29" providerId="ADAL" clId="{EF4AA3A3-2EA6-4DA1-A582-F63291315220}" dt="2022-08-20T12:44:44.240" v="7919" actId="20577"/>
          <ac:spMkLst>
            <pc:docMk/>
            <pc:sldMk cId="3631685422" sldId="553"/>
            <ac:spMk id="52226" creationId="{00000000-0000-0000-0000-000000000000}"/>
          </ac:spMkLst>
        </pc:spChg>
      </pc:sldChg>
      <pc:sldChg chg="modSp add modAnim">
        <pc:chgData name="Yeo Xiong Wei, Jonathan" userId="ac2b658e-7ce1-44bb-9f9f-bf4198ceaa29" providerId="ADAL" clId="{EF4AA3A3-2EA6-4DA1-A582-F63291315220}" dt="2022-08-15T04:23:17.963" v="7791" actId="20577"/>
        <pc:sldMkLst>
          <pc:docMk/>
          <pc:sldMk cId="577451774" sldId="554"/>
        </pc:sldMkLst>
        <pc:spChg chg="mod">
          <ac:chgData name="Yeo Xiong Wei, Jonathan" userId="ac2b658e-7ce1-44bb-9f9f-bf4198ceaa29" providerId="ADAL" clId="{EF4AA3A3-2EA6-4DA1-A582-F63291315220}" dt="2022-08-15T04:23:17.963" v="7791" actId="20577"/>
          <ac:spMkLst>
            <pc:docMk/>
            <pc:sldMk cId="577451774" sldId="554"/>
            <ac:spMk id="52226" creationId="{00000000-0000-0000-0000-000000000000}"/>
          </ac:spMkLst>
        </pc:spChg>
      </pc:sldChg>
      <pc:sldMasterChg chg="modSp">
        <pc:chgData name="Yeo Xiong Wei, Jonathan" userId="ac2b658e-7ce1-44bb-9f9f-bf4198ceaa29" providerId="ADAL" clId="{EF4AA3A3-2EA6-4DA1-A582-F63291315220}" dt="2022-08-07T01:27:15.167" v="121" actId="255"/>
        <pc:sldMasterMkLst>
          <pc:docMk/>
          <pc:sldMasterMk cId="2479556434" sldId="2147483648"/>
        </pc:sldMasterMkLst>
        <pc:spChg chg="mod">
          <ac:chgData name="Yeo Xiong Wei, Jonathan" userId="ac2b658e-7ce1-44bb-9f9f-bf4198ceaa29" providerId="ADAL" clId="{EF4AA3A3-2EA6-4DA1-A582-F63291315220}" dt="2022-08-07T01:27:15.167" v="121" actId="255"/>
          <ac:spMkLst>
            <pc:docMk/>
            <pc:sldMasterMk cId="2479556434" sldId="2147483648"/>
            <ac:spMk id="3" creationId="{23F1572D-0B05-47BF-A0C1-0DEEDB47DEFF}"/>
          </ac:spMkLst>
        </pc:spChg>
      </pc:sldMasterChg>
    </pc:docChg>
  </pc:docChgLst>
  <pc:docChgLst>
    <pc:chgData name="Yeo Xiong Wei, Jonathan" userId="ac2b658e-7ce1-44bb-9f9f-bf4198ceaa29" providerId="ADAL" clId="{073B7412-2BAC-42E4-A489-B74CA7E4C22B}"/>
    <pc:docChg chg="undo custSel modSld">
      <pc:chgData name="Yeo Xiong Wei, Jonathan" userId="ac2b658e-7ce1-44bb-9f9f-bf4198ceaa29" providerId="ADAL" clId="{073B7412-2BAC-42E4-A489-B74CA7E4C22B}" dt="2024-08-02T06:44:18.011" v="726" actId="403"/>
      <pc:docMkLst>
        <pc:docMk/>
      </pc:docMkLst>
      <pc:sldChg chg="modSp mod delCm">
        <pc:chgData name="Yeo Xiong Wei, Jonathan" userId="ac2b658e-7ce1-44bb-9f9f-bf4198ceaa29" providerId="ADAL" clId="{073B7412-2BAC-42E4-A489-B74CA7E4C22B}" dt="2024-08-02T06:35:23.802" v="170"/>
        <pc:sldMkLst>
          <pc:docMk/>
          <pc:sldMk cId="2864665818" sldId="453"/>
        </pc:sldMkLst>
        <pc:spChg chg="mod">
          <ac:chgData name="Yeo Xiong Wei, Jonathan" userId="ac2b658e-7ce1-44bb-9f9f-bf4198ceaa29" providerId="ADAL" clId="{073B7412-2BAC-42E4-A489-B74CA7E4C22B}" dt="2024-08-02T06:34:12.748" v="169" actId="20577"/>
          <ac:spMkLst>
            <pc:docMk/>
            <pc:sldMk cId="2864665818" sldId="453"/>
            <ac:spMk id="3" creationId="{5F1084EF-22C8-4EF1-B3AC-5CD9C82F5106}"/>
          </ac:spMkLst>
        </pc:spChg>
        <pc:spChg chg="mod">
          <ac:chgData name="Yeo Xiong Wei, Jonathan" userId="ac2b658e-7ce1-44bb-9f9f-bf4198ceaa29" providerId="ADAL" clId="{073B7412-2BAC-42E4-A489-B74CA7E4C22B}" dt="2024-08-02T06:30:37.182" v="51" actId="1076"/>
          <ac:spMkLst>
            <pc:docMk/>
            <pc:sldMk cId="2864665818" sldId="453"/>
            <ac:spMk id="8" creationId="{C346A83E-5588-A886-30FF-6E8600B2E3C4}"/>
          </ac:spMkLst>
        </pc:spChg>
        <pc:graphicFrameChg chg="mod modGraphic">
          <ac:chgData name="Yeo Xiong Wei, Jonathan" userId="ac2b658e-7ce1-44bb-9f9f-bf4198ceaa29" providerId="ADAL" clId="{073B7412-2BAC-42E4-A489-B74CA7E4C22B}" dt="2024-08-02T06:32:56.904" v="67" actId="20577"/>
          <ac:graphicFrameMkLst>
            <pc:docMk/>
            <pc:sldMk cId="2864665818" sldId="453"/>
            <ac:graphicFrameMk id="5" creationId="{C3C09D19-0B20-9873-8686-0C622E75B6CD}"/>
          </ac:graphicFrameMkLst>
        </pc:graphicFrameChg>
        <pc:extLst>
          <p:ext xmlns:p="http://schemas.openxmlformats.org/presentationml/2006/main" uri="{D6D511B9-2390-475A-947B-AFAB55BFBCF1}">
            <pc226:cmChg xmlns:pc226="http://schemas.microsoft.com/office/powerpoint/2022/06/main/command" chg="del">
              <pc226:chgData name="Yeo Xiong Wei, Jonathan" userId="ac2b658e-7ce1-44bb-9f9f-bf4198ceaa29" providerId="ADAL" clId="{073B7412-2BAC-42E4-A489-B74CA7E4C22B}" dt="2024-08-02T06:35:23.802" v="170"/>
              <pc2:cmMkLst xmlns:pc2="http://schemas.microsoft.com/office/powerpoint/2019/9/main/command">
                <pc:docMk/>
                <pc:sldMk cId="2864665818" sldId="453"/>
                <pc2:cmMk id="{55E0A3BE-00A1-4DD2-9184-1D467B194883}"/>
              </pc2:cmMkLst>
            </pc226:cmChg>
          </p:ext>
        </pc:extLst>
      </pc:sldChg>
      <pc:sldChg chg="modSp mod modAnim">
        <pc:chgData name="Yeo Xiong Wei, Jonathan" userId="ac2b658e-7ce1-44bb-9f9f-bf4198ceaa29" providerId="ADAL" clId="{073B7412-2BAC-42E4-A489-B74CA7E4C22B}" dt="2024-08-02T06:44:18.011" v="726" actId="403"/>
        <pc:sldMkLst>
          <pc:docMk/>
          <pc:sldMk cId="134485711" sldId="534"/>
        </pc:sldMkLst>
        <pc:spChg chg="mod">
          <ac:chgData name="Yeo Xiong Wei, Jonathan" userId="ac2b658e-7ce1-44bb-9f9f-bf4198ceaa29" providerId="ADAL" clId="{073B7412-2BAC-42E4-A489-B74CA7E4C22B}" dt="2024-08-02T06:38:48.741" v="210" actId="20577"/>
          <ac:spMkLst>
            <pc:docMk/>
            <pc:sldMk cId="134485711" sldId="534"/>
            <ac:spMk id="2" creationId="{2CB5D650-87DA-40F9-8CA6-5134E768F879}"/>
          </ac:spMkLst>
        </pc:spChg>
        <pc:spChg chg="mod">
          <ac:chgData name="Yeo Xiong Wei, Jonathan" userId="ac2b658e-7ce1-44bb-9f9f-bf4198ceaa29" providerId="ADAL" clId="{073B7412-2BAC-42E4-A489-B74CA7E4C22B}" dt="2024-08-02T06:44:18.011" v="726" actId="403"/>
          <ac:spMkLst>
            <pc:docMk/>
            <pc:sldMk cId="134485711" sldId="534"/>
            <ac:spMk id="3" creationId="{5F1084EF-22C8-4EF1-B3AC-5CD9C82F5106}"/>
          </ac:spMkLst>
        </pc:spChg>
      </pc:sldChg>
      <pc:sldChg chg="addSp delSp modSp mod">
        <pc:chgData name="Yeo Xiong Wei, Jonathan" userId="ac2b658e-7ce1-44bb-9f9f-bf4198ceaa29" providerId="ADAL" clId="{073B7412-2BAC-42E4-A489-B74CA7E4C22B}" dt="2024-08-02T06:29:26.592" v="46" actId="478"/>
        <pc:sldMkLst>
          <pc:docMk/>
          <pc:sldMk cId="3913929972" sldId="559"/>
        </pc:sldMkLst>
        <pc:spChg chg="add mod">
          <ac:chgData name="Yeo Xiong Wei, Jonathan" userId="ac2b658e-7ce1-44bb-9f9f-bf4198ceaa29" providerId="ADAL" clId="{073B7412-2BAC-42E4-A489-B74CA7E4C22B}" dt="2024-08-02T06:29:19.609" v="43" actId="1076"/>
          <ac:spMkLst>
            <pc:docMk/>
            <pc:sldMk cId="3913929972" sldId="559"/>
            <ac:spMk id="3" creationId="{90594BB6-15D2-FE32-F0AD-FFFDF413F4B3}"/>
          </ac:spMkLst>
        </pc:spChg>
        <pc:spChg chg="add del mod">
          <ac:chgData name="Yeo Xiong Wei, Jonathan" userId="ac2b658e-7ce1-44bb-9f9f-bf4198ceaa29" providerId="ADAL" clId="{073B7412-2BAC-42E4-A489-B74CA7E4C22B}" dt="2024-08-02T06:29:26.592" v="46" actId="478"/>
          <ac:spMkLst>
            <pc:docMk/>
            <pc:sldMk cId="3913929972" sldId="559"/>
            <ac:spMk id="4" creationId="{934F0E05-8CB2-4CD2-977A-4E0EAE0B25D4}"/>
          </ac:spMkLst>
        </pc:spChg>
        <pc:spChg chg="mod">
          <ac:chgData name="Yeo Xiong Wei, Jonathan" userId="ac2b658e-7ce1-44bb-9f9f-bf4198ceaa29" providerId="ADAL" clId="{073B7412-2BAC-42E4-A489-B74CA7E4C22B}" dt="2024-08-02T06:28:09.304" v="16" actId="207"/>
          <ac:spMkLst>
            <pc:docMk/>
            <pc:sldMk cId="3913929972" sldId="559"/>
            <ac:spMk id="9" creationId="{449C4ED9-5575-95BD-D9A9-B3EDDBDB481A}"/>
          </ac:spMkLst>
        </pc:spChg>
        <pc:spChg chg="mod">
          <ac:chgData name="Yeo Xiong Wei, Jonathan" userId="ac2b658e-7ce1-44bb-9f9f-bf4198ceaa29" providerId="ADAL" clId="{073B7412-2BAC-42E4-A489-B74CA7E4C22B}" dt="2024-08-02T06:28:20.812" v="19" actId="207"/>
          <ac:spMkLst>
            <pc:docMk/>
            <pc:sldMk cId="3913929972" sldId="559"/>
            <ac:spMk id="10" creationId="{7089A6F7-970E-5491-755D-F90211173E83}"/>
          </ac:spMkLst>
        </pc:spChg>
        <pc:graphicFrameChg chg="mod">
          <ac:chgData name="Yeo Xiong Wei, Jonathan" userId="ac2b658e-7ce1-44bb-9f9f-bf4198ceaa29" providerId="ADAL" clId="{073B7412-2BAC-42E4-A489-B74CA7E4C22B}" dt="2024-08-02T06:28:18.406" v="18" actId="207"/>
          <ac:graphicFrameMkLst>
            <pc:docMk/>
            <pc:sldMk cId="3913929972" sldId="559"/>
            <ac:graphicFrameMk id="2" creationId="{A28E714B-3289-DF42-B919-D384735D8839}"/>
          </ac:graphicFrameMkLst>
        </pc:graphicFrameChg>
      </pc:sldChg>
      <pc:sldChg chg="addSp modSp mod">
        <pc:chgData name="Yeo Xiong Wei, Jonathan" userId="ac2b658e-7ce1-44bb-9f9f-bf4198ceaa29" providerId="ADAL" clId="{073B7412-2BAC-42E4-A489-B74CA7E4C22B}" dt="2024-08-02T06:36:54.904" v="189" actId="115"/>
        <pc:sldMkLst>
          <pc:docMk/>
          <pc:sldMk cId="357299465" sldId="571"/>
        </pc:sldMkLst>
        <pc:spChg chg="add mod">
          <ac:chgData name="Yeo Xiong Wei, Jonathan" userId="ac2b658e-7ce1-44bb-9f9f-bf4198ceaa29" providerId="ADAL" clId="{073B7412-2BAC-42E4-A489-B74CA7E4C22B}" dt="2024-08-02T06:36:31.175" v="179" actId="113"/>
          <ac:spMkLst>
            <pc:docMk/>
            <pc:sldMk cId="357299465" sldId="571"/>
            <ac:spMk id="3" creationId="{112140F9-1FB7-EC4A-7C42-B2F8F8D1B9A2}"/>
          </ac:spMkLst>
        </pc:spChg>
        <pc:spChg chg="add mod">
          <ac:chgData name="Yeo Xiong Wei, Jonathan" userId="ac2b658e-7ce1-44bb-9f9f-bf4198ceaa29" providerId="ADAL" clId="{073B7412-2BAC-42E4-A489-B74CA7E4C22B}" dt="2024-08-02T06:36:39.081" v="183" actId="20577"/>
          <ac:spMkLst>
            <pc:docMk/>
            <pc:sldMk cId="357299465" sldId="571"/>
            <ac:spMk id="4" creationId="{0DF34290-6188-ACE1-7621-03F517D8D4D1}"/>
          </ac:spMkLst>
        </pc:spChg>
        <pc:spChg chg="add mod">
          <ac:chgData name="Yeo Xiong Wei, Jonathan" userId="ac2b658e-7ce1-44bb-9f9f-bf4198ceaa29" providerId="ADAL" clId="{073B7412-2BAC-42E4-A489-B74CA7E4C22B}" dt="2024-08-02T06:36:50.375" v="188" actId="1076"/>
          <ac:spMkLst>
            <pc:docMk/>
            <pc:sldMk cId="357299465" sldId="571"/>
            <ac:spMk id="5" creationId="{F743E57C-B20C-04E9-42C8-5148B4FEC1CC}"/>
          </ac:spMkLst>
        </pc:spChg>
        <pc:spChg chg="mod">
          <ac:chgData name="Yeo Xiong Wei, Jonathan" userId="ac2b658e-7ce1-44bb-9f9f-bf4198ceaa29" providerId="ADAL" clId="{073B7412-2BAC-42E4-A489-B74CA7E4C22B}" dt="2024-08-02T06:36:54.904" v="189" actId="115"/>
          <ac:spMkLst>
            <pc:docMk/>
            <pc:sldMk cId="357299465" sldId="571"/>
            <ac:spMk id="20" creationId="{B1B97EB1-D441-D96B-DEAD-EACF258855AA}"/>
          </ac:spMkLst>
        </pc:spChg>
      </pc:sldChg>
    </pc:docChg>
  </pc:docChgLst>
  <pc:docChgLst>
    <pc:chgData name="Yeo Xiong Wei, Jonathan" userId="ac2b658e-7ce1-44bb-9f9f-bf4198ceaa29" providerId="ADAL" clId="{EDC6C85F-B978-4CC3-AE8E-EAE5213AD796}"/>
    <pc:docChg chg="undo redo custSel addSld delSld modSld sldOrd">
      <pc:chgData name="Yeo Xiong Wei, Jonathan" userId="ac2b658e-7ce1-44bb-9f9f-bf4198ceaa29" providerId="ADAL" clId="{EDC6C85F-B978-4CC3-AE8E-EAE5213AD796}" dt="2022-07-10T07:56:11.255" v="4264" actId="20577"/>
      <pc:docMkLst>
        <pc:docMk/>
      </pc:docMkLst>
      <pc:sldChg chg="modSp modNotesTx">
        <pc:chgData name="Yeo Xiong Wei, Jonathan" userId="ac2b658e-7ce1-44bb-9f9f-bf4198ceaa29" providerId="ADAL" clId="{EDC6C85F-B978-4CC3-AE8E-EAE5213AD796}" dt="2022-07-10T07:56:11.255" v="4264" actId="20577"/>
        <pc:sldMkLst>
          <pc:docMk/>
          <pc:sldMk cId="911258207" sldId="322"/>
        </pc:sldMkLst>
        <pc:spChg chg="mod">
          <ac:chgData name="Yeo Xiong Wei, Jonathan" userId="ac2b658e-7ce1-44bb-9f9f-bf4198ceaa29" providerId="ADAL" clId="{EDC6C85F-B978-4CC3-AE8E-EAE5213AD796}" dt="2022-07-10T07:55:49.991" v="4193" actId="20577"/>
          <ac:spMkLst>
            <pc:docMk/>
            <pc:sldMk cId="911258207" sldId="322"/>
            <ac:spMk id="52226" creationId="{00000000-0000-0000-0000-000000000000}"/>
          </ac:spMkLst>
        </pc:spChg>
      </pc:sldChg>
      <pc:sldChg chg="del">
        <pc:chgData name="Yeo Xiong Wei, Jonathan" userId="ac2b658e-7ce1-44bb-9f9f-bf4198ceaa29" providerId="ADAL" clId="{EDC6C85F-B978-4CC3-AE8E-EAE5213AD796}" dt="2022-06-17T03:34:37.427" v="0" actId="47"/>
        <pc:sldMkLst>
          <pc:docMk/>
          <pc:sldMk cId="238113673" sldId="429"/>
        </pc:sldMkLst>
      </pc:sldChg>
      <pc:sldChg chg="modSp mod">
        <pc:chgData name="Yeo Xiong Wei, Jonathan" userId="ac2b658e-7ce1-44bb-9f9f-bf4198ceaa29" providerId="ADAL" clId="{EDC6C85F-B978-4CC3-AE8E-EAE5213AD796}" dt="2022-06-17T03:38:07.778" v="82" actId="1076"/>
        <pc:sldMkLst>
          <pc:docMk/>
          <pc:sldMk cId="1380777075" sldId="430"/>
        </pc:sldMkLst>
        <pc:spChg chg="mod">
          <ac:chgData name="Yeo Xiong Wei, Jonathan" userId="ac2b658e-7ce1-44bb-9f9f-bf4198ceaa29" providerId="ADAL" clId="{EDC6C85F-B978-4CC3-AE8E-EAE5213AD796}" dt="2022-06-17T03:37:59.356" v="80" actId="1076"/>
          <ac:spMkLst>
            <pc:docMk/>
            <pc:sldMk cId="1380777075" sldId="430"/>
            <ac:spMk id="11" creationId="{52907A23-CBAB-454C-87BD-5DD67641842F}"/>
          </ac:spMkLst>
        </pc:spChg>
        <pc:spChg chg="mod">
          <ac:chgData name="Yeo Xiong Wei, Jonathan" userId="ac2b658e-7ce1-44bb-9f9f-bf4198ceaa29" providerId="ADAL" clId="{EDC6C85F-B978-4CC3-AE8E-EAE5213AD796}" dt="2022-06-17T03:37:59.356" v="80" actId="1076"/>
          <ac:spMkLst>
            <pc:docMk/>
            <pc:sldMk cId="1380777075" sldId="430"/>
            <ac:spMk id="13" creationId="{91F7B039-237D-452A-98FD-FF175000A726}"/>
          </ac:spMkLst>
        </pc:spChg>
        <pc:spChg chg="mod">
          <ac:chgData name="Yeo Xiong Wei, Jonathan" userId="ac2b658e-7ce1-44bb-9f9f-bf4198ceaa29" providerId="ADAL" clId="{EDC6C85F-B978-4CC3-AE8E-EAE5213AD796}" dt="2022-06-17T03:38:07.778" v="82" actId="1076"/>
          <ac:spMkLst>
            <pc:docMk/>
            <pc:sldMk cId="1380777075" sldId="430"/>
            <ac:spMk id="15" creationId="{77203F6D-9768-445A-B0A9-4CC7257468DE}"/>
          </ac:spMkLst>
        </pc:spChg>
        <pc:graphicFrameChg chg="mod">
          <ac:chgData name="Yeo Xiong Wei, Jonathan" userId="ac2b658e-7ce1-44bb-9f9f-bf4198ceaa29" providerId="ADAL" clId="{EDC6C85F-B978-4CC3-AE8E-EAE5213AD796}" dt="2022-06-17T03:37:59.356" v="80" actId="1076"/>
          <ac:graphicFrameMkLst>
            <pc:docMk/>
            <pc:sldMk cId="1380777075" sldId="430"/>
            <ac:graphicFrameMk id="7" creationId="{64792CDB-1C60-4734-9123-DC99F294108A}"/>
          </ac:graphicFrameMkLst>
        </pc:graphicFrameChg>
      </pc:sldChg>
      <pc:sldChg chg="modSp mod">
        <pc:chgData name="Yeo Xiong Wei, Jonathan" userId="ac2b658e-7ce1-44bb-9f9f-bf4198ceaa29" providerId="ADAL" clId="{EDC6C85F-B978-4CC3-AE8E-EAE5213AD796}" dt="2022-07-07T04:08:17.749" v="3389" actId="113"/>
        <pc:sldMkLst>
          <pc:docMk/>
          <pc:sldMk cId="2402952431" sldId="434"/>
        </pc:sldMkLst>
        <pc:spChg chg="mod">
          <ac:chgData name="Yeo Xiong Wei, Jonathan" userId="ac2b658e-7ce1-44bb-9f9f-bf4198ceaa29" providerId="ADAL" clId="{EDC6C85F-B978-4CC3-AE8E-EAE5213AD796}" dt="2022-07-07T04:08:17.749" v="3389" actId="113"/>
          <ac:spMkLst>
            <pc:docMk/>
            <pc:sldMk cId="2402952431" sldId="434"/>
            <ac:spMk id="16" creationId="{DD99C6AA-4FB0-4001-819D-E2F987201D6E}"/>
          </ac:spMkLst>
        </pc:spChg>
      </pc:sldChg>
      <pc:sldChg chg="modSp mod">
        <pc:chgData name="Yeo Xiong Wei, Jonathan" userId="ac2b658e-7ce1-44bb-9f9f-bf4198ceaa29" providerId="ADAL" clId="{EDC6C85F-B978-4CC3-AE8E-EAE5213AD796}" dt="2022-06-17T03:50:30.046" v="819" actId="20577"/>
        <pc:sldMkLst>
          <pc:docMk/>
          <pc:sldMk cId="3619624804" sldId="435"/>
        </pc:sldMkLst>
        <pc:spChg chg="mod">
          <ac:chgData name="Yeo Xiong Wei, Jonathan" userId="ac2b658e-7ce1-44bb-9f9f-bf4198ceaa29" providerId="ADAL" clId="{EDC6C85F-B978-4CC3-AE8E-EAE5213AD796}" dt="2022-06-17T03:50:30.046" v="819" actId="20577"/>
          <ac:spMkLst>
            <pc:docMk/>
            <pc:sldMk cId="3619624804" sldId="435"/>
            <ac:spMk id="52226" creationId="{00000000-0000-0000-0000-000000000000}"/>
          </ac:spMkLst>
        </pc:spChg>
      </pc:sldChg>
      <pc:sldChg chg="modSp">
        <pc:chgData name="Yeo Xiong Wei, Jonathan" userId="ac2b658e-7ce1-44bb-9f9f-bf4198ceaa29" providerId="ADAL" clId="{EDC6C85F-B978-4CC3-AE8E-EAE5213AD796}" dt="2022-07-07T04:09:09.346" v="3403" actId="20577"/>
        <pc:sldMkLst>
          <pc:docMk/>
          <pc:sldMk cId="3670485337" sldId="436"/>
        </pc:sldMkLst>
        <pc:spChg chg="mod">
          <ac:chgData name="Yeo Xiong Wei, Jonathan" userId="ac2b658e-7ce1-44bb-9f9f-bf4198ceaa29" providerId="ADAL" clId="{EDC6C85F-B978-4CC3-AE8E-EAE5213AD796}" dt="2022-07-07T04:09:09.346" v="3403" actId="20577"/>
          <ac:spMkLst>
            <pc:docMk/>
            <pc:sldMk cId="3670485337" sldId="436"/>
            <ac:spMk id="16" creationId="{DD99C6AA-4FB0-4001-819D-E2F987201D6E}"/>
          </ac:spMkLst>
        </pc:spChg>
      </pc:sldChg>
      <pc:sldChg chg="modSp mod">
        <pc:chgData name="Yeo Xiong Wei, Jonathan" userId="ac2b658e-7ce1-44bb-9f9f-bf4198ceaa29" providerId="ADAL" clId="{EDC6C85F-B978-4CC3-AE8E-EAE5213AD796}" dt="2022-07-07T04:12:17.572" v="3692" actId="255"/>
        <pc:sldMkLst>
          <pc:docMk/>
          <pc:sldMk cId="1402189048" sldId="438"/>
        </pc:sldMkLst>
        <pc:spChg chg="mod">
          <ac:chgData name="Yeo Xiong Wei, Jonathan" userId="ac2b658e-7ce1-44bb-9f9f-bf4198ceaa29" providerId="ADAL" clId="{EDC6C85F-B978-4CC3-AE8E-EAE5213AD796}" dt="2022-07-07T04:12:17.572" v="3692" actId="255"/>
          <ac:spMkLst>
            <pc:docMk/>
            <pc:sldMk cId="1402189048" sldId="438"/>
            <ac:spMk id="16" creationId="{DD99C6AA-4FB0-4001-819D-E2F987201D6E}"/>
          </ac:spMkLst>
        </pc:spChg>
      </pc:sldChg>
      <pc:sldChg chg="add">
        <pc:chgData name="Yeo Xiong Wei, Jonathan" userId="ac2b658e-7ce1-44bb-9f9f-bf4198ceaa29" providerId="ADAL" clId="{EDC6C85F-B978-4CC3-AE8E-EAE5213AD796}" dt="2022-06-17T03:55:46.509" v="955"/>
        <pc:sldMkLst>
          <pc:docMk/>
          <pc:sldMk cId="406670790" sldId="457"/>
        </pc:sldMkLst>
      </pc:sldChg>
      <pc:sldChg chg="add">
        <pc:chgData name="Yeo Xiong Wei, Jonathan" userId="ac2b658e-7ce1-44bb-9f9f-bf4198ceaa29" providerId="ADAL" clId="{EDC6C85F-B978-4CC3-AE8E-EAE5213AD796}" dt="2022-06-17T03:55:46.509" v="955"/>
        <pc:sldMkLst>
          <pc:docMk/>
          <pc:sldMk cId="4160036871" sldId="458"/>
        </pc:sldMkLst>
      </pc:sldChg>
      <pc:sldChg chg="del">
        <pc:chgData name="Yeo Xiong Wei, Jonathan" userId="ac2b658e-7ce1-44bb-9f9f-bf4198ceaa29" providerId="ADAL" clId="{EDC6C85F-B978-4CC3-AE8E-EAE5213AD796}" dt="2022-06-17T03:34:37.427" v="0" actId="47"/>
        <pc:sldMkLst>
          <pc:docMk/>
          <pc:sldMk cId="333518085" sldId="461"/>
        </pc:sldMkLst>
      </pc:sldChg>
      <pc:sldChg chg="modSp mod modNotesTx">
        <pc:chgData name="Yeo Xiong Wei, Jonathan" userId="ac2b658e-7ce1-44bb-9f9f-bf4198ceaa29" providerId="ADAL" clId="{EDC6C85F-B978-4CC3-AE8E-EAE5213AD796}" dt="2022-07-07T04:12:02.779" v="3691" actId="20577"/>
        <pc:sldMkLst>
          <pc:docMk/>
          <pc:sldMk cId="579881023" sldId="463"/>
        </pc:sldMkLst>
        <pc:spChg chg="mod">
          <ac:chgData name="Yeo Xiong Wei, Jonathan" userId="ac2b658e-7ce1-44bb-9f9f-bf4198ceaa29" providerId="ADAL" clId="{EDC6C85F-B978-4CC3-AE8E-EAE5213AD796}" dt="2022-07-07T04:11:20.726" v="3531" actId="21"/>
          <ac:spMkLst>
            <pc:docMk/>
            <pc:sldMk cId="579881023" sldId="463"/>
            <ac:spMk id="52226" creationId="{00000000-0000-0000-0000-000000000000}"/>
          </ac:spMkLst>
        </pc:spChg>
      </pc:sldChg>
      <pc:sldChg chg="modSp mod">
        <pc:chgData name="Yeo Xiong Wei, Jonathan" userId="ac2b658e-7ce1-44bb-9f9f-bf4198ceaa29" providerId="ADAL" clId="{EDC6C85F-B978-4CC3-AE8E-EAE5213AD796}" dt="2022-07-07T04:08:40.840" v="3391" actId="403"/>
        <pc:sldMkLst>
          <pc:docMk/>
          <pc:sldMk cId="217193348" sldId="482"/>
        </pc:sldMkLst>
        <pc:spChg chg="mod">
          <ac:chgData name="Yeo Xiong Wei, Jonathan" userId="ac2b658e-7ce1-44bb-9f9f-bf4198ceaa29" providerId="ADAL" clId="{EDC6C85F-B978-4CC3-AE8E-EAE5213AD796}" dt="2022-07-07T04:08:40.840" v="3391" actId="403"/>
          <ac:spMkLst>
            <pc:docMk/>
            <pc:sldMk cId="217193348" sldId="482"/>
            <ac:spMk id="16" creationId="{DD99C6AA-4FB0-4001-819D-E2F987201D6E}"/>
          </ac:spMkLst>
        </pc:spChg>
      </pc:sldChg>
      <pc:sldChg chg="modSp mod">
        <pc:chgData name="Yeo Xiong Wei, Jonathan" userId="ac2b658e-7ce1-44bb-9f9f-bf4198ceaa29" providerId="ADAL" clId="{EDC6C85F-B978-4CC3-AE8E-EAE5213AD796}" dt="2022-07-07T04:14:35.786" v="3693" actId="1076"/>
        <pc:sldMkLst>
          <pc:docMk/>
          <pc:sldMk cId="121939173" sldId="483"/>
        </pc:sldMkLst>
        <pc:spChg chg="mod">
          <ac:chgData name="Yeo Xiong Wei, Jonathan" userId="ac2b658e-7ce1-44bb-9f9f-bf4198ceaa29" providerId="ADAL" clId="{EDC6C85F-B978-4CC3-AE8E-EAE5213AD796}" dt="2022-07-07T04:14:35.786" v="3693" actId="1076"/>
          <ac:spMkLst>
            <pc:docMk/>
            <pc:sldMk cId="121939173" sldId="483"/>
            <ac:spMk id="4" creationId="{B14916B5-A4A7-413A-8016-CE16F877DCFA}"/>
          </ac:spMkLst>
        </pc:spChg>
        <pc:spChg chg="mod">
          <ac:chgData name="Yeo Xiong Wei, Jonathan" userId="ac2b658e-7ce1-44bb-9f9f-bf4198ceaa29" providerId="ADAL" clId="{EDC6C85F-B978-4CC3-AE8E-EAE5213AD796}" dt="2022-07-07T04:14:35.786" v="3693" actId="1076"/>
          <ac:spMkLst>
            <pc:docMk/>
            <pc:sldMk cId="121939173" sldId="483"/>
            <ac:spMk id="6" creationId="{0E3EB4AB-FEA4-4EB1-99CF-EDD25C9278B8}"/>
          </ac:spMkLst>
        </pc:spChg>
        <pc:spChg chg="mod">
          <ac:chgData name="Yeo Xiong Wei, Jonathan" userId="ac2b658e-7ce1-44bb-9f9f-bf4198ceaa29" providerId="ADAL" clId="{EDC6C85F-B978-4CC3-AE8E-EAE5213AD796}" dt="2022-07-07T04:09:25.675" v="3404" actId="6549"/>
          <ac:spMkLst>
            <pc:docMk/>
            <pc:sldMk cId="121939173" sldId="483"/>
            <ac:spMk id="16" creationId="{DD99C6AA-4FB0-4001-819D-E2F987201D6E}"/>
          </ac:spMkLst>
        </pc:spChg>
        <pc:graphicFrameChg chg="mod">
          <ac:chgData name="Yeo Xiong Wei, Jonathan" userId="ac2b658e-7ce1-44bb-9f9f-bf4198ceaa29" providerId="ADAL" clId="{EDC6C85F-B978-4CC3-AE8E-EAE5213AD796}" dt="2022-07-07T04:14:35.786" v="3693" actId="1076"/>
          <ac:graphicFrameMkLst>
            <pc:docMk/>
            <pc:sldMk cId="121939173" sldId="483"/>
            <ac:graphicFrameMk id="3" creationId="{80AAD08D-68BE-461B-A2CC-C27DB6D50B24}"/>
          </ac:graphicFrameMkLst>
        </pc:graphicFrameChg>
      </pc:sldChg>
      <pc:sldChg chg="add">
        <pc:chgData name="Yeo Xiong Wei, Jonathan" userId="ac2b658e-7ce1-44bb-9f9f-bf4198ceaa29" providerId="ADAL" clId="{EDC6C85F-B978-4CC3-AE8E-EAE5213AD796}" dt="2022-06-17T03:55:46.509" v="955"/>
        <pc:sldMkLst>
          <pc:docMk/>
          <pc:sldMk cId="3407934001" sldId="497"/>
        </pc:sldMkLst>
      </pc:sldChg>
      <pc:sldChg chg="modSp mod">
        <pc:chgData name="Yeo Xiong Wei, Jonathan" userId="ac2b658e-7ce1-44bb-9f9f-bf4198ceaa29" providerId="ADAL" clId="{EDC6C85F-B978-4CC3-AE8E-EAE5213AD796}" dt="2022-06-17T03:53:18.391" v="948" actId="115"/>
        <pc:sldMkLst>
          <pc:docMk/>
          <pc:sldMk cId="3950532445" sldId="523"/>
        </pc:sldMkLst>
        <pc:spChg chg="mod">
          <ac:chgData name="Yeo Xiong Wei, Jonathan" userId="ac2b658e-7ce1-44bb-9f9f-bf4198ceaa29" providerId="ADAL" clId="{EDC6C85F-B978-4CC3-AE8E-EAE5213AD796}" dt="2022-06-17T03:53:18.391" v="948" actId="115"/>
          <ac:spMkLst>
            <pc:docMk/>
            <pc:sldMk cId="3950532445" sldId="523"/>
            <ac:spMk id="5" creationId="{061BB625-FA9F-47AA-B90D-A911EB43A74D}"/>
          </ac:spMkLst>
        </pc:spChg>
      </pc:sldChg>
      <pc:sldChg chg="del">
        <pc:chgData name="Yeo Xiong Wei, Jonathan" userId="ac2b658e-7ce1-44bb-9f9f-bf4198ceaa29" providerId="ADAL" clId="{EDC6C85F-B978-4CC3-AE8E-EAE5213AD796}" dt="2022-06-17T03:34:37.427" v="0" actId="47"/>
        <pc:sldMkLst>
          <pc:docMk/>
          <pc:sldMk cId="227559847" sldId="525"/>
        </pc:sldMkLst>
      </pc:sldChg>
      <pc:sldChg chg="del">
        <pc:chgData name="Yeo Xiong Wei, Jonathan" userId="ac2b658e-7ce1-44bb-9f9f-bf4198ceaa29" providerId="ADAL" clId="{EDC6C85F-B978-4CC3-AE8E-EAE5213AD796}" dt="2022-06-17T03:34:37.427" v="0" actId="47"/>
        <pc:sldMkLst>
          <pc:docMk/>
          <pc:sldMk cId="494314217" sldId="526"/>
        </pc:sldMkLst>
      </pc:sldChg>
      <pc:sldChg chg="modSp mod">
        <pc:chgData name="Yeo Xiong Wei, Jonathan" userId="ac2b658e-7ce1-44bb-9f9f-bf4198ceaa29" providerId="ADAL" clId="{EDC6C85F-B978-4CC3-AE8E-EAE5213AD796}" dt="2022-06-17T03:36:20.481" v="71" actId="1076"/>
        <pc:sldMkLst>
          <pc:docMk/>
          <pc:sldMk cId="3686239555" sldId="527"/>
        </pc:sldMkLst>
        <pc:spChg chg="mod">
          <ac:chgData name="Yeo Xiong Wei, Jonathan" userId="ac2b658e-7ce1-44bb-9f9f-bf4198ceaa29" providerId="ADAL" clId="{EDC6C85F-B978-4CC3-AE8E-EAE5213AD796}" dt="2022-06-17T03:34:44.335" v="16" actId="20577"/>
          <ac:spMkLst>
            <pc:docMk/>
            <pc:sldMk cId="3686239555" sldId="527"/>
            <ac:spMk id="2" creationId="{635632ED-6249-4378-9241-C14C3A5BA9EB}"/>
          </ac:spMkLst>
        </pc:spChg>
        <pc:spChg chg="mod">
          <ac:chgData name="Yeo Xiong Wei, Jonathan" userId="ac2b658e-7ce1-44bb-9f9f-bf4198ceaa29" providerId="ADAL" clId="{EDC6C85F-B978-4CC3-AE8E-EAE5213AD796}" dt="2022-06-17T03:36:14.589" v="69" actId="255"/>
          <ac:spMkLst>
            <pc:docMk/>
            <pc:sldMk cId="3686239555" sldId="527"/>
            <ac:spMk id="3" creationId="{F6166362-5747-4CF8-8778-889699D343D3}"/>
          </ac:spMkLst>
        </pc:spChg>
        <pc:spChg chg="mod">
          <ac:chgData name="Yeo Xiong Wei, Jonathan" userId="ac2b658e-7ce1-44bb-9f9f-bf4198ceaa29" providerId="ADAL" clId="{EDC6C85F-B978-4CC3-AE8E-EAE5213AD796}" dt="2022-06-17T03:36:20.481" v="71" actId="1076"/>
          <ac:spMkLst>
            <pc:docMk/>
            <pc:sldMk cId="3686239555" sldId="527"/>
            <ac:spMk id="5" creationId="{761D1CDC-8DE9-A479-D00E-79CC72161459}"/>
          </ac:spMkLst>
        </pc:spChg>
      </pc:sldChg>
      <pc:sldChg chg="modSp mod">
        <pc:chgData name="Yeo Xiong Wei, Jonathan" userId="ac2b658e-7ce1-44bb-9f9f-bf4198ceaa29" providerId="ADAL" clId="{EDC6C85F-B978-4CC3-AE8E-EAE5213AD796}" dt="2022-06-28T07:14:50.151" v="3385" actId="20577"/>
        <pc:sldMkLst>
          <pc:docMk/>
          <pc:sldMk cId="3880657159" sldId="532"/>
        </pc:sldMkLst>
        <pc:spChg chg="mod">
          <ac:chgData name="Yeo Xiong Wei, Jonathan" userId="ac2b658e-7ce1-44bb-9f9f-bf4198ceaa29" providerId="ADAL" clId="{EDC6C85F-B978-4CC3-AE8E-EAE5213AD796}" dt="2022-06-17T03:46:01.625" v="538" actId="1076"/>
          <ac:spMkLst>
            <pc:docMk/>
            <pc:sldMk cId="3880657159" sldId="532"/>
            <ac:spMk id="4" creationId="{971F755D-AAC1-42A1-BB88-2F82C454E36A}"/>
          </ac:spMkLst>
        </pc:spChg>
        <pc:spChg chg="mod">
          <ac:chgData name="Yeo Xiong Wei, Jonathan" userId="ac2b658e-7ce1-44bb-9f9f-bf4198ceaa29" providerId="ADAL" clId="{EDC6C85F-B978-4CC3-AE8E-EAE5213AD796}" dt="2022-06-17T03:45:58.695" v="537" actId="1076"/>
          <ac:spMkLst>
            <pc:docMk/>
            <pc:sldMk cId="3880657159" sldId="532"/>
            <ac:spMk id="6" creationId="{FE56EDC9-179A-4BF8-94E8-C0AF8CD28DCF}"/>
          </ac:spMkLst>
        </pc:spChg>
        <pc:spChg chg="mod">
          <ac:chgData name="Yeo Xiong Wei, Jonathan" userId="ac2b658e-7ce1-44bb-9f9f-bf4198ceaa29" providerId="ADAL" clId="{EDC6C85F-B978-4CC3-AE8E-EAE5213AD796}" dt="2022-06-28T07:14:50.151" v="3385" actId="20577"/>
          <ac:spMkLst>
            <pc:docMk/>
            <pc:sldMk cId="3880657159" sldId="532"/>
            <ac:spMk id="52226" creationId="{00000000-0000-0000-0000-000000000000}"/>
          </ac:spMkLst>
        </pc:spChg>
        <pc:graphicFrameChg chg="mod">
          <ac:chgData name="Yeo Xiong Wei, Jonathan" userId="ac2b658e-7ce1-44bb-9f9f-bf4198ceaa29" providerId="ADAL" clId="{EDC6C85F-B978-4CC3-AE8E-EAE5213AD796}" dt="2022-06-17T03:45:53.289" v="535" actId="1076"/>
          <ac:graphicFrameMkLst>
            <pc:docMk/>
            <pc:sldMk cId="3880657159" sldId="532"/>
            <ac:graphicFrameMk id="3" creationId="{0E0BDF0A-830C-4AED-9D1E-F8E33740D956}"/>
          </ac:graphicFrameMkLst>
        </pc:graphicFrameChg>
      </pc:sldChg>
      <pc:sldChg chg="modSp mod">
        <pc:chgData name="Yeo Xiong Wei, Jonathan" userId="ac2b658e-7ce1-44bb-9f9f-bf4198ceaa29" providerId="ADAL" clId="{EDC6C85F-B978-4CC3-AE8E-EAE5213AD796}" dt="2022-06-17T03:39:22.189" v="102" actId="20577"/>
        <pc:sldMkLst>
          <pc:docMk/>
          <pc:sldMk cId="3072354725" sldId="533"/>
        </pc:sldMkLst>
        <pc:spChg chg="mod">
          <ac:chgData name="Yeo Xiong Wei, Jonathan" userId="ac2b658e-7ce1-44bb-9f9f-bf4198ceaa29" providerId="ADAL" clId="{EDC6C85F-B978-4CC3-AE8E-EAE5213AD796}" dt="2022-06-17T03:39:22.189" v="102" actId="20577"/>
          <ac:spMkLst>
            <pc:docMk/>
            <pc:sldMk cId="3072354725" sldId="533"/>
            <ac:spMk id="52225" creationId="{00000000-0000-0000-0000-000000000000}"/>
          </ac:spMkLst>
        </pc:spChg>
      </pc:sldChg>
      <pc:sldChg chg="modSp mod">
        <pc:chgData name="Yeo Xiong Wei, Jonathan" userId="ac2b658e-7ce1-44bb-9f9f-bf4198ceaa29" providerId="ADAL" clId="{EDC6C85F-B978-4CC3-AE8E-EAE5213AD796}" dt="2022-06-28T07:13:44.773" v="3360" actId="403"/>
        <pc:sldMkLst>
          <pc:docMk/>
          <pc:sldMk cId="134485711" sldId="534"/>
        </pc:sldMkLst>
        <pc:spChg chg="mod">
          <ac:chgData name="Yeo Xiong Wei, Jonathan" userId="ac2b658e-7ce1-44bb-9f9f-bf4198ceaa29" providerId="ADAL" clId="{EDC6C85F-B978-4CC3-AE8E-EAE5213AD796}" dt="2022-06-28T07:13:44.773" v="3360" actId="403"/>
          <ac:spMkLst>
            <pc:docMk/>
            <pc:sldMk cId="134485711" sldId="534"/>
            <ac:spMk id="3" creationId="{5F1084EF-22C8-4EF1-B3AC-5CD9C82F5106}"/>
          </ac:spMkLst>
        </pc:spChg>
      </pc:sldChg>
      <pc:sldChg chg="modSp mod">
        <pc:chgData name="Yeo Xiong Wei, Jonathan" userId="ac2b658e-7ce1-44bb-9f9f-bf4198ceaa29" providerId="ADAL" clId="{EDC6C85F-B978-4CC3-AE8E-EAE5213AD796}" dt="2022-06-17T03:42:43.846" v="302" actId="20577"/>
        <pc:sldMkLst>
          <pc:docMk/>
          <pc:sldMk cId="410360194" sldId="535"/>
        </pc:sldMkLst>
        <pc:spChg chg="mod">
          <ac:chgData name="Yeo Xiong Wei, Jonathan" userId="ac2b658e-7ce1-44bb-9f9f-bf4198ceaa29" providerId="ADAL" clId="{EDC6C85F-B978-4CC3-AE8E-EAE5213AD796}" dt="2022-06-17T03:40:38.624" v="156" actId="6549"/>
          <ac:spMkLst>
            <pc:docMk/>
            <pc:sldMk cId="410360194" sldId="535"/>
            <ac:spMk id="52225" creationId="{00000000-0000-0000-0000-000000000000}"/>
          </ac:spMkLst>
        </pc:spChg>
        <pc:spChg chg="mod">
          <ac:chgData name="Yeo Xiong Wei, Jonathan" userId="ac2b658e-7ce1-44bb-9f9f-bf4198ceaa29" providerId="ADAL" clId="{EDC6C85F-B978-4CC3-AE8E-EAE5213AD796}" dt="2022-06-17T03:42:43.846" v="302" actId="20577"/>
          <ac:spMkLst>
            <pc:docMk/>
            <pc:sldMk cId="410360194" sldId="535"/>
            <ac:spMk id="52226" creationId="{00000000-0000-0000-0000-000000000000}"/>
          </ac:spMkLst>
        </pc:spChg>
      </pc:sldChg>
      <pc:sldChg chg="modSp mod">
        <pc:chgData name="Yeo Xiong Wei, Jonathan" userId="ac2b658e-7ce1-44bb-9f9f-bf4198ceaa29" providerId="ADAL" clId="{EDC6C85F-B978-4CC3-AE8E-EAE5213AD796}" dt="2022-06-28T07:16:42.454" v="3387" actId="20577"/>
        <pc:sldMkLst>
          <pc:docMk/>
          <pc:sldMk cId="1136030758" sldId="536"/>
        </pc:sldMkLst>
        <pc:spChg chg="mod">
          <ac:chgData name="Yeo Xiong Wei, Jonathan" userId="ac2b658e-7ce1-44bb-9f9f-bf4198ceaa29" providerId="ADAL" clId="{EDC6C85F-B978-4CC3-AE8E-EAE5213AD796}" dt="2022-06-17T03:43:31.591" v="323" actId="6549"/>
          <ac:spMkLst>
            <pc:docMk/>
            <pc:sldMk cId="1136030758" sldId="536"/>
            <ac:spMk id="52225" creationId="{00000000-0000-0000-0000-000000000000}"/>
          </ac:spMkLst>
        </pc:spChg>
        <pc:spChg chg="mod">
          <ac:chgData name="Yeo Xiong Wei, Jonathan" userId="ac2b658e-7ce1-44bb-9f9f-bf4198ceaa29" providerId="ADAL" clId="{EDC6C85F-B978-4CC3-AE8E-EAE5213AD796}" dt="2022-06-28T07:16:42.454" v="3387" actId="20577"/>
          <ac:spMkLst>
            <pc:docMk/>
            <pc:sldMk cId="1136030758" sldId="536"/>
            <ac:spMk id="52226" creationId="{00000000-0000-0000-0000-000000000000}"/>
          </ac:spMkLst>
        </pc:spChg>
      </pc:sldChg>
      <pc:sldChg chg="modSp mod">
        <pc:chgData name="Yeo Xiong Wei, Jonathan" userId="ac2b658e-7ce1-44bb-9f9f-bf4198ceaa29" providerId="ADAL" clId="{EDC6C85F-B978-4CC3-AE8E-EAE5213AD796}" dt="2022-06-28T07:15:18.029" v="3386" actId="113"/>
        <pc:sldMkLst>
          <pc:docMk/>
          <pc:sldMk cId="3798630101" sldId="537"/>
        </pc:sldMkLst>
        <pc:spChg chg="mod">
          <ac:chgData name="Yeo Xiong Wei, Jonathan" userId="ac2b658e-7ce1-44bb-9f9f-bf4198ceaa29" providerId="ADAL" clId="{EDC6C85F-B978-4CC3-AE8E-EAE5213AD796}" dt="2022-06-28T07:15:18.029" v="3386" actId="113"/>
          <ac:spMkLst>
            <pc:docMk/>
            <pc:sldMk cId="3798630101" sldId="537"/>
            <ac:spMk id="52226" creationId="{00000000-0000-0000-0000-000000000000}"/>
          </ac:spMkLst>
        </pc:spChg>
        <pc:grpChg chg="mod">
          <ac:chgData name="Yeo Xiong Wei, Jonathan" userId="ac2b658e-7ce1-44bb-9f9f-bf4198ceaa29" providerId="ADAL" clId="{EDC6C85F-B978-4CC3-AE8E-EAE5213AD796}" dt="2022-06-17T03:50:07.262" v="814" actId="1076"/>
          <ac:grpSpMkLst>
            <pc:docMk/>
            <pc:sldMk cId="3798630101" sldId="537"/>
            <ac:grpSpMk id="33" creationId="{E809C278-4299-BF8E-484D-69EE230EFA5A}"/>
          </ac:grpSpMkLst>
        </pc:grpChg>
      </pc:sldChg>
      <pc:sldChg chg="modSp mod modNotesTx">
        <pc:chgData name="Yeo Xiong Wei, Jonathan" userId="ac2b658e-7ce1-44bb-9f9f-bf4198ceaa29" providerId="ADAL" clId="{EDC6C85F-B978-4CC3-AE8E-EAE5213AD796}" dt="2022-06-28T07:08:11.227" v="2919" actId="403"/>
        <pc:sldMkLst>
          <pc:docMk/>
          <pc:sldMk cId="1703688471" sldId="538"/>
        </pc:sldMkLst>
        <pc:spChg chg="mod">
          <ac:chgData name="Yeo Xiong Wei, Jonathan" userId="ac2b658e-7ce1-44bb-9f9f-bf4198ceaa29" providerId="ADAL" clId="{EDC6C85F-B978-4CC3-AE8E-EAE5213AD796}" dt="2022-06-28T07:08:11.227" v="2919" actId="403"/>
          <ac:spMkLst>
            <pc:docMk/>
            <pc:sldMk cId="1703688471" sldId="538"/>
            <ac:spMk id="52226" creationId="{00000000-0000-0000-0000-000000000000}"/>
          </ac:spMkLst>
        </pc:spChg>
      </pc:sldChg>
      <pc:sldChg chg="add">
        <pc:chgData name="Yeo Xiong Wei, Jonathan" userId="ac2b658e-7ce1-44bb-9f9f-bf4198ceaa29" providerId="ADAL" clId="{EDC6C85F-B978-4CC3-AE8E-EAE5213AD796}" dt="2022-06-17T03:55:46.509" v="955"/>
        <pc:sldMkLst>
          <pc:docMk/>
          <pc:sldMk cId="925087040" sldId="552"/>
        </pc:sldMkLst>
      </pc:sldChg>
      <pc:sldChg chg="delSp modSp add mod ord">
        <pc:chgData name="Yeo Xiong Wei, Jonathan" userId="ac2b658e-7ce1-44bb-9f9f-bf4198ceaa29" providerId="ADAL" clId="{EDC6C85F-B978-4CC3-AE8E-EAE5213AD796}" dt="2022-06-28T07:11:23.719" v="3285" actId="115"/>
        <pc:sldMkLst>
          <pc:docMk/>
          <pc:sldMk cId="3631685422" sldId="553"/>
        </pc:sldMkLst>
        <pc:spChg chg="del">
          <ac:chgData name="Yeo Xiong Wei, Jonathan" userId="ac2b658e-7ce1-44bb-9f9f-bf4198ceaa29" providerId="ADAL" clId="{EDC6C85F-B978-4CC3-AE8E-EAE5213AD796}" dt="2022-06-28T06:55:58.045" v="1140" actId="478"/>
          <ac:spMkLst>
            <pc:docMk/>
            <pc:sldMk cId="3631685422" sldId="553"/>
            <ac:spMk id="4" creationId="{971F755D-AAC1-42A1-BB88-2F82C454E36A}"/>
          </ac:spMkLst>
        </pc:spChg>
        <pc:spChg chg="del mod">
          <ac:chgData name="Yeo Xiong Wei, Jonathan" userId="ac2b658e-7ce1-44bb-9f9f-bf4198ceaa29" providerId="ADAL" clId="{EDC6C85F-B978-4CC3-AE8E-EAE5213AD796}" dt="2022-06-28T06:56:00.189" v="1142" actId="478"/>
          <ac:spMkLst>
            <pc:docMk/>
            <pc:sldMk cId="3631685422" sldId="553"/>
            <ac:spMk id="6" creationId="{FE56EDC9-179A-4BF8-94E8-C0AF8CD28DCF}"/>
          </ac:spMkLst>
        </pc:spChg>
        <pc:spChg chg="mod">
          <ac:chgData name="Yeo Xiong Wei, Jonathan" userId="ac2b658e-7ce1-44bb-9f9f-bf4198ceaa29" providerId="ADAL" clId="{EDC6C85F-B978-4CC3-AE8E-EAE5213AD796}" dt="2022-06-28T07:00:15.773" v="1799" actId="20577"/>
          <ac:spMkLst>
            <pc:docMk/>
            <pc:sldMk cId="3631685422" sldId="553"/>
            <ac:spMk id="52225" creationId="{00000000-0000-0000-0000-000000000000}"/>
          </ac:spMkLst>
        </pc:spChg>
        <pc:spChg chg="mod">
          <ac:chgData name="Yeo Xiong Wei, Jonathan" userId="ac2b658e-7ce1-44bb-9f9f-bf4198ceaa29" providerId="ADAL" clId="{EDC6C85F-B978-4CC3-AE8E-EAE5213AD796}" dt="2022-06-28T07:11:23.719" v="3285" actId="115"/>
          <ac:spMkLst>
            <pc:docMk/>
            <pc:sldMk cId="3631685422" sldId="553"/>
            <ac:spMk id="52226" creationId="{00000000-0000-0000-0000-000000000000}"/>
          </ac:spMkLst>
        </pc:spChg>
        <pc:graphicFrameChg chg="del">
          <ac:chgData name="Yeo Xiong Wei, Jonathan" userId="ac2b658e-7ce1-44bb-9f9f-bf4198ceaa29" providerId="ADAL" clId="{EDC6C85F-B978-4CC3-AE8E-EAE5213AD796}" dt="2022-06-28T06:55:56.914" v="1139" actId="478"/>
          <ac:graphicFrameMkLst>
            <pc:docMk/>
            <pc:sldMk cId="3631685422" sldId="553"/>
            <ac:graphicFrameMk id="3" creationId="{0E0BDF0A-830C-4AED-9D1E-F8E33740D956}"/>
          </ac:graphicFrameMkLst>
        </pc:graphicFrameChg>
      </pc:sldChg>
    </pc:docChg>
  </pc:docChgLst>
  <pc:docChgLst>
    <pc:chgData name="Yeo Xiong Wei, Jonathan" userId="ac2b658e-7ce1-44bb-9f9f-bf4198ceaa29" providerId="ADAL" clId="{C68A1885-9CA1-4912-BABF-A82A66D5C1D6}"/>
    <pc:docChg chg="undo redo custSel addSld delSld modSld modMainMaster">
      <pc:chgData name="Yeo Xiong Wei, Jonathan" userId="ac2b658e-7ce1-44bb-9f9f-bf4198ceaa29" providerId="ADAL" clId="{C68A1885-9CA1-4912-BABF-A82A66D5C1D6}" dt="2024-05-02T07:53:34.794" v="4398" actId="1076"/>
      <pc:docMkLst>
        <pc:docMk/>
      </pc:docMkLst>
      <pc:sldChg chg="addSp delSp modSp mod addAnim delAnim">
        <pc:chgData name="Yeo Xiong Wei, Jonathan" userId="ac2b658e-7ce1-44bb-9f9f-bf4198ceaa29" providerId="ADAL" clId="{C68A1885-9CA1-4912-BABF-A82A66D5C1D6}" dt="2024-04-26T04:14:31.655" v="109" actId="1076"/>
        <pc:sldMkLst>
          <pc:docMk/>
          <pc:sldMk cId="3252022029" sldId="256"/>
        </pc:sldMkLst>
        <pc:spChg chg="mod">
          <ac:chgData name="Yeo Xiong Wei, Jonathan" userId="ac2b658e-7ce1-44bb-9f9f-bf4198ceaa29" providerId="ADAL" clId="{C68A1885-9CA1-4912-BABF-A82A66D5C1D6}" dt="2024-04-26T04:14:29.349" v="108" actId="1076"/>
          <ac:spMkLst>
            <pc:docMk/>
            <pc:sldMk cId="3252022029" sldId="256"/>
            <ac:spMk id="2" creationId="{EF8B73FE-A455-4656-A476-6FFB3EF1C8A2}"/>
          </ac:spMkLst>
        </pc:spChg>
        <pc:spChg chg="mod">
          <ac:chgData name="Yeo Xiong Wei, Jonathan" userId="ac2b658e-7ce1-44bb-9f9f-bf4198ceaa29" providerId="ADAL" clId="{C68A1885-9CA1-4912-BABF-A82A66D5C1D6}" dt="2024-04-26T04:14:31.655" v="109" actId="1076"/>
          <ac:spMkLst>
            <pc:docMk/>
            <pc:sldMk cId="3252022029" sldId="256"/>
            <ac:spMk id="3" creationId="{0E6D8A6F-95BE-4FA0-BC49-0D8C36EA3819}"/>
          </ac:spMkLst>
        </pc:spChg>
        <pc:spChg chg="mod ord">
          <ac:chgData name="Yeo Xiong Wei, Jonathan" userId="ac2b658e-7ce1-44bb-9f9f-bf4198ceaa29" providerId="ADAL" clId="{C68A1885-9CA1-4912-BABF-A82A66D5C1D6}" dt="2024-04-26T04:13:47.406" v="94" actId="26606"/>
          <ac:spMkLst>
            <pc:docMk/>
            <pc:sldMk cId="3252022029" sldId="256"/>
            <ac:spMk id="4" creationId="{9D4DA3D7-5007-489B-86B7-1B459DCD1904}"/>
          </ac:spMkLst>
        </pc:spChg>
        <pc:spChg chg="add del">
          <ac:chgData name="Yeo Xiong Wei, Jonathan" userId="ac2b658e-7ce1-44bb-9f9f-bf4198ceaa29" providerId="ADAL" clId="{C68A1885-9CA1-4912-BABF-A82A66D5C1D6}" dt="2024-04-26T04:13:24.351" v="91" actId="22"/>
          <ac:spMkLst>
            <pc:docMk/>
            <pc:sldMk cId="3252022029" sldId="256"/>
            <ac:spMk id="7" creationId="{F4F3FC37-3E10-6390-EE72-0278254A70FF}"/>
          </ac:spMkLst>
        </pc:spChg>
        <pc:spChg chg="add del">
          <ac:chgData name="Yeo Xiong Wei, Jonathan" userId="ac2b658e-7ce1-44bb-9f9f-bf4198ceaa29" providerId="ADAL" clId="{C68A1885-9CA1-4912-BABF-A82A66D5C1D6}" dt="2024-04-26T04:13:15.080" v="89" actId="26606"/>
          <ac:spMkLst>
            <pc:docMk/>
            <pc:sldMk cId="3252022029" sldId="256"/>
            <ac:spMk id="8" creationId="{1EADCAF8-8823-4E89-8612-21029831A4B2}"/>
          </ac:spMkLst>
        </pc:spChg>
        <pc:spChg chg="add del">
          <ac:chgData name="Yeo Xiong Wei, Jonathan" userId="ac2b658e-7ce1-44bb-9f9f-bf4198ceaa29" providerId="ADAL" clId="{C68A1885-9CA1-4912-BABF-A82A66D5C1D6}" dt="2024-04-26T04:13:15.080" v="89" actId="26606"/>
          <ac:spMkLst>
            <pc:docMk/>
            <pc:sldMk cId="3252022029" sldId="256"/>
            <ac:spMk id="10" creationId="{28CA07B2-0819-4B62-9425-7A52BBDD7070}"/>
          </ac:spMkLst>
        </pc:spChg>
        <pc:spChg chg="add del">
          <ac:chgData name="Yeo Xiong Wei, Jonathan" userId="ac2b658e-7ce1-44bb-9f9f-bf4198ceaa29" providerId="ADAL" clId="{C68A1885-9CA1-4912-BABF-A82A66D5C1D6}" dt="2024-04-26T04:10:57.098" v="51" actId="26606"/>
          <ac:spMkLst>
            <pc:docMk/>
            <pc:sldMk cId="3252022029" sldId="256"/>
            <ac:spMk id="24" creationId="{FFD48BC7-DC40-47DE-87EE-9F4B6ECB9ABB}"/>
          </ac:spMkLst>
        </pc:spChg>
        <pc:spChg chg="add del">
          <ac:chgData name="Yeo Xiong Wei, Jonathan" userId="ac2b658e-7ce1-44bb-9f9f-bf4198ceaa29" providerId="ADAL" clId="{C68A1885-9CA1-4912-BABF-A82A66D5C1D6}" dt="2024-04-26T04:13:47.406" v="94" actId="26606"/>
          <ac:spMkLst>
            <pc:docMk/>
            <pc:sldMk cId="3252022029" sldId="256"/>
            <ac:spMk id="25" creationId="{9B7AD9F6-8CE7-4299-8FC6-328F4DCD3FF9}"/>
          </ac:spMkLst>
        </pc:spChg>
        <pc:spChg chg="add del">
          <ac:chgData name="Yeo Xiong Wei, Jonathan" userId="ac2b658e-7ce1-44bb-9f9f-bf4198ceaa29" providerId="ADAL" clId="{C68A1885-9CA1-4912-BABF-A82A66D5C1D6}" dt="2024-04-26T04:10:57.098" v="51" actId="26606"/>
          <ac:spMkLst>
            <pc:docMk/>
            <pc:sldMk cId="3252022029" sldId="256"/>
            <ac:spMk id="26" creationId="{E502BBC7-2C76-46F3-BC24-5985BC13DB88}"/>
          </ac:spMkLst>
        </pc:spChg>
        <pc:spChg chg="add del">
          <ac:chgData name="Yeo Xiong Wei, Jonathan" userId="ac2b658e-7ce1-44bb-9f9f-bf4198ceaa29" providerId="ADAL" clId="{C68A1885-9CA1-4912-BABF-A82A66D5C1D6}" dt="2024-04-26T04:13:47.406" v="94" actId="26606"/>
          <ac:spMkLst>
            <pc:docMk/>
            <pc:sldMk cId="3252022029" sldId="256"/>
            <ac:spMk id="27" creationId="{F49775AF-8896-43EE-92C6-83497D6DC56F}"/>
          </ac:spMkLst>
        </pc:spChg>
        <pc:spChg chg="add del">
          <ac:chgData name="Yeo Xiong Wei, Jonathan" userId="ac2b658e-7ce1-44bb-9f9f-bf4198ceaa29" providerId="ADAL" clId="{C68A1885-9CA1-4912-BABF-A82A66D5C1D6}" dt="2024-04-26T04:10:57.098" v="51" actId="26606"/>
          <ac:spMkLst>
            <pc:docMk/>
            <pc:sldMk cId="3252022029" sldId="256"/>
            <ac:spMk id="28" creationId="{C7F28D52-2A5F-4D23-81AE-7CB8B591C7AF}"/>
          </ac:spMkLst>
        </pc:spChg>
        <pc:spChg chg="add del">
          <ac:chgData name="Yeo Xiong Wei, Jonathan" userId="ac2b658e-7ce1-44bb-9f9f-bf4198ceaa29" providerId="ADAL" clId="{C68A1885-9CA1-4912-BABF-A82A66D5C1D6}" dt="2024-04-26T04:13:03.919" v="75" actId="26606"/>
          <ac:spMkLst>
            <pc:docMk/>
            <pc:sldMk cId="3252022029" sldId="256"/>
            <ac:spMk id="29" creationId="{E91DC736-0EF8-4F87-9146-EBF1D2EE4D3D}"/>
          </ac:spMkLst>
        </pc:spChg>
        <pc:spChg chg="add del">
          <ac:chgData name="Yeo Xiong Wei, Jonathan" userId="ac2b658e-7ce1-44bb-9f9f-bf4198ceaa29" providerId="ADAL" clId="{C68A1885-9CA1-4912-BABF-A82A66D5C1D6}" dt="2024-04-26T04:10:57.098" v="51" actId="26606"/>
          <ac:spMkLst>
            <pc:docMk/>
            <pc:sldMk cId="3252022029" sldId="256"/>
            <ac:spMk id="30" creationId="{3629484E-3792-4B3D-89AD-7C8A1ED0E0D4}"/>
          </ac:spMkLst>
        </pc:spChg>
        <pc:spChg chg="add del">
          <ac:chgData name="Yeo Xiong Wei, Jonathan" userId="ac2b658e-7ce1-44bb-9f9f-bf4198ceaa29" providerId="ADAL" clId="{C68A1885-9CA1-4912-BABF-A82A66D5C1D6}" dt="2024-04-26T04:13:03.919" v="75" actId="26606"/>
          <ac:spMkLst>
            <pc:docMk/>
            <pc:sldMk cId="3252022029" sldId="256"/>
            <ac:spMk id="31" creationId="{AF2F604E-43BE-4DC3-B983-E071523364F8}"/>
          </ac:spMkLst>
        </pc:spChg>
        <pc:spChg chg="add del">
          <ac:chgData name="Yeo Xiong Wei, Jonathan" userId="ac2b658e-7ce1-44bb-9f9f-bf4198ceaa29" providerId="ADAL" clId="{C68A1885-9CA1-4912-BABF-A82A66D5C1D6}" dt="2024-04-26T04:10:58.634" v="53" actId="26606"/>
          <ac:spMkLst>
            <pc:docMk/>
            <pc:sldMk cId="3252022029" sldId="256"/>
            <ac:spMk id="32" creationId="{943CAA20-3569-4189-9E48-239A229A86CA}"/>
          </ac:spMkLst>
        </pc:spChg>
        <pc:spChg chg="add del">
          <ac:chgData name="Yeo Xiong Wei, Jonathan" userId="ac2b658e-7ce1-44bb-9f9f-bf4198ceaa29" providerId="ADAL" clId="{C68A1885-9CA1-4912-BABF-A82A66D5C1D6}" dt="2024-04-26T04:10:58.634" v="53" actId="26606"/>
          <ac:spMkLst>
            <pc:docMk/>
            <pc:sldMk cId="3252022029" sldId="256"/>
            <ac:spMk id="33" creationId="{DA542B6D-E775-4832-91DC-2D20F857813A}"/>
          </ac:spMkLst>
        </pc:spChg>
        <pc:spChg chg="add del">
          <ac:chgData name="Yeo Xiong Wei, Jonathan" userId="ac2b658e-7ce1-44bb-9f9f-bf4198ceaa29" providerId="ADAL" clId="{C68A1885-9CA1-4912-BABF-A82A66D5C1D6}" dt="2024-04-26T04:13:03.919" v="75" actId="26606"/>
          <ac:spMkLst>
            <pc:docMk/>
            <pc:sldMk cId="3252022029" sldId="256"/>
            <ac:spMk id="34" creationId="{097CD68E-23E3-4007-8847-CD0944C4F7BE}"/>
          </ac:spMkLst>
        </pc:spChg>
        <pc:spChg chg="add del">
          <ac:chgData name="Yeo Xiong Wei, Jonathan" userId="ac2b658e-7ce1-44bb-9f9f-bf4198ceaa29" providerId="ADAL" clId="{C68A1885-9CA1-4912-BABF-A82A66D5C1D6}" dt="2024-04-26T04:11:00.148" v="55" actId="26606"/>
          <ac:spMkLst>
            <pc:docMk/>
            <pc:sldMk cId="3252022029" sldId="256"/>
            <ac:spMk id="35" creationId="{FFD48BC7-DC40-47DE-87EE-9F4B6ECB9ABB}"/>
          </ac:spMkLst>
        </pc:spChg>
        <pc:spChg chg="add del">
          <ac:chgData name="Yeo Xiong Wei, Jonathan" userId="ac2b658e-7ce1-44bb-9f9f-bf4198ceaa29" providerId="ADAL" clId="{C68A1885-9CA1-4912-BABF-A82A66D5C1D6}" dt="2024-04-26T04:11:00.148" v="55" actId="26606"/>
          <ac:spMkLst>
            <pc:docMk/>
            <pc:sldMk cId="3252022029" sldId="256"/>
            <ac:spMk id="36" creationId="{E502BBC7-2C76-46F3-BC24-5985BC13DB88}"/>
          </ac:spMkLst>
        </pc:spChg>
        <pc:spChg chg="add del">
          <ac:chgData name="Yeo Xiong Wei, Jonathan" userId="ac2b658e-7ce1-44bb-9f9f-bf4198ceaa29" providerId="ADAL" clId="{C68A1885-9CA1-4912-BABF-A82A66D5C1D6}" dt="2024-04-26T04:11:00.148" v="55" actId="26606"/>
          <ac:spMkLst>
            <pc:docMk/>
            <pc:sldMk cId="3252022029" sldId="256"/>
            <ac:spMk id="37" creationId="{C7F28D52-2A5F-4D23-81AE-7CB8B591C7AF}"/>
          </ac:spMkLst>
        </pc:spChg>
        <pc:spChg chg="add del">
          <ac:chgData name="Yeo Xiong Wei, Jonathan" userId="ac2b658e-7ce1-44bb-9f9f-bf4198ceaa29" providerId="ADAL" clId="{C68A1885-9CA1-4912-BABF-A82A66D5C1D6}" dt="2024-04-26T04:11:00.148" v="55" actId="26606"/>
          <ac:spMkLst>
            <pc:docMk/>
            <pc:sldMk cId="3252022029" sldId="256"/>
            <ac:spMk id="38" creationId="{3629484E-3792-4B3D-89AD-7C8A1ED0E0D4}"/>
          </ac:spMkLst>
        </pc:spChg>
        <pc:spChg chg="add del">
          <ac:chgData name="Yeo Xiong Wei, Jonathan" userId="ac2b658e-7ce1-44bb-9f9f-bf4198ceaa29" providerId="ADAL" clId="{C68A1885-9CA1-4912-BABF-A82A66D5C1D6}" dt="2024-04-26T04:13:03.919" v="75" actId="26606"/>
          <ac:spMkLst>
            <pc:docMk/>
            <pc:sldMk cId="3252022029" sldId="256"/>
            <ac:spMk id="39" creationId="{08C9B587-E65E-4B52-B37C-ABEBB6E87928}"/>
          </ac:spMkLst>
        </pc:spChg>
        <pc:spChg chg="add del">
          <ac:chgData name="Yeo Xiong Wei, Jonathan" userId="ac2b658e-7ce1-44bb-9f9f-bf4198ceaa29" providerId="ADAL" clId="{C68A1885-9CA1-4912-BABF-A82A66D5C1D6}" dt="2024-04-26T04:11:21.769" v="57" actId="26606"/>
          <ac:spMkLst>
            <pc:docMk/>
            <pc:sldMk cId="3252022029" sldId="256"/>
            <ac:spMk id="40" creationId="{943CAA20-3569-4189-9E48-239A229A86CA}"/>
          </ac:spMkLst>
        </pc:spChg>
        <pc:spChg chg="add del">
          <ac:chgData name="Yeo Xiong Wei, Jonathan" userId="ac2b658e-7ce1-44bb-9f9f-bf4198ceaa29" providerId="ADAL" clId="{C68A1885-9CA1-4912-BABF-A82A66D5C1D6}" dt="2024-04-26T04:11:21.769" v="57" actId="26606"/>
          <ac:spMkLst>
            <pc:docMk/>
            <pc:sldMk cId="3252022029" sldId="256"/>
            <ac:spMk id="41" creationId="{DA542B6D-E775-4832-91DC-2D20F857813A}"/>
          </ac:spMkLst>
        </pc:spChg>
        <pc:spChg chg="add">
          <ac:chgData name="Yeo Xiong Wei, Jonathan" userId="ac2b658e-7ce1-44bb-9f9f-bf4198ceaa29" providerId="ADAL" clId="{C68A1885-9CA1-4912-BABF-A82A66D5C1D6}" dt="2024-04-26T04:13:47.406" v="94" actId="26606"/>
          <ac:spMkLst>
            <pc:docMk/>
            <pc:sldMk cId="3252022029" sldId="256"/>
            <ac:spMk id="42" creationId="{9B7AD9F6-8CE7-4299-8FC6-328F4DCD3FF9}"/>
          </ac:spMkLst>
        </pc:spChg>
        <pc:spChg chg="add">
          <ac:chgData name="Yeo Xiong Wei, Jonathan" userId="ac2b658e-7ce1-44bb-9f9f-bf4198ceaa29" providerId="ADAL" clId="{C68A1885-9CA1-4912-BABF-A82A66D5C1D6}" dt="2024-04-26T04:13:47.406" v="94" actId="26606"/>
          <ac:spMkLst>
            <pc:docMk/>
            <pc:sldMk cId="3252022029" sldId="256"/>
            <ac:spMk id="43" creationId="{F49775AF-8896-43EE-92C6-83497D6DC56F}"/>
          </ac:spMkLst>
        </pc:spChg>
        <pc:grpChg chg="add del">
          <ac:chgData name="Yeo Xiong Wei, Jonathan" userId="ac2b658e-7ce1-44bb-9f9f-bf4198ceaa29" providerId="ADAL" clId="{C68A1885-9CA1-4912-BABF-A82A66D5C1D6}" dt="2024-04-26T04:13:15.080" v="89" actId="26606"/>
          <ac:grpSpMkLst>
            <pc:docMk/>
            <pc:sldMk cId="3252022029" sldId="256"/>
            <ac:grpSpMk id="12" creationId="{DA02BEE4-A5D4-40AF-882D-49D34B086FFF}"/>
          </ac:grpSpMkLst>
        </pc:grpChg>
        <pc:picChg chg="add del mod ord">
          <ac:chgData name="Yeo Xiong Wei, Jonathan" userId="ac2b658e-7ce1-44bb-9f9f-bf4198ceaa29" providerId="ADAL" clId="{C68A1885-9CA1-4912-BABF-A82A66D5C1D6}" dt="2024-04-26T04:13:12.510" v="86" actId="1076"/>
          <ac:picMkLst>
            <pc:docMk/>
            <pc:sldMk cId="3252022029" sldId="256"/>
            <ac:picMk id="5" creationId="{D416FB8C-C3A2-59D2-3652-12E2298C1B1E}"/>
          </ac:picMkLst>
        </pc:picChg>
        <pc:picChg chg="add mod">
          <ac:chgData name="Yeo Xiong Wei, Jonathan" userId="ac2b658e-7ce1-44bb-9f9f-bf4198ceaa29" providerId="ADAL" clId="{C68A1885-9CA1-4912-BABF-A82A66D5C1D6}" dt="2024-04-26T04:14:22.006" v="106" actId="14100"/>
          <ac:picMkLst>
            <pc:docMk/>
            <pc:sldMk cId="3252022029" sldId="256"/>
            <ac:picMk id="9" creationId="{26AC0E25-16D5-BD06-51B9-D0AF2CF04B64}"/>
          </ac:picMkLst>
        </pc:picChg>
        <pc:picChg chg="add del">
          <ac:chgData name="Yeo Xiong Wei, Jonathan" userId="ac2b658e-7ce1-44bb-9f9f-bf4198ceaa29" providerId="ADAL" clId="{C68A1885-9CA1-4912-BABF-A82A66D5C1D6}" dt="2024-04-26T04:13:36.626" v="93" actId="478"/>
          <ac:picMkLst>
            <pc:docMk/>
            <pc:sldMk cId="3252022029" sldId="256"/>
            <ac:picMk id="21" creationId="{D2A767B4-2442-CB6A-FCB5-19161B7D9CB6}"/>
          </ac:picMkLst>
        </pc:picChg>
      </pc:sldChg>
      <pc:sldChg chg="modSp">
        <pc:chgData name="Yeo Xiong Wei, Jonathan" userId="ac2b658e-7ce1-44bb-9f9f-bf4198ceaa29" providerId="ADAL" clId="{C68A1885-9CA1-4912-BABF-A82A66D5C1D6}" dt="2024-04-25T05:04:14.244" v="3" actId="113"/>
        <pc:sldMkLst>
          <pc:docMk/>
          <pc:sldMk cId="557807413" sldId="300"/>
        </pc:sldMkLst>
        <pc:spChg chg="mod">
          <ac:chgData name="Yeo Xiong Wei, Jonathan" userId="ac2b658e-7ce1-44bb-9f9f-bf4198ceaa29" providerId="ADAL" clId="{C68A1885-9CA1-4912-BABF-A82A66D5C1D6}" dt="2024-04-25T05:04:14.244" v="3" actId="113"/>
          <ac:spMkLst>
            <pc:docMk/>
            <pc:sldMk cId="557807413" sldId="300"/>
            <ac:spMk id="29698" creationId="{00000000-0000-0000-0000-000000000000}"/>
          </ac:spMkLst>
        </pc:spChg>
      </pc:sldChg>
      <pc:sldChg chg="modSp">
        <pc:chgData name="Yeo Xiong Wei, Jonathan" userId="ac2b658e-7ce1-44bb-9f9f-bf4198ceaa29" providerId="ADAL" clId="{C68A1885-9CA1-4912-BABF-A82A66D5C1D6}" dt="2024-04-26T04:20:59.851" v="147" actId="20577"/>
        <pc:sldMkLst>
          <pc:docMk/>
          <pc:sldMk cId="911258207" sldId="322"/>
        </pc:sldMkLst>
        <pc:spChg chg="mod">
          <ac:chgData name="Yeo Xiong Wei, Jonathan" userId="ac2b658e-7ce1-44bb-9f9f-bf4198ceaa29" providerId="ADAL" clId="{C68A1885-9CA1-4912-BABF-A82A66D5C1D6}" dt="2024-04-26T04:20:59.851" v="147" actId="20577"/>
          <ac:spMkLst>
            <pc:docMk/>
            <pc:sldMk cId="911258207" sldId="322"/>
            <ac:spMk id="52226" creationId="{00000000-0000-0000-0000-000000000000}"/>
          </ac:spMkLst>
        </pc:spChg>
      </pc:sldChg>
      <pc:sldChg chg="modSp mod modAnim">
        <pc:chgData name="Yeo Xiong Wei, Jonathan" userId="ac2b658e-7ce1-44bb-9f9f-bf4198ceaa29" providerId="ADAL" clId="{C68A1885-9CA1-4912-BABF-A82A66D5C1D6}" dt="2024-04-26T04:38:57.158" v="1354" actId="404"/>
        <pc:sldMkLst>
          <pc:docMk/>
          <pc:sldMk cId="3020838267" sldId="431"/>
        </pc:sldMkLst>
        <pc:spChg chg="mod">
          <ac:chgData name="Yeo Xiong Wei, Jonathan" userId="ac2b658e-7ce1-44bb-9f9f-bf4198ceaa29" providerId="ADAL" clId="{C68A1885-9CA1-4912-BABF-A82A66D5C1D6}" dt="2024-04-26T04:38:57.158" v="1354" actId="404"/>
          <ac:spMkLst>
            <pc:docMk/>
            <pc:sldMk cId="3020838267" sldId="431"/>
            <ac:spMk id="3" creationId="{34C6196F-CEB9-4FE3-8920-4C9C471A5A9A}"/>
          </ac:spMkLst>
        </pc:spChg>
      </pc:sldChg>
      <pc:sldChg chg="modSp">
        <pc:chgData name="Yeo Xiong Wei, Jonathan" userId="ac2b658e-7ce1-44bb-9f9f-bf4198ceaa29" providerId="ADAL" clId="{C68A1885-9CA1-4912-BABF-A82A66D5C1D6}" dt="2024-04-26T04:33:14.973" v="752" actId="20577"/>
        <pc:sldMkLst>
          <pc:docMk/>
          <pc:sldMk cId="78345123" sldId="433"/>
        </pc:sldMkLst>
        <pc:spChg chg="mod">
          <ac:chgData name="Yeo Xiong Wei, Jonathan" userId="ac2b658e-7ce1-44bb-9f9f-bf4198ceaa29" providerId="ADAL" clId="{C68A1885-9CA1-4912-BABF-A82A66D5C1D6}" dt="2024-04-26T04:33:14.973" v="752" actId="20577"/>
          <ac:spMkLst>
            <pc:docMk/>
            <pc:sldMk cId="78345123" sldId="433"/>
            <ac:spMk id="5" creationId="{B973BC25-B579-4FFA-A63E-6F445055AD26}"/>
          </ac:spMkLst>
        </pc:spChg>
      </pc:sldChg>
      <pc:sldChg chg="del">
        <pc:chgData name="Yeo Xiong Wei, Jonathan" userId="ac2b658e-7ce1-44bb-9f9f-bf4198ceaa29" providerId="ADAL" clId="{C68A1885-9CA1-4912-BABF-A82A66D5C1D6}" dt="2024-04-26T09:00:39.656" v="4351" actId="2696"/>
        <pc:sldMkLst>
          <pc:docMk/>
          <pc:sldMk cId="2402952431" sldId="434"/>
        </pc:sldMkLst>
      </pc:sldChg>
      <pc:sldChg chg="modSp mod modAnim">
        <pc:chgData name="Yeo Xiong Wei, Jonathan" userId="ac2b658e-7ce1-44bb-9f9f-bf4198ceaa29" providerId="ADAL" clId="{C68A1885-9CA1-4912-BABF-A82A66D5C1D6}" dt="2024-04-26T04:53:48.630" v="1646" actId="6549"/>
        <pc:sldMkLst>
          <pc:docMk/>
          <pc:sldMk cId="3619624804" sldId="435"/>
        </pc:sldMkLst>
        <pc:spChg chg="mod">
          <ac:chgData name="Yeo Xiong Wei, Jonathan" userId="ac2b658e-7ce1-44bb-9f9f-bf4198ceaa29" providerId="ADAL" clId="{C68A1885-9CA1-4912-BABF-A82A66D5C1D6}" dt="2024-04-26T04:53:48.630" v="1646" actId="6549"/>
          <ac:spMkLst>
            <pc:docMk/>
            <pc:sldMk cId="3619624804" sldId="435"/>
            <ac:spMk id="52226" creationId="{00000000-0000-0000-0000-000000000000}"/>
          </ac:spMkLst>
        </pc:spChg>
      </pc:sldChg>
      <pc:sldChg chg="del">
        <pc:chgData name="Yeo Xiong Wei, Jonathan" userId="ac2b658e-7ce1-44bb-9f9f-bf4198ceaa29" providerId="ADAL" clId="{C68A1885-9CA1-4912-BABF-A82A66D5C1D6}" dt="2024-04-26T09:00:39.656" v="4351" actId="2696"/>
        <pc:sldMkLst>
          <pc:docMk/>
          <pc:sldMk cId="3670485337" sldId="436"/>
        </pc:sldMkLst>
      </pc:sldChg>
      <pc:sldChg chg="del">
        <pc:chgData name="Yeo Xiong Wei, Jonathan" userId="ac2b658e-7ce1-44bb-9f9f-bf4198ceaa29" providerId="ADAL" clId="{C68A1885-9CA1-4912-BABF-A82A66D5C1D6}" dt="2024-04-26T09:00:39.656" v="4351" actId="2696"/>
        <pc:sldMkLst>
          <pc:docMk/>
          <pc:sldMk cId="1402189048" sldId="438"/>
        </pc:sldMkLst>
      </pc:sldChg>
      <pc:sldChg chg="modSp">
        <pc:chgData name="Yeo Xiong Wei, Jonathan" userId="ac2b658e-7ce1-44bb-9f9f-bf4198ceaa29" providerId="ADAL" clId="{C68A1885-9CA1-4912-BABF-A82A66D5C1D6}" dt="2024-04-26T04:24:20.822" v="293" actId="20577"/>
        <pc:sldMkLst>
          <pc:docMk/>
          <pc:sldMk cId="557380756" sldId="449"/>
        </pc:sldMkLst>
        <pc:spChg chg="mod">
          <ac:chgData name="Yeo Xiong Wei, Jonathan" userId="ac2b658e-7ce1-44bb-9f9f-bf4198ceaa29" providerId="ADAL" clId="{C68A1885-9CA1-4912-BABF-A82A66D5C1D6}" dt="2024-04-26T04:24:20.822" v="293" actId="20577"/>
          <ac:spMkLst>
            <pc:docMk/>
            <pc:sldMk cId="557380756" sldId="449"/>
            <ac:spMk id="52226" creationId="{00000000-0000-0000-0000-000000000000}"/>
          </ac:spMkLst>
        </pc:spChg>
      </pc:sldChg>
      <pc:sldChg chg="addSp delSp modSp mod addCm">
        <pc:chgData name="Yeo Xiong Wei, Jonathan" userId="ac2b658e-7ce1-44bb-9f9f-bf4198ceaa29" providerId="ADAL" clId="{C68A1885-9CA1-4912-BABF-A82A66D5C1D6}" dt="2024-04-26T04:31:57.707" v="730" actId="20577"/>
        <pc:sldMkLst>
          <pc:docMk/>
          <pc:sldMk cId="2864665818" sldId="453"/>
        </pc:sldMkLst>
        <pc:spChg chg="mod">
          <ac:chgData name="Yeo Xiong Wei, Jonathan" userId="ac2b658e-7ce1-44bb-9f9f-bf4198ceaa29" providerId="ADAL" clId="{C68A1885-9CA1-4912-BABF-A82A66D5C1D6}" dt="2024-04-26T04:28:55.411" v="680" actId="20577"/>
          <ac:spMkLst>
            <pc:docMk/>
            <pc:sldMk cId="2864665818" sldId="453"/>
            <ac:spMk id="3" creationId="{5F1084EF-22C8-4EF1-B3AC-5CD9C82F5106}"/>
          </ac:spMkLst>
        </pc:spChg>
        <pc:spChg chg="del">
          <ac:chgData name="Yeo Xiong Wei, Jonathan" userId="ac2b658e-7ce1-44bb-9f9f-bf4198ceaa29" providerId="ADAL" clId="{C68A1885-9CA1-4912-BABF-A82A66D5C1D6}" dt="2024-04-26T04:25:56.307" v="298" actId="478"/>
          <ac:spMkLst>
            <pc:docMk/>
            <pc:sldMk cId="2864665818" sldId="453"/>
            <ac:spMk id="7" creationId="{E9F97419-B669-A0B5-E4CF-AF3B34A3477D}"/>
          </ac:spMkLst>
        </pc:spChg>
        <pc:spChg chg="add mod">
          <ac:chgData name="Yeo Xiong Wei, Jonathan" userId="ac2b658e-7ce1-44bb-9f9f-bf4198ceaa29" providerId="ADAL" clId="{C68A1885-9CA1-4912-BABF-A82A66D5C1D6}" dt="2024-04-26T04:29:20.156" v="688" actId="1076"/>
          <ac:spMkLst>
            <pc:docMk/>
            <pc:sldMk cId="2864665818" sldId="453"/>
            <ac:spMk id="8" creationId="{C346A83E-5588-A886-30FF-6E8600B2E3C4}"/>
          </ac:spMkLst>
        </pc:spChg>
        <pc:spChg chg="add mod">
          <ac:chgData name="Yeo Xiong Wei, Jonathan" userId="ac2b658e-7ce1-44bb-9f9f-bf4198ceaa29" providerId="ADAL" clId="{C68A1885-9CA1-4912-BABF-A82A66D5C1D6}" dt="2024-04-26T04:29:20.156" v="688" actId="1076"/>
          <ac:spMkLst>
            <pc:docMk/>
            <pc:sldMk cId="2864665818" sldId="453"/>
            <ac:spMk id="9" creationId="{0CDC9A91-CD1B-7A8E-BD43-977E464C179A}"/>
          </ac:spMkLst>
        </pc:spChg>
        <pc:graphicFrameChg chg="add mod modGraphic">
          <ac:chgData name="Yeo Xiong Wei, Jonathan" userId="ac2b658e-7ce1-44bb-9f9f-bf4198ceaa29" providerId="ADAL" clId="{C68A1885-9CA1-4912-BABF-A82A66D5C1D6}" dt="2024-04-26T04:31:57.707" v="730" actId="20577"/>
          <ac:graphicFrameMkLst>
            <pc:docMk/>
            <pc:sldMk cId="2864665818" sldId="453"/>
            <ac:graphicFrameMk id="5" creationId="{C3C09D19-0B20-9873-8686-0C622E75B6CD}"/>
          </ac:graphicFrameMkLst>
        </pc:graphicFrameChg>
        <pc:extLst>
          <p:ext xmlns:p="http://schemas.openxmlformats.org/presentationml/2006/main" uri="{D6D511B9-2390-475A-947B-AFAB55BFBCF1}">
            <pc226:cmChg xmlns:pc226="http://schemas.microsoft.com/office/powerpoint/2022/06/main/command" chg="add">
              <pc226:chgData name="Yeo Xiong Wei, Jonathan" userId="ac2b658e-7ce1-44bb-9f9f-bf4198ceaa29" providerId="ADAL" clId="{C68A1885-9CA1-4912-BABF-A82A66D5C1D6}" dt="2024-04-26T04:29:44.483" v="698"/>
              <pc2:cmMkLst xmlns:pc2="http://schemas.microsoft.com/office/powerpoint/2019/9/main/command">
                <pc:docMk/>
                <pc:sldMk cId="2864665818" sldId="453"/>
                <pc2:cmMk id="{55E0A3BE-00A1-4DD2-9184-1D467B194883}"/>
              </pc2:cmMkLst>
            </pc226:cmChg>
          </p:ext>
        </pc:extLst>
      </pc:sldChg>
      <pc:sldChg chg="modSp mod">
        <pc:chgData name="Yeo Xiong Wei, Jonathan" userId="ac2b658e-7ce1-44bb-9f9f-bf4198ceaa29" providerId="ADAL" clId="{C68A1885-9CA1-4912-BABF-A82A66D5C1D6}" dt="2024-04-25T05:06:44.449" v="49" actId="20577"/>
        <pc:sldMkLst>
          <pc:docMk/>
          <pc:sldMk cId="2124394728" sldId="454"/>
        </pc:sldMkLst>
        <pc:spChg chg="mod">
          <ac:chgData name="Yeo Xiong Wei, Jonathan" userId="ac2b658e-7ce1-44bb-9f9f-bf4198ceaa29" providerId="ADAL" clId="{C68A1885-9CA1-4912-BABF-A82A66D5C1D6}" dt="2024-04-25T05:06:44.449" v="49" actId="20577"/>
          <ac:spMkLst>
            <pc:docMk/>
            <pc:sldMk cId="2124394728" sldId="454"/>
            <ac:spMk id="108546" creationId="{00000000-0000-0000-0000-000000000000}"/>
          </ac:spMkLst>
        </pc:spChg>
      </pc:sldChg>
      <pc:sldChg chg="del">
        <pc:chgData name="Yeo Xiong Wei, Jonathan" userId="ac2b658e-7ce1-44bb-9f9f-bf4198ceaa29" providerId="ADAL" clId="{C68A1885-9CA1-4912-BABF-A82A66D5C1D6}" dt="2024-04-26T08:31:06.721" v="2687" actId="2696"/>
        <pc:sldMkLst>
          <pc:docMk/>
          <pc:sldMk cId="579881023" sldId="463"/>
        </pc:sldMkLst>
      </pc:sldChg>
      <pc:sldChg chg="addSp modSp add del mod modAnim">
        <pc:chgData name="Yeo Xiong Wei, Jonathan" userId="ac2b658e-7ce1-44bb-9f9f-bf4198ceaa29" providerId="ADAL" clId="{C68A1885-9CA1-4912-BABF-A82A66D5C1D6}" dt="2024-04-26T08:55:43.754" v="4292" actId="47"/>
        <pc:sldMkLst>
          <pc:docMk/>
          <pc:sldMk cId="1759234098" sldId="463"/>
        </pc:sldMkLst>
        <pc:spChg chg="add mod">
          <ac:chgData name="Yeo Xiong Wei, Jonathan" userId="ac2b658e-7ce1-44bb-9f9f-bf4198ceaa29" providerId="ADAL" clId="{C68A1885-9CA1-4912-BABF-A82A66D5C1D6}" dt="2024-04-26T08:32:22.089" v="2699" actId="1076"/>
          <ac:spMkLst>
            <pc:docMk/>
            <pc:sldMk cId="1759234098" sldId="463"/>
            <ac:spMk id="2" creationId="{1DFAF564-5FB3-A113-37F7-7AA7953BED46}"/>
          </ac:spMkLst>
        </pc:spChg>
        <pc:spChg chg="mod">
          <ac:chgData name="Yeo Xiong Wei, Jonathan" userId="ac2b658e-7ce1-44bb-9f9f-bf4198ceaa29" providerId="ADAL" clId="{C68A1885-9CA1-4912-BABF-A82A66D5C1D6}" dt="2024-04-26T08:32:11.029" v="2696" actId="14100"/>
          <ac:spMkLst>
            <pc:docMk/>
            <pc:sldMk cId="1759234098" sldId="463"/>
            <ac:spMk id="52226" creationId="{00000000-0000-0000-0000-000000000000}"/>
          </ac:spMkLst>
        </pc:spChg>
      </pc:sldChg>
      <pc:sldChg chg="modSp mod modAnim">
        <pc:chgData name="Yeo Xiong Wei, Jonathan" userId="ac2b658e-7ce1-44bb-9f9f-bf4198ceaa29" providerId="ADAL" clId="{C68A1885-9CA1-4912-BABF-A82A66D5C1D6}" dt="2024-04-26T04:18:15.962" v="129" actId="20577"/>
        <pc:sldMkLst>
          <pc:docMk/>
          <pc:sldMk cId="4022763380" sldId="465"/>
        </pc:sldMkLst>
        <pc:spChg chg="mod">
          <ac:chgData name="Yeo Xiong Wei, Jonathan" userId="ac2b658e-7ce1-44bb-9f9f-bf4198ceaa29" providerId="ADAL" clId="{C68A1885-9CA1-4912-BABF-A82A66D5C1D6}" dt="2024-04-26T04:18:15.962" v="129" actId="20577"/>
          <ac:spMkLst>
            <pc:docMk/>
            <pc:sldMk cId="4022763380" sldId="465"/>
            <ac:spMk id="3" creationId="{F6166362-5747-4CF8-8778-889699D343D3}"/>
          </ac:spMkLst>
        </pc:spChg>
        <pc:spChg chg="mod">
          <ac:chgData name="Yeo Xiong Wei, Jonathan" userId="ac2b658e-7ce1-44bb-9f9f-bf4198ceaa29" providerId="ADAL" clId="{C68A1885-9CA1-4912-BABF-A82A66D5C1D6}" dt="2024-04-25T05:05:31.371" v="47" actId="1076"/>
          <ac:spMkLst>
            <pc:docMk/>
            <pc:sldMk cId="4022763380" sldId="465"/>
            <ac:spMk id="7" creationId="{FC7F5782-5816-DE7E-E49D-D693DD6992DE}"/>
          </ac:spMkLst>
        </pc:spChg>
      </pc:sldChg>
      <pc:sldChg chg="del">
        <pc:chgData name="Yeo Xiong Wei, Jonathan" userId="ac2b658e-7ce1-44bb-9f9f-bf4198ceaa29" providerId="ADAL" clId="{C68A1885-9CA1-4912-BABF-A82A66D5C1D6}" dt="2024-04-26T09:00:39.656" v="4351" actId="2696"/>
        <pc:sldMkLst>
          <pc:docMk/>
          <pc:sldMk cId="3409404217" sldId="481"/>
        </pc:sldMkLst>
      </pc:sldChg>
      <pc:sldChg chg="del">
        <pc:chgData name="Yeo Xiong Wei, Jonathan" userId="ac2b658e-7ce1-44bb-9f9f-bf4198ceaa29" providerId="ADAL" clId="{C68A1885-9CA1-4912-BABF-A82A66D5C1D6}" dt="2024-04-26T09:00:39.656" v="4351" actId="2696"/>
        <pc:sldMkLst>
          <pc:docMk/>
          <pc:sldMk cId="217193348" sldId="482"/>
        </pc:sldMkLst>
      </pc:sldChg>
      <pc:sldChg chg="del">
        <pc:chgData name="Yeo Xiong Wei, Jonathan" userId="ac2b658e-7ce1-44bb-9f9f-bf4198ceaa29" providerId="ADAL" clId="{C68A1885-9CA1-4912-BABF-A82A66D5C1D6}" dt="2024-04-26T09:00:39.656" v="4351" actId="2696"/>
        <pc:sldMkLst>
          <pc:docMk/>
          <pc:sldMk cId="121939173" sldId="483"/>
        </pc:sldMkLst>
      </pc:sldChg>
      <pc:sldChg chg="modSp mod">
        <pc:chgData name="Yeo Xiong Wei, Jonathan" userId="ac2b658e-7ce1-44bb-9f9f-bf4198ceaa29" providerId="ADAL" clId="{C68A1885-9CA1-4912-BABF-A82A66D5C1D6}" dt="2024-05-02T06:05:25.635" v="4358" actId="115"/>
        <pc:sldMkLst>
          <pc:docMk/>
          <pc:sldMk cId="3864092051" sldId="488"/>
        </pc:sldMkLst>
        <pc:spChg chg="mod">
          <ac:chgData name="Yeo Xiong Wei, Jonathan" userId="ac2b658e-7ce1-44bb-9f9f-bf4198ceaa29" providerId="ADAL" clId="{C68A1885-9CA1-4912-BABF-A82A66D5C1D6}" dt="2024-05-02T06:05:25.635" v="4358" actId="115"/>
          <ac:spMkLst>
            <pc:docMk/>
            <pc:sldMk cId="3864092051" sldId="488"/>
            <ac:spMk id="3" creationId="{5F1084EF-22C8-4EF1-B3AC-5CD9C82F5106}"/>
          </ac:spMkLst>
        </pc:spChg>
      </pc:sldChg>
      <pc:sldChg chg="addSp modSp add mod">
        <pc:chgData name="Yeo Xiong Wei, Jonathan" userId="ac2b658e-7ce1-44bb-9f9f-bf4198ceaa29" providerId="ADAL" clId="{C68A1885-9CA1-4912-BABF-A82A66D5C1D6}" dt="2024-05-02T07:52:09.752" v="4385" actId="20577"/>
        <pc:sldMkLst>
          <pc:docMk/>
          <pc:sldMk cId="3296974375" sldId="523"/>
        </pc:sldMkLst>
        <pc:spChg chg="mod">
          <ac:chgData name="Yeo Xiong Wei, Jonathan" userId="ac2b658e-7ce1-44bb-9f9f-bf4198ceaa29" providerId="ADAL" clId="{C68A1885-9CA1-4912-BABF-A82A66D5C1D6}" dt="2024-05-02T07:52:09.752" v="4385" actId="20577"/>
          <ac:spMkLst>
            <pc:docMk/>
            <pc:sldMk cId="3296974375" sldId="523"/>
            <ac:spMk id="5" creationId="{061BB625-FA9F-47AA-B90D-A911EB43A74D}"/>
          </ac:spMkLst>
        </pc:spChg>
        <pc:spChg chg="add mod">
          <ac:chgData name="Yeo Xiong Wei, Jonathan" userId="ac2b658e-7ce1-44bb-9f9f-bf4198ceaa29" providerId="ADAL" clId="{C68A1885-9CA1-4912-BABF-A82A66D5C1D6}" dt="2024-04-26T08:55:38.997" v="4291" actId="115"/>
          <ac:spMkLst>
            <pc:docMk/>
            <pc:sldMk cId="3296974375" sldId="523"/>
            <ac:spMk id="45" creationId="{92780160-BC54-1A4F-D59A-C4823ED553E9}"/>
          </ac:spMkLst>
        </pc:spChg>
      </pc:sldChg>
      <pc:sldChg chg="add del">
        <pc:chgData name="Yeo Xiong Wei, Jonathan" userId="ac2b658e-7ce1-44bb-9f9f-bf4198ceaa29" providerId="ADAL" clId="{C68A1885-9CA1-4912-BABF-A82A66D5C1D6}" dt="2024-04-26T08:31:06.721" v="2687" actId="2696"/>
        <pc:sldMkLst>
          <pc:docMk/>
          <pc:sldMk cId="3950532445" sldId="523"/>
        </pc:sldMkLst>
      </pc:sldChg>
      <pc:sldChg chg="modSp mod">
        <pc:chgData name="Yeo Xiong Wei, Jonathan" userId="ac2b658e-7ce1-44bb-9f9f-bf4198ceaa29" providerId="ADAL" clId="{C68A1885-9CA1-4912-BABF-A82A66D5C1D6}" dt="2024-04-26T04:16:32.807" v="117" actId="1076"/>
        <pc:sldMkLst>
          <pc:docMk/>
          <pc:sldMk cId="3686239555" sldId="527"/>
        </pc:sldMkLst>
        <pc:spChg chg="mod">
          <ac:chgData name="Yeo Xiong Wei, Jonathan" userId="ac2b658e-7ce1-44bb-9f9f-bf4198ceaa29" providerId="ADAL" clId="{C68A1885-9CA1-4912-BABF-A82A66D5C1D6}" dt="2024-04-26T04:16:32.807" v="117" actId="1076"/>
          <ac:spMkLst>
            <pc:docMk/>
            <pc:sldMk cId="3686239555" sldId="527"/>
            <ac:spMk id="2" creationId="{635632ED-6249-4378-9241-C14C3A5BA9EB}"/>
          </ac:spMkLst>
        </pc:spChg>
        <pc:spChg chg="mod">
          <ac:chgData name="Yeo Xiong Wei, Jonathan" userId="ac2b658e-7ce1-44bb-9f9f-bf4198ceaa29" providerId="ADAL" clId="{C68A1885-9CA1-4912-BABF-A82A66D5C1D6}" dt="2024-04-26T04:16:23.098" v="116" actId="14100"/>
          <ac:spMkLst>
            <pc:docMk/>
            <pc:sldMk cId="3686239555" sldId="527"/>
            <ac:spMk id="5" creationId="{761D1CDC-8DE9-A479-D00E-79CC72161459}"/>
          </ac:spMkLst>
        </pc:spChg>
      </pc:sldChg>
      <pc:sldChg chg="modSp mod">
        <pc:chgData name="Yeo Xiong Wei, Jonathan" userId="ac2b658e-7ce1-44bb-9f9f-bf4198ceaa29" providerId="ADAL" clId="{C68A1885-9CA1-4912-BABF-A82A66D5C1D6}" dt="2024-04-26T04:17:24.763" v="125" actId="1076"/>
        <pc:sldMkLst>
          <pc:docMk/>
          <pc:sldMk cId="799012099" sldId="555"/>
        </pc:sldMkLst>
        <pc:spChg chg="mod">
          <ac:chgData name="Yeo Xiong Wei, Jonathan" userId="ac2b658e-7ce1-44bb-9f9f-bf4198ceaa29" providerId="ADAL" clId="{C68A1885-9CA1-4912-BABF-A82A66D5C1D6}" dt="2024-04-26T04:16:42.017" v="118" actId="1076"/>
          <ac:spMkLst>
            <pc:docMk/>
            <pc:sldMk cId="799012099" sldId="555"/>
            <ac:spMk id="2" creationId="{635632ED-6249-4378-9241-C14C3A5BA9EB}"/>
          </ac:spMkLst>
        </pc:spChg>
        <pc:spChg chg="mod">
          <ac:chgData name="Yeo Xiong Wei, Jonathan" userId="ac2b658e-7ce1-44bb-9f9f-bf4198ceaa29" providerId="ADAL" clId="{C68A1885-9CA1-4912-BABF-A82A66D5C1D6}" dt="2024-04-26T04:17:21.052" v="123" actId="1076"/>
          <ac:spMkLst>
            <pc:docMk/>
            <pc:sldMk cId="799012099" sldId="555"/>
            <ac:spMk id="4" creationId="{1AE20392-5B81-B18A-40E7-332B64F1FFB0}"/>
          </ac:spMkLst>
        </pc:spChg>
        <pc:spChg chg="mod">
          <ac:chgData name="Yeo Xiong Wei, Jonathan" userId="ac2b658e-7ce1-44bb-9f9f-bf4198ceaa29" providerId="ADAL" clId="{C68A1885-9CA1-4912-BABF-A82A66D5C1D6}" dt="2024-04-26T04:17:21.052" v="123" actId="1076"/>
          <ac:spMkLst>
            <pc:docMk/>
            <pc:sldMk cId="799012099" sldId="555"/>
            <ac:spMk id="6" creationId="{E3868632-1079-328D-08C6-3A184D5B75C5}"/>
          </ac:spMkLst>
        </pc:spChg>
        <pc:spChg chg="mod">
          <ac:chgData name="Yeo Xiong Wei, Jonathan" userId="ac2b658e-7ce1-44bb-9f9f-bf4198ceaa29" providerId="ADAL" clId="{C68A1885-9CA1-4912-BABF-A82A66D5C1D6}" dt="2024-04-26T04:17:21.052" v="123" actId="1076"/>
          <ac:spMkLst>
            <pc:docMk/>
            <pc:sldMk cId="799012099" sldId="555"/>
            <ac:spMk id="7" creationId="{6CBF4679-FE46-830B-CC4C-9551BF63D23D}"/>
          </ac:spMkLst>
        </pc:spChg>
        <pc:spChg chg="mod">
          <ac:chgData name="Yeo Xiong Wei, Jonathan" userId="ac2b658e-7ce1-44bb-9f9f-bf4198ceaa29" providerId="ADAL" clId="{C68A1885-9CA1-4912-BABF-A82A66D5C1D6}" dt="2024-04-26T04:17:21.052" v="123" actId="1076"/>
          <ac:spMkLst>
            <pc:docMk/>
            <pc:sldMk cId="799012099" sldId="555"/>
            <ac:spMk id="8" creationId="{421EF34E-0050-8CEB-B060-866F8E0DEB98}"/>
          </ac:spMkLst>
        </pc:spChg>
        <pc:spChg chg="mod">
          <ac:chgData name="Yeo Xiong Wei, Jonathan" userId="ac2b658e-7ce1-44bb-9f9f-bf4198ceaa29" providerId="ADAL" clId="{C68A1885-9CA1-4912-BABF-A82A66D5C1D6}" dt="2024-04-26T04:17:21.052" v="123" actId="1076"/>
          <ac:spMkLst>
            <pc:docMk/>
            <pc:sldMk cId="799012099" sldId="555"/>
            <ac:spMk id="11" creationId="{F78B0884-D636-699C-FFAC-6BB2256F954F}"/>
          </ac:spMkLst>
        </pc:spChg>
        <pc:spChg chg="mod">
          <ac:chgData name="Yeo Xiong Wei, Jonathan" userId="ac2b658e-7ce1-44bb-9f9f-bf4198ceaa29" providerId="ADAL" clId="{C68A1885-9CA1-4912-BABF-A82A66D5C1D6}" dt="2024-04-26T04:17:21.052" v="123" actId="1076"/>
          <ac:spMkLst>
            <pc:docMk/>
            <pc:sldMk cId="799012099" sldId="555"/>
            <ac:spMk id="12" creationId="{77FAFDEE-8693-C76A-43AA-3C2F15FACA2E}"/>
          </ac:spMkLst>
        </pc:spChg>
        <pc:spChg chg="mod">
          <ac:chgData name="Yeo Xiong Wei, Jonathan" userId="ac2b658e-7ce1-44bb-9f9f-bf4198ceaa29" providerId="ADAL" clId="{C68A1885-9CA1-4912-BABF-A82A66D5C1D6}" dt="2024-04-26T04:17:21.052" v="123" actId="1076"/>
          <ac:spMkLst>
            <pc:docMk/>
            <pc:sldMk cId="799012099" sldId="555"/>
            <ac:spMk id="16" creationId="{0CF62BC9-E8AD-FC72-4491-E01E92E3DC0C}"/>
          </ac:spMkLst>
        </pc:spChg>
        <pc:spChg chg="mod">
          <ac:chgData name="Yeo Xiong Wei, Jonathan" userId="ac2b658e-7ce1-44bb-9f9f-bf4198ceaa29" providerId="ADAL" clId="{C68A1885-9CA1-4912-BABF-A82A66D5C1D6}" dt="2024-04-26T04:17:24.763" v="125" actId="1076"/>
          <ac:spMkLst>
            <pc:docMk/>
            <pc:sldMk cId="799012099" sldId="555"/>
            <ac:spMk id="17" creationId="{D75C74F7-444F-01B4-2F77-A3035921462D}"/>
          </ac:spMkLst>
        </pc:spChg>
        <pc:spChg chg="mod">
          <ac:chgData name="Yeo Xiong Wei, Jonathan" userId="ac2b658e-7ce1-44bb-9f9f-bf4198ceaa29" providerId="ADAL" clId="{C68A1885-9CA1-4912-BABF-A82A66D5C1D6}" dt="2024-04-26T04:17:22.975" v="124" actId="1076"/>
          <ac:spMkLst>
            <pc:docMk/>
            <pc:sldMk cId="799012099" sldId="555"/>
            <ac:spMk id="18" creationId="{59D6B205-62E7-6118-29FC-018ED0570DA0}"/>
          </ac:spMkLst>
        </pc:spChg>
        <pc:cxnChg chg="mod">
          <ac:chgData name="Yeo Xiong Wei, Jonathan" userId="ac2b658e-7ce1-44bb-9f9f-bf4198ceaa29" providerId="ADAL" clId="{C68A1885-9CA1-4912-BABF-A82A66D5C1D6}" dt="2024-04-26T04:17:21.052" v="123" actId="1076"/>
          <ac:cxnSpMkLst>
            <pc:docMk/>
            <pc:sldMk cId="799012099" sldId="555"/>
            <ac:cxnSpMk id="14" creationId="{F0B9ED70-F2DE-988B-35BE-42240FB1D0C1}"/>
          </ac:cxnSpMkLst>
        </pc:cxnChg>
        <pc:cxnChg chg="mod">
          <ac:chgData name="Yeo Xiong Wei, Jonathan" userId="ac2b658e-7ce1-44bb-9f9f-bf4198ceaa29" providerId="ADAL" clId="{C68A1885-9CA1-4912-BABF-A82A66D5C1D6}" dt="2024-04-26T04:17:21.052" v="123" actId="1076"/>
          <ac:cxnSpMkLst>
            <pc:docMk/>
            <pc:sldMk cId="799012099" sldId="555"/>
            <ac:cxnSpMk id="15" creationId="{26CD8404-73DA-2421-337F-E0573F7C7516}"/>
          </ac:cxnSpMkLst>
        </pc:cxnChg>
      </pc:sldChg>
      <pc:sldChg chg="addSp modSp mod">
        <pc:chgData name="Yeo Xiong Wei, Jonathan" userId="ac2b658e-7ce1-44bb-9f9f-bf4198ceaa29" providerId="ADAL" clId="{C68A1885-9CA1-4912-BABF-A82A66D5C1D6}" dt="2024-05-02T07:53:34.794" v="4398" actId="1076"/>
        <pc:sldMkLst>
          <pc:docMk/>
          <pc:sldMk cId="1316645097" sldId="556"/>
        </pc:sldMkLst>
        <pc:spChg chg="mod">
          <ac:chgData name="Yeo Xiong Wei, Jonathan" userId="ac2b658e-7ce1-44bb-9f9f-bf4198ceaa29" providerId="ADAL" clId="{C68A1885-9CA1-4912-BABF-A82A66D5C1D6}" dt="2024-04-26T08:57:13.885" v="4336" actId="1076"/>
          <ac:spMkLst>
            <pc:docMk/>
            <pc:sldMk cId="1316645097" sldId="556"/>
            <ac:spMk id="2" creationId="{B8D23D07-66A9-8F6F-C3D9-16C301C78919}"/>
          </ac:spMkLst>
        </pc:spChg>
        <pc:spChg chg="mod">
          <ac:chgData name="Yeo Xiong Wei, Jonathan" userId="ac2b658e-7ce1-44bb-9f9f-bf4198ceaa29" providerId="ADAL" clId="{C68A1885-9CA1-4912-BABF-A82A66D5C1D6}" dt="2024-04-26T08:56:59.829" v="4335" actId="1076"/>
          <ac:spMkLst>
            <pc:docMk/>
            <pc:sldMk cId="1316645097" sldId="556"/>
            <ac:spMk id="3" creationId="{74BBFD0F-0D98-48F6-BE1A-8F97A1D66FA4}"/>
          </ac:spMkLst>
        </pc:spChg>
        <pc:spChg chg="add mod">
          <ac:chgData name="Yeo Xiong Wei, Jonathan" userId="ac2b658e-7ce1-44bb-9f9f-bf4198ceaa29" providerId="ADAL" clId="{C68A1885-9CA1-4912-BABF-A82A66D5C1D6}" dt="2024-05-02T07:53:25.572" v="4395"/>
          <ac:spMkLst>
            <pc:docMk/>
            <pc:sldMk cId="1316645097" sldId="556"/>
            <ac:spMk id="4" creationId="{653FFA1B-DCA8-0FDE-C78B-74BDADBF50D6}"/>
          </ac:spMkLst>
        </pc:spChg>
        <pc:spChg chg="add mod ord">
          <ac:chgData name="Yeo Xiong Wei, Jonathan" userId="ac2b658e-7ce1-44bb-9f9f-bf4198ceaa29" providerId="ADAL" clId="{C68A1885-9CA1-4912-BABF-A82A66D5C1D6}" dt="2024-05-02T07:53:34.794" v="4398" actId="1076"/>
          <ac:spMkLst>
            <pc:docMk/>
            <pc:sldMk cId="1316645097" sldId="556"/>
            <ac:spMk id="6" creationId="{ACCDC2E8-D239-FFB8-CB2E-0277AA84FD70}"/>
          </ac:spMkLst>
        </pc:spChg>
        <pc:spChg chg="mod">
          <ac:chgData name="Yeo Xiong Wei, Jonathan" userId="ac2b658e-7ce1-44bb-9f9f-bf4198ceaa29" providerId="ADAL" clId="{C68A1885-9CA1-4912-BABF-A82A66D5C1D6}" dt="2024-04-26T08:57:13.885" v="4336" actId="1076"/>
          <ac:spMkLst>
            <pc:docMk/>
            <pc:sldMk cId="1316645097" sldId="556"/>
            <ac:spMk id="29" creationId="{781BE159-182E-08AF-11AA-272A5F49D265}"/>
          </ac:spMkLst>
        </pc:spChg>
        <pc:spChg chg="mod">
          <ac:chgData name="Yeo Xiong Wei, Jonathan" userId="ac2b658e-7ce1-44bb-9f9f-bf4198ceaa29" providerId="ADAL" clId="{C68A1885-9CA1-4912-BABF-A82A66D5C1D6}" dt="2024-04-26T08:57:13.885" v="4336" actId="1076"/>
          <ac:spMkLst>
            <pc:docMk/>
            <pc:sldMk cId="1316645097" sldId="556"/>
            <ac:spMk id="30" creationId="{E6040D7A-CE07-B052-7FF4-8D157ADDBF83}"/>
          </ac:spMkLst>
        </pc:spChg>
        <pc:spChg chg="mod">
          <ac:chgData name="Yeo Xiong Wei, Jonathan" userId="ac2b658e-7ce1-44bb-9f9f-bf4198ceaa29" providerId="ADAL" clId="{C68A1885-9CA1-4912-BABF-A82A66D5C1D6}" dt="2024-04-26T08:57:13.885" v="4336" actId="1076"/>
          <ac:spMkLst>
            <pc:docMk/>
            <pc:sldMk cId="1316645097" sldId="556"/>
            <ac:spMk id="31" creationId="{57ED2357-5AFB-2FDB-A6B7-3EA44DCACB6F}"/>
          </ac:spMkLst>
        </pc:spChg>
        <pc:spChg chg="mod">
          <ac:chgData name="Yeo Xiong Wei, Jonathan" userId="ac2b658e-7ce1-44bb-9f9f-bf4198ceaa29" providerId="ADAL" clId="{C68A1885-9CA1-4912-BABF-A82A66D5C1D6}" dt="2024-04-26T08:57:13.885" v="4336" actId="1076"/>
          <ac:spMkLst>
            <pc:docMk/>
            <pc:sldMk cId="1316645097" sldId="556"/>
            <ac:spMk id="32" creationId="{F1F79FB4-2955-9BDA-3E35-B4E6C08BD2C0}"/>
          </ac:spMkLst>
        </pc:spChg>
        <pc:spChg chg="mod">
          <ac:chgData name="Yeo Xiong Wei, Jonathan" userId="ac2b658e-7ce1-44bb-9f9f-bf4198ceaa29" providerId="ADAL" clId="{C68A1885-9CA1-4912-BABF-A82A66D5C1D6}" dt="2024-04-26T08:57:13.885" v="4336" actId="1076"/>
          <ac:spMkLst>
            <pc:docMk/>
            <pc:sldMk cId="1316645097" sldId="556"/>
            <ac:spMk id="33" creationId="{974FFCCE-8BA1-E4F2-D02D-F8326845FF3C}"/>
          </ac:spMkLst>
        </pc:spChg>
        <pc:spChg chg="mod">
          <ac:chgData name="Yeo Xiong Wei, Jonathan" userId="ac2b658e-7ce1-44bb-9f9f-bf4198ceaa29" providerId="ADAL" clId="{C68A1885-9CA1-4912-BABF-A82A66D5C1D6}" dt="2024-04-26T08:57:13.885" v="4336" actId="1076"/>
          <ac:spMkLst>
            <pc:docMk/>
            <pc:sldMk cId="1316645097" sldId="556"/>
            <ac:spMk id="34" creationId="{9A559073-3407-2F25-EF5F-75DC2A4AFB24}"/>
          </ac:spMkLst>
        </pc:spChg>
        <pc:spChg chg="mod">
          <ac:chgData name="Yeo Xiong Wei, Jonathan" userId="ac2b658e-7ce1-44bb-9f9f-bf4198ceaa29" providerId="ADAL" clId="{C68A1885-9CA1-4912-BABF-A82A66D5C1D6}" dt="2024-04-26T08:57:13.885" v="4336" actId="1076"/>
          <ac:spMkLst>
            <pc:docMk/>
            <pc:sldMk cId="1316645097" sldId="556"/>
            <ac:spMk id="35" creationId="{96795DCF-D115-81C8-6128-2F1B38CC1A6E}"/>
          </ac:spMkLst>
        </pc:spChg>
        <pc:spChg chg="mod">
          <ac:chgData name="Yeo Xiong Wei, Jonathan" userId="ac2b658e-7ce1-44bb-9f9f-bf4198ceaa29" providerId="ADAL" clId="{C68A1885-9CA1-4912-BABF-A82A66D5C1D6}" dt="2024-04-26T08:57:13.885" v="4336" actId="1076"/>
          <ac:spMkLst>
            <pc:docMk/>
            <pc:sldMk cId="1316645097" sldId="556"/>
            <ac:spMk id="37" creationId="{5B847FA5-4532-F954-AF91-7654CBAA27D9}"/>
          </ac:spMkLst>
        </pc:spChg>
        <pc:spChg chg="mod">
          <ac:chgData name="Yeo Xiong Wei, Jonathan" userId="ac2b658e-7ce1-44bb-9f9f-bf4198ceaa29" providerId="ADAL" clId="{C68A1885-9CA1-4912-BABF-A82A66D5C1D6}" dt="2024-04-26T08:57:13.885" v="4336" actId="1076"/>
          <ac:spMkLst>
            <pc:docMk/>
            <pc:sldMk cId="1316645097" sldId="556"/>
            <ac:spMk id="38" creationId="{C4139BF8-6435-6C1C-0DE1-6F17F68B5233}"/>
          </ac:spMkLst>
        </pc:spChg>
        <pc:spChg chg="mod">
          <ac:chgData name="Yeo Xiong Wei, Jonathan" userId="ac2b658e-7ce1-44bb-9f9f-bf4198ceaa29" providerId="ADAL" clId="{C68A1885-9CA1-4912-BABF-A82A66D5C1D6}" dt="2024-04-26T08:57:13.885" v="4336" actId="1076"/>
          <ac:spMkLst>
            <pc:docMk/>
            <pc:sldMk cId="1316645097" sldId="556"/>
            <ac:spMk id="39" creationId="{31672930-6E4E-565F-F745-2372BFBD128E}"/>
          </ac:spMkLst>
        </pc:spChg>
        <pc:spChg chg="mod">
          <ac:chgData name="Yeo Xiong Wei, Jonathan" userId="ac2b658e-7ce1-44bb-9f9f-bf4198ceaa29" providerId="ADAL" clId="{C68A1885-9CA1-4912-BABF-A82A66D5C1D6}" dt="2024-04-26T08:57:13.885" v="4336" actId="1076"/>
          <ac:spMkLst>
            <pc:docMk/>
            <pc:sldMk cId="1316645097" sldId="556"/>
            <ac:spMk id="40" creationId="{39AABBEE-E546-194C-8C83-FABB2DB22596}"/>
          </ac:spMkLst>
        </pc:spChg>
        <pc:spChg chg="mod">
          <ac:chgData name="Yeo Xiong Wei, Jonathan" userId="ac2b658e-7ce1-44bb-9f9f-bf4198ceaa29" providerId="ADAL" clId="{C68A1885-9CA1-4912-BABF-A82A66D5C1D6}" dt="2024-04-26T08:57:13.885" v="4336" actId="1076"/>
          <ac:spMkLst>
            <pc:docMk/>
            <pc:sldMk cId="1316645097" sldId="556"/>
            <ac:spMk id="41" creationId="{1A78C340-1D49-52B2-CCFD-6F3A876B1240}"/>
          </ac:spMkLst>
        </pc:spChg>
        <pc:spChg chg="mod">
          <ac:chgData name="Yeo Xiong Wei, Jonathan" userId="ac2b658e-7ce1-44bb-9f9f-bf4198ceaa29" providerId="ADAL" clId="{C68A1885-9CA1-4912-BABF-A82A66D5C1D6}" dt="2024-04-26T08:57:13.885" v="4336" actId="1076"/>
          <ac:spMkLst>
            <pc:docMk/>
            <pc:sldMk cId="1316645097" sldId="556"/>
            <ac:spMk id="42" creationId="{85F63324-4D35-CE51-49EE-E1511E96371E}"/>
          </ac:spMkLst>
        </pc:spChg>
        <pc:spChg chg="mod">
          <ac:chgData name="Yeo Xiong Wei, Jonathan" userId="ac2b658e-7ce1-44bb-9f9f-bf4198ceaa29" providerId="ADAL" clId="{C68A1885-9CA1-4912-BABF-A82A66D5C1D6}" dt="2024-04-26T08:57:13.885" v="4336" actId="1076"/>
          <ac:spMkLst>
            <pc:docMk/>
            <pc:sldMk cId="1316645097" sldId="556"/>
            <ac:spMk id="43" creationId="{4A05606A-8E3E-587C-DC96-10E8992B1EEA}"/>
          </ac:spMkLst>
        </pc:spChg>
        <pc:spChg chg="mod">
          <ac:chgData name="Yeo Xiong Wei, Jonathan" userId="ac2b658e-7ce1-44bb-9f9f-bf4198ceaa29" providerId="ADAL" clId="{C68A1885-9CA1-4912-BABF-A82A66D5C1D6}" dt="2024-04-26T08:57:13.885" v="4336" actId="1076"/>
          <ac:spMkLst>
            <pc:docMk/>
            <pc:sldMk cId="1316645097" sldId="556"/>
            <ac:spMk id="44" creationId="{F57CD2D7-2D89-D4B2-2D47-991FADB06868}"/>
          </ac:spMkLst>
        </pc:spChg>
        <pc:spChg chg="mod">
          <ac:chgData name="Yeo Xiong Wei, Jonathan" userId="ac2b658e-7ce1-44bb-9f9f-bf4198ceaa29" providerId="ADAL" clId="{C68A1885-9CA1-4912-BABF-A82A66D5C1D6}" dt="2024-04-26T08:57:13.885" v="4336" actId="1076"/>
          <ac:spMkLst>
            <pc:docMk/>
            <pc:sldMk cId="1316645097" sldId="556"/>
            <ac:spMk id="45" creationId="{C0F7A4D4-290D-9F75-52E4-8ABDC1F978F5}"/>
          </ac:spMkLst>
        </pc:spChg>
        <pc:spChg chg="mod">
          <ac:chgData name="Yeo Xiong Wei, Jonathan" userId="ac2b658e-7ce1-44bb-9f9f-bf4198ceaa29" providerId="ADAL" clId="{C68A1885-9CA1-4912-BABF-A82A66D5C1D6}" dt="2024-04-26T08:57:13.885" v="4336" actId="1076"/>
          <ac:spMkLst>
            <pc:docMk/>
            <pc:sldMk cId="1316645097" sldId="556"/>
            <ac:spMk id="46" creationId="{6A20FD5B-DB18-D6E1-C124-BA188A8090D7}"/>
          </ac:spMkLst>
        </pc:spChg>
        <pc:spChg chg="mod">
          <ac:chgData name="Yeo Xiong Wei, Jonathan" userId="ac2b658e-7ce1-44bb-9f9f-bf4198ceaa29" providerId="ADAL" clId="{C68A1885-9CA1-4912-BABF-A82A66D5C1D6}" dt="2024-04-26T08:57:13.885" v="4336" actId="1076"/>
          <ac:spMkLst>
            <pc:docMk/>
            <pc:sldMk cId="1316645097" sldId="556"/>
            <ac:spMk id="47" creationId="{79612624-F6AA-F944-C95E-15E405D886FD}"/>
          </ac:spMkLst>
        </pc:spChg>
        <pc:spChg chg="mod">
          <ac:chgData name="Yeo Xiong Wei, Jonathan" userId="ac2b658e-7ce1-44bb-9f9f-bf4198ceaa29" providerId="ADAL" clId="{C68A1885-9CA1-4912-BABF-A82A66D5C1D6}" dt="2024-04-26T08:57:13.885" v="4336" actId="1076"/>
          <ac:spMkLst>
            <pc:docMk/>
            <pc:sldMk cId="1316645097" sldId="556"/>
            <ac:spMk id="48" creationId="{5B4DC293-7A7B-AC24-019B-4D4B07405D22}"/>
          </ac:spMkLst>
        </pc:spChg>
        <pc:spChg chg="mod">
          <ac:chgData name="Yeo Xiong Wei, Jonathan" userId="ac2b658e-7ce1-44bb-9f9f-bf4198ceaa29" providerId="ADAL" clId="{C68A1885-9CA1-4912-BABF-A82A66D5C1D6}" dt="2024-04-26T08:57:13.885" v="4336" actId="1076"/>
          <ac:spMkLst>
            <pc:docMk/>
            <pc:sldMk cId="1316645097" sldId="556"/>
            <ac:spMk id="49" creationId="{8EC6B8DC-E61D-673E-7831-61318A0DEC7E}"/>
          </ac:spMkLst>
        </pc:spChg>
        <pc:spChg chg="mod">
          <ac:chgData name="Yeo Xiong Wei, Jonathan" userId="ac2b658e-7ce1-44bb-9f9f-bf4198ceaa29" providerId="ADAL" clId="{C68A1885-9CA1-4912-BABF-A82A66D5C1D6}" dt="2024-04-26T08:57:13.885" v="4336" actId="1076"/>
          <ac:spMkLst>
            <pc:docMk/>
            <pc:sldMk cId="1316645097" sldId="556"/>
            <ac:spMk id="50" creationId="{6551C887-BAE5-2F87-9AA3-E7AC9139AD01}"/>
          </ac:spMkLst>
        </pc:spChg>
        <pc:spChg chg="mod">
          <ac:chgData name="Yeo Xiong Wei, Jonathan" userId="ac2b658e-7ce1-44bb-9f9f-bf4198ceaa29" providerId="ADAL" clId="{C68A1885-9CA1-4912-BABF-A82A66D5C1D6}" dt="2024-04-26T08:57:13.885" v="4336" actId="1076"/>
          <ac:spMkLst>
            <pc:docMk/>
            <pc:sldMk cId="1316645097" sldId="556"/>
            <ac:spMk id="51" creationId="{BAA7E6F8-80D4-8D35-D9EE-3E5CDB45DA83}"/>
          </ac:spMkLst>
        </pc:spChg>
        <pc:spChg chg="mod">
          <ac:chgData name="Yeo Xiong Wei, Jonathan" userId="ac2b658e-7ce1-44bb-9f9f-bf4198ceaa29" providerId="ADAL" clId="{C68A1885-9CA1-4912-BABF-A82A66D5C1D6}" dt="2024-04-26T08:57:13.885" v="4336" actId="1076"/>
          <ac:spMkLst>
            <pc:docMk/>
            <pc:sldMk cId="1316645097" sldId="556"/>
            <ac:spMk id="52225" creationId="{00000000-0000-0000-0000-000000000000}"/>
          </ac:spMkLst>
        </pc:spChg>
        <pc:spChg chg="mod">
          <ac:chgData name="Yeo Xiong Wei, Jonathan" userId="ac2b658e-7ce1-44bb-9f9f-bf4198ceaa29" providerId="ADAL" clId="{C68A1885-9CA1-4912-BABF-A82A66D5C1D6}" dt="2024-04-26T08:57:13.885" v="4336" actId="1076"/>
          <ac:spMkLst>
            <pc:docMk/>
            <pc:sldMk cId="1316645097" sldId="556"/>
            <ac:spMk id="52226" creationId="{00000000-0000-0000-0000-000000000000}"/>
          </ac:spMkLst>
        </pc:spChg>
        <pc:cxnChg chg="mod">
          <ac:chgData name="Yeo Xiong Wei, Jonathan" userId="ac2b658e-7ce1-44bb-9f9f-bf4198ceaa29" providerId="ADAL" clId="{C68A1885-9CA1-4912-BABF-A82A66D5C1D6}" dt="2024-04-26T08:57:13.885" v="4336" actId="1076"/>
          <ac:cxnSpMkLst>
            <pc:docMk/>
            <pc:sldMk cId="1316645097" sldId="556"/>
            <ac:cxnSpMk id="5" creationId="{A51511EB-F7C6-D7AE-3ACE-0DCF76BF3C09}"/>
          </ac:cxnSpMkLst>
        </pc:cxnChg>
        <pc:cxnChg chg="mod">
          <ac:chgData name="Yeo Xiong Wei, Jonathan" userId="ac2b658e-7ce1-44bb-9f9f-bf4198ceaa29" providerId="ADAL" clId="{C68A1885-9CA1-4912-BABF-A82A66D5C1D6}" dt="2024-04-26T08:57:13.885" v="4336" actId="1076"/>
          <ac:cxnSpMkLst>
            <pc:docMk/>
            <pc:sldMk cId="1316645097" sldId="556"/>
            <ac:cxnSpMk id="7" creationId="{0E2BFDB7-2B53-99B1-FD8E-AFDC23476AD0}"/>
          </ac:cxnSpMkLst>
        </pc:cxnChg>
        <pc:cxnChg chg="mod">
          <ac:chgData name="Yeo Xiong Wei, Jonathan" userId="ac2b658e-7ce1-44bb-9f9f-bf4198ceaa29" providerId="ADAL" clId="{C68A1885-9CA1-4912-BABF-A82A66D5C1D6}" dt="2024-04-26T08:57:13.885" v="4336" actId="1076"/>
          <ac:cxnSpMkLst>
            <pc:docMk/>
            <pc:sldMk cId="1316645097" sldId="556"/>
            <ac:cxnSpMk id="11" creationId="{D81E05CC-01A2-70F4-D399-BD4287687745}"/>
          </ac:cxnSpMkLst>
        </pc:cxnChg>
        <pc:cxnChg chg="mod">
          <ac:chgData name="Yeo Xiong Wei, Jonathan" userId="ac2b658e-7ce1-44bb-9f9f-bf4198ceaa29" providerId="ADAL" clId="{C68A1885-9CA1-4912-BABF-A82A66D5C1D6}" dt="2024-04-26T08:57:13.885" v="4336" actId="1076"/>
          <ac:cxnSpMkLst>
            <pc:docMk/>
            <pc:sldMk cId="1316645097" sldId="556"/>
            <ac:cxnSpMk id="12" creationId="{0A7F6C5D-ED94-B261-46AA-3D30FD4A4516}"/>
          </ac:cxnSpMkLst>
        </pc:cxnChg>
        <pc:cxnChg chg="mod">
          <ac:chgData name="Yeo Xiong Wei, Jonathan" userId="ac2b658e-7ce1-44bb-9f9f-bf4198ceaa29" providerId="ADAL" clId="{C68A1885-9CA1-4912-BABF-A82A66D5C1D6}" dt="2024-04-26T08:57:13.885" v="4336" actId="1076"/>
          <ac:cxnSpMkLst>
            <pc:docMk/>
            <pc:sldMk cId="1316645097" sldId="556"/>
            <ac:cxnSpMk id="15" creationId="{6F6C2383-92A9-9B37-90A4-F8F07390C732}"/>
          </ac:cxnSpMkLst>
        </pc:cxnChg>
        <pc:cxnChg chg="mod">
          <ac:chgData name="Yeo Xiong Wei, Jonathan" userId="ac2b658e-7ce1-44bb-9f9f-bf4198ceaa29" providerId="ADAL" clId="{C68A1885-9CA1-4912-BABF-A82A66D5C1D6}" dt="2024-04-26T08:57:13.885" v="4336" actId="1076"/>
          <ac:cxnSpMkLst>
            <pc:docMk/>
            <pc:sldMk cId="1316645097" sldId="556"/>
            <ac:cxnSpMk id="16" creationId="{9BE5EE89-5EEE-CCBF-4E01-A74FA7A85D03}"/>
          </ac:cxnSpMkLst>
        </pc:cxnChg>
        <pc:cxnChg chg="mod">
          <ac:chgData name="Yeo Xiong Wei, Jonathan" userId="ac2b658e-7ce1-44bb-9f9f-bf4198ceaa29" providerId="ADAL" clId="{C68A1885-9CA1-4912-BABF-A82A66D5C1D6}" dt="2024-04-26T08:57:13.885" v="4336" actId="1076"/>
          <ac:cxnSpMkLst>
            <pc:docMk/>
            <pc:sldMk cId="1316645097" sldId="556"/>
            <ac:cxnSpMk id="19" creationId="{4D6AF1D0-79B1-BCE6-BC3E-F15F5CC99E28}"/>
          </ac:cxnSpMkLst>
        </pc:cxnChg>
        <pc:cxnChg chg="mod">
          <ac:chgData name="Yeo Xiong Wei, Jonathan" userId="ac2b658e-7ce1-44bb-9f9f-bf4198ceaa29" providerId="ADAL" clId="{C68A1885-9CA1-4912-BABF-A82A66D5C1D6}" dt="2024-04-26T08:57:13.885" v="4336" actId="1076"/>
          <ac:cxnSpMkLst>
            <pc:docMk/>
            <pc:sldMk cId="1316645097" sldId="556"/>
            <ac:cxnSpMk id="20" creationId="{8B44AD2F-2C86-D416-9D5F-382AA7BEDFBE}"/>
          </ac:cxnSpMkLst>
        </pc:cxnChg>
        <pc:cxnChg chg="mod">
          <ac:chgData name="Yeo Xiong Wei, Jonathan" userId="ac2b658e-7ce1-44bb-9f9f-bf4198ceaa29" providerId="ADAL" clId="{C68A1885-9CA1-4912-BABF-A82A66D5C1D6}" dt="2024-04-26T08:57:13.885" v="4336" actId="1076"/>
          <ac:cxnSpMkLst>
            <pc:docMk/>
            <pc:sldMk cId="1316645097" sldId="556"/>
            <ac:cxnSpMk id="23" creationId="{50415D99-7317-C571-1335-570D93D66097}"/>
          </ac:cxnSpMkLst>
        </pc:cxnChg>
        <pc:cxnChg chg="mod">
          <ac:chgData name="Yeo Xiong Wei, Jonathan" userId="ac2b658e-7ce1-44bb-9f9f-bf4198ceaa29" providerId="ADAL" clId="{C68A1885-9CA1-4912-BABF-A82A66D5C1D6}" dt="2024-04-26T08:57:13.885" v="4336" actId="1076"/>
          <ac:cxnSpMkLst>
            <pc:docMk/>
            <pc:sldMk cId="1316645097" sldId="556"/>
            <ac:cxnSpMk id="24" creationId="{D06BB190-AFFD-136A-364C-96154048676C}"/>
          </ac:cxnSpMkLst>
        </pc:cxnChg>
        <pc:cxnChg chg="mod">
          <ac:chgData name="Yeo Xiong Wei, Jonathan" userId="ac2b658e-7ce1-44bb-9f9f-bf4198ceaa29" providerId="ADAL" clId="{C68A1885-9CA1-4912-BABF-A82A66D5C1D6}" dt="2024-04-26T08:57:13.885" v="4336" actId="1076"/>
          <ac:cxnSpMkLst>
            <pc:docMk/>
            <pc:sldMk cId="1316645097" sldId="556"/>
            <ac:cxnSpMk id="25" creationId="{46DD161A-5124-E2BB-2B5A-6187ACEC5B85}"/>
          </ac:cxnSpMkLst>
        </pc:cxnChg>
        <pc:cxnChg chg="mod">
          <ac:chgData name="Yeo Xiong Wei, Jonathan" userId="ac2b658e-7ce1-44bb-9f9f-bf4198ceaa29" providerId="ADAL" clId="{C68A1885-9CA1-4912-BABF-A82A66D5C1D6}" dt="2024-04-26T08:57:13.885" v="4336" actId="1076"/>
          <ac:cxnSpMkLst>
            <pc:docMk/>
            <pc:sldMk cId="1316645097" sldId="556"/>
            <ac:cxnSpMk id="26" creationId="{8198CDD0-3FFB-CBD4-79E4-0CF314C55C7A}"/>
          </ac:cxnSpMkLst>
        </pc:cxnChg>
        <pc:cxnChg chg="mod">
          <ac:chgData name="Yeo Xiong Wei, Jonathan" userId="ac2b658e-7ce1-44bb-9f9f-bf4198ceaa29" providerId="ADAL" clId="{C68A1885-9CA1-4912-BABF-A82A66D5C1D6}" dt="2024-04-26T08:57:13.885" v="4336" actId="1076"/>
          <ac:cxnSpMkLst>
            <pc:docMk/>
            <pc:sldMk cId="1316645097" sldId="556"/>
            <ac:cxnSpMk id="27" creationId="{067BD52C-621D-EF77-6FD2-A0D62357C301}"/>
          </ac:cxnSpMkLst>
        </pc:cxnChg>
        <pc:cxnChg chg="mod">
          <ac:chgData name="Yeo Xiong Wei, Jonathan" userId="ac2b658e-7ce1-44bb-9f9f-bf4198ceaa29" providerId="ADAL" clId="{C68A1885-9CA1-4912-BABF-A82A66D5C1D6}" dt="2024-04-26T08:57:13.885" v="4336" actId="1076"/>
          <ac:cxnSpMkLst>
            <pc:docMk/>
            <pc:sldMk cId="1316645097" sldId="556"/>
            <ac:cxnSpMk id="28" creationId="{4318A21D-59E9-C852-B25E-28229705E4B6}"/>
          </ac:cxnSpMkLst>
        </pc:cxnChg>
      </pc:sldChg>
      <pc:sldChg chg="modSp mod">
        <pc:chgData name="Yeo Xiong Wei, Jonathan" userId="ac2b658e-7ce1-44bb-9f9f-bf4198ceaa29" providerId="ADAL" clId="{C68A1885-9CA1-4912-BABF-A82A66D5C1D6}" dt="2024-04-26T04:24:34.757" v="296" actId="20577"/>
        <pc:sldMkLst>
          <pc:docMk/>
          <pc:sldMk cId="3913929972" sldId="559"/>
        </pc:sldMkLst>
        <pc:spChg chg="mod">
          <ac:chgData name="Yeo Xiong Wei, Jonathan" userId="ac2b658e-7ce1-44bb-9f9f-bf4198ceaa29" providerId="ADAL" clId="{C68A1885-9CA1-4912-BABF-A82A66D5C1D6}" dt="2024-04-26T04:22:39.323" v="175" actId="1076"/>
          <ac:spMkLst>
            <pc:docMk/>
            <pc:sldMk cId="3913929972" sldId="559"/>
            <ac:spMk id="7" creationId="{13C24441-1B68-70FA-053D-7133F3409C8C}"/>
          </ac:spMkLst>
        </pc:spChg>
        <pc:spChg chg="mod">
          <ac:chgData name="Yeo Xiong Wei, Jonathan" userId="ac2b658e-7ce1-44bb-9f9f-bf4198ceaa29" providerId="ADAL" clId="{C68A1885-9CA1-4912-BABF-A82A66D5C1D6}" dt="2024-04-26T04:22:39.323" v="175" actId="1076"/>
          <ac:spMkLst>
            <pc:docMk/>
            <pc:sldMk cId="3913929972" sldId="559"/>
            <ac:spMk id="8" creationId="{59A86139-CBF0-E703-2BA1-17B7ACD7C27E}"/>
          </ac:spMkLst>
        </pc:spChg>
        <pc:spChg chg="mod">
          <ac:chgData name="Yeo Xiong Wei, Jonathan" userId="ac2b658e-7ce1-44bb-9f9f-bf4198ceaa29" providerId="ADAL" clId="{C68A1885-9CA1-4912-BABF-A82A66D5C1D6}" dt="2024-04-26T04:22:39.323" v="175" actId="1076"/>
          <ac:spMkLst>
            <pc:docMk/>
            <pc:sldMk cId="3913929972" sldId="559"/>
            <ac:spMk id="9" creationId="{449C4ED9-5575-95BD-D9A9-B3EDDBDB481A}"/>
          </ac:spMkLst>
        </pc:spChg>
        <pc:spChg chg="mod">
          <ac:chgData name="Yeo Xiong Wei, Jonathan" userId="ac2b658e-7ce1-44bb-9f9f-bf4198ceaa29" providerId="ADAL" clId="{C68A1885-9CA1-4912-BABF-A82A66D5C1D6}" dt="2024-04-26T04:22:39.323" v="175" actId="1076"/>
          <ac:spMkLst>
            <pc:docMk/>
            <pc:sldMk cId="3913929972" sldId="559"/>
            <ac:spMk id="10" creationId="{7089A6F7-970E-5491-755D-F90211173E83}"/>
          </ac:spMkLst>
        </pc:spChg>
        <pc:spChg chg="mod">
          <ac:chgData name="Yeo Xiong Wei, Jonathan" userId="ac2b658e-7ce1-44bb-9f9f-bf4198ceaa29" providerId="ADAL" clId="{C68A1885-9CA1-4912-BABF-A82A66D5C1D6}" dt="2024-04-26T04:22:33.365" v="174" actId="1076"/>
          <ac:spMkLst>
            <pc:docMk/>
            <pc:sldMk cId="3913929972" sldId="559"/>
            <ac:spMk id="11" creationId="{E4AAE383-481E-F876-FEB9-A7C07FAB492F}"/>
          </ac:spMkLst>
        </pc:spChg>
        <pc:spChg chg="mod">
          <ac:chgData name="Yeo Xiong Wei, Jonathan" userId="ac2b658e-7ce1-44bb-9f9f-bf4198ceaa29" providerId="ADAL" clId="{C68A1885-9CA1-4912-BABF-A82A66D5C1D6}" dt="2024-04-26T04:24:34.757" v="296" actId="20577"/>
          <ac:spMkLst>
            <pc:docMk/>
            <pc:sldMk cId="3913929972" sldId="559"/>
            <ac:spMk id="52226" creationId="{00000000-0000-0000-0000-000000000000}"/>
          </ac:spMkLst>
        </pc:spChg>
        <pc:graphicFrameChg chg="mod">
          <ac:chgData name="Yeo Xiong Wei, Jonathan" userId="ac2b658e-7ce1-44bb-9f9f-bf4198ceaa29" providerId="ADAL" clId="{C68A1885-9CA1-4912-BABF-A82A66D5C1D6}" dt="2024-04-26T04:22:39.323" v="175" actId="1076"/>
          <ac:graphicFrameMkLst>
            <pc:docMk/>
            <pc:sldMk cId="3913929972" sldId="559"/>
            <ac:graphicFrameMk id="2" creationId="{A28E714B-3289-DF42-B919-D384735D8839}"/>
          </ac:graphicFrameMkLst>
        </pc:graphicFrameChg>
      </pc:sldChg>
      <pc:sldChg chg="addSp modSp mod">
        <pc:chgData name="Yeo Xiong Wei, Jonathan" userId="ac2b658e-7ce1-44bb-9f9f-bf4198ceaa29" providerId="ADAL" clId="{C68A1885-9CA1-4912-BABF-A82A66D5C1D6}" dt="2024-05-02T07:51:58.908" v="4368" actId="14100"/>
        <pc:sldMkLst>
          <pc:docMk/>
          <pc:sldMk cId="1555638462" sldId="560"/>
        </pc:sldMkLst>
        <pc:spChg chg="mod">
          <ac:chgData name="Yeo Xiong Wei, Jonathan" userId="ac2b658e-7ce1-44bb-9f9f-bf4198ceaa29" providerId="ADAL" clId="{C68A1885-9CA1-4912-BABF-A82A66D5C1D6}" dt="2024-04-26T05:02:29.471" v="2671" actId="1076"/>
          <ac:spMkLst>
            <pc:docMk/>
            <pc:sldMk cId="1555638462" sldId="560"/>
            <ac:spMk id="4" creationId="{484F1648-D1CC-2D3D-4202-4D4BBEC2FF84}"/>
          </ac:spMkLst>
        </pc:spChg>
        <pc:spChg chg="add mod ord">
          <ac:chgData name="Yeo Xiong Wei, Jonathan" userId="ac2b658e-7ce1-44bb-9f9f-bf4198ceaa29" providerId="ADAL" clId="{C68A1885-9CA1-4912-BABF-A82A66D5C1D6}" dt="2024-05-02T07:51:58.908" v="4368" actId="14100"/>
          <ac:spMkLst>
            <pc:docMk/>
            <pc:sldMk cId="1555638462" sldId="560"/>
            <ac:spMk id="5" creationId="{D9938D1C-62F1-C41A-1F42-9DF8D05878E3}"/>
          </ac:spMkLst>
        </pc:spChg>
        <pc:spChg chg="mod">
          <ac:chgData name="Yeo Xiong Wei, Jonathan" userId="ac2b658e-7ce1-44bb-9f9f-bf4198ceaa29" providerId="ADAL" clId="{C68A1885-9CA1-4912-BABF-A82A66D5C1D6}" dt="2024-04-26T05:02:25.210" v="2669" actId="20577"/>
          <ac:spMkLst>
            <pc:docMk/>
            <pc:sldMk cId="1555638462" sldId="560"/>
            <ac:spMk id="52225" creationId="{00000000-0000-0000-0000-000000000000}"/>
          </ac:spMkLst>
        </pc:spChg>
        <pc:spChg chg="mod">
          <ac:chgData name="Yeo Xiong Wei, Jonathan" userId="ac2b658e-7ce1-44bb-9f9f-bf4198ceaa29" providerId="ADAL" clId="{C68A1885-9CA1-4912-BABF-A82A66D5C1D6}" dt="2024-04-26T05:02:26.227" v="2670" actId="6549"/>
          <ac:spMkLst>
            <pc:docMk/>
            <pc:sldMk cId="1555638462" sldId="560"/>
            <ac:spMk id="52226" creationId="{00000000-0000-0000-0000-000000000000}"/>
          </ac:spMkLst>
        </pc:spChg>
        <pc:graphicFrameChg chg="mod">
          <ac:chgData name="Yeo Xiong Wei, Jonathan" userId="ac2b658e-7ce1-44bb-9f9f-bf4198ceaa29" providerId="ADAL" clId="{C68A1885-9CA1-4912-BABF-A82A66D5C1D6}" dt="2024-04-26T05:02:29.471" v="2671" actId="1076"/>
          <ac:graphicFrameMkLst>
            <pc:docMk/>
            <pc:sldMk cId="1555638462" sldId="560"/>
            <ac:graphicFrameMk id="2" creationId="{39C6F884-5F47-3C87-CE29-1409AB41D163}"/>
          </ac:graphicFrameMkLst>
        </pc:graphicFrameChg>
      </pc:sldChg>
      <pc:sldChg chg="addSp modSp mod">
        <pc:chgData name="Yeo Xiong Wei, Jonathan" userId="ac2b658e-7ce1-44bb-9f9f-bf4198ceaa29" providerId="ADAL" clId="{C68A1885-9CA1-4912-BABF-A82A66D5C1D6}" dt="2024-05-02T07:53:13.662" v="4394" actId="1076"/>
        <pc:sldMkLst>
          <pc:docMk/>
          <pc:sldMk cId="2139685709" sldId="561"/>
        </pc:sldMkLst>
        <pc:spChg chg="mod">
          <ac:chgData name="Yeo Xiong Wei, Jonathan" userId="ac2b658e-7ce1-44bb-9f9f-bf4198ceaa29" providerId="ADAL" clId="{C68A1885-9CA1-4912-BABF-A82A66D5C1D6}" dt="2024-04-26T08:57:50.107" v="4338" actId="1076"/>
          <ac:spMkLst>
            <pc:docMk/>
            <pc:sldMk cId="2139685709" sldId="561"/>
            <ac:spMk id="2" creationId="{B8D23D07-66A9-8F6F-C3D9-16C301C78919}"/>
          </ac:spMkLst>
        </pc:spChg>
        <pc:spChg chg="add mod ord">
          <ac:chgData name="Yeo Xiong Wei, Jonathan" userId="ac2b658e-7ce1-44bb-9f9f-bf4198ceaa29" providerId="ADAL" clId="{C68A1885-9CA1-4912-BABF-A82A66D5C1D6}" dt="2024-05-02T07:53:13.662" v="4394" actId="1076"/>
          <ac:spMkLst>
            <pc:docMk/>
            <pc:sldMk cId="2139685709" sldId="561"/>
            <ac:spMk id="4" creationId="{C0422717-9EDB-B807-848D-5A0F96EC4DA9}"/>
          </ac:spMkLst>
        </pc:spChg>
        <pc:spChg chg="mod">
          <ac:chgData name="Yeo Xiong Wei, Jonathan" userId="ac2b658e-7ce1-44bb-9f9f-bf4198ceaa29" providerId="ADAL" clId="{C68A1885-9CA1-4912-BABF-A82A66D5C1D6}" dt="2024-04-26T08:57:50.107" v="4338" actId="1076"/>
          <ac:spMkLst>
            <pc:docMk/>
            <pc:sldMk cId="2139685709" sldId="561"/>
            <ac:spMk id="29" creationId="{781BE159-182E-08AF-11AA-272A5F49D265}"/>
          </ac:spMkLst>
        </pc:spChg>
        <pc:spChg chg="mod">
          <ac:chgData name="Yeo Xiong Wei, Jonathan" userId="ac2b658e-7ce1-44bb-9f9f-bf4198ceaa29" providerId="ADAL" clId="{C68A1885-9CA1-4912-BABF-A82A66D5C1D6}" dt="2024-04-26T08:57:50.107" v="4338" actId="1076"/>
          <ac:spMkLst>
            <pc:docMk/>
            <pc:sldMk cId="2139685709" sldId="561"/>
            <ac:spMk id="30" creationId="{E6040D7A-CE07-B052-7FF4-8D157ADDBF83}"/>
          </ac:spMkLst>
        </pc:spChg>
        <pc:spChg chg="mod">
          <ac:chgData name="Yeo Xiong Wei, Jonathan" userId="ac2b658e-7ce1-44bb-9f9f-bf4198ceaa29" providerId="ADAL" clId="{C68A1885-9CA1-4912-BABF-A82A66D5C1D6}" dt="2024-04-26T08:57:50.107" v="4338" actId="1076"/>
          <ac:spMkLst>
            <pc:docMk/>
            <pc:sldMk cId="2139685709" sldId="561"/>
            <ac:spMk id="31" creationId="{57ED2357-5AFB-2FDB-A6B7-3EA44DCACB6F}"/>
          </ac:spMkLst>
        </pc:spChg>
        <pc:spChg chg="mod">
          <ac:chgData name="Yeo Xiong Wei, Jonathan" userId="ac2b658e-7ce1-44bb-9f9f-bf4198ceaa29" providerId="ADAL" clId="{C68A1885-9CA1-4912-BABF-A82A66D5C1D6}" dt="2024-04-26T08:57:50.107" v="4338" actId="1076"/>
          <ac:spMkLst>
            <pc:docMk/>
            <pc:sldMk cId="2139685709" sldId="561"/>
            <ac:spMk id="32" creationId="{F1F79FB4-2955-9BDA-3E35-B4E6C08BD2C0}"/>
          </ac:spMkLst>
        </pc:spChg>
        <pc:spChg chg="mod">
          <ac:chgData name="Yeo Xiong Wei, Jonathan" userId="ac2b658e-7ce1-44bb-9f9f-bf4198ceaa29" providerId="ADAL" clId="{C68A1885-9CA1-4912-BABF-A82A66D5C1D6}" dt="2024-04-26T08:57:50.107" v="4338" actId="1076"/>
          <ac:spMkLst>
            <pc:docMk/>
            <pc:sldMk cId="2139685709" sldId="561"/>
            <ac:spMk id="33" creationId="{974FFCCE-8BA1-E4F2-D02D-F8326845FF3C}"/>
          </ac:spMkLst>
        </pc:spChg>
        <pc:spChg chg="mod">
          <ac:chgData name="Yeo Xiong Wei, Jonathan" userId="ac2b658e-7ce1-44bb-9f9f-bf4198ceaa29" providerId="ADAL" clId="{C68A1885-9CA1-4912-BABF-A82A66D5C1D6}" dt="2024-04-26T08:57:50.107" v="4338" actId="1076"/>
          <ac:spMkLst>
            <pc:docMk/>
            <pc:sldMk cId="2139685709" sldId="561"/>
            <ac:spMk id="34" creationId="{9A559073-3407-2F25-EF5F-75DC2A4AFB24}"/>
          </ac:spMkLst>
        </pc:spChg>
        <pc:spChg chg="mod">
          <ac:chgData name="Yeo Xiong Wei, Jonathan" userId="ac2b658e-7ce1-44bb-9f9f-bf4198ceaa29" providerId="ADAL" clId="{C68A1885-9CA1-4912-BABF-A82A66D5C1D6}" dt="2024-04-26T08:57:50.107" v="4338" actId="1076"/>
          <ac:spMkLst>
            <pc:docMk/>
            <pc:sldMk cId="2139685709" sldId="561"/>
            <ac:spMk id="35" creationId="{96795DCF-D115-81C8-6128-2F1B38CC1A6E}"/>
          </ac:spMkLst>
        </pc:spChg>
        <pc:spChg chg="mod">
          <ac:chgData name="Yeo Xiong Wei, Jonathan" userId="ac2b658e-7ce1-44bb-9f9f-bf4198ceaa29" providerId="ADAL" clId="{C68A1885-9CA1-4912-BABF-A82A66D5C1D6}" dt="2024-04-26T08:57:50.107" v="4338" actId="1076"/>
          <ac:spMkLst>
            <pc:docMk/>
            <pc:sldMk cId="2139685709" sldId="561"/>
            <ac:spMk id="37" creationId="{5B847FA5-4532-F954-AF91-7654CBAA27D9}"/>
          </ac:spMkLst>
        </pc:spChg>
        <pc:spChg chg="mod">
          <ac:chgData name="Yeo Xiong Wei, Jonathan" userId="ac2b658e-7ce1-44bb-9f9f-bf4198ceaa29" providerId="ADAL" clId="{C68A1885-9CA1-4912-BABF-A82A66D5C1D6}" dt="2024-04-26T08:57:50.107" v="4338" actId="1076"/>
          <ac:spMkLst>
            <pc:docMk/>
            <pc:sldMk cId="2139685709" sldId="561"/>
            <ac:spMk id="38" creationId="{C4139BF8-6435-6C1C-0DE1-6F17F68B5233}"/>
          </ac:spMkLst>
        </pc:spChg>
        <pc:spChg chg="mod">
          <ac:chgData name="Yeo Xiong Wei, Jonathan" userId="ac2b658e-7ce1-44bb-9f9f-bf4198ceaa29" providerId="ADAL" clId="{C68A1885-9CA1-4912-BABF-A82A66D5C1D6}" dt="2024-04-26T08:57:50.107" v="4338" actId="1076"/>
          <ac:spMkLst>
            <pc:docMk/>
            <pc:sldMk cId="2139685709" sldId="561"/>
            <ac:spMk id="39" creationId="{31672930-6E4E-565F-F745-2372BFBD128E}"/>
          </ac:spMkLst>
        </pc:spChg>
        <pc:spChg chg="mod">
          <ac:chgData name="Yeo Xiong Wei, Jonathan" userId="ac2b658e-7ce1-44bb-9f9f-bf4198ceaa29" providerId="ADAL" clId="{C68A1885-9CA1-4912-BABF-A82A66D5C1D6}" dt="2024-04-26T08:57:50.107" v="4338" actId="1076"/>
          <ac:spMkLst>
            <pc:docMk/>
            <pc:sldMk cId="2139685709" sldId="561"/>
            <ac:spMk id="40" creationId="{39AABBEE-E546-194C-8C83-FABB2DB22596}"/>
          </ac:spMkLst>
        </pc:spChg>
        <pc:spChg chg="mod">
          <ac:chgData name="Yeo Xiong Wei, Jonathan" userId="ac2b658e-7ce1-44bb-9f9f-bf4198ceaa29" providerId="ADAL" clId="{C68A1885-9CA1-4912-BABF-A82A66D5C1D6}" dt="2024-04-26T08:57:50.107" v="4338" actId="1076"/>
          <ac:spMkLst>
            <pc:docMk/>
            <pc:sldMk cId="2139685709" sldId="561"/>
            <ac:spMk id="41" creationId="{1A78C340-1D49-52B2-CCFD-6F3A876B1240}"/>
          </ac:spMkLst>
        </pc:spChg>
        <pc:spChg chg="mod">
          <ac:chgData name="Yeo Xiong Wei, Jonathan" userId="ac2b658e-7ce1-44bb-9f9f-bf4198ceaa29" providerId="ADAL" clId="{C68A1885-9CA1-4912-BABF-A82A66D5C1D6}" dt="2024-04-26T08:57:50.107" v="4338" actId="1076"/>
          <ac:spMkLst>
            <pc:docMk/>
            <pc:sldMk cId="2139685709" sldId="561"/>
            <ac:spMk id="42" creationId="{85F63324-4D35-CE51-49EE-E1511E96371E}"/>
          </ac:spMkLst>
        </pc:spChg>
        <pc:spChg chg="mod">
          <ac:chgData name="Yeo Xiong Wei, Jonathan" userId="ac2b658e-7ce1-44bb-9f9f-bf4198ceaa29" providerId="ADAL" clId="{C68A1885-9CA1-4912-BABF-A82A66D5C1D6}" dt="2024-04-26T08:57:50.107" v="4338" actId="1076"/>
          <ac:spMkLst>
            <pc:docMk/>
            <pc:sldMk cId="2139685709" sldId="561"/>
            <ac:spMk id="43" creationId="{4A05606A-8E3E-587C-DC96-10E8992B1EEA}"/>
          </ac:spMkLst>
        </pc:spChg>
        <pc:spChg chg="mod">
          <ac:chgData name="Yeo Xiong Wei, Jonathan" userId="ac2b658e-7ce1-44bb-9f9f-bf4198ceaa29" providerId="ADAL" clId="{C68A1885-9CA1-4912-BABF-A82A66D5C1D6}" dt="2024-04-26T08:57:50.107" v="4338" actId="1076"/>
          <ac:spMkLst>
            <pc:docMk/>
            <pc:sldMk cId="2139685709" sldId="561"/>
            <ac:spMk id="44" creationId="{F57CD2D7-2D89-D4B2-2D47-991FADB06868}"/>
          </ac:spMkLst>
        </pc:spChg>
        <pc:spChg chg="mod">
          <ac:chgData name="Yeo Xiong Wei, Jonathan" userId="ac2b658e-7ce1-44bb-9f9f-bf4198ceaa29" providerId="ADAL" clId="{C68A1885-9CA1-4912-BABF-A82A66D5C1D6}" dt="2024-04-26T08:57:50.107" v="4338" actId="1076"/>
          <ac:spMkLst>
            <pc:docMk/>
            <pc:sldMk cId="2139685709" sldId="561"/>
            <ac:spMk id="45" creationId="{C0F7A4D4-290D-9F75-52E4-8ABDC1F978F5}"/>
          </ac:spMkLst>
        </pc:spChg>
        <pc:spChg chg="mod">
          <ac:chgData name="Yeo Xiong Wei, Jonathan" userId="ac2b658e-7ce1-44bb-9f9f-bf4198ceaa29" providerId="ADAL" clId="{C68A1885-9CA1-4912-BABF-A82A66D5C1D6}" dt="2024-04-26T08:57:50.107" v="4338" actId="1076"/>
          <ac:spMkLst>
            <pc:docMk/>
            <pc:sldMk cId="2139685709" sldId="561"/>
            <ac:spMk id="46" creationId="{6A20FD5B-DB18-D6E1-C124-BA188A8090D7}"/>
          </ac:spMkLst>
        </pc:spChg>
        <pc:spChg chg="mod">
          <ac:chgData name="Yeo Xiong Wei, Jonathan" userId="ac2b658e-7ce1-44bb-9f9f-bf4198ceaa29" providerId="ADAL" clId="{C68A1885-9CA1-4912-BABF-A82A66D5C1D6}" dt="2024-04-26T08:57:50.107" v="4338" actId="1076"/>
          <ac:spMkLst>
            <pc:docMk/>
            <pc:sldMk cId="2139685709" sldId="561"/>
            <ac:spMk id="47" creationId="{79612624-F6AA-F944-C95E-15E405D886FD}"/>
          </ac:spMkLst>
        </pc:spChg>
        <pc:spChg chg="mod">
          <ac:chgData name="Yeo Xiong Wei, Jonathan" userId="ac2b658e-7ce1-44bb-9f9f-bf4198ceaa29" providerId="ADAL" clId="{C68A1885-9CA1-4912-BABF-A82A66D5C1D6}" dt="2024-04-26T08:57:50.107" v="4338" actId="1076"/>
          <ac:spMkLst>
            <pc:docMk/>
            <pc:sldMk cId="2139685709" sldId="561"/>
            <ac:spMk id="48" creationId="{5B4DC293-7A7B-AC24-019B-4D4B07405D22}"/>
          </ac:spMkLst>
        </pc:spChg>
        <pc:spChg chg="mod">
          <ac:chgData name="Yeo Xiong Wei, Jonathan" userId="ac2b658e-7ce1-44bb-9f9f-bf4198ceaa29" providerId="ADAL" clId="{C68A1885-9CA1-4912-BABF-A82A66D5C1D6}" dt="2024-04-26T08:57:50.107" v="4338" actId="1076"/>
          <ac:spMkLst>
            <pc:docMk/>
            <pc:sldMk cId="2139685709" sldId="561"/>
            <ac:spMk id="49" creationId="{8EC6B8DC-E61D-673E-7831-61318A0DEC7E}"/>
          </ac:spMkLst>
        </pc:spChg>
        <pc:spChg chg="mod">
          <ac:chgData name="Yeo Xiong Wei, Jonathan" userId="ac2b658e-7ce1-44bb-9f9f-bf4198ceaa29" providerId="ADAL" clId="{C68A1885-9CA1-4912-BABF-A82A66D5C1D6}" dt="2024-04-26T08:57:50.107" v="4338" actId="1076"/>
          <ac:spMkLst>
            <pc:docMk/>
            <pc:sldMk cId="2139685709" sldId="561"/>
            <ac:spMk id="50" creationId="{6551C887-BAE5-2F87-9AA3-E7AC9139AD01}"/>
          </ac:spMkLst>
        </pc:spChg>
        <pc:spChg chg="mod">
          <ac:chgData name="Yeo Xiong Wei, Jonathan" userId="ac2b658e-7ce1-44bb-9f9f-bf4198ceaa29" providerId="ADAL" clId="{C68A1885-9CA1-4912-BABF-A82A66D5C1D6}" dt="2024-04-26T08:57:50.107" v="4338" actId="1076"/>
          <ac:spMkLst>
            <pc:docMk/>
            <pc:sldMk cId="2139685709" sldId="561"/>
            <ac:spMk id="51" creationId="{BAA7E6F8-80D4-8D35-D9EE-3E5CDB45DA83}"/>
          </ac:spMkLst>
        </pc:spChg>
        <pc:spChg chg="mod">
          <ac:chgData name="Yeo Xiong Wei, Jonathan" userId="ac2b658e-7ce1-44bb-9f9f-bf4198ceaa29" providerId="ADAL" clId="{C68A1885-9CA1-4912-BABF-A82A66D5C1D6}" dt="2024-04-26T08:57:50.107" v="4338" actId="1076"/>
          <ac:spMkLst>
            <pc:docMk/>
            <pc:sldMk cId="2139685709" sldId="561"/>
            <ac:spMk id="52225" creationId="{00000000-0000-0000-0000-000000000000}"/>
          </ac:spMkLst>
        </pc:spChg>
        <pc:spChg chg="mod">
          <ac:chgData name="Yeo Xiong Wei, Jonathan" userId="ac2b658e-7ce1-44bb-9f9f-bf4198ceaa29" providerId="ADAL" clId="{C68A1885-9CA1-4912-BABF-A82A66D5C1D6}" dt="2024-04-26T08:57:50.107" v="4338" actId="1076"/>
          <ac:spMkLst>
            <pc:docMk/>
            <pc:sldMk cId="2139685709" sldId="561"/>
            <ac:spMk id="52226" creationId="{00000000-0000-0000-0000-000000000000}"/>
          </ac:spMkLst>
        </pc:spChg>
        <pc:cxnChg chg="mod">
          <ac:chgData name="Yeo Xiong Wei, Jonathan" userId="ac2b658e-7ce1-44bb-9f9f-bf4198ceaa29" providerId="ADAL" clId="{C68A1885-9CA1-4912-BABF-A82A66D5C1D6}" dt="2024-04-26T08:57:50.107" v="4338" actId="1076"/>
          <ac:cxnSpMkLst>
            <pc:docMk/>
            <pc:sldMk cId="2139685709" sldId="561"/>
            <ac:cxnSpMk id="5" creationId="{A51511EB-F7C6-D7AE-3ACE-0DCF76BF3C09}"/>
          </ac:cxnSpMkLst>
        </pc:cxnChg>
        <pc:cxnChg chg="mod">
          <ac:chgData name="Yeo Xiong Wei, Jonathan" userId="ac2b658e-7ce1-44bb-9f9f-bf4198ceaa29" providerId="ADAL" clId="{C68A1885-9CA1-4912-BABF-A82A66D5C1D6}" dt="2024-04-26T08:57:50.107" v="4338" actId="1076"/>
          <ac:cxnSpMkLst>
            <pc:docMk/>
            <pc:sldMk cId="2139685709" sldId="561"/>
            <ac:cxnSpMk id="6" creationId="{72CD8249-8A8D-8E14-AC1D-D403C2308AB3}"/>
          </ac:cxnSpMkLst>
        </pc:cxnChg>
        <pc:cxnChg chg="mod">
          <ac:chgData name="Yeo Xiong Wei, Jonathan" userId="ac2b658e-7ce1-44bb-9f9f-bf4198ceaa29" providerId="ADAL" clId="{C68A1885-9CA1-4912-BABF-A82A66D5C1D6}" dt="2024-04-26T08:57:50.107" v="4338" actId="1076"/>
          <ac:cxnSpMkLst>
            <pc:docMk/>
            <pc:sldMk cId="2139685709" sldId="561"/>
            <ac:cxnSpMk id="7" creationId="{0E2BFDB7-2B53-99B1-FD8E-AFDC23476AD0}"/>
          </ac:cxnSpMkLst>
        </pc:cxnChg>
        <pc:cxnChg chg="mod">
          <ac:chgData name="Yeo Xiong Wei, Jonathan" userId="ac2b658e-7ce1-44bb-9f9f-bf4198ceaa29" providerId="ADAL" clId="{C68A1885-9CA1-4912-BABF-A82A66D5C1D6}" dt="2024-04-26T08:57:50.107" v="4338" actId="1076"/>
          <ac:cxnSpMkLst>
            <pc:docMk/>
            <pc:sldMk cId="2139685709" sldId="561"/>
            <ac:cxnSpMk id="11" creationId="{D81E05CC-01A2-70F4-D399-BD4287687745}"/>
          </ac:cxnSpMkLst>
        </pc:cxnChg>
        <pc:cxnChg chg="mod">
          <ac:chgData name="Yeo Xiong Wei, Jonathan" userId="ac2b658e-7ce1-44bb-9f9f-bf4198ceaa29" providerId="ADAL" clId="{C68A1885-9CA1-4912-BABF-A82A66D5C1D6}" dt="2024-04-26T08:57:50.107" v="4338" actId="1076"/>
          <ac:cxnSpMkLst>
            <pc:docMk/>
            <pc:sldMk cId="2139685709" sldId="561"/>
            <ac:cxnSpMk id="12" creationId="{0A7F6C5D-ED94-B261-46AA-3D30FD4A4516}"/>
          </ac:cxnSpMkLst>
        </pc:cxnChg>
        <pc:cxnChg chg="mod">
          <ac:chgData name="Yeo Xiong Wei, Jonathan" userId="ac2b658e-7ce1-44bb-9f9f-bf4198ceaa29" providerId="ADAL" clId="{C68A1885-9CA1-4912-BABF-A82A66D5C1D6}" dt="2024-04-26T08:57:50.107" v="4338" actId="1076"/>
          <ac:cxnSpMkLst>
            <pc:docMk/>
            <pc:sldMk cId="2139685709" sldId="561"/>
            <ac:cxnSpMk id="15" creationId="{6F6C2383-92A9-9B37-90A4-F8F07390C732}"/>
          </ac:cxnSpMkLst>
        </pc:cxnChg>
        <pc:cxnChg chg="mod">
          <ac:chgData name="Yeo Xiong Wei, Jonathan" userId="ac2b658e-7ce1-44bb-9f9f-bf4198ceaa29" providerId="ADAL" clId="{C68A1885-9CA1-4912-BABF-A82A66D5C1D6}" dt="2024-04-26T08:57:50.107" v="4338" actId="1076"/>
          <ac:cxnSpMkLst>
            <pc:docMk/>
            <pc:sldMk cId="2139685709" sldId="561"/>
            <ac:cxnSpMk id="16" creationId="{9BE5EE89-5EEE-CCBF-4E01-A74FA7A85D03}"/>
          </ac:cxnSpMkLst>
        </pc:cxnChg>
        <pc:cxnChg chg="mod">
          <ac:chgData name="Yeo Xiong Wei, Jonathan" userId="ac2b658e-7ce1-44bb-9f9f-bf4198ceaa29" providerId="ADAL" clId="{C68A1885-9CA1-4912-BABF-A82A66D5C1D6}" dt="2024-04-26T08:57:50.107" v="4338" actId="1076"/>
          <ac:cxnSpMkLst>
            <pc:docMk/>
            <pc:sldMk cId="2139685709" sldId="561"/>
            <ac:cxnSpMk id="19" creationId="{4D6AF1D0-79B1-BCE6-BC3E-F15F5CC99E28}"/>
          </ac:cxnSpMkLst>
        </pc:cxnChg>
        <pc:cxnChg chg="mod">
          <ac:chgData name="Yeo Xiong Wei, Jonathan" userId="ac2b658e-7ce1-44bb-9f9f-bf4198ceaa29" providerId="ADAL" clId="{C68A1885-9CA1-4912-BABF-A82A66D5C1D6}" dt="2024-04-26T08:57:50.107" v="4338" actId="1076"/>
          <ac:cxnSpMkLst>
            <pc:docMk/>
            <pc:sldMk cId="2139685709" sldId="561"/>
            <ac:cxnSpMk id="20" creationId="{8B44AD2F-2C86-D416-9D5F-382AA7BEDFBE}"/>
          </ac:cxnSpMkLst>
        </pc:cxnChg>
        <pc:cxnChg chg="mod">
          <ac:chgData name="Yeo Xiong Wei, Jonathan" userId="ac2b658e-7ce1-44bb-9f9f-bf4198ceaa29" providerId="ADAL" clId="{C68A1885-9CA1-4912-BABF-A82A66D5C1D6}" dt="2024-04-26T08:57:50.107" v="4338" actId="1076"/>
          <ac:cxnSpMkLst>
            <pc:docMk/>
            <pc:sldMk cId="2139685709" sldId="561"/>
            <ac:cxnSpMk id="23" creationId="{50415D99-7317-C571-1335-570D93D66097}"/>
          </ac:cxnSpMkLst>
        </pc:cxnChg>
        <pc:cxnChg chg="mod">
          <ac:chgData name="Yeo Xiong Wei, Jonathan" userId="ac2b658e-7ce1-44bb-9f9f-bf4198ceaa29" providerId="ADAL" clId="{C68A1885-9CA1-4912-BABF-A82A66D5C1D6}" dt="2024-04-26T08:57:50.107" v="4338" actId="1076"/>
          <ac:cxnSpMkLst>
            <pc:docMk/>
            <pc:sldMk cId="2139685709" sldId="561"/>
            <ac:cxnSpMk id="24" creationId="{D06BB190-AFFD-136A-364C-96154048676C}"/>
          </ac:cxnSpMkLst>
        </pc:cxnChg>
        <pc:cxnChg chg="mod">
          <ac:chgData name="Yeo Xiong Wei, Jonathan" userId="ac2b658e-7ce1-44bb-9f9f-bf4198ceaa29" providerId="ADAL" clId="{C68A1885-9CA1-4912-BABF-A82A66D5C1D6}" dt="2024-04-26T08:57:50.107" v="4338" actId="1076"/>
          <ac:cxnSpMkLst>
            <pc:docMk/>
            <pc:sldMk cId="2139685709" sldId="561"/>
            <ac:cxnSpMk id="25" creationId="{46DD161A-5124-E2BB-2B5A-6187ACEC5B85}"/>
          </ac:cxnSpMkLst>
        </pc:cxnChg>
        <pc:cxnChg chg="mod">
          <ac:chgData name="Yeo Xiong Wei, Jonathan" userId="ac2b658e-7ce1-44bb-9f9f-bf4198ceaa29" providerId="ADAL" clId="{C68A1885-9CA1-4912-BABF-A82A66D5C1D6}" dt="2024-04-26T08:57:50.107" v="4338" actId="1076"/>
          <ac:cxnSpMkLst>
            <pc:docMk/>
            <pc:sldMk cId="2139685709" sldId="561"/>
            <ac:cxnSpMk id="26" creationId="{8198CDD0-3FFB-CBD4-79E4-0CF314C55C7A}"/>
          </ac:cxnSpMkLst>
        </pc:cxnChg>
        <pc:cxnChg chg="mod">
          <ac:chgData name="Yeo Xiong Wei, Jonathan" userId="ac2b658e-7ce1-44bb-9f9f-bf4198ceaa29" providerId="ADAL" clId="{C68A1885-9CA1-4912-BABF-A82A66D5C1D6}" dt="2024-04-26T08:57:50.107" v="4338" actId="1076"/>
          <ac:cxnSpMkLst>
            <pc:docMk/>
            <pc:sldMk cId="2139685709" sldId="561"/>
            <ac:cxnSpMk id="27" creationId="{067BD52C-621D-EF77-6FD2-A0D62357C301}"/>
          </ac:cxnSpMkLst>
        </pc:cxnChg>
        <pc:cxnChg chg="mod">
          <ac:chgData name="Yeo Xiong Wei, Jonathan" userId="ac2b658e-7ce1-44bb-9f9f-bf4198ceaa29" providerId="ADAL" clId="{C68A1885-9CA1-4912-BABF-A82A66D5C1D6}" dt="2024-04-26T08:57:50.107" v="4338" actId="1076"/>
          <ac:cxnSpMkLst>
            <pc:docMk/>
            <pc:sldMk cId="2139685709" sldId="561"/>
            <ac:cxnSpMk id="28" creationId="{4318A21D-59E9-C852-B25E-28229705E4B6}"/>
          </ac:cxnSpMkLst>
        </pc:cxnChg>
      </pc:sldChg>
      <pc:sldChg chg="modSp mod">
        <pc:chgData name="Yeo Xiong Wei, Jonathan" userId="ac2b658e-7ce1-44bb-9f9f-bf4198ceaa29" providerId="ADAL" clId="{C68A1885-9CA1-4912-BABF-A82A66D5C1D6}" dt="2024-04-26T08:58:06.583" v="4339" actId="1076"/>
        <pc:sldMkLst>
          <pc:docMk/>
          <pc:sldMk cId="3604837883" sldId="562"/>
        </pc:sldMkLst>
        <pc:spChg chg="mod">
          <ac:chgData name="Yeo Xiong Wei, Jonathan" userId="ac2b658e-7ce1-44bb-9f9f-bf4198ceaa29" providerId="ADAL" clId="{C68A1885-9CA1-4912-BABF-A82A66D5C1D6}" dt="2024-04-26T08:58:06.583" v="4339" actId="1076"/>
          <ac:spMkLst>
            <pc:docMk/>
            <pc:sldMk cId="3604837883" sldId="562"/>
            <ac:spMk id="29" creationId="{781BE159-182E-08AF-11AA-272A5F49D265}"/>
          </ac:spMkLst>
        </pc:spChg>
        <pc:spChg chg="mod">
          <ac:chgData name="Yeo Xiong Wei, Jonathan" userId="ac2b658e-7ce1-44bb-9f9f-bf4198ceaa29" providerId="ADAL" clId="{C68A1885-9CA1-4912-BABF-A82A66D5C1D6}" dt="2024-04-26T08:58:06.583" v="4339" actId="1076"/>
          <ac:spMkLst>
            <pc:docMk/>
            <pc:sldMk cId="3604837883" sldId="562"/>
            <ac:spMk id="30" creationId="{E6040D7A-CE07-B052-7FF4-8D157ADDBF83}"/>
          </ac:spMkLst>
        </pc:spChg>
        <pc:spChg chg="mod">
          <ac:chgData name="Yeo Xiong Wei, Jonathan" userId="ac2b658e-7ce1-44bb-9f9f-bf4198ceaa29" providerId="ADAL" clId="{C68A1885-9CA1-4912-BABF-A82A66D5C1D6}" dt="2024-04-26T08:58:06.583" v="4339" actId="1076"/>
          <ac:spMkLst>
            <pc:docMk/>
            <pc:sldMk cId="3604837883" sldId="562"/>
            <ac:spMk id="31" creationId="{57ED2357-5AFB-2FDB-A6B7-3EA44DCACB6F}"/>
          </ac:spMkLst>
        </pc:spChg>
        <pc:spChg chg="mod">
          <ac:chgData name="Yeo Xiong Wei, Jonathan" userId="ac2b658e-7ce1-44bb-9f9f-bf4198ceaa29" providerId="ADAL" clId="{C68A1885-9CA1-4912-BABF-A82A66D5C1D6}" dt="2024-04-26T08:58:06.583" v="4339" actId="1076"/>
          <ac:spMkLst>
            <pc:docMk/>
            <pc:sldMk cId="3604837883" sldId="562"/>
            <ac:spMk id="32" creationId="{F1F79FB4-2955-9BDA-3E35-B4E6C08BD2C0}"/>
          </ac:spMkLst>
        </pc:spChg>
        <pc:spChg chg="mod">
          <ac:chgData name="Yeo Xiong Wei, Jonathan" userId="ac2b658e-7ce1-44bb-9f9f-bf4198ceaa29" providerId="ADAL" clId="{C68A1885-9CA1-4912-BABF-A82A66D5C1D6}" dt="2024-04-26T08:58:06.583" v="4339" actId="1076"/>
          <ac:spMkLst>
            <pc:docMk/>
            <pc:sldMk cId="3604837883" sldId="562"/>
            <ac:spMk id="33" creationId="{974FFCCE-8BA1-E4F2-D02D-F8326845FF3C}"/>
          </ac:spMkLst>
        </pc:spChg>
        <pc:spChg chg="mod">
          <ac:chgData name="Yeo Xiong Wei, Jonathan" userId="ac2b658e-7ce1-44bb-9f9f-bf4198ceaa29" providerId="ADAL" clId="{C68A1885-9CA1-4912-BABF-A82A66D5C1D6}" dt="2024-04-26T08:58:06.583" v="4339" actId="1076"/>
          <ac:spMkLst>
            <pc:docMk/>
            <pc:sldMk cId="3604837883" sldId="562"/>
            <ac:spMk id="34" creationId="{9A559073-3407-2F25-EF5F-75DC2A4AFB24}"/>
          </ac:spMkLst>
        </pc:spChg>
        <pc:spChg chg="mod">
          <ac:chgData name="Yeo Xiong Wei, Jonathan" userId="ac2b658e-7ce1-44bb-9f9f-bf4198ceaa29" providerId="ADAL" clId="{C68A1885-9CA1-4912-BABF-A82A66D5C1D6}" dt="2024-04-26T08:58:06.583" v="4339" actId="1076"/>
          <ac:spMkLst>
            <pc:docMk/>
            <pc:sldMk cId="3604837883" sldId="562"/>
            <ac:spMk id="35" creationId="{96795DCF-D115-81C8-6128-2F1B38CC1A6E}"/>
          </ac:spMkLst>
        </pc:spChg>
        <pc:spChg chg="mod">
          <ac:chgData name="Yeo Xiong Wei, Jonathan" userId="ac2b658e-7ce1-44bb-9f9f-bf4198ceaa29" providerId="ADAL" clId="{C68A1885-9CA1-4912-BABF-A82A66D5C1D6}" dt="2024-04-26T08:58:06.583" v="4339" actId="1076"/>
          <ac:spMkLst>
            <pc:docMk/>
            <pc:sldMk cId="3604837883" sldId="562"/>
            <ac:spMk id="37" creationId="{5B847FA5-4532-F954-AF91-7654CBAA27D9}"/>
          </ac:spMkLst>
        </pc:spChg>
        <pc:spChg chg="mod">
          <ac:chgData name="Yeo Xiong Wei, Jonathan" userId="ac2b658e-7ce1-44bb-9f9f-bf4198ceaa29" providerId="ADAL" clId="{C68A1885-9CA1-4912-BABF-A82A66D5C1D6}" dt="2024-04-26T08:58:06.583" v="4339" actId="1076"/>
          <ac:spMkLst>
            <pc:docMk/>
            <pc:sldMk cId="3604837883" sldId="562"/>
            <ac:spMk id="38" creationId="{C4139BF8-6435-6C1C-0DE1-6F17F68B5233}"/>
          </ac:spMkLst>
        </pc:spChg>
        <pc:spChg chg="mod">
          <ac:chgData name="Yeo Xiong Wei, Jonathan" userId="ac2b658e-7ce1-44bb-9f9f-bf4198ceaa29" providerId="ADAL" clId="{C68A1885-9CA1-4912-BABF-A82A66D5C1D6}" dt="2024-04-26T08:58:06.583" v="4339" actId="1076"/>
          <ac:spMkLst>
            <pc:docMk/>
            <pc:sldMk cId="3604837883" sldId="562"/>
            <ac:spMk id="39" creationId="{31672930-6E4E-565F-F745-2372BFBD128E}"/>
          </ac:spMkLst>
        </pc:spChg>
        <pc:spChg chg="mod">
          <ac:chgData name="Yeo Xiong Wei, Jonathan" userId="ac2b658e-7ce1-44bb-9f9f-bf4198ceaa29" providerId="ADAL" clId="{C68A1885-9CA1-4912-BABF-A82A66D5C1D6}" dt="2024-04-26T08:58:06.583" v="4339" actId="1076"/>
          <ac:spMkLst>
            <pc:docMk/>
            <pc:sldMk cId="3604837883" sldId="562"/>
            <ac:spMk id="40" creationId="{39AABBEE-E546-194C-8C83-FABB2DB22596}"/>
          </ac:spMkLst>
        </pc:spChg>
        <pc:spChg chg="mod">
          <ac:chgData name="Yeo Xiong Wei, Jonathan" userId="ac2b658e-7ce1-44bb-9f9f-bf4198ceaa29" providerId="ADAL" clId="{C68A1885-9CA1-4912-BABF-A82A66D5C1D6}" dt="2024-04-26T08:58:06.583" v="4339" actId="1076"/>
          <ac:spMkLst>
            <pc:docMk/>
            <pc:sldMk cId="3604837883" sldId="562"/>
            <ac:spMk id="41" creationId="{1A78C340-1D49-52B2-CCFD-6F3A876B1240}"/>
          </ac:spMkLst>
        </pc:spChg>
        <pc:spChg chg="mod">
          <ac:chgData name="Yeo Xiong Wei, Jonathan" userId="ac2b658e-7ce1-44bb-9f9f-bf4198ceaa29" providerId="ADAL" clId="{C68A1885-9CA1-4912-BABF-A82A66D5C1D6}" dt="2024-04-26T08:58:06.583" v="4339" actId="1076"/>
          <ac:spMkLst>
            <pc:docMk/>
            <pc:sldMk cId="3604837883" sldId="562"/>
            <ac:spMk id="42" creationId="{85F63324-4D35-CE51-49EE-E1511E96371E}"/>
          </ac:spMkLst>
        </pc:spChg>
        <pc:spChg chg="mod">
          <ac:chgData name="Yeo Xiong Wei, Jonathan" userId="ac2b658e-7ce1-44bb-9f9f-bf4198ceaa29" providerId="ADAL" clId="{C68A1885-9CA1-4912-BABF-A82A66D5C1D6}" dt="2024-04-26T08:58:06.583" v="4339" actId="1076"/>
          <ac:spMkLst>
            <pc:docMk/>
            <pc:sldMk cId="3604837883" sldId="562"/>
            <ac:spMk id="43" creationId="{4A05606A-8E3E-587C-DC96-10E8992B1EEA}"/>
          </ac:spMkLst>
        </pc:spChg>
        <pc:spChg chg="mod">
          <ac:chgData name="Yeo Xiong Wei, Jonathan" userId="ac2b658e-7ce1-44bb-9f9f-bf4198ceaa29" providerId="ADAL" clId="{C68A1885-9CA1-4912-BABF-A82A66D5C1D6}" dt="2024-04-26T08:58:06.583" v="4339" actId="1076"/>
          <ac:spMkLst>
            <pc:docMk/>
            <pc:sldMk cId="3604837883" sldId="562"/>
            <ac:spMk id="44" creationId="{F57CD2D7-2D89-D4B2-2D47-991FADB06868}"/>
          </ac:spMkLst>
        </pc:spChg>
        <pc:spChg chg="mod">
          <ac:chgData name="Yeo Xiong Wei, Jonathan" userId="ac2b658e-7ce1-44bb-9f9f-bf4198ceaa29" providerId="ADAL" clId="{C68A1885-9CA1-4912-BABF-A82A66D5C1D6}" dt="2024-04-26T08:58:06.583" v="4339" actId="1076"/>
          <ac:spMkLst>
            <pc:docMk/>
            <pc:sldMk cId="3604837883" sldId="562"/>
            <ac:spMk id="45" creationId="{C0F7A4D4-290D-9F75-52E4-8ABDC1F978F5}"/>
          </ac:spMkLst>
        </pc:spChg>
        <pc:spChg chg="mod">
          <ac:chgData name="Yeo Xiong Wei, Jonathan" userId="ac2b658e-7ce1-44bb-9f9f-bf4198ceaa29" providerId="ADAL" clId="{C68A1885-9CA1-4912-BABF-A82A66D5C1D6}" dt="2024-04-26T08:58:06.583" v="4339" actId="1076"/>
          <ac:spMkLst>
            <pc:docMk/>
            <pc:sldMk cId="3604837883" sldId="562"/>
            <ac:spMk id="46" creationId="{6A20FD5B-DB18-D6E1-C124-BA188A8090D7}"/>
          </ac:spMkLst>
        </pc:spChg>
        <pc:spChg chg="mod">
          <ac:chgData name="Yeo Xiong Wei, Jonathan" userId="ac2b658e-7ce1-44bb-9f9f-bf4198ceaa29" providerId="ADAL" clId="{C68A1885-9CA1-4912-BABF-A82A66D5C1D6}" dt="2024-04-26T08:58:06.583" v="4339" actId="1076"/>
          <ac:spMkLst>
            <pc:docMk/>
            <pc:sldMk cId="3604837883" sldId="562"/>
            <ac:spMk id="47" creationId="{79612624-F6AA-F944-C95E-15E405D886FD}"/>
          </ac:spMkLst>
        </pc:spChg>
        <pc:spChg chg="mod">
          <ac:chgData name="Yeo Xiong Wei, Jonathan" userId="ac2b658e-7ce1-44bb-9f9f-bf4198ceaa29" providerId="ADAL" clId="{C68A1885-9CA1-4912-BABF-A82A66D5C1D6}" dt="2024-04-26T08:58:06.583" v="4339" actId="1076"/>
          <ac:spMkLst>
            <pc:docMk/>
            <pc:sldMk cId="3604837883" sldId="562"/>
            <ac:spMk id="48" creationId="{5B4DC293-7A7B-AC24-019B-4D4B07405D22}"/>
          </ac:spMkLst>
        </pc:spChg>
        <pc:spChg chg="mod">
          <ac:chgData name="Yeo Xiong Wei, Jonathan" userId="ac2b658e-7ce1-44bb-9f9f-bf4198ceaa29" providerId="ADAL" clId="{C68A1885-9CA1-4912-BABF-A82A66D5C1D6}" dt="2024-04-26T08:58:06.583" v="4339" actId="1076"/>
          <ac:spMkLst>
            <pc:docMk/>
            <pc:sldMk cId="3604837883" sldId="562"/>
            <ac:spMk id="49" creationId="{8EC6B8DC-E61D-673E-7831-61318A0DEC7E}"/>
          </ac:spMkLst>
        </pc:spChg>
        <pc:spChg chg="mod">
          <ac:chgData name="Yeo Xiong Wei, Jonathan" userId="ac2b658e-7ce1-44bb-9f9f-bf4198ceaa29" providerId="ADAL" clId="{C68A1885-9CA1-4912-BABF-A82A66D5C1D6}" dt="2024-04-26T08:58:06.583" v="4339" actId="1076"/>
          <ac:spMkLst>
            <pc:docMk/>
            <pc:sldMk cId="3604837883" sldId="562"/>
            <ac:spMk id="50" creationId="{6551C887-BAE5-2F87-9AA3-E7AC9139AD01}"/>
          </ac:spMkLst>
        </pc:spChg>
        <pc:spChg chg="mod">
          <ac:chgData name="Yeo Xiong Wei, Jonathan" userId="ac2b658e-7ce1-44bb-9f9f-bf4198ceaa29" providerId="ADAL" clId="{C68A1885-9CA1-4912-BABF-A82A66D5C1D6}" dt="2024-04-26T08:58:06.583" v="4339" actId="1076"/>
          <ac:spMkLst>
            <pc:docMk/>
            <pc:sldMk cId="3604837883" sldId="562"/>
            <ac:spMk id="51" creationId="{BAA7E6F8-80D4-8D35-D9EE-3E5CDB45DA83}"/>
          </ac:spMkLst>
        </pc:spChg>
        <pc:cxnChg chg="mod">
          <ac:chgData name="Yeo Xiong Wei, Jonathan" userId="ac2b658e-7ce1-44bb-9f9f-bf4198ceaa29" providerId="ADAL" clId="{C68A1885-9CA1-4912-BABF-A82A66D5C1D6}" dt="2024-04-26T08:58:06.583" v="4339" actId="1076"/>
          <ac:cxnSpMkLst>
            <pc:docMk/>
            <pc:sldMk cId="3604837883" sldId="562"/>
            <ac:cxnSpMk id="5" creationId="{A51511EB-F7C6-D7AE-3ACE-0DCF76BF3C09}"/>
          </ac:cxnSpMkLst>
        </pc:cxnChg>
        <pc:cxnChg chg="mod">
          <ac:chgData name="Yeo Xiong Wei, Jonathan" userId="ac2b658e-7ce1-44bb-9f9f-bf4198ceaa29" providerId="ADAL" clId="{C68A1885-9CA1-4912-BABF-A82A66D5C1D6}" dt="2024-04-26T08:58:06.583" v="4339" actId="1076"/>
          <ac:cxnSpMkLst>
            <pc:docMk/>
            <pc:sldMk cId="3604837883" sldId="562"/>
            <ac:cxnSpMk id="6" creationId="{72CD8249-8A8D-8E14-AC1D-D403C2308AB3}"/>
          </ac:cxnSpMkLst>
        </pc:cxnChg>
        <pc:cxnChg chg="mod">
          <ac:chgData name="Yeo Xiong Wei, Jonathan" userId="ac2b658e-7ce1-44bb-9f9f-bf4198ceaa29" providerId="ADAL" clId="{C68A1885-9CA1-4912-BABF-A82A66D5C1D6}" dt="2024-04-26T08:58:06.583" v="4339" actId="1076"/>
          <ac:cxnSpMkLst>
            <pc:docMk/>
            <pc:sldMk cId="3604837883" sldId="562"/>
            <ac:cxnSpMk id="7" creationId="{0E2BFDB7-2B53-99B1-FD8E-AFDC23476AD0}"/>
          </ac:cxnSpMkLst>
        </pc:cxnChg>
        <pc:cxnChg chg="mod">
          <ac:chgData name="Yeo Xiong Wei, Jonathan" userId="ac2b658e-7ce1-44bb-9f9f-bf4198ceaa29" providerId="ADAL" clId="{C68A1885-9CA1-4912-BABF-A82A66D5C1D6}" dt="2024-04-26T08:58:06.583" v="4339" actId="1076"/>
          <ac:cxnSpMkLst>
            <pc:docMk/>
            <pc:sldMk cId="3604837883" sldId="562"/>
            <ac:cxnSpMk id="11" creationId="{D81E05CC-01A2-70F4-D399-BD4287687745}"/>
          </ac:cxnSpMkLst>
        </pc:cxnChg>
        <pc:cxnChg chg="mod">
          <ac:chgData name="Yeo Xiong Wei, Jonathan" userId="ac2b658e-7ce1-44bb-9f9f-bf4198ceaa29" providerId="ADAL" clId="{C68A1885-9CA1-4912-BABF-A82A66D5C1D6}" dt="2024-04-26T08:58:06.583" v="4339" actId="1076"/>
          <ac:cxnSpMkLst>
            <pc:docMk/>
            <pc:sldMk cId="3604837883" sldId="562"/>
            <ac:cxnSpMk id="12" creationId="{0A7F6C5D-ED94-B261-46AA-3D30FD4A4516}"/>
          </ac:cxnSpMkLst>
        </pc:cxnChg>
        <pc:cxnChg chg="mod">
          <ac:chgData name="Yeo Xiong Wei, Jonathan" userId="ac2b658e-7ce1-44bb-9f9f-bf4198ceaa29" providerId="ADAL" clId="{C68A1885-9CA1-4912-BABF-A82A66D5C1D6}" dt="2024-04-26T08:58:06.583" v="4339" actId="1076"/>
          <ac:cxnSpMkLst>
            <pc:docMk/>
            <pc:sldMk cId="3604837883" sldId="562"/>
            <ac:cxnSpMk id="13" creationId="{7F33E40B-190A-9002-9220-EF32FAF43E83}"/>
          </ac:cxnSpMkLst>
        </pc:cxnChg>
        <pc:cxnChg chg="mod">
          <ac:chgData name="Yeo Xiong Wei, Jonathan" userId="ac2b658e-7ce1-44bb-9f9f-bf4198ceaa29" providerId="ADAL" clId="{C68A1885-9CA1-4912-BABF-A82A66D5C1D6}" dt="2024-04-26T08:58:06.583" v="4339" actId="1076"/>
          <ac:cxnSpMkLst>
            <pc:docMk/>
            <pc:sldMk cId="3604837883" sldId="562"/>
            <ac:cxnSpMk id="15" creationId="{6F6C2383-92A9-9B37-90A4-F8F07390C732}"/>
          </ac:cxnSpMkLst>
        </pc:cxnChg>
        <pc:cxnChg chg="mod">
          <ac:chgData name="Yeo Xiong Wei, Jonathan" userId="ac2b658e-7ce1-44bb-9f9f-bf4198ceaa29" providerId="ADAL" clId="{C68A1885-9CA1-4912-BABF-A82A66D5C1D6}" dt="2024-04-26T08:58:06.583" v="4339" actId="1076"/>
          <ac:cxnSpMkLst>
            <pc:docMk/>
            <pc:sldMk cId="3604837883" sldId="562"/>
            <ac:cxnSpMk id="16" creationId="{9BE5EE89-5EEE-CCBF-4E01-A74FA7A85D03}"/>
          </ac:cxnSpMkLst>
        </pc:cxnChg>
        <pc:cxnChg chg="mod">
          <ac:chgData name="Yeo Xiong Wei, Jonathan" userId="ac2b658e-7ce1-44bb-9f9f-bf4198ceaa29" providerId="ADAL" clId="{C68A1885-9CA1-4912-BABF-A82A66D5C1D6}" dt="2024-04-26T08:58:06.583" v="4339" actId="1076"/>
          <ac:cxnSpMkLst>
            <pc:docMk/>
            <pc:sldMk cId="3604837883" sldId="562"/>
            <ac:cxnSpMk id="19" creationId="{4D6AF1D0-79B1-BCE6-BC3E-F15F5CC99E28}"/>
          </ac:cxnSpMkLst>
        </pc:cxnChg>
        <pc:cxnChg chg="mod">
          <ac:chgData name="Yeo Xiong Wei, Jonathan" userId="ac2b658e-7ce1-44bb-9f9f-bf4198ceaa29" providerId="ADAL" clId="{C68A1885-9CA1-4912-BABF-A82A66D5C1D6}" dt="2024-04-26T08:58:06.583" v="4339" actId="1076"/>
          <ac:cxnSpMkLst>
            <pc:docMk/>
            <pc:sldMk cId="3604837883" sldId="562"/>
            <ac:cxnSpMk id="20" creationId="{8B44AD2F-2C86-D416-9D5F-382AA7BEDFBE}"/>
          </ac:cxnSpMkLst>
        </pc:cxnChg>
        <pc:cxnChg chg="mod">
          <ac:chgData name="Yeo Xiong Wei, Jonathan" userId="ac2b658e-7ce1-44bb-9f9f-bf4198ceaa29" providerId="ADAL" clId="{C68A1885-9CA1-4912-BABF-A82A66D5C1D6}" dt="2024-04-26T08:58:06.583" v="4339" actId="1076"/>
          <ac:cxnSpMkLst>
            <pc:docMk/>
            <pc:sldMk cId="3604837883" sldId="562"/>
            <ac:cxnSpMk id="23" creationId="{50415D99-7317-C571-1335-570D93D66097}"/>
          </ac:cxnSpMkLst>
        </pc:cxnChg>
        <pc:cxnChg chg="mod">
          <ac:chgData name="Yeo Xiong Wei, Jonathan" userId="ac2b658e-7ce1-44bb-9f9f-bf4198ceaa29" providerId="ADAL" clId="{C68A1885-9CA1-4912-BABF-A82A66D5C1D6}" dt="2024-04-26T08:58:06.583" v="4339" actId="1076"/>
          <ac:cxnSpMkLst>
            <pc:docMk/>
            <pc:sldMk cId="3604837883" sldId="562"/>
            <ac:cxnSpMk id="24" creationId="{D06BB190-AFFD-136A-364C-96154048676C}"/>
          </ac:cxnSpMkLst>
        </pc:cxnChg>
        <pc:cxnChg chg="mod">
          <ac:chgData name="Yeo Xiong Wei, Jonathan" userId="ac2b658e-7ce1-44bb-9f9f-bf4198ceaa29" providerId="ADAL" clId="{C68A1885-9CA1-4912-BABF-A82A66D5C1D6}" dt="2024-04-26T08:58:06.583" v="4339" actId="1076"/>
          <ac:cxnSpMkLst>
            <pc:docMk/>
            <pc:sldMk cId="3604837883" sldId="562"/>
            <ac:cxnSpMk id="25" creationId="{46DD161A-5124-E2BB-2B5A-6187ACEC5B85}"/>
          </ac:cxnSpMkLst>
        </pc:cxnChg>
        <pc:cxnChg chg="mod">
          <ac:chgData name="Yeo Xiong Wei, Jonathan" userId="ac2b658e-7ce1-44bb-9f9f-bf4198ceaa29" providerId="ADAL" clId="{C68A1885-9CA1-4912-BABF-A82A66D5C1D6}" dt="2024-04-26T08:58:06.583" v="4339" actId="1076"/>
          <ac:cxnSpMkLst>
            <pc:docMk/>
            <pc:sldMk cId="3604837883" sldId="562"/>
            <ac:cxnSpMk id="26" creationId="{8198CDD0-3FFB-CBD4-79E4-0CF314C55C7A}"/>
          </ac:cxnSpMkLst>
        </pc:cxnChg>
        <pc:cxnChg chg="mod">
          <ac:chgData name="Yeo Xiong Wei, Jonathan" userId="ac2b658e-7ce1-44bb-9f9f-bf4198ceaa29" providerId="ADAL" clId="{C68A1885-9CA1-4912-BABF-A82A66D5C1D6}" dt="2024-04-26T08:58:06.583" v="4339" actId="1076"/>
          <ac:cxnSpMkLst>
            <pc:docMk/>
            <pc:sldMk cId="3604837883" sldId="562"/>
            <ac:cxnSpMk id="27" creationId="{067BD52C-621D-EF77-6FD2-A0D62357C301}"/>
          </ac:cxnSpMkLst>
        </pc:cxnChg>
        <pc:cxnChg chg="mod">
          <ac:chgData name="Yeo Xiong Wei, Jonathan" userId="ac2b658e-7ce1-44bb-9f9f-bf4198ceaa29" providerId="ADAL" clId="{C68A1885-9CA1-4912-BABF-A82A66D5C1D6}" dt="2024-04-26T08:58:06.583" v="4339" actId="1076"/>
          <ac:cxnSpMkLst>
            <pc:docMk/>
            <pc:sldMk cId="3604837883" sldId="562"/>
            <ac:cxnSpMk id="28" creationId="{4318A21D-59E9-C852-B25E-28229705E4B6}"/>
          </ac:cxnSpMkLst>
        </pc:cxnChg>
      </pc:sldChg>
      <pc:sldChg chg="modSp mod">
        <pc:chgData name="Yeo Xiong Wei, Jonathan" userId="ac2b658e-7ce1-44bb-9f9f-bf4198ceaa29" providerId="ADAL" clId="{C68A1885-9CA1-4912-BABF-A82A66D5C1D6}" dt="2024-04-26T08:58:18.428" v="4341" actId="1076"/>
        <pc:sldMkLst>
          <pc:docMk/>
          <pc:sldMk cId="4013751424" sldId="563"/>
        </pc:sldMkLst>
        <pc:spChg chg="mod">
          <ac:chgData name="Yeo Xiong Wei, Jonathan" userId="ac2b658e-7ce1-44bb-9f9f-bf4198ceaa29" providerId="ADAL" clId="{C68A1885-9CA1-4912-BABF-A82A66D5C1D6}" dt="2024-04-26T08:58:15.164" v="4340" actId="1076"/>
          <ac:spMkLst>
            <pc:docMk/>
            <pc:sldMk cId="4013751424" sldId="563"/>
            <ac:spMk id="2" creationId="{992F2348-1827-BB18-F3A8-4F43F4BD3D3F}"/>
          </ac:spMkLst>
        </pc:spChg>
        <pc:spChg chg="mod">
          <ac:chgData name="Yeo Xiong Wei, Jonathan" userId="ac2b658e-7ce1-44bb-9f9f-bf4198ceaa29" providerId="ADAL" clId="{C68A1885-9CA1-4912-BABF-A82A66D5C1D6}" dt="2024-04-26T08:58:15.164" v="4340" actId="1076"/>
          <ac:spMkLst>
            <pc:docMk/>
            <pc:sldMk cId="4013751424" sldId="563"/>
            <ac:spMk id="4" creationId="{EBE22E14-61CC-9C3C-32CE-C8273A40D22E}"/>
          </ac:spMkLst>
        </pc:spChg>
        <pc:spChg chg="mod">
          <ac:chgData name="Yeo Xiong Wei, Jonathan" userId="ac2b658e-7ce1-44bb-9f9f-bf4198ceaa29" providerId="ADAL" clId="{C68A1885-9CA1-4912-BABF-A82A66D5C1D6}" dt="2024-04-26T08:58:15.164" v="4340" actId="1076"/>
          <ac:spMkLst>
            <pc:docMk/>
            <pc:sldMk cId="4013751424" sldId="563"/>
            <ac:spMk id="29" creationId="{781BE159-182E-08AF-11AA-272A5F49D265}"/>
          </ac:spMkLst>
        </pc:spChg>
        <pc:spChg chg="mod">
          <ac:chgData name="Yeo Xiong Wei, Jonathan" userId="ac2b658e-7ce1-44bb-9f9f-bf4198ceaa29" providerId="ADAL" clId="{C68A1885-9CA1-4912-BABF-A82A66D5C1D6}" dt="2024-04-26T08:58:15.164" v="4340" actId="1076"/>
          <ac:spMkLst>
            <pc:docMk/>
            <pc:sldMk cId="4013751424" sldId="563"/>
            <ac:spMk id="30" creationId="{E6040D7A-CE07-B052-7FF4-8D157ADDBF83}"/>
          </ac:spMkLst>
        </pc:spChg>
        <pc:spChg chg="mod">
          <ac:chgData name="Yeo Xiong Wei, Jonathan" userId="ac2b658e-7ce1-44bb-9f9f-bf4198ceaa29" providerId="ADAL" clId="{C68A1885-9CA1-4912-BABF-A82A66D5C1D6}" dt="2024-04-26T08:58:15.164" v="4340" actId="1076"/>
          <ac:spMkLst>
            <pc:docMk/>
            <pc:sldMk cId="4013751424" sldId="563"/>
            <ac:spMk id="31" creationId="{57ED2357-5AFB-2FDB-A6B7-3EA44DCACB6F}"/>
          </ac:spMkLst>
        </pc:spChg>
        <pc:spChg chg="mod">
          <ac:chgData name="Yeo Xiong Wei, Jonathan" userId="ac2b658e-7ce1-44bb-9f9f-bf4198ceaa29" providerId="ADAL" clId="{C68A1885-9CA1-4912-BABF-A82A66D5C1D6}" dt="2024-04-26T08:58:15.164" v="4340" actId="1076"/>
          <ac:spMkLst>
            <pc:docMk/>
            <pc:sldMk cId="4013751424" sldId="563"/>
            <ac:spMk id="32" creationId="{F1F79FB4-2955-9BDA-3E35-B4E6C08BD2C0}"/>
          </ac:spMkLst>
        </pc:spChg>
        <pc:spChg chg="mod">
          <ac:chgData name="Yeo Xiong Wei, Jonathan" userId="ac2b658e-7ce1-44bb-9f9f-bf4198ceaa29" providerId="ADAL" clId="{C68A1885-9CA1-4912-BABF-A82A66D5C1D6}" dt="2024-04-26T08:58:15.164" v="4340" actId="1076"/>
          <ac:spMkLst>
            <pc:docMk/>
            <pc:sldMk cId="4013751424" sldId="563"/>
            <ac:spMk id="33" creationId="{974FFCCE-8BA1-E4F2-D02D-F8326845FF3C}"/>
          </ac:spMkLst>
        </pc:spChg>
        <pc:spChg chg="mod">
          <ac:chgData name="Yeo Xiong Wei, Jonathan" userId="ac2b658e-7ce1-44bb-9f9f-bf4198ceaa29" providerId="ADAL" clId="{C68A1885-9CA1-4912-BABF-A82A66D5C1D6}" dt="2024-04-26T08:58:15.164" v="4340" actId="1076"/>
          <ac:spMkLst>
            <pc:docMk/>
            <pc:sldMk cId="4013751424" sldId="563"/>
            <ac:spMk id="34" creationId="{9A559073-3407-2F25-EF5F-75DC2A4AFB24}"/>
          </ac:spMkLst>
        </pc:spChg>
        <pc:spChg chg="mod">
          <ac:chgData name="Yeo Xiong Wei, Jonathan" userId="ac2b658e-7ce1-44bb-9f9f-bf4198ceaa29" providerId="ADAL" clId="{C68A1885-9CA1-4912-BABF-A82A66D5C1D6}" dt="2024-04-26T08:58:15.164" v="4340" actId="1076"/>
          <ac:spMkLst>
            <pc:docMk/>
            <pc:sldMk cId="4013751424" sldId="563"/>
            <ac:spMk id="35" creationId="{96795DCF-D115-81C8-6128-2F1B38CC1A6E}"/>
          </ac:spMkLst>
        </pc:spChg>
        <pc:spChg chg="mod">
          <ac:chgData name="Yeo Xiong Wei, Jonathan" userId="ac2b658e-7ce1-44bb-9f9f-bf4198ceaa29" providerId="ADAL" clId="{C68A1885-9CA1-4912-BABF-A82A66D5C1D6}" dt="2024-04-26T08:58:15.164" v="4340" actId="1076"/>
          <ac:spMkLst>
            <pc:docMk/>
            <pc:sldMk cId="4013751424" sldId="563"/>
            <ac:spMk id="37" creationId="{5B847FA5-4532-F954-AF91-7654CBAA27D9}"/>
          </ac:spMkLst>
        </pc:spChg>
        <pc:spChg chg="mod">
          <ac:chgData name="Yeo Xiong Wei, Jonathan" userId="ac2b658e-7ce1-44bb-9f9f-bf4198ceaa29" providerId="ADAL" clId="{C68A1885-9CA1-4912-BABF-A82A66D5C1D6}" dt="2024-04-26T08:58:15.164" v="4340" actId="1076"/>
          <ac:spMkLst>
            <pc:docMk/>
            <pc:sldMk cId="4013751424" sldId="563"/>
            <ac:spMk id="38" creationId="{C4139BF8-6435-6C1C-0DE1-6F17F68B5233}"/>
          </ac:spMkLst>
        </pc:spChg>
        <pc:spChg chg="mod">
          <ac:chgData name="Yeo Xiong Wei, Jonathan" userId="ac2b658e-7ce1-44bb-9f9f-bf4198ceaa29" providerId="ADAL" clId="{C68A1885-9CA1-4912-BABF-A82A66D5C1D6}" dt="2024-04-26T08:58:15.164" v="4340" actId="1076"/>
          <ac:spMkLst>
            <pc:docMk/>
            <pc:sldMk cId="4013751424" sldId="563"/>
            <ac:spMk id="39" creationId="{31672930-6E4E-565F-F745-2372BFBD128E}"/>
          </ac:spMkLst>
        </pc:spChg>
        <pc:spChg chg="mod">
          <ac:chgData name="Yeo Xiong Wei, Jonathan" userId="ac2b658e-7ce1-44bb-9f9f-bf4198ceaa29" providerId="ADAL" clId="{C68A1885-9CA1-4912-BABF-A82A66D5C1D6}" dt="2024-04-26T08:58:15.164" v="4340" actId="1076"/>
          <ac:spMkLst>
            <pc:docMk/>
            <pc:sldMk cId="4013751424" sldId="563"/>
            <ac:spMk id="40" creationId="{39AABBEE-E546-194C-8C83-FABB2DB22596}"/>
          </ac:spMkLst>
        </pc:spChg>
        <pc:spChg chg="mod">
          <ac:chgData name="Yeo Xiong Wei, Jonathan" userId="ac2b658e-7ce1-44bb-9f9f-bf4198ceaa29" providerId="ADAL" clId="{C68A1885-9CA1-4912-BABF-A82A66D5C1D6}" dt="2024-04-26T08:58:15.164" v="4340" actId="1076"/>
          <ac:spMkLst>
            <pc:docMk/>
            <pc:sldMk cId="4013751424" sldId="563"/>
            <ac:spMk id="41" creationId="{1A78C340-1D49-52B2-CCFD-6F3A876B1240}"/>
          </ac:spMkLst>
        </pc:spChg>
        <pc:spChg chg="mod">
          <ac:chgData name="Yeo Xiong Wei, Jonathan" userId="ac2b658e-7ce1-44bb-9f9f-bf4198ceaa29" providerId="ADAL" clId="{C68A1885-9CA1-4912-BABF-A82A66D5C1D6}" dt="2024-04-26T08:58:15.164" v="4340" actId="1076"/>
          <ac:spMkLst>
            <pc:docMk/>
            <pc:sldMk cId="4013751424" sldId="563"/>
            <ac:spMk id="42" creationId="{85F63324-4D35-CE51-49EE-E1511E96371E}"/>
          </ac:spMkLst>
        </pc:spChg>
        <pc:spChg chg="mod">
          <ac:chgData name="Yeo Xiong Wei, Jonathan" userId="ac2b658e-7ce1-44bb-9f9f-bf4198ceaa29" providerId="ADAL" clId="{C68A1885-9CA1-4912-BABF-A82A66D5C1D6}" dt="2024-04-26T08:58:15.164" v="4340" actId="1076"/>
          <ac:spMkLst>
            <pc:docMk/>
            <pc:sldMk cId="4013751424" sldId="563"/>
            <ac:spMk id="43" creationId="{4A05606A-8E3E-587C-DC96-10E8992B1EEA}"/>
          </ac:spMkLst>
        </pc:spChg>
        <pc:spChg chg="mod">
          <ac:chgData name="Yeo Xiong Wei, Jonathan" userId="ac2b658e-7ce1-44bb-9f9f-bf4198ceaa29" providerId="ADAL" clId="{C68A1885-9CA1-4912-BABF-A82A66D5C1D6}" dt="2024-04-26T08:58:15.164" v="4340" actId="1076"/>
          <ac:spMkLst>
            <pc:docMk/>
            <pc:sldMk cId="4013751424" sldId="563"/>
            <ac:spMk id="44" creationId="{F57CD2D7-2D89-D4B2-2D47-991FADB06868}"/>
          </ac:spMkLst>
        </pc:spChg>
        <pc:spChg chg="mod">
          <ac:chgData name="Yeo Xiong Wei, Jonathan" userId="ac2b658e-7ce1-44bb-9f9f-bf4198ceaa29" providerId="ADAL" clId="{C68A1885-9CA1-4912-BABF-A82A66D5C1D6}" dt="2024-04-26T08:58:15.164" v="4340" actId="1076"/>
          <ac:spMkLst>
            <pc:docMk/>
            <pc:sldMk cId="4013751424" sldId="563"/>
            <ac:spMk id="45" creationId="{C0F7A4D4-290D-9F75-52E4-8ABDC1F978F5}"/>
          </ac:spMkLst>
        </pc:spChg>
        <pc:spChg chg="mod">
          <ac:chgData name="Yeo Xiong Wei, Jonathan" userId="ac2b658e-7ce1-44bb-9f9f-bf4198ceaa29" providerId="ADAL" clId="{C68A1885-9CA1-4912-BABF-A82A66D5C1D6}" dt="2024-04-26T08:58:15.164" v="4340" actId="1076"/>
          <ac:spMkLst>
            <pc:docMk/>
            <pc:sldMk cId="4013751424" sldId="563"/>
            <ac:spMk id="46" creationId="{6A20FD5B-DB18-D6E1-C124-BA188A8090D7}"/>
          </ac:spMkLst>
        </pc:spChg>
        <pc:spChg chg="mod">
          <ac:chgData name="Yeo Xiong Wei, Jonathan" userId="ac2b658e-7ce1-44bb-9f9f-bf4198ceaa29" providerId="ADAL" clId="{C68A1885-9CA1-4912-BABF-A82A66D5C1D6}" dt="2024-04-26T08:58:15.164" v="4340" actId="1076"/>
          <ac:spMkLst>
            <pc:docMk/>
            <pc:sldMk cId="4013751424" sldId="563"/>
            <ac:spMk id="47" creationId="{79612624-F6AA-F944-C95E-15E405D886FD}"/>
          </ac:spMkLst>
        </pc:spChg>
        <pc:spChg chg="mod">
          <ac:chgData name="Yeo Xiong Wei, Jonathan" userId="ac2b658e-7ce1-44bb-9f9f-bf4198ceaa29" providerId="ADAL" clId="{C68A1885-9CA1-4912-BABF-A82A66D5C1D6}" dt="2024-04-26T08:58:15.164" v="4340" actId="1076"/>
          <ac:spMkLst>
            <pc:docMk/>
            <pc:sldMk cId="4013751424" sldId="563"/>
            <ac:spMk id="48" creationId="{5B4DC293-7A7B-AC24-019B-4D4B07405D22}"/>
          </ac:spMkLst>
        </pc:spChg>
        <pc:spChg chg="mod">
          <ac:chgData name="Yeo Xiong Wei, Jonathan" userId="ac2b658e-7ce1-44bb-9f9f-bf4198ceaa29" providerId="ADAL" clId="{C68A1885-9CA1-4912-BABF-A82A66D5C1D6}" dt="2024-04-26T08:58:15.164" v="4340" actId="1076"/>
          <ac:spMkLst>
            <pc:docMk/>
            <pc:sldMk cId="4013751424" sldId="563"/>
            <ac:spMk id="49" creationId="{8EC6B8DC-E61D-673E-7831-61318A0DEC7E}"/>
          </ac:spMkLst>
        </pc:spChg>
        <pc:spChg chg="mod">
          <ac:chgData name="Yeo Xiong Wei, Jonathan" userId="ac2b658e-7ce1-44bb-9f9f-bf4198ceaa29" providerId="ADAL" clId="{C68A1885-9CA1-4912-BABF-A82A66D5C1D6}" dt="2024-04-26T08:58:18.428" v="4341" actId="1076"/>
          <ac:spMkLst>
            <pc:docMk/>
            <pc:sldMk cId="4013751424" sldId="563"/>
            <ac:spMk id="50" creationId="{6551C887-BAE5-2F87-9AA3-E7AC9139AD01}"/>
          </ac:spMkLst>
        </pc:spChg>
        <pc:spChg chg="mod">
          <ac:chgData name="Yeo Xiong Wei, Jonathan" userId="ac2b658e-7ce1-44bb-9f9f-bf4198ceaa29" providerId="ADAL" clId="{C68A1885-9CA1-4912-BABF-A82A66D5C1D6}" dt="2024-04-26T08:58:15.164" v="4340" actId="1076"/>
          <ac:spMkLst>
            <pc:docMk/>
            <pc:sldMk cId="4013751424" sldId="563"/>
            <ac:spMk id="51" creationId="{BAA7E6F8-80D4-8D35-D9EE-3E5CDB45DA83}"/>
          </ac:spMkLst>
        </pc:spChg>
        <pc:cxnChg chg="mod">
          <ac:chgData name="Yeo Xiong Wei, Jonathan" userId="ac2b658e-7ce1-44bb-9f9f-bf4198ceaa29" providerId="ADAL" clId="{C68A1885-9CA1-4912-BABF-A82A66D5C1D6}" dt="2024-04-26T08:58:15.164" v="4340" actId="1076"/>
          <ac:cxnSpMkLst>
            <pc:docMk/>
            <pc:sldMk cId="4013751424" sldId="563"/>
            <ac:cxnSpMk id="5" creationId="{A51511EB-F7C6-D7AE-3ACE-0DCF76BF3C09}"/>
          </ac:cxnSpMkLst>
        </pc:cxnChg>
        <pc:cxnChg chg="mod">
          <ac:chgData name="Yeo Xiong Wei, Jonathan" userId="ac2b658e-7ce1-44bb-9f9f-bf4198ceaa29" providerId="ADAL" clId="{C68A1885-9CA1-4912-BABF-A82A66D5C1D6}" dt="2024-04-26T08:58:15.164" v="4340" actId="1076"/>
          <ac:cxnSpMkLst>
            <pc:docMk/>
            <pc:sldMk cId="4013751424" sldId="563"/>
            <ac:cxnSpMk id="6" creationId="{72CD8249-8A8D-8E14-AC1D-D403C2308AB3}"/>
          </ac:cxnSpMkLst>
        </pc:cxnChg>
        <pc:cxnChg chg="mod">
          <ac:chgData name="Yeo Xiong Wei, Jonathan" userId="ac2b658e-7ce1-44bb-9f9f-bf4198ceaa29" providerId="ADAL" clId="{C68A1885-9CA1-4912-BABF-A82A66D5C1D6}" dt="2024-04-26T08:58:15.164" v="4340" actId="1076"/>
          <ac:cxnSpMkLst>
            <pc:docMk/>
            <pc:sldMk cId="4013751424" sldId="563"/>
            <ac:cxnSpMk id="7" creationId="{0E2BFDB7-2B53-99B1-FD8E-AFDC23476AD0}"/>
          </ac:cxnSpMkLst>
        </pc:cxnChg>
        <pc:cxnChg chg="mod">
          <ac:chgData name="Yeo Xiong Wei, Jonathan" userId="ac2b658e-7ce1-44bb-9f9f-bf4198ceaa29" providerId="ADAL" clId="{C68A1885-9CA1-4912-BABF-A82A66D5C1D6}" dt="2024-04-26T08:58:15.164" v="4340" actId="1076"/>
          <ac:cxnSpMkLst>
            <pc:docMk/>
            <pc:sldMk cId="4013751424" sldId="563"/>
            <ac:cxnSpMk id="11" creationId="{D81E05CC-01A2-70F4-D399-BD4287687745}"/>
          </ac:cxnSpMkLst>
        </pc:cxnChg>
        <pc:cxnChg chg="mod">
          <ac:chgData name="Yeo Xiong Wei, Jonathan" userId="ac2b658e-7ce1-44bb-9f9f-bf4198ceaa29" providerId="ADAL" clId="{C68A1885-9CA1-4912-BABF-A82A66D5C1D6}" dt="2024-04-26T08:58:15.164" v="4340" actId="1076"/>
          <ac:cxnSpMkLst>
            <pc:docMk/>
            <pc:sldMk cId="4013751424" sldId="563"/>
            <ac:cxnSpMk id="12" creationId="{0A7F6C5D-ED94-B261-46AA-3D30FD4A4516}"/>
          </ac:cxnSpMkLst>
        </pc:cxnChg>
        <pc:cxnChg chg="mod">
          <ac:chgData name="Yeo Xiong Wei, Jonathan" userId="ac2b658e-7ce1-44bb-9f9f-bf4198ceaa29" providerId="ADAL" clId="{C68A1885-9CA1-4912-BABF-A82A66D5C1D6}" dt="2024-04-26T08:58:15.164" v="4340" actId="1076"/>
          <ac:cxnSpMkLst>
            <pc:docMk/>
            <pc:sldMk cId="4013751424" sldId="563"/>
            <ac:cxnSpMk id="15" creationId="{6F6C2383-92A9-9B37-90A4-F8F07390C732}"/>
          </ac:cxnSpMkLst>
        </pc:cxnChg>
        <pc:cxnChg chg="mod">
          <ac:chgData name="Yeo Xiong Wei, Jonathan" userId="ac2b658e-7ce1-44bb-9f9f-bf4198ceaa29" providerId="ADAL" clId="{C68A1885-9CA1-4912-BABF-A82A66D5C1D6}" dt="2024-04-26T08:58:15.164" v="4340" actId="1076"/>
          <ac:cxnSpMkLst>
            <pc:docMk/>
            <pc:sldMk cId="4013751424" sldId="563"/>
            <ac:cxnSpMk id="16" creationId="{9BE5EE89-5EEE-CCBF-4E01-A74FA7A85D03}"/>
          </ac:cxnSpMkLst>
        </pc:cxnChg>
        <pc:cxnChg chg="mod">
          <ac:chgData name="Yeo Xiong Wei, Jonathan" userId="ac2b658e-7ce1-44bb-9f9f-bf4198ceaa29" providerId="ADAL" clId="{C68A1885-9CA1-4912-BABF-A82A66D5C1D6}" dt="2024-04-26T08:58:15.164" v="4340" actId="1076"/>
          <ac:cxnSpMkLst>
            <pc:docMk/>
            <pc:sldMk cId="4013751424" sldId="563"/>
            <ac:cxnSpMk id="19" creationId="{4D6AF1D0-79B1-BCE6-BC3E-F15F5CC99E28}"/>
          </ac:cxnSpMkLst>
        </pc:cxnChg>
        <pc:cxnChg chg="mod">
          <ac:chgData name="Yeo Xiong Wei, Jonathan" userId="ac2b658e-7ce1-44bb-9f9f-bf4198ceaa29" providerId="ADAL" clId="{C68A1885-9CA1-4912-BABF-A82A66D5C1D6}" dt="2024-04-26T08:58:15.164" v="4340" actId="1076"/>
          <ac:cxnSpMkLst>
            <pc:docMk/>
            <pc:sldMk cId="4013751424" sldId="563"/>
            <ac:cxnSpMk id="20" creationId="{8B44AD2F-2C86-D416-9D5F-382AA7BEDFBE}"/>
          </ac:cxnSpMkLst>
        </pc:cxnChg>
        <pc:cxnChg chg="mod">
          <ac:chgData name="Yeo Xiong Wei, Jonathan" userId="ac2b658e-7ce1-44bb-9f9f-bf4198ceaa29" providerId="ADAL" clId="{C68A1885-9CA1-4912-BABF-A82A66D5C1D6}" dt="2024-04-26T08:58:15.164" v="4340" actId="1076"/>
          <ac:cxnSpMkLst>
            <pc:docMk/>
            <pc:sldMk cId="4013751424" sldId="563"/>
            <ac:cxnSpMk id="23" creationId="{50415D99-7317-C571-1335-570D93D66097}"/>
          </ac:cxnSpMkLst>
        </pc:cxnChg>
        <pc:cxnChg chg="mod">
          <ac:chgData name="Yeo Xiong Wei, Jonathan" userId="ac2b658e-7ce1-44bb-9f9f-bf4198ceaa29" providerId="ADAL" clId="{C68A1885-9CA1-4912-BABF-A82A66D5C1D6}" dt="2024-04-26T08:58:15.164" v="4340" actId="1076"/>
          <ac:cxnSpMkLst>
            <pc:docMk/>
            <pc:sldMk cId="4013751424" sldId="563"/>
            <ac:cxnSpMk id="24" creationId="{D06BB190-AFFD-136A-364C-96154048676C}"/>
          </ac:cxnSpMkLst>
        </pc:cxnChg>
        <pc:cxnChg chg="mod">
          <ac:chgData name="Yeo Xiong Wei, Jonathan" userId="ac2b658e-7ce1-44bb-9f9f-bf4198ceaa29" providerId="ADAL" clId="{C68A1885-9CA1-4912-BABF-A82A66D5C1D6}" dt="2024-04-26T08:58:15.164" v="4340" actId="1076"/>
          <ac:cxnSpMkLst>
            <pc:docMk/>
            <pc:sldMk cId="4013751424" sldId="563"/>
            <ac:cxnSpMk id="25" creationId="{46DD161A-5124-E2BB-2B5A-6187ACEC5B85}"/>
          </ac:cxnSpMkLst>
        </pc:cxnChg>
        <pc:cxnChg chg="mod">
          <ac:chgData name="Yeo Xiong Wei, Jonathan" userId="ac2b658e-7ce1-44bb-9f9f-bf4198ceaa29" providerId="ADAL" clId="{C68A1885-9CA1-4912-BABF-A82A66D5C1D6}" dt="2024-04-26T08:58:15.164" v="4340" actId="1076"/>
          <ac:cxnSpMkLst>
            <pc:docMk/>
            <pc:sldMk cId="4013751424" sldId="563"/>
            <ac:cxnSpMk id="26" creationId="{8198CDD0-3FFB-CBD4-79E4-0CF314C55C7A}"/>
          </ac:cxnSpMkLst>
        </pc:cxnChg>
        <pc:cxnChg chg="mod">
          <ac:chgData name="Yeo Xiong Wei, Jonathan" userId="ac2b658e-7ce1-44bb-9f9f-bf4198ceaa29" providerId="ADAL" clId="{C68A1885-9CA1-4912-BABF-A82A66D5C1D6}" dt="2024-04-26T08:58:15.164" v="4340" actId="1076"/>
          <ac:cxnSpMkLst>
            <pc:docMk/>
            <pc:sldMk cId="4013751424" sldId="563"/>
            <ac:cxnSpMk id="27" creationId="{067BD52C-621D-EF77-6FD2-A0D62357C301}"/>
          </ac:cxnSpMkLst>
        </pc:cxnChg>
        <pc:cxnChg chg="mod">
          <ac:chgData name="Yeo Xiong Wei, Jonathan" userId="ac2b658e-7ce1-44bb-9f9f-bf4198ceaa29" providerId="ADAL" clId="{C68A1885-9CA1-4912-BABF-A82A66D5C1D6}" dt="2024-04-26T08:58:15.164" v="4340" actId="1076"/>
          <ac:cxnSpMkLst>
            <pc:docMk/>
            <pc:sldMk cId="4013751424" sldId="563"/>
            <ac:cxnSpMk id="28" creationId="{4318A21D-59E9-C852-B25E-28229705E4B6}"/>
          </ac:cxnSpMkLst>
        </pc:cxnChg>
      </pc:sldChg>
      <pc:sldChg chg="modSp mod">
        <pc:chgData name="Yeo Xiong Wei, Jonathan" userId="ac2b658e-7ce1-44bb-9f9f-bf4198ceaa29" providerId="ADAL" clId="{C68A1885-9CA1-4912-BABF-A82A66D5C1D6}" dt="2024-04-26T08:58:25.950" v="4342" actId="1076"/>
        <pc:sldMkLst>
          <pc:docMk/>
          <pc:sldMk cId="7423801" sldId="564"/>
        </pc:sldMkLst>
        <pc:spChg chg="mod">
          <ac:chgData name="Yeo Xiong Wei, Jonathan" userId="ac2b658e-7ce1-44bb-9f9f-bf4198ceaa29" providerId="ADAL" clId="{C68A1885-9CA1-4912-BABF-A82A66D5C1D6}" dt="2024-04-26T08:58:25.950" v="4342" actId="1076"/>
          <ac:spMkLst>
            <pc:docMk/>
            <pc:sldMk cId="7423801" sldId="564"/>
            <ac:spMk id="8" creationId="{1A1C1533-FCCC-6D33-5DFA-E39FBF2B7CC9}"/>
          </ac:spMkLst>
        </pc:spChg>
        <pc:spChg chg="mod">
          <ac:chgData name="Yeo Xiong Wei, Jonathan" userId="ac2b658e-7ce1-44bb-9f9f-bf4198ceaa29" providerId="ADAL" clId="{C68A1885-9CA1-4912-BABF-A82A66D5C1D6}" dt="2024-04-26T08:58:25.950" v="4342" actId="1076"/>
          <ac:spMkLst>
            <pc:docMk/>
            <pc:sldMk cId="7423801" sldId="564"/>
            <ac:spMk id="29" creationId="{781BE159-182E-08AF-11AA-272A5F49D265}"/>
          </ac:spMkLst>
        </pc:spChg>
        <pc:spChg chg="mod">
          <ac:chgData name="Yeo Xiong Wei, Jonathan" userId="ac2b658e-7ce1-44bb-9f9f-bf4198ceaa29" providerId="ADAL" clId="{C68A1885-9CA1-4912-BABF-A82A66D5C1D6}" dt="2024-04-26T08:58:25.950" v="4342" actId="1076"/>
          <ac:spMkLst>
            <pc:docMk/>
            <pc:sldMk cId="7423801" sldId="564"/>
            <ac:spMk id="30" creationId="{E6040D7A-CE07-B052-7FF4-8D157ADDBF83}"/>
          </ac:spMkLst>
        </pc:spChg>
        <pc:spChg chg="mod">
          <ac:chgData name="Yeo Xiong Wei, Jonathan" userId="ac2b658e-7ce1-44bb-9f9f-bf4198ceaa29" providerId="ADAL" clId="{C68A1885-9CA1-4912-BABF-A82A66D5C1D6}" dt="2024-04-26T08:58:25.950" v="4342" actId="1076"/>
          <ac:spMkLst>
            <pc:docMk/>
            <pc:sldMk cId="7423801" sldId="564"/>
            <ac:spMk id="31" creationId="{57ED2357-5AFB-2FDB-A6B7-3EA44DCACB6F}"/>
          </ac:spMkLst>
        </pc:spChg>
        <pc:spChg chg="mod">
          <ac:chgData name="Yeo Xiong Wei, Jonathan" userId="ac2b658e-7ce1-44bb-9f9f-bf4198ceaa29" providerId="ADAL" clId="{C68A1885-9CA1-4912-BABF-A82A66D5C1D6}" dt="2024-04-26T08:58:25.950" v="4342" actId="1076"/>
          <ac:spMkLst>
            <pc:docMk/>
            <pc:sldMk cId="7423801" sldId="564"/>
            <ac:spMk id="32" creationId="{F1F79FB4-2955-9BDA-3E35-B4E6C08BD2C0}"/>
          </ac:spMkLst>
        </pc:spChg>
        <pc:spChg chg="mod">
          <ac:chgData name="Yeo Xiong Wei, Jonathan" userId="ac2b658e-7ce1-44bb-9f9f-bf4198ceaa29" providerId="ADAL" clId="{C68A1885-9CA1-4912-BABF-A82A66D5C1D6}" dt="2024-04-26T08:58:25.950" v="4342" actId="1076"/>
          <ac:spMkLst>
            <pc:docMk/>
            <pc:sldMk cId="7423801" sldId="564"/>
            <ac:spMk id="33" creationId="{974FFCCE-8BA1-E4F2-D02D-F8326845FF3C}"/>
          </ac:spMkLst>
        </pc:spChg>
        <pc:spChg chg="mod">
          <ac:chgData name="Yeo Xiong Wei, Jonathan" userId="ac2b658e-7ce1-44bb-9f9f-bf4198ceaa29" providerId="ADAL" clId="{C68A1885-9CA1-4912-BABF-A82A66D5C1D6}" dt="2024-04-26T08:58:25.950" v="4342" actId="1076"/>
          <ac:spMkLst>
            <pc:docMk/>
            <pc:sldMk cId="7423801" sldId="564"/>
            <ac:spMk id="34" creationId="{9A559073-3407-2F25-EF5F-75DC2A4AFB24}"/>
          </ac:spMkLst>
        </pc:spChg>
        <pc:spChg chg="mod">
          <ac:chgData name="Yeo Xiong Wei, Jonathan" userId="ac2b658e-7ce1-44bb-9f9f-bf4198ceaa29" providerId="ADAL" clId="{C68A1885-9CA1-4912-BABF-A82A66D5C1D6}" dt="2024-04-26T08:58:25.950" v="4342" actId="1076"/>
          <ac:spMkLst>
            <pc:docMk/>
            <pc:sldMk cId="7423801" sldId="564"/>
            <ac:spMk id="35" creationId="{96795DCF-D115-81C8-6128-2F1B38CC1A6E}"/>
          </ac:spMkLst>
        </pc:spChg>
        <pc:spChg chg="mod">
          <ac:chgData name="Yeo Xiong Wei, Jonathan" userId="ac2b658e-7ce1-44bb-9f9f-bf4198ceaa29" providerId="ADAL" clId="{C68A1885-9CA1-4912-BABF-A82A66D5C1D6}" dt="2024-04-26T08:58:25.950" v="4342" actId="1076"/>
          <ac:spMkLst>
            <pc:docMk/>
            <pc:sldMk cId="7423801" sldId="564"/>
            <ac:spMk id="37" creationId="{5B847FA5-4532-F954-AF91-7654CBAA27D9}"/>
          </ac:spMkLst>
        </pc:spChg>
        <pc:spChg chg="mod">
          <ac:chgData name="Yeo Xiong Wei, Jonathan" userId="ac2b658e-7ce1-44bb-9f9f-bf4198ceaa29" providerId="ADAL" clId="{C68A1885-9CA1-4912-BABF-A82A66D5C1D6}" dt="2024-04-26T08:58:25.950" v="4342" actId="1076"/>
          <ac:spMkLst>
            <pc:docMk/>
            <pc:sldMk cId="7423801" sldId="564"/>
            <ac:spMk id="38" creationId="{C4139BF8-6435-6C1C-0DE1-6F17F68B5233}"/>
          </ac:spMkLst>
        </pc:spChg>
        <pc:spChg chg="mod">
          <ac:chgData name="Yeo Xiong Wei, Jonathan" userId="ac2b658e-7ce1-44bb-9f9f-bf4198ceaa29" providerId="ADAL" clId="{C68A1885-9CA1-4912-BABF-A82A66D5C1D6}" dt="2024-04-26T08:58:25.950" v="4342" actId="1076"/>
          <ac:spMkLst>
            <pc:docMk/>
            <pc:sldMk cId="7423801" sldId="564"/>
            <ac:spMk id="39" creationId="{31672930-6E4E-565F-F745-2372BFBD128E}"/>
          </ac:spMkLst>
        </pc:spChg>
        <pc:spChg chg="mod">
          <ac:chgData name="Yeo Xiong Wei, Jonathan" userId="ac2b658e-7ce1-44bb-9f9f-bf4198ceaa29" providerId="ADAL" clId="{C68A1885-9CA1-4912-BABF-A82A66D5C1D6}" dt="2024-04-26T08:58:25.950" v="4342" actId="1076"/>
          <ac:spMkLst>
            <pc:docMk/>
            <pc:sldMk cId="7423801" sldId="564"/>
            <ac:spMk id="40" creationId="{39AABBEE-E546-194C-8C83-FABB2DB22596}"/>
          </ac:spMkLst>
        </pc:spChg>
        <pc:spChg chg="mod">
          <ac:chgData name="Yeo Xiong Wei, Jonathan" userId="ac2b658e-7ce1-44bb-9f9f-bf4198ceaa29" providerId="ADAL" clId="{C68A1885-9CA1-4912-BABF-A82A66D5C1D6}" dt="2024-04-26T08:58:25.950" v="4342" actId="1076"/>
          <ac:spMkLst>
            <pc:docMk/>
            <pc:sldMk cId="7423801" sldId="564"/>
            <ac:spMk id="41" creationId="{1A78C340-1D49-52B2-CCFD-6F3A876B1240}"/>
          </ac:spMkLst>
        </pc:spChg>
        <pc:spChg chg="mod">
          <ac:chgData name="Yeo Xiong Wei, Jonathan" userId="ac2b658e-7ce1-44bb-9f9f-bf4198ceaa29" providerId="ADAL" clId="{C68A1885-9CA1-4912-BABF-A82A66D5C1D6}" dt="2024-04-26T08:58:25.950" v="4342" actId="1076"/>
          <ac:spMkLst>
            <pc:docMk/>
            <pc:sldMk cId="7423801" sldId="564"/>
            <ac:spMk id="42" creationId="{85F63324-4D35-CE51-49EE-E1511E96371E}"/>
          </ac:spMkLst>
        </pc:spChg>
        <pc:spChg chg="mod">
          <ac:chgData name="Yeo Xiong Wei, Jonathan" userId="ac2b658e-7ce1-44bb-9f9f-bf4198ceaa29" providerId="ADAL" clId="{C68A1885-9CA1-4912-BABF-A82A66D5C1D6}" dt="2024-04-26T08:58:25.950" v="4342" actId="1076"/>
          <ac:spMkLst>
            <pc:docMk/>
            <pc:sldMk cId="7423801" sldId="564"/>
            <ac:spMk id="43" creationId="{4A05606A-8E3E-587C-DC96-10E8992B1EEA}"/>
          </ac:spMkLst>
        </pc:spChg>
        <pc:spChg chg="mod">
          <ac:chgData name="Yeo Xiong Wei, Jonathan" userId="ac2b658e-7ce1-44bb-9f9f-bf4198ceaa29" providerId="ADAL" clId="{C68A1885-9CA1-4912-BABF-A82A66D5C1D6}" dt="2024-04-26T08:58:25.950" v="4342" actId="1076"/>
          <ac:spMkLst>
            <pc:docMk/>
            <pc:sldMk cId="7423801" sldId="564"/>
            <ac:spMk id="44" creationId="{F57CD2D7-2D89-D4B2-2D47-991FADB06868}"/>
          </ac:spMkLst>
        </pc:spChg>
        <pc:spChg chg="mod">
          <ac:chgData name="Yeo Xiong Wei, Jonathan" userId="ac2b658e-7ce1-44bb-9f9f-bf4198ceaa29" providerId="ADAL" clId="{C68A1885-9CA1-4912-BABF-A82A66D5C1D6}" dt="2024-04-26T08:58:25.950" v="4342" actId="1076"/>
          <ac:spMkLst>
            <pc:docMk/>
            <pc:sldMk cId="7423801" sldId="564"/>
            <ac:spMk id="45" creationId="{C0F7A4D4-290D-9F75-52E4-8ABDC1F978F5}"/>
          </ac:spMkLst>
        </pc:spChg>
        <pc:spChg chg="mod">
          <ac:chgData name="Yeo Xiong Wei, Jonathan" userId="ac2b658e-7ce1-44bb-9f9f-bf4198ceaa29" providerId="ADAL" clId="{C68A1885-9CA1-4912-BABF-A82A66D5C1D6}" dt="2024-04-26T08:58:25.950" v="4342" actId="1076"/>
          <ac:spMkLst>
            <pc:docMk/>
            <pc:sldMk cId="7423801" sldId="564"/>
            <ac:spMk id="46" creationId="{6A20FD5B-DB18-D6E1-C124-BA188A8090D7}"/>
          </ac:spMkLst>
        </pc:spChg>
        <pc:spChg chg="mod">
          <ac:chgData name="Yeo Xiong Wei, Jonathan" userId="ac2b658e-7ce1-44bb-9f9f-bf4198ceaa29" providerId="ADAL" clId="{C68A1885-9CA1-4912-BABF-A82A66D5C1D6}" dt="2024-04-26T08:58:25.950" v="4342" actId="1076"/>
          <ac:spMkLst>
            <pc:docMk/>
            <pc:sldMk cId="7423801" sldId="564"/>
            <ac:spMk id="47" creationId="{79612624-F6AA-F944-C95E-15E405D886FD}"/>
          </ac:spMkLst>
        </pc:spChg>
        <pc:spChg chg="mod">
          <ac:chgData name="Yeo Xiong Wei, Jonathan" userId="ac2b658e-7ce1-44bb-9f9f-bf4198ceaa29" providerId="ADAL" clId="{C68A1885-9CA1-4912-BABF-A82A66D5C1D6}" dt="2024-04-26T08:58:25.950" v="4342" actId="1076"/>
          <ac:spMkLst>
            <pc:docMk/>
            <pc:sldMk cId="7423801" sldId="564"/>
            <ac:spMk id="48" creationId="{5B4DC293-7A7B-AC24-019B-4D4B07405D22}"/>
          </ac:spMkLst>
        </pc:spChg>
        <pc:spChg chg="mod">
          <ac:chgData name="Yeo Xiong Wei, Jonathan" userId="ac2b658e-7ce1-44bb-9f9f-bf4198ceaa29" providerId="ADAL" clId="{C68A1885-9CA1-4912-BABF-A82A66D5C1D6}" dt="2024-04-26T08:58:25.950" v="4342" actId="1076"/>
          <ac:spMkLst>
            <pc:docMk/>
            <pc:sldMk cId="7423801" sldId="564"/>
            <ac:spMk id="49" creationId="{8EC6B8DC-E61D-673E-7831-61318A0DEC7E}"/>
          </ac:spMkLst>
        </pc:spChg>
        <pc:spChg chg="mod">
          <ac:chgData name="Yeo Xiong Wei, Jonathan" userId="ac2b658e-7ce1-44bb-9f9f-bf4198ceaa29" providerId="ADAL" clId="{C68A1885-9CA1-4912-BABF-A82A66D5C1D6}" dt="2024-04-26T08:58:25.950" v="4342" actId="1076"/>
          <ac:spMkLst>
            <pc:docMk/>
            <pc:sldMk cId="7423801" sldId="564"/>
            <ac:spMk id="50" creationId="{6551C887-BAE5-2F87-9AA3-E7AC9139AD01}"/>
          </ac:spMkLst>
        </pc:spChg>
        <pc:cxnChg chg="mod">
          <ac:chgData name="Yeo Xiong Wei, Jonathan" userId="ac2b658e-7ce1-44bb-9f9f-bf4198ceaa29" providerId="ADAL" clId="{C68A1885-9CA1-4912-BABF-A82A66D5C1D6}" dt="2024-04-26T08:58:25.950" v="4342" actId="1076"/>
          <ac:cxnSpMkLst>
            <pc:docMk/>
            <pc:sldMk cId="7423801" sldId="564"/>
            <ac:cxnSpMk id="5" creationId="{A51511EB-F7C6-D7AE-3ACE-0DCF76BF3C09}"/>
          </ac:cxnSpMkLst>
        </pc:cxnChg>
        <pc:cxnChg chg="mod">
          <ac:chgData name="Yeo Xiong Wei, Jonathan" userId="ac2b658e-7ce1-44bb-9f9f-bf4198ceaa29" providerId="ADAL" clId="{C68A1885-9CA1-4912-BABF-A82A66D5C1D6}" dt="2024-04-26T08:58:25.950" v="4342" actId="1076"/>
          <ac:cxnSpMkLst>
            <pc:docMk/>
            <pc:sldMk cId="7423801" sldId="564"/>
            <ac:cxnSpMk id="7" creationId="{0E2BFDB7-2B53-99B1-FD8E-AFDC23476AD0}"/>
          </ac:cxnSpMkLst>
        </pc:cxnChg>
        <pc:cxnChg chg="mod">
          <ac:chgData name="Yeo Xiong Wei, Jonathan" userId="ac2b658e-7ce1-44bb-9f9f-bf4198ceaa29" providerId="ADAL" clId="{C68A1885-9CA1-4912-BABF-A82A66D5C1D6}" dt="2024-04-26T08:58:25.950" v="4342" actId="1076"/>
          <ac:cxnSpMkLst>
            <pc:docMk/>
            <pc:sldMk cId="7423801" sldId="564"/>
            <ac:cxnSpMk id="11" creationId="{D81E05CC-01A2-70F4-D399-BD4287687745}"/>
          </ac:cxnSpMkLst>
        </pc:cxnChg>
        <pc:cxnChg chg="mod">
          <ac:chgData name="Yeo Xiong Wei, Jonathan" userId="ac2b658e-7ce1-44bb-9f9f-bf4198ceaa29" providerId="ADAL" clId="{C68A1885-9CA1-4912-BABF-A82A66D5C1D6}" dt="2024-04-26T08:58:25.950" v="4342" actId="1076"/>
          <ac:cxnSpMkLst>
            <pc:docMk/>
            <pc:sldMk cId="7423801" sldId="564"/>
            <ac:cxnSpMk id="12" creationId="{0A7F6C5D-ED94-B261-46AA-3D30FD4A4516}"/>
          </ac:cxnSpMkLst>
        </pc:cxnChg>
        <pc:cxnChg chg="mod">
          <ac:chgData name="Yeo Xiong Wei, Jonathan" userId="ac2b658e-7ce1-44bb-9f9f-bf4198ceaa29" providerId="ADAL" clId="{C68A1885-9CA1-4912-BABF-A82A66D5C1D6}" dt="2024-04-26T08:58:25.950" v="4342" actId="1076"/>
          <ac:cxnSpMkLst>
            <pc:docMk/>
            <pc:sldMk cId="7423801" sldId="564"/>
            <ac:cxnSpMk id="15" creationId="{6F6C2383-92A9-9B37-90A4-F8F07390C732}"/>
          </ac:cxnSpMkLst>
        </pc:cxnChg>
        <pc:cxnChg chg="mod">
          <ac:chgData name="Yeo Xiong Wei, Jonathan" userId="ac2b658e-7ce1-44bb-9f9f-bf4198ceaa29" providerId="ADAL" clId="{C68A1885-9CA1-4912-BABF-A82A66D5C1D6}" dt="2024-04-26T08:58:25.950" v="4342" actId="1076"/>
          <ac:cxnSpMkLst>
            <pc:docMk/>
            <pc:sldMk cId="7423801" sldId="564"/>
            <ac:cxnSpMk id="16" creationId="{9BE5EE89-5EEE-CCBF-4E01-A74FA7A85D03}"/>
          </ac:cxnSpMkLst>
        </pc:cxnChg>
        <pc:cxnChg chg="mod">
          <ac:chgData name="Yeo Xiong Wei, Jonathan" userId="ac2b658e-7ce1-44bb-9f9f-bf4198ceaa29" providerId="ADAL" clId="{C68A1885-9CA1-4912-BABF-A82A66D5C1D6}" dt="2024-04-26T08:58:25.950" v="4342" actId="1076"/>
          <ac:cxnSpMkLst>
            <pc:docMk/>
            <pc:sldMk cId="7423801" sldId="564"/>
            <ac:cxnSpMk id="19" creationId="{4D6AF1D0-79B1-BCE6-BC3E-F15F5CC99E28}"/>
          </ac:cxnSpMkLst>
        </pc:cxnChg>
        <pc:cxnChg chg="mod">
          <ac:chgData name="Yeo Xiong Wei, Jonathan" userId="ac2b658e-7ce1-44bb-9f9f-bf4198ceaa29" providerId="ADAL" clId="{C68A1885-9CA1-4912-BABF-A82A66D5C1D6}" dt="2024-04-26T08:58:25.950" v="4342" actId="1076"/>
          <ac:cxnSpMkLst>
            <pc:docMk/>
            <pc:sldMk cId="7423801" sldId="564"/>
            <ac:cxnSpMk id="20" creationId="{8B44AD2F-2C86-D416-9D5F-382AA7BEDFBE}"/>
          </ac:cxnSpMkLst>
        </pc:cxnChg>
        <pc:cxnChg chg="mod">
          <ac:chgData name="Yeo Xiong Wei, Jonathan" userId="ac2b658e-7ce1-44bb-9f9f-bf4198ceaa29" providerId="ADAL" clId="{C68A1885-9CA1-4912-BABF-A82A66D5C1D6}" dt="2024-04-26T08:58:25.950" v="4342" actId="1076"/>
          <ac:cxnSpMkLst>
            <pc:docMk/>
            <pc:sldMk cId="7423801" sldId="564"/>
            <ac:cxnSpMk id="23" creationId="{50415D99-7317-C571-1335-570D93D66097}"/>
          </ac:cxnSpMkLst>
        </pc:cxnChg>
        <pc:cxnChg chg="mod">
          <ac:chgData name="Yeo Xiong Wei, Jonathan" userId="ac2b658e-7ce1-44bb-9f9f-bf4198ceaa29" providerId="ADAL" clId="{C68A1885-9CA1-4912-BABF-A82A66D5C1D6}" dt="2024-04-26T08:58:25.950" v="4342" actId="1076"/>
          <ac:cxnSpMkLst>
            <pc:docMk/>
            <pc:sldMk cId="7423801" sldId="564"/>
            <ac:cxnSpMk id="24" creationId="{D06BB190-AFFD-136A-364C-96154048676C}"/>
          </ac:cxnSpMkLst>
        </pc:cxnChg>
        <pc:cxnChg chg="mod">
          <ac:chgData name="Yeo Xiong Wei, Jonathan" userId="ac2b658e-7ce1-44bb-9f9f-bf4198ceaa29" providerId="ADAL" clId="{C68A1885-9CA1-4912-BABF-A82A66D5C1D6}" dt="2024-04-26T08:58:25.950" v="4342" actId="1076"/>
          <ac:cxnSpMkLst>
            <pc:docMk/>
            <pc:sldMk cId="7423801" sldId="564"/>
            <ac:cxnSpMk id="25" creationId="{46DD161A-5124-E2BB-2B5A-6187ACEC5B85}"/>
          </ac:cxnSpMkLst>
        </pc:cxnChg>
        <pc:cxnChg chg="mod">
          <ac:chgData name="Yeo Xiong Wei, Jonathan" userId="ac2b658e-7ce1-44bb-9f9f-bf4198ceaa29" providerId="ADAL" clId="{C68A1885-9CA1-4912-BABF-A82A66D5C1D6}" dt="2024-04-26T08:58:25.950" v="4342" actId="1076"/>
          <ac:cxnSpMkLst>
            <pc:docMk/>
            <pc:sldMk cId="7423801" sldId="564"/>
            <ac:cxnSpMk id="26" creationId="{8198CDD0-3FFB-CBD4-79E4-0CF314C55C7A}"/>
          </ac:cxnSpMkLst>
        </pc:cxnChg>
        <pc:cxnChg chg="mod">
          <ac:chgData name="Yeo Xiong Wei, Jonathan" userId="ac2b658e-7ce1-44bb-9f9f-bf4198ceaa29" providerId="ADAL" clId="{C68A1885-9CA1-4912-BABF-A82A66D5C1D6}" dt="2024-04-26T08:58:25.950" v="4342" actId="1076"/>
          <ac:cxnSpMkLst>
            <pc:docMk/>
            <pc:sldMk cId="7423801" sldId="564"/>
            <ac:cxnSpMk id="27" creationId="{067BD52C-621D-EF77-6FD2-A0D62357C301}"/>
          </ac:cxnSpMkLst>
        </pc:cxnChg>
        <pc:cxnChg chg="mod">
          <ac:chgData name="Yeo Xiong Wei, Jonathan" userId="ac2b658e-7ce1-44bb-9f9f-bf4198ceaa29" providerId="ADAL" clId="{C68A1885-9CA1-4912-BABF-A82A66D5C1D6}" dt="2024-04-26T08:58:25.950" v="4342" actId="1076"/>
          <ac:cxnSpMkLst>
            <pc:docMk/>
            <pc:sldMk cId="7423801" sldId="564"/>
            <ac:cxnSpMk id="28" creationId="{4318A21D-59E9-C852-B25E-28229705E4B6}"/>
          </ac:cxnSpMkLst>
        </pc:cxnChg>
      </pc:sldChg>
      <pc:sldChg chg="modSp add mod modAnim">
        <pc:chgData name="Yeo Xiong Wei, Jonathan" userId="ac2b658e-7ce1-44bb-9f9f-bf4198ceaa29" providerId="ADAL" clId="{C68A1885-9CA1-4912-BABF-A82A66D5C1D6}" dt="2024-04-26T04:43:25.996" v="1503" actId="5793"/>
        <pc:sldMkLst>
          <pc:docMk/>
          <pc:sldMk cId="3214951750" sldId="567"/>
        </pc:sldMkLst>
        <pc:spChg chg="mod">
          <ac:chgData name="Yeo Xiong Wei, Jonathan" userId="ac2b658e-7ce1-44bb-9f9f-bf4198ceaa29" providerId="ADAL" clId="{C68A1885-9CA1-4912-BABF-A82A66D5C1D6}" dt="2024-04-26T04:43:25.996" v="1503" actId="5793"/>
          <ac:spMkLst>
            <pc:docMk/>
            <pc:sldMk cId="3214951750" sldId="567"/>
            <ac:spMk id="5" creationId="{B973BC25-B579-4FFA-A63E-6F445055AD26}"/>
          </ac:spMkLst>
        </pc:spChg>
        <pc:spChg chg="mod">
          <ac:chgData name="Yeo Xiong Wei, Jonathan" userId="ac2b658e-7ce1-44bb-9f9f-bf4198ceaa29" providerId="ADAL" clId="{C68A1885-9CA1-4912-BABF-A82A66D5C1D6}" dt="2024-04-26T04:33:29.776" v="766" actId="20577"/>
          <ac:spMkLst>
            <pc:docMk/>
            <pc:sldMk cId="3214951750" sldId="567"/>
            <ac:spMk id="33793" creationId="{00000000-0000-0000-0000-000000000000}"/>
          </ac:spMkLst>
        </pc:spChg>
      </pc:sldChg>
      <pc:sldChg chg="add del">
        <pc:chgData name="Yeo Xiong Wei, Jonathan" userId="ac2b658e-7ce1-44bb-9f9f-bf4198ceaa29" providerId="ADAL" clId="{C68A1885-9CA1-4912-BABF-A82A66D5C1D6}" dt="2024-04-26T04:33:25.291" v="754"/>
        <pc:sldMkLst>
          <pc:docMk/>
          <pc:sldMk cId="3447810725" sldId="567"/>
        </pc:sldMkLst>
      </pc:sldChg>
      <pc:sldChg chg="add del">
        <pc:chgData name="Yeo Xiong Wei, Jonathan" userId="ac2b658e-7ce1-44bb-9f9f-bf4198ceaa29" providerId="ADAL" clId="{C68A1885-9CA1-4912-BABF-A82A66D5C1D6}" dt="2024-04-25T05:03:43.677" v="2" actId="47"/>
        <pc:sldMkLst>
          <pc:docMk/>
          <pc:sldMk cId="3536616600" sldId="567"/>
        </pc:sldMkLst>
      </pc:sldChg>
      <pc:sldChg chg="modSp add mod">
        <pc:chgData name="Yeo Xiong Wei, Jonathan" userId="ac2b658e-7ce1-44bb-9f9f-bf4198ceaa29" providerId="ADAL" clId="{C68A1885-9CA1-4912-BABF-A82A66D5C1D6}" dt="2024-04-26T04:39:04.082" v="1356" actId="27636"/>
        <pc:sldMkLst>
          <pc:docMk/>
          <pc:sldMk cId="3123568816" sldId="568"/>
        </pc:sldMkLst>
        <pc:spChg chg="mod">
          <ac:chgData name="Yeo Xiong Wei, Jonathan" userId="ac2b658e-7ce1-44bb-9f9f-bf4198ceaa29" providerId="ADAL" clId="{C68A1885-9CA1-4912-BABF-A82A66D5C1D6}" dt="2024-04-26T04:39:04.082" v="1356" actId="27636"/>
          <ac:spMkLst>
            <pc:docMk/>
            <pc:sldMk cId="3123568816" sldId="568"/>
            <ac:spMk id="3" creationId="{34C6196F-CEB9-4FE3-8920-4C9C471A5A9A}"/>
          </ac:spMkLst>
        </pc:spChg>
      </pc:sldChg>
      <pc:sldChg chg="delSp modSp add mod delAnim modAnim modNotesTx">
        <pc:chgData name="Yeo Xiong Wei, Jonathan" userId="ac2b658e-7ce1-44bb-9f9f-bf4198ceaa29" providerId="ADAL" clId="{C68A1885-9CA1-4912-BABF-A82A66D5C1D6}" dt="2024-04-26T05:01:56.217" v="2665" actId="20577"/>
        <pc:sldMkLst>
          <pc:docMk/>
          <pc:sldMk cId="3725813567" sldId="569"/>
        </pc:sldMkLst>
        <pc:spChg chg="del">
          <ac:chgData name="Yeo Xiong Wei, Jonathan" userId="ac2b658e-7ce1-44bb-9f9f-bf4198ceaa29" providerId="ADAL" clId="{C68A1885-9CA1-4912-BABF-A82A66D5C1D6}" dt="2024-04-26T04:54:14.939" v="1653" actId="478"/>
          <ac:spMkLst>
            <pc:docMk/>
            <pc:sldMk cId="3725813567" sldId="569"/>
            <ac:spMk id="4" creationId="{EC1A1EC0-1EF0-C649-FF33-A22B08ADE64D}"/>
          </ac:spMkLst>
        </pc:spChg>
        <pc:spChg chg="del">
          <ac:chgData name="Yeo Xiong Wei, Jonathan" userId="ac2b658e-7ce1-44bb-9f9f-bf4198ceaa29" providerId="ADAL" clId="{C68A1885-9CA1-4912-BABF-A82A66D5C1D6}" dt="2024-04-26T04:54:16.273" v="1654" actId="478"/>
          <ac:spMkLst>
            <pc:docMk/>
            <pc:sldMk cId="3725813567" sldId="569"/>
            <ac:spMk id="5" creationId="{099C7AD3-9360-A8F4-E5E6-3FA8A8F9B7F6}"/>
          </ac:spMkLst>
        </pc:spChg>
        <pc:spChg chg="mod">
          <ac:chgData name="Yeo Xiong Wei, Jonathan" userId="ac2b658e-7ce1-44bb-9f9f-bf4198ceaa29" providerId="ADAL" clId="{C68A1885-9CA1-4912-BABF-A82A66D5C1D6}" dt="2024-04-26T05:01:56.217" v="2665" actId="20577"/>
          <ac:spMkLst>
            <pc:docMk/>
            <pc:sldMk cId="3725813567" sldId="569"/>
            <ac:spMk id="16" creationId="{DD99C6AA-4FB0-4001-819D-E2F987201D6E}"/>
          </ac:spMkLst>
        </pc:spChg>
        <pc:spChg chg="mod">
          <ac:chgData name="Yeo Xiong Wei, Jonathan" userId="ac2b658e-7ce1-44bb-9f9f-bf4198ceaa29" providerId="ADAL" clId="{C68A1885-9CA1-4912-BABF-A82A66D5C1D6}" dt="2024-04-26T04:55:10.972" v="1796" actId="20577"/>
          <ac:spMkLst>
            <pc:docMk/>
            <pc:sldMk cId="3725813567" sldId="569"/>
            <ac:spMk id="52225" creationId="{00000000-0000-0000-0000-000000000000}"/>
          </ac:spMkLst>
        </pc:spChg>
        <pc:picChg chg="del">
          <ac:chgData name="Yeo Xiong Wei, Jonathan" userId="ac2b658e-7ce1-44bb-9f9f-bf4198ceaa29" providerId="ADAL" clId="{C68A1885-9CA1-4912-BABF-A82A66D5C1D6}" dt="2024-04-26T04:54:13.595" v="1652" actId="478"/>
          <ac:picMkLst>
            <pc:docMk/>
            <pc:sldMk cId="3725813567" sldId="569"/>
            <ac:picMk id="2" creationId="{74E03A3E-1690-ED78-E3BE-29B782FC0DBD}"/>
          </ac:picMkLst>
        </pc:picChg>
      </pc:sldChg>
      <pc:sldChg chg="add del">
        <pc:chgData name="Yeo Xiong Wei, Jonathan" userId="ac2b658e-7ce1-44bb-9f9f-bf4198ceaa29" providerId="ADAL" clId="{C68A1885-9CA1-4912-BABF-A82A66D5C1D6}" dt="2024-04-26T08:29:44.611" v="2673" actId="47"/>
        <pc:sldMkLst>
          <pc:docMk/>
          <pc:sldMk cId="938141329" sldId="570"/>
        </pc:sldMkLst>
      </pc:sldChg>
      <pc:sldChg chg="modSp add mod">
        <pc:chgData name="Yeo Xiong Wei, Jonathan" userId="ac2b658e-7ce1-44bb-9f9f-bf4198ceaa29" providerId="ADAL" clId="{C68A1885-9CA1-4912-BABF-A82A66D5C1D6}" dt="2024-04-26T08:30:44.341" v="2684" actId="20577"/>
        <pc:sldMkLst>
          <pc:docMk/>
          <pc:sldMk cId="1019882243" sldId="570"/>
        </pc:sldMkLst>
        <pc:spChg chg="mod">
          <ac:chgData name="Yeo Xiong Wei, Jonathan" userId="ac2b658e-7ce1-44bb-9f9f-bf4198ceaa29" providerId="ADAL" clId="{C68A1885-9CA1-4912-BABF-A82A66D5C1D6}" dt="2024-04-26T08:30:44.341" v="2684" actId="20577"/>
          <ac:spMkLst>
            <pc:docMk/>
            <pc:sldMk cId="1019882243" sldId="570"/>
            <ac:spMk id="52225" creationId="{00000000-0000-0000-0000-000000000000}"/>
          </ac:spMkLst>
        </pc:spChg>
      </pc:sldChg>
      <pc:sldChg chg="addSp delSp modSp add mod delAnim">
        <pc:chgData name="Yeo Xiong Wei, Jonathan" userId="ac2b658e-7ce1-44bb-9f9f-bf4198ceaa29" providerId="ADAL" clId="{C68A1885-9CA1-4912-BABF-A82A66D5C1D6}" dt="2024-04-26T08:55:58.168" v="4295" actId="478"/>
        <pc:sldMkLst>
          <pc:docMk/>
          <pc:sldMk cId="357299465" sldId="571"/>
        </pc:sldMkLst>
        <pc:spChg chg="add del mod">
          <ac:chgData name="Yeo Xiong Wei, Jonathan" userId="ac2b658e-7ce1-44bb-9f9f-bf4198ceaa29" providerId="ADAL" clId="{C68A1885-9CA1-4912-BABF-A82A66D5C1D6}" dt="2024-04-26T08:38:10.842" v="3022" actId="3680"/>
          <ac:spMkLst>
            <pc:docMk/>
            <pc:sldMk cId="357299465" sldId="571"/>
            <ac:spMk id="4" creationId="{D637FC7C-4F77-0CA6-9D90-FDCF49C65578}"/>
          </ac:spMkLst>
        </pc:spChg>
        <pc:spChg chg="del">
          <ac:chgData name="Yeo Xiong Wei, Jonathan" userId="ac2b658e-7ce1-44bb-9f9f-bf4198ceaa29" providerId="ADAL" clId="{C68A1885-9CA1-4912-BABF-A82A66D5C1D6}" dt="2024-04-26T08:38:03.250" v="3021" actId="478"/>
          <ac:spMkLst>
            <pc:docMk/>
            <pc:sldMk cId="357299465" sldId="571"/>
            <ac:spMk id="5" creationId="{061BB625-FA9F-47AA-B90D-A911EB43A74D}"/>
          </ac:spMkLst>
        </pc:spChg>
        <pc:spChg chg="add mod">
          <ac:chgData name="Yeo Xiong Wei, Jonathan" userId="ac2b658e-7ce1-44bb-9f9f-bf4198ceaa29" providerId="ADAL" clId="{C68A1885-9CA1-4912-BABF-A82A66D5C1D6}" dt="2024-04-26T08:48:07.073" v="3611" actId="20577"/>
          <ac:spMkLst>
            <pc:docMk/>
            <pc:sldMk cId="357299465" sldId="571"/>
            <ac:spMk id="20" creationId="{B1B97EB1-D441-D96B-DEAD-EACF258855AA}"/>
          </ac:spMkLst>
        </pc:spChg>
        <pc:spChg chg="add mod">
          <ac:chgData name="Yeo Xiong Wei, Jonathan" userId="ac2b658e-7ce1-44bb-9f9f-bf4198ceaa29" providerId="ADAL" clId="{C68A1885-9CA1-4912-BABF-A82A66D5C1D6}" dt="2024-04-26T08:46:14.440" v="3370" actId="1076"/>
          <ac:spMkLst>
            <pc:docMk/>
            <pc:sldMk cId="357299465" sldId="571"/>
            <ac:spMk id="21" creationId="{7A49B587-E5CC-5CF6-EF36-191525497AB6}"/>
          </ac:spMkLst>
        </pc:spChg>
        <pc:spChg chg="add mod">
          <ac:chgData name="Yeo Xiong Wei, Jonathan" userId="ac2b658e-7ce1-44bb-9f9f-bf4198ceaa29" providerId="ADAL" clId="{C68A1885-9CA1-4912-BABF-A82A66D5C1D6}" dt="2024-04-26T08:46:14.440" v="3370" actId="1076"/>
          <ac:spMkLst>
            <pc:docMk/>
            <pc:sldMk cId="357299465" sldId="571"/>
            <ac:spMk id="22" creationId="{CE2F25CB-C43C-915B-F10D-9C990456EE3F}"/>
          </ac:spMkLst>
        </pc:spChg>
        <pc:spChg chg="add mod">
          <ac:chgData name="Yeo Xiong Wei, Jonathan" userId="ac2b658e-7ce1-44bb-9f9f-bf4198ceaa29" providerId="ADAL" clId="{C68A1885-9CA1-4912-BABF-A82A66D5C1D6}" dt="2024-04-26T08:46:14.440" v="3370" actId="1076"/>
          <ac:spMkLst>
            <pc:docMk/>
            <pc:sldMk cId="357299465" sldId="571"/>
            <ac:spMk id="23" creationId="{DBCB9E3F-4958-370A-B243-0FC1C93B6D51}"/>
          </ac:spMkLst>
        </pc:spChg>
        <pc:spChg chg="add mod">
          <ac:chgData name="Yeo Xiong Wei, Jonathan" userId="ac2b658e-7ce1-44bb-9f9f-bf4198ceaa29" providerId="ADAL" clId="{C68A1885-9CA1-4912-BABF-A82A66D5C1D6}" dt="2024-04-26T08:55:55.389" v="4294" actId="1076"/>
          <ac:spMkLst>
            <pc:docMk/>
            <pc:sldMk cId="357299465" sldId="571"/>
            <ac:spMk id="24" creationId="{57526AA7-CA92-B913-884D-7FC2110A5548}"/>
          </ac:spMkLst>
        </pc:spChg>
        <pc:spChg chg="add del mod">
          <ac:chgData name="Yeo Xiong Wei, Jonathan" userId="ac2b658e-7ce1-44bb-9f9f-bf4198ceaa29" providerId="ADAL" clId="{C68A1885-9CA1-4912-BABF-A82A66D5C1D6}" dt="2024-04-26T08:48:25.474" v="3615" actId="478"/>
          <ac:spMkLst>
            <pc:docMk/>
            <pc:sldMk cId="357299465" sldId="571"/>
            <ac:spMk id="29" creationId="{A9DA9123-5986-F3A0-181C-D86455CA9BC8}"/>
          </ac:spMkLst>
        </pc:spChg>
        <pc:spChg chg="add del mod">
          <ac:chgData name="Yeo Xiong Wei, Jonathan" userId="ac2b658e-7ce1-44bb-9f9f-bf4198ceaa29" providerId="ADAL" clId="{C68A1885-9CA1-4912-BABF-A82A66D5C1D6}" dt="2024-04-26T08:48:23.976" v="3614" actId="478"/>
          <ac:spMkLst>
            <pc:docMk/>
            <pc:sldMk cId="357299465" sldId="571"/>
            <ac:spMk id="30" creationId="{84A68C8D-3EEF-90E1-DDBD-2A820B4AEC75}"/>
          </ac:spMkLst>
        </pc:spChg>
        <pc:spChg chg="add del mod">
          <ac:chgData name="Yeo Xiong Wei, Jonathan" userId="ac2b658e-7ce1-44bb-9f9f-bf4198ceaa29" providerId="ADAL" clId="{C68A1885-9CA1-4912-BABF-A82A66D5C1D6}" dt="2024-04-26T08:48:26.634" v="3616" actId="478"/>
          <ac:spMkLst>
            <pc:docMk/>
            <pc:sldMk cId="357299465" sldId="571"/>
            <ac:spMk id="31" creationId="{6199C9A1-4E4E-71FC-9DEF-F9D8D6CA1294}"/>
          </ac:spMkLst>
        </pc:spChg>
        <pc:spChg chg="add mod">
          <ac:chgData name="Yeo Xiong Wei, Jonathan" userId="ac2b658e-7ce1-44bb-9f9f-bf4198ceaa29" providerId="ADAL" clId="{C68A1885-9CA1-4912-BABF-A82A66D5C1D6}" dt="2024-04-26T08:55:55.389" v="4294" actId="1076"/>
          <ac:spMkLst>
            <pc:docMk/>
            <pc:sldMk cId="357299465" sldId="571"/>
            <ac:spMk id="41" creationId="{BC5AD3FA-1A69-B442-D195-4397D4D3EF0F}"/>
          </ac:spMkLst>
        </pc:spChg>
        <pc:spChg chg="add mod">
          <ac:chgData name="Yeo Xiong Wei, Jonathan" userId="ac2b658e-7ce1-44bb-9f9f-bf4198ceaa29" providerId="ADAL" clId="{C68A1885-9CA1-4912-BABF-A82A66D5C1D6}" dt="2024-04-26T08:55:55.389" v="4294" actId="1076"/>
          <ac:spMkLst>
            <pc:docMk/>
            <pc:sldMk cId="357299465" sldId="571"/>
            <ac:spMk id="42" creationId="{3CE9B72E-5C08-C70C-DABC-C2E2B9229D84}"/>
          </ac:spMkLst>
        </pc:spChg>
        <pc:spChg chg="add mod">
          <ac:chgData name="Yeo Xiong Wei, Jonathan" userId="ac2b658e-7ce1-44bb-9f9f-bf4198ceaa29" providerId="ADAL" clId="{C68A1885-9CA1-4912-BABF-A82A66D5C1D6}" dt="2024-04-26T08:55:55.389" v="4294" actId="1076"/>
          <ac:spMkLst>
            <pc:docMk/>
            <pc:sldMk cId="357299465" sldId="571"/>
            <ac:spMk id="43" creationId="{AF9922DE-F4A6-5268-3D8A-B83C0137204F}"/>
          </ac:spMkLst>
        </pc:spChg>
        <pc:spChg chg="add mod">
          <ac:chgData name="Yeo Xiong Wei, Jonathan" userId="ac2b658e-7ce1-44bb-9f9f-bf4198ceaa29" providerId="ADAL" clId="{C68A1885-9CA1-4912-BABF-A82A66D5C1D6}" dt="2024-04-26T08:55:55.389" v="4294" actId="1076"/>
          <ac:spMkLst>
            <pc:docMk/>
            <pc:sldMk cId="357299465" sldId="571"/>
            <ac:spMk id="44" creationId="{EE35AE3D-97C8-FE61-6FEB-31B835779A9D}"/>
          </ac:spMkLst>
        </pc:spChg>
        <pc:spChg chg="add del mod">
          <ac:chgData name="Yeo Xiong Wei, Jonathan" userId="ac2b658e-7ce1-44bb-9f9f-bf4198ceaa29" providerId="ADAL" clId="{C68A1885-9CA1-4912-BABF-A82A66D5C1D6}" dt="2024-04-26T08:55:17.353" v="4288" actId="21"/>
          <ac:spMkLst>
            <pc:docMk/>
            <pc:sldMk cId="357299465" sldId="571"/>
            <ac:spMk id="45" creationId="{92780160-BC54-1A4F-D59A-C4823ED553E9}"/>
          </ac:spMkLst>
        </pc:spChg>
        <pc:grpChg chg="add mod">
          <ac:chgData name="Yeo Xiong Wei, Jonathan" userId="ac2b658e-7ce1-44bb-9f9f-bf4198ceaa29" providerId="ADAL" clId="{C68A1885-9CA1-4912-BABF-A82A66D5C1D6}" dt="2024-04-26T08:55:55.389" v="4294" actId="1076"/>
          <ac:grpSpMkLst>
            <pc:docMk/>
            <pc:sldMk cId="357299465" sldId="571"/>
            <ac:grpSpMk id="32" creationId="{A77F2B90-2F3D-6CD3-EFED-F238FDAF26DA}"/>
          </ac:grpSpMkLst>
        </pc:grpChg>
        <pc:graphicFrameChg chg="add mod ord modGraphic">
          <ac:chgData name="Yeo Xiong Wei, Jonathan" userId="ac2b658e-7ce1-44bb-9f9f-bf4198ceaa29" providerId="ADAL" clId="{C68A1885-9CA1-4912-BABF-A82A66D5C1D6}" dt="2024-04-26T08:46:14.440" v="3370" actId="1076"/>
          <ac:graphicFrameMkLst>
            <pc:docMk/>
            <pc:sldMk cId="357299465" sldId="571"/>
            <ac:graphicFrameMk id="6" creationId="{9AAC863F-BC77-4B66-13B9-610B00061FCB}"/>
          </ac:graphicFrameMkLst>
        </pc:graphicFrameChg>
        <pc:graphicFrameChg chg="add mod modGraphic">
          <ac:chgData name="Yeo Xiong Wei, Jonathan" userId="ac2b658e-7ce1-44bb-9f9f-bf4198ceaa29" providerId="ADAL" clId="{C68A1885-9CA1-4912-BABF-A82A66D5C1D6}" dt="2024-04-26T08:49:40.807" v="3709" actId="164"/>
          <ac:graphicFrameMkLst>
            <pc:docMk/>
            <pc:sldMk cId="357299465" sldId="571"/>
            <ac:graphicFrameMk id="25" creationId="{E714597E-DE54-DE92-37A6-83ACFEB6322A}"/>
          </ac:graphicFrameMkLst>
        </pc:graphicFrameChg>
        <pc:graphicFrameChg chg="add mod">
          <ac:chgData name="Yeo Xiong Wei, Jonathan" userId="ac2b658e-7ce1-44bb-9f9f-bf4198ceaa29" providerId="ADAL" clId="{C68A1885-9CA1-4912-BABF-A82A66D5C1D6}" dt="2024-04-26T08:55:55.389" v="4294" actId="1076"/>
          <ac:graphicFrameMkLst>
            <pc:docMk/>
            <pc:sldMk cId="357299465" sldId="571"/>
            <ac:graphicFrameMk id="33" creationId="{88A0BD53-A546-0C60-FCAF-20EF4C3CD222}"/>
          </ac:graphicFrameMkLst>
        </pc:graphicFrameChg>
        <pc:graphicFrameChg chg="add mod">
          <ac:chgData name="Yeo Xiong Wei, Jonathan" userId="ac2b658e-7ce1-44bb-9f9f-bf4198ceaa29" providerId="ADAL" clId="{C68A1885-9CA1-4912-BABF-A82A66D5C1D6}" dt="2024-04-26T08:55:55.389" v="4294" actId="1076"/>
          <ac:graphicFrameMkLst>
            <pc:docMk/>
            <pc:sldMk cId="357299465" sldId="571"/>
            <ac:graphicFrameMk id="37" creationId="{2C97C834-A587-2015-4713-EC54A99059F8}"/>
          </ac:graphicFrameMkLst>
        </pc:graphicFrameChg>
        <pc:picChg chg="add mod">
          <ac:chgData name="Yeo Xiong Wei, Jonathan" userId="ac2b658e-7ce1-44bb-9f9f-bf4198ceaa29" providerId="ADAL" clId="{C68A1885-9CA1-4912-BABF-A82A66D5C1D6}" dt="2024-04-26T08:46:14.440" v="3370" actId="1076"/>
          <ac:picMkLst>
            <pc:docMk/>
            <pc:sldMk cId="357299465" sldId="571"/>
            <ac:picMk id="9" creationId="{ECD14E8A-9507-6F5E-14B1-6D8E7A1C306B}"/>
          </ac:picMkLst>
        </pc:picChg>
        <pc:picChg chg="add mod">
          <ac:chgData name="Yeo Xiong Wei, Jonathan" userId="ac2b658e-7ce1-44bb-9f9f-bf4198ceaa29" providerId="ADAL" clId="{C68A1885-9CA1-4912-BABF-A82A66D5C1D6}" dt="2024-04-26T08:46:14.440" v="3370" actId="1076"/>
          <ac:picMkLst>
            <pc:docMk/>
            <pc:sldMk cId="357299465" sldId="571"/>
            <ac:picMk id="11" creationId="{326017AC-A444-7E29-9427-7157A8A3AE60}"/>
          </ac:picMkLst>
        </pc:picChg>
        <pc:picChg chg="add mod">
          <ac:chgData name="Yeo Xiong Wei, Jonathan" userId="ac2b658e-7ce1-44bb-9f9f-bf4198ceaa29" providerId="ADAL" clId="{C68A1885-9CA1-4912-BABF-A82A66D5C1D6}" dt="2024-04-26T08:40:33.389" v="3070" actId="931"/>
          <ac:picMkLst>
            <pc:docMk/>
            <pc:sldMk cId="357299465" sldId="571"/>
            <ac:picMk id="13" creationId="{470B9C3A-7433-E811-4482-34D832403BC2}"/>
          </ac:picMkLst>
        </pc:picChg>
        <pc:picChg chg="add del mod">
          <ac:chgData name="Yeo Xiong Wei, Jonathan" userId="ac2b658e-7ce1-44bb-9f9f-bf4198ceaa29" providerId="ADAL" clId="{C68A1885-9CA1-4912-BABF-A82A66D5C1D6}" dt="2024-04-26T08:55:58.168" v="4295" actId="478"/>
          <ac:picMkLst>
            <pc:docMk/>
            <pc:sldMk cId="357299465" sldId="571"/>
            <ac:picMk id="15" creationId="{BE26A883-C03A-DE62-1F05-A714DD11AC69}"/>
          </ac:picMkLst>
        </pc:picChg>
        <pc:picChg chg="add del mod">
          <ac:chgData name="Yeo Xiong Wei, Jonathan" userId="ac2b658e-7ce1-44bb-9f9f-bf4198ceaa29" providerId="ADAL" clId="{C68A1885-9CA1-4912-BABF-A82A66D5C1D6}" dt="2024-04-26T08:44:35.795" v="3257" actId="478"/>
          <ac:picMkLst>
            <pc:docMk/>
            <pc:sldMk cId="357299465" sldId="571"/>
            <ac:picMk id="17" creationId="{76B5CE35-8CE5-E786-40A3-1B7991CFE5BB}"/>
          </ac:picMkLst>
        </pc:picChg>
        <pc:picChg chg="add mod">
          <ac:chgData name="Yeo Xiong Wei, Jonathan" userId="ac2b658e-7ce1-44bb-9f9f-bf4198ceaa29" providerId="ADAL" clId="{C68A1885-9CA1-4912-BABF-A82A66D5C1D6}" dt="2024-04-26T08:46:14.440" v="3370" actId="1076"/>
          <ac:picMkLst>
            <pc:docMk/>
            <pc:sldMk cId="357299465" sldId="571"/>
            <ac:picMk id="19" creationId="{A33202DD-7592-780E-8DB3-F6166F350994}"/>
          </ac:picMkLst>
        </pc:picChg>
        <pc:picChg chg="add mod">
          <ac:chgData name="Yeo Xiong Wei, Jonathan" userId="ac2b658e-7ce1-44bb-9f9f-bf4198ceaa29" providerId="ADAL" clId="{C68A1885-9CA1-4912-BABF-A82A66D5C1D6}" dt="2024-04-26T08:49:40.807" v="3709" actId="164"/>
          <ac:picMkLst>
            <pc:docMk/>
            <pc:sldMk cId="357299465" sldId="571"/>
            <ac:picMk id="26" creationId="{EA83B30F-A40D-15B0-F72C-E1F978C802FF}"/>
          </ac:picMkLst>
        </pc:picChg>
        <pc:picChg chg="add mod">
          <ac:chgData name="Yeo Xiong Wei, Jonathan" userId="ac2b658e-7ce1-44bb-9f9f-bf4198ceaa29" providerId="ADAL" clId="{C68A1885-9CA1-4912-BABF-A82A66D5C1D6}" dt="2024-04-26T08:49:52.905" v="3716" actId="1035"/>
          <ac:picMkLst>
            <pc:docMk/>
            <pc:sldMk cId="357299465" sldId="571"/>
            <ac:picMk id="27" creationId="{EE0F6B07-B8DF-C6AE-91A4-B1DFFB324003}"/>
          </ac:picMkLst>
        </pc:picChg>
        <pc:picChg chg="add mod">
          <ac:chgData name="Yeo Xiong Wei, Jonathan" userId="ac2b658e-7ce1-44bb-9f9f-bf4198ceaa29" providerId="ADAL" clId="{C68A1885-9CA1-4912-BABF-A82A66D5C1D6}" dt="2024-04-26T08:49:40.807" v="3709" actId="164"/>
          <ac:picMkLst>
            <pc:docMk/>
            <pc:sldMk cId="357299465" sldId="571"/>
            <ac:picMk id="28" creationId="{794F661F-AAA0-77D8-940D-C3C55FB20053}"/>
          </ac:picMkLst>
        </pc:picChg>
        <pc:picChg chg="add mod">
          <ac:chgData name="Yeo Xiong Wei, Jonathan" userId="ac2b658e-7ce1-44bb-9f9f-bf4198ceaa29" providerId="ADAL" clId="{C68A1885-9CA1-4912-BABF-A82A66D5C1D6}" dt="2024-04-26T08:55:55.389" v="4294" actId="1076"/>
          <ac:picMkLst>
            <pc:docMk/>
            <pc:sldMk cId="357299465" sldId="571"/>
            <ac:picMk id="34" creationId="{4AF4453D-0BB7-95C6-F4D2-F1B2FBA7BBE0}"/>
          </ac:picMkLst>
        </pc:picChg>
        <pc:picChg chg="add mod">
          <ac:chgData name="Yeo Xiong Wei, Jonathan" userId="ac2b658e-7ce1-44bb-9f9f-bf4198ceaa29" providerId="ADAL" clId="{C68A1885-9CA1-4912-BABF-A82A66D5C1D6}" dt="2024-04-26T08:55:55.389" v="4294" actId="1076"/>
          <ac:picMkLst>
            <pc:docMk/>
            <pc:sldMk cId="357299465" sldId="571"/>
            <ac:picMk id="35" creationId="{83747BDE-CDB6-0E8D-BD11-6E53C81831CE}"/>
          </ac:picMkLst>
        </pc:picChg>
        <pc:picChg chg="add mod">
          <ac:chgData name="Yeo Xiong Wei, Jonathan" userId="ac2b658e-7ce1-44bb-9f9f-bf4198ceaa29" providerId="ADAL" clId="{C68A1885-9CA1-4912-BABF-A82A66D5C1D6}" dt="2024-04-26T08:55:55.389" v="4294" actId="1076"/>
          <ac:picMkLst>
            <pc:docMk/>
            <pc:sldMk cId="357299465" sldId="571"/>
            <ac:picMk id="36" creationId="{39442F32-435A-E0C1-7417-7A577E03D8B5}"/>
          </ac:picMkLst>
        </pc:picChg>
        <pc:picChg chg="add mod">
          <ac:chgData name="Yeo Xiong Wei, Jonathan" userId="ac2b658e-7ce1-44bb-9f9f-bf4198ceaa29" providerId="ADAL" clId="{C68A1885-9CA1-4912-BABF-A82A66D5C1D6}" dt="2024-04-26T08:55:55.389" v="4294" actId="1076"/>
          <ac:picMkLst>
            <pc:docMk/>
            <pc:sldMk cId="357299465" sldId="571"/>
            <ac:picMk id="38" creationId="{B96A2BF1-2F46-1574-A2AF-B214C89E9DCC}"/>
          </ac:picMkLst>
        </pc:picChg>
        <pc:picChg chg="add mod">
          <ac:chgData name="Yeo Xiong Wei, Jonathan" userId="ac2b658e-7ce1-44bb-9f9f-bf4198ceaa29" providerId="ADAL" clId="{C68A1885-9CA1-4912-BABF-A82A66D5C1D6}" dt="2024-04-26T08:55:55.389" v="4294" actId="1076"/>
          <ac:picMkLst>
            <pc:docMk/>
            <pc:sldMk cId="357299465" sldId="571"/>
            <ac:picMk id="39" creationId="{DE619637-6548-5377-4617-CE09162F76D4}"/>
          </ac:picMkLst>
        </pc:picChg>
        <pc:picChg chg="add mod">
          <ac:chgData name="Yeo Xiong Wei, Jonathan" userId="ac2b658e-7ce1-44bb-9f9f-bf4198ceaa29" providerId="ADAL" clId="{C68A1885-9CA1-4912-BABF-A82A66D5C1D6}" dt="2024-04-26T08:55:55.389" v="4294" actId="1076"/>
          <ac:picMkLst>
            <pc:docMk/>
            <pc:sldMk cId="357299465" sldId="571"/>
            <ac:picMk id="40" creationId="{0116778A-5352-AF82-1A94-3E78E1EA465B}"/>
          </ac:picMkLst>
        </pc:picChg>
      </pc:sldChg>
      <pc:sldChg chg="modSp add mod">
        <pc:chgData name="Yeo Xiong Wei, Jonathan" userId="ac2b658e-7ce1-44bb-9f9f-bf4198ceaa29" providerId="ADAL" clId="{C68A1885-9CA1-4912-BABF-A82A66D5C1D6}" dt="2024-04-26T08:56:20.905" v="4327" actId="20577"/>
        <pc:sldMkLst>
          <pc:docMk/>
          <pc:sldMk cId="1136581677" sldId="572"/>
        </pc:sldMkLst>
        <pc:spChg chg="mod">
          <ac:chgData name="Yeo Xiong Wei, Jonathan" userId="ac2b658e-7ce1-44bb-9f9f-bf4198ceaa29" providerId="ADAL" clId="{C68A1885-9CA1-4912-BABF-A82A66D5C1D6}" dt="2024-04-26T08:56:20.905" v="4327" actId="20577"/>
          <ac:spMkLst>
            <pc:docMk/>
            <pc:sldMk cId="1136581677" sldId="572"/>
            <ac:spMk id="2" creationId="{AC01609E-06F3-4BC5-AAF3-53EBE98C380B}"/>
          </ac:spMkLst>
        </pc:spChg>
      </pc:sldChg>
      <pc:sldChg chg="modSp add mod modAnim">
        <pc:chgData name="Yeo Xiong Wei, Jonathan" userId="ac2b658e-7ce1-44bb-9f9f-bf4198ceaa29" providerId="ADAL" clId="{C68A1885-9CA1-4912-BABF-A82A66D5C1D6}" dt="2024-05-02T07:52:39.234" v="4387" actId="20577"/>
        <pc:sldMkLst>
          <pc:docMk/>
          <pc:sldMk cId="2239341696" sldId="573"/>
        </pc:sldMkLst>
        <pc:spChg chg="mod">
          <ac:chgData name="Yeo Xiong Wei, Jonathan" userId="ac2b658e-7ce1-44bb-9f9f-bf4198ceaa29" providerId="ADAL" clId="{C68A1885-9CA1-4912-BABF-A82A66D5C1D6}" dt="2024-04-26T08:59:46.497" v="4346" actId="1076"/>
          <ac:spMkLst>
            <pc:docMk/>
            <pc:sldMk cId="2239341696" sldId="573"/>
            <ac:spMk id="4" creationId="{EC1A1EC0-1EF0-C649-FF33-A22B08ADE64D}"/>
          </ac:spMkLst>
        </pc:spChg>
        <pc:spChg chg="mod">
          <ac:chgData name="Yeo Xiong Wei, Jonathan" userId="ac2b658e-7ce1-44bb-9f9f-bf4198ceaa29" providerId="ADAL" clId="{C68A1885-9CA1-4912-BABF-A82A66D5C1D6}" dt="2024-05-02T06:05:01.049" v="4355" actId="6549"/>
          <ac:spMkLst>
            <pc:docMk/>
            <pc:sldMk cId="2239341696" sldId="573"/>
            <ac:spMk id="5" creationId="{099C7AD3-9360-A8F4-E5E6-3FA8A8F9B7F6}"/>
          </ac:spMkLst>
        </pc:spChg>
        <pc:spChg chg="mod">
          <ac:chgData name="Yeo Xiong Wei, Jonathan" userId="ac2b658e-7ce1-44bb-9f9f-bf4198ceaa29" providerId="ADAL" clId="{C68A1885-9CA1-4912-BABF-A82A66D5C1D6}" dt="2024-05-02T07:52:39.234" v="4387" actId="20577"/>
          <ac:spMkLst>
            <pc:docMk/>
            <pc:sldMk cId="2239341696" sldId="573"/>
            <ac:spMk id="52225" creationId="{00000000-0000-0000-0000-000000000000}"/>
          </ac:spMkLst>
        </pc:spChg>
        <pc:picChg chg="mod">
          <ac:chgData name="Yeo Xiong Wei, Jonathan" userId="ac2b658e-7ce1-44bb-9f9f-bf4198ceaa29" providerId="ADAL" clId="{C68A1885-9CA1-4912-BABF-A82A66D5C1D6}" dt="2024-04-26T08:59:44.135" v="4345" actId="1076"/>
          <ac:picMkLst>
            <pc:docMk/>
            <pc:sldMk cId="2239341696" sldId="573"/>
            <ac:picMk id="2" creationId="{74E03A3E-1690-ED78-E3BE-29B782FC0DBD}"/>
          </ac:picMkLst>
        </pc:picChg>
      </pc:sldChg>
      <pc:sldChg chg="delSp modSp add mod delAnim">
        <pc:chgData name="Yeo Xiong Wei, Jonathan" userId="ac2b658e-7ce1-44bb-9f9f-bf4198ceaa29" providerId="ADAL" clId="{C68A1885-9CA1-4912-BABF-A82A66D5C1D6}" dt="2024-05-02T07:52:44.505" v="4389" actId="20577"/>
        <pc:sldMkLst>
          <pc:docMk/>
          <pc:sldMk cId="657825361" sldId="574"/>
        </pc:sldMkLst>
        <pc:spChg chg="del">
          <ac:chgData name="Yeo Xiong Wei, Jonathan" userId="ac2b658e-7ce1-44bb-9f9f-bf4198ceaa29" providerId="ADAL" clId="{C68A1885-9CA1-4912-BABF-A82A66D5C1D6}" dt="2024-04-26T08:59:57.368" v="4348" actId="478"/>
          <ac:spMkLst>
            <pc:docMk/>
            <pc:sldMk cId="657825361" sldId="574"/>
            <ac:spMk id="54" creationId="{28597C62-54C1-6C81-2281-D230FC3CB8D1}"/>
          </ac:spMkLst>
        </pc:spChg>
        <pc:spChg chg="mod">
          <ac:chgData name="Yeo Xiong Wei, Jonathan" userId="ac2b658e-7ce1-44bb-9f9f-bf4198ceaa29" providerId="ADAL" clId="{C68A1885-9CA1-4912-BABF-A82A66D5C1D6}" dt="2024-04-26T09:00:08.619" v="4350" actId="20577"/>
          <ac:spMkLst>
            <pc:docMk/>
            <pc:sldMk cId="657825361" sldId="574"/>
            <ac:spMk id="56" creationId="{1F52B1C5-A37D-0DDE-6896-C6EE64471CC3}"/>
          </ac:spMkLst>
        </pc:spChg>
        <pc:spChg chg="mod">
          <ac:chgData name="Yeo Xiong Wei, Jonathan" userId="ac2b658e-7ce1-44bb-9f9f-bf4198ceaa29" providerId="ADAL" clId="{C68A1885-9CA1-4912-BABF-A82A66D5C1D6}" dt="2024-05-02T07:52:44.505" v="4389" actId="20577"/>
          <ac:spMkLst>
            <pc:docMk/>
            <pc:sldMk cId="657825361" sldId="574"/>
            <ac:spMk id="52225" creationId="{00000000-0000-0000-0000-000000000000}"/>
          </ac:spMkLst>
        </pc:spChg>
        <pc:grpChg chg="mod">
          <ac:chgData name="Yeo Xiong Wei, Jonathan" userId="ac2b658e-7ce1-44bb-9f9f-bf4198ceaa29" providerId="ADAL" clId="{C68A1885-9CA1-4912-BABF-A82A66D5C1D6}" dt="2024-04-26T09:00:06.090" v="4349" actId="1076"/>
          <ac:grpSpMkLst>
            <pc:docMk/>
            <pc:sldMk cId="657825361" sldId="574"/>
            <ac:grpSpMk id="53" creationId="{5B7903A0-98B3-78AC-899D-39B6846EB3F3}"/>
          </ac:grpSpMkLst>
        </pc:grpChg>
        <pc:graphicFrameChg chg="mod">
          <ac:chgData name="Yeo Xiong Wei, Jonathan" userId="ac2b658e-7ce1-44bb-9f9f-bf4198ceaa29" providerId="ADAL" clId="{C68A1885-9CA1-4912-BABF-A82A66D5C1D6}" dt="2024-04-26T09:00:06.090" v="4349" actId="1076"/>
          <ac:graphicFrameMkLst>
            <pc:docMk/>
            <pc:sldMk cId="657825361" sldId="574"/>
            <ac:graphicFrameMk id="55" creationId="{972AA8CD-7966-4131-A468-16A6B9F03D4A}"/>
          </ac:graphicFrameMkLst>
        </pc:graphicFrameChg>
      </pc:sldChg>
      <pc:sldMasterChg chg="addSp modSp mod modSldLayout">
        <pc:chgData name="Yeo Xiong Wei, Jonathan" userId="ac2b658e-7ce1-44bb-9f9f-bf4198ceaa29" providerId="ADAL" clId="{C68A1885-9CA1-4912-BABF-A82A66D5C1D6}" dt="2024-04-26T04:15:31.071" v="114" actId="207"/>
        <pc:sldMasterMkLst>
          <pc:docMk/>
          <pc:sldMasterMk cId="2479556434" sldId="2147483648"/>
        </pc:sldMasterMkLst>
        <pc:spChg chg="mod">
          <ac:chgData name="Yeo Xiong Wei, Jonathan" userId="ac2b658e-7ce1-44bb-9f9f-bf4198ceaa29" providerId="ADAL" clId="{C68A1885-9CA1-4912-BABF-A82A66D5C1D6}" dt="2024-04-26T04:15:31.071" v="114" actId="207"/>
          <ac:spMkLst>
            <pc:docMk/>
            <pc:sldMasterMk cId="2479556434" sldId="2147483648"/>
            <ac:spMk id="6" creationId="{D8CD3AE5-A1D8-4FF6-9CB3-6FFEC472B29A}"/>
          </ac:spMkLst>
        </pc:spChg>
        <pc:spChg chg="add mod ord">
          <ac:chgData name="Yeo Xiong Wei, Jonathan" userId="ac2b658e-7ce1-44bb-9f9f-bf4198ceaa29" providerId="ADAL" clId="{C68A1885-9CA1-4912-BABF-A82A66D5C1D6}" dt="2024-04-26T04:14:59.477" v="112" actId="167"/>
          <ac:spMkLst>
            <pc:docMk/>
            <pc:sldMasterMk cId="2479556434" sldId="2147483648"/>
            <ac:spMk id="7" creationId="{5395DC63-EF32-BB1C-386A-E05C3377DA7A}"/>
          </ac:spMkLst>
        </pc:spChg>
        <pc:spChg chg="add mod ord">
          <ac:chgData name="Yeo Xiong Wei, Jonathan" userId="ac2b658e-7ce1-44bb-9f9f-bf4198ceaa29" providerId="ADAL" clId="{C68A1885-9CA1-4912-BABF-A82A66D5C1D6}" dt="2024-04-26T04:14:59.477" v="112" actId="167"/>
          <ac:spMkLst>
            <pc:docMk/>
            <pc:sldMasterMk cId="2479556434" sldId="2147483648"/>
            <ac:spMk id="8" creationId="{AD43E613-F3E9-5ED7-964C-58C47D492255}"/>
          </ac:spMkLst>
        </pc:spChg>
        <pc:sldLayoutChg chg="addSp modSp">
          <pc:chgData name="Yeo Xiong Wei, Jonathan" userId="ac2b658e-7ce1-44bb-9f9f-bf4198ceaa29" providerId="ADAL" clId="{C68A1885-9CA1-4912-BABF-A82A66D5C1D6}" dt="2024-04-26T04:15:25.279" v="113" actId="207"/>
          <pc:sldLayoutMkLst>
            <pc:docMk/>
            <pc:sldMasterMk cId="2479556434" sldId="2147483648"/>
            <pc:sldLayoutMk cId="3329112948" sldId="2147483650"/>
          </pc:sldLayoutMkLst>
          <pc:spChg chg="mod">
            <ac:chgData name="Yeo Xiong Wei, Jonathan" userId="ac2b658e-7ce1-44bb-9f9f-bf4198ceaa29" providerId="ADAL" clId="{C68A1885-9CA1-4912-BABF-A82A66D5C1D6}" dt="2024-04-26T04:15:25.279" v="113" actId="207"/>
            <ac:spMkLst>
              <pc:docMk/>
              <pc:sldMasterMk cId="2479556434" sldId="2147483648"/>
              <pc:sldLayoutMk cId="3329112948" sldId="2147483650"/>
              <ac:spMk id="6" creationId="{3C53FCD5-69F9-48A8-9648-3FA56AB6A97F}"/>
            </ac:spMkLst>
          </pc:spChg>
          <pc:spChg chg="add mod">
            <ac:chgData name="Yeo Xiong Wei, Jonathan" userId="ac2b658e-7ce1-44bb-9f9f-bf4198ceaa29" providerId="ADAL" clId="{C68A1885-9CA1-4912-BABF-A82A66D5C1D6}" dt="2024-04-26T04:14:54.255" v="110"/>
            <ac:spMkLst>
              <pc:docMk/>
              <pc:sldMasterMk cId="2479556434" sldId="2147483648"/>
              <pc:sldLayoutMk cId="3329112948" sldId="2147483650"/>
              <ac:spMk id="7" creationId="{E345F7B9-F58E-DA32-4EBD-E56EFAE56355}"/>
            </ac:spMkLst>
          </pc:spChg>
          <pc:spChg chg="add mod">
            <ac:chgData name="Yeo Xiong Wei, Jonathan" userId="ac2b658e-7ce1-44bb-9f9f-bf4198ceaa29" providerId="ADAL" clId="{C68A1885-9CA1-4912-BABF-A82A66D5C1D6}" dt="2024-04-26T04:14:54.255" v="110"/>
            <ac:spMkLst>
              <pc:docMk/>
              <pc:sldMasterMk cId="2479556434" sldId="2147483648"/>
              <pc:sldLayoutMk cId="3329112948" sldId="2147483650"/>
              <ac:spMk id="8" creationId="{102C9666-B034-93DF-AA08-3708B0216685}"/>
            </ac:spMkLst>
          </pc:spChg>
        </pc:sldLayoutChg>
      </pc:sldMasterChg>
    </pc:docChg>
  </pc:docChgLst>
  <pc:docChgLst>
    <pc:chgData name="Yeo Xiong Wei, Jonathan" userId="ac2b658e-7ce1-44bb-9f9f-bf4198ceaa29" providerId="ADAL" clId="{7903EB26-AF64-4C49-B675-092D78E3F6A2}"/>
    <pc:docChg chg="undo custSel addSld modSld">
      <pc:chgData name="Yeo Xiong Wei, Jonathan" userId="ac2b658e-7ce1-44bb-9f9f-bf4198ceaa29" providerId="ADAL" clId="{7903EB26-AF64-4C49-B675-092D78E3F6A2}" dt="2023-05-12T08:12:00.832" v="294" actId="403"/>
      <pc:docMkLst>
        <pc:docMk/>
      </pc:docMkLst>
      <pc:sldChg chg="modSp mod">
        <pc:chgData name="Yeo Xiong Wei, Jonathan" userId="ac2b658e-7ce1-44bb-9f9f-bf4198ceaa29" providerId="ADAL" clId="{7903EB26-AF64-4C49-B675-092D78E3F6A2}" dt="2023-05-12T08:01:52.577" v="38" actId="14100"/>
        <pc:sldMkLst>
          <pc:docMk/>
          <pc:sldMk cId="1402189048" sldId="438"/>
        </pc:sldMkLst>
        <pc:picChg chg="mod">
          <ac:chgData name="Yeo Xiong Wei, Jonathan" userId="ac2b658e-7ce1-44bb-9f9f-bf4198ceaa29" providerId="ADAL" clId="{7903EB26-AF64-4C49-B675-092D78E3F6A2}" dt="2023-05-12T08:01:52.577" v="38" actId="14100"/>
          <ac:picMkLst>
            <pc:docMk/>
            <pc:sldMk cId="1402189048" sldId="438"/>
            <ac:picMk id="3" creationId="{B4343AE7-B6BE-4AD4-AF4E-C2D2914E7122}"/>
          </ac:picMkLst>
        </pc:picChg>
      </pc:sldChg>
      <pc:sldChg chg="modSp mod">
        <pc:chgData name="Yeo Xiong Wei, Jonathan" userId="ac2b658e-7ce1-44bb-9f9f-bf4198ceaa29" providerId="ADAL" clId="{7903EB26-AF64-4C49-B675-092D78E3F6A2}" dt="2023-05-12T08:12:00.832" v="294" actId="403"/>
        <pc:sldMkLst>
          <pc:docMk/>
          <pc:sldMk cId="3913929972" sldId="559"/>
        </pc:sldMkLst>
        <pc:spChg chg="mod">
          <ac:chgData name="Yeo Xiong Wei, Jonathan" userId="ac2b658e-7ce1-44bb-9f9f-bf4198ceaa29" providerId="ADAL" clId="{7903EB26-AF64-4C49-B675-092D78E3F6A2}" dt="2023-05-12T08:12:00.832" v="294" actId="403"/>
          <ac:spMkLst>
            <pc:docMk/>
            <pc:sldMk cId="3913929972" sldId="559"/>
            <ac:spMk id="11" creationId="{E4AAE383-481E-F876-FEB9-A7C07FAB492F}"/>
          </ac:spMkLst>
        </pc:spChg>
      </pc:sldChg>
      <pc:sldChg chg="addSp delSp modSp add mod modAnim">
        <pc:chgData name="Yeo Xiong Wei, Jonathan" userId="ac2b658e-7ce1-44bb-9f9f-bf4198ceaa29" providerId="ADAL" clId="{7903EB26-AF64-4C49-B675-092D78E3F6A2}" dt="2023-05-12T08:10:10.008" v="292"/>
        <pc:sldMkLst>
          <pc:docMk/>
          <pc:sldMk cId="796664655" sldId="565"/>
        </pc:sldMkLst>
        <pc:spChg chg="mod">
          <ac:chgData name="Yeo Xiong Wei, Jonathan" userId="ac2b658e-7ce1-44bb-9f9f-bf4198ceaa29" providerId="ADAL" clId="{7903EB26-AF64-4C49-B675-092D78E3F6A2}" dt="2023-05-12T08:01:15.087" v="2" actId="1076"/>
          <ac:spMkLst>
            <pc:docMk/>
            <pc:sldMk cId="796664655" sldId="565"/>
            <ac:spMk id="4" creationId="{B14916B5-A4A7-413A-8016-CE16F877DCFA}"/>
          </ac:spMkLst>
        </pc:spChg>
        <pc:spChg chg="mod">
          <ac:chgData name="Yeo Xiong Wei, Jonathan" userId="ac2b658e-7ce1-44bb-9f9f-bf4198ceaa29" providerId="ADAL" clId="{7903EB26-AF64-4C49-B675-092D78E3F6A2}" dt="2023-05-12T08:01:15.087" v="2" actId="1076"/>
          <ac:spMkLst>
            <pc:docMk/>
            <pc:sldMk cId="796664655" sldId="565"/>
            <ac:spMk id="6" creationId="{0E3EB4AB-FEA4-4EB1-99CF-EDD25C9278B8}"/>
          </ac:spMkLst>
        </pc:spChg>
        <pc:spChg chg="add mod">
          <ac:chgData name="Yeo Xiong Wei, Jonathan" userId="ac2b658e-7ce1-44bb-9f9f-bf4198ceaa29" providerId="ADAL" clId="{7903EB26-AF64-4C49-B675-092D78E3F6A2}" dt="2023-05-12T08:02:30.607" v="52" actId="1076"/>
          <ac:spMkLst>
            <pc:docMk/>
            <pc:sldMk cId="796664655" sldId="565"/>
            <ac:spMk id="7" creationId="{C8FE0360-5A25-F62F-E134-BAFC3B003692}"/>
          </ac:spMkLst>
        </pc:spChg>
        <pc:spChg chg="add mod">
          <ac:chgData name="Yeo Xiong Wei, Jonathan" userId="ac2b658e-7ce1-44bb-9f9f-bf4198ceaa29" providerId="ADAL" clId="{7903EB26-AF64-4C49-B675-092D78E3F6A2}" dt="2023-05-12T08:02:17.874" v="46" actId="1076"/>
          <ac:spMkLst>
            <pc:docMk/>
            <pc:sldMk cId="796664655" sldId="565"/>
            <ac:spMk id="8" creationId="{F263AD26-AEE5-E136-3A93-5B542683A44B}"/>
          </ac:spMkLst>
        </pc:spChg>
        <pc:spChg chg="add mod">
          <ac:chgData name="Yeo Xiong Wei, Jonathan" userId="ac2b658e-7ce1-44bb-9f9f-bf4198ceaa29" providerId="ADAL" clId="{7903EB26-AF64-4C49-B675-092D78E3F6A2}" dt="2023-05-12T08:04:24.523" v="167" actId="14100"/>
          <ac:spMkLst>
            <pc:docMk/>
            <pc:sldMk cId="796664655" sldId="565"/>
            <ac:spMk id="15" creationId="{B7E2DA72-B917-8183-4876-BE9C4BFAEEAE}"/>
          </ac:spMkLst>
        </pc:spChg>
        <pc:spChg chg="mod">
          <ac:chgData name="Yeo Xiong Wei, Jonathan" userId="ac2b658e-7ce1-44bb-9f9f-bf4198ceaa29" providerId="ADAL" clId="{7903EB26-AF64-4C49-B675-092D78E3F6A2}" dt="2023-05-12T08:03:13.067" v="141" actId="20577"/>
          <ac:spMkLst>
            <pc:docMk/>
            <pc:sldMk cId="796664655" sldId="565"/>
            <ac:spMk id="16" creationId="{DD99C6AA-4FB0-4001-819D-E2F987201D6E}"/>
          </ac:spMkLst>
        </pc:spChg>
        <pc:spChg chg="add mod">
          <ac:chgData name="Yeo Xiong Wei, Jonathan" userId="ac2b658e-7ce1-44bb-9f9f-bf4198ceaa29" providerId="ADAL" clId="{7903EB26-AF64-4C49-B675-092D78E3F6A2}" dt="2023-05-12T08:07:50.113" v="274" actId="208"/>
          <ac:spMkLst>
            <pc:docMk/>
            <pc:sldMk cId="796664655" sldId="565"/>
            <ac:spMk id="26" creationId="{23F3F70A-EC79-72CD-02A7-729665AE0824}"/>
          </ac:spMkLst>
        </pc:spChg>
        <pc:spChg chg="add mod">
          <ac:chgData name="Yeo Xiong Wei, Jonathan" userId="ac2b658e-7ce1-44bb-9f9f-bf4198ceaa29" providerId="ADAL" clId="{7903EB26-AF64-4C49-B675-092D78E3F6A2}" dt="2023-05-12T08:08:16.647" v="285" actId="1037"/>
          <ac:spMkLst>
            <pc:docMk/>
            <pc:sldMk cId="796664655" sldId="565"/>
            <ac:spMk id="36" creationId="{82E8B326-2EFC-4526-2AE8-6FC2725808FE}"/>
          </ac:spMkLst>
        </pc:spChg>
        <pc:spChg chg="add mod">
          <ac:chgData name="Yeo Xiong Wei, Jonathan" userId="ac2b658e-7ce1-44bb-9f9f-bf4198ceaa29" providerId="ADAL" clId="{7903EB26-AF64-4C49-B675-092D78E3F6A2}" dt="2023-05-12T08:08:32.870" v="288" actId="14100"/>
          <ac:spMkLst>
            <pc:docMk/>
            <pc:sldMk cId="796664655" sldId="565"/>
            <ac:spMk id="37" creationId="{E6BC8B90-BEDD-D5B0-ACCA-0FBFFF63FC8B}"/>
          </ac:spMkLst>
        </pc:spChg>
        <pc:graphicFrameChg chg="mod">
          <ac:chgData name="Yeo Xiong Wei, Jonathan" userId="ac2b658e-7ce1-44bb-9f9f-bf4198ceaa29" providerId="ADAL" clId="{7903EB26-AF64-4C49-B675-092D78E3F6A2}" dt="2023-05-12T08:07:45.370" v="273" actId="1076"/>
          <ac:graphicFrameMkLst>
            <pc:docMk/>
            <pc:sldMk cId="796664655" sldId="565"/>
            <ac:graphicFrameMk id="3" creationId="{80AAD08D-68BE-461B-A2CC-C27DB6D50B24}"/>
          </ac:graphicFrameMkLst>
        </pc:graphicFrameChg>
        <pc:picChg chg="add mod">
          <ac:chgData name="Yeo Xiong Wei, Jonathan" userId="ac2b658e-7ce1-44bb-9f9f-bf4198ceaa29" providerId="ADAL" clId="{7903EB26-AF64-4C49-B675-092D78E3F6A2}" dt="2023-05-12T08:02:22.716" v="49" actId="1076"/>
          <ac:picMkLst>
            <pc:docMk/>
            <pc:sldMk cId="796664655" sldId="565"/>
            <ac:picMk id="2" creationId="{533296FC-8942-A47D-FE93-A6221A0F62D8}"/>
          </ac:picMkLst>
        </pc:picChg>
        <pc:picChg chg="add mod">
          <ac:chgData name="Yeo Xiong Wei, Jonathan" userId="ac2b658e-7ce1-44bb-9f9f-bf4198ceaa29" providerId="ADAL" clId="{7903EB26-AF64-4C49-B675-092D78E3F6A2}" dt="2023-05-12T08:02:25.888" v="51" actId="571"/>
          <ac:picMkLst>
            <pc:docMk/>
            <pc:sldMk cId="796664655" sldId="565"/>
            <ac:picMk id="9" creationId="{689FB17B-1DE9-F9DA-C2E8-A6A950A66FB0}"/>
          </ac:picMkLst>
        </pc:picChg>
        <pc:picChg chg="add mod">
          <ac:chgData name="Yeo Xiong Wei, Jonathan" userId="ac2b658e-7ce1-44bb-9f9f-bf4198ceaa29" providerId="ADAL" clId="{7903EB26-AF64-4C49-B675-092D78E3F6A2}" dt="2023-05-12T08:05:30.783" v="211" actId="571"/>
          <ac:picMkLst>
            <pc:docMk/>
            <pc:sldMk cId="796664655" sldId="565"/>
            <ac:picMk id="21" creationId="{71FBD787-1D7E-F593-4704-E2046929A879}"/>
          </ac:picMkLst>
        </pc:picChg>
        <pc:picChg chg="add mod">
          <ac:chgData name="Yeo Xiong Wei, Jonathan" userId="ac2b658e-7ce1-44bb-9f9f-bf4198ceaa29" providerId="ADAL" clId="{7903EB26-AF64-4C49-B675-092D78E3F6A2}" dt="2023-05-12T08:06:30.588" v="231" actId="571"/>
          <ac:picMkLst>
            <pc:docMk/>
            <pc:sldMk cId="796664655" sldId="565"/>
            <ac:picMk id="27" creationId="{8B9CC4B9-2BD7-C13F-7CE3-E9062B5EDF63}"/>
          </ac:picMkLst>
        </pc:picChg>
        <pc:cxnChg chg="add del mod">
          <ac:chgData name="Yeo Xiong Wei, Jonathan" userId="ac2b658e-7ce1-44bb-9f9f-bf4198ceaa29" providerId="ADAL" clId="{7903EB26-AF64-4C49-B675-092D78E3F6A2}" dt="2023-05-12T08:04:57.034" v="168" actId="478"/>
          <ac:cxnSpMkLst>
            <pc:docMk/>
            <pc:sldMk cId="796664655" sldId="565"/>
            <ac:cxnSpMk id="11" creationId="{5CF92CD1-919A-C220-7490-49CC56216094}"/>
          </ac:cxnSpMkLst>
        </pc:cxnChg>
        <pc:cxnChg chg="add del mod">
          <ac:chgData name="Yeo Xiong Wei, Jonathan" userId="ac2b658e-7ce1-44bb-9f9f-bf4198ceaa29" providerId="ADAL" clId="{7903EB26-AF64-4C49-B675-092D78E3F6A2}" dt="2023-05-12T08:05:03.781" v="171" actId="478"/>
          <ac:cxnSpMkLst>
            <pc:docMk/>
            <pc:sldMk cId="796664655" sldId="565"/>
            <ac:cxnSpMk id="12" creationId="{556911BB-05B1-C031-F7BC-E61304AA7D3E}"/>
          </ac:cxnSpMkLst>
        </pc:cxnChg>
        <pc:cxnChg chg="add mod">
          <ac:chgData name="Yeo Xiong Wei, Jonathan" userId="ac2b658e-7ce1-44bb-9f9f-bf4198ceaa29" providerId="ADAL" clId="{7903EB26-AF64-4C49-B675-092D78E3F6A2}" dt="2023-05-12T08:03:50.918" v="161" actId="1076"/>
          <ac:cxnSpMkLst>
            <pc:docMk/>
            <pc:sldMk cId="796664655" sldId="565"/>
            <ac:cxnSpMk id="14" creationId="{DC9FBBF5-8204-1F28-AF5F-5BAA14680737}"/>
          </ac:cxnSpMkLst>
        </pc:cxnChg>
        <pc:cxnChg chg="add del">
          <ac:chgData name="Yeo Xiong Wei, Jonathan" userId="ac2b658e-7ce1-44bb-9f9f-bf4198ceaa29" providerId="ADAL" clId="{7903EB26-AF64-4C49-B675-092D78E3F6A2}" dt="2023-05-12T08:05:02.397" v="170" actId="11529"/>
          <ac:cxnSpMkLst>
            <pc:docMk/>
            <pc:sldMk cId="796664655" sldId="565"/>
            <ac:cxnSpMk id="18" creationId="{F458A895-3F95-B0CD-1D8F-4B1FFA8B0FF6}"/>
          </ac:cxnSpMkLst>
        </pc:cxnChg>
        <pc:cxnChg chg="add mod">
          <ac:chgData name="Yeo Xiong Wei, Jonathan" userId="ac2b658e-7ce1-44bb-9f9f-bf4198ceaa29" providerId="ADAL" clId="{7903EB26-AF64-4C49-B675-092D78E3F6A2}" dt="2023-05-12T08:05:24.194" v="195" actId="1037"/>
          <ac:cxnSpMkLst>
            <pc:docMk/>
            <pc:sldMk cId="796664655" sldId="565"/>
            <ac:cxnSpMk id="20" creationId="{1122B0F4-79AA-D009-29D4-848C656961D3}"/>
          </ac:cxnSpMkLst>
        </pc:cxnChg>
        <pc:cxnChg chg="add del mod">
          <ac:chgData name="Yeo Xiong Wei, Jonathan" userId="ac2b658e-7ce1-44bb-9f9f-bf4198ceaa29" providerId="ADAL" clId="{7903EB26-AF64-4C49-B675-092D78E3F6A2}" dt="2023-05-12T08:05:26.914" v="198"/>
          <ac:cxnSpMkLst>
            <pc:docMk/>
            <pc:sldMk cId="796664655" sldId="565"/>
            <ac:cxnSpMk id="22" creationId="{4E9AA041-3501-95BC-F129-B8C817F09755}"/>
          </ac:cxnSpMkLst>
        </pc:cxnChg>
        <pc:cxnChg chg="add del mod">
          <ac:chgData name="Yeo Xiong Wei, Jonathan" userId="ac2b658e-7ce1-44bb-9f9f-bf4198ceaa29" providerId="ADAL" clId="{7903EB26-AF64-4C49-B675-092D78E3F6A2}" dt="2023-05-12T08:05:30.279" v="210"/>
          <ac:cxnSpMkLst>
            <pc:docMk/>
            <pc:sldMk cId="796664655" sldId="565"/>
            <ac:cxnSpMk id="23" creationId="{075F6DF9-0A53-9B16-1266-6883ED7D2073}"/>
          </ac:cxnSpMkLst>
        </pc:cxnChg>
        <pc:cxnChg chg="add mod">
          <ac:chgData name="Yeo Xiong Wei, Jonathan" userId="ac2b658e-7ce1-44bb-9f9f-bf4198ceaa29" providerId="ADAL" clId="{7903EB26-AF64-4C49-B675-092D78E3F6A2}" dt="2023-05-12T08:05:40.246" v="214" actId="14100"/>
          <ac:cxnSpMkLst>
            <pc:docMk/>
            <pc:sldMk cId="796664655" sldId="565"/>
            <ac:cxnSpMk id="24" creationId="{55676291-B371-EFAD-F22B-C3A684461E22}"/>
          </ac:cxnSpMkLst>
        </pc:cxnChg>
        <pc:cxnChg chg="add del mod">
          <ac:chgData name="Yeo Xiong Wei, Jonathan" userId="ac2b658e-7ce1-44bb-9f9f-bf4198ceaa29" providerId="ADAL" clId="{7903EB26-AF64-4C49-B675-092D78E3F6A2}" dt="2023-05-12T08:06:29.634" v="230"/>
          <ac:cxnSpMkLst>
            <pc:docMk/>
            <pc:sldMk cId="796664655" sldId="565"/>
            <ac:cxnSpMk id="28" creationId="{CF549AF9-B229-4817-9151-2407E4C87617}"/>
          </ac:cxnSpMkLst>
        </pc:cxnChg>
        <pc:cxnChg chg="add mod">
          <ac:chgData name="Yeo Xiong Wei, Jonathan" userId="ac2b658e-7ce1-44bb-9f9f-bf4198ceaa29" providerId="ADAL" clId="{7903EB26-AF64-4C49-B675-092D78E3F6A2}" dt="2023-05-12T08:06:52.885" v="256" actId="1037"/>
          <ac:cxnSpMkLst>
            <pc:docMk/>
            <pc:sldMk cId="796664655" sldId="565"/>
            <ac:cxnSpMk id="29" creationId="{708FC6A8-CE1C-E762-64D9-87236A8615AC}"/>
          </ac:cxnSpMkLst>
        </pc:cxnChg>
        <pc:cxnChg chg="add mod">
          <ac:chgData name="Yeo Xiong Wei, Jonathan" userId="ac2b658e-7ce1-44bb-9f9f-bf4198ceaa29" providerId="ADAL" clId="{7903EB26-AF64-4C49-B675-092D78E3F6A2}" dt="2023-05-12T08:07:04.034" v="259" actId="14100"/>
          <ac:cxnSpMkLst>
            <pc:docMk/>
            <pc:sldMk cId="796664655" sldId="565"/>
            <ac:cxnSpMk id="31" creationId="{4A65CA9D-5F29-5AF7-12FD-7A7E203823C3}"/>
          </ac:cxnSpMkLst>
        </pc:cxnChg>
        <pc:cxnChg chg="add mod">
          <ac:chgData name="Yeo Xiong Wei, Jonathan" userId="ac2b658e-7ce1-44bb-9f9f-bf4198ceaa29" providerId="ADAL" clId="{7903EB26-AF64-4C49-B675-092D78E3F6A2}" dt="2023-05-12T08:07:38.700" v="272" actId="208"/>
          <ac:cxnSpMkLst>
            <pc:docMk/>
            <pc:sldMk cId="796664655" sldId="565"/>
            <ac:cxnSpMk id="33" creationId="{AC8FE25C-40E8-2930-3776-9A8F298CD40E}"/>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A9D0A9-1EAF-4B67-B262-562B734A020E}" type="datetimeFigureOut">
              <a:rPr lang="en-GB" smtClean="0"/>
              <a:t>21/09/2024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CABCB8-E5B2-4399-9FC2-32888C8FE114}" type="slidenum">
              <a:rPr lang="en-GB" smtClean="0"/>
              <a:t>‹#›</a:t>
            </a:fld>
            <a:endParaRPr lang="en-GB"/>
          </a:p>
        </p:txBody>
      </p:sp>
    </p:spTree>
    <p:extLst>
      <p:ext uri="{BB962C8B-B14F-4D97-AF65-F5344CB8AC3E}">
        <p14:creationId xmlns:p14="http://schemas.microsoft.com/office/powerpoint/2010/main" val="194948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DDCABCB8-E5B2-4399-9FC2-32888C8FE114}" type="slidenum">
              <a:rPr lang="en-GB" smtClean="0"/>
              <a:t>2</a:t>
            </a:fld>
            <a:endParaRPr lang="en-GB"/>
          </a:p>
        </p:txBody>
      </p:sp>
    </p:spTree>
    <p:extLst>
      <p:ext uri="{BB962C8B-B14F-4D97-AF65-F5344CB8AC3E}">
        <p14:creationId xmlns:p14="http://schemas.microsoft.com/office/powerpoint/2010/main" val="2879390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DDCABCB8-E5B2-4399-9FC2-32888C8FE114}" type="slidenum">
              <a:rPr lang="en-GB" smtClean="0"/>
              <a:t>3</a:t>
            </a:fld>
            <a:endParaRPr lang="en-GB"/>
          </a:p>
        </p:txBody>
      </p:sp>
    </p:spTree>
    <p:extLst>
      <p:ext uri="{BB962C8B-B14F-4D97-AF65-F5344CB8AC3E}">
        <p14:creationId xmlns:p14="http://schemas.microsoft.com/office/powerpoint/2010/main" val="671356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dirty="0"/>
              <a:t>Note: the actions which they can choose are just pure strategies.</a:t>
            </a:r>
          </a:p>
        </p:txBody>
      </p:sp>
      <p:sp>
        <p:nvSpPr>
          <p:cNvPr id="4" name="Slide Number Placeholder 3"/>
          <p:cNvSpPr>
            <a:spLocks noGrp="1"/>
          </p:cNvSpPr>
          <p:nvPr>
            <p:ph type="sldNum" sz="quarter" idx="5"/>
          </p:nvPr>
        </p:nvSpPr>
        <p:spPr/>
        <p:txBody>
          <a:bodyPr/>
          <a:lstStyle/>
          <a:p>
            <a:fld id="{DDCABCB8-E5B2-4399-9FC2-32888C8FE114}" type="slidenum">
              <a:rPr lang="en-GB" smtClean="0"/>
              <a:t>4</a:t>
            </a:fld>
            <a:endParaRPr lang="en-GB"/>
          </a:p>
        </p:txBody>
      </p:sp>
    </p:spTree>
    <p:extLst>
      <p:ext uri="{BB962C8B-B14F-4D97-AF65-F5344CB8AC3E}">
        <p14:creationId xmlns:p14="http://schemas.microsoft.com/office/powerpoint/2010/main" val="3847371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general, a strategy which is strictly a best response to some action will never be strictly dominated.</a:t>
            </a:r>
          </a:p>
        </p:txBody>
      </p:sp>
      <p:sp>
        <p:nvSpPr>
          <p:cNvPr id="4" name="Slide Number Placeholder 3"/>
          <p:cNvSpPr>
            <a:spLocks noGrp="1"/>
          </p:cNvSpPr>
          <p:nvPr>
            <p:ph type="sldNum" sz="quarter" idx="5"/>
          </p:nvPr>
        </p:nvSpPr>
        <p:spPr/>
        <p:txBody>
          <a:bodyPr/>
          <a:lstStyle/>
          <a:p>
            <a:fld id="{DDCABCB8-E5B2-4399-9FC2-32888C8FE114}" type="slidenum">
              <a:rPr lang="en-GB" smtClean="0"/>
              <a:t>5</a:t>
            </a:fld>
            <a:endParaRPr lang="en-GB"/>
          </a:p>
        </p:txBody>
      </p:sp>
    </p:spTree>
    <p:extLst>
      <p:ext uri="{BB962C8B-B14F-4D97-AF65-F5344CB8AC3E}">
        <p14:creationId xmlns:p14="http://schemas.microsoft.com/office/powerpoint/2010/main" val="795227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When you are asked to look for Nash Equilibria, you will have to look for both pure strategy Nash equilibria and (non-degenerate) mixed strategy Nash equilibria.</a:t>
                </a:r>
              </a:p>
              <a:p>
                <a:endParaRPr lang="en-SG" dirty="0"/>
              </a:p>
            </p:txBody>
          </p:sp>
        </mc:Choice>
        <mc:Fallback xmlns="">
          <p:sp>
            <p:nvSpPr>
              <p:cNvPr id="3" name="Notes Placeholder 2"/>
              <p:cNvSpPr>
                <a:spLocks noGrp="1"/>
              </p:cNvSpPr>
              <p:nvPr>
                <p:ph type="body" idx="1"/>
              </p:nvPr>
            </p:nvSpPr>
            <p:spPr/>
            <p:txBody>
              <a:bodyPr/>
              <a:lstStyle/>
              <a:p>
                <a:r>
                  <a:rPr lang="en-US" dirty="0"/>
                  <a:t>Since </a:t>
                </a:r>
                <a:r>
                  <a:rPr lang="en-US" b="0" i="0">
                    <a:latin typeface="Cambria Math" panose="02040503050406030204" pitchFamily="18" charset="0"/>
                  </a:rPr>
                  <a:t>𝑣(𝜎_𝑖,𝜎_(−𝑖))</a:t>
                </a:r>
                <a:r>
                  <a:rPr lang="en-SG" dirty="0"/>
                  <a:t> is weighted</a:t>
                </a:r>
                <a:r>
                  <a:rPr lang="en-SG" baseline="0" dirty="0"/>
                  <a:t> sum of </a:t>
                </a:r>
                <a:r>
                  <a:rPr lang="en-US" b="0" i="0" baseline="0">
                    <a:latin typeface="Cambria Math" panose="02040503050406030204" pitchFamily="18" charset="0"/>
                  </a:rPr>
                  <a:t>𝑣(𝑠_𝑖,𝜎_(−𝑖)</a:t>
                </a:r>
                <a:r>
                  <a:rPr lang="en-SG" dirty="0"/>
                  <a:t>). At</a:t>
                </a:r>
                <a:r>
                  <a:rPr lang="en-SG" baseline="0" dirty="0"/>
                  <a:t> least one of the strategies must give a strictly greater payoff.</a:t>
                </a:r>
                <a:endParaRPr lang="en-SG" dirty="0"/>
              </a:p>
            </p:txBody>
          </p:sp>
        </mc:Fallback>
      </mc:AlternateContent>
      <p:sp>
        <p:nvSpPr>
          <p:cNvPr id="4" name="Slide Number Placeholder 3"/>
          <p:cNvSpPr>
            <a:spLocks noGrp="1"/>
          </p:cNvSpPr>
          <p:nvPr>
            <p:ph type="sldNum" sz="quarter" idx="5"/>
          </p:nvPr>
        </p:nvSpPr>
        <p:spPr/>
        <p:txBody>
          <a:bodyPr/>
          <a:lstStyle/>
          <a:p>
            <a:fld id="{EC5BF1A6-0B33-4211-8B22-EC86FE2439A8}" type="slidenum">
              <a:rPr lang="en-SG" smtClean="0"/>
              <a:t>7</a:t>
            </a:fld>
            <a:endParaRPr lang="en-SG"/>
          </a:p>
        </p:txBody>
      </p:sp>
    </p:spTree>
    <p:extLst>
      <p:ext uri="{BB962C8B-B14F-4D97-AF65-F5344CB8AC3E}">
        <p14:creationId xmlns:p14="http://schemas.microsoft.com/office/powerpoint/2010/main" val="2618458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8</a:t>
            </a:fld>
            <a:endParaRPr lang="en-GB"/>
          </a:p>
        </p:txBody>
      </p:sp>
    </p:spTree>
    <p:extLst>
      <p:ext uri="{BB962C8B-B14F-4D97-AF65-F5344CB8AC3E}">
        <p14:creationId xmlns:p14="http://schemas.microsoft.com/office/powerpoint/2010/main" val="2704970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GB" dirty="0"/>
              </a:p>
            </p:txBody>
          </p:sp>
        </mc:Choice>
        <mc:Fallback xmlns="">
          <p:sp>
            <p:nvSpPr>
              <p:cNvPr id="3" name="Notes Placeholder 2"/>
              <p:cNvSpPr>
                <a:spLocks noGrp="1"/>
              </p:cNvSpPr>
              <p:nvPr>
                <p:ph type="body" idx="1"/>
              </p:nvPr>
            </p:nvSpPr>
            <p:spPr/>
            <p:txBody>
              <a:bodyPr/>
              <a:lstStyle/>
              <a:p>
                <a:r>
                  <a:rPr lang="en-GB" dirty="0"/>
                  <a:t>Now we will show you how to solve for a mixed strategy NE in two player , two action games.</a:t>
                </a:r>
              </a:p>
              <a:p>
                <a:r>
                  <a:rPr lang="en-GB" dirty="0"/>
                  <a:t>The strategy set for each player is now a continuum of probabilities which assigns one strategy a probability p and another strategy the remaining probability.</a:t>
                </a:r>
              </a:p>
              <a:p>
                <a:endParaRPr lang="en-GB" dirty="0"/>
              </a:p>
              <a:p>
                <a:r>
                  <a:rPr lang="en-GB" dirty="0"/>
                  <a:t>Let the husband strategy be </a:t>
                </a:r>
                <a:r>
                  <a:rPr lang="en-US" b="0" i="0">
                    <a:latin typeface="Cambria Math" panose="02040503050406030204" pitchFamily="18" charset="0"/>
                  </a:rPr>
                  <a:t>𝜎_ℎ. </a:t>
                </a:r>
                <a:r>
                  <a:rPr lang="en-GB" dirty="0"/>
                  <a:t> We use this to distinguish</a:t>
                </a:r>
                <a:r>
                  <a:rPr lang="en-GB" baseline="0" dirty="0"/>
                  <a:t> between continuous and discrete strategies</a:t>
                </a:r>
                <a:r>
                  <a:rPr lang="en-GB" dirty="0"/>
                  <a:t> </a:t>
                </a:r>
                <a:r>
                  <a:rPr lang="en-US" b="0" i="0">
                    <a:latin typeface="Cambria Math" panose="02040503050406030204" pitchFamily="18" charset="0"/>
                  </a:rPr>
                  <a:t>𝑠_ℎ</a:t>
                </a:r>
                <a:r>
                  <a:rPr lang="en-GB" dirty="0"/>
                  <a:t>.</a:t>
                </a:r>
              </a:p>
              <a:p>
                <a:endParaRPr lang="en-GB" dirty="0"/>
              </a:p>
              <a:p>
                <a:endParaRPr lang="en-GB" dirty="0"/>
              </a:p>
            </p:txBody>
          </p:sp>
        </mc:Fallback>
      </mc:AlternateContent>
      <p:sp>
        <p:nvSpPr>
          <p:cNvPr id="4" name="Slide Number Placeholder 3"/>
          <p:cNvSpPr>
            <a:spLocks noGrp="1"/>
          </p:cNvSpPr>
          <p:nvPr>
            <p:ph type="sldNum" sz="quarter" idx="5"/>
          </p:nvPr>
        </p:nvSpPr>
        <p:spPr/>
        <p:txBody>
          <a:bodyPr/>
          <a:lstStyle/>
          <a:p>
            <a:fld id="{DDCABCB8-E5B2-4399-9FC2-32888C8FE114}" type="slidenum">
              <a:rPr lang="en-GB" smtClean="0"/>
              <a:t>9</a:t>
            </a:fld>
            <a:endParaRPr lang="en-GB"/>
          </a:p>
        </p:txBody>
      </p:sp>
    </p:spTree>
    <p:extLst>
      <p:ext uri="{BB962C8B-B14F-4D97-AF65-F5344CB8AC3E}">
        <p14:creationId xmlns:p14="http://schemas.microsoft.com/office/powerpoint/2010/main" val="1594204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GB" dirty="0"/>
              </a:p>
            </p:txBody>
          </p:sp>
        </mc:Choice>
        <mc:Fallback xmlns="">
          <p:sp>
            <p:nvSpPr>
              <p:cNvPr id="3" name="Notes Placeholder 2"/>
              <p:cNvSpPr>
                <a:spLocks noGrp="1"/>
              </p:cNvSpPr>
              <p:nvPr>
                <p:ph type="body" idx="1"/>
              </p:nvPr>
            </p:nvSpPr>
            <p:spPr/>
            <p:txBody>
              <a:bodyPr/>
              <a:lstStyle/>
              <a:p>
                <a:r>
                  <a:rPr lang="en-GB" dirty="0"/>
                  <a:t>Now we will show you how to solve for a mixed strategy NE in two player , two action games.</a:t>
                </a:r>
              </a:p>
              <a:p>
                <a:r>
                  <a:rPr lang="en-GB" dirty="0"/>
                  <a:t>The strategy set for each player is now a continuum of probabilities which assigns one strategy a probability p and another strategy the remaining probability.</a:t>
                </a:r>
              </a:p>
              <a:p>
                <a:endParaRPr lang="en-GB" dirty="0"/>
              </a:p>
              <a:p>
                <a:r>
                  <a:rPr lang="en-GB" dirty="0"/>
                  <a:t>Let the husband strategy be </a:t>
                </a:r>
                <a:r>
                  <a:rPr lang="en-US" b="0" i="0">
                    <a:latin typeface="Cambria Math" panose="02040503050406030204" pitchFamily="18" charset="0"/>
                  </a:rPr>
                  <a:t>𝜎_ℎ. </a:t>
                </a:r>
                <a:r>
                  <a:rPr lang="en-GB" dirty="0"/>
                  <a:t> We use this to distinguish</a:t>
                </a:r>
                <a:r>
                  <a:rPr lang="en-GB" baseline="0" dirty="0"/>
                  <a:t> between continuous and discrete strategies</a:t>
                </a:r>
                <a:r>
                  <a:rPr lang="en-GB" dirty="0"/>
                  <a:t> </a:t>
                </a:r>
                <a:r>
                  <a:rPr lang="en-US" b="0" i="0">
                    <a:latin typeface="Cambria Math" panose="02040503050406030204" pitchFamily="18" charset="0"/>
                  </a:rPr>
                  <a:t>𝑠_ℎ</a:t>
                </a:r>
                <a:r>
                  <a:rPr lang="en-GB" dirty="0"/>
                  <a:t>.</a:t>
                </a:r>
              </a:p>
              <a:p>
                <a:endParaRPr lang="en-GB" dirty="0"/>
              </a:p>
              <a:p>
                <a:endParaRPr lang="en-GB" dirty="0"/>
              </a:p>
            </p:txBody>
          </p:sp>
        </mc:Fallback>
      </mc:AlternateContent>
      <p:sp>
        <p:nvSpPr>
          <p:cNvPr id="4" name="Slide Number Placeholder 3"/>
          <p:cNvSpPr>
            <a:spLocks noGrp="1"/>
          </p:cNvSpPr>
          <p:nvPr>
            <p:ph type="sldNum" sz="quarter" idx="5"/>
          </p:nvPr>
        </p:nvSpPr>
        <p:spPr/>
        <p:txBody>
          <a:bodyPr/>
          <a:lstStyle/>
          <a:p>
            <a:fld id="{DDCABCB8-E5B2-4399-9FC2-32888C8FE114}" type="slidenum">
              <a:rPr lang="en-GB" smtClean="0"/>
              <a:t>10</a:t>
            </a:fld>
            <a:endParaRPr lang="en-GB"/>
          </a:p>
        </p:txBody>
      </p:sp>
    </p:spTree>
    <p:extLst>
      <p:ext uri="{BB962C8B-B14F-4D97-AF65-F5344CB8AC3E}">
        <p14:creationId xmlns:p14="http://schemas.microsoft.com/office/powerpoint/2010/main" val="4259868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we are considering whether F (p=1) or O (p=0) will be a best response for the husband.</a:t>
            </a:r>
          </a:p>
          <a:p>
            <a:r>
              <a:rPr lang="en-GB" dirty="0"/>
              <a:t>Why do we not need to consider whether a mixed strategy 0&lt;p&lt;1 will the best response?</a:t>
            </a:r>
          </a:p>
          <a:p>
            <a:endParaRPr lang="en-GB" dirty="0"/>
          </a:p>
          <a:p>
            <a:r>
              <a:rPr lang="en-GB" dirty="0"/>
              <a:t>This is because the expected payoffs of such a strategy will always lie between the payoffs of the pure strategies (F, O)</a:t>
            </a:r>
          </a:p>
          <a:p>
            <a:r>
              <a:rPr lang="en-GB" dirty="0"/>
              <a:t>Payoff (p) = p Payoff(</a:t>
            </a:r>
            <a:r>
              <a:rPr lang="en-GB" dirty="0" err="1"/>
              <a:t>F,q</a:t>
            </a:r>
            <a:r>
              <a:rPr lang="en-GB" dirty="0"/>
              <a:t>) + (1-p) Payoff(</a:t>
            </a:r>
            <a:r>
              <a:rPr lang="en-GB" dirty="0" err="1"/>
              <a:t>O,q</a:t>
            </a:r>
            <a:r>
              <a:rPr lang="en-GB" dirty="0"/>
              <a:t>).</a:t>
            </a:r>
          </a:p>
          <a:p>
            <a:endParaRPr lang="en-GB" dirty="0"/>
          </a:p>
          <a:p>
            <a:endParaRPr lang="en-GB" dirty="0"/>
          </a:p>
          <a:p>
            <a:endParaRPr lang="en-GB" dirty="0"/>
          </a:p>
          <a:p>
            <a:r>
              <a:rPr lang="en-GB" dirty="0"/>
              <a:t>  </a:t>
            </a:r>
          </a:p>
        </p:txBody>
      </p:sp>
      <p:sp>
        <p:nvSpPr>
          <p:cNvPr id="4" name="Slide Number Placeholder 3"/>
          <p:cNvSpPr>
            <a:spLocks noGrp="1"/>
          </p:cNvSpPr>
          <p:nvPr>
            <p:ph type="sldNum" sz="quarter" idx="5"/>
          </p:nvPr>
        </p:nvSpPr>
        <p:spPr/>
        <p:txBody>
          <a:bodyPr/>
          <a:lstStyle/>
          <a:p>
            <a:fld id="{DDCABCB8-E5B2-4399-9FC2-32888C8FE114}" type="slidenum">
              <a:rPr lang="en-GB" smtClean="0"/>
              <a:t>11</a:t>
            </a:fld>
            <a:endParaRPr lang="en-GB"/>
          </a:p>
        </p:txBody>
      </p:sp>
    </p:spTree>
    <p:extLst>
      <p:ext uri="{BB962C8B-B14F-4D97-AF65-F5344CB8AC3E}">
        <p14:creationId xmlns:p14="http://schemas.microsoft.com/office/powerpoint/2010/main" val="3103163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we are considering whether F (p=1) or O (p=0) will be a best response for the husband.</a:t>
            </a:r>
          </a:p>
          <a:p>
            <a:r>
              <a:rPr lang="en-GB" dirty="0"/>
              <a:t>Why do we not need to consider whether a mixed strategy 0&lt;p&lt;1 will the best response?</a:t>
            </a:r>
          </a:p>
          <a:p>
            <a:endParaRPr lang="en-GB" dirty="0"/>
          </a:p>
          <a:p>
            <a:r>
              <a:rPr lang="en-GB" dirty="0"/>
              <a:t>This is because the expected payoffs of such a strategy will always lie between the payoffs of the pure strategies (F, O)</a:t>
            </a:r>
          </a:p>
          <a:p>
            <a:r>
              <a:rPr lang="en-GB" dirty="0"/>
              <a:t>Payoff (p) = p Payoff(</a:t>
            </a:r>
            <a:r>
              <a:rPr lang="en-GB" dirty="0" err="1"/>
              <a:t>F,q</a:t>
            </a:r>
            <a:r>
              <a:rPr lang="en-GB" dirty="0"/>
              <a:t>) + (1-p) Payoff(</a:t>
            </a:r>
            <a:r>
              <a:rPr lang="en-GB" dirty="0" err="1"/>
              <a:t>O,q</a:t>
            </a:r>
            <a:r>
              <a:rPr lang="en-GB" dirty="0"/>
              <a:t>).</a:t>
            </a:r>
          </a:p>
          <a:p>
            <a:endParaRPr lang="en-GB" dirty="0"/>
          </a:p>
          <a:p>
            <a:endParaRPr lang="en-GB" dirty="0"/>
          </a:p>
          <a:p>
            <a:endParaRPr lang="en-GB" dirty="0"/>
          </a:p>
          <a:p>
            <a:r>
              <a:rPr lang="en-GB" dirty="0"/>
              <a:t>  </a:t>
            </a:r>
          </a:p>
        </p:txBody>
      </p:sp>
      <p:sp>
        <p:nvSpPr>
          <p:cNvPr id="4" name="Slide Number Placeholder 3"/>
          <p:cNvSpPr>
            <a:spLocks noGrp="1"/>
          </p:cNvSpPr>
          <p:nvPr>
            <p:ph type="sldNum" sz="quarter" idx="5"/>
          </p:nvPr>
        </p:nvSpPr>
        <p:spPr/>
        <p:txBody>
          <a:bodyPr/>
          <a:lstStyle/>
          <a:p>
            <a:fld id="{DDCABCB8-E5B2-4399-9FC2-32888C8FE114}" type="slidenum">
              <a:rPr lang="en-GB" smtClean="0"/>
              <a:t>12</a:t>
            </a:fld>
            <a:endParaRPr lang="en-GB"/>
          </a:p>
        </p:txBody>
      </p:sp>
    </p:spTree>
    <p:extLst>
      <p:ext uri="{BB962C8B-B14F-4D97-AF65-F5344CB8AC3E}">
        <p14:creationId xmlns:p14="http://schemas.microsoft.com/office/powerpoint/2010/main" val="1314845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13</a:t>
            </a:fld>
            <a:endParaRPr lang="en-GB"/>
          </a:p>
        </p:txBody>
      </p:sp>
    </p:spTree>
    <p:extLst>
      <p:ext uri="{BB962C8B-B14F-4D97-AF65-F5344CB8AC3E}">
        <p14:creationId xmlns:p14="http://schemas.microsoft.com/office/powerpoint/2010/main" val="2546895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DDCABCB8-E5B2-4399-9FC2-32888C8FE114}" type="slidenum">
              <a:rPr lang="en-GB" smtClean="0"/>
              <a:t>15</a:t>
            </a:fld>
            <a:endParaRPr lang="en-GB"/>
          </a:p>
        </p:txBody>
      </p:sp>
    </p:spTree>
    <p:extLst>
      <p:ext uri="{BB962C8B-B14F-4D97-AF65-F5344CB8AC3E}">
        <p14:creationId xmlns:p14="http://schemas.microsoft.com/office/powerpoint/2010/main" val="38602965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DDCABCB8-E5B2-4399-9FC2-32888C8FE114}" type="slidenum">
              <a:rPr lang="en-GB" smtClean="0"/>
              <a:t>16</a:t>
            </a:fld>
            <a:endParaRPr lang="en-GB"/>
          </a:p>
        </p:txBody>
      </p:sp>
    </p:spTree>
    <p:extLst>
      <p:ext uri="{BB962C8B-B14F-4D97-AF65-F5344CB8AC3E}">
        <p14:creationId xmlns:p14="http://schemas.microsoft.com/office/powerpoint/2010/main" val="683299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Now that we have learned how to solve for general Nash equilibria in static games of complete information, which is the most widely used solution concept, we can now looks at some applications of these.</a:t>
            </a:r>
          </a:p>
        </p:txBody>
      </p:sp>
      <p:sp>
        <p:nvSpPr>
          <p:cNvPr id="4" name="Slide Number Placeholder 3"/>
          <p:cNvSpPr>
            <a:spLocks noGrp="1"/>
          </p:cNvSpPr>
          <p:nvPr>
            <p:ph type="sldNum" sz="quarter" idx="5"/>
          </p:nvPr>
        </p:nvSpPr>
        <p:spPr/>
        <p:txBody>
          <a:bodyPr/>
          <a:lstStyle/>
          <a:p>
            <a:fld id="{DDCABCB8-E5B2-4399-9FC2-32888C8FE114}" type="slidenum">
              <a:rPr lang="en-GB" smtClean="0"/>
              <a:t>17</a:t>
            </a:fld>
            <a:endParaRPr lang="en-GB"/>
          </a:p>
        </p:txBody>
      </p:sp>
    </p:spTree>
    <p:extLst>
      <p:ext uri="{BB962C8B-B14F-4D97-AF65-F5344CB8AC3E}">
        <p14:creationId xmlns:p14="http://schemas.microsoft.com/office/powerpoint/2010/main" val="37457326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18</a:t>
            </a:fld>
            <a:endParaRPr lang="en-GB"/>
          </a:p>
        </p:txBody>
      </p:sp>
    </p:spTree>
    <p:extLst>
      <p:ext uri="{BB962C8B-B14F-4D97-AF65-F5344CB8AC3E}">
        <p14:creationId xmlns:p14="http://schemas.microsoft.com/office/powerpoint/2010/main" val="4267944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that they chicken out by swerving to a safe direction, we assume they won’t collide then!)</a:t>
            </a:r>
          </a:p>
          <a:p>
            <a:endParaRPr lang="en-GB" dirty="0"/>
          </a:p>
          <a:p>
            <a:r>
              <a:rPr lang="en-GB" dirty="0"/>
              <a:t>For example, if Player 1 is male, and Player 2 is female. </a:t>
            </a:r>
          </a:p>
          <a:p>
            <a:r>
              <a:rPr lang="en-GB" dirty="0"/>
              <a:t>Norms of males being courageous may lead to beliefs which lead to the Straight Swerve equilibria.</a:t>
            </a:r>
          </a:p>
        </p:txBody>
      </p:sp>
      <p:sp>
        <p:nvSpPr>
          <p:cNvPr id="4" name="Slide Number Placeholder 3"/>
          <p:cNvSpPr>
            <a:spLocks noGrp="1"/>
          </p:cNvSpPr>
          <p:nvPr>
            <p:ph type="sldNum" sz="quarter" idx="5"/>
          </p:nvPr>
        </p:nvSpPr>
        <p:spPr/>
        <p:txBody>
          <a:bodyPr/>
          <a:lstStyle/>
          <a:p>
            <a:fld id="{DDCABCB8-E5B2-4399-9FC2-32888C8FE114}" type="slidenum">
              <a:rPr lang="en-GB" smtClean="0"/>
              <a:t>19</a:t>
            </a:fld>
            <a:endParaRPr lang="en-GB"/>
          </a:p>
        </p:txBody>
      </p:sp>
    </p:spTree>
    <p:extLst>
      <p:ext uri="{BB962C8B-B14F-4D97-AF65-F5344CB8AC3E}">
        <p14:creationId xmlns:p14="http://schemas.microsoft.com/office/powerpoint/2010/main" val="317679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20</a:t>
            </a:fld>
            <a:endParaRPr lang="en-GB"/>
          </a:p>
        </p:txBody>
      </p:sp>
    </p:spTree>
    <p:extLst>
      <p:ext uri="{BB962C8B-B14F-4D97-AF65-F5344CB8AC3E}">
        <p14:creationId xmlns:p14="http://schemas.microsoft.com/office/powerpoint/2010/main" val="15488580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t>If there is strong reason to believe the other is stockpiling, then they will end up in the pareto dominated equilibria.</a:t>
            </a:r>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21</a:t>
            </a:fld>
            <a:endParaRPr lang="en-GB"/>
          </a:p>
        </p:txBody>
      </p:sp>
    </p:spTree>
    <p:extLst>
      <p:ext uri="{BB962C8B-B14F-4D97-AF65-F5344CB8AC3E}">
        <p14:creationId xmlns:p14="http://schemas.microsoft.com/office/powerpoint/2010/main" val="6415909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A=10, D=5,  C=4, B=3, then D,D is payoff dominant and S,S is not risk dominant.</a:t>
            </a:r>
          </a:p>
          <a:p>
            <a:r>
              <a:rPr lang="en-GB" dirty="0"/>
              <a:t>If A=5, D=10, C=4, B=1, then D,D is not payoff dominant, but S,S is risk dominant.</a:t>
            </a:r>
          </a:p>
        </p:txBody>
      </p:sp>
      <p:sp>
        <p:nvSpPr>
          <p:cNvPr id="4" name="Slide Number Placeholder 3"/>
          <p:cNvSpPr>
            <a:spLocks noGrp="1"/>
          </p:cNvSpPr>
          <p:nvPr>
            <p:ph type="sldNum" sz="quarter" idx="5"/>
          </p:nvPr>
        </p:nvSpPr>
        <p:spPr/>
        <p:txBody>
          <a:bodyPr/>
          <a:lstStyle/>
          <a:p>
            <a:fld id="{DDCABCB8-E5B2-4399-9FC2-32888C8FE114}" type="slidenum">
              <a:rPr lang="en-GB" smtClean="0"/>
              <a:t>22</a:t>
            </a:fld>
            <a:endParaRPr lang="en-GB"/>
          </a:p>
        </p:txBody>
      </p:sp>
    </p:spTree>
    <p:extLst>
      <p:ext uri="{BB962C8B-B14F-4D97-AF65-F5344CB8AC3E}">
        <p14:creationId xmlns:p14="http://schemas.microsoft.com/office/powerpoint/2010/main" val="41900412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Depending on the definition of coordination, might not be strictly classified as coordination.</a:t>
            </a:r>
          </a:p>
          <a:p>
            <a:r>
              <a:rPr lang="en-GB" dirty="0"/>
              <a:t>Usually, Coordination Games will have multiple pure strategy NE like in the previous two games and need some way of coordinating on the “right” one.</a:t>
            </a:r>
          </a:p>
          <a:p>
            <a:r>
              <a:rPr lang="en-GB" dirty="0"/>
              <a:t>In the PD game, the “right” outcome is not a NE though..</a:t>
            </a:r>
          </a:p>
        </p:txBody>
      </p:sp>
      <p:sp>
        <p:nvSpPr>
          <p:cNvPr id="4" name="Slide Number Placeholder 3"/>
          <p:cNvSpPr>
            <a:spLocks noGrp="1"/>
          </p:cNvSpPr>
          <p:nvPr>
            <p:ph type="sldNum" sz="quarter" idx="5"/>
          </p:nvPr>
        </p:nvSpPr>
        <p:spPr/>
        <p:txBody>
          <a:bodyPr/>
          <a:lstStyle/>
          <a:p>
            <a:fld id="{DDCABCB8-E5B2-4399-9FC2-32888C8FE114}" type="slidenum">
              <a:rPr lang="en-GB" smtClean="0"/>
              <a:t>23</a:t>
            </a:fld>
            <a:endParaRPr lang="en-GB"/>
          </a:p>
        </p:txBody>
      </p:sp>
    </p:spTree>
    <p:extLst>
      <p:ext uri="{BB962C8B-B14F-4D97-AF65-F5344CB8AC3E}">
        <p14:creationId xmlns:p14="http://schemas.microsoft.com/office/powerpoint/2010/main" val="28113768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Consider a 2 player game with 2 actions.</a:t>
                </a:r>
              </a:p>
              <a:p>
                <a:endParaRPr lang="en-GB" dirty="0"/>
              </a:p>
              <a:p>
                <a:r>
                  <a:rPr lang="en-GB" dirty="0"/>
                  <a:t>Suppose that (X1,Y1) is a pure strategy NE.</a:t>
                </a:r>
              </a:p>
              <a:p>
                <a:endParaRPr lang="en-GB" dirty="0"/>
              </a:p>
              <a:p>
                <a:r>
                  <a:rPr lang="en-GB" dirty="0"/>
                  <a:t>Then since Y1 is a best response for</a:t>
                </a:r>
                <a:r>
                  <a:rPr lang="en-GB" baseline="0" dirty="0"/>
                  <a:t> player 2</a:t>
                </a:r>
                <a:r>
                  <a:rPr lang="en-GB" dirty="0"/>
                  <a:t>, we have u2(X1,Y1)</a:t>
                </a:r>
                <a14:m>
                  <m:oMath xmlns:m="http://schemas.openxmlformats.org/officeDocument/2006/math">
                    <m:r>
                      <a:rPr lang="en-SG" b="0" i="1" smtClean="0">
                        <a:latin typeface="Cambria Math" panose="02040503050406030204" pitchFamily="18" charset="0"/>
                      </a:rPr>
                      <m:t>≥</m:t>
                    </m:r>
                    <m:r>
                      <m:rPr>
                        <m:sty m:val="p"/>
                      </m:rPr>
                      <a:rPr lang="en-SG" b="0" i="0" smtClean="0">
                        <a:latin typeface="Cambria Math" panose="02040503050406030204" pitchFamily="18" charset="0"/>
                      </a:rPr>
                      <m:t>u</m:t>
                    </m:r>
                  </m:oMath>
                </a14:m>
                <a:r>
                  <a:rPr lang="en-GB" dirty="0"/>
                  <a:t>2(X1, Y2).</a:t>
                </a:r>
              </a:p>
              <a:p>
                <a:r>
                  <a:rPr lang="en-GB" dirty="0"/>
                  <a:t>From a constant sum game with a fixed sum of C  we have that u1(X1,Y1)= C – u2(X1,Y1)</a:t>
                </a:r>
              </a:p>
              <a:p>
                <a:endParaRPr lang="en-GB" dirty="0"/>
              </a:p>
              <a:p>
                <a:r>
                  <a:rPr lang="en-GB" dirty="0"/>
                  <a:t>Since X1 is a best response for player 1, we have u1(X1,Y1)</a:t>
                </a:r>
                <a14:m>
                  <m:oMath xmlns:m="http://schemas.openxmlformats.org/officeDocument/2006/math">
                    <m:r>
                      <a:rPr lang="en-SG" b="0" i="0" smtClean="0">
                        <a:latin typeface="Cambria Math" panose="02040503050406030204" pitchFamily="18" charset="0"/>
                      </a:rPr>
                      <m:t>≥</m:t>
                    </m:r>
                    <m:r>
                      <m:rPr>
                        <m:sty m:val="p"/>
                      </m:rPr>
                      <a:rPr lang="en-SG" b="0" i="0" smtClean="0">
                        <a:latin typeface="Cambria Math" panose="02040503050406030204" pitchFamily="18" charset="0"/>
                      </a:rPr>
                      <m:t>u</m:t>
                    </m:r>
                  </m:oMath>
                </a14:m>
                <a:r>
                  <a:rPr lang="en-GB" dirty="0"/>
                  <a:t>1(X2,Y1). </a:t>
                </a:r>
              </a:p>
              <a:p>
                <a:r>
                  <a:rPr lang="en-GB" dirty="0"/>
                  <a:t>From the constant sum game, this implies that C-u2(X1,Y1)</a:t>
                </a:r>
                <a14:m>
                  <m:oMath xmlns:m="http://schemas.openxmlformats.org/officeDocument/2006/math">
                    <m:r>
                      <a:rPr lang="en-SG" b="0" i="1" smtClean="0">
                        <a:latin typeface="Cambria Math" panose="02040503050406030204" pitchFamily="18" charset="0"/>
                      </a:rPr>
                      <m:t>≥</m:t>
                    </m:r>
                  </m:oMath>
                </a14:m>
                <a:r>
                  <a:rPr lang="en-GB" dirty="0"/>
                  <a:t> C-u2(X2,Y1)</a:t>
                </a:r>
                <a:r>
                  <a:rPr lang="en-GB" baseline="0" dirty="0"/>
                  <a:t> or  </a:t>
                </a:r>
                <a:r>
                  <a:rPr lang="en-GB" dirty="0"/>
                  <a:t>u2(X1,Y1)</a:t>
                </a:r>
                <a14:m>
                  <m:oMath xmlns:m="http://schemas.openxmlformats.org/officeDocument/2006/math">
                    <m:r>
                      <a:rPr lang="en-SG" b="0" i="1" smtClean="0">
                        <a:latin typeface="Cambria Math" panose="02040503050406030204" pitchFamily="18" charset="0"/>
                      </a:rPr>
                      <m:t>≤</m:t>
                    </m:r>
                  </m:oMath>
                </a14:m>
                <a:r>
                  <a:rPr lang="en-GB" dirty="0"/>
                  <a:t> u2(X2,Y1)</a:t>
                </a:r>
                <a:r>
                  <a:rPr lang="en-GB" baseline="0" dirty="0"/>
                  <a:t> </a:t>
                </a:r>
                <a:endParaRPr lang="en-GB" dirty="0"/>
              </a:p>
              <a:p>
                <a:endParaRPr lang="en-GB" dirty="0"/>
              </a:p>
              <a:p>
                <a:r>
                  <a:rPr lang="en-GB" dirty="0"/>
                  <a:t>Since Player 2 does not have a dominant strategy, we must have u2(X2,Y1)</a:t>
                </a:r>
                <a14:m>
                  <m:oMath xmlns:m="http://schemas.openxmlformats.org/officeDocument/2006/math">
                    <m:r>
                      <a:rPr lang="en-SG" b="0" i="1" smtClean="0">
                        <a:latin typeface="Cambria Math" panose="02040503050406030204" pitchFamily="18" charset="0"/>
                      </a:rPr>
                      <m:t>≤</m:t>
                    </m:r>
                  </m:oMath>
                </a14:m>
                <a:r>
                  <a:rPr lang="en-GB" dirty="0"/>
                  <a:t>u2(X2,Y2)</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Together this implies that </a:t>
                </a:r>
                <a14:m>
                  <m:oMath xmlns:m="http://schemas.openxmlformats.org/officeDocument/2006/math">
                    <m:r>
                      <m:rPr>
                        <m:sty m:val="p"/>
                      </m:rPr>
                      <a:rPr lang="en-SG" b="0" i="0" smtClean="0">
                        <a:latin typeface="Cambria Math" panose="02040503050406030204" pitchFamily="18" charset="0"/>
                      </a:rPr>
                      <m:t>u</m:t>
                    </m:r>
                  </m:oMath>
                </a14:m>
                <a:r>
                  <a:rPr lang="en-GB" dirty="0"/>
                  <a:t>2(X1, Y2)</a:t>
                </a:r>
                <a14:m>
                  <m:oMath xmlns:m="http://schemas.openxmlformats.org/officeDocument/2006/math">
                    <m:r>
                      <a:rPr lang="en-SG" b="0" i="1" smtClean="0">
                        <a:latin typeface="Cambria Math" panose="02040503050406030204" pitchFamily="18" charset="0"/>
                      </a:rPr>
                      <m:t>≤</m:t>
                    </m:r>
                  </m:oMath>
                </a14:m>
                <a:r>
                  <a:rPr lang="en-GB" dirty="0"/>
                  <a:t> u2(X1,Y1)</a:t>
                </a:r>
                <a:r>
                  <a:rPr lang="en-SG" b="0" dirty="0"/>
                  <a:t> </a:t>
                </a:r>
                <a14:m>
                  <m:oMath xmlns:m="http://schemas.openxmlformats.org/officeDocument/2006/math">
                    <m:r>
                      <a:rPr lang="en-SG" b="0" i="1" smtClean="0">
                        <a:latin typeface="Cambria Math" panose="02040503050406030204" pitchFamily="18" charset="0"/>
                      </a:rPr>
                      <m:t>≤</m:t>
                    </m:r>
                  </m:oMath>
                </a14:m>
                <a:r>
                  <a:rPr lang="en-GB" dirty="0"/>
                  <a:t> u2(X2,Y1)</a:t>
                </a:r>
                <a:r>
                  <a:rPr lang="en-SG" b="0" dirty="0"/>
                  <a:t> </a:t>
                </a:r>
                <a14:m>
                  <m:oMath xmlns:m="http://schemas.openxmlformats.org/officeDocument/2006/math">
                    <m:r>
                      <a:rPr lang="en-SG" b="0" i="1" smtClean="0">
                        <a:latin typeface="Cambria Math" panose="02040503050406030204" pitchFamily="18" charset="0"/>
                      </a:rPr>
                      <m:t>≤</m:t>
                    </m:r>
                  </m:oMath>
                </a14:m>
                <a:r>
                  <a:rPr lang="en-GB" dirty="0"/>
                  <a:t>u2(X2,Y2)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  </a:t>
                </a:r>
                <a14:m>
                  <m:oMath xmlns:m="http://schemas.openxmlformats.org/officeDocument/2006/math">
                    <m:r>
                      <m:rPr>
                        <m:sty m:val="p"/>
                      </m:rPr>
                      <a:rPr lang="en-SG" b="0" i="0" smtClean="0">
                        <a:latin typeface="Cambria Math" panose="02040503050406030204" pitchFamily="18" charset="0"/>
                      </a:rPr>
                      <m:t>u</m:t>
                    </m:r>
                  </m:oMath>
                </a14:m>
                <a:r>
                  <a:rPr lang="en-GB" dirty="0"/>
                  <a:t>2(X1, Y2)</a:t>
                </a:r>
                <a:r>
                  <a:rPr lang="en-SG" b="0" dirty="0"/>
                  <a:t> </a:t>
                </a:r>
                <a14:m>
                  <m:oMath xmlns:m="http://schemas.openxmlformats.org/officeDocument/2006/math">
                    <m:r>
                      <a:rPr lang="en-SG" b="0" i="1" smtClean="0">
                        <a:latin typeface="Cambria Math" panose="02040503050406030204" pitchFamily="18" charset="0"/>
                      </a:rPr>
                      <m:t>≤</m:t>
                    </m:r>
                  </m:oMath>
                </a14:m>
                <a:r>
                  <a:rPr lang="en-GB" dirty="0"/>
                  <a:t>u2(X2,Y2)</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But from the constant sum game, this means that C-</a:t>
                </a:r>
                <a14:m>
                  <m:oMath xmlns:m="http://schemas.openxmlformats.org/officeDocument/2006/math">
                    <m:r>
                      <m:rPr>
                        <m:sty m:val="p"/>
                      </m:rPr>
                      <a:rPr lang="en-SG" b="0" i="0" smtClean="0">
                        <a:latin typeface="Cambria Math" panose="02040503050406030204" pitchFamily="18" charset="0"/>
                      </a:rPr>
                      <m:t>u</m:t>
                    </m:r>
                    <m:r>
                      <a:rPr lang="en-SG" b="0" i="0" smtClean="0">
                        <a:latin typeface="Cambria Math" panose="02040503050406030204" pitchFamily="18" charset="0"/>
                      </a:rPr>
                      <m:t>1</m:t>
                    </m:r>
                  </m:oMath>
                </a14:m>
                <a:r>
                  <a:rPr lang="en-GB" dirty="0"/>
                  <a:t>(X1, Y2)</a:t>
                </a:r>
                <a:r>
                  <a:rPr lang="en-SG" b="0" dirty="0"/>
                  <a:t> </a:t>
                </a:r>
                <a14:m>
                  <m:oMath xmlns:m="http://schemas.openxmlformats.org/officeDocument/2006/math">
                    <m:r>
                      <a:rPr lang="en-SG" b="0" i="1" smtClean="0">
                        <a:latin typeface="Cambria Math" panose="02040503050406030204" pitchFamily="18" charset="0"/>
                      </a:rPr>
                      <m:t>≤</m:t>
                    </m:r>
                  </m:oMath>
                </a14:m>
                <a:r>
                  <a:rPr lang="en-GB" dirty="0"/>
                  <a:t> C- u1(X2,Y2)</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 </a:t>
                </a:r>
                <a14:m>
                  <m:oMath xmlns:m="http://schemas.openxmlformats.org/officeDocument/2006/math">
                    <m:r>
                      <m:rPr>
                        <m:sty m:val="p"/>
                      </m:rPr>
                      <a:rPr lang="en-SG" b="0" i="0" smtClean="0">
                        <a:latin typeface="Cambria Math" panose="02040503050406030204" pitchFamily="18" charset="0"/>
                      </a:rPr>
                      <m:t>u</m:t>
                    </m:r>
                    <m:r>
                      <a:rPr lang="en-SG" b="0" i="0" smtClean="0">
                        <a:latin typeface="Cambria Math" panose="02040503050406030204" pitchFamily="18" charset="0"/>
                      </a:rPr>
                      <m:t>1</m:t>
                    </m:r>
                  </m:oMath>
                </a14:m>
                <a:r>
                  <a:rPr lang="en-GB" dirty="0"/>
                  <a:t>(X1, Y2)</a:t>
                </a:r>
                <a:r>
                  <a:rPr lang="en-SG" b="0" dirty="0"/>
                  <a:t> </a:t>
                </a:r>
                <a14:m>
                  <m:oMath xmlns:m="http://schemas.openxmlformats.org/officeDocument/2006/math">
                    <m:r>
                      <a:rPr lang="en-SG" b="0" i="1" smtClean="0">
                        <a:latin typeface="Cambria Math" panose="02040503050406030204" pitchFamily="18" charset="0"/>
                      </a:rPr>
                      <m:t>≥</m:t>
                    </m:r>
                  </m:oMath>
                </a14:m>
                <a:r>
                  <a:rPr lang="en-GB" dirty="0"/>
                  <a:t> u1(X2,Y2)</a:t>
                </a:r>
              </a:p>
              <a:p>
                <a:endParaRPr lang="en-GB" dirty="0"/>
              </a:p>
              <a:p>
                <a:r>
                  <a:rPr lang="en-GB" dirty="0"/>
                  <a:t>Together with u1(X1,Y1)</a:t>
                </a:r>
                <a14:m>
                  <m:oMath xmlns:m="http://schemas.openxmlformats.org/officeDocument/2006/math">
                    <m:r>
                      <a:rPr lang="en-SG" b="0" i="0" smtClean="0">
                        <a:latin typeface="Cambria Math" panose="02040503050406030204" pitchFamily="18" charset="0"/>
                      </a:rPr>
                      <m:t>≥</m:t>
                    </m:r>
                    <m:r>
                      <m:rPr>
                        <m:sty m:val="p"/>
                      </m:rPr>
                      <a:rPr lang="en-SG" b="0" i="0" smtClean="0">
                        <a:latin typeface="Cambria Math" panose="02040503050406030204" pitchFamily="18" charset="0"/>
                      </a:rPr>
                      <m:t>u</m:t>
                    </m:r>
                  </m:oMath>
                </a14:m>
                <a:r>
                  <a:rPr lang="en-GB" dirty="0"/>
                  <a:t>1(X2,Y1), this implies that Player 1 has a dominant strategy!</a:t>
                </a:r>
              </a:p>
              <a:p>
                <a:endParaRPr lang="en-GB" dirty="0"/>
              </a:p>
              <a:p>
                <a:r>
                  <a:rPr lang="en-GB" dirty="0"/>
                  <a:t>Hence, when there are no dominant strategies, there can be no pure strategy NE.</a:t>
                </a:r>
              </a:p>
              <a:p>
                <a:endParaRPr lang="en-GB" dirty="0"/>
              </a:p>
              <a:p>
                <a:endParaRPr lang="en-GB" dirty="0"/>
              </a:p>
              <a:p>
                <a:r>
                  <a:rPr lang="en-GB" dirty="0"/>
                  <a:t>Suppose Y1 is the best response to X1 for Player 2.</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Since Player 2 does not have a dominant strategy, this means Y2 is the best response to X2 for Player 2.</a:t>
                </a:r>
              </a:p>
              <a:p>
                <a:endParaRPr lang="en-GB" dirty="0"/>
              </a:p>
              <a:p>
                <a:r>
                  <a:rPr lang="en-GB" dirty="0"/>
                  <a:t>This means that  u2(X1,Y1)</a:t>
                </a:r>
                <a14:m>
                  <m:oMath xmlns:m="http://schemas.openxmlformats.org/officeDocument/2006/math">
                    <m:r>
                      <a:rPr lang="en-SG" b="0" i="1" smtClean="0">
                        <a:latin typeface="Cambria Math" panose="02040503050406030204" pitchFamily="18" charset="0"/>
                      </a:rPr>
                      <m:t>≥</m:t>
                    </m:r>
                  </m:oMath>
                </a14:m>
                <a:r>
                  <a:rPr lang="en-GB" dirty="0"/>
                  <a:t> u2(X1,Y2) and u2(X2,Y2)</a:t>
                </a:r>
                <a14:m>
                  <m:oMath xmlns:m="http://schemas.openxmlformats.org/officeDocument/2006/math">
                    <m:r>
                      <a:rPr lang="en-SG" b="0" i="1" smtClean="0">
                        <a:latin typeface="Cambria Math" panose="02040503050406030204" pitchFamily="18" charset="0"/>
                      </a:rPr>
                      <m:t>≥</m:t>
                    </m:r>
                  </m:oMath>
                </a14:m>
                <a:r>
                  <a:rPr lang="en-GB" dirty="0"/>
                  <a:t> u2(X2,Y1) </a:t>
                </a:r>
              </a:p>
              <a:p>
                <a:endParaRPr lang="en-GB" dirty="0"/>
              </a:p>
              <a:p>
                <a:r>
                  <a:rPr lang="en-GB" dirty="0"/>
                  <a:t>By the constant sum game, this means that</a:t>
                </a:r>
                <a:r>
                  <a:rPr lang="en-GB" baseline="0" dirty="0"/>
                  <a:t> </a:t>
                </a:r>
                <a:r>
                  <a:rPr lang="en-GB" dirty="0"/>
                  <a:t>u1(X1,Y1)&lt;= u1(X1,Y2) and u1(X2,Y2)</a:t>
                </a:r>
                <a14:m>
                  <m:oMath xmlns:m="http://schemas.openxmlformats.org/officeDocument/2006/math">
                    <m:r>
                      <a:rPr lang="en-SG" b="0" i="1" smtClean="0">
                        <a:latin typeface="Cambria Math" panose="02040503050406030204" pitchFamily="18" charset="0"/>
                      </a:rPr>
                      <m:t>≤</m:t>
                    </m:r>
                  </m:oMath>
                </a14:m>
                <a:r>
                  <a:rPr lang="en-GB" dirty="0"/>
                  <a:t> u1(X2,Y1) </a:t>
                </a:r>
              </a:p>
              <a:p>
                <a:endParaRPr lang="en-GB" dirty="0"/>
              </a:p>
              <a:p>
                <a:endParaRPr lang="en-GB" dirty="0"/>
              </a:p>
              <a:p>
                <a:r>
                  <a:rPr lang="en-GB" dirty="0"/>
                  <a:t>If X1 is also the best response to Y1 for Player 1, then u1(X1,Y1)&gt;= u1(X2,Y1)  </a:t>
                </a:r>
              </a:p>
              <a:p>
                <a:r>
                  <a:rPr lang="en-GB" dirty="0"/>
                  <a:t>Or u2(X1,Y1)&lt;= u2(X2,Y1)</a:t>
                </a:r>
              </a:p>
              <a:p>
                <a:endParaRPr lang="en-GB" dirty="0"/>
              </a:p>
              <a:p>
                <a:r>
                  <a:rPr lang="en-GB" dirty="0"/>
                  <a:t>u2(X1,Y1)</a:t>
                </a:r>
                <a14:m>
                  <m:oMath xmlns:m="http://schemas.openxmlformats.org/officeDocument/2006/math">
                    <m:r>
                      <a:rPr lang="en-SG" b="0" i="1" smtClean="0">
                        <a:latin typeface="Cambria Math" panose="02040503050406030204" pitchFamily="18" charset="0"/>
                      </a:rPr>
                      <m:t>≥</m:t>
                    </m:r>
                  </m:oMath>
                </a14:m>
                <a:r>
                  <a:rPr lang="en-GB" dirty="0"/>
                  <a:t> u2(X1,Y2) </a:t>
                </a:r>
              </a:p>
              <a:p>
                <a:endParaRPr lang="en-GB" dirty="0"/>
              </a:p>
              <a:p>
                <a:r>
                  <a:rPr lang="en-GB" dirty="0"/>
                  <a:t>Dominant strategy for Player 2 if U2(X1,Y1)&gt;= U2(X1,Y2) and if U2(X2,Y1)&gt;= U2(X2,Y2) </a:t>
                </a:r>
              </a:p>
            </p:txBody>
          </p:sp>
        </mc:Choice>
        <mc:Fallback xmlns="">
          <p:sp>
            <p:nvSpPr>
              <p:cNvPr id="3" name="Notes Placeholder 2"/>
              <p:cNvSpPr>
                <a:spLocks noGrp="1"/>
              </p:cNvSpPr>
              <p:nvPr>
                <p:ph type="body" idx="1"/>
              </p:nvPr>
            </p:nvSpPr>
            <p:spPr/>
            <p:txBody>
              <a:bodyPr/>
              <a:lstStyle/>
              <a:p>
                <a:r>
                  <a:rPr lang="en-GB" dirty="0"/>
                  <a:t>Consider a 2 player game with 2 actions.</a:t>
                </a:r>
              </a:p>
              <a:p>
                <a:endParaRPr lang="en-GB" dirty="0"/>
              </a:p>
              <a:p>
                <a:r>
                  <a:rPr lang="en-GB" dirty="0"/>
                  <a:t>Suppose that (X1,Y1) is a pure strategy NE.</a:t>
                </a:r>
              </a:p>
              <a:p>
                <a:endParaRPr lang="en-GB" dirty="0"/>
              </a:p>
              <a:p>
                <a:r>
                  <a:rPr lang="en-GB" dirty="0"/>
                  <a:t>Then since Y1 is a best response for</a:t>
                </a:r>
                <a:r>
                  <a:rPr lang="en-GB" baseline="0" dirty="0"/>
                  <a:t> player 2</a:t>
                </a:r>
                <a:r>
                  <a:rPr lang="en-GB" dirty="0"/>
                  <a:t>, we have u2(X1,Y1)</a:t>
                </a:r>
                <a:r>
                  <a:rPr lang="en-SG" b="0" i="0">
                    <a:latin typeface="Cambria Math" panose="02040503050406030204" pitchFamily="18" charset="0"/>
                  </a:rPr>
                  <a:t>≥u</a:t>
                </a:r>
                <a:r>
                  <a:rPr lang="en-GB" dirty="0"/>
                  <a:t>2(X1, Y2).</a:t>
                </a:r>
              </a:p>
              <a:p>
                <a:r>
                  <a:rPr lang="en-GB" dirty="0"/>
                  <a:t>From a constant sum game with a fixed sum of C  we have that u1(X1,Y1)= C – u2(X1,Y1)</a:t>
                </a:r>
              </a:p>
              <a:p>
                <a:endParaRPr lang="en-GB" dirty="0"/>
              </a:p>
              <a:p>
                <a:r>
                  <a:rPr lang="en-GB" dirty="0"/>
                  <a:t>Since X1 is a best response for player 1, we have u1(X1,Y1)</a:t>
                </a:r>
                <a:r>
                  <a:rPr lang="en-SG" b="0" i="0">
                    <a:latin typeface="Cambria Math" panose="02040503050406030204" pitchFamily="18" charset="0"/>
                  </a:rPr>
                  <a:t>≥u</a:t>
                </a:r>
                <a:r>
                  <a:rPr lang="en-GB" dirty="0"/>
                  <a:t>1(X2,Y1). </a:t>
                </a:r>
              </a:p>
              <a:p>
                <a:r>
                  <a:rPr lang="en-GB" dirty="0"/>
                  <a:t>From the constant sum game, this implies that C-u2(X1,Y1)</a:t>
                </a:r>
                <a:r>
                  <a:rPr lang="en-SG" b="0" i="0">
                    <a:latin typeface="Cambria Math" panose="02040503050406030204" pitchFamily="18" charset="0"/>
                  </a:rPr>
                  <a:t>≥</a:t>
                </a:r>
                <a:r>
                  <a:rPr lang="en-GB" dirty="0"/>
                  <a:t> C-u2(X2,Y1)</a:t>
                </a:r>
                <a:r>
                  <a:rPr lang="en-GB" baseline="0" dirty="0"/>
                  <a:t> or  </a:t>
                </a:r>
                <a:r>
                  <a:rPr lang="en-GB" dirty="0"/>
                  <a:t>u2(X1,Y1)</a:t>
                </a:r>
                <a:r>
                  <a:rPr lang="en-SG" b="0" i="0">
                    <a:latin typeface="Cambria Math" panose="02040503050406030204" pitchFamily="18" charset="0"/>
                  </a:rPr>
                  <a:t>≤</a:t>
                </a:r>
                <a:r>
                  <a:rPr lang="en-GB" dirty="0"/>
                  <a:t> u2(X2,Y1)</a:t>
                </a:r>
                <a:r>
                  <a:rPr lang="en-GB" baseline="0" dirty="0"/>
                  <a:t> </a:t>
                </a:r>
                <a:endParaRPr lang="en-GB" dirty="0"/>
              </a:p>
              <a:p>
                <a:endParaRPr lang="en-GB" dirty="0"/>
              </a:p>
              <a:p>
                <a:r>
                  <a:rPr lang="en-GB" dirty="0"/>
                  <a:t>Since Player 2 does not have a dominant strategy, we must have u2(X2,Y1)</a:t>
                </a:r>
                <a:r>
                  <a:rPr lang="en-SG" b="0" i="0">
                    <a:latin typeface="Cambria Math" panose="02040503050406030204" pitchFamily="18" charset="0"/>
                  </a:rPr>
                  <a:t>≤</a:t>
                </a:r>
                <a:r>
                  <a:rPr lang="en-GB" dirty="0"/>
                  <a:t>u2(X2,Y2)</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Together this implies that </a:t>
                </a:r>
                <a:r>
                  <a:rPr lang="en-SG" b="0" i="0">
                    <a:latin typeface="Cambria Math" panose="02040503050406030204" pitchFamily="18" charset="0"/>
                  </a:rPr>
                  <a:t>u</a:t>
                </a:r>
                <a:r>
                  <a:rPr lang="en-GB" dirty="0"/>
                  <a:t>2(X1, Y2)</a:t>
                </a:r>
                <a:r>
                  <a:rPr lang="en-SG" b="0" i="0">
                    <a:latin typeface="Cambria Math" panose="02040503050406030204" pitchFamily="18" charset="0"/>
                  </a:rPr>
                  <a:t>≤</a:t>
                </a:r>
                <a:r>
                  <a:rPr lang="en-GB" dirty="0"/>
                  <a:t> u2(X1,Y1)</a:t>
                </a:r>
                <a:r>
                  <a:rPr lang="en-SG" b="0" dirty="0"/>
                  <a:t> </a:t>
                </a:r>
                <a:r>
                  <a:rPr lang="en-SG" b="0" i="0">
                    <a:latin typeface="Cambria Math" panose="02040503050406030204" pitchFamily="18" charset="0"/>
                  </a:rPr>
                  <a:t>≤</a:t>
                </a:r>
                <a:r>
                  <a:rPr lang="en-GB" dirty="0"/>
                  <a:t> u2(X2,Y1)</a:t>
                </a:r>
                <a:r>
                  <a:rPr lang="en-SG" b="0" dirty="0"/>
                  <a:t> </a:t>
                </a:r>
                <a:r>
                  <a:rPr lang="en-SG" b="0" i="0">
                    <a:latin typeface="Cambria Math" panose="02040503050406030204" pitchFamily="18" charset="0"/>
                  </a:rPr>
                  <a:t>≤</a:t>
                </a:r>
                <a:r>
                  <a:rPr lang="en-GB" dirty="0"/>
                  <a:t>u2(X2,Y2)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  </a:t>
                </a:r>
                <a:r>
                  <a:rPr lang="en-SG" b="0" i="0">
                    <a:latin typeface="Cambria Math" panose="02040503050406030204" pitchFamily="18" charset="0"/>
                  </a:rPr>
                  <a:t>u</a:t>
                </a:r>
                <a:r>
                  <a:rPr lang="en-GB" dirty="0"/>
                  <a:t>2(X1, Y2)</a:t>
                </a:r>
                <a:r>
                  <a:rPr lang="en-SG" b="0" dirty="0"/>
                  <a:t> </a:t>
                </a:r>
                <a:r>
                  <a:rPr lang="en-SG" b="0" i="0">
                    <a:latin typeface="Cambria Math" panose="02040503050406030204" pitchFamily="18" charset="0"/>
                  </a:rPr>
                  <a:t>≤</a:t>
                </a:r>
                <a:r>
                  <a:rPr lang="en-GB" dirty="0"/>
                  <a:t>u2(X2,Y2)</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But from the constant sum game, this means that C-</a:t>
                </a:r>
                <a:r>
                  <a:rPr lang="en-SG" b="0" i="0">
                    <a:latin typeface="Cambria Math" panose="02040503050406030204" pitchFamily="18" charset="0"/>
                  </a:rPr>
                  <a:t>u1</a:t>
                </a:r>
                <a:r>
                  <a:rPr lang="en-GB" dirty="0"/>
                  <a:t>(X1, Y2)</a:t>
                </a:r>
                <a:r>
                  <a:rPr lang="en-SG" b="0" dirty="0"/>
                  <a:t> </a:t>
                </a:r>
                <a:r>
                  <a:rPr lang="en-SG" b="0" i="0">
                    <a:latin typeface="Cambria Math" panose="02040503050406030204" pitchFamily="18" charset="0"/>
                  </a:rPr>
                  <a:t>≤</a:t>
                </a:r>
                <a:r>
                  <a:rPr lang="en-GB" dirty="0"/>
                  <a:t> C- u1(X2,Y2)</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 </a:t>
                </a:r>
                <a:r>
                  <a:rPr lang="en-SG" b="0" i="0">
                    <a:latin typeface="Cambria Math" panose="02040503050406030204" pitchFamily="18" charset="0"/>
                  </a:rPr>
                  <a:t>u1</a:t>
                </a:r>
                <a:r>
                  <a:rPr lang="en-GB" dirty="0"/>
                  <a:t>(X1, Y2)</a:t>
                </a:r>
                <a:r>
                  <a:rPr lang="en-SG" b="0" dirty="0"/>
                  <a:t> </a:t>
                </a:r>
                <a:r>
                  <a:rPr lang="en-SG" b="0" i="0">
                    <a:latin typeface="Cambria Math" panose="02040503050406030204" pitchFamily="18" charset="0"/>
                  </a:rPr>
                  <a:t>≥</a:t>
                </a:r>
                <a:r>
                  <a:rPr lang="en-GB" dirty="0"/>
                  <a:t> u1(X2,Y2)</a:t>
                </a:r>
              </a:p>
              <a:p>
                <a:endParaRPr lang="en-GB" dirty="0"/>
              </a:p>
              <a:p>
                <a:r>
                  <a:rPr lang="en-GB" dirty="0"/>
                  <a:t>Together with u1(X1,Y1)</a:t>
                </a:r>
                <a:r>
                  <a:rPr lang="en-SG" b="0" i="0">
                    <a:latin typeface="Cambria Math" panose="02040503050406030204" pitchFamily="18" charset="0"/>
                  </a:rPr>
                  <a:t>≥u</a:t>
                </a:r>
                <a:r>
                  <a:rPr lang="en-GB" dirty="0"/>
                  <a:t>1(X2,Y1), this implies that Player 1 has a dominant strategy!</a:t>
                </a:r>
              </a:p>
              <a:p>
                <a:endParaRPr lang="en-GB" dirty="0"/>
              </a:p>
              <a:p>
                <a:r>
                  <a:rPr lang="en-GB" dirty="0"/>
                  <a:t>Hence, when there are no dominant strategies, there can be no pure strategy NE.</a:t>
                </a:r>
              </a:p>
              <a:p>
                <a:endParaRPr lang="en-GB" dirty="0"/>
              </a:p>
              <a:p>
                <a:endParaRPr lang="en-GB" dirty="0"/>
              </a:p>
              <a:p>
                <a:endParaRPr lang="en-GB" dirty="0"/>
              </a:p>
              <a:p>
                <a:endParaRPr lang="en-GB" dirty="0"/>
              </a:p>
              <a:p>
                <a:r>
                  <a:rPr lang="en-GB" dirty="0"/>
                  <a:t>Suppose Y1 is the best response to X1 for Player 2.</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Since Player 2 does not have a dominant strategy, this means Y2 is the best response to X2 for Player 2.</a:t>
                </a:r>
              </a:p>
              <a:p>
                <a:endParaRPr lang="en-GB" dirty="0"/>
              </a:p>
              <a:p>
                <a:r>
                  <a:rPr lang="en-GB" dirty="0"/>
                  <a:t>This means that  u2(X1,Y1)</a:t>
                </a:r>
                <a:r>
                  <a:rPr lang="en-SG" b="0" i="0">
                    <a:latin typeface="Cambria Math" panose="02040503050406030204" pitchFamily="18" charset="0"/>
                  </a:rPr>
                  <a:t>≥</a:t>
                </a:r>
                <a:r>
                  <a:rPr lang="en-GB" dirty="0"/>
                  <a:t> u2(X1,Y2) and u2(X2,Y2)</a:t>
                </a:r>
                <a:r>
                  <a:rPr lang="en-SG" b="0" i="0">
                    <a:latin typeface="Cambria Math" panose="02040503050406030204" pitchFamily="18" charset="0"/>
                  </a:rPr>
                  <a:t>≥</a:t>
                </a:r>
                <a:r>
                  <a:rPr lang="en-GB" dirty="0"/>
                  <a:t> u2(X2,Y1) </a:t>
                </a:r>
              </a:p>
              <a:p>
                <a:endParaRPr lang="en-GB" dirty="0"/>
              </a:p>
              <a:p>
                <a:r>
                  <a:rPr lang="en-GB" dirty="0"/>
                  <a:t>By the constant sum game, this means that</a:t>
                </a:r>
                <a:r>
                  <a:rPr lang="en-GB" baseline="0" dirty="0"/>
                  <a:t> </a:t>
                </a:r>
                <a:r>
                  <a:rPr lang="en-GB" dirty="0"/>
                  <a:t>u1(X1,Y1)&lt;= u1(X1,Y2) and u1(X2,Y2)</a:t>
                </a:r>
                <a:r>
                  <a:rPr lang="en-SG" b="0" i="0">
                    <a:latin typeface="Cambria Math" panose="02040503050406030204" pitchFamily="18" charset="0"/>
                  </a:rPr>
                  <a:t>≤</a:t>
                </a:r>
                <a:r>
                  <a:rPr lang="en-GB" dirty="0"/>
                  <a:t> u1(X2,Y1) </a:t>
                </a:r>
              </a:p>
              <a:p>
                <a:endParaRPr lang="en-GB" dirty="0"/>
              </a:p>
              <a:p>
                <a:endParaRPr lang="en-GB" dirty="0"/>
              </a:p>
              <a:p>
                <a:r>
                  <a:rPr lang="en-GB" dirty="0"/>
                  <a:t>If X1 is also the best response to Y1 for Player 1, then u1(X1,Y1)&gt;= u1(X2,Y1)  </a:t>
                </a:r>
              </a:p>
              <a:p>
                <a:r>
                  <a:rPr lang="en-GB" dirty="0"/>
                  <a:t>Or u2(X1,Y1)&lt;= u2(X2,Y1)</a:t>
                </a:r>
              </a:p>
              <a:p>
                <a:endParaRPr lang="en-GB" dirty="0"/>
              </a:p>
              <a:p>
                <a:r>
                  <a:rPr lang="en-GB" dirty="0"/>
                  <a:t>u2(X1,Y1)</a:t>
                </a:r>
                <a:r>
                  <a:rPr lang="en-SG" b="0" i="0">
                    <a:latin typeface="Cambria Math" panose="02040503050406030204" pitchFamily="18" charset="0"/>
                  </a:rPr>
                  <a:t>≥</a:t>
                </a:r>
                <a:r>
                  <a:rPr lang="en-GB" dirty="0"/>
                  <a:t> u2(X1,Y2) </a:t>
                </a:r>
              </a:p>
              <a:p>
                <a:endParaRPr lang="en-GB" dirty="0"/>
              </a:p>
              <a:p>
                <a:r>
                  <a:rPr lang="en-GB" dirty="0"/>
                  <a:t>Dominant strategy for Player 2 if U2(X1,Y1)&gt;= U2(X1,Y2) and if U2(X2,Y1)&gt;= U2(X2,Y2) </a:t>
                </a:r>
              </a:p>
            </p:txBody>
          </p:sp>
        </mc:Fallback>
      </mc:AlternateContent>
      <p:sp>
        <p:nvSpPr>
          <p:cNvPr id="4" name="Slide Number Placeholder 3"/>
          <p:cNvSpPr>
            <a:spLocks noGrp="1"/>
          </p:cNvSpPr>
          <p:nvPr>
            <p:ph type="sldNum" sz="quarter" idx="5"/>
          </p:nvPr>
        </p:nvSpPr>
        <p:spPr/>
        <p:txBody>
          <a:bodyPr/>
          <a:lstStyle/>
          <a:p>
            <a:fld id="{DDCABCB8-E5B2-4399-9FC2-32888C8FE114}" type="slidenum">
              <a:rPr lang="en-GB" smtClean="0"/>
              <a:t>24</a:t>
            </a:fld>
            <a:endParaRPr lang="en-GB"/>
          </a:p>
        </p:txBody>
      </p:sp>
    </p:spTree>
    <p:extLst>
      <p:ext uri="{BB962C8B-B14F-4D97-AF65-F5344CB8AC3E}">
        <p14:creationId xmlns:p14="http://schemas.microsoft.com/office/powerpoint/2010/main" val="9125934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25</a:t>
            </a:fld>
            <a:endParaRPr lang="en-GB"/>
          </a:p>
        </p:txBody>
      </p:sp>
    </p:spTree>
    <p:extLst>
      <p:ext uri="{BB962C8B-B14F-4D97-AF65-F5344CB8AC3E}">
        <p14:creationId xmlns:p14="http://schemas.microsoft.com/office/powerpoint/2010/main" val="6651705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CABCB8-E5B2-4399-9FC2-32888C8FE114}" type="slidenum">
              <a:rPr lang="en-GB" smtClean="0"/>
              <a:t>27</a:t>
            </a:fld>
            <a:endParaRPr lang="en-GB"/>
          </a:p>
        </p:txBody>
      </p:sp>
    </p:spTree>
    <p:extLst>
      <p:ext uri="{BB962C8B-B14F-4D97-AF65-F5344CB8AC3E}">
        <p14:creationId xmlns:p14="http://schemas.microsoft.com/office/powerpoint/2010/main" val="39495048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DDCABCB8-E5B2-4399-9FC2-32888C8FE114}" type="slidenum">
              <a:rPr lang="en-GB" smtClean="0"/>
              <a:t>28</a:t>
            </a:fld>
            <a:endParaRPr lang="en-GB"/>
          </a:p>
        </p:txBody>
      </p:sp>
    </p:spTree>
    <p:extLst>
      <p:ext uri="{BB962C8B-B14F-4D97-AF65-F5344CB8AC3E}">
        <p14:creationId xmlns:p14="http://schemas.microsoft.com/office/powerpoint/2010/main" val="26680412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DDCABCB8-E5B2-4399-9FC2-32888C8FE114}" type="slidenum">
              <a:rPr lang="en-GB" smtClean="0"/>
              <a:t>29</a:t>
            </a:fld>
            <a:endParaRPr lang="en-GB"/>
          </a:p>
        </p:txBody>
      </p:sp>
    </p:spTree>
    <p:extLst>
      <p:ext uri="{BB962C8B-B14F-4D97-AF65-F5344CB8AC3E}">
        <p14:creationId xmlns:p14="http://schemas.microsoft.com/office/powerpoint/2010/main" val="1621896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CABCB8-E5B2-4399-9FC2-32888C8FE114}" type="slidenum">
              <a:rPr lang="en-GB" smtClean="0"/>
              <a:t>30</a:t>
            </a:fld>
            <a:endParaRPr lang="en-GB"/>
          </a:p>
        </p:txBody>
      </p:sp>
    </p:spTree>
    <p:extLst>
      <p:ext uri="{BB962C8B-B14F-4D97-AF65-F5344CB8AC3E}">
        <p14:creationId xmlns:p14="http://schemas.microsoft.com/office/powerpoint/2010/main" val="5366179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CABCB8-E5B2-4399-9FC2-32888C8FE114}" type="slidenum">
              <a:rPr lang="en-GB" smtClean="0"/>
              <a:t>34</a:t>
            </a:fld>
            <a:endParaRPr lang="en-GB"/>
          </a:p>
        </p:txBody>
      </p:sp>
    </p:spTree>
    <p:extLst>
      <p:ext uri="{BB962C8B-B14F-4D97-AF65-F5344CB8AC3E}">
        <p14:creationId xmlns:p14="http://schemas.microsoft.com/office/powerpoint/2010/main" val="23320142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CABCB8-E5B2-4399-9FC2-32888C8FE114}" type="slidenum">
              <a:rPr lang="en-GB" smtClean="0"/>
              <a:t>35</a:t>
            </a:fld>
            <a:endParaRPr lang="en-GB"/>
          </a:p>
        </p:txBody>
      </p:sp>
    </p:spTree>
    <p:extLst>
      <p:ext uri="{BB962C8B-B14F-4D97-AF65-F5344CB8AC3E}">
        <p14:creationId xmlns:p14="http://schemas.microsoft.com/office/powerpoint/2010/main" val="34182526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CABCB8-E5B2-4399-9FC2-32888C8FE114}" type="slidenum">
              <a:rPr lang="en-GB" smtClean="0"/>
              <a:t>36</a:t>
            </a:fld>
            <a:endParaRPr lang="en-GB"/>
          </a:p>
        </p:txBody>
      </p:sp>
    </p:spTree>
    <p:extLst>
      <p:ext uri="{BB962C8B-B14F-4D97-AF65-F5344CB8AC3E}">
        <p14:creationId xmlns:p14="http://schemas.microsoft.com/office/powerpoint/2010/main" val="4918735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CABCB8-E5B2-4399-9FC2-32888C8FE114}" type="slidenum">
              <a:rPr lang="en-GB" smtClean="0"/>
              <a:t>37</a:t>
            </a:fld>
            <a:endParaRPr lang="en-GB"/>
          </a:p>
        </p:txBody>
      </p:sp>
    </p:spTree>
    <p:extLst>
      <p:ext uri="{BB962C8B-B14F-4D97-AF65-F5344CB8AC3E}">
        <p14:creationId xmlns:p14="http://schemas.microsoft.com/office/powerpoint/2010/main" val="34479222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CABCB8-E5B2-4399-9FC2-32888C8FE114}" type="slidenum">
              <a:rPr lang="en-GB" smtClean="0"/>
              <a:t>38</a:t>
            </a:fld>
            <a:endParaRPr lang="en-GB"/>
          </a:p>
        </p:txBody>
      </p:sp>
    </p:spTree>
    <p:extLst>
      <p:ext uri="{BB962C8B-B14F-4D97-AF65-F5344CB8AC3E}">
        <p14:creationId xmlns:p14="http://schemas.microsoft.com/office/powerpoint/2010/main" val="37938954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Before Player 1 takes action, it is as if Player 2 has already though about what he would do for every possibility he observes.</a:t>
            </a:r>
          </a:p>
          <a:p>
            <a:r>
              <a:rPr lang="en-SG" dirty="0"/>
              <a:t>Player 1 thinks about this when making his </a:t>
            </a:r>
            <a:r>
              <a:rPr lang="en-SG"/>
              <a:t>strategy choice.</a:t>
            </a:r>
          </a:p>
        </p:txBody>
      </p:sp>
      <p:sp>
        <p:nvSpPr>
          <p:cNvPr id="4" name="Slide Number Placeholder 3"/>
          <p:cNvSpPr>
            <a:spLocks noGrp="1"/>
          </p:cNvSpPr>
          <p:nvPr>
            <p:ph type="sldNum" sz="quarter" idx="5"/>
          </p:nvPr>
        </p:nvSpPr>
        <p:spPr/>
        <p:txBody>
          <a:bodyPr/>
          <a:lstStyle/>
          <a:p>
            <a:fld id="{DDCABCB8-E5B2-4399-9FC2-32888C8FE114}" type="slidenum">
              <a:rPr lang="en-GB" smtClean="0"/>
              <a:t>39</a:t>
            </a:fld>
            <a:endParaRPr lang="en-GB"/>
          </a:p>
        </p:txBody>
      </p:sp>
    </p:spTree>
    <p:extLst>
      <p:ext uri="{BB962C8B-B14F-4D97-AF65-F5344CB8AC3E}">
        <p14:creationId xmlns:p14="http://schemas.microsoft.com/office/powerpoint/2010/main" val="26680412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Before Player 1 takes action, it is as if Player 2 has already though about what he would do for every possibility he observes.</a:t>
            </a:r>
          </a:p>
          <a:p>
            <a:r>
              <a:rPr lang="en-SG" dirty="0"/>
              <a:t>Player 1 thinks about this when making his </a:t>
            </a:r>
            <a:r>
              <a:rPr lang="en-SG"/>
              <a:t>strategy choice.</a:t>
            </a:r>
          </a:p>
        </p:txBody>
      </p:sp>
      <p:sp>
        <p:nvSpPr>
          <p:cNvPr id="4" name="Slide Number Placeholder 3"/>
          <p:cNvSpPr>
            <a:spLocks noGrp="1"/>
          </p:cNvSpPr>
          <p:nvPr>
            <p:ph type="sldNum" sz="quarter" idx="5"/>
          </p:nvPr>
        </p:nvSpPr>
        <p:spPr/>
        <p:txBody>
          <a:bodyPr/>
          <a:lstStyle/>
          <a:p>
            <a:fld id="{DDCABCB8-E5B2-4399-9FC2-32888C8FE114}" type="slidenum">
              <a:rPr lang="en-GB" smtClean="0"/>
              <a:t>40</a:t>
            </a:fld>
            <a:endParaRPr lang="en-GB"/>
          </a:p>
        </p:txBody>
      </p:sp>
    </p:spTree>
    <p:extLst>
      <p:ext uri="{BB962C8B-B14F-4D97-AF65-F5344CB8AC3E}">
        <p14:creationId xmlns:p14="http://schemas.microsoft.com/office/powerpoint/2010/main" val="7544803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41</a:t>
            </a:fld>
            <a:endParaRPr lang="en-GB"/>
          </a:p>
        </p:txBody>
      </p:sp>
    </p:spTree>
    <p:extLst>
      <p:ext uri="{BB962C8B-B14F-4D97-AF65-F5344CB8AC3E}">
        <p14:creationId xmlns:p14="http://schemas.microsoft.com/office/powerpoint/2010/main" val="20959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ABCB8-E5B2-4399-9FC2-32888C8FE114}" type="slidenum">
              <a:rPr lang="en-GB" smtClean="0"/>
              <a:t>42</a:t>
            </a:fld>
            <a:endParaRPr lang="en-GB"/>
          </a:p>
        </p:txBody>
      </p:sp>
    </p:spTree>
    <p:extLst>
      <p:ext uri="{BB962C8B-B14F-4D97-AF65-F5344CB8AC3E}">
        <p14:creationId xmlns:p14="http://schemas.microsoft.com/office/powerpoint/2010/main" val="3647152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A6C70-378F-4572-87F2-4C5C1D587E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BC74C7-C071-42DF-A141-BFDCEE4E4F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8F9CD95-E99C-461A-8F25-C6322E625A28}"/>
              </a:ext>
            </a:extLst>
          </p:cNvPr>
          <p:cNvSpPr>
            <a:spLocks noGrp="1"/>
          </p:cNvSpPr>
          <p:nvPr>
            <p:ph type="dt" sz="half" idx="10"/>
          </p:nvPr>
        </p:nvSpPr>
        <p:spPr/>
        <p:txBody>
          <a:bodyPr/>
          <a:lstStyle/>
          <a:p>
            <a:fld id="{23A7D4BD-DB26-4E36-957E-E3287ADE79DD}" type="datetime1">
              <a:rPr lang="en-GB" smtClean="0"/>
              <a:t>21/09/2024</a:t>
            </a:fld>
            <a:endParaRPr lang="en-GB"/>
          </a:p>
        </p:txBody>
      </p:sp>
      <p:sp>
        <p:nvSpPr>
          <p:cNvPr id="5" name="Footer Placeholder 4">
            <a:extLst>
              <a:ext uri="{FF2B5EF4-FFF2-40B4-BE49-F238E27FC236}">
                <a16:creationId xmlns:a16="http://schemas.microsoft.com/office/drawing/2014/main" id="{B08A9AE7-AF7C-4C4F-BD33-49E19254BE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3D31CA-08EF-4E97-AE43-AAA4844D4BF3}"/>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3615212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B064D-C921-453E-828C-96EE8727C38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FB2BEE2-7EF4-4B40-A3FD-4EAB74C126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02B2DF-2B46-4713-988D-6A7A14D94FE2}"/>
              </a:ext>
            </a:extLst>
          </p:cNvPr>
          <p:cNvSpPr>
            <a:spLocks noGrp="1"/>
          </p:cNvSpPr>
          <p:nvPr>
            <p:ph type="dt" sz="half" idx="10"/>
          </p:nvPr>
        </p:nvSpPr>
        <p:spPr/>
        <p:txBody>
          <a:bodyPr/>
          <a:lstStyle/>
          <a:p>
            <a:fld id="{2C7E6928-F0C8-4404-8D6B-99A01544C0C9}" type="datetime1">
              <a:rPr lang="en-GB" smtClean="0"/>
              <a:t>21/09/2024</a:t>
            </a:fld>
            <a:endParaRPr lang="en-GB"/>
          </a:p>
        </p:txBody>
      </p:sp>
      <p:sp>
        <p:nvSpPr>
          <p:cNvPr id="5" name="Footer Placeholder 4">
            <a:extLst>
              <a:ext uri="{FF2B5EF4-FFF2-40B4-BE49-F238E27FC236}">
                <a16:creationId xmlns:a16="http://schemas.microsoft.com/office/drawing/2014/main" id="{9107C5B3-7D5E-4E69-B4FC-AF7896B06B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53FCD5-69F9-48A8-9648-3FA56AB6A97F}"/>
              </a:ext>
            </a:extLst>
          </p:cNvPr>
          <p:cNvSpPr>
            <a:spLocks noGrp="1"/>
          </p:cNvSpPr>
          <p:nvPr>
            <p:ph type="sldNum" sz="quarter" idx="12"/>
          </p:nvPr>
        </p:nvSpPr>
        <p:spPr/>
        <p:txBody>
          <a:bodyPr/>
          <a:lstStyle>
            <a:lvl1pPr>
              <a:defRPr>
                <a:solidFill>
                  <a:schemeClr val="bg1"/>
                </a:solidFill>
              </a:defRPr>
            </a:lvl1pPr>
          </a:lstStyle>
          <a:p>
            <a:fld id="{104D1C85-D14C-4D1F-B1AC-077E19A989F2}" type="slidenum">
              <a:rPr lang="en-GB" smtClean="0"/>
              <a:pPr/>
              <a:t>‹#›</a:t>
            </a:fld>
            <a:endParaRPr lang="en-GB" dirty="0"/>
          </a:p>
        </p:txBody>
      </p:sp>
    </p:spTree>
    <p:extLst>
      <p:ext uri="{BB962C8B-B14F-4D97-AF65-F5344CB8AC3E}">
        <p14:creationId xmlns:p14="http://schemas.microsoft.com/office/powerpoint/2010/main" val="3329112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88D6E-51F7-49F1-B83F-CA98094243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C642CC8-678E-450C-9D86-522CB373EB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556666-3742-40F8-92EB-E57C9BC1BCC6}"/>
              </a:ext>
            </a:extLst>
          </p:cNvPr>
          <p:cNvSpPr>
            <a:spLocks noGrp="1"/>
          </p:cNvSpPr>
          <p:nvPr>
            <p:ph type="dt" sz="half" idx="10"/>
          </p:nvPr>
        </p:nvSpPr>
        <p:spPr/>
        <p:txBody>
          <a:bodyPr/>
          <a:lstStyle/>
          <a:p>
            <a:fld id="{9DCA2266-5225-48B4-A71E-36605A9C32A5}" type="datetime1">
              <a:rPr lang="en-GB" smtClean="0"/>
              <a:t>21/09/2024</a:t>
            </a:fld>
            <a:endParaRPr lang="en-GB"/>
          </a:p>
        </p:txBody>
      </p:sp>
      <p:sp>
        <p:nvSpPr>
          <p:cNvPr id="5" name="Footer Placeholder 4">
            <a:extLst>
              <a:ext uri="{FF2B5EF4-FFF2-40B4-BE49-F238E27FC236}">
                <a16:creationId xmlns:a16="http://schemas.microsoft.com/office/drawing/2014/main" id="{3DCB1EF9-74B1-445A-A1AB-EAABA4B1E2A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ACC459-ED8C-417F-80B7-B6D0A25990A1}"/>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4276932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89D15-23A9-4199-861D-E2F50F530DB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DC418B6-E6AA-4361-B871-A0B3420B6E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CEE24CC-BC9E-40AD-942E-0695E21DEC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0DF73A3-D427-47B7-B97D-B0080572E3A7}"/>
              </a:ext>
            </a:extLst>
          </p:cNvPr>
          <p:cNvSpPr>
            <a:spLocks noGrp="1"/>
          </p:cNvSpPr>
          <p:nvPr>
            <p:ph type="dt" sz="half" idx="10"/>
          </p:nvPr>
        </p:nvSpPr>
        <p:spPr/>
        <p:txBody>
          <a:bodyPr/>
          <a:lstStyle/>
          <a:p>
            <a:fld id="{75384A34-C69E-48D1-AC12-65D83980B687}" type="datetime1">
              <a:rPr lang="en-GB" smtClean="0"/>
              <a:t>21/09/2024</a:t>
            </a:fld>
            <a:endParaRPr lang="en-GB"/>
          </a:p>
        </p:txBody>
      </p:sp>
      <p:sp>
        <p:nvSpPr>
          <p:cNvPr id="6" name="Footer Placeholder 5">
            <a:extLst>
              <a:ext uri="{FF2B5EF4-FFF2-40B4-BE49-F238E27FC236}">
                <a16:creationId xmlns:a16="http://schemas.microsoft.com/office/drawing/2014/main" id="{CE9BBABB-6988-4403-8D87-4800CC6AAF8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50ACF3E-EA8C-467B-A9FA-07449201C2E4}"/>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4271631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7644-036F-4A18-9083-E2FBD8BCD9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D1EC199-5726-4E45-AFED-367DEE3FEB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2F3126-D0CF-41D6-BE23-0302FEADF1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DBFCCCE-98BF-44A6-ADD6-4B4DDA07EA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B5516B-8DC0-44B9-8FCA-9FCDF0ED68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95C614B-2E84-4DBB-85EE-734C401F53BC}"/>
              </a:ext>
            </a:extLst>
          </p:cNvPr>
          <p:cNvSpPr>
            <a:spLocks noGrp="1"/>
          </p:cNvSpPr>
          <p:nvPr>
            <p:ph type="dt" sz="half" idx="10"/>
          </p:nvPr>
        </p:nvSpPr>
        <p:spPr/>
        <p:txBody>
          <a:bodyPr/>
          <a:lstStyle/>
          <a:p>
            <a:fld id="{82BD84F6-B22D-43D8-A9FB-7D83F266F264}" type="datetime1">
              <a:rPr lang="en-GB" smtClean="0"/>
              <a:t>21/09/2024</a:t>
            </a:fld>
            <a:endParaRPr lang="en-GB"/>
          </a:p>
        </p:txBody>
      </p:sp>
      <p:sp>
        <p:nvSpPr>
          <p:cNvPr id="8" name="Footer Placeholder 7">
            <a:extLst>
              <a:ext uri="{FF2B5EF4-FFF2-40B4-BE49-F238E27FC236}">
                <a16:creationId xmlns:a16="http://schemas.microsoft.com/office/drawing/2014/main" id="{48652E88-525C-49FA-926E-03A9B61B090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4F81F4C-9A96-46C5-B57F-DAB19DBB6FE6}"/>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2521777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843B3-D451-426E-BEFE-F3FC8495813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14D23ED-F5D8-4458-8F01-E0AFDD1056AC}"/>
              </a:ext>
            </a:extLst>
          </p:cNvPr>
          <p:cNvSpPr>
            <a:spLocks noGrp="1"/>
          </p:cNvSpPr>
          <p:nvPr>
            <p:ph type="dt" sz="half" idx="10"/>
          </p:nvPr>
        </p:nvSpPr>
        <p:spPr/>
        <p:txBody>
          <a:bodyPr/>
          <a:lstStyle/>
          <a:p>
            <a:fld id="{5C0B5E79-7EEF-43AC-8885-869691FA2DA5}" type="datetime1">
              <a:rPr lang="en-GB" smtClean="0"/>
              <a:t>21/09/2024</a:t>
            </a:fld>
            <a:endParaRPr lang="en-GB"/>
          </a:p>
        </p:txBody>
      </p:sp>
      <p:sp>
        <p:nvSpPr>
          <p:cNvPr id="4" name="Footer Placeholder 3">
            <a:extLst>
              <a:ext uri="{FF2B5EF4-FFF2-40B4-BE49-F238E27FC236}">
                <a16:creationId xmlns:a16="http://schemas.microsoft.com/office/drawing/2014/main" id="{97F7F176-3846-4B39-9F98-CA96DBAB13F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E282721-FFA2-4888-A32F-B7F15806C55B}"/>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293000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F2F5C2-E7F5-44F6-B3E3-A09A9FBB3367}"/>
              </a:ext>
            </a:extLst>
          </p:cNvPr>
          <p:cNvSpPr>
            <a:spLocks noGrp="1"/>
          </p:cNvSpPr>
          <p:nvPr>
            <p:ph type="dt" sz="half" idx="10"/>
          </p:nvPr>
        </p:nvSpPr>
        <p:spPr/>
        <p:txBody>
          <a:bodyPr/>
          <a:lstStyle/>
          <a:p>
            <a:fld id="{CB0884A9-1500-4F3A-B506-F187013429CC}" type="datetime1">
              <a:rPr lang="en-GB" smtClean="0"/>
              <a:t>21/09/2024</a:t>
            </a:fld>
            <a:endParaRPr lang="en-GB"/>
          </a:p>
        </p:txBody>
      </p:sp>
      <p:sp>
        <p:nvSpPr>
          <p:cNvPr id="3" name="Footer Placeholder 2">
            <a:extLst>
              <a:ext uri="{FF2B5EF4-FFF2-40B4-BE49-F238E27FC236}">
                <a16:creationId xmlns:a16="http://schemas.microsoft.com/office/drawing/2014/main" id="{79D30895-94C9-4CDA-8A1C-A3B83C75DD2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0A785C4-52F2-40E5-B555-2B7E8441481D}"/>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4081730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95739-6EEA-489D-8DED-B80F3D23AC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A39C52D-EDE6-4481-8DF0-DE18336EF2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293AE25-69EB-484F-A285-78547AC60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CFC8A1-30BF-403A-8953-6FFBC6EF8878}"/>
              </a:ext>
            </a:extLst>
          </p:cNvPr>
          <p:cNvSpPr>
            <a:spLocks noGrp="1"/>
          </p:cNvSpPr>
          <p:nvPr>
            <p:ph type="dt" sz="half" idx="10"/>
          </p:nvPr>
        </p:nvSpPr>
        <p:spPr/>
        <p:txBody>
          <a:bodyPr/>
          <a:lstStyle/>
          <a:p>
            <a:fld id="{8B70C206-204E-4E4A-A596-15D02134DEF7}" type="datetime1">
              <a:rPr lang="en-GB" smtClean="0"/>
              <a:t>21/09/2024</a:t>
            </a:fld>
            <a:endParaRPr lang="en-GB"/>
          </a:p>
        </p:txBody>
      </p:sp>
      <p:sp>
        <p:nvSpPr>
          <p:cNvPr id="6" name="Footer Placeholder 5">
            <a:extLst>
              <a:ext uri="{FF2B5EF4-FFF2-40B4-BE49-F238E27FC236}">
                <a16:creationId xmlns:a16="http://schemas.microsoft.com/office/drawing/2014/main" id="{6AB5DC3C-2AA7-4AA8-8A88-A61B948FDC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AA635C5-4C57-4540-8DCF-31008FC1C546}"/>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217556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D98B0-95FC-4E54-B7CF-3C82E71F4C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8C6113E-A0BB-4C87-8798-356A8EE11F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C2B5BA9-BD0D-4F2A-8A15-E8D7716EB6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5C7DC-BEE0-4514-8DEA-AF85E2C97F40}"/>
              </a:ext>
            </a:extLst>
          </p:cNvPr>
          <p:cNvSpPr>
            <a:spLocks noGrp="1"/>
          </p:cNvSpPr>
          <p:nvPr>
            <p:ph type="dt" sz="half" idx="10"/>
          </p:nvPr>
        </p:nvSpPr>
        <p:spPr/>
        <p:txBody>
          <a:bodyPr/>
          <a:lstStyle/>
          <a:p>
            <a:fld id="{17A31B3A-EE84-45F6-A218-ADBDB04B2A30}" type="datetime1">
              <a:rPr lang="en-GB" smtClean="0"/>
              <a:t>21/09/2024</a:t>
            </a:fld>
            <a:endParaRPr lang="en-GB"/>
          </a:p>
        </p:txBody>
      </p:sp>
      <p:sp>
        <p:nvSpPr>
          <p:cNvPr id="6" name="Footer Placeholder 5">
            <a:extLst>
              <a:ext uri="{FF2B5EF4-FFF2-40B4-BE49-F238E27FC236}">
                <a16:creationId xmlns:a16="http://schemas.microsoft.com/office/drawing/2014/main" id="{6B72B010-5B78-4035-AD51-2C4CEBC945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981BD00-58E2-46E9-A7F5-8AE7D85E7734}"/>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609370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032B6-B344-4E94-91C3-6A82B0CA456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338852-C971-48AC-B267-2E91F170EC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1135780-1D77-483F-8C1F-73D35EDB62AD}"/>
              </a:ext>
            </a:extLst>
          </p:cNvPr>
          <p:cNvSpPr>
            <a:spLocks noGrp="1"/>
          </p:cNvSpPr>
          <p:nvPr>
            <p:ph type="dt" sz="half" idx="10"/>
          </p:nvPr>
        </p:nvSpPr>
        <p:spPr/>
        <p:txBody>
          <a:bodyPr/>
          <a:lstStyle/>
          <a:p>
            <a:fld id="{443A0C16-B1A7-417D-86EE-7E6775808F5D}" type="datetime1">
              <a:rPr lang="en-GB" smtClean="0"/>
              <a:t>21/09/2024</a:t>
            </a:fld>
            <a:endParaRPr lang="en-GB"/>
          </a:p>
        </p:txBody>
      </p:sp>
      <p:sp>
        <p:nvSpPr>
          <p:cNvPr id="5" name="Footer Placeholder 4">
            <a:extLst>
              <a:ext uri="{FF2B5EF4-FFF2-40B4-BE49-F238E27FC236}">
                <a16:creationId xmlns:a16="http://schemas.microsoft.com/office/drawing/2014/main" id="{78364F8C-4822-420A-8975-87B646439C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35C29F0-C313-4883-9A11-24387F470397}"/>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3033441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E2F1A2-D753-40FA-910E-09462B47DC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6431D49-56BB-436B-A572-2304ED2BD2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C5C5DF5-557D-40AC-8AE8-C0228AD616EE}"/>
              </a:ext>
            </a:extLst>
          </p:cNvPr>
          <p:cNvSpPr>
            <a:spLocks noGrp="1"/>
          </p:cNvSpPr>
          <p:nvPr>
            <p:ph type="dt" sz="half" idx="10"/>
          </p:nvPr>
        </p:nvSpPr>
        <p:spPr/>
        <p:txBody>
          <a:bodyPr/>
          <a:lstStyle/>
          <a:p>
            <a:fld id="{D26F0BF6-F951-4ABA-8663-7B14823B2F9B}" type="datetime1">
              <a:rPr lang="en-GB" smtClean="0"/>
              <a:t>21/09/2024</a:t>
            </a:fld>
            <a:endParaRPr lang="en-GB"/>
          </a:p>
        </p:txBody>
      </p:sp>
      <p:sp>
        <p:nvSpPr>
          <p:cNvPr id="5" name="Footer Placeholder 4">
            <a:extLst>
              <a:ext uri="{FF2B5EF4-FFF2-40B4-BE49-F238E27FC236}">
                <a16:creationId xmlns:a16="http://schemas.microsoft.com/office/drawing/2014/main" id="{395E9CDF-D4C6-440F-8AA2-F2A9663FA99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66D1E32-583F-425E-9345-9EDC80AE1BC3}"/>
              </a:ext>
            </a:extLst>
          </p:cNvPr>
          <p:cNvSpPr>
            <a:spLocks noGrp="1"/>
          </p:cNvSpPr>
          <p:nvPr>
            <p:ph type="sldNum" sz="quarter" idx="12"/>
          </p:nvPr>
        </p:nvSpPr>
        <p:spPr/>
        <p:txBody>
          <a:bodyPr/>
          <a:lstStyle/>
          <a:p>
            <a:fld id="{104D1C85-D14C-4D1F-B1AC-077E19A989F2}" type="slidenum">
              <a:rPr lang="en-GB" smtClean="0"/>
              <a:t>‹#›</a:t>
            </a:fld>
            <a:endParaRPr lang="en-GB"/>
          </a:p>
        </p:txBody>
      </p:sp>
    </p:spTree>
    <p:extLst>
      <p:ext uri="{BB962C8B-B14F-4D97-AF65-F5344CB8AC3E}">
        <p14:creationId xmlns:p14="http://schemas.microsoft.com/office/powerpoint/2010/main" val="2616272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95DC63-EF32-BB1C-386A-E05C3377DA7A}"/>
              </a:ext>
            </a:extLst>
          </p:cNvPr>
          <p:cNvSpPr/>
          <p:nvPr userDrawn="1"/>
        </p:nvSpPr>
        <p:spPr>
          <a:xfrm>
            <a:off x="0" y="6455377"/>
            <a:ext cx="12192000" cy="183417"/>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Diamond 7">
            <a:extLst>
              <a:ext uri="{FF2B5EF4-FFF2-40B4-BE49-F238E27FC236}">
                <a16:creationId xmlns:a16="http://schemas.microsoft.com/office/drawing/2014/main" id="{AD43E613-F3E9-5ED7-964C-58C47D492255}"/>
              </a:ext>
            </a:extLst>
          </p:cNvPr>
          <p:cNvSpPr/>
          <p:nvPr userDrawn="1"/>
        </p:nvSpPr>
        <p:spPr>
          <a:xfrm>
            <a:off x="10746288" y="6257076"/>
            <a:ext cx="939452" cy="563671"/>
          </a:xfrm>
          <a:prstGeom prst="diamon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Title Placeholder 1">
            <a:extLst>
              <a:ext uri="{FF2B5EF4-FFF2-40B4-BE49-F238E27FC236}">
                <a16:creationId xmlns:a16="http://schemas.microsoft.com/office/drawing/2014/main" id="{3BC8A7CF-E525-4CA4-BFFF-49E7B76885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23F1572D-0B05-47BF-A0C1-0DEEDB47DE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0F08D2DC-8491-4102-ADF9-3CA59BB6D5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96974F-7B53-4CFA-BB6A-EA5A26C409B4}" type="datetime1">
              <a:rPr lang="en-GB" smtClean="0"/>
              <a:t>21/09/2024</a:t>
            </a:fld>
            <a:endParaRPr lang="en-GB"/>
          </a:p>
        </p:txBody>
      </p:sp>
      <p:sp>
        <p:nvSpPr>
          <p:cNvPr id="5" name="Footer Placeholder 4">
            <a:extLst>
              <a:ext uri="{FF2B5EF4-FFF2-40B4-BE49-F238E27FC236}">
                <a16:creationId xmlns:a16="http://schemas.microsoft.com/office/drawing/2014/main" id="{0E7A7896-B27F-490C-AE52-A1690CF0E9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8CD3AE5-A1D8-4FF6-9CB3-6FFEC472B2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104D1C85-D14C-4D1F-B1AC-077E19A989F2}" type="slidenum">
              <a:rPr lang="en-GB" smtClean="0"/>
              <a:pPr/>
              <a:t>‹#›</a:t>
            </a:fld>
            <a:endParaRPr lang="en-GB" dirty="0"/>
          </a:p>
        </p:txBody>
      </p:sp>
    </p:spTree>
    <p:extLst>
      <p:ext uri="{BB962C8B-B14F-4D97-AF65-F5344CB8AC3E}">
        <p14:creationId xmlns:p14="http://schemas.microsoft.com/office/powerpoint/2010/main" val="24795564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80.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sv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ebour.com.ar/pdfs/A%20Course%20in%20Game%20Theory.pdf" TargetMode="External"/><Relationship Id="rId2" Type="http://schemas.openxmlformats.org/officeDocument/2006/relationships/hyperlink" Target="https://mathematicalolympiads.files.wordpress.com/2012/08/martin_j-_osborne-an_introduction_to_game_theory-oxford_university_press_usa2003.pdf" TargetMode="External"/><Relationship Id="rId1" Type="http://schemas.openxmlformats.org/officeDocument/2006/relationships/slideLayout" Target="../slideLayouts/slideLayout2.xml"/><Relationship Id="rId4" Type="http://schemas.openxmlformats.org/officeDocument/2006/relationships/hyperlink" Target="https://www.bbc.com/news/science-environment-272284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8B73FE-A455-4656-A476-6FFB3EF1C8A2}"/>
              </a:ext>
            </a:extLst>
          </p:cNvPr>
          <p:cNvSpPr>
            <a:spLocks noGrp="1"/>
          </p:cNvSpPr>
          <p:nvPr>
            <p:ph type="ctrTitle"/>
          </p:nvPr>
        </p:nvSpPr>
        <p:spPr>
          <a:xfrm>
            <a:off x="617492" y="649224"/>
            <a:ext cx="4618186" cy="3566160"/>
          </a:xfrm>
        </p:spPr>
        <p:txBody>
          <a:bodyPr anchor="b">
            <a:normAutofit/>
          </a:bodyPr>
          <a:lstStyle/>
          <a:p>
            <a:pPr algn="l"/>
            <a:r>
              <a:rPr lang="en-GB" sz="5400" dirty="0">
                <a:latin typeface="+mn-lt"/>
              </a:rPr>
              <a:t>Game Theory II</a:t>
            </a:r>
          </a:p>
        </p:txBody>
      </p:sp>
      <p:sp>
        <p:nvSpPr>
          <p:cNvPr id="3" name="Subtitle 2">
            <a:extLst>
              <a:ext uri="{FF2B5EF4-FFF2-40B4-BE49-F238E27FC236}">
                <a16:creationId xmlns:a16="http://schemas.microsoft.com/office/drawing/2014/main" id="{0E6D8A6F-95BE-4FA0-BC49-0D8C36EA3819}"/>
              </a:ext>
            </a:extLst>
          </p:cNvPr>
          <p:cNvSpPr>
            <a:spLocks noGrp="1"/>
          </p:cNvSpPr>
          <p:nvPr>
            <p:ph type="subTitle" idx="1"/>
          </p:nvPr>
        </p:nvSpPr>
        <p:spPr>
          <a:xfrm>
            <a:off x="683861" y="4636008"/>
            <a:ext cx="4616659" cy="1572768"/>
          </a:xfrm>
        </p:spPr>
        <p:txBody>
          <a:bodyPr>
            <a:normAutofit/>
          </a:bodyPr>
          <a:lstStyle/>
          <a:p>
            <a:pPr algn="l"/>
            <a:r>
              <a:rPr lang="en-GB" dirty="0"/>
              <a:t>HE3001, Microeconomics 3</a:t>
            </a:r>
            <a:br>
              <a:rPr lang="en-GB" dirty="0"/>
            </a:br>
            <a:r>
              <a:rPr lang="en-GB" dirty="0"/>
              <a:t>Nanyang Technological University</a:t>
            </a:r>
          </a:p>
          <a:p>
            <a:pPr algn="l"/>
            <a:endParaRPr lang="en-GB" dirty="0"/>
          </a:p>
        </p:txBody>
      </p:sp>
      <p:sp>
        <p:nvSpPr>
          <p:cNvPr id="43"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white and blue pattern&#10;&#10;Description automatically generated">
            <a:extLst>
              <a:ext uri="{FF2B5EF4-FFF2-40B4-BE49-F238E27FC236}">
                <a16:creationId xmlns:a16="http://schemas.microsoft.com/office/drawing/2014/main" id="{26AC0E25-16D5-BD06-51B9-D0AF2CF04B64}"/>
              </a:ext>
            </a:extLst>
          </p:cNvPr>
          <p:cNvPicPr>
            <a:picLocks noChangeAspect="1"/>
          </p:cNvPicPr>
          <p:nvPr/>
        </p:nvPicPr>
        <p:blipFill rotWithShape="1">
          <a:blip r:embed="rId2"/>
          <a:srcRect t="302"/>
          <a:stretch/>
        </p:blipFill>
        <p:spPr>
          <a:xfrm>
            <a:off x="5508523" y="10"/>
            <a:ext cx="6681954"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Slide Number Placeholder 3">
            <a:extLst>
              <a:ext uri="{FF2B5EF4-FFF2-40B4-BE49-F238E27FC236}">
                <a16:creationId xmlns:a16="http://schemas.microsoft.com/office/drawing/2014/main" id="{9D4DA3D7-5007-489B-86B7-1B459DCD1904}"/>
              </a:ext>
            </a:extLst>
          </p:cNvPr>
          <p:cNvSpPr>
            <a:spLocks noGrp="1"/>
          </p:cNvSpPr>
          <p:nvPr>
            <p:ph type="sldNum" sz="quarter" idx="12"/>
          </p:nvPr>
        </p:nvSpPr>
        <p:spPr>
          <a:xfrm>
            <a:off x="10591800" y="6356350"/>
            <a:ext cx="762000" cy="365125"/>
          </a:xfrm>
        </p:spPr>
        <p:txBody>
          <a:bodyPr>
            <a:normAutofit/>
          </a:bodyPr>
          <a:lstStyle/>
          <a:p>
            <a:pPr>
              <a:spcAft>
                <a:spcPts val="600"/>
              </a:spcAft>
            </a:pPr>
            <a:fld id="{104D1C85-D14C-4D1F-B1AC-077E19A989F2}" type="slidenum">
              <a:rPr lang="en-GB">
                <a:solidFill>
                  <a:srgbClr val="FFFFFF"/>
                </a:solidFill>
              </a:rPr>
              <a:pPr>
                <a:spcAft>
                  <a:spcPts val="600"/>
                </a:spcAft>
              </a:pPr>
              <a:t>1</a:t>
            </a:fld>
            <a:endParaRPr lang="en-GB">
              <a:solidFill>
                <a:srgbClr val="FFFFFF"/>
              </a:solidFill>
            </a:endParaRPr>
          </a:p>
        </p:txBody>
      </p:sp>
    </p:spTree>
    <p:extLst>
      <p:ext uri="{BB962C8B-B14F-4D97-AF65-F5344CB8AC3E}">
        <p14:creationId xmlns:p14="http://schemas.microsoft.com/office/powerpoint/2010/main" val="3252022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61D1CDC-8DE9-A479-D00E-79CC72161459}"/>
              </a:ext>
            </a:extLst>
          </p:cNvPr>
          <p:cNvSpPr/>
          <p:nvPr/>
        </p:nvSpPr>
        <p:spPr>
          <a:xfrm>
            <a:off x="775018" y="2596630"/>
            <a:ext cx="10436615" cy="178364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35632ED-6249-4378-9241-C14C3A5BA9EB}"/>
              </a:ext>
            </a:extLst>
          </p:cNvPr>
          <p:cNvSpPr>
            <a:spLocks noGrp="1"/>
          </p:cNvSpPr>
          <p:nvPr>
            <p:ph type="title"/>
          </p:nvPr>
        </p:nvSpPr>
        <p:spPr>
          <a:xfrm>
            <a:off x="981496" y="477757"/>
            <a:ext cx="10436615" cy="1030307"/>
          </a:xfrm>
        </p:spPr>
        <p:txBody>
          <a:bodyPr>
            <a:normAutofit/>
          </a:bodyPr>
          <a:lstStyle/>
          <a:p>
            <a:r>
              <a:rPr lang="en-US" dirty="0"/>
              <a:t>Mixed Strategies (Recap)</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166362-5747-4CF8-8778-889699D343D3}"/>
                  </a:ext>
                </a:extLst>
              </p:cNvPr>
              <p:cNvSpPr>
                <a:spLocks noGrp="1"/>
              </p:cNvSpPr>
              <p:nvPr>
                <p:ph idx="1"/>
              </p:nvPr>
            </p:nvSpPr>
            <p:spPr>
              <a:xfrm>
                <a:off x="1077362" y="1316335"/>
                <a:ext cx="9950103" cy="5255637"/>
              </a:xfrm>
            </p:spPr>
            <p:txBody>
              <a:bodyPr>
                <a:normAutofit/>
              </a:bodyPr>
              <a:lstStyle/>
              <a:p>
                <a:pPr marL="0" indent="0">
                  <a:buNone/>
                </a:pPr>
                <a:endParaRPr lang="en-SG" sz="1800" dirty="0"/>
              </a:p>
              <a:p>
                <a:r>
                  <a:rPr lang="en-SG" sz="2000" dirty="0"/>
                  <a:t>From last week’s lecture…</a:t>
                </a:r>
              </a:p>
              <a:p>
                <a:pPr marL="0" indent="0">
                  <a:buNone/>
                </a:pPr>
                <a:endParaRPr lang="en-SG" sz="1800" dirty="0"/>
              </a:p>
              <a:p>
                <a:pPr marL="0" indent="0">
                  <a:buNone/>
                </a:pPr>
                <a:endParaRPr lang="en-SG" sz="1800" dirty="0"/>
              </a:p>
              <a:p>
                <a:pPr marL="0" indent="0">
                  <a:buNone/>
                </a:pPr>
                <a:r>
                  <a:rPr lang="en-SG" sz="2000" dirty="0"/>
                  <a:t>A </a:t>
                </a:r>
                <a:r>
                  <a:rPr lang="en-SG" sz="2000" b="1" dirty="0">
                    <a:solidFill>
                      <a:srgbClr val="0000FF"/>
                    </a:solidFill>
                  </a:rPr>
                  <a:t>mixed</a:t>
                </a:r>
                <a:r>
                  <a:rPr lang="en-SG" sz="2000" dirty="0"/>
                  <a:t> strategy for player </a:t>
                </a:r>
                <a14:m>
                  <m:oMath xmlns:m="http://schemas.openxmlformats.org/officeDocument/2006/math">
                    <m:r>
                      <a:rPr lang="en-SG" sz="2000" i="1">
                        <a:latin typeface="Cambria Math" panose="02040503050406030204" pitchFamily="18" charset="0"/>
                      </a:rPr>
                      <m:t>𝑖</m:t>
                    </m:r>
                  </m:oMath>
                </a14:m>
                <a:r>
                  <a:rPr lang="en-SG" sz="2000" dirty="0"/>
                  <a:t> is a probability distribution </a:t>
                </a:r>
                <a14:m>
                  <m:oMath xmlns:m="http://schemas.openxmlformats.org/officeDocument/2006/math">
                    <m:sSub>
                      <m:sSubPr>
                        <m:ctrlPr>
                          <a:rPr lang="en-SG" sz="2000" i="1">
                            <a:latin typeface="Cambria Math" panose="02040503050406030204" pitchFamily="18" charset="0"/>
                          </a:rPr>
                        </m:ctrlPr>
                      </m:sSubPr>
                      <m:e>
                        <m:r>
                          <a:rPr lang="en-SG" sz="2000" i="1">
                            <a:latin typeface="Cambria Math" panose="02040503050406030204" pitchFamily="18" charset="0"/>
                          </a:rPr>
                          <m:t>𝜎</m:t>
                        </m:r>
                      </m:e>
                      <m:sub>
                        <m:r>
                          <a:rPr lang="en-SG" sz="2000" i="1">
                            <a:latin typeface="Cambria Math" panose="02040503050406030204" pitchFamily="18" charset="0"/>
                          </a:rPr>
                          <m:t>𝑖</m:t>
                        </m:r>
                      </m:sub>
                    </m:sSub>
                    <m:r>
                      <a:rPr lang="en-SG" sz="2000" i="1">
                        <a:latin typeface="Cambria Math" panose="02040503050406030204" pitchFamily="18" charset="0"/>
                      </a:rPr>
                      <m:t>∈</m:t>
                    </m:r>
                    <m:r>
                      <m:rPr>
                        <m:sty m:val="p"/>
                      </m:rPr>
                      <a:rPr lang="en-SG" sz="2000">
                        <a:latin typeface="Cambria Math" panose="02040503050406030204" pitchFamily="18" charset="0"/>
                      </a:rPr>
                      <m:t>Δ</m:t>
                    </m:r>
                    <m:sSub>
                      <m:sSubPr>
                        <m:ctrlPr>
                          <a:rPr lang="en-SG" sz="2000" i="1">
                            <a:latin typeface="Cambria Math" panose="02040503050406030204" pitchFamily="18" charset="0"/>
                          </a:rPr>
                        </m:ctrlPr>
                      </m:sSubPr>
                      <m:e>
                        <m:r>
                          <a:rPr lang="en-SG" sz="2000" i="1">
                            <a:latin typeface="Cambria Math" panose="02040503050406030204" pitchFamily="18" charset="0"/>
                          </a:rPr>
                          <m:t>𝑆</m:t>
                        </m:r>
                      </m:e>
                      <m:sub>
                        <m:r>
                          <a:rPr lang="en-SG" sz="2000" i="1">
                            <a:latin typeface="Cambria Math" panose="02040503050406030204" pitchFamily="18" charset="0"/>
                          </a:rPr>
                          <m:t>𝑖</m:t>
                        </m:r>
                      </m:sub>
                    </m:sSub>
                  </m:oMath>
                </a14:m>
                <a:r>
                  <a:rPr lang="en-SG" sz="2000" dirty="0"/>
                  <a:t>.</a:t>
                </a:r>
                <a:br>
                  <a:rPr lang="en-SG" sz="2000" dirty="0"/>
                </a:br>
                <a:br>
                  <a:rPr lang="en-SG" sz="2000" dirty="0"/>
                </a:br>
                <a:r>
                  <a:rPr lang="en-SG" sz="2000" dirty="0"/>
                  <a:t>Where for any action in their action set, </a:t>
                </a:r>
                <a14:m>
                  <m:oMath xmlns:m="http://schemas.openxmlformats.org/officeDocument/2006/math">
                    <m:sSup>
                      <m:sSupPr>
                        <m:ctrlPr>
                          <a:rPr lang="en-SG" sz="2000" i="1">
                            <a:latin typeface="Cambria Math" panose="02040503050406030204" pitchFamily="18" charset="0"/>
                          </a:rPr>
                        </m:ctrlPr>
                      </m:sSupPr>
                      <m:e>
                        <m:r>
                          <a:rPr lang="en-SG" sz="2000" i="1">
                            <a:latin typeface="Cambria Math" panose="02040503050406030204" pitchFamily="18" charset="0"/>
                          </a:rPr>
                          <m:t>𝑎</m:t>
                        </m:r>
                      </m:e>
                      <m:sup>
                        <m:r>
                          <a:rPr lang="en-SG" sz="2000" i="1">
                            <a:latin typeface="Cambria Math" panose="02040503050406030204" pitchFamily="18" charset="0"/>
                          </a:rPr>
                          <m:t>𝑗</m:t>
                        </m:r>
                      </m:sup>
                    </m:sSup>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𝑆</m:t>
                        </m:r>
                      </m:e>
                      <m:sub>
                        <m:r>
                          <a:rPr lang="en-SG" sz="2000" i="1">
                            <a:latin typeface="Cambria Math" panose="02040503050406030204" pitchFamily="18" charset="0"/>
                          </a:rPr>
                          <m:t>𝑖</m:t>
                        </m:r>
                      </m:sub>
                    </m:sSub>
                    <m:r>
                      <a:rPr lang="en-SG" sz="2000" i="1">
                        <a:latin typeface="Cambria Math" panose="02040503050406030204" pitchFamily="18" charset="0"/>
                      </a:rPr>
                      <m:t>, </m:t>
                    </m:r>
                    <m:sSub>
                      <m:sSubPr>
                        <m:ctrlPr>
                          <a:rPr lang="en-SG" sz="2000" i="1">
                            <a:latin typeface="Cambria Math" panose="02040503050406030204" pitchFamily="18" charset="0"/>
                          </a:rPr>
                        </m:ctrlPr>
                      </m:sSubPr>
                      <m:e>
                        <m:r>
                          <a:rPr lang="en-SG" sz="2000" i="1">
                            <a:latin typeface="Cambria Math" panose="02040503050406030204" pitchFamily="18" charset="0"/>
                          </a:rPr>
                          <m:t>  </m:t>
                        </m:r>
                        <m:r>
                          <a:rPr lang="en-SG" sz="2000" i="1">
                            <a:latin typeface="Cambria Math" panose="02040503050406030204" pitchFamily="18" charset="0"/>
                          </a:rPr>
                          <m:t>𝜎</m:t>
                        </m:r>
                      </m:e>
                      <m:sub>
                        <m:r>
                          <a:rPr lang="en-SG" sz="2000" i="1">
                            <a:latin typeface="Cambria Math" panose="02040503050406030204" pitchFamily="18" charset="0"/>
                          </a:rPr>
                          <m:t>𝑖</m:t>
                        </m:r>
                      </m:sub>
                    </m:sSub>
                    <m:d>
                      <m:dPr>
                        <m:ctrlPr>
                          <a:rPr lang="en-SG" sz="2000" i="1">
                            <a:latin typeface="Cambria Math" panose="02040503050406030204" pitchFamily="18" charset="0"/>
                          </a:rPr>
                        </m:ctrlPr>
                      </m:dPr>
                      <m:e>
                        <m:sSup>
                          <m:sSupPr>
                            <m:ctrlPr>
                              <a:rPr lang="en-SG" sz="2000" i="1">
                                <a:latin typeface="Cambria Math" panose="02040503050406030204" pitchFamily="18" charset="0"/>
                              </a:rPr>
                            </m:ctrlPr>
                          </m:sSupPr>
                          <m:e>
                            <m:r>
                              <a:rPr lang="en-SG" sz="2000" i="1">
                                <a:latin typeface="Cambria Math" panose="02040503050406030204" pitchFamily="18" charset="0"/>
                              </a:rPr>
                              <m:t>𝑎</m:t>
                            </m:r>
                          </m:e>
                          <m:sup>
                            <m:r>
                              <a:rPr lang="en-SG" sz="2000" i="1">
                                <a:latin typeface="Cambria Math" panose="02040503050406030204" pitchFamily="18" charset="0"/>
                              </a:rPr>
                              <m:t>𝑗</m:t>
                            </m:r>
                          </m:sup>
                        </m:sSup>
                      </m:e>
                    </m:d>
                    <m:r>
                      <a:rPr lang="en-SG" sz="2000" i="1">
                        <a:latin typeface="Cambria Math" panose="02040503050406030204" pitchFamily="18" charset="0"/>
                      </a:rPr>
                      <m:t>∈</m:t>
                    </m:r>
                    <m:d>
                      <m:dPr>
                        <m:begChr m:val="["/>
                        <m:endChr m:val="]"/>
                        <m:ctrlPr>
                          <a:rPr lang="en-SG" sz="2000" i="1">
                            <a:latin typeface="Cambria Math" panose="02040503050406030204" pitchFamily="18" charset="0"/>
                          </a:rPr>
                        </m:ctrlPr>
                      </m:dPr>
                      <m:e>
                        <m:r>
                          <a:rPr lang="en-SG" sz="2000" i="1">
                            <a:latin typeface="Cambria Math" panose="02040503050406030204" pitchFamily="18" charset="0"/>
                          </a:rPr>
                          <m:t>0,1</m:t>
                        </m:r>
                      </m:e>
                    </m:d>
                  </m:oMath>
                </a14:m>
                <a:r>
                  <a:rPr lang="en-SG" sz="2000" dirty="0"/>
                  <a:t>  denotes the probability of player </a:t>
                </a:r>
                <a14:m>
                  <m:oMath xmlns:m="http://schemas.openxmlformats.org/officeDocument/2006/math">
                    <m:r>
                      <a:rPr lang="en-SG" sz="2000" i="1">
                        <a:latin typeface="Cambria Math" panose="02040503050406030204" pitchFamily="18" charset="0"/>
                      </a:rPr>
                      <m:t>𝑖</m:t>
                    </m:r>
                  </m:oMath>
                </a14:m>
                <a:r>
                  <a:rPr lang="en-SG" sz="2000" dirty="0"/>
                  <a:t> choosing </a:t>
                </a:r>
                <a14:m>
                  <m:oMath xmlns:m="http://schemas.openxmlformats.org/officeDocument/2006/math">
                    <m:sSup>
                      <m:sSupPr>
                        <m:ctrlPr>
                          <a:rPr lang="en-SG" sz="2000" i="1">
                            <a:latin typeface="Cambria Math" panose="02040503050406030204" pitchFamily="18" charset="0"/>
                          </a:rPr>
                        </m:ctrlPr>
                      </m:sSupPr>
                      <m:e>
                        <m:r>
                          <a:rPr lang="en-SG" sz="2000" i="1">
                            <a:latin typeface="Cambria Math" panose="02040503050406030204" pitchFamily="18" charset="0"/>
                          </a:rPr>
                          <m:t>𝑎</m:t>
                        </m:r>
                      </m:e>
                      <m:sup>
                        <m:r>
                          <a:rPr lang="en-SG" sz="2000" i="1">
                            <a:latin typeface="Cambria Math" panose="02040503050406030204" pitchFamily="18" charset="0"/>
                          </a:rPr>
                          <m:t>𝑗</m:t>
                        </m:r>
                      </m:sup>
                    </m:sSup>
                    <m:r>
                      <a:rPr lang="en-SG" sz="2000">
                        <a:latin typeface="Cambria Math" panose="02040503050406030204" pitchFamily="18" charset="0"/>
                      </a:rPr>
                      <m:t> </m:t>
                    </m:r>
                  </m:oMath>
                </a14:m>
                <a:r>
                  <a:rPr lang="en-SG" sz="2000" dirty="0"/>
                  <a:t>in the mixed strategy </a:t>
                </a:r>
                <a14:m>
                  <m:oMath xmlns:m="http://schemas.openxmlformats.org/officeDocument/2006/math">
                    <m:sSub>
                      <m:sSubPr>
                        <m:ctrlPr>
                          <a:rPr lang="en-SG" sz="2000" i="1">
                            <a:latin typeface="Cambria Math" panose="02040503050406030204" pitchFamily="18" charset="0"/>
                          </a:rPr>
                        </m:ctrlPr>
                      </m:sSubPr>
                      <m:e>
                        <m:r>
                          <a:rPr lang="en-SG" sz="2000" i="1">
                            <a:latin typeface="Cambria Math" panose="02040503050406030204" pitchFamily="18" charset="0"/>
                          </a:rPr>
                          <m:t>𝜎</m:t>
                        </m:r>
                      </m:e>
                      <m:sub>
                        <m:r>
                          <a:rPr lang="en-SG" sz="2000" i="1">
                            <a:latin typeface="Cambria Math" panose="02040503050406030204" pitchFamily="18" charset="0"/>
                          </a:rPr>
                          <m:t>𝑖</m:t>
                        </m:r>
                      </m:sub>
                    </m:sSub>
                  </m:oMath>
                </a14:m>
                <a:r>
                  <a:rPr lang="en-SG" sz="2000" dirty="0"/>
                  <a:t>.</a:t>
                </a:r>
              </a:p>
              <a:p>
                <a:endParaRPr lang="en-SG" sz="1800" i="1" dirty="0">
                  <a:latin typeface="Cambria Math" panose="02040503050406030204" pitchFamily="18" charset="0"/>
                </a:endParaRPr>
              </a:p>
              <a:p>
                <a:pPr marL="0" indent="0">
                  <a:buNone/>
                </a:pPr>
                <a:endParaRPr lang="en-US" sz="1800" b="0" dirty="0"/>
              </a:p>
              <a:p>
                <a:pPr marL="0" indent="0">
                  <a:buNone/>
                </a:pPr>
                <a:r>
                  <a:rPr lang="en-US" sz="2000" b="1" dirty="0">
                    <a:solidFill>
                      <a:srgbClr val="FF0000"/>
                    </a:solidFill>
                  </a:rPr>
                  <a:t>(!!) From now on, the term “strategies” will be used to refer to mixed strategies which are more general.</a:t>
                </a:r>
              </a:p>
              <a:p>
                <a:endParaRPr lang="en-US" sz="1800" dirty="0"/>
              </a:p>
              <a:p>
                <a:endParaRPr lang="en-US" sz="1800" dirty="0"/>
              </a:p>
              <a:p>
                <a:endParaRPr lang="en-US" sz="1800" dirty="0"/>
              </a:p>
              <a:p>
                <a:endParaRPr lang="en-US" sz="1800" dirty="0"/>
              </a:p>
              <a:p>
                <a:pPr lvl="1"/>
                <a:endParaRPr lang="en-US" sz="1600" dirty="0"/>
              </a:p>
            </p:txBody>
          </p:sp>
        </mc:Choice>
        <mc:Fallback xmlns="">
          <p:sp>
            <p:nvSpPr>
              <p:cNvPr id="3" name="Content Placeholder 2">
                <a:extLst>
                  <a:ext uri="{FF2B5EF4-FFF2-40B4-BE49-F238E27FC236}">
                    <a16:creationId xmlns:a16="http://schemas.microsoft.com/office/drawing/2014/main" id="{F6166362-5747-4CF8-8778-889699D343D3}"/>
                  </a:ext>
                </a:extLst>
              </p:cNvPr>
              <p:cNvSpPr>
                <a:spLocks noGrp="1" noRot="1" noChangeAspect="1" noMove="1" noResize="1" noEditPoints="1" noAdjustHandles="1" noChangeArrowheads="1" noChangeShapeType="1" noTextEdit="1"/>
              </p:cNvSpPr>
              <p:nvPr>
                <p:ph idx="1"/>
              </p:nvPr>
            </p:nvSpPr>
            <p:spPr>
              <a:xfrm>
                <a:off x="1077362" y="1316335"/>
                <a:ext cx="9950103" cy="5255637"/>
              </a:xfrm>
              <a:blipFill>
                <a:blip r:embed="rId3"/>
                <a:stretch>
                  <a:fillRect l="-674"/>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4A274272-D7F1-D8A5-7659-61D382438E0A}"/>
              </a:ext>
            </a:extLst>
          </p:cNvPr>
          <p:cNvSpPr>
            <a:spLocks noGrp="1"/>
          </p:cNvSpPr>
          <p:nvPr>
            <p:ph type="sldNum" sz="quarter" idx="12"/>
          </p:nvPr>
        </p:nvSpPr>
        <p:spPr/>
        <p:txBody>
          <a:bodyPr/>
          <a:lstStyle/>
          <a:p>
            <a:fld id="{104D1C85-D14C-4D1F-B1AC-077E19A989F2}" type="slidenum">
              <a:rPr lang="en-GB" smtClean="0"/>
              <a:t>2</a:t>
            </a:fld>
            <a:endParaRPr lang="en-GB"/>
          </a:p>
        </p:txBody>
      </p:sp>
    </p:spTree>
    <p:extLst>
      <p:ext uri="{BB962C8B-B14F-4D97-AF65-F5344CB8AC3E}">
        <p14:creationId xmlns:p14="http://schemas.microsoft.com/office/powerpoint/2010/main" val="3686239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632ED-6249-4378-9241-C14C3A5BA9EB}"/>
              </a:ext>
            </a:extLst>
          </p:cNvPr>
          <p:cNvSpPr>
            <a:spLocks noGrp="1"/>
          </p:cNvSpPr>
          <p:nvPr>
            <p:ph type="title"/>
          </p:nvPr>
        </p:nvSpPr>
        <p:spPr>
          <a:xfrm>
            <a:off x="917185" y="325654"/>
            <a:ext cx="10436615" cy="1030307"/>
          </a:xfrm>
        </p:spPr>
        <p:txBody>
          <a:bodyPr>
            <a:normAutofit/>
          </a:bodyPr>
          <a:lstStyle/>
          <a:p>
            <a:r>
              <a:rPr lang="en-US" dirty="0"/>
              <a:t>A taxonomy of strategies.</a:t>
            </a:r>
            <a:endParaRPr lang="en-SG"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AE20392-5B81-B18A-40E7-332B64F1FFB0}"/>
                  </a:ext>
                </a:extLst>
              </p:cNvPr>
              <p:cNvSpPr txBox="1"/>
              <p:nvPr/>
            </p:nvSpPr>
            <p:spPr>
              <a:xfrm>
                <a:off x="4819993" y="2509095"/>
                <a:ext cx="2573140" cy="809068"/>
              </a:xfrm>
              <a:prstGeom prst="rect">
                <a:avLst/>
              </a:prstGeom>
              <a:noFill/>
            </p:spPr>
            <p:txBody>
              <a:bodyPr wrap="none" rtlCol="0">
                <a:spAutoFit/>
              </a:bodyPr>
              <a:lstStyle/>
              <a:p>
                <a:r>
                  <a:rPr lang="en-SG" sz="2400" b="1" dirty="0"/>
                  <a:t>(Mixed) Strategies</a:t>
                </a:r>
              </a:p>
              <a:p>
                <a14:m>
                  <m:oMath xmlns:m="http://schemas.openxmlformats.org/officeDocument/2006/math">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𝜎</m:t>
                        </m:r>
                      </m:e>
                      <m:sub>
                        <m:r>
                          <a:rPr lang="en-SG" sz="2000" b="0" i="1" smtClean="0">
                            <a:latin typeface="Cambria Math" panose="02040503050406030204" pitchFamily="18" charset="0"/>
                          </a:rPr>
                          <m:t>𝑖</m:t>
                        </m:r>
                      </m:sub>
                    </m:sSub>
                    <m:d>
                      <m:dPr>
                        <m:ctrlPr>
                          <a:rPr lang="en-SG" sz="2000" b="0" i="1" smtClean="0">
                            <a:latin typeface="Cambria Math" panose="02040503050406030204" pitchFamily="18" charset="0"/>
                          </a:rPr>
                        </m:ctrlPr>
                      </m:dPr>
                      <m:e>
                        <m:sSup>
                          <m:sSupPr>
                            <m:ctrlPr>
                              <a:rPr lang="en-SG" sz="2000" b="0" i="1" smtClean="0">
                                <a:latin typeface="Cambria Math" panose="02040503050406030204" pitchFamily="18" charset="0"/>
                              </a:rPr>
                            </m:ctrlPr>
                          </m:sSupPr>
                          <m:e>
                            <m:r>
                              <a:rPr lang="en-SG" sz="2000" b="0" i="1" smtClean="0">
                                <a:latin typeface="Cambria Math" panose="02040503050406030204" pitchFamily="18" charset="0"/>
                              </a:rPr>
                              <m:t>𝑎</m:t>
                            </m:r>
                          </m:e>
                          <m:sup>
                            <m:r>
                              <a:rPr lang="en-SG" sz="2000" b="0" i="1" smtClean="0">
                                <a:latin typeface="Cambria Math" panose="02040503050406030204" pitchFamily="18" charset="0"/>
                              </a:rPr>
                              <m:t>𝑗</m:t>
                            </m:r>
                          </m:sup>
                        </m:sSup>
                      </m:e>
                    </m:d>
                    <m:r>
                      <a:rPr lang="en-SG" sz="2000" b="0" i="1" smtClean="0">
                        <a:latin typeface="Cambria Math" panose="02040503050406030204" pitchFamily="18" charset="0"/>
                      </a:rPr>
                      <m:t>∈</m:t>
                    </m:r>
                    <m:d>
                      <m:dPr>
                        <m:begChr m:val="["/>
                        <m:endChr m:val="]"/>
                        <m:ctrlPr>
                          <a:rPr lang="en-SG" sz="2000" b="0" i="1" smtClean="0">
                            <a:latin typeface="Cambria Math" panose="02040503050406030204" pitchFamily="18" charset="0"/>
                          </a:rPr>
                        </m:ctrlPr>
                      </m:dPr>
                      <m:e>
                        <m:r>
                          <a:rPr lang="en-SG" sz="2000" b="0" i="1" smtClean="0">
                            <a:latin typeface="Cambria Math" panose="02040503050406030204" pitchFamily="18" charset="0"/>
                          </a:rPr>
                          <m:t>0,1</m:t>
                        </m:r>
                      </m:e>
                    </m:d>
                    <m:r>
                      <a:rPr lang="en-SG" sz="2000" b="0" i="1" smtClean="0">
                        <a:latin typeface="Cambria Math" panose="02040503050406030204" pitchFamily="18" charset="0"/>
                      </a:rPr>
                      <m:t>, </m:t>
                    </m:r>
                  </m:oMath>
                </a14:m>
                <a:r>
                  <a:rPr lang="en-SG" sz="2000" dirty="0"/>
                  <a:t>for all </a:t>
                </a:r>
                <a14:m>
                  <m:oMath xmlns:m="http://schemas.openxmlformats.org/officeDocument/2006/math">
                    <m:r>
                      <a:rPr lang="en-SG" sz="2000" b="0" i="1" smtClean="0">
                        <a:latin typeface="Cambria Math" panose="02040503050406030204" pitchFamily="18" charset="0"/>
                      </a:rPr>
                      <m:t>𝑗</m:t>
                    </m:r>
                  </m:oMath>
                </a14:m>
                <a:endParaRPr lang="en-SG" sz="2000" dirty="0"/>
              </a:p>
            </p:txBody>
          </p:sp>
        </mc:Choice>
        <mc:Fallback xmlns="">
          <p:sp>
            <p:nvSpPr>
              <p:cNvPr id="4" name="TextBox 3">
                <a:extLst>
                  <a:ext uri="{FF2B5EF4-FFF2-40B4-BE49-F238E27FC236}">
                    <a16:creationId xmlns:a16="http://schemas.microsoft.com/office/drawing/2014/main" id="{1AE20392-5B81-B18A-40E7-332B64F1FFB0}"/>
                  </a:ext>
                </a:extLst>
              </p:cNvPr>
              <p:cNvSpPr txBox="1">
                <a:spLocks noRot="1" noChangeAspect="1" noMove="1" noResize="1" noEditPoints="1" noAdjustHandles="1" noChangeArrowheads="1" noChangeShapeType="1" noTextEdit="1"/>
              </p:cNvSpPr>
              <p:nvPr/>
            </p:nvSpPr>
            <p:spPr>
              <a:xfrm>
                <a:off x="4819993" y="2509095"/>
                <a:ext cx="2573140" cy="809068"/>
              </a:xfrm>
              <a:prstGeom prst="rect">
                <a:avLst/>
              </a:prstGeom>
              <a:blipFill>
                <a:blip r:embed="rId3"/>
                <a:stretch>
                  <a:fillRect l="-3791" t="-6061" b="-1136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3868632-1079-328D-08C6-3A184D5B75C5}"/>
                  </a:ext>
                </a:extLst>
              </p:cNvPr>
              <p:cNvSpPr txBox="1"/>
              <p:nvPr/>
            </p:nvSpPr>
            <p:spPr>
              <a:xfrm>
                <a:off x="1076371" y="3580350"/>
                <a:ext cx="3819379" cy="809068"/>
              </a:xfrm>
              <a:prstGeom prst="rect">
                <a:avLst/>
              </a:prstGeom>
              <a:noFill/>
            </p:spPr>
            <p:txBody>
              <a:bodyPr wrap="none" rtlCol="0">
                <a:spAutoFit/>
              </a:bodyPr>
              <a:lstStyle/>
              <a:p>
                <a:pPr algn="ctr"/>
                <a:r>
                  <a:rPr lang="en-SG" sz="2400" b="1" dirty="0"/>
                  <a:t>Degenerate mixed strategies</a:t>
                </a:r>
              </a:p>
              <a:p>
                <a:pPr algn="ctr"/>
                <a14:m>
                  <m:oMath xmlns:m="http://schemas.openxmlformats.org/officeDocument/2006/math">
                    <m:r>
                      <a:rPr lang="en-SG" sz="2000" b="0" i="1" smtClean="0">
                        <a:latin typeface="Cambria Math" panose="02040503050406030204" pitchFamily="18" charset="0"/>
                      </a:rPr>
                      <m:t>𝜎</m:t>
                    </m:r>
                    <m:d>
                      <m:dPr>
                        <m:ctrlPr>
                          <a:rPr lang="en-SG" sz="2000" b="0" i="1" smtClean="0">
                            <a:latin typeface="Cambria Math" panose="02040503050406030204" pitchFamily="18" charset="0"/>
                          </a:rPr>
                        </m:ctrlPr>
                      </m:dPr>
                      <m:e>
                        <m:sSup>
                          <m:sSupPr>
                            <m:ctrlPr>
                              <a:rPr lang="en-SG" sz="2000" b="0" i="1" smtClean="0">
                                <a:latin typeface="Cambria Math" panose="02040503050406030204" pitchFamily="18" charset="0"/>
                              </a:rPr>
                            </m:ctrlPr>
                          </m:sSupPr>
                          <m:e>
                            <m:r>
                              <a:rPr lang="en-SG" sz="2000" b="0" i="1" smtClean="0">
                                <a:latin typeface="Cambria Math" panose="02040503050406030204" pitchFamily="18" charset="0"/>
                              </a:rPr>
                              <m:t>𝑎</m:t>
                            </m:r>
                          </m:e>
                          <m:sup>
                            <m:r>
                              <a:rPr lang="en-SG" sz="2000" b="0" i="1" smtClean="0">
                                <a:latin typeface="Cambria Math" panose="02040503050406030204" pitchFamily="18" charset="0"/>
                              </a:rPr>
                              <m:t>𝑗</m:t>
                            </m:r>
                          </m:sup>
                        </m:sSup>
                      </m:e>
                    </m:d>
                    <m:r>
                      <a:rPr lang="en-SG" sz="2000" b="0" i="1" smtClean="0">
                        <a:latin typeface="Cambria Math" panose="02040503050406030204" pitchFamily="18" charset="0"/>
                      </a:rPr>
                      <m:t>=1</m:t>
                    </m:r>
                  </m:oMath>
                </a14:m>
                <a:r>
                  <a:rPr lang="en-SG" sz="2000" dirty="0"/>
                  <a:t> for some </a:t>
                </a:r>
                <a14:m>
                  <m:oMath xmlns:m="http://schemas.openxmlformats.org/officeDocument/2006/math">
                    <m:r>
                      <a:rPr lang="en-SG" sz="2000" b="0" i="1" smtClean="0">
                        <a:latin typeface="Cambria Math" panose="02040503050406030204" pitchFamily="18" charset="0"/>
                      </a:rPr>
                      <m:t>𝑗</m:t>
                    </m:r>
                  </m:oMath>
                </a14:m>
                <a:r>
                  <a:rPr lang="en-SG" sz="2000" dirty="0"/>
                  <a:t> </a:t>
                </a:r>
              </a:p>
            </p:txBody>
          </p:sp>
        </mc:Choice>
        <mc:Fallback xmlns="">
          <p:sp>
            <p:nvSpPr>
              <p:cNvPr id="6" name="TextBox 5">
                <a:extLst>
                  <a:ext uri="{FF2B5EF4-FFF2-40B4-BE49-F238E27FC236}">
                    <a16:creationId xmlns:a16="http://schemas.microsoft.com/office/drawing/2014/main" id="{E3868632-1079-328D-08C6-3A184D5B75C5}"/>
                  </a:ext>
                </a:extLst>
              </p:cNvPr>
              <p:cNvSpPr txBox="1">
                <a:spLocks noRot="1" noChangeAspect="1" noMove="1" noResize="1" noEditPoints="1" noAdjustHandles="1" noChangeArrowheads="1" noChangeShapeType="1" noTextEdit="1"/>
              </p:cNvSpPr>
              <p:nvPr/>
            </p:nvSpPr>
            <p:spPr>
              <a:xfrm>
                <a:off x="1076371" y="3580350"/>
                <a:ext cx="3819379" cy="809068"/>
              </a:xfrm>
              <a:prstGeom prst="rect">
                <a:avLst/>
              </a:prstGeom>
              <a:blipFill>
                <a:blip r:embed="rId4"/>
                <a:stretch>
                  <a:fillRect l="-2077" t="-6015" r="-1757" b="-1052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CBF4679-FE46-830B-CC4C-9551BF63D23D}"/>
                  </a:ext>
                </a:extLst>
              </p:cNvPr>
              <p:cNvSpPr txBox="1"/>
              <p:nvPr/>
            </p:nvSpPr>
            <p:spPr>
              <a:xfrm>
                <a:off x="5138747" y="1600577"/>
                <a:ext cx="1767022" cy="646331"/>
              </a:xfrm>
              <a:prstGeom prst="rect">
                <a:avLst/>
              </a:prstGeom>
              <a:noFill/>
            </p:spPr>
            <p:txBody>
              <a:bodyPr wrap="none" rtlCol="0">
                <a:spAutoFit/>
              </a:bodyPr>
              <a:lstStyle/>
              <a:p>
                <a:pPr algn="ctr"/>
                <a:r>
                  <a:rPr lang="en-SG" b="1" dirty="0"/>
                  <a:t>Set of actions</a:t>
                </a:r>
              </a:p>
              <a:p>
                <a:pPr algn="ctr"/>
                <a:r>
                  <a:rPr lang="en-SG" dirty="0"/>
                  <a:t> </a:t>
                </a:r>
                <a14:m>
                  <m:oMath xmlns:m="http://schemas.openxmlformats.org/officeDocument/2006/math">
                    <m:sSub>
                      <m:sSubPr>
                        <m:ctrlPr>
                          <a:rPr lang="en-SG" b="0" i="1" smtClean="0">
                            <a:latin typeface="Cambria Math" panose="02040503050406030204" pitchFamily="18" charset="0"/>
                          </a:rPr>
                        </m:ctrlPr>
                      </m:sSubPr>
                      <m:e>
                        <m:r>
                          <a:rPr lang="en-SG" b="0" i="1" smtClean="0">
                            <a:latin typeface="Cambria Math" panose="02040503050406030204" pitchFamily="18" charset="0"/>
                          </a:rPr>
                          <m:t>𝑆</m:t>
                        </m:r>
                      </m:e>
                      <m:sub>
                        <m:r>
                          <a:rPr lang="en-SG" b="0" i="1" smtClean="0">
                            <a:latin typeface="Cambria Math" panose="02040503050406030204" pitchFamily="18" charset="0"/>
                          </a:rPr>
                          <m:t>𝑖</m:t>
                        </m:r>
                      </m:sub>
                    </m:sSub>
                    <m:r>
                      <a:rPr lang="en-SG" b="0" i="1" smtClean="0">
                        <a:latin typeface="Cambria Math" panose="02040503050406030204" pitchFamily="18" charset="0"/>
                      </a:rPr>
                      <m:t>={</m:t>
                    </m:r>
                    <m:sSup>
                      <m:sSupPr>
                        <m:ctrlPr>
                          <a:rPr lang="en-SG" b="0" i="1" smtClean="0">
                            <a:latin typeface="Cambria Math" panose="02040503050406030204" pitchFamily="18" charset="0"/>
                          </a:rPr>
                        </m:ctrlPr>
                      </m:sSupPr>
                      <m:e>
                        <m:r>
                          <a:rPr lang="en-SG" b="0" i="1" smtClean="0">
                            <a:latin typeface="Cambria Math" panose="02040503050406030204" pitchFamily="18" charset="0"/>
                          </a:rPr>
                          <m:t>𝑎</m:t>
                        </m:r>
                      </m:e>
                      <m:sup>
                        <m:r>
                          <a:rPr lang="en-SG" b="0" i="1" smtClean="0">
                            <a:latin typeface="Cambria Math" panose="02040503050406030204" pitchFamily="18" charset="0"/>
                          </a:rPr>
                          <m:t>1</m:t>
                        </m:r>
                      </m:sup>
                    </m:sSup>
                    <m:r>
                      <a:rPr lang="en-SG" b="0" i="1" smtClean="0">
                        <a:latin typeface="Cambria Math" panose="02040503050406030204" pitchFamily="18" charset="0"/>
                      </a:rPr>
                      <m:t>,</m:t>
                    </m:r>
                    <m:sSup>
                      <m:sSupPr>
                        <m:ctrlPr>
                          <a:rPr lang="en-SG" b="0" i="1" smtClean="0">
                            <a:latin typeface="Cambria Math" panose="02040503050406030204" pitchFamily="18" charset="0"/>
                          </a:rPr>
                        </m:ctrlPr>
                      </m:sSupPr>
                      <m:e>
                        <m:r>
                          <a:rPr lang="en-SG" b="0" i="1" smtClean="0">
                            <a:latin typeface="Cambria Math" panose="02040503050406030204" pitchFamily="18" charset="0"/>
                          </a:rPr>
                          <m:t>𝑎</m:t>
                        </m:r>
                      </m:e>
                      <m:sup>
                        <m:r>
                          <a:rPr lang="en-SG" b="0" i="1" smtClean="0">
                            <a:latin typeface="Cambria Math" panose="02040503050406030204" pitchFamily="18" charset="0"/>
                          </a:rPr>
                          <m:t>2</m:t>
                        </m:r>
                      </m:sup>
                    </m:sSup>
                    <m:r>
                      <a:rPr lang="en-SG" b="0" i="1" smtClean="0">
                        <a:latin typeface="Cambria Math" panose="02040503050406030204" pitchFamily="18" charset="0"/>
                      </a:rPr>
                      <m:t>,…}</m:t>
                    </m:r>
                  </m:oMath>
                </a14:m>
                <a:endParaRPr lang="en-SG" dirty="0"/>
              </a:p>
            </p:txBody>
          </p:sp>
        </mc:Choice>
        <mc:Fallback xmlns="">
          <p:sp>
            <p:nvSpPr>
              <p:cNvPr id="7" name="TextBox 6">
                <a:extLst>
                  <a:ext uri="{FF2B5EF4-FFF2-40B4-BE49-F238E27FC236}">
                    <a16:creationId xmlns:a16="http://schemas.microsoft.com/office/drawing/2014/main" id="{6CBF4679-FE46-830B-CC4C-9551BF63D23D}"/>
                  </a:ext>
                </a:extLst>
              </p:cNvPr>
              <p:cNvSpPr txBox="1">
                <a:spLocks noRot="1" noChangeAspect="1" noMove="1" noResize="1" noEditPoints="1" noAdjustHandles="1" noChangeArrowheads="1" noChangeShapeType="1" noTextEdit="1"/>
              </p:cNvSpPr>
              <p:nvPr/>
            </p:nvSpPr>
            <p:spPr>
              <a:xfrm>
                <a:off x="5138747" y="1600577"/>
                <a:ext cx="1767022" cy="646331"/>
              </a:xfrm>
              <a:prstGeom prst="rect">
                <a:avLst/>
              </a:prstGeom>
              <a:blipFill>
                <a:blip r:embed="rId5"/>
                <a:stretch>
                  <a:fillRect t="-5660" r="-690" b="-849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21EF34E-0050-8CEB-B060-866F8E0DEB98}"/>
                  </a:ext>
                </a:extLst>
              </p:cNvPr>
              <p:cNvSpPr txBox="1"/>
              <p:nvPr/>
            </p:nvSpPr>
            <p:spPr>
              <a:xfrm>
                <a:off x="6745895" y="3590738"/>
                <a:ext cx="4446154" cy="809068"/>
              </a:xfrm>
              <a:prstGeom prst="rect">
                <a:avLst/>
              </a:prstGeom>
              <a:noFill/>
            </p:spPr>
            <p:txBody>
              <a:bodyPr wrap="none" rtlCol="0">
                <a:spAutoFit/>
              </a:bodyPr>
              <a:lstStyle/>
              <a:p>
                <a:pPr algn="ctr"/>
                <a:r>
                  <a:rPr lang="en-SG" sz="2400" b="1" dirty="0"/>
                  <a:t>Non-Degenerate mixed strategies</a:t>
                </a:r>
              </a:p>
              <a:p>
                <a:pPr algn="ctr"/>
                <a14:m>
                  <m:oMath xmlns:m="http://schemas.openxmlformats.org/officeDocument/2006/math">
                    <m:r>
                      <a:rPr lang="en-SG" sz="2000" b="0" i="1" smtClean="0">
                        <a:latin typeface="Cambria Math" panose="02040503050406030204" pitchFamily="18" charset="0"/>
                      </a:rPr>
                      <m:t>𝜎</m:t>
                    </m:r>
                    <m:d>
                      <m:dPr>
                        <m:ctrlPr>
                          <a:rPr lang="en-SG" sz="2000" b="0" i="1" smtClean="0">
                            <a:latin typeface="Cambria Math" panose="02040503050406030204" pitchFamily="18" charset="0"/>
                          </a:rPr>
                        </m:ctrlPr>
                      </m:dPr>
                      <m:e>
                        <m:sSup>
                          <m:sSupPr>
                            <m:ctrlPr>
                              <a:rPr lang="en-SG" sz="2000" b="0" i="1" smtClean="0">
                                <a:latin typeface="Cambria Math" panose="02040503050406030204" pitchFamily="18" charset="0"/>
                              </a:rPr>
                            </m:ctrlPr>
                          </m:sSupPr>
                          <m:e>
                            <m:r>
                              <a:rPr lang="en-SG" sz="2000" b="0" i="1" smtClean="0">
                                <a:latin typeface="Cambria Math" panose="02040503050406030204" pitchFamily="18" charset="0"/>
                              </a:rPr>
                              <m:t>𝑎</m:t>
                            </m:r>
                          </m:e>
                          <m:sup>
                            <m:r>
                              <a:rPr lang="en-SG" sz="2000" b="0" i="1" smtClean="0">
                                <a:latin typeface="Cambria Math" panose="02040503050406030204" pitchFamily="18" charset="0"/>
                              </a:rPr>
                              <m:t>𝑗</m:t>
                            </m:r>
                          </m:sup>
                        </m:sSup>
                      </m:e>
                    </m:d>
                    <m:r>
                      <a:rPr lang="en-SG" sz="2000" b="0" i="1" smtClean="0">
                        <a:latin typeface="Cambria Math" panose="02040503050406030204" pitchFamily="18" charset="0"/>
                      </a:rPr>
                      <m:t>∈(0,1)</m:t>
                    </m:r>
                  </m:oMath>
                </a14:m>
                <a:r>
                  <a:rPr lang="en-SG" sz="2000" dirty="0"/>
                  <a:t> for all </a:t>
                </a:r>
                <a14:m>
                  <m:oMath xmlns:m="http://schemas.openxmlformats.org/officeDocument/2006/math">
                    <m:r>
                      <a:rPr lang="en-SG" sz="2000" b="0" i="1" smtClean="0">
                        <a:latin typeface="Cambria Math" panose="02040503050406030204" pitchFamily="18" charset="0"/>
                      </a:rPr>
                      <m:t>𝑗</m:t>
                    </m:r>
                  </m:oMath>
                </a14:m>
                <a:endParaRPr lang="en-SG" sz="2000" dirty="0"/>
              </a:p>
            </p:txBody>
          </p:sp>
        </mc:Choice>
        <mc:Fallback xmlns="">
          <p:sp>
            <p:nvSpPr>
              <p:cNvPr id="8" name="TextBox 7">
                <a:extLst>
                  <a:ext uri="{FF2B5EF4-FFF2-40B4-BE49-F238E27FC236}">
                    <a16:creationId xmlns:a16="http://schemas.microsoft.com/office/drawing/2014/main" id="{421EF34E-0050-8CEB-B060-866F8E0DEB98}"/>
                  </a:ext>
                </a:extLst>
              </p:cNvPr>
              <p:cNvSpPr txBox="1">
                <a:spLocks noRot="1" noChangeAspect="1" noMove="1" noResize="1" noEditPoints="1" noAdjustHandles="1" noChangeArrowheads="1" noChangeShapeType="1" noTextEdit="1"/>
              </p:cNvSpPr>
              <p:nvPr/>
            </p:nvSpPr>
            <p:spPr>
              <a:xfrm>
                <a:off x="6745895" y="3590738"/>
                <a:ext cx="4446154" cy="809068"/>
              </a:xfrm>
              <a:prstGeom prst="rect">
                <a:avLst/>
              </a:prstGeom>
              <a:blipFill>
                <a:blip r:embed="rId6"/>
                <a:stretch>
                  <a:fillRect l="-1646" t="-6015" r="-1509" b="-10526"/>
                </a:stretch>
              </a:blipFill>
            </p:spPr>
            <p:txBody>
              <a:bodyPr/>
              <a:lstStyle/>
              <a:p>
                <a:r>
                  <a:rPr lang="en-SG">
                    <a:noFill/>
                  </a:rPr>
                  <a:t> </a:t>
                </a:r>
              </a:p>
            </p:txBody>
          </p:sp>
        </mc:Fallback>
      </mc:AlternateContent>
      <p:sp>
        <p:nvSpPr>
          <p:cNvPr id="11" name="TextBox 10">
            <a:extLst>
              <a:ext uri="{FF2B5EF4-FFF2-40B4-BE49-F238E27FC236}">
                <a16:creationId xmlns:a16="http://schemas.microsoft.com/office/drawing/2014/main" id="{F78B0884-D636-699C-FFAC-6BB2256F954F}"/>
              </a:ext>
            </a:extLst>
          </p:cNvPr>
          <p:cNvSpPr txBox="1"/>
          <p:nvPr/>
        </p:nvSpPr>
        <p:spPr>
          <a:xfrm>
            <a:off x="7269213" y="4505498"/>
            <a:ext cx="3819379" cy="923330"/>
          </a:xfrm>
          <a:prstGeom prst="rect">
            <a:avLst/>
          </a:prstGeom>
          <a:noFill/>
        </p:spPr>
        <p:txBody>
          <a:bodyPr wrap="square" rtlCol="0">
            <a:spAutoFit/>
          </a:bodyPr>
          <a:lstStyle/>
          <a:p>
            <a:r>
              <a:rPr lang="en-SG" dirty="0"/>
              <a:t>These are a choice of how to </a:t>
            </a:r>
            <a:r>
              <a:rPr lang="en-SG" u="sng" dirty="0"/>
              <a:t>randomise between actions</a:t>
            </a:r>
            <a:r>
              <a:rPr lang="en-SG" dirty="0"/>
              <a:t>.</a:t>
            </a:r>
          </a:p>
          <a:p>
            <a:endParaRPr lang="en-SG"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7FAFDEE-8693-C76A-43AA-3C2F15FACA2E}"/>
                  </a:ext>
                </a:extLst>
              </p:cNvPr>
              <p:cNvSpPr txBox="1"/>
              <p:nvPr/>
            </p:nvSpPr>
            <p:spPr>
              <a:xfrm>
                <a:off x="1250893" y="4389418"/>
                <a:ext cx="3819379" cy="923330"/>
              </a:xfrm>
              <a:prstGeom prst="rect">
                <a:avLst/>
              </a:prstGeom>
              <a:noFill/>
            </p:spPr>
            <p:txBody>
              <a:bodyPr wrap="square" rtlCol="0">
                <a:spAutoFit/>
              </a:bodyPr>
              <a:lstStyle/>
              <a:p>
                <a:r>
                  <a:rPr lang="en-SG" dirty="0"/>
                  <a:t>These are also called </a:t>
                </a:r>
                <a:r>
                  <a:rPr lang="en-SG" b="1" dirty="0">
                    <a:solidFill>
                      <a:srgbClr val="0000FF"/>
                    </a:solidFill>
                  </a:rPr>
                  <a:t>pure strategies</a:t>
                </a:r>
                <a:r>
                  <a:rPr lang="en-SG" dirty="0"/>
                  <a:t>: </a:t>
                </a:r>
                <a:br>
                  <a:rPr lang="en-SG" dirty="0"/>
                </a:br>
                <a:r>
                  <a:rPr lang="en-SG" dirty="0"/>
                  <a:t>a choice of </a:t>
                </a:r>
                <a:r>
                  <a:rPr lang="en-SG" u="sng" dirty="0"/>
                  <a:t>which action </a:t>
                </a:r>
                <a:r>
                  <a:rPr lang="en-SG" dirty="0"/>
                  <a:t>to take.</a:t>
                </a:r>
              </a:p>
              <a:p>
                <a:r>
                  <a:rPr lang="en-SG" dirty="0"/>
                  <a:t>Earlier we called this choice </a:t>
                </a:r>
                <a14:m>
                  <m:oMath xmlns:m="http://schemas.openxmlformats.org/officeDocument/2006/math">
                    <m:sSub>
                      <m:sSubPr>
                        <m:ctrlPr>
                          <a:rPr lang="en-SG" b="0" i="1" smtClean="0">
                            <a:latin typeface="Cambria Math" panose="02040503050406030204" pitchFamily="18" charset="0"/>
                          </a:rPr>
                        </m:ctrlPr>
                      </m:sSubPr>
                      <m:e>
                        <m:r>
                          <a:rPr lang="en-SG" b="0" i="1" smtClean="0">
                            <a:latin typeface="Cambria Math" panose="02040503050406030204" pitchFamily="18" charset="0"/>
                          </a:rPr>
                          <m:t>𝑠</m:t>
                        </m:r>
                      </m:e>
                      <m:sub>
                        <m:r>
                          <a:rPr lang="en-SG" b="0" i="1" smtClean="0">
                            <a:latin typeface="Cambria Math" panose="02040503050406030204" pitchFamily="18" charset="0"/>
                          </a:rPr>
                          <m:t>𝑖</m:t>
                        </m:r>
                      </m:sub>
                    </m:sSub>
                  </m:oMath>
                </a14:m>
                <a:r>
                  <a:rPr lang="en-SG" dirty="0"/>
                  <a:t>.</a:t>
                </a:r>
              </a:p>
            </p:txBody>
          </p:sp>
        </mc:Choice>
        <mc:Fallback xmlns="">
          <p:sp>
            <p:nvSpPr>
              <p:cNvPr id="12" name="TextBox 11">
                <a:extLst>
                  <a:ext uri="{FF2B5EF4-FFF2-40B4-BE49-F238E27FC236}">
                    <a16:creationId xmlns:a16="http://schemas.microsoft.com/office/drawing/2014/main" id="{77FAFDEE-8693-C76A-43AA-3C2F15FACA2E}"/>
                  </a:ext>
                </a:extLst>
              </p:cNvPr>
              <p:cNvSpPr txBox="1">
                <a:spLocks noRot="1" noChangeAspect="1" noMove="1" noResize="1" noEditPoints="1" noAdjustHandles="1" noChangeArrowheads="1" noChangeShapeType="1" noTextEdit="1"/>
              </p:cNvSpPr>
              <p:nvPr/>
            </p:nvSpPr>
            <p:spPr>
              <a:xfrm>
                <a:off x="1250893" y="4389418"/>
                <a:ext cx="3819379" cy="923330"/>
              </a:xfrm>
              <a:prstGeom prst="rect">
                <a:avLst/>
              </a:prstGeom>
              <a:blipFill>
                <a:blip r:embed="rId7"/>
                <a:stretch>
                  <a:fillRect l="-1276" t="-3289" b="-9211"/>
                </a:stretch>
              </a:blipFill>
            </p:spPr>
            <p:txBody>
              <a:bodyPr/>
              <a:lstStyle/>
              <a:p>
                <a:r>
                  <a:rPr lang="en-SG">
                    <a:noFill/>
                  </a:rPr>
                  <a:t> </a:t>
                </a:r>
              </a:p>
            </p:txBody>
          </p:sp>
        </mc:Fallback>
      </mc:AlternateContent>
      <p:cxnSp>
        <p:nvCxnSpPr>
          <p:cNvPr id="14" name="Straight Arrow Connector 13">
            <a:extLst>
              <a:ext uri="{FF2B5EF4-FFF2-40B4-BE49-F238E27FC236}">
                <a16:creationId xmlns:a16="http://schemas.microsoft.com/office/drawing/2014/main" id="{F0B9ED70-F2DE-988B-35BE-42240FB1D0C1}"/>
              </a:ext>
            </a:extLst>
          </p:cNvPr>
          <p:cNvCxnSpPr/>
          <p:nvPr/>
        </p:nvCxnSpPr>
        <p:spPr>
          <a:xfrm flipH="1">
            <a:off x="3546988" y="3108209"/>
            <a:ext cx="884903" cy="341048"/>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6CD8404-73DA-2421-337F-E0573F7C7516}"/>
              </a:ext>
            </a:extLst>
          </p:cNvPr>
          <p:cNvCxnSpPr>
            <a:cxnSpLocks/>
          </p:cNvCxnSpPr>
          <p:nvPr/>
        </p:nvCxnSpPr>
        <p:spPr>
          <a:xfrm>
            <a:off x="7798306" y="3128295"/>
            <a:ext cx="884903" cy="341048"/>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CF62BC9-E8AD-FC72-4491-E01E92E3DC0C}"/>
                  </a:ext>
                </a:extLst>
              </p:cNvPr>
              <p:cNvSpPr txBox="1"/>
              <p:nvPr/>
            </p:nvSpPr>
            <p:spPr>
              <a:xfrm>
                <a:off x="7871396" y="1600577"/>
                <a:ext cx="3320653" cy="707886"/>
              </a:xfrm>
              <a:prstGeom prst="rect">
                <a:avLst/>
              </a:prstGeom>
              <a:noFill/>
            </p:spPr>
            <p:txBody>
              <a:bodyPr wrap="none" rtlCol="0">
                <a:spAutoFit/>
              </a:bodyPr>
              <a:lstStyle/>
              <a:p>
                <a:r>
                  <a:rPr lang="en-SG" sz="2000" dirty="0">
                    <a:solidFill>
                      <a:srgbClr val="FF0000"/>
                    </a:solidFill>
                  </a:rPr>
                  <a:t>In rock, paper, scissors:</a:t>
                </a:r>
              </a:p>
              <a:p>
                <a:pPr/>
                <a14:m>
                  <m:oMathPara xmlns:m="http://schemas.openxmlformats.org/officeDocument/2006/math">
                    <m:oMathParaPr>
                      <m:jc m:val="centerGroup"/>
                    </m:oMathParaPr>
                    <m:oMath xmlns:m="http://schemas.openxmlformats.org/officeDocument/2006/math">
                      <m:sSub>
                        <m:sSubPr>
                          <m:ctrlPr>
                            <a:rPr lang="en-SG" sz="2000" b="0" i="1" smtClean="0">
                              <a:solidFill>
                                <a:srgbClr val="FF0000"/>
                              </a:solidFill>
                              <a:latin typeface="Cambria Math" panose="02040503050406030204" pitchFamily="18" charset="0"/>
                            </a:rPr>
                          </m:ctrlPr>
                        </m:sSubPr>
                        <m:e>
                          <m:r>
                            <a:rPr lang="en-SG" sz="2000" b="0" i="1" smtClean="0">
                              <a:solidFill>
                                <a:srgbClr val="FF0000"/>
                              </a:solidFill>
                              <a:latin typeface="Cambria Math" panose="02040503050406030204" pitchFamily="18" charset="0"/>
                            </a:rPr>
                            <m:t>𝑆</m:t>
                          </m:r>
                        </m:e>
                        <m:sub>
                          <m:r>
                            <a:rPr lang="en-SG" sz="2000" b="0" i="1" smtClean="0">
                              <a:solidFill>
                                <a:srgbClr val="FF0000"/>
                              </a:solidFill>
                              <a:latin typeface="Cambria Math" panose="02040503050406030204" pitchFamily="18" charset="0"/>
                            </a:rPr>
                            <m:t>𝑖</m:t>
                          </m:r>
                        </m:sub>
                      </m:sSub>
                      <m:r>
                        <a:rPr lang="en-SG" sz="2000" b="0" i="1" smtClean="0">
                          <a:solidFill>
                            <a:srgbClr val="FF0000"/>
                          </a:solidFill>
                          <a:latin typeface="Cambria Math" panose="02040503050406030204" pitchFamily="18" charset="0"/>
                        </a:rPr>
                        <m:t>={</m:t>
                      </m:r>
                      <m:r>
                        <a:rPr lang="en-SG" sz="2000" b="0" i="1" smtClean="0">
                          <a:solidFill>
                            <a:srgbClr val="FF0000"/>
                          </a:solidFill>
                          <a:latin typeface="Cambria Math" panose="02040503050406030204" pitchFamily="18" charset="0"/>
                        </a:rPr>
                        <m:t>𝑟𝑜𝑐𝑘</m:t>
                      </m:r>
                      <m:r>
                        <a:rPr lang="en-SG" sz="2000" b="0" i="1" smtClean="0">
                          <a:solidFill>
                            <a:srgbClr val="FF0000"/>
                          </a:solidFill>
                          <a:latin typeface="Cambria Math" panose="02040503050406030204" pitchFamily="18" charset="0"/>
                        </a:rPr>
                        <m:t>, </m:t>
                      </m:r>
                      <m:r>
                        <a:rPr lang="en-SG" sz="2000" b="0" i="1" smtClean="0">
                          <a:solidFill>
                            <a:srgbClr val="FF0000"/>
                          </a:solidFill>
                          <a:latin typeface="Cambria Math" panose="02040503050406030204" pitchFamily="18" charset="0"/>
                        </a:rPr>
                        <m:t>𝑝𝑎𝑝𝑒𝑟</m:t>
                      </m:r>
                      <m:r>
                        <a:rPr lang="en-SG" sz="2000" b="0" i="1" smtClean="0">
                          <a:solidFill>
                            <a:srgbClr val="FF0000"/>
                          </a:solidFill>
                          <a:latin typeface="Cambria Math" panose="02040503050406030204" pitchFamily="18" charset="0"/>
                        </a:rPr>
                        <m:t>, </m:t>
                      </m:r>
                      <m:r>
                        <a:rPr lang="en-SG" sz="2000" b="0" i="1" smtClean="0">
                          <a:solidFill>
                            <a:srgbClr val="FF0000"/>
                          </a:solidFill>
                          <a:latin typeface="Cambria Math" panose="02040503050406030204" pitchFamily="18" charset="0"/>
                        </a:rPr>
                        <m:t>𝑠𝑐𝑖𝑠𝑠𝑜𝑟𝑠</m:t>
                      </m:r>
                      <m:r>
                        <a:rPr lang="en-SG" sz="2000" b="0" i="1" smtClean="0">
                          <a:solidFill>
                            <a:srgbClr val="FF0000"/>
                          </a:solidFill>
                          <a:latin typeface="Cambria Math" panose="02040503050406030204" pitchFamily="18" charset="0"/>
                        </a:rPr>
                        <m:t>}</m:t>
                      </m:r>
                    </m:oMath>
                  </m:oMathPara>
                </a14:m>
                <a:endParaRPr lang="en-SG" sz="2000" dirty="0">
                  <a:solidFill>
                    <a:srgbClr val="FF0000"/>
                  </a:solidFill>
                </a:endParaRPr>
              </a:p>
            </p:txBody>
          </p:sp>
        </mc:Choice>
        <mc:Fallback xmlns="">
          <p:sp>
            <p:nvSpPr>
              <p:cNvPr id="16" name="TextBox 15">
                <a:extLst>
                  <a:ext uri="{FF2B5EF4-FFF2-40B4-BE49-F238E27FC236}">
                    <a16:creationId xmlns:a16="http://schemas.microsoft.com/office/drawing/2014/main" id="{0CF62BC9-E8AD-FC72-4491-E01E92E3DC0C}"/>
                  </a:ext>
                </a:extLst>
              </p:cNvPr>
              <p:cNvSpPr txBox="1">
                <a:spLocks noRot="1" noChangeAspect="1" noMove="1" noResize="1" noEditPoints="1" noAdjustHandles="1" noChangeArrowheads="1" noChangeShapeType="1" noTextEdit="1"/>
              </p:cNvSpPr>
              <p:nvPr/>
            </p:nvSpPr>
            <p:spPr>
              <a:xfrm>
                <a:off x="7871396" y="1600577"/>
                <a:ext cx="3320653" cy="707886"/>
              </a:xfrm>
              <a:prstGeom prst="rect">
                <a:avLst/>
              </a:prstGeom>
              <a:blipFill>
                <a:blip r:embed="rId8"/>
                <a:stretch>
                  <a:fillRect l="-1835" t="-5172" b="-7759"/>
                </a:stretch>
              </a:blipFill>
            </p:spPr>
            <p:txBody>
              <a:bodyPr/>
              <a:lstStyle/>
              <a:p>
                <a:r>
                  <a:rPr lang="en-SG">
                    <a:noFill/>
                  </a:rPr>
                  <a:t> </a:t>
                </a:r>
              </a:p>
            </p:txBody>
          </p:sp>
        </mc:Fallback>
      </mc:AlternateContent>
      <p:sp>
        <p:nvSpPr>
          <p:cNvPr id="17" name="TextBox 16">
            <a:extLst>
              <a:ext uri="{FF2B5EF4-FFF2-40B4-BE49-F238E27FC236}">
                <a16:creationId xmlns:a16="http://schemas.microsoft.com/office/drawing/2014/main" id="{D75C74F7-444F-01B4-2F77-A3035921462D}"/>
              </a:ext>
            </a:extLst>
          </p:cNvPr>
          <p:cNvSpPr txBox="1"/>
          <p:nvPr/>
        </p:nvSpPr>
        <p:spPr>
          <a:xfrm>
            <a:off x="1793474" y="5460673"/>
            <a:ext cx="1670970" cy="400110"/>
          </a:xfrm>
          <a:prstGeom prst="rect">
            <a:avLst/>
          </a:prstGeom>
          <a:noFill/>
        </p:spPr>
        <p:txBody>
          <a:bodyPr wrap="none" rtlCol="0">
            <a:spAutoFit/>
          </a:bodyPr>
          <a:lstStyle/>
          <a:p>
            <a:r>
              <a:rPr lang="en-SG" sz="2000" dirty="0">
                <a:solidFill>
                  <a:srgbClr val="FF0000"/>
                </a:solidFill>
              </a:rPr>
              <a:t>E.g. Play rock. </a:t>
            </a:r>
          </a:p>
        </p:txBody>
      </p:sp>
      <p:sp>
        <p:nvSpPr>
          <p:cNvPr id="18" name="TextBox 17">
            <a:extLst>
              <a:ext uri="{FF2B5EF4-FFF2-40B4-BE49-F238E27FC236}">
                <a16:creationId xmlns:a16="http://schemas.microsoft.com/office/drawing/2014/main" id="{59D6B205-62E7-6118-29FC-018ED0570DA0}"/>
              </a:ext>
            </a:extLst>
          </p:cNvPr>
          <p:cNvSpPr txBox="1"/>
          <p:nvPr/>
        </p:nvSpPr>
        <p:spPr>
          <a:xfrm>
            <a:off x="7122557" y="5425887"/>
            <a:ext cx="3542508" cy="707886"/>
          </a:xfrm>
          <a:prstGeom prst="rect">
            <a:avLst/>
          </a:prstGeom>
          <a:noFill/>
        </p:spPr>
        <p:txBody>
          <a:bodyPr wrap="none" rtlCol="0">
            <a:spAutoFit/>
          </a:bodyPr>
          <a:lstStyle/>
          <a:p>
            <a:r>
              <a:rPr lang="en-SG" sz="2000" dirty="0">
                <a:solidFill>
                  <a:srgbClr val="FF0000"/>
                </a:solidFill>
              </a:rPr>
              <a:t>E.g. Play rock with probability ½ </a:t>
            </a:r>
            <a:br>
              <a:rPr lang="en-SG" sz="2000" dirty="0">
                <a:solidFill>
                  <a:srgbClr val="FF0000"/>
                </a:solidFill>
              </a:rPr>
            </a:br>
            <a:r>
              <a:rPr lang="en-SG" sz="2000" dirty="0">
                <a:solidFill>
                  <a:srgbClr val="FF0000"/>
                </a:solidFill>
              </a:rPr>
              <a:t>and scissors with probability ½ . </a:t>
            </a:r>
          </a:p>
        </p:txBody>
      </p:sp>
      <p:sp>
        <p:nvSpPr>
          <p:cNvPr id="3" name="Slide Number Placeholder 2">
            <a:extLst>
              <a:ext uri="{FF2B5EF4-FFF2-40B4-BE49-F238E27FC236}">
                <a16:creationId xmlns:a16="http://schemas.microsoft.com/office/drawing/2014/main" id="{FC9F23FC-C082-CD55-10BC-2E676509E401}"/>
              </a:ext>
            </a:extLst>
          </p:cNvPr>
          <p:cNvSpPr>
            <a:spLocks noGrp="1"/>
          </p:cNvSpPr>
          <p:nvPr>
            <p:ph type="sldNum" sz="quarter" idx="12"/>
          </p:nvPr>
        </p:nvSpPr>
        <p:spPr/>
        <p:txBody>
          <a:bodyPr/>
          <a:lstStyle/>
          <a:p>
            <a:fld id="{104D1C85-D14C-4D1F-B1AC-077E19A989F2}" type="slidenum">
              <a:rPr lang="en-GB" smtClean="0"/>
              <a:t>3</a:t>
            </a:fld>
            <a:endParaRPr lang="en-GB"/>
          </a:p>
        </p:txBody>
      </p:sp>
    </p:spTree>
    <p:extLst>
      <p:ext uri="{BB962C8B-B14F-4D97-AF65-F5344CB8AC3E}">
        <p14:creationId xmlns:p14="http://schemas.microsoft.com/office/powerpoint/2010/main" val="799012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noFill/>
        </p:spPr>
        <p:txBody>
          <a:bodyPr/>
          <a:lstStyle/>
          <a:p>
            <a:pPr eaLnBrk="1" hangingPunct="1"/>
            <a:r>
              <a:rPr lang="en-US" altLang="en-US" dirty="0"/>
              <a:t>Parameters of a Game (Updated)</a:t>
            </a:r>
          </a:p>
        </p:txBody>
      </p:sp>
      <mc:AlternateContent xmlns:mc="http://schemas.openxmlformats.org/markup-compatibility/2006" xmlns:a14="http://schemas.microsoft.com/office/drawing/2010/main">
        <mc:Choice Requires="a14">
          <p:sp>
            <p:nvSpPr>
              <p:cNvPr id="29698" name="Rectangle 3"/>
              <p:cNvSpPr>
                <a:spLocks noGrp="1" noChangeArrowheads="1"/>
              </p:cNvSpPr>
              <p:nvPr>
                <p:ph idx="1"/>
              </p:nvPr>
            </p:nvSpPr>
            <p:spPr>
              <a:xfrm>
                <a:off x="838200" y="1456792"/>
                <a:ext cx="10304206" cy="4899558"/>
              </a:xfrm>
            </p:spPr>
            <p:txBody>
              <a:bodyPr>
                <a:normAutofit/>
              </a:bodyPr>
              <a:lstStyle/>
              <a:p>
                <a:pPr eaLnBrk="1" hangingPunct="1"/>
                <a:r>
                  <a:rPr lang="en-US" altLang="en-US" sz="2000" dirty="0"/>
                  <a:t>In general, a </a:t>
                </a:r>
                <a:r>
                  <a:rPr lang="en-US" altLang="en-US" sz="2000" b="1" dirty="0"/>
                  <a:t>game</a:t>
                </a:r>
                <a:r>
                  <a:rPr lang="en-US" altLang="en-US" sz="2000" dirty="0"/>
                  <a:t> consists of</a:t>
                </a:r>
              </a:p>
              <a:p>
                <a:pPr marL="914400" lvl="1" indent="-457200" eaLnBrk="1" hangingPunct="1">
                  <a:spcBef>
                    <a:spcPts val="1000"/>
                  </a:spcBef>
                  <a:buFont typeface="+mj-lt"/>
                  <a:buAutoNum type="arabicPeriod"/>
                </a:pPr>
                <a:r>
                  <a:rPr lang="en-US" altLang="en-US" sz="1800" dirty="0"/>
                  <a:t>A set of </a:t>
                </a:r>
                <a:r>
                  <a:rPr lang="en-US" altLang="en-US" sz="1800" b="1" dirty="0">
                    <a:solidFill>
                      <a:srgbClr val="0000FF"/>
                    </a:solidFill>
                  </a:rPr>
                  <a:t>players</a:t>
                </a:r>
                <a:r>
                  <a:rPr lang="en-US" altLang="en-US" sz="1800" dirty="0"/>
                  <a:t> </a:t>
                </a:r>
                <a14:m>
                  <m:oMath xmlns:m="http://schemas.openxmlformats.org/officeDocument/2006/math">
                    <m:r>
                      <a:rPr lang="en-GB" altLang="en-US" sz="1800" b="0" i="1" smtClean="0">
                        <a:latin typeface="Cambria Math" panose="02040503050406030204" pitchFamily="18" charset="0"/>
                      </a:rPr>
                      <m:t>𝑖</m:t>
                    </m:r>
                    <m:r>
                      <a:rPr lang="en-GB" altLang="en-US" sz="1800" b="0" i="1" smtClean="0">
                        <a:latin typeface="Cambria Math" panose="02040503050406030204" pitchFamily="18" charset="0"/>
                      </a:rPr>
                      <m:t>=1,..</m:t>
                    </m:r>
                    <m:r>
                      <a:rPr lang="en-US" altLang="en-US" sz="1800" b="0" i="1" smtClean="0">
                        <a:latin typeface="Cambria Math" panose="02040503050406030204" pitchFamily="18" charset="0"/>
                      </a:rPr>
                      <m:t>𝑛</m:t>
                    </m:r>
                  </m:oMath>
                </a14:m>
                <a:endParaRPr lang="en-US" altLang="en-US" sz="1800" b="1" dirty="0"/>
              </a:p>
              <a:p>
                <a:pPr marL="914400" lvl="1" indent="-457200" eaLnBrk="1" hangingPunct="1">
                  <a:spcBef>
                    <a:spcPts val="1000"/>
                  </a:spcBef>
                  <a:buFont typeface="+mj-lt"/>
                  <a:buAutoNum type="arabicPeriod"/>
                </a:pPr>
                <a:r>
                  <a:rPr lang="en-US" altLang="en-US" sz="1800" dirty="0"/>
                  <a:t>Each player has:</a:t>
                </a:r>
              </a:p>
              <a:p>
                <a:pPr marL="1371600" lvl="2" indent="-457200">
                  <a:spcBef>
                    <a:spcPts val="600"/>
                  </a:spcBef>
                  <a:buFont typeface="+mj-lt"/>
                  <a:buAutoNum type="alphaLcParenR"/>
                </a:pPr>
                <a:r>
                  <a:rPr lang="en-US" altLang="en-US" sz="1600" dirty="0"/>
                  <a:t>A </a:t>
                </a:r>
                <a:r>
                  <a:rPr lang="en-US" altLang="en-US" sz="1600" b="1" dirty="0">
                    <a:solidFill>
                      <a:srgbClr val="0000FF"/>
                    </a:solidFill>
                  </a:rPr>
                  <a:t>set of actions </a:t>
                </a:r>
                <a:r>
                  <a:rPr lang="en-US" altLang="en-US" sz="1600" dirty="0"/>
                  <a:t>for each player, </a:t>
                </a:r>
                <a14:m>
                  <m:oMath xmlns:m="http://schemas.openxmlformats.org/officeDocument/2006/math">
                    <m:sSub>
                      <m:sSubPr>
                        <m:ctrlPr>
                          <a:rPr lang="en-GB" altLang="en-US" sz="1600" i="1">
                            <a:latin typeface="Cambria Math" panose="02040503050406030204" pitchFamily="18" charset="0"/>
                          </a:rPr>
                        </m:ctrlPr>
                      </m:sSubPr>
                      <m:e>
                        <m:r>
                          <a:rPr lang="en-GB" altLang="en-US" sz="1600" i="1">
                            <a:latin typeface="Cambria Math" panose="02040503050406030204" pitchFamily="18" charset="0"/>
                          </a:rPr>
                          <m:t>𝑆</m:t>
                        </m:r>
                      </m:e>
                      <m:sub>
                        <m:r>
                          <a:rPr lang="en-GB" altLang="en-US" sz="1600" i="1">
                            <a:latin typeface="Cambria Math" panose="02040503050406030204" pitchFamily="18" charset="0"/>
                          </a:rPr>
                          <m:t>𝑖</m:t>
                        </m:r>
                      </m:sub>
                    </m:sSub>
                    <m:r>
                      <a:rPr lang="en-SG" altLang="en-US" sz="1600" i="1">
                        <a:latin typeface="Cambria Math" panose="02040503050406030204" pitchFamily="18" charset="0"/>
                      </a:rPr>
                      <m:t>=</m:t>
                    </m:r>
                    <m:d>
                      <m:dPr>
                        <m:begChr m:val="{"/>
                        <m:endChr m:val="}"/>
                        <m:ctrlPr>
                          <a:rPr lang="en-SG" altLang="en-US" sz="1600" i="1">
                            <a:latin typeface="Cambria Math" panose="02040503050406030204" pitchFamily="18" charset="0"/>
                          </a:rPr>
                        </m:ctrlPr>
                      </m:dPr>
                      <m:e>
                        <m:sSup>
                          <m:sSupPr>
                            <m:ctrlPr>
                              <a:rPr lang="en-SG" altLang="en-US" sz="1600" i="1">
                                <a:latin typeface="Cambria Math" panose="02040503050406030204" pitchFamily="18" charset="0"/>
                              </a:rPr>
                            </m:ctrlPr>
                          </m:sSupPr>
                          <m:e>
                            <m:r>
                              <a:rPr lang="en-SG" altLang="en-US" sz="1600" i="1">
                                <a:latin typeface="Cambria Math" panose="02040503050406030204" pitchFamily="18" charset="0"/>
                              </a:rPr>
                              <m:t>𝑎</m:t>
                            </m:r>
                          </m:e>
                          <m:sup>
                            <m:r>
                              <a:rPr lang="en-SG" altLang="en-US" sz="1600" i="1">
                                <a:latin typeface="Cambria Math" panose="02040503050406030204" pitchFamily="18" charset="0"/>
                              </a:rPr>
                              <m:t>1</m:t>
                            </m:r>
                          </m:sup>
                        </m:sSup>
                        <m:r>
                          <a:rPr lang="en-SG" altLang="en-US" sz="1600" i="1">
                            <a:latin typeface="Cambria Math" panose="02040503050406030204" pitchFamily="18" charset="0"/>
                          </a:rPr>
                          <m:t>,</m:t>
                        </m:r>
                        <m:sSup>
                          <m:sSupPr>
                            <m:ctrlPr>
                              <a:rPr lang="en-SG" altLang="en-US" sz="1600" i="1">
                                <a:latin typeface="Cambria Math" panose="02040503050406030204" pitchFamily="18" charset="0"/>
                              </a:rPr>
                            </m:ctrlPr>
                          </m:sSupPr>
                          <m:e>
                            <m:r>
                              <a:rPr lang="en-SG" altLang="en-US" sz="1600" i="1">
                                <a:latin typeface="Cambria Math" panose="02040503050406030204" pitchFamily="18" charset="0"/>
                              </a:rPr>
                              <m:t>𝑎</m:t>
                            </m:r>
                          </m:e>
                          <m:sup>
                            <m:r>
                              <a:rPr lang="en-SG" altLang="en-US" sz="1600" i="1">
                                <a:latin typeface="Cambria Math" panose="02040503050406030204" pitchFamily="18" charset="0"/>
                              </a:rPr>
                              <m:t>2</m:t>
                            </m:r>
                          </m:sup>
                        </m:sSup>
                        <m:r>
                          <a:rPr lang="en-SG" altLang="en-US" sz="1600" i="1">
                            <a:latin typeface="Cambria Math" panose="02040503050406030204" pitchFamily="18" charset="0"/>
                          </a:rPr>
                          <m:t>,….</m:t>
                        </m:r>
                      </m:e>
                    </m:d>
                  </m:oMath>
                </a14:m>
                <a:endParaRPr lang="en-SG" altLang="en-US" sz="1600" dirty="0"/>
              </a:p>
              <a:p>
                <a:pPr marL="1371600" lvl="2" indent="-457200">
                  <a:spcBef>
                    <a:spcPts val="600"/>
                  </a:spcBef>
                  <a:buFont typeface="+mj-lt"/>
                  <a:buAutoNum type="alphaLcParenR"/>
                </a:pPr>
                <a:r>
                  <a:rPr lang="en-US" altLang="en-US" sz="1600" dirty="0"/>
                  <a:t>A </a:t>
                </a:r>
                <a:r>
                  <a:rPr lang="en-US" altLang="en-US" sz="1600" b="1" dirty="0">
                    <a:solidFill>
                      <a:srgbClr val="0000FF"/>
                    </a:solidFill>
                  </a:rPr>
                  <a:t>strategy</a:t>
                </a:r>
                <a:r>
                  <a:rPr lang="en-US" altLang="en-US" sz="1600" b="1" dirty="0"/>
                  <a:t> </a:t>
                </a:r>
                <a14:m>
                  <m:oMath xmlns:m="http://schemas.openxmlformats.org/officeDocument/2006/math">
                    <m:sSub>
                      <m:sSubPr>
                        <m:ctrlPr>
                          <a:rPr lang="en-SG" altLang="en-US" sz="1600" b="0" i="1" smtClean="0">
                            <a:latin typeface="Cambria Math" panose="02040503050406030204" pitchFamily="18" charset="0"/>
                          </a:rPr>
                        </m:ctrlPr>
                      </m:sSubPr>
                      <m:e>
                        <m:r>
                          <a:rPr lang="en-SG" altLang="en-US" sz="1600" b="0" i="1" smtClean="0">
                            <a:latin typeface="Cambria Math" panose="02040503050406030204" pitchFamily="18" charset="0"/>
                          </a:rPr>
                          <m:t>𝜎</m:t>
                        </m:r>
                      </m:e>
                      <m:sub>
                        <m:r>
                          <a:rPr lang="en-SG" altLang="en-US" sz="1600" b="0" i="1" smtClean="0">
                            <a:latin typeface="Cambria Math" panose="02040503050406030204" pitchFamily="18" charset="0"/>
                          </a:rPr>
                          <m:t>𝑖</m:t>
                        </m:r>
                      </m:sub>
                    </m:sSub>
                  </m:oMath>
                </a14:m>
                <a:r>
                  <a:rPr lang="en-US" altLang="en-US" sz="1600" dirty="0"/>
                  <a:t> is a (potential) mixture of actions which they choose, </a:t>
                </a:r>
                <a14:m>
                  <m:oMath xmlns:m="http://schemas.openxmlformats.org/officeDocument/2006/math">
                    <m:sSub>
                      <m:sSubPr>
                        <m:ctrlPr>
                          <a:rPr lang="en-SG" altLang="en-US" sz="1600" b="0" i="1" smtClean="0">
                            <a:latin typeface="Cambria Math" panose="02040503050406030204" pitchFamily="18" charset="0"/>
                          </a:rPr>
                        </m:ctrlPr>
                      </m:sSubPr>
                      <m:e>
                        <m:r>
                          <a:rPr lang="en-SG" altLang="en-US" sz="1600" b="0" i="1" smtClean="0">
                            <a:latin typeface="Cambria Math" panose="02040503050406030204" pitchFamily="18" charset="0"/>
                          </a:rPr>
                          <m:t>𝜎</m:t>
                        </m:r>
                      </m:e>
                      <m:sub>
                        <m:r>
                          <a:rPr lang="en-SG" altLang="en-US" sz="1600" b="0" i="1" smtClean="0">
                            <a:latin typeface="Cambria Math" panose="02040503050406030204" pitchFamily="18" charset="0"/>
                          </a:rPr>
                          <m:t>𝑖</m:t>
                        </m:r>
                      </m:sub>
                    </m:sSub>
                    <m:r>
                      <a:rPr lang="en-SG" altLang="en-US" sz="1600" b="0" i="1" smtClean="0">
                        <a:latin typeface="Cambria Math" panose="02040503050406030204" pitchFamily="18" charset="0"/>
                      </a:rPr>
                      <m:t>∈</m:t>
                    </m:r>
                    <m:r>
                      <m:rPr>
                        <m:sty m:val="p"/>
                      </m:rPr>
                      <a:rPr lang="en-SG" altLang="en-US" sz="1600" b="0" i="0" smtClean="0">
                        <a:latin typeface="Cambria Math" panose="02040503050406030204" pitchFamily="18" charset="0"/>
                      </a:rPr>
                      <m:t>Δ</m:t>
                    </m:r>
                    <m:sSub>
                      <m:sSubPr>
                        <m:ctrlPr>
                          <a:rPr lang="en-SG" altLang="en-US" sz="1600" b="0" i="1" smtClean="0">
                            <a:latin typeface="Cambria Math" panose="02040503050406030204" pitchFamily="18" charset="0"/>
                          </a:rPr>
                        </m:ctrlPr>
                      </m:sSubPr>
                      <m:e>
                        <m:r>
                          <a:rPr lang="en-SG" altLang="en-US" sz="1600" b="0" i="1" smtClean="0">
                            <a:latin typeface="Cambria Math" panose="02040503050406030204" pitchFamily="18" charset="0"/>
                          </a:rPr>
                          <m:t>𝑆</m:t>
                        </m:r>
                      </m:e>
                      <m:sub>
                        <m:r>
                          <a:rPr lang="en-SG" altLang="en-US" sz="1600" b="0" i="1" smtClean="0">
                            <a:latin typeface="Cambria Math" panose="02040503050406030204" pitchFamily="18" charset="0"/>
                          </a:rPr>
                          <m:t>𝑖</m:t>
                        </m:r>
                      </m:sub>
                    </m:sSub>
                  </m:oMath>
                </a14:m>
                <a:r>
                  <a:rPr lang="en-US" altLang="en-US" sz="1600" dirty="0"/>
                  <a:t>.</a:t>
                </a:r>
              </a:p>
              <a:p>
                <a:pPr lvl="3">
                  <a:spcBef>
                    <a:spcPts val="600"/>
                  </a:spcBef>
                </a:pPr>
                <a:r>
                  <a:rPr lang="en-US" altLang="en-US" sz="1400" dirty="0"/>
                  <a:t>The strategies of all players: </a:t>
                </a:r>
                <a14:m>
                  <m:oMath xmlns:m="http://schemas.openxmlformats.org/officeDocument/2006/math">
                    <m:r>
                      <a:rPr lang="en-US" altLang="en-US" sz="1400" i="1">
                        <a:latin typeface="Cambria Math" panose="02040503050406030204" pitchFamily="18" charset="0"/>
                      </a:rPr>
                      <m:t>(</m:t>
                    </m:r>
                    <m:sSub>
                      <m:sSubPr>
                        <m:ctrlPr>
                          <a:rPr lang="en-US" altLang="en-US" sz="1400" i="1">
                            <a:latin typeface="Cambria Math" panose="02040503050406030204" pitchFamily="18" charset="0"/>
                          </a:rPr>
                        </m:ctrlPr>
                      </m:sSubPr>
                      <m:e>
                        <m:r>
                          <a:rPr lang="en-SG" altLang="en-US" sz="1400" b="0" i="1" smtClean="0">
                            <a:latin typeface="Cambria Math" panose="02040503050406030204" pitchFamily="18" charset="0"/>
                          </a:rPr>
                          <m:t>𝜎</m:t>
                        </m:r>
                      </m:e>
                      <m:sub>
                        <m:r>
                          <a:rPr lang="en-US" altLang="en-US" sz="1400" i="1">
                            <a:latin typeface="Cambria Math" panose="02040503050406030204" pitchFamily="18" charset="0"/>
                          </a:rPr>
                          <m:t>1</m:t>
                        </m:r>
                      </m:sub>
                    </m:sSub>
                    <m:r>
                      <a:rPr lang="en-US" altLang="en-US" sz="1400" i="1">
                        <a:latin typeface="Cambria Math" panose="02040503050406030204" pitchFamily="18" charset="0"/>
                      </a:rPr>
                      <m:t>,…</m:t>
                    </m:r>
                    <m:sSub>
                      <m:sSubPr>
                        <m:ctrlPr>
                          <a:rPr lang="en-US" altLang="en-US" sz="1400" i="1">
                            <a:latin typeface="Cambria Math" panose="02040503050406030204" pitchFamily="18" charset="0"/>
                          </a:rPr>
                        </m:ctrlPr>
                      </m:sSubPr>
                      <m:e>
                        <m:r>
                          <a:rPr lang="en-SG" altLang="en-US" sz="1400" b="0" i="1" smtClean="0">
                            <a:latin typeface="Cambria Math" panose="02040503050406030204" pitchFamily="18" charset="0"/>
                          </a:rPr>
                          <m:t>𝜎</m:t>
                        </m:r>
                      </m:e>
                      <m:sub>
                        <m:r>
                          <a:rPr lang="en-US" altLang="en-US" sz="1400" i="1">
                            <a:latin typeface="Cambria Math" panose="02040503050406030204" pitchFamily="18" charset="0"/>
                          </a:rPr>
                          <m:t>𝑛</m:t>
                        </m:r>
                      </m:sub>
                    </m:sSub>
                    <m:r>
                      <a:rPr lang="en-US" altLang="en-US" sz="1400" i="1">
                        <a:latin typeface="Cambria Math" panose="02040503050406030204" pitchFamily="18" charset="0"/>
                      </a:rPr>
                      <m:t>)</m:t>
                    </m:r>
                  </m:oMath>
                </a14:m>
                <a:r>
                  <a:rPr lang="en-US" altLang="en-US" sz="1400" dirty="0"/>
                  <a:t> is called a </a:t>
                </a:r>
                <a:r>
                  <a:rPr lang="en-US" altLang="en-US" sz="1400" b="1" dirty="0">
                    <a:solidFill>
                      <a:srgbClr val="0000FF"/>
                    </a:solidFill>
                  </a:rPr>
                  <a:t>strategy profile </a:t>
                </a:r>
                <a:r>
                  <a:rPr lang="en-US" altLang="en-US" sz="1400" dirty="0"/>
                  <a:t>or sometimes </a:t>
                </a:r>
                <a14:m>
                  <m:oMath xmlns:m="http://schemas.openxmlformats.org/officeDocument/2006/math">
                    <m:r>
                      <a:rPr lang="en-US" altLang="en-US" sz="1400" i="1">
                        <a:latin typeface="Cambria Math" panose="02040503050406030204" pitchFamily="18" charset="0"/>
                      </a:rPr>
                      <m:t>(</m:t>
                    </m:r>
                    <m:sSub>
                      <m:sSubPr>
                        <m:ctrlPr>
                          <a:rPr lang="en-US" altLang="en-US" sz="1400" i="1">
                            <a:latin typeface="Cambria Math" panose="02040503050406030204" pitchFamily="18" charset="0"/>
                          </a:rPr>
                        </m:ctrlPr>
                      </m:sSubPr>
                      <m:e>
                        <m:r>
                          <a:rPr lang="en-SG" altLang="en-US" sz="1400" b="0" i="1" smtClean="0">
                            <a:latin typeface="Cambria Math" panose="02040503050406030204" pitchFamily="18" charset="0"/>
                          </a:rPr>
                          <m:t>𝜎</m:t>
                        </m:r>
                      </m:e>
                      <m:sub>
                        <m:r>
                          <a:rPr lang="en-US" altLang="en-US" sz="1400" i="1">
                            <a:latin typeface="Cambria Math" panose="02040503050406030204" pitchFamily="18" charset="0"/>
                          </a:rPr>
                          <m:t>𝑖</m:t>
                        </m:r>
                      </m:sub>
                    </m:sSub>
                    <m:r>
                      <a:rPr lang="en-US" altLang="en-US" sz="1400" i="1">
                        <a:latin typeface="Cambria Math" panose="02040503050406030204" pitchFamily="18" charset="0"/>
                      </a:rPr>
                      <m:t>,</m:t>
                    </m:r>
                    <m:sSub>
                      <m:sSubPr>
                        <m:ctrlPr>
                          <a:rPr lang="en-US" altLang="en-US" sz="1400" i="1">
                            <a:latin typeface="Cambria Math" panose="02040503050406030204" pitchFamily="18" charset="0"/>
                          </a:rPr>
                        </m:ctrlPr>
                      </m:sSubPr>
                      <m:e>
                        <m:r>
                          <a:rPr lang="en-SG" altLang="en-US" sz="1400" b="0" i="1" smtClean="0">
                            <a:latin typeface="Cambria Math" panose="02040503050406030204" pitchFamily="18" charset="0"/>
                          </a:rPr>
                          <m:t>𝜎</m:t>
                        </m:r>
                      </m:e>
                      <m:sub>
                        <m:r>
                          <a:rPr lang="en-US" altLang="en-US" sz="1400" i="1">
                            <a:latin typeface="Cambria Math" panose="02040503050406030204" pitchFamily="18" charset="0"/>
                          </a:rPr>
                          <m:t>−</m:t>
                        </m:r>
                        <m:r>
                          <a:rPr lang="en-US" altLang="en-US" sz="1400" i="1">
                            <a:latin typeface="Cambria Math" panose="02040503050406030204" pitchFamily="18" charset="0"/>
                          </a:rPr>
                          <m:t>𝑖</m:t>
                        </m:r>
                      </m:sub>
                    </m:sSub>
                    <m:r>
                      <a:rPr lang="en-US" altLang="en-US" sz="1400" i="1">
                        <a:latin typeface="Cambria Math" panose="02040503050406030204" pitchFamily="18" charset="0"/>
                      </a:rPr>
                      <m:t>)</m:t>
                    </m:r>
                  </m:oMath>
                </a14:m>
                <a:r>
                  <a:rPr lang="en-US" altLang="en-US" sz="1400" dirty="0"/>
                  <a:t>.</a:t>
                </a:r>
              </a:p>
              <a:p>
                <a:pPr marL="1371600" lvl="2" indent="-457200">
                  <a:spcBef>
                    <a:spcPts val="600"/>
                  </a:spcBef>
                  <a:buFont typeface="+mj-lt"/>
                  <a:buAutoNum type="alphaLcParenR"/>
                </a:pPr>
                <a:r>
                  <a:rPr lang="en-US" altLang="en-US" sz="1600" dirty="0"/>
                  <a:t>a </a:t>
                </a:r>
                <a:r>
                  <a:rPr lang="en-US" altLang="en-US" sz="1600" b="1" dirty="0">
                    <a:solidFill>
                      <a:srgbClr val="0000FF"/>
                    </a:solidFill>
                  </a:rPr>
                  <a:t>payoff</a:t>
                </a:r>
                <a:r>
                  <a:rPr lang="en-US" altLang="en-US" sz="1600" dirty="0"/>
                  <a:t> </a:t>
                </a:r>
                <a:r>
                  <a:rPr lang="en-US" altLang="en-US" sz="1600" b="1" dirty="0">
                    <a:solidFill>
                      <a:srgbClr val="0000FF"/>
                    </a:solidFill>
                  </a:rPr>
                  <a:t>function</a:t>
                </a:r>
                <a:r>
                  <a:rPr lang="en-US" altLang="en-US" sz="1600" dirty="0"/>
                  <a:t> </a:t>
                </a:r>
                <a14:m>
                  <m:oMath xmlns:m="http://schemas.openxmlformats.org/officeDocument/2006/math">
                    <m:sSub>
                      <m:sSubPr>
                        <m:ctrlPr>
                          <a:rPr lang="en-SG" altLang="en-US" sz="1600" b="0" i="1" smtClean="0">
                            <a:latin typeface="Cambria Math" panose="02040503050406030204" pitchFamily="18" charset="0"/>
                          </a:rPr>
                        </m:ctrlPr>
                      </m:sSubPr>
                      <m:e>
                        <m:r>
                          <a:rPr lang="en-SG" altLang="en-US" sz="1600" b="0" i="1" smtClean="0">
                            <a:latin typeface="Cambria Math" panose="02040503050406030204" pitchFamily="18" charset="0"/>
                          </a:rPr>
                          <m:t>𝑢</m:t>
                        </m:r>
                      </m:e>
                      <m:sub>
                        <m:r>
                          <a:rPr lang="en-SG" altLang="en-US" sz="1600" b="0" i="1" smtClean="0">
                            <a:latin typeface="Cambria Math" panose="02040503050406030204" pitchFamily="18" charset="0"/>
                          </a:rPr>
                          <m:t>𝑖</m:t>
                        </m:r>
                      </m:sub>
                    </m:sSub>
                  </m:oMath>
                </a14:m>
                <a:r>
                  <a:rPr lang="en-US" altLang="en-US" sz="1600" dirty="0"/>
                  <a:t> which generates payoffs for every strategy profile: </a:t>
                </a:r>
                <a14:m>
                  <m:oMath xmlns:m="http://schemas.openxmlformats.org/officeDocument/2006/math">
                    <m:sSub>
                      <m:sSubPr>
                        <m:ctrlPr>
                          <a:rPr lang="en-SG" altLang="en-US" sz="1600" b="0" i="1" smtClean="0">
                            <a:latin typeface="Cambria Math" panose="02040503050406030204" pitchFamily="18" charset="0"/>
                          </a:rPr>
                        </m:ctrlPr>
                      </m:sSubPr>
                      <m:e>
                        <m:r>
                          <a:rPr lang="en-US" altLang="en-US" sz="1600" b="0" i="1" smtClean="0">
                            <a:latin typeface="Cambria Math" panose="02040503050406030204" pitchFamily="18" charset="0"/>
                          </a:rPr>
                          <m:t>𝑢</m:t>
                        </m:r>
                      </m:e>
                      <m:sub>
                        <m:r>
                          <a:rPr lang="en-SG" altLang="en-US" sz="1600" b="0" i="1" smtClean="0">
                            <a:latin typeface="Cambria Math" panose="02040503050406030204" pitchFamily="18" charset="0"/>
                          </a:rPr>
                          <m:t>𝑖</m:t>
                        </m:r>
                      </m:sub>
                    </m:sSub>
                    <m:r>
                      <a:rPr lang="en-US" altLang="en-US" sz="1600" b="0" i="1" smtClean="0">
                        <a:latin typeface="Cambria Math" panose="02040503050406030204" pitchFamily="18" charset="0"/>
                      </a:rPr>
                      <m:t>(</m:t>
                    </m:r>
                    <m:sSub>
                      <m:sSubPr>
                        <m:ctrlPr>
                          <a:rPr lang="en-US" altLang="en-US" sz="1600" b="0" i="1" smtClean="0">
                            <a:latin typeface="Cambria Math" panose="02040503050406030204" pitchFamily="18" charset="0"/>
                          </a:rPr>
                        </m:ctrlPr>
                      </m:sSubPr>
                      <m:e>
                        <m:r>
                          <a:rPr lang="en-SG" altLang="en-US" sz="1600" b="0" i="1" smtClean="0">
                            <a:latin typeface="Cambria Math" panose="02040503050406030204" pitchFamily="18" charset="0"/>
                          </a:rPr>
                          <m:t>𝜎</m:t>
                        </m:r>
                      </m:e>
                      <m:sub>
                        <m:r>
                          <a:rPr lang="en-US" altLang="en-US" sz="1600" b="0" i="1" smtClean="0">
                            <a:latin typeface="Cambria Math" panose="02040503050406030204" pitchFamily="18" charset="0"/>
                          </a:rPr>
                          <m:t>1</m:t>
                        </m:r>
                      </m:sub>
                    </m:sSub>
                    <m:r>
                      <a:rPr lang="en-US" altLang="en-US" sz="1600" b="0" i="1" smtClean="0">
                        <a:latin typeface="Cambria Math" panose="02040503050406030204" pitchFamily="18" charset="0"/>
                      </a:rPr>
                      <m:t>,…</m:t>
                    </m:r>
                    <m:sSub>
                      <m:sSubPr>
                        <m:ctrlPr>
                          <a:rPr lang="en-US" altLang="en-US" sz="1600" b="0" i="1" smtClean="0">
                            <a:latin typeface="Cambria Math" panose="02040503050406030204" pitchFamily="18" charset="0"/>
                          </a:rPr>
                        </m:ctrlPr>
                      </m:sSubPr>
                      <m:e>
                        <m:r>
                          <a:rPr lang="en-SG" altLang="en-US" sz="1600" b="0" i="1" smtClean="0">
                            <a:latin typeface="Cambria Math" panose="02040503050406030204" pitchFamily="18" charset="0"/>
                          </a:rPr>
                          <m:t>𝜎</m:t>
                        </m:r>
                      </m:e>
                      <m:sub>
                        <m:r>
                          <a:rPr lang="en-US" altLang="en-US" sz="1600" b="0" i="1" smtClean="0">
                            <a:latin typeface="Cambria Math" panose="02040503050406030204" pitchFamily="18" charset="0"/>
                          </a:rPr>
                          <m:t>𝑛</m:t>
                        </m:r>
                      </m:sub>
                    </m:sSub>
                    <m:r>
                      <a:rPr lang="en-US" altLang="en-US" sz="1600" b="0" i="1" smtClean="0">
                        <a:latin typeface="Cambria Math" panose="02040503050406030204" pitchFamily="18" charset="0"/>
                      </a:rPr>
                      <m:t>)</m:t>
                    </m:r>
                  </m:oMath>
                </a14:m>
                <a:r>
                  <a:rPr lang="en-US" altLang="en-US" sz="1600" dirty="0"/>
                  <a:t>.</a:t>
                </a:r>
              </a:p>
              <a:p>
                <a:pPr marL="914400" lvl="1" indent="-457200" eaLnBrk="1" hangingPunct="1">
                  <a:spcBef>
                    <a:spcPts val="600"/>
                  </a:spcBef>
                  <a:buFont typeface="+mj-lt"/>
                  <a:buAutoNum type="arabicPeriod"/>
                </a:pPr>
                <a:r>
                  <a:rPr lang="en-US" altLang="en-US" sz="1800" dirty="0"/>
                  <a:t>An </a:t>
                </a:r>
                <a:r>
                  <a:rPr lang="en-US" altLang="en-US" sz="1800" b="1" dirty="0">
                    <a:solidFill>
                      <a:srgbClr val="0000FF"/>
                    </a:solidFill>
                  </a:rPr>
                  <a:t>order of moves </a:t>
                </a:r>
                <a:r>
                  <a:rPr lang="en-US" altLang="en-US" sz="1800" dirty="0"/>
                  <a:t>(simultaneous or sequential)</a:t>
                </a:r>
              </a:p>
              <a:p>
                <a:pPr marL="914400" lvl="1" indent="-457200" eaLnBrk="1" hangingPunct="1">
                  <a:spcBef>
                    <a:spcPts val="600"/>
                  </a:spcBef>
                  <a:buFont typeface="+mj-lt"/>
                  <a:buAutoNum type="arabicPeriod"/>
                </a:pPr>
                <a:r>
                  <a:rPr lang="en-US" altLang="en-US" sz="1800" dirty="0"/>
                  <a:t>The</a:t>
                </a:r>
                <a:r>
                  <a:rPr lang="en-US" altLang="en-US" sz="1800" b="1" dirty="0">
                    <a:solidFill>
                      <a:srgbClr val="FF0000"/>
                    </a:solidFill>
                  </a:rPr>
                  <a:t> </a:t>
                </a:r>
                <a:r>
                  <a:rPr lang="en-US" altLang="en-US" sz="1800" b="1" dirty="0">
                    <a:solidFill>
                      <a:srgbClr val="0000FF"/>
                    </a:solidFill>
                  </a:rPr>
                  <a:t>information </a:t>
                </a:r>
                <a:r>
                  <a:rPr lang="en-US" altLang="en-US" sz="1800" dirty="0"/>
                  <a:t>available to each player (at each time)</a:t>
                </a:r>
              </a:p>
              <a:p>
                <a:pPr marL="914400" lvl="1" indent="-457200" eaLnBrk="1" hangingPunct="1">
                  <a:spcBef>
                    <a:spcPts val="600"/>
                  </a:spcBef>
                  <a:buFont typeface="+mj-lt"/>
                  <a:buAutoNum type="arabicPeriod"/>
                </a:pPr>
                <a:endParaRPr lang="en-US" altLang="en-US" sz="2000" dirty="0"/>
              </a:p>
              <a:p>
                <a:pPr marL="0" indent="0">
                  <a:spcBef>
                    <a:spcPts val="600"/>
                  </a:spcBef>
                  <a:buNone/>
                </a:pPr>
                <a:r>
                  <a:rPr lang="en-US" altLang="en-US" sz="2000" i="1" dirty="0"/>
                  <a:t>Difference from before: we have generalized strategies to be </a:t>
                </a:r>
                <a:r>
                  <a:rPr lang="en-US" altLang="en-US" sz="2000" b="1" i="1" dirty="0"/>
                  <a:t>possible </a:t>
                </a:r>
                <a:r>
                  <a:rPr lang="en-US" altLang="en-US" sz="2000" b="1" i="1" dirty="0" err="1"/>
                  <a:t>randomisations</a:t>
                </a:r>
                <a:r>
                  <a:rPr lang="en-US" altLang="en-US" sz="2000" b="1" i="1" dirty="0"/>
                  <a:t> of actions</a:t>
                </a:r>
                <a:r>
                  <a:rPr lang="en-US" altLang="en-US" sz="2000" i="1" dirty="0"/>
                  <a:t>!</a:t>
                </a:r>
              </a:p>
              <a:p>
                <a:pPr marL="0" indent="0">
                  <a:spcBef>
                    <a:spcPts val="600"/>
                  </a:spcBef>
                  <a:buNone/>
                </a:pPr>
                <a:r>
                  <a:rPr lang="en-US" altLang="en-US" sz="2000" i="1" dirty="0"/>
                  <a:t>(When considering dominated or dominant strategies, need to consider mixed strategies as well!)</a:t>
                </a:r>
              </a:p>
              <a:p>
                <a:pPr lvl="1" eaLnBrk="1" hangingPunct="1">
                  <a:spcBef>
                    <a:spcPts val="600"/>
                  </a:spcBef>
                </a:pPr>
                <a:endParaRPr lang="en-US" altLang="en-US" sz="2800" dirty="0"/>
              </a:p>
              <a:p>
                <a:pPr>
                  <a:spcBef>
                    <a:spcPts val="600"/>
                  </a:spcBef>
                </a:pPr>
                <a:endParaRPr lang="en-US" altLang="en-US" sz="3200" dirty="0"/>
              </a:p>
              <a:p>
                <a:pPr>
                  <a:spcBef>
                    <a:spcPts val="600"/>
                  </a:spcBef>
                </a:pPr>
                <a:endParaRPr lang="en-US" altLang="en-US" sz="3200" dirty="0"/>
              </a:p>
              <a:p>
                <a:pPr lvl="1" eaLnBrk="1" hangingPunct="1">
                  <a:spcBef>
                    <a:spcPts val="600"/>
                  </a:spcBef>
                </a:pPr>
                <a:endParaRPr lang="en-US" altLang="en-US" sz="2800" dirty="0"/>
              </a:p>
              <a:p>
                <a:pPr lvl="2">
                  <a:spcBef>
                    <a:spcPts val="600"/>
                  </a:spcBef>
                </a:pPr>
                <a:endParaRPr lang="en-US" altLang="en-US" sz="2400" dirty="0"/>
              </a:p>
            </p:txBody>
          </p:sp>
        </mc:Choice>
        <mc:Fallback xmlns="">
          <p:sp>
            <p:nvSpPr>
              <p:cNvPr id="29698" name="Rectangle 3"/>
              <p:cNvSpPr>
                <a:spLocks noGrp="1" noRot="1" noChangeAspect="1" noMove="1" noResize="1" noEditPoints="1" noAdjustHandles="1" noChangeArrowheads="1" noChangeShapeType="1" noTextEdit="1"/>
              </p:cNvSpPr>
              <p:nvPr>
                <p:ph idx="1"/>
              </p:nvPr>
            </p:nvSpPr>
            <p:spPr>
              <a:xfrm>
                <a:off x="838200" y="1456792"/>
                <a:ext cx="10304206" cy="4899558"/>
              </a:xfrm>
              <a:blipFill>
                <a:blip r:embed="rId3"/>
                <a:stretch>
                  <a:fillRect l="-651" t="-1368"/>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2C17277D-B246-4C46-8698-B202535D0833}"/>
              </a:ext>
            </a:extLst>
          </p:cNvPr>
          <p:cNvSpPr>
            <a:spLocks noGrp="1"/>
          </p:cNvSpPr>
          <p:nvPr>
            <p:ph type="sldNum" sz="quarter" idx="12"/>
          </p:nvPr>
        </p:nvSpPr>
        <p:spPr/>
        <p:txBody>
          <a:bodyPr/>
          <a:lstStyle/>
          <a:p>
            <a:fld id="{104D1C85-D14C-4D1F-B1AC-077E19A989F2}" type="slidenum">
              <a:rPr lang="en-GB" smtClean="0"/>
              <a:t>4</a:t>
            </a:fld>
            <a:endParaRPr lang="en-GB"/>
          </a:p>
        </p:txBody>
      </p:sp>
      <p:sp>
        <p:nvSpPr>
          <p:cNvPr id="2" name="Rectangle 1">
            <a:extLst>
              <a:ext uri="{FF2B5EF4-FFF2-40B4-BE49-F238E27FC236}">
                <a16:creationId xmlns:a16="http://schemas.microsoft.com/office/drawing/2014/main" id="{56635376-47C2-2CED-EBD9-CBBE2FE38C7A}"/>
              </a:ext>
            </a:extLst>
          </p:cNvPr>
          <p:cNvSpPr/>
          <p:nvPr/>
        </p:nvSpPr>
        <p:spPr>
          <a:xfrm>
            <a:off x="1784554" y="2846438"/>
            <a:ext cx="7779774" cy="9144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55780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8">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69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D650-87DA-40F9-8CA6-5134E768F879}"/>
              </a:ext>
            </a:extLst>
          </p:cNvPr>
          <p:cNvSpPr>
            <a:spLocks noGrp="1"/>
          </p:cNvSpPr>
          <p:nvPr>
            <p:ph type="title"/>
          </p:nvPr>
        </p:nvSpPr>
        <p:spPr/>
        <p:txBody>
          <a:bodyPr/>
          <a:lstStyle/>
          <a:p>
            <a:r>
              <a:rPr lang="en-US" dirty="0"/>
              <a:t>Review Questions 1</a:t>
            </a:r>
            <a:endParaRPr lang="en-GB" dirty="0"/>
          </a:p>
        </p:txBody>
      </p:sp>
      <p:sp>
        <p:nvSpPr>
          <p:cNvPr id="3" name="Content Placeholder 2">
            <a:extLst>
              <a:ext uri="{FF2B5EF4-FFF2-40B4-BE49-F238E27FC236}">
                <a16:creationId xmlns:a16="http://schemas.microsoft.com/office/drawing/2014/main" id="{5F1084EF-22C8-4EF1-B3AC-5CD9C82F5106}"/>
              </a:ext>
            </a:extLst>
          </p:cNvPr>
          <p:cNvSpPr>
            <a:spLocks noGrp="1"/>
          </p:cNvSpPr>
          <p:nvPr>
            <p:ph idx="1"/>
          </p:nvPr>
        </p:nvSpPr>
        <p:spPr>
          <a:xfrm>
            <a:off x="838200" y="1690688"/>
            <a:ext cx="10164097" cy="4486275"/>
          </a:xfrm>
        </p:spPr>
        <p:txBody>
          <a:bodyPr>
            <a:normAutofit lnSpcReduction="10000"/>
          </a:bodyPr>
          <a:lstStyle/>
          <a:p>
            <a:pPr marL="0" indent="0">
              <a:buNone/>
            </a:pPr>
            <a:r>
              <a:rPr lang="en-US" sz="2200" dirty="0"/>
              <a:t>Consider the game below.</a:t>
            </a:r>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r>
              <a:rPr lang="en-US" sz="2000" dirty="0"/>
              <a:t>Which of Player 1’s strategies (if any) is </a:t>
            </a:r>
            <a:r>
              <a:rPr lang="en-US" sz="2000" i="1" dirty="0"/>
              <a:t>strictly</a:t>
            </a:r>
            <a:r>
              <a:rPr lang="en-US" sz="2000" dirty="0"/>
              <a:t> dominated? – M , 0.5T 0.5 L</a:t>
            </a:r>
          </a:p>
          <a:p>
            <a:pPr marL="0" indent="0">
              <a:buNone/>
            </a:pPr>
            <a:r>
              <a:rPr lang="en-US" sz="2000" dirty="0"/>
              <a:t>Which of Player 2’s strategies (if any) is </a:t>
            </a:r>
            <a:r>
              <a:rPr lang="en-US" sz="2000" i="1" dirty="0"/>
              <a:t>strictly</a:t>
            </a:r>
            <a:r>
              <a:rPr lang="en-US" sz="2000" dirty="0"/>
              <a:t> dominated? - None</a:t>
            </a:r>
          </a:p>
          <a:p>
            <a:pPr marL="0" indent="0">
              <a:buNone/>
            </a:pPr>
            <a:endParaRPr lang="en-US" sz="2200" dirty="0"/>
          </a:p>
          <a:p>
            <a:pPr marL="0" indent="0">
              <a:buNone/>
            </a:pPr>
            <a:r>
              <a:rPr lang="en-US" sz="2000" b="1" dirty="0"/>
              <a:t>Remember to consider the mixed strategies!</a:t>
            </a:r>
          </a:p>
        </p:txBody>
      </p:sp>
      <p:sp>
        <p:nvSpPr>
          <p:cNvPr id="4" name="Slide Number Placeholder 3">
            <a:extLst>
              <a:ext uri="{FF2B5EF4-FFF2-40B4-BE49-F238E27FC236}">
                <a16:creationId xmlns:a16="http://schemas.microsoft.com/office/drawing/2014/main" id="{01FDD432-5623-482A-A22D-31450925691F}"/>
              </a:ext>
            </a:extLst>
          </p:cNvPr>
          <p:cNvSpPr>
            <a:spLocks noGrp="1"/>
          </p:cNvSpPr>
          <p:nvPr>
            <p:ph type="sldNum" sz="quarter" idx="12"/>
          </p:nvPr>
        </p:nvSpPr>
        <p:spPr/>
        <p:txBody>
          <a:bodyPr/>
          <a:lstStyle/>
          <a:p>
            <a:fld id="{104D1C85-D14C-4D1F-B1AC-077E19A989F2}" type="slidenum">
              <a:rPr lang="en-GB" smtClean="0"/>
              <a:t>5</a:t>
            </a:fld>
            <a:endParaRPr lang="en-GB"/>
          </a:p>
        </p:txBody>
      </p:sp>
      <p:pic>
        <p:nvPicPr>
          <p:cNvPr id="6" name="Picture 5">
            <a:extLst>
              <a:ext uri="{FF2B5EF4-FFF2-40B4-BE49-F238E27FC236}">
                <a16:creationId xmlns:a16="http://schemas.microsoft.com/office/drawing/2014/main" id="{DB7818CC-C965-E1B0-13B0-E585C2A8E9D5}"/>
              </a:ext>
            </a:extLst>
          </p:cNvPr>
          <p:cNvPicPr>
            <a:picLocks noChangeAspect="1"/>
          </p:cNvPicPr>
          <p:nvPr/>
        </p:nvPicPr>
        <p:blipFill>
          <a:blip r:embed="rId3"/>
          <a:stretch>
            <a:fillRect/>
          </a:stretch>
        </p:blipFill>
        <p:spPr>
          <a:xfrm>
            <a:off x="10177988" y="365125"/>
            <a:ext cx="1732601" cy="1715361"/>
          </a:xfrm>
          <a:prstGeom prst="rect">
            <a:avLst/>
          </a:prstGeom>
        </p:spPr>
      </p:pic>
      <p:sp>
        <p:nvSpPr>
          <p:cNvPr id="7" name="TextBox 6">
            <a:extLst>
              <a:ext uri="{FF2B5EF4-FFF2-40B4-BE49-F238E27FC236}">
                <a16:creationId xmlns:a16="http://schemas.microsoft.com/office/drawing/2014/main" id="{E9F97419-B669-A0B5-E4CF-AF3B34A3477D}"/>
              </a:ext>
            </a:extLst>
          </p:cNvPr>
          <p:cNvSpPr txBox="1"/>
          <p:nvPr/>
        </p:nvSpPr>
        <p:spPr>
          <a:xfrm>
            <a:off x="10282927" y="2058536"/>
            <a:ext cx="1522725" cy="646331"/>
          </a:xfrm>
          <a:prstGeom prst="rect">
            <a:avLst/>
          </a:prstGeom>
          <a:noFill/>
        </p:spPr>
        <p:txBody>
          <a:bodyPr wrap="none" rtlCol="0">
            <a:spAutoFit/>
          </a:bodyPr>
          <a:lstStyle/>
          <a:p>
            <a:pPr algn="ctr"/>
            <a:r>
              <a:rPr lang="en-US" dirty="0"/>
              <a:t>Scan here </a:t>
            </a:r>
          </a:p>
          <a:p>
            <a:pPr algn="ctr"/>
            <a:r>
              <a:rPr lang="en-US" dirty="0"/>
              <a:t>to participate!</a:t>
            </a:r>
            <a:endParaRPr lang="en-SG"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288B0201-783C-C02B-7787-2F9441E174FC}"/>
                  </a:ext>
                </a:extLst>
              </p:cNvPr>
              <p:cNvGraphicFramePr>
                <a:graphicFrameLocks noGrp="1"/>
              </p:cNvGraphicFramePr>
              <p:nvPr>
                <p:extLst>
                  <p:ext uri="{D42A27DB-BD31-4B8C-83A1-F6EECF244321}">
                    <p14:modId xmlns:p14="http://schemas.microsoft.com/office/powerpoint/2010/main" val="2734412910"/>
                  </p:ext>
                </p:extLst>
              </p:nvPr>
            </p:nvGraphicFramePr>
            <p:xfrm>
              <a:off x="1870148" y="2468989"/>
              <a:ext cx="6244946" cy="1483360"/>
            </p:xfrm>
            <a:graphic>
              <a:graphicData uri="http://schemas.openxmlformats.org/drawingml/2006/table">
                <a:tbl>
                  <a:tblPr firstRow="1" bandRow="1">
                    <a:tableStyleId>{5940675A-B579-460E-94D1-54222C63F5DA}</a:tableStyleId>
                  </a:tblPr>
                  <a:tblGrid>
                    <a:gridCol w="979585">
                      <a:extLst>
                        <a:ext uri="{9D8B030D-6E8A-4147-A177-3AD203B41FA5}">
                          <a16:colId xmlns:a16="http://schemas.microsoft.com/office/drawing/2014/main" val="4239227893"/>
                        </a:ext>
                      </a:extLst>
                    </a:gridCol>
                    <a:gridCol w="1743799">
                      <a:extLst>
                        <a:ext uri="{9D8B030D-6E8A-4147-A177-3AD203B41FA5}">
                          <a16:colId xmlns:a16="http://schemas.microsoft.com/office/drawing/2014/main" val="2948776960"/>
                        </a:ext>
                      </a:extLst>
                    </a:gridCol>
                    <a:gridCol w="1760781">
                      <a:extLst>
                        <a:ext uri="{9D8B030D-6E8A-4147-A177-3AD203B41FA5}">
                          <a16:colId xmlns:a16="http://schemas.microsoft.com/office/drawing/2014/main" val="1900868060"/>
                        </a:ext>
                      </a:extLst>
                    </a:gridCol>
                    <a:gridCol w="1760781">
                      <a:extLst>
                        <a:ext uri="{9D8B030D-6E8A-4147-A177-3AD203B41FA5}">
                          <a16:colId xmlns:a16="http://schemas.microsoft.com/office/drawing/2014/main" val="235461274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C</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dirty="0">
                              <a:solidFill>
                                <a:schemeClr val="tx1"/>
                              </a:solidFill>
                            </a:rPr>
                            <a:t>R</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pPr algn="r"/>
                          <a:r>
                            <a:rPr lang="en-GB" dirty="0">
                              <a:solidFill>
                                <a:schemeClr val="tx1"/>
                              </a:solidFill>
                            </a:rPr>
                            <a:t>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6,  2</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2,  5</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3,  0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8490473"/>
                      </a:ext>
                    </a:extLst>
                  </a:tr>
                  <a:tr h="370840">
                    <a:tc>
                      <a:txBody>
                        <a:bodyPr/>
                        <a:lstStyle/>
                        <a:p>
                          <a:pPr algn="r"/>
                          <a:r>
                            <a:rPr lang="en-GB" dirty="0">
                              <a:solidFill>
                                <a:schemeClr val="tx1"/>
                              </a:solidFill>
                            </a:rPr>
                            <a:t>M</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2,  1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pPr algn="r"/>
                          <a:r>
                            <a:rPr lang="en-GB" dirty="0">
                              <a:solidFill>
                                <a:schemeClr val="tx1"/>
                              </a:solidFill>
                            </a:rPr>
                            <a:t>L</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2,  2</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6,  0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3,  5</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5" name="Table 5">
                <a:extLst>
                  <a:ext uri="{FF2B5EF4-FFF2-40B4-BE49-F238E27FC236}">
                    <a16:creationId xmlns:a16="http://schemas.microsoft.com/office/drawing/2014/main" id="{288B0201-783C-C02B-7787-2F9441E174FC}"/>
                  </a:ext>
                </a:extLst>
              </p:cNvPr>
              <p:cNvGraphicFramePr>
                <a:graphicFrameLocks noGrp="1"/>
              </p:cNvGraphicFramePr>
              <p:nvPr>
                <p:extLst>
                  <p:ext uri="{D42A27DB-BD31-4B8C-83A1-F6EECF244321}">
                    <p14:modId xmlns:p14="http://schemas.microsoft.com/office/powerpoint/2010/main" val="2734412910"/>
                  </p:ext>
                </p:extLst>
              </p:nvPr>
            </p:nvGraphicFramePr>
            <p:xfrm>
              <a:off x="1870148" y="2468989"/>
              <a:ext cx="6244946" cy="1483360"/>
            </p:xfrm>
            <a:graphic>
              <a:graphicData uri="http://schemas.openxmlformats.org/drawingml/2006/table">
                <a:tbl>
                  <a:tblPr firstRow="1" bandRow="1">
                    <a:tableStyleId>{5940675A-B579-460E-94D1-54222C63F5DA}</a:tableStyleId>
                  </a:tblPr>
                  <a:tblGrid>
                    <a:gridCol w="979585">
                      <a:extLst>
                        <a:ext uri="{9D8B030D-6E8A-4147-A177-3AD203B41FA5}">
                          <a16:colId xmlns:a16="http://schemas.microsoft.com/office/drawing/2014/main" val="4239227893"/>
                        </a:ext>
                      </a:extLst>
                    </a:gridCol>
                    <a:gridCol w="1743799">
                      <a:extLst>
                        <a:ext uri="{9D8B030D-6E8A-4147-A177-3AD203B41FA5}">
                          <a16:colId xmlns:a16="http://schemas.microsoft.com/office/drawing/2014/main" val="2948776960"/>
                        </a:ext>
                      </a:extLst>
                    </a:gridCol>
                    <a:gridCol w="1760781">
                      <a:extLst>
                        <a:ext uri="{9D8B030D-6E8A-4147-A177-3AD203B41FA5}">
                          <a16:colId xmlns:a16="http://schemas.microsoft.com/office/drawing/2014/main" val="1900868060"/>
                        </a:ext>
                      </a:extLst>
                    </a:gridCol>
                    <a:gridCol w="1760781">
                      <a:extLst>
                        <a:ext uri="{9D8B030D-6E8A-4147-A177-3AD203B41FA5}">
                          <a16:colId xmlns:a16="http://schemas.microsoft.com/office/drawing/2014/main" val="235461274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C</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dirty="0">
                              <a:solidFill>
                                <a:schemeClr val="tx1"/>
                              </a:solidFill>
                            </a:rPr>
                            <a:t>R</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pPr algn="r"/>
                          <a:r>
                            <a:rPr lang="en-GB" dirty="0">
                              <a:solidFill>
                                <a:schemeClr val="tx1"/>
                              </a:solidFill>
                            </a:rPr>
                            <a:t>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6294" t="-108197" r="-203147" b="-2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138" t="-108197" r="-100345" b="-2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55017" t="-108197" r="-692" b="-224590"/>
                          </a:stretch>
                        </a:blipFill>
                      </a:tcPr>
                    </a:tc>
                    <a:extLst>
                      <a:ext uri="{0D108BD9-81ED-4DB2-BD59-A6C34878D82A}">
                        <a16:rowId xmlns:a16="http://schemas.microsoft.com/office/drawing/2014/main" val="1218490473"/>
                      </a:ext>
                    </a:extLst>
                  </a:tr>
                  <a:tr h="370840">
                    <a:tc>
                      <a:txBody>
                        <a:bodyPr/>
                        <a:lstStyle/>
                        <a:p>
                          <a:pPr algn="r"/>
                          <a:r>
                            <a:rPr lang="en-GB" dirty="0">
                              <a:solidFill>
                                <a:schemeClr val="tx1"/>
                              </a:solidFill>
                            </a:rPr>
                            <a:t>M</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6294" t="-208197" r="-203147"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138" t="-208197" r="-100345"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55017" t="-208197" r="-692" b="-124590"/>
                          </a:stretch>
                        </a:blipFill>
                      </a:tcPr>
                    </a:tc>
                    <a:extLst>
                      <a:ext uri="{0D108BD9-81ED-4DB2-BD59-A6C34878D82A}">
                        <a16:rowId xmlns:a16="http://schemas.microsoft.com/office/drawing/2014/main" val="1923772902"/>
                      </a:ext>
                    </a:extLst>
                  </a:tr>
                  <a:tr h="370840">
                    <a:tc>
                      <a:txBody>
                        <a:bodyPr/>
                        <a:lstStyle/>
                        <a:p>
                          <a:pPr algn="r"/>
                          <a:r>
                            <a:rPr lang="en-GB" dirty="0">
                              <a:solidFill>
                                <a:schemeClr val="tx1"/>
                              </a:solidFill>
                            </a:rPr>
                            <a:t>L</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6294" t="-308197" r="-203147"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138" t="-308197" r="-100345"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55017" t="-308197" r="-692" b="-24590"/>
                          </a:stretch>
                        </a:blipFill>
                      </a:tcPr>
                    </a:tc>
                    <a:extLst>
                      <a:ext uri="{0D108BD9-81ED-4DB2-BD59-A6C34878D82A}">
                        <a16:rowId xmlns:a16="http://schemas.microsoft.com/office/drawing/2014/main" val="2781172981"/>
                      </a:ext>
                    </a:extLst>
                  </a:tr>
                </a:tbl>
              </a:graphicData>
            </a:graphic>
          </p:graphicFrame>
        </mc:Fallback>
      </mc:AlternateContent>
      <p:sp>
        <p:nvSpPr>
          <p:cNvPr id="8" name="TextBox 7">
            <a:extLst>
              <a:ext uri="{FF2B5EF4-FFF2-40B4-BE49-F238E27FC236}">
                <a16:creationId xmlns:a16="http://schemas.microsoft.com/office/drawing/2014/main" id="{A455FF3E-1A99-ED2D-2775-843D4C369176}"/>
              </a:ext>
            </a:extLst>
          </p:cNvPr>
          <p:cNvSpPr txBox="1"/>
          <p:nvPr/>
        </p:nvSpPr>
        <p:spPr>
          <a:xfrm>
            <a:off x="5132332" y="2080486"/>
            <a:ext cx="947375" cy="369332"/>
          </a:xfrm>
          <a:prstGeom prst="rect">
            <a:avLst/>
          </a:prstGeom>
          <a:noFill/>
        </p:spPr>
        <p:txBody>
          <a:bodyPr wrap="none" rtlCol="0">
            <a:spAutoFit/>
          </a:bodyPr>
          <a:lstStyle/>
          <a:p>
            <a:r>
              <a:rPr lang="en-US" b="1" dirty="0"/>
              <a:t>Player 2</a:t>
            </a:r>
            <a:endParaRPr lang="en-GB" b="1" dirty="0"/>
          </a:p>
        </p:txBody>
      </p:sp>
      <p:sp>
        <p:nvSpPr>
          <p:cNvPr id="9" name="TextBox 8">
            <a:extLst>
              <a:ext uri="{FF2B5EF4-FFF2-40B4-BE49-F238E27FC236}">
                <a16:creationId xmlns:a16="http://schemas.microsoft.com/office/drawing/2014/main" id="{063FB51F-78A8-F3F4-A2A2-955189E3D880}"/>
              </a:ext>
            </a:extLst>
          </p:cNvPr>
          <p:cNvSpPr txBox="1"/>
          <p:nvPr/>
        </p:nvSpPr>
        <p:spPr>
          <a:xfrm>
            <a:off x="783470" y="3059668"/>
            <a:ext cx="947375" cy="369332"/>
          </a:xfrm>
          <a:prstGeom prst="rect">
            <a:avLst/>
          </a:prstGeom>
          <a:noFill/>
        </p:spPr>
        <p:txBody>
          <a:bodyPr wrap="none" rtlCol="0">
            <a:spAutoFit/>
          </a:bodyPr>
          <a:lstStyle/>
          <a:p>
            <a:r>
              <a:rPr lang="en-US" b="1" dirty="0"/>
              <a:t>Player 1</a:t>
            </a:r>
            <a:endParaRPr lang="en-GB" b="1" dirty="0"/>
          </a:p>
        </p:txBody>
      </p:sp>
    </p:spTree>
    <p:extLst>
      <p:ext uri="{BB962C8B-B14F-4D97-AF65-F5344CB8AC3E}">
        <p14:creationId xmlns:p14="http://schemas.microsoft.com/office/powerpoint/2010/main" val="787350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609E-06F3-4BC5-AAF3-53EBE98C380B}"/>
              </a:ext>
            </a:extLst>
          </p:cNvPr>
          <p:cNvSpPr>
            <a:spLocks noGrp="1"/>
          </p:cNvSpPr>
          <p:nvPr>
            <p:ph type="title"/>
          </p:nvPr>
        </p:nvSpPr>
        <p:spPr>
          <a:xfrm>
            <a:off x="1120948" y="2600338"/>
            <a:ext cx="9950103" cy="1030307"/>
          </a:xfrm>
        </p:spPr>
        <p:txBody>
          <a:bodyPr>
            <a:normAutofit/>
          </a:bodyPr>
          <a:lstStyle/>
          <a:p>
            <a:pPr algn="ctr"/>
            <a:r>
              <a:rPr lang="en-US" dirty="0"/>
              <a:t>Mixed Nash Equilibria</a:t>
            </a:r>
            <a:endParaRPr lang="en-SG" dirty="0"/>
          </a:p>
        </p:txBody>
      </p:sp>
      <p:sp>
        <p:nvSpPr>
          <p:cNvPr id="3" name="Slide Number Placeholder 2">
            <a:extLst>
              <a:ext uri="{FF2B5EF4-FFF2-40B4-BE49-F238E27FC236}">
                <a16:creationId xmlns:a16="http://schemas.microsoft.com/office/drawing/2014/main" id="{49D5595E-9D18-904D-0DA1-5C34D3D7B287}"/>
              </a:ext>
            </a:extLst>
          </p:cNvPr>
          <p:cNvSpPr>
            <a:spLocks noGrp="1"/>
          </p:cNvSpPr>
          <p:nvPr>
            <p:ph type="sldNum" sz="quarter" idx="12"/>
          </p:nvPr>
        </p:nvSpPr>
        <p:spPr/>
        <p:txBody>
          <a:bodyPr/>
          <a:lstStyle/>
          <a:p>
            <a:fld id="{104D1C85-D14C-4D1F-B1AC-077E19A989F2}" type="slidenum">
              <a:rPr lang="en-GB" smtClean="0"/>
              <a:t>6</a:t>
            </a:fld>
            <a:endParaRPr lang="en-GB"/>
          </a:p>
        </p:txBody>
      </p:sp>
    </p:spTree>
    <p:extLst>
      <p:ext uri="{BB962C8B-B14F-4D97-AF65-F5344CB8AC3E}">
        <p14:creationId xmlns:p14="http://schemas.microsoft.com/office/powerpoint/2010/main" val="2737332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7F5782-5816-DE7E-E49D-D693DD6992DE}"/>
              </a:ext>
            </a:extLst>
          </p:cNvPr>
          <p:cNvSpPr/>
          <p:nvPr/>
        </p:nvSpPr>
        <p:spPr>
          <a:xfrm>
            <a:off x="653308" y="1588403"/>
            <a:ext cx="10563931" cy="12875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35632ED-6249-4378-9241-C14C3A5BA9EB}"/>
              </a:ext>
            </a:extLst>
          </p:cNvPr>
          <p:cNvSpPr>
            <a:spLocks noGrp="1"/>
          </p:cNvSpPr>
          <p:nvPr>
            <p:ph type="title"/>
          </p:nvPr>
        </p:nvSpPr>
        <p:spPr>
          <a:xfrm>
            <a:off x="1077361" y="286028"/>
            <a:ext cx="10436615" cy="1030307"/>
          </a:xfrm>
        </p:spPr>
        <p:txBody>
          <a:bodyPr>
            <a:normAutofit/>
          </a:bodyPr>
          <a:lstStyle/>
          <a:p>
            <a:r>
              <a:rPr lang="en-US" dirty="0"/>
              <a:t>Mixed Strategy Nash Equilibrium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166362-5747-4CF8-8778-889699D343D3}"/>
                  </a:ext>
                </a:extLst>
              </p:cNvPr>
              <p:cNvSpPr>
                <a:spLocks noGrp="1"/>
              </p:cNvSpPr>
              <p:nvPr>
                <p:ph idx="1"/>
              </p:nvPr>
            </p:nvSpPr>
            <p:spPr>
              <a:xfrm>
                <a:off x="1077361" y="1814829"/>
                <a:ext cx="9950103" cy="4689210"/>
              </a:xfrm>
            </p:spPr>
            <p:txBody>
              <a:bodyPr>
                <a:normAutofit/>
              </a:bodyPr>
              <a:lstStyle/>
              <a:p>
                <a:pPr marL="0" indent="0">
                  <a:buNone/>
                </a:pPr>
                <a:r>
                  <a:rPr lang="en-US" altLang="en-US" sz="2000" dirty="0"/>
                  <a:t>A strategy profile </a:t>
                </a:r>
                <a14:m>
                  <m:oMath xmlns:m="http://schemas.openxmlformats.org/officeDocument/2006/math">
                    <m:d>
                      <m:dPr>
                        <m:ctrlPr>
                          <a:rPr lang="en-US" altLang="en-US" sz="2000" b="0" i="1" smtClean="0">
                            <a:latin typeface="Cambria Math" panose="02040503050406030204" pitchFamily="18" charset="0"/>
                          </a:rPr>
                        </m:ctrlPr>
                      </m:dPr>
                      <m:e>
                        <m:sSub>
                          <m:sSubPr>
                            <m:ctrlPr>
                              <a:rPr lang="en-US" altLang="en-US" sz="2000" b="0" i="1" smtClean="0">
                                <a:latin typeface="Cambria Math" panose="02040503050406030204" pitchFamily="18" charset="0"/>
                              </a:rPr>
                            </m:ctrlPr>
                          </m:sSubPr>
                          <m:e>
                            <m:r>
                              <a:rPr lang="en-SG" altLang="en-US" sz="2000" b="0" i="1" smtClean="0">
                                <a:latin typeface="Cambria Math" panose="02040503050406030204" pitchFamily="18" charset="0"/>
                              </a:rPr>
                              <m:t>𝜎</m:t>
                            </m:r>
                          </m:e>
                          <m:sub>
                            <m:r>
                              <a:rPr lang="en-US" altLang="en-US" sz="2000" b="0" i="1" smtClean="0">
                                <a:latin typeface="Cambria Math" panose="02040503050406030204" pitchFamily="18" charset="0"/>
                              </a:rPr>
                              <m:t>1</m:t>
                            </m:r>
                          </m:sub>
                        </m:sSub>
                        <m:r>
                          <a:rPr lang="en-US" altLang="en-US" sz="2000" b="0" i="1" smtClean="0">
                            <a:latin typeface="Cambria Math" panose="02040503050406030204" pitchFamily="18" charset="0"/>
                          </a:rPr>
                          <m:t>…</m:t>
                        </m:r>
                        <m:sSub>
                          <m:sSubPr>
                            <m:ctrlPr>
                              <a:rPr lang="en-US" altLang="en-US" sz="2000" b="0" i="1" smtClean="0">
                                <a:latin typeface="Cambria Math" panose="02040503050406030204" pitchFamily="18" charset="0"/>
                              </a:rPr>
                            </m:ctrlPr>
                          </m:sSubPr>
                          <m:e>
                            <m:r>
                              <a:rPr lang="en-SG" altLang="en-US" sz="2000" b="0" i="1" smtClean="0">
                                <a:latin typeface="Cambria Math" panose="02040503050406030204" pitchFamily="18" charset="0"/>
                              </a:rPr>
                              <m:t>𝜎</m:t>
                            </m:r>
                          </m:e>
                          <m:sub>
                            <m:r>
                              <a:rPr lang="en-US" altLang="en-US" sz="2000" b="0" i="1" smtClean="0">
                                <a:latin typeface="Cambria Math" panose="02040503050406030204" pitchFamily="18" charset="0"/>
                              </a:rPr>
                              <m:t>𝑛</m:t>
                            </m:r>
                          </m:sub>
                        </m:sSub>
                      </m:e>
                    </m:d>
                  </m:oMath>
                </a14:m>
                <a:r>
                  <a:rPr lang="en-US" altLang="en-US" sz="2000" dirty="0"/>
                  <a:t> is a </a:t>
                </a:r>
                <a:r>
                  <a:rPr lang="en-US" altLang="en-US" sz="2000" b="1" dirty="0"/>
                  <a:t>(mixed strategy) Nash equilibrium </a:t>
                </a:r>
                <a:r>
                  <a:rPr lang="en-US" altLang="en-US" sz="2000" dirty="0"/>
                  <a:t>if for each individual </a:t>
                </a:r>
                <a14:m>
                  <m:oMath xmlns:m="http://schemas.openxmlformats.org/officeDocument/2006/math">
                    <m:r>
                      <a:rPr lang="en-US" altLang="en-US" sz="2000" b="0" i="1" smtClean="0">
                        <a:latin typeface="Cambria Math" panose="02040503050406030204" pitchFamily="18" charset="0"/>
                      </a:rPr>
                      <m:t>𝑖</m:t>
                    </m:r>
                  </m:oMath>
                </a14:m>
                <a:r>
                  <a:rPr lang="en-US" altLang="en-US" sz="2000" dirty="0"/>
                  <a:t>, </a:t>
                </a:r>
                <a14:m>
                  <m:oMath xmlns:m="http://schemas.openxmlformats.org/officeDocument/2006/math">
                    <m:r>
                      <a:rPr lang="en-US" altLang="en-US" sz="2000" b="0" i="1" smtClean="0">
                        <a:latin typeface="Cambria Math" panose="02040503050406030204" pitchFamily="18" charset="0"/>
                      </a:rPr>
                      <m:t>𝑢</m:t>
                    </m:r>
                    <m:d>
                      <m:dPr>
                        <m:ctrlPr>
                          <a:rPr lang="en-US" altLang="en-US" sz="2000" b="0" i="1" smtClean="0">
                            <a:latin typeface="Cambria Math" panose="02040503050406030204" pitchFamily="18" charset="0"/>
                          </a:rPr>
                        </m:ctrlPr>
                      </m:dPr>
                      <m:e>
                        <m:sSub>
                          <m:sSubPr>
                            <m:ctrlPr>
                              <a:rPr lang="en-US" altLang="en-US" sz="2000" b="0" i="1" smtClean="0">
                                <a:latin typeface="Cambria Math" panose="02040503050406030204" pitchFamily="18" charset="0"/>
                              </a:rPr>
                            </m:ctrlPr>
                          </m:sSubPr>
                          <m:e>
                            <m:r>
                              <a:rPr lang="en-SG" altLang="en-US" sz="2000" b="0" i="1" smtClean="0">
                                <a:latin typeface="Cambria Math" panose="02040503050406030204" pitchFamily="18" charset="0"/>
                              </a:rPr>
                              <m:t>𝜎</m:t>
                            </m:r>
                          </m:e>
                          <m:sub>
                            <m:r>
                              <a:rPr lang="en-US" altLang="en-US" sz="2000" b="0" i="1" smtClean="0">
                                <a:latin typeface="Cambria Math" panose="02040503050406030204" pitchFamily="18" charset="0"/>
                              </a:rPr>
                              <m:t>𝑖</m:t>
                            </m:r>
                          </m:sub>
                        </m:sSub>
                        <m:r>
                          <a:rPr lang="en-US" altLang="en-US" sz="2000" b="0" i="1" smtClean="0">
                            <a:latin typeface="Cambria Math" panose="02040503050406030204" pitchFamily="18" charset="0"/>
                          </a:rPr>
                          <m:t>,</m:t>
                        </m:r>
                        <m:sSub>
                          <m:sSubPr>
                            <m:ctrlPr>
                              <a:rPr lang="en-US" altLang="en-US" sz="2000" b="0" i="1" smtClean="0">
                                <a:latin typeface="Cambria Math" panose="02040503050406030204" pitchFamily="18" charset="0"/>
                              </a:rPr>
                            </m:ctrlPr>
                          </m:sSubPr>
                          <m:e>
                            <m:r>
                              <a:rPr lang="en-SG" altLang="en-US" sz="2000" b="0" i="1" smtClean="0">
                                <a:latin typeface="Cambria Math" panose="02040503050406030204" pitchFamily="18" charset="0"/>
                              </a:rPr>
                              <m:t>𝜎</m:t>
                            </m:r>
                          </m:e>
                          <m:sub>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𝑖</m:t>
                            </m:r>
                          </m:sub>
                        </m:sSub>
                      </m:e>
                    </m:d>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𝑢</m:t>
                    </m:r>
                    <m:d>
                      <m:dPr>
                        <m:ctrlPr>
                          <a:rPr lang="en-US" altLang="en-US" sz="2000" b="0" i="1" smtClean="0">
                            <a:latin typeface="Cambria Math" panose="02040503050406030204" pitchFamily="18" charset="0"/>
                          </a:rPr>
                        </m:ctrlPr>
                      </m:dPr>
                      <m:e>
                        <m:sSubSup>
                          <m:sSubSupPr>
                            <m:ctrlPr>
                              <a:rPr lang="en-US" altLang="en-US" sz="2000" b="0" i="1" smtClean="0">
                                <a:latin typeface="Cambria Math" panose="02040503050406030204" pitchFamily="18" charset="0"/>
                              </a:rPr>
                            </m:ctrlPr>
                          </m:sSubSupPr>
                          <m:e>
                            <m:r>
                              <a:rPr lang="en-SG" altLang="en-US" sz="2000" b="0" i="1" smtClean="0">
                                <a:latin typeface="Cambria Math" panose="02040503050406030204" pitchFamily="18" charset="0"/>
                              </a:rPr>
                              <m:t>𝜎</m:t>
                            </m:r>
                          </m:e>
                          <m:sub>
                            <m:r>
                              <a:rPr lang="en-US" altLang="en-US" sz="2000" b="0" i="1" smtClean="0">
                                <a:latin typeface="Cambria Math" panose="02040503050406030204" pitchFamily="18" charset="0"/>
                              </a:rPr>
                              <m:t>𝑖</m:t>
                            </m:r>
                          </m:sub>
                          <m:sup>
                            <m:r>
                              <a:rPr lang="en-US" altLang="en-US" sz="2000" b="0" i="1" smtClean="0">
                                <a:latin typeface="Cambria Math" panose="02040503050406030204" pitchFamily="18" charset="0"/>
                              </a:rPr>
                              <m:t>′</m:t>
                            </m:r>
                          </m:sup>
                        </m:sSubSup>
                        <m:r>
                          <a:rPr lang="en-US" altLang="en-US" sz="2000" b="0" i="1" smtClean="0">
                            <a:latin typeface="Cambria Math" panose="02040503050406030204" pitchFamily="18" charset="0"/>
                          </a:rPr>
                          <m:t>,</m:t>
                        </m:r>
                        <m:sSub>
                          <m:sSubPr>
                            <m:ctrlPr>
                              <a:rPr lang="en-US" altLang="en-US" sz="2000" b="0" i="1" smtClean="0">
                                <a:latin typeface="Cambria Math" panose="02040503050406030204" pitchFamily="18" charset="0"/>
                              </a:rPr>
                            </m:ctrlPr>
                          </m:sSubPr>
                          <m:e>
                            <m:r>
                              <a:rPr lang="en-SG" altLang="en-US" sz="2000" b="0" i="1" smtClean="0">
                                <a:latin typeface="Cambria Math" panose="02040503050406030204" pitchFamily="18" charset="0"/>
                              </a:rPr>
                              <m:t>𝜎</m:t>
                            </m:r>
                          </m:e>
                          <m:sub>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𝑖</m:t>
                            </m:r>
                          </m:sub>
                        </m:sSub>
                      </m:e>
                    </m:d>
                    <m:r>
                      <a:rPr lang="en-US" altLang="en-US" sz="2000" b="0" i="1" smtClean="0">
                        <a:latin typeface="Cambria Math" panose="02040503050406030204" pitchFamily="18" charset="0"/>
                      </a:rPr>
                      <m:t> </m:t>
                    </m:r>
                  </m:oMath>
                </a14:m>
                <a:r>
                  <a:rPr lang="en-US" altLang="en-US" sz="2000" dirty="0"/>
                  <a:t>for any </a:t>
                </a:r>
                <a14:m>
                  <m:oMath xmlns:m="http://schemas.openxmlformats.org/officeDocument/2006/math">
                    <m:sSub>
                      <m:sSubPr>
                        <m:ctrlPr>
                          <a:rPr lang="en-US" altLang="en-US" sz="2000" b="0" i="1" smtClean="0">
                            <a:latin typeface="Cambria Math" panose="02040503050406030204" pitchFamily="18" charset="0"/>
                          </a:rPr>
                        </m:ctrlPr>
                      </m:sSubPr>
                      <m:e>
                        <m:r>
                          <a:rPr lang="en-SG" altLang="en-US" sz="2000" b="0" i="1" smtClean="0">
                            <a:latin typeface="Cambria Math" panose="02040503050406030204" pitchFamily="18" charset="0"/>
                          </a:rPr>
                          <m:t>𝜎</m:t>
                        </m:r>
                      </m:e>
                      <m:sub>
                        <m:r>
                          <a:rPr lang="en-US" altLang="en-US" sz="2000" b="0" i="1" smtClean="0">
                            <a:latin typeface="Cambria Math" panose="02040503050406030204" pitchFamily="18" charset="0"/>
                          </a:rPr>
                          <m:t>𝑖</m:t>
                        </m:r>
                      </m:sub>
                    </m:sSub>
                    <m:r>
                      <a:rPr lang="en-US" altLang="en-US" sz="2000" b="0" i="1" smtClean="0">
                        <a:latin typeface="Cambria Math" panose="02040503050406030204" pitchFamily="18" charset="0"/>
                      </a:rPr>
                      <m:t>′∈</m:t>
                    </m:r>
                    <m:sSub>
                      <m:sSubPr>
                        <m:ctrlPr>
                          <a:rPr lang="en-US" altLang="en-US" sz="2000" b="0" i="1" smtClean="0">
                            <a:latin typeface="Cambria Math" panose="02040503050406030204" pitchFamily="18" charset="0"/>
                          </a:rPr>
                        </m:ctrlPr>
                      </m:sSubPr>
                      <m:e>
                        <m:r>
                          <m:rPr>
                            <m:sty m:val="p"/>
                          </m:rPr>
                          <a:rPr lang="en-SG" altLang="en-US" sz="2000" b="0" i="0" smtClean="0">
                            <a:latin typeface="Cambria Math" panose="02040503050406030204" pitchFamily="18" charset="0"/>
                          </a:rPr>
                          <m:t>Δ</m:t>
                        </m:r>
                        <m:r>
                          <a:rPr lang="en-US" altLang="en-US" sz="2000" b="0" i="1" smtClean="0">
                            <a:latin typeface="Cambria Math" panose="02040503050406030204" pitchFamily="18" charset="0"/>
                          </a:rPr>
                          <m:t>𝑆</m:t>
                        </m:r>
                      </m:e>
                      <m:sub>
                        <m:r>
                          <a:rPr lang="en-US" altLang="en-US" sz="2000" b="0" i="1" smtClean="0">
                            <a:latin typeface="Cambria Math" panose="02040503050406030204" pitchFamily="18" charset="0"/>
                          </a:rPr>
                          <m:t>𝑖</m:t>
                        </m:r>
                      </m:sub>
                    </m:sSub>
                    <m:r>
                      <a:rPr lang="en-US" altLang="en-US" sz="2000" b="0" i="1" smtClean="0">
                        <a:latin typeface="Cambria Math" panose="02040503050406030204" pitchFamily="18" charset="0"/>
                      </a:rPr>
                      <m:t> </m:t>
                    </m:r>
                  </m:oMath>
                </a14:m>
                <a:r>
                  <a:rPr lang="en-US" altLang="en-US" sz="2000" dirty="0"/>
                  <a:t>.</a:t>
                </a:r>
              </a:p>
              <a:p>
                <a:pPr lvl="1"/>
                <a:endParaRPr lang="en-US" sz="2400" dirty="0"/>
              </a:p>
              <a:p>
                <a:endParaRPr lang="en-US" sz="2000" dirty="0"/>
              </a:p>
              <a:p>
                <a:r>
                  <a:rPr lang="en-US" sz="2000" dirty="0"/>
                  <a:t>In this updated definition, all we have done is replace pure strategies </a:t>
                </a:r>
                <a14:m>
                  <m:oMath xmlns:m="http://schemas.openxmlformats.org/officeDocument/2006/math">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𝑠</m:t>
                        </m:r>
                      </m:e>
                      <m:sub>
                        <m:r>
                          <a:rPr lang="en-SG" sz="2000" b="0" i="1" smtClean="0">
                            <a:latin typeface="Cambria Math" panose="02040503050406030204" pitchFamily="18" charset="0"/>
                          </a:rPr>
                          <m:t>𝑖</m:t>
                        </m:r>
                      </m:sub>
                    </m:sSub>
                  </m:oMath>
                </a14:m>
                <a:r>
                  <a:rPr lang="en-US" sz="2000" dirty="0"/>
                  <a:t> with mixed strategies </a:t>
                </a:r>
                <a14:m>
                  <m:oMath xmlns:m="http://schemas.openxmlformats.org/officeDocument/2006/math">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𝜎</m:t>
                        </m:r>
                      </m:e>
                      <m:sub>
                        <m:r>
                          <a:rPr lang="en-SG" sz="2000" b="0" i="1" smtClean="0">
                            <a:latin typeface="Cambria Math" panose="02040503050406030204" pitchFamily="18" charset="0"/>
                          </a:rPr>
                          <m:t>𝑖</m:t>
                        </m:r>
                      </m:sub>
                    </m:sSub>
                  </m:oMath>
                </a14:m>
                <a:r>
                  <a:rPr lang="en-US" sz="2000" dirty="0"/>
                  <a:t>.</a:t>
                </a:r>
              </a:p>
              <a:p>
                <a:endParaRPr lang="en-US" sz="2000" dirty="0"/>
              </a:p>
              <a:p>
                <a:r>
                  <a:rPr lang="en-US" sz="2000" dirty="0"/>
                  <a:t>(Mixed strategy) Nash Equilibria can be solved for in a similar manner: </a:t>
                </a:r>
                <a:br>
                  <a:rPr lang="en-US" sz="2000" dirty="0"/>
                </a:br>
                <a:r>
                  <a:rPr lang="en-US" sz="2000" b="1" dirty="0"/>
                  <a:t>By getting the best response correspondences!</a:t>
                </a:r>
              </a:p>
              <a:p>
                <a:endParaRPr lang="en-US" sz="2000" dirty="0"/>
              </a:p>
              <a:p>
                <a:pPr marL="0" indent="0">
                  <a:buNone/>
                </a:pPr>
                <a:r>
                  <a:rPr lang="en-US" sz="2000" b="1" dirty="0">
                    <a:solidFill>
                      <a:srgbClr val="FF0000"/>
                    </a:solidFill>
                  </a:rPr>
                  <a:t>(!!) </a:t>
                </a:r>
                <a:r>
                  <a:rPr lang="en-US" sz="2000" b="1" i="1" dirty="0">
                    <a:solidFill>
                      <a:srgbClr val="FF0000"/>
                    </a:solidFill>
                  </a:rPr>
                  <a:t>The term “Nash Equilibria” will now be used to refer to those involving </a:t>
                </a:r>
                <a:r>
                  <a:rPr lang="en-US" sz="2000" b="1" i="1" u="sng" dirty="0">
                    <a:solidFill>
                      <a:srgbClr val="FF0000"/>
                    </a:solidFill>
                  </a:rPr>
                  <a:t>both</a:t>
                </a:r>
                <a:r>
                  <a:rPr lang="en-US" sz="2000" b="1" i="1" dirty="0">
                    <a:solidFill>
                      <a:srgbClr val="FF0000"/>
                    </a:solidFill>
                  </a:rPr>
                  <a:t> degenerate and/or non-degenerate mixed strategies.</a:t>
                </a:r>
              </a:p>
              <a:p>
                <a:pPr lvl="1"/>
                <a:endParaRPr lang="en-US" dirty="0"/>
              </a:p>
            </p:txBody>
          </p:sp>
        </mc:Choice>
        <mc:Fallback xmlns="">
          <p:sp>
            <p:nvSpPr>
              <p:cNvPr id="3" name="Content Placeholder 2">
                <a:extLst>
                  <a:ext uri="{FF2B5EF4-FFF2-40B4-BE49-F238E27FC236}">
                    <a16:creationId xmlns:a16="http://schemas.microsoft.com/office/drawing/2014/main" id="{F6166362-5747-4CF8-8778-889699D343D3}"/>
                  </a:ext>
                </a:extLst>
              </p:cNvPr>
              <p:cNvSpPr>
                <a:spLocks noGrp="1" noRot="1" noChangeAspect="1" noMove="1" noResize="1" noEditPoints="1" noAdjustHandles="1" noChangeArrowheads="1" noChangeShapeType="1" noTextEdit="1"/>
              </p:cNvSpPr>
              <p:nvPr>
                <p:ph idx="1"/>
              </p:nvPr>
            </p:nvSpPr>
            <p:spPr>
              <a:xfrm>
                <a:off x="1077361" y="1814829"/>
                <a:ext cx="9950103" cy="4689210"/>
              </a:xfrm>
              <a:blipFill>
                <a:blip r:embed="rId3"/>
                <a:stretch>
                  <a:fillRect l="-674" t="-1430"/>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50D464BF-446B-1BD4-6D41-4A8E78D9BD61}"/>
              </a:ext>
            </a:extLst>
          </p:cNvPr>
          <p:cNvSpPr>
            <a:spLocks noGrp="1"/>
          </p:cNvSpPr>
          <p:nvPr>
            <p:ph type="sldNum" sz="quarter" idx="12"/>
          </p:nvPr>
        </p:nvSpPr>
        <p:spPr/>
        <p:txBody>
          <a:bodyPr/>
          <a:lstStyle/>
          <a:p>
            <a:fld id="{104D1C85-D14C-4D1F-B1AC-077E19A989F2}" type="slidenum">
              <a:rPr lang="en-GB" smtClean="0"/>
              <a:t>7</a:t>
            </a:fld>
            <a:endParaRPr lang="en-GB"/>
          </a:p>
        </p:txBody>
      </p:sp>
    </p:spTree>
    <p:extLst>
      <p:ext uri="{BB962C8B-B14F-4D97-AF65-F5344CB8AC3E}">
        <p14:creationId xmlns:p14="http://schemas.microsoft.com/office/powerpoint/2010/main" val="402276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Matching Pennies Again</a:t>
            </a:r>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DA40652C-BEB4-409C-ADC7-1712AFE15E86}"/>
                  </a:ext>
                </a:extLst>
              </p:cNvPr>
              <p:cNvGraphicFramePr>
                <a:graphicFrameLocks noGrp="1"/>
              </p:cNvGraphicFramePr>
              <p:nvPr>
                <p:extLst>
                  <p:ext uri="{D42A27DB-BD31-4B8C-83A1-F6EECF244321}">
                    <p14:modId xmlns:p14="http://schemas.microsoft.com/office/powerpoint/2010/main" val="3411733349"/>
                  </p:ext>
                </p:extLst>
              </p:nvPr>
            </p:nvGraphicFramePr>
            <p:xfrm>
              <a:off x="1576360" y="2220822"/>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Heads</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Tails</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pPr algn="r"/>
                          <a:r>
                            <a:rPr lang="en-US" dirty="0">
                              <a:solidFill>
                                <a:schemeClr val="tx1"/>
                              </a:solidFill>
                            </a:rPr>
                            <a:t>Heads</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pPr algn="r"/>
                          <a:r>
                            <a:rPr lang="en-US" dirty="0">
                              <a:solidFill>
                                <a:schemeClr val="tx1"/>
                              </a:solidFill>
                            </a:rPr>
                            <a:t>Tails</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DA40652C-BEB4-409C-ADC7-1712AFE15E86}"/>
                  </a:ext>
                </a:extLst>
              </p:cNvPr>
              <p:cNvGraphicFramePr>
                <a:graphicFrameLocks noGrp="1"/>
              </p:cNvGraphicFramePr>
              <p:nvPr>
                <p:extLst>
                  <p:ext uri="{D42A27DB-BD31-4B8C-83A1-F6EECF244321}">
                    <p14:modId xmlns:p14="http://schemas.microsoft.com/office/powerpoint/2010/main" val="3411733349"/>
                  </p:ext>
                </p:extLst>
              </p:nvPr>
            </p:nvGraphicFramePr>
            <p:xfrm>
              <a:off x="1576360" y="2220822"/>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Heads</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Tails</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pPr algn="r"/>
                          <a:r>
                            <a:rPr lang="en-US" dirty="0">
                              <a:solidFill>
                                <a:schemeClr val="tx1"/>
                              </a:solidFill>
                            </a:rPr>
                            <a:t>Heads</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8197" r="-101504"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108197" r="-496" b="-124590"/>
                          </a:stretch>
                        </a:blipFill>
                      </a:tcPr>
                    </a:tc>
                    <a:extLst>
                      <a:ext uri="{0D108BD9-81ED-4DB2-BD59-A6C34878D82A}">
                        <a16:rowId xmlns:a16="http://schemas.microsoft.com/office/drawing/2014/main" val="1923772902"/>
                      </a:ext>
                    </a:extLst>
                  </a:tr>
                  <a:tr h="370840">
                    <a:tc>
                      <a:txBody>
                        <a:bodyPr/>
                        <a:lstStyle/>
                        <a:p>
                          <a:pPr algn="r"/>
                          <a:r>
                            <a:rPr lang="en-US" dirty="0">
                              <a:solidFill>
                                <a:schemeClr val="tx1"/>
                              </a:solidFill>
                            </a:rPr>
                            <a:t>Tails</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8197" r="-101504"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208197" r="-496" b="-24590"/>
                          </a:stretch>
                        </a:blipFill>
                      </a:tcPr>
                    </a:tc>
                    <a:extLst>
                      <a:ext uri="{0D108BD9-81ED-4DB2-BD59-A6C34878D82A}">
                        <a16:rowId xmlns:a16="http://schemas.microsoft.com/office/drawing/2014/main" val="2781172981"/>
                      </a:ext>
                    </a:extLst>
                  </a:tr>
                </a:tbl>
              </a:graphicData>
            </a:graphic>
          </p:graphicFrame>
        </mc:Fallback>
      </mc:AlternateContent>
      <p:sp>
        <p:nvSpPr>
          <p:cNvPr id="6" name="TextBox 5">
            <a:extLst>
              <a:ext uri="{FF2B5EF4-FFF2-40B4-BE49-F238E27FC236}">
                <a16:creationId xmlns:a16="http://schemas.microsoft.com/office/drawing/2014/main" id="{D0516181-8B46-4841-B808-5B9BA02E2EEE}"/>
              </a:ext>
            </a:extLst>
          </p:cNvPr>
          <p:cNvSpPr txBox="1"/>
          <p:nvPr/>
        </p:nvSpPr>
        <p:spPr>
          <a:xfrm>
            <a:off x="4838544" y="1832319"/>
            <a:ext cx="947375" cy="369332"/>
          </a:xfrm>
          <a:prstGeom prst="rect">
            <a:avLst/>
          </a:prstGeom>
          <a:noFill/>
        </p:spPr>
        <p:txBody>
          <a:bodyPr wrap="none" rtlCol="0">
            <a:spAutoFit/>
          </a:bodyPr>
          <a:lstStyle/>
          <a:p>
            <a:r>
              <a:rPr lang="en-US" b="1" dirty="0"/>
              <a:t>Player 2</a:t>
            </a:r>
            <a:endParaRPr lang="en-GB" b="1" dirty="0"/>
          </a:p>
        </p:txBody>
      </p:sp>
      <p:sp>
        <p:nvSpPr>
          <p:cNvPr id="8" name="TextBox 7">
            <a:extLst>
              <a:ext uri="{FF2B5EF4-FFF2-40B4-BE49-F238E27FC236}">
                <a16:creationId xmlns:a16="http://schemas.microsoft.com/office/drawing/2014/main" id="{738665AD-01F8-4D91-8A63-69C4654AE255}"/>
              </a:ext>
            </a:extLst>
          </p:cNvPr>
          <p:cNvSpPr txBox="1"/>
          <p:nvPr/>
        </p:nvSpPr>
        <p:spPr>
          <a:xfrm>
            <a:off x="1138611" y="2777082"/>
            <a:ext cx="947375" cy="369332"/>
          </a:xfrm>
          <a:prstGeom prst="rect">
            <a:avLst/>
          </a:prstGeom>
          <a:noFill/>
        </p:spPr>
        <p:txBody>
          <a:bodyPr wrap="none" rtlCol="0">
            <a:spAutoFit/>
          </a:bodyPr>
          <a:lstStyle/>
          <a:p>
            <a:r>
              <a:rPr lang="en-US" b="1" dirty="0"/>
              <a:t>Player 1</a:t>
            </a:r>
            <a:endParaRPr lang="en-GB" b="1" dirty="0"/>
          </a:p>
        </p:txBody>
      </p:sp>
      <p:sp>
        <p:nvSpPr>
          <p:cNvPr id="7" name="Rectangle 3">
            <a:extLst>
              <a:ext uri="{FF2B5EF4-FFF2-40B4-BE49-F238E27FC236}">
                <a16:creationId xmlns:a16="http://schemas.microsoft.com/office/drawing/2014/main" id="{5E9DF522-5AD3-4366-84EF-AA804EBD70FB}"/>
              </a:ext>
            </a:extLst>
          </p:cNvPr>
          <p:cNvSpPr txBox="1">
            <a:spLocks noChangeArrowheads="1"/>
          </p:cNvSpPr>
          <p:nvPr/>
        </p:nvSpPr>
        <p:spPr>
          <a:xfrm>
            <a:off x="1138611" y="3959341"/>
            <a:ext cx="10096984" cy="239700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endParaRPr lang="en-US" altLang="en-US" sz="1800" dirty="0"/>
          </a:p>
          <a:p>
            <a:pPr>
              <a:spcBef>
                <a:spcPts val="600"/>
              </a:spcBef>
            </a:pPr>
            <a:r>
              <a:rPr lang="en-US" altLang="en-US" sz="2000" dirty="0"/>
              <a:t>Allowing for mixed strategies, there is a NE in the matching pennies game. </a:t>
            </a:r>
          </a:p>
          <a:p>
            <a:pPr>
              <a:spcBef>
                <a:spcPts val="600"/>
              </a:spcBef>
            </a:pPr>
            <a:endParaRPr lang="en-US" altLang="en-US" sz="2000" b="1" dirty="0"/>
          </a:p>
          <a:p>
            <a:pPr>
              <a:spcBef>
                <a:spcPts val="600"/>
              </a:spcBef>
            </a:pPr>
            <a:r>
              <a:rPr lang="en-US" altLang="en-US" sz="2000" dirty="0"/>
              <a:t>Non-degenerate mixed strategy NE where each of Player 1 and 2 chooses Heads and Tails with probability ½.</a:t>
            </a:r>
          </a:p>
          <a:p>
            <a:pPr>
              <a:spcBef>
                <a:spcPts val="600"/>
              </a:spcBef>
            </a:pPr>
            <a:endParaRPr lang="en-US" altLang="en-US" sz="1800" dirty="0"/>
          </a:p>
          <a:p>
            <a:pPr>
              <a:spcBef>
                <a:spcPts val="600"/>
              </a:spcBef>
            </a:pPr>
            <a:endParaRPr lang="en-US" altLang="en-US" sz="1800" dirty="0"/>
          </a:p>
          <a:p>
            <a:pPr>
              <a:spcBef>
                <a:spcPts val="600"/>
              </a:spcBef>
            </a:pPr>
            <a:endParaRPr lang="en-US" altLang="en-US" sz="2400" dirty="0"/>
          </a:p>
          <a:p>
            <a:pPr lvl="2">
              <a:spcBef>
                <a:spcPts val="600"/>
              </a:spcBef>
            </a:pPr>
            <a:endParaRPr lang="en-US" altLang="en-US" sz="1800" dirty="0"/>
          </a:p>
          <a:p>
            <a:pPr lvl="1">
              <a:spcBef>
                <a:spcPts val="600"/>
              </a:spcBef>
            </a:pPr>
            <a:endParaRPr lang="en-US" altLang="en-US" sz="2000" dirty="0"/>
          </a:p>
          <a:p>
            <a:pPr>
              <a:spcBef>
                <a:spcPts val="600"/>
              </a:spcBef>
            </a:pPr>
            <a:endParaRPr lang="en-US" altLang="en-US" sz="2400" dirty="0"/>
          </a:p>
          <a:p>
            <a:pPr>
              <a:spcBef>
                <a:spcPts val="600"/>
              </a:spcBef>
            </a:pPr>
            <a:endParaRPr lang="en-US" altLang="en-US" sz="2400" dirty="0"/>
          </a:p>
          <a:p>
            <a:pPr lvl="1">
              <a:spcBef>
                <a:spcPts val="600"/>
              </a:spcBef>
            </a:pPr>
            <a:endParaRPr lang="en-US" altLang="en-US" sz="2000" dirty="0"/>
          </a:p>
          <a:p>
            <a:pPr lvl="2">
              <a:spcBef>
                <a:spcPts val="600"/>
              </a:spcBef>
            </a:pPr>
            <a:endParaRPr lang="en-US" altLang="en-US" sz="1800" dirty="0"/>
          </a:p>
        </p:txBody>
      </p:sp>
      <p:sp>
        <p:nvSpPr>
          <p:cNvPr id="4" name="Slide Number Placeholder 3">
            <a:extLst>
              <a:ext uri="{FF2B5EF4-FFF2-40B4-BE49-F238E27FC236}">
                <a16:creationId xmlns:a16="http://schemas.microsoft.com/office/drawing/2014/main" id="{0C9F81E2-DD9E-4A75-802E-3E188813ACF7}"/>
              </a:ext>
            </a:extLst>
          </p:cNvPr>
          <p:cNvSpPr>
            <a:spLocks noGrp="1"/>
          </p:cNvSpPr>
          <p:nvPr>
            <p:ph type="sldNum" sz="quarter" idx="12"/>
          </p:nvPr>
        </p:nvSpPr>
        <p:spPr/>
        <p:txBody>
          <a:bodyPr/>
          <a:lstStyle/>
          <a:p>
            <a:fld id="{104D1C85-D14C-4D1F-B1AC-077E19A989F2}" type="slidenum">
              <a:rPr lang="en-GB" smtClean="0"/>
              <a:t>8</a:t>
            </a:fld>
            <a:endParaRPr lang="en-GB"/>
          </a:p>
        </p:txBody>
      </p:sp>
      <p:pic>
        <p:nvPicPr>
          <p:cNvPr id="2" name="Picture 2" descr="1 Cent (ribbon downwards) - Singapore – Numista">
            <a:extLst>
              <a:ext uri="{FF2B5EF4-FFF2-40B4-BE49-F238E27FC236}">
                <a16:creationId xmlns:a16="http://schemas.microsoft.com/office/drawing/2014/main" id="{FC60AA0E-C33B-D9E6-42DD-C2BEC558EB1F}"/>
              </a:ext>
            </a:extLst>
          </p:cNvPr>
          <p:cNvPicPr>
            <a:picLocks noChangeAspect="1" noChangeArrowheads="1"/>
          </p:cNvPicPr>
          <p:nvPr/>
        </p:nvPicPr>
        <p:blipFill>
          <a:blip r:embed="rId4">
            <a:alphaModFix amt="62000"/>
            <a:extLst>
              <a:ext uri="{28A0092B-C50C-407E-A947-70E740481C1C}">
                <a14:useLocalDpi xmlns:a14="http://schemas.microsoft.com/office/drawing/2010/main" val="0"/>
              </a:ext>
            </a:extLst>
          </a:blip>
          <a:srcRect/>
          <a:stretch>
            <a:fillRect/>
          </a:stretch>
        </p:blipFill>
        <p:spPr bwMode="auto">
          <a:xfrm rot="2026814">
            <a:off x="8516581" y="1344397"/>
            <a:ext cx="2690352" cy="1345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258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Solving for all NE</a:t>
            </a:r>
          </a:p>
        </p:txBody>
      </p:sp>
      <mc:AlternateContent xmlns:mc="http://schemas.openxmlformats.org/markup-compatibility/2006" xmlns:a14="http://schemas.microsoft.com/office/drawing/2010/main">
        <mc:Choice Requires="a14">
          <p:graphicFrame>
            <p:nvGraphicFramePr>
              <p:cNvPr id="7" name="Table 5">
                <a:extLst>
                  <a:ext uri="{FF2B5EF4-FFF2-40B4-BE49-F238E27FC236}">
                    <a16:creationId xmlns:a16="http://schemas.microsoft.com/office/drawing/2014/main" id="{64792CDB-1C60-4734-9123-DC99F294108A}"/>
                  </a:ext>
                </a:extLst>
              </p:cNvPr>
              <p:cNvGraphicFramePr>
                <a:graphicFrameLocks noGrp="1"/>
              </p:cNvGraphicFramePr>
              <p:nvPr>
                <p:extLst>
                  <p:ext uri="{D42A27DB-BD31-4B8C-83A1-F6EECF244321}">
                    <p14:modId xmlns:p14="http://schemas.microsoft.com/office/powerpoint/2010/main" val="2640931416"/>
                  </p:ext>
                </p:extLst>
              </p:nvPr>
            </p:nvGraphicFramePr>
            <p:xfrm>
              <a:off x="2851592" y="4133348"/>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Football</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Opera</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Football</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10,  5</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0,  0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tx1"/>
                              </a:solidFill>
                            </a:rPr>
                            <a:t>Opera</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0,  0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5,  10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7" name="Table 5">
                <a:extLst>
                  <a:ext uri="{FF2B5EF4-FFF2-40B4-BE49-F238E27FC236}">
                    <a16:creationId xmlns:a16="http://schemas.microsoft.com/office/drawing/2014/main" id="{64792CDB-1C60-4734-9123-DC99F294108A}"/>
                  </a:ext>
                </a:extLst>
              </p:cNvPr>
              <p:cNvGraphicFramePr>
                <a:graphicFrameLocks noGrp="1"/>
              </p:cNvGraphicFramePr>
              <p:nvPr>
                <p:extLst>
                  <p:ext uri="{D42A27DB-BD31-4B8C-83A1-F6EECF244321}">
                    <p14:modId xmlns:p14="http://schemas.microsoft.com/office/powerpoint/2010/main" val="2640931416"/>
                  </p:ext>
                </p:extLst>
              </p:nvPr>
            </p:nvGraphicFramePr>
            <p:xfrm>
              <a:off x="2851592" y="4133348"/>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Football</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Opera</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Football</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8197" r="-101504"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108197" r="-496" b="-124590"/>
                          </a:stretch>
                        </a:blipFill>
                      </a:tcPr>
                    </a:tc>
                    <a:extLst>
                      <a:ext uri="{0D108BD9-81ED-4DB2-BD59-A6C34878D82A}">
                        <a16:rowId xmlns:a16="http://schemas.microsoft.com/office/drawing/2014/main" val="1923772902"/>
                      </a:ext>
                    </a:extLst>
                  </a:tr>
                  <a:tr h="370840">
                    <a:tc>
                      <a:txBody>
                        <a:bodyPr/>
                        <a:lstStyle/>
                        <a:p>
                          <a:r>
                            <a:rPr lang="en-US" dirty="0">
                              <a:solidFill>
                                <a:schemeClr val="tx1"/>
                              </a:solidFill>
                            </a:rPr>
                            <a:t>Opera</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8197" r="-101504"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91" t="-208197" r="-496" b="-24590"/>
                          </a:stretch>
                        </a:blipFill>
                      </a:tcPr>
                    </a:tc>
                    <a:extLst>
                      <a:ext uri="{0D108BD9-81ED-4DB2-BD59-A6C34878D82A}">
                        <a16:rowId xmlns:a16="http://schemas.microsoft.com/office/drawing/2014/main" val="2781172981"/>
                      </a:ext>
                    </a:extLst>
                  </a:tr>
                </a:tbl>
              </a:graphicData>
            </a:graphic>
          </p:graphicFrame>
        </mc:Fallback>
      </mc:AlternateContent>
      <p:sp>
        <p:nvSpPr>
          <p:cNvPr id="11" name="TextBox 10">
            <a:extLst>
              <a:ext uri="{FF2B5EF4-FFF2-40B4-BE49-F238E27FC236}">
                <a16:creationId xmlns:a16="http://schemas.microsoft.com/office/drawing/2014/main" id="{52907A23-CBAB-454C-87BD-5DD67641842F}"/>
              </a:ext>
            </a:extLst>
          </p:cNvPr>
          <p:cNvSpPr txBox="1"/>
          <p:nvPr/>
        </p:nvSpPr>
        <p:spPr>
          <a:xfrm>
            <a:off x="6275414" y="3700731"/>
            <a:ext cx="635880" cy="369332"/>
          </a:xfrm>
          <a:prstGeom prst="rect">
            <a:avLst/>
          </a:prstGeom>
          <a:noFill/>
        </p:spPr>
        <p:txBody>
          <a:bodyPr wrap="none" rtlCol="0">
            <a:spAutoFit/>
          </a:bodyPr>
          <a:lstStyle/>
          <a:p>
            <a:r>
              <a:rPr lang="en-US" b="1" dirty="0"/>
              <a:t>Wife</a:t>
            </a:r>
            <a:endParaRPr lang="en-GB" b="1" dirty="0"/>
          </a:p>
        </p:txBody>
      </p:sp>
      <p:sp>
        <p:nvSpPr>
          <p:cNvPr id="13" name="TextBox 12">
            <a:extLst>
              <a:ext uri="{FF2B5EF4-FFF2-40B4-BE49-F238E27FC236}">
                <a16:creationId xmlns:a16="http://schemas.microsoft.com/office/drawing/2014/main" id="{91F7B039-237D-452A-98FD-FF175000A726}"/>
              </a:ext>
            </a:extLst>
          </p:cNvPr>
          <p:cNvSpPr txBox="1"/>
          <p:nvPr/>
        </p:nvSpPr>
        <p:spPr>
          <a:xfrm>
            <a:off x="1811426" y="4706980"/>
            <a:ext cx="1029449" cy="369332"/>
          </a:xfrm>
          <a:prstGeom prst="rect">
            <a:avLst/>
          </a:prstGeom>
          <a:noFill/>
        </p:spPr>
        <p:txBody>
          <a:bodyPr wrap="none" rtlCol="0">
            <a:spAutoFit/>
          </a:bodyPr>
          <a:lstStyle/>
          <a:p>
            <a:r>
              <a:rPr lang="en-US" b="1" dirty="0"/>
              <a:t>Husband</a:t>
            </a:r>
            <a:endParaRPr lang="en-GB" b="1" dirty="0"/>
          </a:p>
        </p:txBody>
      </p:sp>
      <p:sp>
        <p:nvSpPr>
          <p:cNvPr id="15" name="Rectangle 3">
            <a:extLst>
              <a:ext uri="{FF2B5EF4-FFF2-40B4-BE49-F238E27FC236}">
                <a16:creationId xmlns:a16="http://schemas.microsoft.com/office/drawing/2014/main" id="{77203F6D-9768-445A-B0A9-4CC7257468DE}"/>
              </a:ext>
            </a:extLst>
          </p:cNvPr>
          <p:cNvSpPr txBox="1">
            <a:spLocks noChangeArrowheads="1"/>
          </p:cNvSpPr>
          <p:nvPr/>
        </p:nvSpPr>
        <p:spPr>
          <a:xfrm>
            <a:off x="838199" y="1723991"/>
            <a:ext cx="10333703" cy="47554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altLang="en-US" sz="2000" dirty="0"/>
              <a:t>Now, we will see how to solve for all NE in two player games with two actions.</a:t>
            </a:r>
          </a:p>
          <a:p>
            <a:pPr lvl="1">
              <a:spcBef>
                <a:spcPts val="600"/>
              </a:spcBef>
            </a:pPr>
            <a:r>
              <a:rPr lang="en-US" altLang="en-US" sz="1800" dirty="0"/>
              <a:t>We assume that players </a:t>
            </a:r>
            <a:r>
              <a:rPr lang="en-US" altLang="en-US" sz="1800" dirty="0" err="1"/>
              <a:t>maximise</a:t>
            </a:r>
            <a:r>
              <a:rPr lang="en-US" altLang="en-US" sz="1800" dirty="0"/>
              <a:t> </a:t>
            </a:r>
            <a:r>
              <a:rPr lang="en-US" altLang="en-US" sz="1800" b="1" dirty="0"/>
              <a:t>expected payoffs/utility.</a:t>
            </a:r>
          </a:p>
          <a:p>
            <a:pPr>
              <a:spcBef>
                <a:spcPts val="600"/>
              </a:spcBef>
            </a:pPr>
            <a:endParaRPr lang="en-US" altLang="en-US" sz="1800" dirty="0"/>
          </a:p>
          <a:p>
            <a:pPr>
              <a:spcBef>
                <a:spcPts val="600"/>
              </a:spcBef>
            </a:pPr>
            <a:endParaRPr lang="en-US" altLang="en-US" sz="1800" dirty="0"/>
          </a:p>
          <a:p>
            <a:pPr>
              <a:spcBef>
                <a:spcPts val="600"/>
              </a:spcBef>
            </a:pPr>
            <a:r>
              <a:rPr lang="en-US" altLang="en-US" sz="2000" dirty="0"/>
              <a:t>Consider the following </a:t>
            </a:r>
            <a:r>
              <a:rPr lang="en-US" altLang="en-US" sz="2000" b="1" dirty="0">
                <a:solidFill>
                  <a:srgbClr val="0000FF"/>
                </a:solidFill>
              </a:rPr>
              <a:t>battle of sexes </a:t>
            </a:r>
            <a:r>
              <a:rPr lang="en-US" altLang="en-US" sz="2000" dirty="0"/>
              <a:t>game:</a:t>
            </a:r>
          </a:p>
          <a:p>
            <a:pPr lvl="1">
              <a:spcBef>
                <a:spcPts val="600"/>
              </a:spcBef>
            </a:pPr>
            <a:endParaRPr lang="en-US" altLang="en-US" sz="1800" dirty="0"/>
          </a:p>
          <a:p>
            <a:pPr lvl="1">
              <a:spcBef>
                <a:spcPts val="600"/>
              </a:spcBef>
            </a:pPr>
            <a:endParaRPr lang="en-US" altLang="en-US" sz="1800" dirty="0"/>
          </a:p>
          <a:p>
            <a:pPr lvl="1">
              <a:spcBef>
                <a:spcPts val="600"/>
              </a:spcBef>
            </a:pPr>
            <a:endParaRPr lang="en-US" altLang="en-US" sz="1800" dirty="0"/>
          </a:p>
          <a:p>
            <a:pPr lvl="1">
              <a:spcBef>
                <a:spcPts val="600"/>
              </a:spcBef>
            </a:pPr>
            <a:endParaRPr lang="en-US" altLang="en-US" sz="1800" dirty="0"/>
          </a:p>
          <a:p>
            <a:pPr>
              <a:spcBef>
                <a:spcPts val="600"/>
              </a:spcBef>
            </a:pPr>
            <a:endParaRPr lang="en-US" altLang="en-US" sz="1600" dirty="0"/>
          </a:p>
          <a:p>
            <a:pPr>
              <a:spcBef>
                <a:spcPts val="600"/>
              </a:spcBef>
            </a:pPr>
            <a:endParaRPr lang="en-US" altLang="en-US" sz="1600" dirty="0"/>
          </a:p>
          <a:p>
            <a:pPr>
              <a:spcBef>
                <a:spcPts val="600"/>
              </a:spcBef>
            </a:pPr>
            <a:endParaRPr lang="en-US" altLang="en-US" sz="1600" dirty="0"/>
          </a:p>
          <a:p>
            <a:pPr>
              <a:spcBef>
                <a:spcPts val="600"/>
              </a:spcBef>
            </a:pPr>
            <a:endParaRPr lang="en-US" altLang="en-US" sz="2000" dirty="0"/>
          </a:p>
          <a:p>
            <a:pPr>
              <a:spcBef>
                <a:spcPts val="600"/>
              </a:spcBef>
            </a:pPr>
            <a:endParaRPr lang="en-US" altLang="en-US" sz="1800" dirty="0"/>
          </a:p>
          <a:p>
            <a:pPr>
              <a:spcBef>
                <a:spcPts val="600"/>
              </a:spcBef>
            </a:pPr>
            <a:endParaRPr lang="en-US" altLang="en-US" sz="1800" dirty="0"/>
          </a:p>
          <a:p>
            <a:pPr>
              <a:spcBef>
                <a:spcPts val="600"/>
              </a:spcBef>
            </a:pPr>
            <a:endParaRPr lang="en-US" altLang="en-US" sz="2400" dirty="0"/>
          </a:p>
          <a:p>
            <a:pPr lvl="2">
              <a:spcBef>
                <a:spcPts val="600"/>
              </a:spcBef>
            </a:pPr>
            <a:endParaRPr lang="en-US" altLang="en-US" sz="1800" dirty="0"/>
          </a:p>
          <a:p>
            <a:pPr lvl="1">
              <a:spcBef>
                <a:spcPts val="600"/>
              </a:spcBef>
            </a:pPr>
            <a:endParaRPr lang="en-US" altLang="en-US" sz="2000" dirty="0"/>
          </a:p>
          <a:p>
            <a:pPr>
              <a:spcBef>
                <a:spcPts val="600"/>
              </a:spcBef>
            </a:pPr>
            <a:endParaRPr lang="en-US" altLang="en-US" sz="2400" dirty="0"/>
          </a:p>
          <a:p>
            <a:pPr>
              <a:spcBef>
                <a:spcPts val="600"/>
              </a:spcBef>
            </a:pPr>
            <a:endParaRPr lang="en-US" altLang="en-US" sz="2400" dirty="0"/>
          </a:p>
          <a:p>
            <a:pPr lvl="1">
              <a:spcBef>
                <a:spcPts val="600"/>
              </a:spcBef>
            </a:pPr>
            <a:endParaRPr lang="en-US" altLang="en-US" sz="2000" dirty="0"/>
          </a:p>
          <a:p>
            <a:pPr lvl="2">
              <a:spcBef>
                <a:spcPts val="600"/>
              </a:spcBef>
            </a:pPr>
            <a:endParaRPr lang="en-US" altLang="en-US" sz="1800" dirty="0"/>
          </a:p>
        </p:txBody>
      </p:sp>
      <p:sp>
        <p:nvSpPr>
          <p:cNvPr id="3" name="Slide Number Placeholder 2">
            <a:extLst>
              <a:ext uri="{FF2B5EF4-FFF2-40B4-BE49-F238E27FC236}">
                <a16:creationId xmlns:a16="http://schemas.microsoft.com/office/drawing/2014/main" id="{B8217019-21B4-4972-9DEB-E41F8F20C03D}"/>
              </a:ext>
            </a:extLst>
          </p:cNvPr>
          <p:cNvSpPr>
            <a:spLocks noGrp="1"/>
          </p:cNvSpPr>
          <p:nvPr>
            <p:ph type="sldNum" sz="quarter" idx="12"/>
          </p:nvPr>
        </p:nvSpPr>
        <p:spPr/>
        <p:txBody>
          <a:bodyPr/>
          <a:lstStyle/>
          <a:p>
            <a:fld id="{104D1C85-D14C-4D1F-B1AC-077E19A989F2}" type="slidenum">
              <a:rPr lang="en-GB" smtClean="0"/>
              <a:t>9</a:t>
            </a:fld>
            <a:endParaRPr lang="en-GB"/>
          </a:p>
        </p:txBody>
      </p:sp>
    </p:spTree>
    <p:extLst>
      <p:ext uri="{BB962C8B-B14F-4D97-AF65-F5344CB8AC3E}">
        <p14:creationId xmlns:p14="http://schemas.microsoft.com/office/powerpoint/2010/main" val="1380777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Solving for all NE</a:t>
            </a:r>
          </a:p>
        </p:txBody>
      </p:sp>
      <mc:AlternateContent xmlns:mc="http://schemas.openxmlformats.org/markup-compatibility/2006" xmlns:a14="http://schemas.microsoft.com/office/drawing/2010/main">
        <mc:Choice Requires="a14">
          <p:graphicFrame>
            <p:nvGraphicFramePr>
              <p:cNvPr id="7" name="Table 5">
                <a:extLst>
                  <a:ext uri="{FF2B5EF4-FFF2-40B4-BE49-F238E27FC236}">
                    <a16:creationId xmlns:a16="http://schemas.microsoft.com/office/drawing/2014/main" id="{64792CDB-1C60-4734-9123-DC99F294108A}"/>
                  </a:ext>
                </a:extLst>
              </p:cNvPr>
              <p:cNvGraphicFramePr>
                <a:graphicFrameLocks noGrp="1"/>
              </p:cNvGraphicFramePr>
              <p:nvPr>
                <p:extLst>
                  <p:ext uri="{D42A27DB-BD31-4B8C-83A1-F6EECF244321}">
                    <p14:modId xmlns:p14="http://schemas.microsoft.com/office/powerpoint/2010/main" val="322877596"/>
                  </p:ext>
                </p:extLst>
              </p:nvPr>
            </p:nvGraphicFramePr>
            <p:xfrm>
              <a:off x="3153933" y="2123305"/>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Football</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Opera</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Football</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10,  5</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0,  0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tx1"/>
                              </a:solidFill>
                            </a:rPr>
                            <a:t>Opera</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0,  0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5,  10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7" name="Table 5">
                <a:extLst>
                  <a:ext uri="{FF2B5EF4-FFF2-40B4-BE49-F238E27FC236}">
                    <a16:creationId xmlns:a16="http://schemas.microsoft.com/office/drawing/2014/main" id="{64792CDB-1C60-4734-9123-DC99F294108A}"/>
                  </a:ext>
                </a:extLst>
              </p:cNvPr>
              <p:cNvGraphicFramePr>
                <a:graphicFrameLocks noGrp="1"/>
              </p:cNvGraphicFramePr>
              <p:nvPr>
                <p:extLst>
                  <p:ext uri="{D42A27DB-BD31-4B8C-83A1-F6EECF244321}">
                    <p14:modId xmlns:p14="http://schemas.microsoft.com/office/powerpoint/2010/main" val="322877596"/>
                  </p:ext>
                </p:extLst>
              </p:nvPr>
            </p:nvGraphicFramePr>
            <p:xfrm>
              <a:off x="3153933" y="2123305"/>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Football</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Opera</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Football</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8197" r="-101253"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108197" r="-498" b="-124590"/>
                          </a:stretch>
                        </a:blipFill>
                      </a:tcPr>
                    </a:tc>
                    <a:extLst>
                      <a:ext uri="{0D108BD9-81ED-4DB2-BD59-A6C34878D82A}">
                        <a16:rowId xmlns:a16="http://schemas.microsoft.com/office/drawing/2014/main" val="1923772902"/>
                      </a:ext>
                    </a:extLst>
                  </a:tr>
                  <a:tr h="370840">
                    <a:tc>
                      <a:txBody>
                        <a:bodyPr/>
                        <a:lstStyle/>
                        <a:p>
                          <a:r>
                            <a:rPr lang="en-US" dirty="0">
                              <a:solidFill>
                                <a:schemeClr val="tx1"/>
                              </a:solidFill>
                            </a:rPr>
                            <a:t>Opera</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8197" r="-101253"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208197" r="-498" b="-24590"/>
                          </a:stretch>
                        </a:blipFill>
                      </a:tcPr>
                    </a:tc>
                    <a:extLst>
                      <a:ext uri="{0D108BD9-81ED-4DB2-BD59-A6C34878D82A}">
                        <a16:rowId xmlns:a16="http://schemas.microsoft.com/office/drawing/2014/main" val="2781172981"/>
                      </a:ext>
                    </a:extLst>
                  </a:tr>
                </a:tbl>
              </a:graphicData>
            </a:graphic>
          </p:graphicFrame>
        </mc:Fallback>
      </mc:AlternateContent>
      <p:sp>
        <p:nvSpPr>
          <p:cNvPr id="11" name="TextBox 10">
            <a:extLst>
              <a:ext uri="{FF2B5EF4-FFF2-40B4-BE49-F238E27FC236}">
                <a16:creationId xmlns:a16="http://schemas.microsoft.com/office/drawing/2014/main" id="{52907A23-CBAB-454C-87BD-5DD67641842F}"/>
              </a:ext>
            </a:extLst>
          </p:cNvPr>
          <p:cNvSpPr txBox="1"/>
          <p:nvPr/>
        </p:nvSpPr>
        <p:spPr>
          <a:xfrm>
            <a:off x="6577755" y="1690688"/>
            <a:ext cx="635880" cy="369332"/>
          </a:xfrm>
          <a:prstGeom prst="rect">
            <a:avLst/>
          </a:prstGeom>
          <a:noFill/>
        </p:spPr>
        <p:txBody>
          <a:bodyPr wrap="none" rtlCol="0">
            <a:spAutoFit/>
          </a:bodyPr>
          <a:lstStyle/>
          <a:p>
            <a:r>
              <a:rPr lang="en-US" b="1" dirty="0"/>
              <a:t>Wife</a:t>
            </a:r>
            <a:endParaRPr lang="en-GB" b="1" dirty="0"/>
          </a:p>
        </p:txBody>
      </p:sp>
      <p:sp>
        <p:nvSpPr>
          <p:cNvPr id="13" name="TextBox 12">
            <a:extLst>
              <a:ext uri="{FF2B5EF4-FFF2-40B4-BE49-F238E27FC236}">
                <a16:creationId xmlns:a16="http://schemas.microsoft.com/office/drawing/2014/main" id="{91F7B039-237D-452A-98FD-FF175000A726}"/>
              </a:ext>
            </a:extLst>
          </p:cNvPr>
          <p:cNvSpPr txBox="1"/>
          <p:nvPr/>
        </p:nvSpPr>
        <p:spPr>
          <a:xfrm>
            <a:off x="1271894" y="2661817"/>
            <a:ext cx="1029449" cy="369332"/>
          </a:xfrm>
          <a:prstGeom prst="rect">
            <a:avLst/>
          </a:prstGeom>
          <a:noFill/>
        </p:spPr>
        <p:txBody>
          <a:bodyPr wrap="none" rtlCol="0">
            <a:spAutoFit/>
          </a:bodyPr>
          <a:lstStyle/>
          <a:p>
            <a:r>
              <a:rPr lang="en-US" b="1" dirty="0"/>
              <a:t>Husband</a:t>
            </a:r>
            <a:endParaRPr lang="en-GB" b="1" dirty="0"/>
          </a:p>
        </p:txBody>
      </p:sp>
      <mc:AlternateContent xmlns:mc="http://schemas.openxmlformats.org/markup-compatibility/2006" xmlns:a14="http://schemas.microsoft.com/office/drawing/2010/main">
        <mc:Choice Requires="a14">
          <p:sp>
            <p:nvSpPr>
              <p:cNvPr id="15" name="Rectangle 3">
                <a:extLst>
                  <a:ext uri="{FF2B5EF4-FFF2-40B4-BE49-F238E27FC236}">
                    <a16:creationId xmlns:a16="http://schemas.microsoft.com/office/drawing/2014/main" id="{77203F6D-9768-445A-B0A9-4CC7257468DE}"/>
                  </a:ext>
                </a:extLst>
              </p:cNvPr>
              <p:cNvSpPr txBox="1">
                <a:spLocks noChangeArrowheads="1"/>
              </p:cNvSpPr>
              <p:nvPr/>
            </p:nvSpPr>
            <p:spPr>
              <a:xfrm>
                <a:off x="941438" y="3668442"/>
                <a:ext cx="10112477" cy="271138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altLang="en-US" sz="2000" dirty="0"/>
                  <a:t>Recall that a mixed strategy is any probability distribution of the pure strategies.</a:t>
                </a:r>
              </a:p>
              <a:p>
                <a:pPr>
                  <a:spcBef>
                    <a:spcPts val="600"/>
                  </a:spcBef>
                </a:pPr>
                <a:r>
                  <a:rPr lang="en-US" altLang="en-US" sz="1800" dirty="0"/>
                  <a:t>Let Husband’s strategy </a:t>
                </a:r>
                <a14:m>
                  <m:oMath xmlns:m="http://schemas.openxmlformats.org/officeDocument/2006/math">
                    <m:sSub>
                      <m:sSubPr>
                        <m:ctrlPr>
                          <a:rPr lang="en-US" altLang="en-US" sz="1800" i="1">
                            <a:latin typeface="Cambria Math" panose="02040503050406030204" pitchFamily="18" charset="0"/>
                          </a:rPr>
                        </m:ctrlPr>
                      </m:sSubPr>
                      <m:e>
                        <m:r>
                          <a:rPr lang="en-US" altLang="en-US" sz="1800" i="1" smtClean="0">
                            <a:latin typeface="Cambria Math" panose="02040503050406030204" pitchFamily="18" charset="0"/>
                          </a:rPr>
                          <m:t>𝜎</m:t>
                        </m:r>
                      </m:e>
                      <m:sub>
                        <m:r>
                          <a:rPr lang="en-US" altLang="en-US" sz="1800" b="0" i="1" smtClean="0">
                            <a:latin typeface="Cambria Math" panose="02040503050406030204" pitchFamily="18" charset="0"/>
                          </a:rPr>
                          <m:t>h</m:t>
                        </m:r>
                      </m:sub>
                    </m:sSub>
                  </m:oMath>
                </a14:m>
                <a:r>
                  <a:rPr lang="en-US" altLang="en-US" sz="1800" dirty="0"/>
                  <a:t> be to choose Football with probability </a:t>
                </a:r>
                <a14:m>
                  <m:oMath xmlns:m="http://schemas.openxmlformats.org/officeDocument/2006/math">
                    <m:r>
                      <a:rPr lang="en-US" altLang="en-US" sz="1800" b="0" i="1" smtClean="0">
                        <a:latin typeface="Cambria Math" panose="02040503050406030204" pitchFamily="18" charset="0"/>
                      </a:rPr>
                      <m:t>𝑝</m:t>
                    </m:r>
                  </m:oMath>
                </a14:m>
                <a:r>
                  <a:rPr lang="en-US" altLang="en-US" sz="1800" dirty="0"/>
                  <a:t> and Opera with probability </a:t>
                </a:r>
                <a14:m>
                  <m:oMath xmlns:m="http://schemas.openxmlformats.org/officeDocument/2006/math">
                    <m:r>
                      <a:rPr lang="en-US" altLang="en-US" sz="1800" b="0" i="1" smtClean="0">
                        <a:latin typeface="Cambria Math" panose="02040503050406030204" pitchFamily="18" charset="0"/>
                      </a:rPr>
                      <m:t>1−</m:t>
                    </m:r>
                    <m:r>
                      <a:rPr lang="en-US" altLang="en-US" sz="1800" b="0" i="1" smtClean="0">
                        <a:latin typeface="Cambria Math" panose="02040503050406030204" pitchFamily="18" charset="0"/>
                      </a:rPr>
                      <m:t>𝑝</m:t>
                    </m:r>
                  </m:oMath>
                </a14:m>
                <a:r>
                  <a:rPr lang="en-US" altLang="en-US" sz="1800" dirty="0"/>
                  <a:t>. </a:t>
                </a:r>
                <a14:m>
                  <m:oMath xmlns:m="http://schemas.openxmlformats.org/officeDocument/2006/math">
                    <m:r>
                      <a:rPr lang="en-US" altLang="en-US" sz="1800" i="1">
                        <a:latin typeface="Cambria Math" panose="02040503050406030204" pitchFamily="18" charset="0"/>
                      </a:rPr>
                      <m:t>𝑝</m:t>
                    </m:r>
                    <m:r>
                      <a:rPr lang="en-US" altLang="en-US" sz="1800" i="1">
                        <a:latin typeface="Cambria Math" panose="02040503050406030204" pitchFamily="18" charset="0"/>
                      </a:rPr>
                      <m:t>∈[0,1]</m:t>
                    </m:r>
                  </m:oMath>
                </a14:m>
                <a:endParaRPr lang="en-US" altLang="en-US" sz="1800" i="1" dirty="0"/>
              </a:p>
              <a:p>
                <a:pPr>
                  <a:spcBef>
                    <a:spcPts val="600"/>
                  </a:spcBef>
                </a:pPr>
                <a:r>
                  <a:rPr lang="en-US" altLang="en-US" sz="1800" dirty="0"/>
                  <a:t>Let Wife’s strategy </a:t>
                </a:r>
                <a14:m>
                  <m:oMath xmlns:m="http://schemas.openxmlformats.org/officeDocument/2006/math">
                    <m:sSub>
                      <m:sSubPr>
                        <m:ctrlPr>
                          <a:rPr lang="en-US" altLang="en-US" sz="1800" b="0" i="1" smtClean="0">
                            <a:latin typeface="Cambria Math" panose="02040503050406030204" pitchFamily="18" charset="0"/>
                          </a:rPr>
                        </m:ctrlPr>
                      </m:sSubPr>
                      <m:e>
                        <m:r>
                          <a:rPr lang="en-US" altLang="en-US" sz="1800" b="0" i="1" smtClean="0">
                            <a:latin typeface="Cambria Math" panose="02040503050406030204" pitchFamily="18" charset="0"/>
                          </a:rPr>
                          <m:t>𝜎</m:t>
                        </m:r>
                      </m:e>
                      <m:sub>
                        <m:r>
                          <a:rPr lang="en-US" altLang="en-US" sz="1800" b="0" i="1" smtClean="0">
                            <a:latin typeface="Cambria Math" panose="02040503050406030204" pitchFamily="18" charset="0"/>
                          </a:rPr>
                          <m:t>𝑤</m:t>
                        </m:r>
                      </m:sub>
                    </m:sSub>
                  </m:oMath>
                </a14:m>
                <a:r>
                  <a:rPr lang="en-US" altLang="en-US" sz="1800" dirty="0"/>
                  <a:t> be to choose Football with probability </a:t>
                </a:r>
                <a14:m>
                  <m:oMath xmlns:m="http://schemas.openxmlformats.org/officeDocument/2006/math">
                    <m:r>
                      <a:rPr lang="en-US" altLang="en-US" sz="1800" b="0" i="1" smtClean="0">
                        <a:latin typeface="Cambria Math" panose="02040503050406030204" pitchFamily="18" charset="0"/>
                      </a:rPr>
                      <m:t>𝑞</m:t>
                    </m:r>
                  </m:oMath>
                </a14:m>
                <a:r>
                  <a:rPr lang="en-US" altLang="en-US" sz="1800" dirty="0"/>
                  <a:t> and Opera with probability </a:t>
                </a:r>
                <a14:m>
                  <m:oMath xmlns:m="http://schemas.openxmlformats.org/officeDocument/2006/math">
                    <m:r>
                      <a:rPr lang="en-US" altLang="en-US" sz="1800" b="0" i="1" smtClean="0">
                        <a:latin typeface="Cambria Math" panose="02040503050406030204" pitchFamily="18" charset="0"/>
                      </a:rPr>
                      <m:t>1−</m:t>
                    </m:r>
                    <m:r>
                      <a:rPr lang="en-US" altLang="en-US" sz="1800" b="0" i="1" smtClean="0">
                        <a:latin typeface="Cambria Math" panose="02040503050406030204" pitchFamily="18" charset="0"/>
                      </a:rPr>
                      <m:t>𝑞</m:t>
                    </m:r>
                  </m:oMath>
                </a14:m>
                <a:r>
                  <a:rPr lang="en-US" altLang="en-US" sz="1800" dirty="0"/>
                  <a:t>. </a:t>
                </a:r>
                <a14:m>
                  <m:oMath xmlns:m="http://schemas.openxmlformats.org/officeDocument/2006/math">
                    <m:r>
                      <a:rPr lang="en-US" altLang="en-US" sz="1800" b="0" i="0" smtClean="0">
                        <a:latin typeface="Cambria Math" panose="02040503050406030204" pitchFamily="18" charset="0"/>
                      </a:rPr>
                      <m:t> </m:t>
                    </m:r>
                  </m:oMath>
                </a14:m>
                <a:br>
                  <a:rPr lang="en-SG" altLang="en-US" sz="1800" dirty="0"/>
                </a:br>
                <a14:m>
                  <m:oMath xmlns:m="http://schemas.openxmlformats.org/officeDocument/2006/math">
                    <m:r>
                      <a:rPr lang="en-US" altLang="en-US" sz="1800" i="1">
                        <a:latin typeface="Cambria Math" panose="02040503050406030204" pitchFamily="18" charset="0"/>
                      </a:rPr>
                      <m:t>𝑞</m:t>
                    </m:r>
                    <m:r>
                      <a:rPr lang="en-US" altLang="en-US" sz="1800" i="1">
                        <a:latin typeface="Cambria Math" panose="02040503050406030204" pitchFamily="18" charset="0"/>
                      </a:rPr>
                      <m:t>∈[0,1]</m:t>
                    </m:r>
                  </m:oMath>
                </a14:m>
                <a:r>
                  <a:rPr lang="en-US" altLang="en-US" sz="1800" dirty="0"/>
                  <a:t> </a:t>
                </a:r>
              </a:p>
              <a:p>
                <a:pPr>
                  <a:spcBef>
                    <a:spcPts val="600"/>
                  </a:spcBef>
                </a:pPr>
                <a:endParaRPr lang="en-US" altLang="en-US" sz="1800" dirty="0"/>
              </a:p>
              <a:p>
                <a:pPr marL="0" indent="0">
                  <a:spcBef>
                    <a:spcPts val="600"/>
                  </a:spcBef>
                  <a:buNone/>
                </a:pPr>
                <a:r>
                  <a:rPr lang="en-US" altLang="en-US" sz="2000" b="1" i="1" dirty="0"/>
                  <a:t>Let us solve for the best responses of each of them!</a:t>
                </a:r>
              </a:p>
              <a:p>
                <a:pPr>
                  <a:spcBef>
                    <a:spcPts val="600"/>
                  </a:spcBef>
                </a:pPr>
                <a:endParaRPr lang="en-US" altLang="en-US" sz="1800" dirty="0"/>
              </a:p>
              <a:p>
                <a:pPr>
                  <a:spcBef>
                    <a:spcPts val="600"/>
                  </a:spcBef>
                </a:pPr>
                <a:endParaRPr lang="en-US" altLang="en-US" sz="2400" dirty="0"/>
              </a:p>
              <a:p>
                <a:pPr lvl="2">
                  <a:spcBef>
                    <a:spcPts val="600"/>
                  </a:spcBef>
                </a:pPr>
                <a:endParaRPr lang="en-US" altLang="en-US" sz="1800" dirty="0"/>
              </a:p>
              <a:p>
                <a:pPr lvl="1">
                  <a:spcBef>
                    <a:spcPts val="600"/>
                  </a:spcBef>
                </a:pPr>
                <a:endParaRPr lang="en-US" altLang="en-US" sz="2000" dirty="0"/>
              </a:p>
              <a:p>
                <a:pPr>
                  <a:spcBef>
                    <a:spcPts val="600"/>
                  </a:spcBef>
                </a:pPr>
                <a:endParaRPr lang="en-US" altLang="en-US" sz="2400" dirty="0"/>
              </a:p>
              <a:p>
                <a:pPr>
                  <a:spcBef>
                    <a:spcPts val="600"/>
                  </a:spcBef>
                </a:pPr>
                <a:endParaRPr lang="en-US" altLang="en-US" sz="2400" dirty="0"/>
              </a:p>
              <a:p>
                <a:pPr lvl="1">
                  <a:spcBef>
                    <a:spcPts val="600"/>
                  </a:spcBef>
                </a:pPr>
                <a:endParaRPr lang="en-US" altLang="en-US" sz="2000" dirty="0"/>
              </a:p>
              <a:p>
                <a:pPr lvl="2">
                  <a:spcBef>
                    <a:spcPts val="600"/>
                  </a:spcBef>
                </a:pPr>
                <a:endParaRPr lang="en-US" altLang="en-US" sz="1800" dirty="0"/>
              </a:p>
            </p:txBody>
          </p:sp>
        </mc:Choice>
        <mc:Fallback xmlns="">
          <p:sp>
            <p:nvSpPr>
              <p:cNvPr id="15" name="Rectangle 3">
                <a:extLst>
                  <a:ext uri="{FF2B5EF4-FFF2-40B4-BE49-F238E27FC236}">
                    <a16:creationId xmlns:a16="http://schemas.microsoft.com/office/drawing/2014/main" id="{77203F6D-9768-445A-B0A9-4CC7257468DE}"/>
                  </a:ext>
                </a:extLst>
              </p:cNvPr>
              <p:cNvSpPr txBox="1">
                <a:spLocks noRot="1" noChangeAspect="1" noMove="1" noResize="1" noEditPoints="1" noAdjustHandles="1" noChangeArrowheads="1" noChangeShapeType="1" noTextEdit="1"/>
              </p:cNvSpPr>
              <p:nvPr/>
            </p:nvSpPr>
            <p:spPr>
              <a:xfrm>
                <a:off x="941438" y="3668442"/>
                <a:ext cx="10112477" cy="2711389"/>
              </a:xfrm>
              <a:prstGeom prst="rect">
                <a:avLst/>
              </a:prstGeom>
              <a:blipFill>
                <a:blip r:embed="rId4"/>
                <a:stretch>
                  <a:fillRect l="-603" t="-2472"/>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B8217019-21B4-4972-9DEB-E41F8F20C03D}"/>
              </a:ext>
            </a:extLst>
          </p:cNvPr>
          <p:cNvSpPr>
            <a:spLocks noGrp="1"/>
          </p:cNvSpPr>
          <p:nvPr>
            <p:ph type="sldNum" sz="quarter" idx="12"/>
          </p:nvPr>
        </p:nvSpPr>
        <p:spPr/>
        <p:txBody>
          <a:bodyPr/>
          <a:lstStyle/>
          <a:p>
            <a:fld id="{104D1C85-D14C-4D1F-B1AC-077E19A989F2}" type="slidenum">
              <a:rPr lang="en-GB" smtClean="0"/>
              <a:t>10</a:t>
            </a:fld>
            <a:endParaRPr lang="en-GB"/>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CCAC8AD-0209-C4CF-FEA4-957431176B04}"/>
                  </a:ext>
                </a:extLst>
              </p:cNvPr>
              <p:cNvSpPr txBox="1"/>
              <p:nvPr/>
            </p:nvSpPr>
            <p:spPr>
              <a:xfrm>
                <a:off x="2615380" y="2486516"/>
                <a:ext cx="3802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SG" b="1" i="1" smtClean="0">
                          <a:solidFill>
                            <a:srgbClr val="FF0000"/>
                          </a:solidFill>
                          <a:latin typeface="Cambria Math" panose="02040503050406030204" pitchFamily="18" charset="0"/>
                        </a:rPr>
                        <m:t>𝒑</m:t>
                      </m:r>
                    </m:oMath>
                  </m:oMathPara>
                </a14:m>
                <a:endParaRPr lang="en-SG" b="1" dirty="0"/>
              </a:p>
            </p:txBody>
          </p:sp>
        </mc:Choice>
        <mc:Fallback xmlns="">
          <p:sp>
            <p:nvSpPr>
              <p:cNvPr id="2" name="TextBox 1">
                <a:extLst>
                  <a:ext uri="{FF2B5EF4-FFF2-40B4-BE49-F238E27FC236}">
                    <a16:creationId xmlns:a16="http://schemas.microsoft.com/office/drawing/2014/main" id="{3CCAC8AD-0209-C4CF-FEA4-957431176B04}"/>
                  </a:ext>
                </a:extLst>
              </p:cNvPr>
              <p:cNvSpPr txBox="1">
                <a:spLocks noRot="1" noChangeAspect="1" noMove="1" noResize="1" noEditPoints="1" noAdjustHandles="1" noChangeArrowheads="1" noChangeShapeType="1" noTextEdit="1"/>
              </p:cNvSpPr>
              <p:nvPr/>
            </p:nvSpPr>
            <p:spPr>
              <a:xfrm>
                <a:off x="2615380" y="2486516"/>
                <a:ext cx="380232" cy="369332"/>
              </a:xfrm>
              <a:prstGeom prst="rect">
                <a:avLst/>
              </a:prstGeom>
              <a:blipFill>
                <a:blip r:embed="rId5"/>
                <a:stretch>
                  <a:fillRect b="-6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E8A545F-C311-4BAB-4125-39B43887BCD9}"/>
                  </a:ext>
                </a:extLst>
              </p:cNvPr>
              <p:cNvSpPr txBox="1"/>
              <p:nvPr/>
            </p:nvSpPr>
            <p:spPr>
              <a:xfrm>
                <a:off x="2381349" y="2866493"/>
                <a:ext cx="79380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SG" b="1" i="1" smtClean="0">
                          <a:solidFill>
                            <a:srgbClr val="FF0000"/>
                          </a:solidFill>
                          <a:latin typeface="Cambria Math" panose="02040503050406030204" pitchFamily="18" charset="0"/>
                        </a:rPr>
                        <m:t>𝟏</m:t>
                      </m:r>
                      <m:r>
                        <a:rPr lang="en-SG" b="1" i="1" smtClean="0">
                          <a:solidFill>
                            <a:srgbClr val="FF0000"/>
                          </a:solidFill>
                          <a:latin typeface="Cambria Math" panose="02040503050406030204" pitchFamily="18" charset="0"/>
                        </a:rPr>
                        <m:t>−</m:t>
                      </m:r>
                      <m:r>
                        <a:rPr lang="en-SG" b="1" i="1" smtClean="0">
                          <a:solidFill>
                            <a:srgbClr val="FF0000"/>
                          </a:solidFill>
                          <a:latin typeface="Cambria Math" panose="02040503050406030204" pitchFamily="18" charset="0"/>
                        </a:rPr>
                        <m:t>𝒑</m:t>
                      </m:r>
                    </m:oMath>
                  </m:oMathPara>
                </a14:m>
                <a:endParaRPr lang="en-SG" b="1" dirty="0">
                  <a:solidFill>
                    <a:srgbClr val="FF0000"/>
                  </a:solidFill>
                </a:endParaRPr>
              </a:p>
            </p:txBody>
          </p:sp>
        </mc:Choice>
        <mc:Fallback xmlns="">
          <p:sp>
            <p:nvSpPr>
              <p:cNvPr id="9" name="TextBox 8">
                <a:extLst>
                  <a:ext uri="{FF2B5EF4-FFF2-40B4-BE49-F238E27FC236}">
                    <a16:creationId xmlns:a16="http://schemas.microsoft.com/office/drawing/2014/main" id="{5E8A545F-C311-4BAB-4125-39B43887BCD9}"/>
                  </a:ext>
                </a:extLst>
              </p:cNvPr>
              <p:cNvSpPr txBox="1">
                <a:spLocks noRot="1" noChangeAspect="1" noMove="1" noResize="1" noEditPoints="1" noAdjustHandles="1" noChangeArrowheads="1" noChangeShapeType="1" noTextEdit="1"/>
              </p:cNvSpPr>
              <p:nvPr/>
            </p:nvSpPr>
            <p:spPr>
              <a:xfrm>
                <a:off x="2381349" y="2866493"/>
                <a:ext cx="793807" cy="369332"/>
              </a:xfrm>
              <a:prstGeom prst="rect">
                <a:avLst/>
              </a:prstGeom>
              <a:blipFill>
                <a:blip r:embed="rId6"/>
                <a:stretch>
                  <a:fillRect b="-655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694E313-0348-FA94-3419-70FC740C4CCE}"/>
                  </a:ext>
                </a:extLst>
              </p:cNvPr>
              <p:cNvSpPr txBox="1"/>
              <p:nvPr/>
            </p:nvSpPr>
            <p:spPr>
              <a:xfrm>
                <a:off x="5559703" y="1857019"/>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SG" b="1" i="1" smtClean="0">
                          <a:solidFill>
                            <a:srgbClr val="0070C0"/>
                          </a:solidFill>
                          <a:latin typeface="Cambria Math" panose="02040503050406030204" pitchFamily="18" charset="0"/>
                        </a:rPr>
                        <m:t>𝒒</m:t>
                      </m:r>
                    </m:oMath>
                  </m:oMathPara>
                </a14:m>
                <a:endParaRPr lang="en-SG" b="1" dirty="0">
                  <a:solidFill>
                    <a:srgbClr val="0070C0"/>
                  </a:solidFill>
                </a:endParaRPr>
              </a:p>
            </p:txBody>
          </p:sp>
        </mc:Choice>
        <mc:Fallback xmlns="">
          <p:sp>
            <p:nvSpPr>
              <p:cNvPr id="10" name="TextBox 9">
                <a:extLst>
                  <a:ext uri="{FF2B5EF4-FFF2-40B4-BE49-F238E27FC236}">
                    <a16:creationId xmlns:a16="http://schemas.microsoft.com/office/drawing/2014/main" id="{0694E313-0348-FA94-3419-70FC740C4CCE}"/>
                  </a:ext>
                </a:extLst>
              </p:cNvPr>
              <p:cNvSpPr txBox="1">
                <a:spLocks noRot="1" noChangeAspect="1" noMove="1" noResize="1" noEditPoints="1" noAdjustHandles="1" noChangeArrowheads="1" noChangeShapeType="1" noTextEdit="1"/>
              </p:cNvSpPr>
              <p:nvPr/>
            </p:nvSpPr>
            <p:spPr>
              <a:xfrm>
                <a:off x="5559703" y="1857019"/>
                <a:ext cx="377026" cy="369332"/>
              </a:xfrm>
              <a:prstGeom prst="rect">
                <a:avLst/>
              </a:prstGeom>
              <a:blipFill>
                <a:blip r:embed="rId7"/>
                <a:stretch>
                  <a:fillRect b="-6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8DDDA2E-6887-C075-C4C4-C9C014254BB4}"/>
                  </a:ext>
                </a:extLst>
              </p:cNvPr>
              <p:cNvSpPr txBox="1"/>
              <p:nvPr/>
            </p:nvSpPr>
            <p:spPr>
              <a:xfrm>
                <a:off x="7792077" y="1875354"/>
                <a:ext cx="79060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SG" b="1" i="1" smtClean="0">
                          <a:solidFill>
                            <a:srgbClr val="0070C0"/>
                          </a:solidFill>
                          <a:latin typeface="Cambria Math" panose="02040503050406030204" pitchFamily="18" charset="0"/>
                        </a:rPr>
                        <m:t>𝟏</m:t>
                      </m:r>
                      <m:r>
                        <a:rPr lang="en-SG" b="1" i="1" smtClean="0">
                          <a:solidFill>
                            <a:srgbClr val="0070C0"/>
                          </a:solidFill>
                          <a:latin typeface="Cambria Math" panose="02040503050406030204" pitchFamily="18" charset="0"/>
                        </a:rPr>
                        <m:t>−</m:t>
                      </m:r>
                      <m:r>
                        <a:rPr lang="en-SG" b="1" i="1" smtClean="0">
                          <a:solidFill>
                            <a:srgbClr val="0070C0"/>
                          </a:solidFill>
                          <a:latin typeface="Cambria Math" panose="02040503050406030204" pitchFamily="18" charset="0"/>
                        </a:rPr>
                        <m:t>𝒒</m:t>
                      </m:r>
                    </m:oMath>
                  </m:oMathPara>
                </a14:m>
                <a:endParaRPr lang="en-SG" b="1" dirty="0">
                  <a:solidFill>
                    <a:srgbClr val="0070C0"/>
                  </a:solidFill>
                </a:endParaRPr>
              </a:p>
            </p:txBody>
          </p:sp>
        </mc:Choice>
        <mc:Fallback xmlns="">
          <p:sp>
            <p:nvSpPr>
              <p:cNvPr id="12" name="TextBox 11">
                <a:extLst>
                  <a:ext uri="{FF2B5EF4-FFF2-40B4-BE49-F238E27FC236}">
                    <a16:creationId xmlns:a16="http://schemas.microsoft.com/office/drawing/2014/main" id="{68DDDA2E-6887-C075-C4C4-C9C014254BB4}"/>
                  </a:ext>
                </a:extLst>
              </p:cNvPr>
              <p:cNvSpPr txBox="1">
                <a:spLocks noRot="1" noChangeAspect="1" noMove="1" noResize="1" noEditPoints="1" noAdjustHandles="1" noChangeArrowheads="1" noChangeShapeType="1" noTextEdit="1"/>
              </p:cNvSpPr>
              <p:nvPr/>
            </p:nvSpPr>
            <p:spPr>
              <a:xfrm>
                <a:off x="7792077" y="1875354"/>
                <a:ext cx="790601" cy="369332"/>
              </a:xfrm>
              <a:prstGeom prst="rect">
                <a:avLst/>
              </a:prstGeom>
              <a:blipFill>
                <a:blip r:embed="rId8"/>
                <a:stretch>
                  <a:fillRect b="-6667"/>
                </a:stretch>
              </a:blipFill>
            </p:spPr>
            <p:txBody>
              <a:bodyPr/>
              <a:lstStyle/>
              <a:p>
                <a:r>
                  <a:rPr lang="en-SG">
                    <a:noFill/>
                  </a:rPr>
                  <a:t> </a:t>
                </a:r>
              </a:p>
            </p:txBody>
          </p:sp>
        </mc:Fallback>
      </mc:AlternateContent>
    </p:spTree>
    <p:extLst>
      <p:ext uri="{BB962C8B-B14F-4D97-AF65-F5344CB8AC3E}">
        <p14:creationId xmlns:p14="http://schemas.microsoft.com/office/powerpoint/2010/main" val="303189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Solving for all NE (Husband’s BR)</a:t>
            </a: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34C6196F-CEB9-4FE3-8920-4C9C471A5A9A}"/>
                  </a:ext>
                </a:extLst>
              </p:cNvPr>
              <p:cNvSpPr txBox="1">
                <a:spLocks noChangeArrowheads="1"/>
              </p:cNvSpPr>
              <p:nvPr/>
            </p:nvSpPr>
            <p:spPr>
              <a:xfrm>
                <a:off x="1072243" y="1600877"/>
                <a:ext cx="10047514" cy="47554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altLang="en-US" sz="2000" b="1" dirty="0"/>
                  <a:t>Suppose Wife has the strategy </a:t>
                </a:r>
                <a14:m>
                  <m:oMath xmlns:m="http://schemas.openxmlformats.org/officeDocument/2006/math">
                    <m:sSub>
                      <m:sSubPr>
                        <m:ctrlPr>
                          <a:rPr lang="en-US" altLang="en-US" sz="2000" b="1" i="1" smtClean="0">
                            <a:latin typeface="Cambria Math" panose="02040503050406030204" pitchFamily="18" charset="0"/>
                          </a:rPr>
                        </m:ctrlPr>
                      </m:sSubPr>
                      <m:e>
                        <m:r>
                          <a:rPr lang="en-US" altLang="en-US" sz="2000" b="1" i="1" smtClean="0">
                            <a:latin typeface="Cambria Math" panose="02040503050406030204" pitchFamily="18" charset="0"/>
                          </a:rPr>
                          <m:t>𝝈</m:t>
                        </m:r>
                      </m:e>
                      <m:sub>
                        <m:r>
                          <a:rPr lang="en-US" altLang="en-US" sz="2000" b="1" i="1" smtClean="0">
                            <a:latin typeface="Cambria Math" panose="02040503050406030204" pitchFamily="18" charset="0"/>
                          </a:rPr>
                          <m:t>𝒘</m:t>
                        </m:r>
                      </m:sub>
                    </m:sSub>
                  </m:oMath>
                </a14:m>
                <a:r>
                  <a:rPr lang="en-US" altLang="en-US" sz="2000" b="1" dirty="0"/>
                  <a:t>: choose Football with probability </a:t>
                </a:r>
                <a14:m>
                  <m:oMath xmlns:m="http://schemas.openxmlformats.org/officeDocument/2006/math">
                    <m:r>
                      <a:rPr lang="en-US" altLang="en-US" sz="2000" b="1" i="1" smtClean="0">
                        <a:latin typeface="Cambria Math" panose="02040503050406030204" pitchFamily="18" charset="0"/>
                      </a:rPr>
                      <m:t>𝒒</m:t>
                    </m:r>
                  </m:oMath>
                </a14:m>
                <a:endParaRPr lang="en-US" altLang="en-US" sz="2000" b="1" dirty="0"/>
              </a:p>
              <a:p>
                <a:pPr>
                  <a:spcBef>
                    <a:spcPts val="600"/>
                  </a:spcBef>
                </a:pPr>
                <a:endParaRPr lang="en-US" altLang="en-US" sz="2000" dirty="0"/>
              </a:p>
              <a:p>
                <a:pPr marL="0" indent="0">
                  <a:spcBef>
                    <a:spcPts val="600"/>
                  </a:spcBef>
                  <a:buNone/>
                </a:pPr>
                <a:r>
                  <a:rPr lang="en-US" altLang="en-US" sz="2000" b="0" dirty="0"/>
                  <a:t>Given the Wife’s strategy,</a:t>
                </a:r>
              </a:p>
              <a:p>
                <a:pPr marL="0" indent="0">
                  <a:spcBef>
                    <a:spcPts val="600"/>
                  </a:spcBef>
                  <a:buNone/>
                </a:pPr>
                <a:endParaRPr lang="en-US" altLang="en-US" sz="2000" b="0" dirty="0"/>
              </a:p>
              <a:p>
                <a:pPr>
                  <a:spcBef>
                    <a:spcPts val="600"/>
                  </a:spcBef>
                </a:pPr>
                <a:r>
                  <a:rPr lang="en-US" altLang="en-US" sz="2000" b="0" dirty="0"/>
                  <a:t>If Husband chooses Football, </a:t>
                </a:r>
              </a:p>
              <a:p>
                <a:pPr lvl="1">
                  <a:spcBef>
                    <a:spcPts val="600"/>
                  </a:spcBef>
                </a:pPr>
                <a:r>
                  <a:rPr lang="en-US" altLang="en-US" sz="1800" b="0" dirty="0"/>
                  <a:t>There is a probability </a:t>
                </a:r>
                <a14:m>
                  <m:oMath xmlns:m="http://schemas.openxmlformats.org/officeDocument/2006/math">
                    <m:r>
                      <a:rPr lang="en-SG" altLang="en-US" sz="1800" b="0" i="1" smtClean="0">
                        <a:latin typeface="Cambria Math" panose="02040503050406030204" pitchFamily="18" charset="0"/>
                      </a:rPr>
                      <m:t>𝑞</m:t>
                    </m:r>
                  </m:oMath>
                </a14:m>
                <a:r>
                  <a:rPr lang="en-US" altLang="en-US" sz="1800" b="0" dirty="0"/>
                  <a:t> of reaching the outcome (Football, Football) and a probability </a:t>
                </a:r>
                <a14:m>
                  <m:oMath xmlns:m="http://schemas.openxmlformats.org/officeDocument/2006/math">
                    <m:r>
                      <a:rPr lang="en-SG" altLang="en-US" sz="1800" b="0" i="1" smtClean="0">
                        <a:latin typeface="Cambria Math" panose="02040503050406030204" pitchFamily="18" charset="0"/>
                      </a:rPr>
                      <m:t>1−</m:t>
                    </m:r>
                    <m:r>
                      <a:rPr lang="en-SG" altLang="en-US" sz="1800" b="0" i="1" smtClean="0">
                        <a:latin typeface="Cambria Math" panose="02040503050406030204" pitchFamily="18" charset="0"/>
                      </a:rPr>
                      <m:t>𝑞</m:t>
                    </m:r>
                  </m:oMath>
                </a14:m>
                <a:r>
                  <a:rPr lang="en-US" altLang="en-US" sz="1800" b="0" dirty="0"/>
                  <a:t> of reaching the outcome (Football, Opera).</a:t>
                </a:r>
              </a:p>
              <a:p>
                <a:pPr lvl="1">
                  <a:spcBef>
                    <a:spcPts val="600"/>
                  </a:spcBef>
                </a:pPr>
                <a:r>
                  <a:rPr lang="en-US" altLang="en-US" sz="1800" b="0" dirty="0"/>
                  <a:t>The expected payoff of choosing Football for Husband is </a:t>
                </a:r>
                <a14:m>
                  <m:oMath xmlns:m="http://schemas.openxmlformats.org/officeDocument/2006/math">
                    <m:r>
                      <a:rPr lang="en-US" altLang="en-US" sz="1800" i="1">
                        <a:latin typeface="Cambria Math" panose="02040503050406030204" pitchFamily="18" charset="0"/>
                      </a:rPr>
                      <m:t>𝑞</m:t>
                    </m:r>
                    <m:d>
                      <m:dPr>
                        <m:ctrlPr>
                          <a:rPr lang="en-US" altLang="en-US" sz="1800" i="1">
                            <a:latin typeface="Cambria Math" panose="02040503050406030204" pitchFamily="18" charset="0"/>
                          </a:rPr>
                        </m:ctrlPr>
                      </m:dPr>
                      <m:e>
                        <m:r>
                          <a:rPr lang="en-US" altLang="en-US" sz="1800" i="1">
                            <a:latin typeface="Cambria Math" panose="02040503050406030204" pitchFamily="18" charset="0"/>
                          </a:rPr>
                          <m:t>10</m:t>
                        </m:r>
                      </m:e>
                    </m:d>
                    <m:r>
                      <a:rPr lang="en-US" altLang="en-US" sz="1800" i="1">
                        <a:latin typeface="Cambria Math" panose="02040503050406030204" pitchFamily="18" charset="0"/>
                      </a:rPr>
                      <m:t>+</m:t>
                    </m:r>
                    <m:d>
                      <m:dPr>
                        <m:ctrlPr>
                          <a:rPr lang="en-US" altLang="en-US" sz="1800" i="1">
                            <a:latin typeface="Cambria Math" panose="02040503050406030204" pitchFamily="18" charset="0"/>
                          </a:rPr>
                        </m:ctrlPr>
                      </m:dPr>
                      <m:e>
                        <m:r>
                          <a:rPr lang="en-US" altLang="en-US" sz="1800" i="1">
                            <a:latin typeface="Cambria Math" panose="02040503050406030204" pitchFamily="18" charset="0"/>
                          </a:rPr>
                          <m:t>1−</m:t>
                        </m:r>
                        <m:r>
                          <a:rPr lang="en-US" altLang="en-US" sz="1800" i="1">
                            <a:latin typeface="Cambria Math" panose="02040503050406030204" pitchFamily="18" charset="0"/>
                          </a:rPr>
                          <m:t>𝑞</m:t>
                        </m:r>
                      </m:e>
                    </m:d>
                    <m:r>
                      <a:rPr lang="en-US" altLang="en-US" sz="1800" i="1">
                        <a:latin typeface="Cambria Math" panose="02040503050406030204" pitchFamily="18" charset="0"/>
                      </a:rPr>
                      <m:t>0</m:t>
                    </m:r>
                  </m:oMath>
                </a14:m>
                <a:endParaRPr lang="en-US" altLang="en-US" sz="1800" dirty="0"/>
              </a:p>
              <a:p>
                <a:pPr lvl="1">
                  <a:spcBef>
                    <a:spcPts val="600"/>
                  </a:spcBef>
                </a:pPr>
                <a:endParaRPr lang="en-US" altLang="en-US" sz="2100" dirty="0"/>
              </a:p>
              <a:p>
                <a:pPr>
                  <a:spcBef>
                    <a:spcPts val="600"/>
                  </a:spcBef>
                </a:pPr>
                <a:r>
                  <a:rPr lang="en-US" altLang="en-US" sz="2000" dirty="0"/>
                  <a:t>If Husband chooses Opera, </a:t>
                </a:r>
              </a:p>
              <a:p>
                <a:pPr lvl="1">
                  <a:spcBef>
                    <a:spcPts val="600"/>
                  </a:spcBef>
                </a:pPr>
                <a:r>
                  <a:rPr lang="en-US" altLang="en-US" sz="1800" dirty="0"/>
                  <a:t>There is a probability </a:t>
                </a:r>
                <a14:m>
                  <m:oMath xmlns:m="http://schemas.openxmlformats.org/officeDocument/2006/math">
                    <m:r>
                      <a:rPr lang="en-SG" altLang="en-US" sz="1800" i="1">
                        <a:latin typeface="Cambria Math" panose="02040503050406030204" pitchFamily="18" charset="0"/>
                      </a:rPr>
                      <m:t>𝑞</m:t>
                    </m:r>
                  </m:oMath>
                </a14:m>
                <a:r>
                  <a:rPr lang="en-US" altLang="en-US" sz="1800" dirty="0"/>
                  <a:t> of reaching the outcome (Opera, Football) and a probability </a:t>
                </a:r>
                <a14:m>
                  <m:oMath xmlns:m="http://schemas.openxmlformats.org/officeDocument/2006/math">
                    <m:r>
                      <a:rPr lang="en-SG" altLang="en-US" sz="1800" i="1">
                        <a:latin typeface="Cambria Math" panose="02040503050406030204" pitchFamily="18" charset="0"/>
                      </a:rPr>
                      <m:t>1−</m:t>
                    </m:r>
                    <m:r>
                      <a:rPr lang="en-SG" altLang="en-US" sz="1800" i="1">
                        <a:latin typeface="Cambria Math" panose="02040503050406030204" pitchFamily="18" charset="0"/>
                      </a:rPr>
                      <m:t>𝑞</m:t>
                    </m:r>
                  </m:oMath>
                </a14:m>
                <a:r>
                  <a:rPr lang="en-US" altLang="en-US" sz="1800" dirty="0"/>
                  <a:t> of reaching the outcome (Opera, Opera).</a:t>
                </a:r>
              </a:p>
              <a:p>
                <a:pPr lvl="1">
                  <a:spcBef>
                    <a:spcPts val="600"/>
                  </a:spcBef>
                </a:pPr>
                <a:r>
                  <a:rPr lang="en-US" altLang="en-US" sz="1800" dirty="0"/>
                  <a:t>The expected payoff of choosing Opera for Husband is </a:t>
                </a:r>
                <a14:m>
                  <m:oMath xmlns:m="http://schemas.openxmlformats.org/officeDocument/2006/math">
                    <m:r>
                      <a:rPr lang="en-US" altLang="en-US" sz="1800" i="1">
                        <a:latin typeface="Cambria Math" panose="02040503050406030204" pitchFamily="18" charset="0"/>
                      </a:rPr>
                      <m:t>𝑞</m:t>
                    </m:r>
                    <m:d>
                      <m:dPr>
                        <m:ctrlPr>
                          <a:rPr lang="en-US" altLang="en-US" sz="1800" i="1">
                            <a:latin typeface="Cambria Math" panose="02040503050406030204" pitchFamily="18" charset="0"/>
                          </a:rPr>
                        </m:ctrlPr>
                      </m:dPr>
                      <m:e>
                        <m:r>
                          <a:rPr lang="en-US" altLang="en-US" sz="1800" i="1">
                            <a:latin typeface="Cambria Math" panose="02040503050406030204" pitchFamily="18" charset="0"/>
                          </a:rPr>
                          <m:t>0</m:t>
                        </m:r>
                      </m:e>
                    </m:d>
                    <m:r>
                      <a:rPr lang="en-US" altLang="en-US" sz="1800" i="1">
                        <a:latin typeface="Cambria Math" panose="02040503050406030204" pitchFamily="18" charset="0"/>
                      </a:rPr>
                      <m:t>+</m:t>
                    </m:r>
                    <m:d>
                      <m:dPr>
                        <m:ctrlPr>
                          <a:rPr lang="en-US" altLang="en-US" sz="1800" i="1">
                            <a:latin typeface="Cambria Math" panose="02040503050406030204" pitchFamily="18" charset="0"/>
                          </a:rPr>
                        </m:ctrlPr>
                      </m:dPr>
                      <m:e>
                        <m:r>
                          <a:rPr lang="en-US" altLang="en-US" sz="1800" i="1">
                            <a:latin typeface="Cambria Math" panose="02040503050406030204" pitchFamily="18" charset="0"/>
                          </a:rPr>
                          <m:t>1−</m:t>
                        </m:r>
                        <m:r>
                          <a:rPr lang="en-US" altLang="en-US" sz="1800" i="1">
                            <a:latin typeface="Cambria Math" panose="02040503050406030204" pitchFamily="18" charset="0"/>
                          </a:rPr>
                          <m:t>𝑞</m:t>
                        </m:r>
                      </m:e>
                    </m:d>
                  </m:oMath>
                </a14:m>
                <a:r>
                  <a:rPr lang="en-US" altLang="en-US" sz="1800" dirty="0"/>
                  <a:t>5</a:t>
                </a:r>
              </a:p>
              <a:p>
                <a:pPr lvl="1">
                  <a:spcBef>
                    <a:spcPts val="600"/>
                  </a:spcBef>
                </a:pPr>
                <a:endParaRPr lang="en-US" altLang="en-US" sz="2100" dirty="0"/>
              </a:p>
              <a:p>
                <a:pPr marL="0" indent="0">
                  <a:spcBef>
                    <a:spcPts val="600"/>
                  </a:spcBef>
                  <a:buNone/>
                </a:pPr>
                <a:endParaRPr lang="en-US" altLang="en-US" sz="2000" dirty="0"/>
              </a:p>
              <a:p>
                <a:pPr>
                  <a:spcBef>
                    <a:spcPts val="600"/>
                  </a:spcBef>
                </a:pPr>
                <a:endParaRPr lang="en-US" altLang="en-US" sz="2000" dirty="0"/>
              </a:p>
              <a:p>
                <a:pPr lvl="1">
                  <a:spcBef>
                    <a:spcPts val="600"/>
                  </a:spcBef>
                </a:pPr>
                <a:endParaRPr lang="en-US" altLang="en-US" sz="1600" dirty="0"/>
              </a:p>
              <a:p>
                <a:pPr>
                  <a:spcBef>
                    <a:spcPts val="600"/>
                  </a:spcBef>
                </a:pPr>
                <a:endParaRPr lang="en-US" altLang="en-US" sz="2000" dirty="0"/>
              </a:p>
              <a:p>
                <a:pPr>
                  <a:spcBef>
                    <a:spcPts val="600"/>
                  </a:spcBef>
                </a:pPr>
                <a:endParaRPr lang="en-US" altLang="en-US" sz="1800" dirty="0"/>
              </a:p>
              <a:p>
                <a:pPr>
                  <a:spcBef>
                    <a:spcPts val="600"/>
                  </a:spcBef>
                </a:pPr>
                <a:endParaRPr lang="en-US" altLang="en-US" sz="1800" dirty="0"/>
              </a:p>
              <a:p>
                <a:pPr>
                  <a:spcBef>
                    <a:spcPts val="600"/>
                  </a:spcBef>
                </a:pPr>
                <a:endParaRPr lang="en-US" altLang="en-US" sz="2400" dirty="0"/>
              </a:p>
              <a:p>
                <a:pPr lvl="2">
                  <a:spcBef>
                    <a:spcPts val="600"/>
                  </a:spcBef>
                </a:pPr>
                <a:endParaRPr lang="en-US" altLang="en-US" sz="1800" dirty="0"/>
              </a:p>
              <a:p>
                <a:pPr lvl="1">
                  <a:spcBef>
                    <a:spcPts val="600"/>
                  </a:spcBef>
                </a:pPr>
                <a:endParaRPr lang="en-US" altLang="en-US" sz="2000" dirty="0"/>
              </a:p>
              <a:p>
                <a:pPr>
                  <a:spcBef>
                    <a:spcPts val="600"/>
                  </a:spcBef>
                </a:pPr>
                <a:endParaRPr lang="en-US" altLang="en-US" sz="2400" dirty="0"/>
              </a:p>
              <a:p>
                <a:pPr>
                  <a:spcBef>
                    <a:spcPts val="600"/>
                  </a:spcBef>
                </a:pPr>
                <a:endParaRPr lang="en-US" altLang="en-US" sz="2400" dirty="0"/>
              </a:p>
              <a:p>
                <a:pPr lvl="1">
                  <a:spcBef>
                    <a:spcPts val="600"/>
                  </a:spcBef>
                </a:pPr>
                <a:endParaRPr lang="en-US" altLang="en-US" sz="2000" dirty="0"/>
              </a:p>
              <a:p>
                <a:pPr lvl="2">
                  <a:spcBef>
                    <a:spcPts val="600"/>
                  </a:spcBef>
                </a:pPr>
                <a:endParaRPr lang="en-US" altLang="en-US" sz="1800" dirty="0"/>
              </a:p>
            </p:txBody>
          </p:sp>
        </mc:Choice>
        <mc:Fallback xmlns="">
          <p:sp>
            <p:nvSpPr>
              <p:cNvPr id="3" name="Rectangle 3">
                <a:extLst>
                  <a:ext uri="{FF2B5EF4-FFF2-40B4-BE49-F238E27FC236}">
                    <a16:creationId xmlns:a16="http://schemas.microsoft.com/office/drawing/2014/main" id="{34C6196F-CEB9-4FE3-8920-4C9C471A5A9A}"/>
                  </a:ext>
                </a:extLst>
              </p:cNvPr>
              <p:cNvSpPr txBox="1">
                <a:spLocks noRot="1" noChangeAspect="1" noMove="1" noResize="1" noEditPoints="1" noAdjustHandles="1" noChangeArrowheads="1" noChangeShapeType="1" noTextEdit="1"/>
              </p:cNvSpPr>
              <p:nvPr/>
            </p:nvSpPr>
            <p:spPr>
              <a:xfrm>
                <a:off x="1072243" y="1600877"/>
                <a:ext cx="10047514" cy="4755473"/>
              </a:xfrm>
              <a:prstGeom prst="rect">
                <a:avLst/>
              </a:prstGeom>
              <a:blipFill>
                <a:blip r:embed="rId3"/>
                <a:stretch>
                  <a:fillRect l="-667" t="-1410"/>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B8DFAE04-E152-4A92-9DF3-CDB18F8C3F8D}"/>
              </a:ext>
            </a:extLst>
          </p:cNvPr>
          <p:cNvSpPr>
            <a:spLocks noGrp="1"/>
          </p:cNvSpPr>
          <p:nvPr>
            <p:ph type="sldNum" sz="quarter" idx="12"/>
          </p:nvPr>
        </p:nvSpPr>
        <p:spPr/>
        <p:txBody>
          <a:bodyPr/>
          <a:lstStyle/>
          <a:p>
            <a:fld id="{104D1C85-D14C-4D1F-B1AC-077E19A989F2}" type="slidenum">
              <a:rPr lang="en-GB" smtClean="0"/>
              <a:t>11</a:t>
            </a:fld>
            <a:endParaRPr lang="en-GB"/>
          </a:p>
        </p:txBody>
      </p:sp>
    </p:spTree>
    <p:extLst>
      <p:ext uri="{BB962C8B-B14F-4D97-AF65-F5344CB8AC3E}">
        <p14:creationId xmlns:p14="http://schemas.microsoft.com/office/powerpoint/2010/main" val="3020838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Solving for all NE (Husband’s BR)</a:t>
            </a: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34C6196F-CEB9-4FE3-8920-4C9C471A5A9A}"/>
                  </a:ext>
                </a:extLst>
              </p:cNvPr>
              <p:cNvSpPr txBox="1">
                <a:spLocks noChangeArrowheads="1"/>
              </p:cNvSpPr>
              <p:nvPr/>
            </p:nvSpPr>
            <p:spPr>
              <a:xfrm>
                <a:off x="1072243" y="1600877"/>
                <a:ext cx="10047514" cy="4755473"/>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altLang="en-US" sz="2000" b="1" dirty="0"/>
                  <a:t>Suppose Wife has the strategy </a:t>
                </a:r>
                <a14:m>
                  <m:oMath xmlns:m="http://schemas.openxmlformats.org/officeDocument/2006/math">
                    <m:sSub>
                      <m:sSubPr>
                        <m:ctrlPr>
                          <a:rPr lang="en-US" altLang="en-US" sz="2000" b="1" i="1" smtClean="0">
                            <a:latin typeface="Cambria Math" panose="02040503050406030204" pitchFamily="18" charset="0"/>
                          </a:rPr>
                        </m:ctrlPr>
                      </m:sSubPr>
                      <m:e>
                        <m:r>
                          <a:rPr lang="en-US" altLang="en-US" sz="2000" b="1" i="1" smtClean="0">
                            <a:latin typeface="Cambria Math" panose="02040503050406030204" pitchFamily="18" charset="0"/>
                          </a:rPr>
                          <m:t>𝝈</m:t>
                        </m:r>
                      </m:e>
                      <m:sub>
                        <m:r>
                          <a:rPr lang="en-US" altLang="en-US" sz="2000" b="1" i="1" smtClean="0">
                            <a:latin typeface="Cambria Math" panose="02040503050406030204" pitchFamily="18" charset="0"/>
                          </a:rPr>
                          <m:t>𝒘</m:t>
                        </m:r>
                      </m:sub>
                    </m:sSub>
                  </m:oMath>
                </a14:m>
                <a:r>
                  <a:rPr lang="en-US" altLang="en-US" sz="2000" b="1" dirty="0"/>
                  <a:t>: choose Football with probability </a:t>
                </a:r>
                <a14:m>
                  <m:oMath xmlns:m="http://schemas.openxmlformats.org/officeDocument/2006/math">
                    <m:r>
                      <a:rPr lang="en-US" altLang="en-US" sz="2000" b="1" i="1" smtClean="0">
                        <a:latin typeface="Cambria Math" panose="02040503050406030204" pitchFamily="18" charset="0"/>
                      </a:rPr>
                      <m:t>𝒒</m:t>
                    </m:r>
                  </m:oMath>
                </a14:m>
                <a:endParaRPr lang="en-US" altLang="en-US" sz="2000" b="1" dirty="0"/>
              </a:p>
              <a:p>
                <a:pPr>
                  <a:spcBef>
                    <a:spcPts val="600"/>
                  </a:spcBef>
                </a:pPr>
                <a:endParaRPr lang="en-US" altLang="en-US" sz="2000" dirty="0"/>
              </a:p>
              <a:p>
                <a:pPr marL="0" indent="0">
                  <a:spcBef>
                    <a:spcPts val="600"/>
                  </a:spcBef>
                  <a:buNone/>
                </a:pPr>
                <a:r>
                  <a:rPr lang="en-US" altLang="en-US" sz="2000" b="0" dirty="0"/>
                  <a:t>Given the Wife’s strategy,</a:t>
                </a:r>
              </a:p>
              <a:p>
                <a:pPr marL="0" indent="0">
                  <a:spcBef>
                    <a:spcPts val="600"/>
                  </a:spcBef>
                  <a:buNone/>
                </a:pPr>
                <a:endParaRPr lang="en-US" altLang="en-US" sz="2000" b="0" dirty="0"/>
              </a:p>
              <a:p>
                <a:pPr lvl="1">
                  <a:spcBef>
                    <a:spcPts val="600"/>
                  </a:spcBef>
                </a:pPr>
                <a:endParaRPr lang="en-US" altLang="en-US" sz="2100" dirty="0"/>
              </a:p>
              <a:p>
                <a:pPr marL="0" indent="0">
                  <a:spcBef>
                    <a:spcPts val="600"/>
                  </a:spcBef>
                  <a:buNone/>
                </a:pPr>
                <a:r>
                  <a:rPr lang="en-US" altLang="en-US" sz="2000" dirty="0"/>
                  <a:t>Choosing Football is a best response for Husband if and only if</a:t>
                </a:r>
              </a:p>
              <a:p>
                <a:pPr marL="0" indent="0">
                  <a:spcBef>
                    <a:spcPts val="600"/>
                  </a:spcBef>
                  <a:buNone/>
                </a:pPr>
                <a:endParaRPr lang="en-US" altLang="en-US" sz="2000" dirty="0"/>
              </a:p>
              <a:p>
                <a:pPr marL="0" indent="0">
                  <a:spcBef>
                    <a:spcPts val="600"/>
                  </a:spcBef>
                  <a:buNone/>
                </a:pPr>
                <a14:m>
                  <m:oMathPara xmlns:m="http://schemas.openxmlformats.org/officeDocument/2006/math">
                    <m:oMathParaPr>
                      <m:jc m:val="centerGroup"/>
                    </m:oMathParaPr>
                    <m:oMath xmlns:m="http://schemas.openxmlformats.org/officeDocument/2006/math">
                      <m:r>
                        <a:rPr lang="en-US" altLang="en-US" sz="2000" b="0" i="1" smtClean="0">
                          <a:latin typeface="Cambria Math" panose="02040503050406030204" pitchFamily="18" charset="0"/>
                        </a:rPr>
                        <m:t>𝑞</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10</m:t>
                          </m:r>
                        </m:e>
                      </m:d>
                      <m:r>
                        <a:rPr lang="en-US" altLang="en-US" sz="2000" b="0" i="1" smtClean="0">
                          <a:latin typeface="Cambria Math" panose="02040503050406030204" pitchFamily="18" charset="0"/>
                        </a:rPr>
                        <m:t>+</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1−</m:t>
                          </m:r>
                          <m:r>
                            <a:rPr lang="en-US" altLang="en-US" sz="2000" b="0" i="1" smtClean="0">
                              <a:latin typeface="Cambria Math" panose="02040503050406030204" pitchFamily="18" charset="0"/>
                            </a:rPr>
                            <m:t>𝑞</m:t>
                          </m:r>
                        </m:e>
                      </m:d>
                      <m:r>
                        <a:rPr lang="en-US" altLang="en-US" sz="2000" b="0" i="1" smtClean="0">
                          <a:latin typeface="Cambria Math" panose="02040503050406030204" pitchFamily="18" charset="0"/>
                        </a:rPr>
                        <m:t>0≥</m:t>
                      </m:r>
                      <m:r>
                        <a:rPr lang="en-US" altLang="en-US" sz="2000" b="0" i="1" smtClean="0">
                          <a:latin typeface="Cambria Math" panose="02040503050406030204" pitchFamily="18" charset="0"/>
                        </a:rPr>
                        <m:t>𝑞</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0</m:t>
                          </m:r>
                        </m:e>
                      </m:d>
                      <m:r>
                        <a:rPr lang="en-US" altLang="en-US" sz="2000" b="0" i="1" smtClean="0">
                          <a:latin typeface="Cambria Math" panose="02040503050406030204" pitchFamily="18" charset="0"/>
                        </a:rPr>
                        <m:t>+</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1−</m:t>
                          </m:r>
                          <m:r>
                            <a:rPr lang="en-US" altLang="en-US" sz="2000" b="0" i="1" smtClean="0">
                              <a:latin typeface="Cambria Math" panose="02040503050406030204" pitchFamily="18" charset="0"/>
                            </a:rPr>
                            <m:t>𝑞</m:t>
                          </m:r>
                        </m:e>
                      </m:d>
                      <m:r>
                        <a:rPr lang="en-US" altLang="en-US" sz="2000" b="0" i="1" smtClean="0">
                          <a:latin typeface="Cambria Math" panose="02040503050406030204" pitchFamily="18" charset="0"/>
                        </a:rPr>
                        <m:t>5</m:t>
                      </m:r>
                    </m:oMath>
                  </m:oMathPara>
                </a14:m>
                <a:endParaRPr lang="en-US" altLang="en-US" sz="2000" b="0" dirty="0"/>
              </a:p>
              <a:p>
                <a:pPr marL="0" indent="0" algn="ctr">
                  <a:spcBef>
                    <a:spcPts val="600"/>
                  </a:spcBef>
                  <a:buNone/>
                </a:pPr>
                <a14:m>
                  <m:oMath xmlns:m="http://schemas.openxmlformats.org/officeDocument/2006/math">
                    <m:r>
                      <a:rPr lang="en-US" altLang="en-US" sz="2000" b="0" i="1" smtClean="0">
                        <a:latin typeface="Cambria Math" panose="02040503050406030204" pitchFamily="18" charset="0"/>
                      </a:rPr>
                      <m:t>𝑞</m:t>
                    </m:r>
                    <m:r>
                      <a:rPr lang="en-US" altLang="en-US" sz="2000" b="1" i="1" smtClean="0">
                        <a:latin typeface="Cambria Math" panose="02040503050406030204" pitchFamily="18" charset="0"/>
                      </a:rPr>
                      <m:t>≥</m:t>
                    </m:r>
                    <m:r>
                      <a:rPr lang="en-US" altLang="en-US" sz="2000" b="0" i="1" smtClean="0">
                        <a:latin typeface="Cambria Math" panose="02040503050406030204" pitchFamily="18" charset="0"/>
                      </a:rPr>
                      <m:t>1/3</m:t>
                    </m:r>
                  </m:oMath>
                </a14:m>
                <a:r>
                  <a:rPr lang="en-US" altLang="en-US" sz="2000" dirty="0"/>
                  <a:t>  </a:t>
                </a:r>
              </a:p>
              <a:p>
                <a:pPr marL="0" indent="0" algn="ctr">
                  <a:spcBef>
                    <a:spcPts val="600"/>
                  </a:spcBef>
                  <a:buNone/>
                </a:pPr>
                <a:endParaRPr lang="en-US" altLang="en-US" sz="2000" dirty="0"/>
              </a:p>
              <a:p>
                <a:pPr marL="0" indent="0">
                  <a:spcBef>
                    <a:spcPts val="600"/>
                  </a:spcBef>
                  <a:buNone/>
                </a:pPr>
                <a:r>
                  <a:rPr lang="en-US" altLang="en-US" sz="2000" dirty="0"/>
                  <a:t>Choosing Opera is a best response for Husband if and only if</a:t>
                </a:r>
              </a:p>
              <a:p>
                <a:pPr marL="0" indent="0">
                  <a:spcBef>
                    <a:spcPts val="600"/>
                  </a:spcBef>
                  <a:buNone/>
                </a:pPr>
                <a:endParaRPr lang="en-US" altLang="en-US" sz="2000" dirty="0"/>
              </a:p>
              <a:p>
                <a:pPr marL="0" indent="0">
                  <a:spcBef>
                    <a:spcPts val="600"/>
                  </a:spcBef>
                  <a:buNone/>
                </a:pPr>
                <a14:m>
                  <m:oMathPara xmlns:m="http://schemas.openxmlformats.org/officeDocument/2006/math">
                    <m:oMathParaPr>
                      <m:jc m:val="centerGroup"/>
                    </m:oMathParaPr>
                    <m:oMath xmlns:m="http://schemas.openxmlformats.org/officeDocument/2006/math">
                      <m:r>
                        <a:rPr lang="en-US" altLang="en-US" sz="2000" i="1">
                          <a:latin typeface="Cambria Math" panose="02040503050406030204" pitchFamily="18" charset="0"/>
                        </a:rPr>
                        <m:t>𝑞</m:t>
                      </m:r>
                      <m:d>
                        <m:dPr>
                          <m:ctrlPr>
                            <a:rPr lang="en-US" altLang="en-US" sz="2000" i="1">
                              <a:latin typeface="Cambria Math" panose="02040503050406030204" pitchFamily="18" charset="0"/>
                            </a:rPr>
                          </m:ctrlPr>
                        </m:dPr>
                        <m:e>
                          <m:r>
                            <a:rPr lang="en-US" altLang="en-US" sz="2000" i="1">
                              <a:latin typeface="Cambria Math" panose="02040503050406030204" pitchFamily="18" charset="0"/>
                            </a:rPr>
                            <m:t>10</m:t>
                          </m:r>
                        </m:e>
                      </m:d>
                      <m:r>
                        <a:rPr lang="en-US" altLang="en-US" sz="2000" i="1">
                          <a:latin typeface="Cambria Math" panose="02040503050406030204" pitchFamily="18" charset="0"/>
                        </a:rPr>
                        <m:t>+</m:t>
                      </m:r>
                      <m:d>
                        <m:dPr>
                          <m:ctrlPr>
                            <a:rPr lang="en-US" altLang="en-US" sz="2000" i="1">
                              <a:latin typeface="Cambria Math" panose="02040503050406030204" pitchFamily="18" charset="0"/>
                            </a:rPr>
                          </m:ctrlPr>
                        </m:dPr>
                        <m:e>
                          <m:r>
                            <a:rPr lang="en-US" altLang="en-US" sz="2000" i="1">
                              <a:latin typeface="Cambria Math" panose="02040503050406030204" pitchFamily="18" charset="0"/>
                            </a:rPr>
                            <m:t>1−</m:t>
                          </m:r>
                          <m:r>
                            <a:rPr lang="en-US" altLang="en-US" sz="2000" i="1">
                              <a:latin typeface="Cambria Math" panose="02040503050406030204" pitchFamily="18" charset="0"/>
                            </a:rPr>
                            <m:t>𝑞</m:t>
                          </m:r>
                        </m:e>
                      </m:d>
                      <m:r>
                        <a:rPr lang="en-US" altLang="en-US" sz="2000" i="1">
                          <a:latin typeface="Cambria Math" panose="02040503050406030204" pitchFamily="18" charset="0"/>
                        </a:rPr>
                        <m:t>0</m:t>
                      </m:r>
                      <m:r>
                        <a:rPr lang="en-SG" altLang="en-US" sz="2000" b="0" i="1" smtClean="0">
                          <a:latin typeface="Cambria Math" panose="02040503050406030204" pitchFamily="18" charset="0"/>
                        </a:rPr>
                        <m:t>≤</m:t>
                      </m:r>
                      <m:r>
                        <a:rPr lang="en-US" altLang="en-US" sz="2000" i="1">
                          <a:latin typeface="Cambria Math" panose="02040503050406030204" pitchFamily="18" charset="0"/>
                        </a:rPr>
                        <m:t>𝑞</m:t>
                      </m:r>
                      <m:d>
                        <m:dPr>
                          <m:ctrlPr>
                            <a:rPr lang="en-US" altLang="en-US" sz="2000" i="1">
                              <a:latin typeface="Cambria Math" panose="02040503050406030204" pitchFamily="18" charset="0"/>
                            </a:rPr>
                          </m:ctrlPr>
                        </m:dPr>
                        <m:e>
                          <m:r>
                            <a:rPr lang="en-US" altLang="en-US" sz="2000" i="1">
                              <a:latin typeface="Cambria Math" panose="02040503050406030204" pitchFamily="18" charset="0"/>
                            </a:rPr>
                            <m:t>0</m:t>
                          </m:r>
                        </m:e>
                      </m:d>
                      <m:r>
                        <a:rPr lang="en-US" altLang="en-US" sz="2000" i="1">
                          <a:latin typeface="Cambria Math" panose="02040503050406030204" pitchFamily="18" charset="0"/>
                        </a:rPr>
                        <m:t>+</m:t>
                      </m:r>
                      <m:d>
                        <m:dPr>
                          <m:ctrlPr>
                            <a:rPr lang="en-US" altLang="en-US" sz="2000" i="1">
                              <a:latin typeface="Cambria Math" panose="02040503050406030204" pitchFamily="18" charset="0"/>
                            </a:rPr>
                          </m:ctrlPr>
                        </m:dPr>
                        <m:e>
                          <m:r>
                            <a:rPr lang="en-US" altLang="en-US" sz="2000" i="1">
                              <a:latin typeface="Cambria Math" panose="02040503050406030204" pitchFamily="18" charset="0"/>
                            </a:rPr>
                            <m:t>1−</m:t>
                          </m:r>
                          <m:r>
                            <a:rPr lang="en-US" altLang="en-US" sz="2000" i="1">
                              <a:latin typeface="Cambria Math" panose="02040503050406030204" pitchFamily="18" charset="0"/>
                            </a:rPr>
                            <m:t>𝑞</m:t>
                          </m:r>
                        </m:e>
                      </m:d>
                      <m:r>
                        <a:rPr lang="en-US" altLang="en-US" sz="2000" i="1">
                          <a:latin typeface="Cambria Math" panose="02040503050406030204" pitchFamily="18" charset="0"/>
                        </a:rPr>
                        <m:t>5</m:t>
                      </m:r>
                    </m:oMath>
                  </m:oMathPara>
                </a14:m>
                <a:endParaRPr lang="en-US" altLang="en-US" sz="2000" dirty="0"/>
              </a:p>
              <a:p>
                <a:pPr marL="0" indent="0" algn="ctr">
                  <a:spcBef>
                    <a:spcPts val="600"/>
                  </a:spcBef>
                  <a:buNone/>
                </a:pPr>
                <a14:m>
                  <m:oMath xmlns:m="http://schemas.openxmlformats.org/officeDocument/2006/math">
                    <m:r>
                      <a:rPr lang="en-US" altLang="en-US" sz="2000" i="1">
                        <a:latin typeface="Cambria Math" panose="02040503050406030204" pitchFamily="18" charset="0"/>
                      </a:rPr>
                      <m:t>𝑞</m:t>
                    </m:r>
                    <m:r>
                      <a:rPr lang="en-SG" altLang="en-US" sz="2000" b="0" i="1" smtClean="0">
                        <a:latin typeface="Cambria Math" panose="02040503050406030204" pitchFamily="18" charset="0"/>
                      </a:rPr>
                      <m:t>≤</m:t>
                    </m:r>
                    <m:r>
                      <a:rPr lang="en-US" altLang="en-US" sz="2000" i="1">
                        <a:latin typeface="Cambria Math" panose="02040503050406030204" pitchFamily="18" charset="0"/>
                      </a:rPr>
                      <m:t>1/3</m:t>
                    </m:r>
                  </m:oMath>
                </a14:m>
                <a:r>
                  <a:rPr lang="en-US" altLang="en-US" sz="2000" dirty="0"/>
                  <a:t>  </a:t>
                </a:r>
              </a:p>
              <a:p>
                <a:pPr marL="0" indent="0">
                  <a:spcBef>
                    <a:spcPts val="600"/>
                  </a:spcBef>
                  <a:buNone/>
                </a:pPr>
                <a:endParaRPr lang="en-US" altLang="en-US" sz="2000" dirty="0"/>
              </a:p>
              <a:p>
                <a:pPr>
                  <a:spcBef>
                    <a:spcPts val="600"/>
                  </a:spcBef>
                </a:pPr>
                <a:endParaRPr lang="en-US" altLang="en-US" sz="2000" dirty="0"/>
              </a:p>
              <a:p>
                <a:pPr lvl="1">
                  <a:spcBef>
                    <a:spcPts val="600"/>
                  </a:spcBef>
                </a:pPr>
                <a:endParaRPr lang="en-US" altLang="en-US" sz="1600" dirty="0"/>
              </a:p>
              <a:p>
                <a:pPr>
                  <a:spcBef>
                    <a:spcPts val="600"/>
                  </a:spcBef>
                </a:pPr>
                <a:endParaRPr lang="en-US" altLang="en-US" sz="2000" dirty="0"/>
              </a:p>
              <a:p>
                <a:pPr>
                  <a:spcBef>
                    <a:spcPts val="600"/>
                  </a:spcBef>
                </a:pPr>
                <a:endParaRPr lang="en-US" altLang="en-US" sz="1800" dirty="0"/>
              </a:p>
              <a:p>
                <a:pPr>
                  <a:spcBef>
                    <a:spcPts val="600"/>
                  </a:spcBef>
                </a:pPr>
                <a:endParaRPr lang="en-US" altLang="en-US" sz="1800" dirty="0"/>
              </a:p>
              <a:p>
                <a:pPr>
                  <a:spcBef>
                    <a:spcPts val="600"/>
                  </a:spcBef>
                </a:pPr>
                <a:endParaRPr lang="en-US" altLang="en-US" sz="2400" dirty="0"/>
              </a:p>
              <a:p>
                <a:pPr lvl="2">
                  <a:spcBef>
                    <a:spcPts val="600"/>
                  </a:spcBef>
                </a:pPr>
                <a:endParaRPr lang="en-US" altLang="en-US" sz="1800" dirty="0"/>
              </a:p>
              <a:p>
                <a:pPr lvl="1">
                  <a:spcBef>
                    <a:spcPts val="600"/>
                  </a:spcBef>
                </a:pPr>
                <a:endParaRPr lang="en-US" altLang="en-US" sz="2000" dirty="0"/>
              </a:p>
              <a:p>
                <a:pPr>
                  <a:spcBef>
                    <a:spcPts val="600"/>
                  </a:spcBef>
                </a:pPr>
                <a:endParaRPr lang="en-US" altLang="en-US" sz="2400" dirty="0"/>
              </a:p>
              <a:p>
                <a:pPr>
                  <a:spcBef>
                    <a:spcPts val="600"/>
                  </a:spcBef>
                </a:pPr>
                <a:endParaRPr lang="en-US" altLang="en-US" sz="2400" dirty="0"/>
              </a:p>
              <a:p>
                <a:pPr lvl="1">
                  <a:spcBef>
                    <a:spcPts val="600"/>
                  </a:spcBef>
                </a:pPr>
                <a:endParaRPr lang="en-US" altLang="en-US" sz="2000" dirty="0"/>
              </a:p>
              <a:p>
                <a:pPr lvl="2">
                  <a:spcBef>
                    <a:spcPts val="600"/>
                  </a:spcBef>
                </a:pPr>
                <a:endParaRPr lang="en-US" altLang="en-US" sz="1800" dirty="0"/>
              </a:p>
            </p:txBody>
          </p:sp>
        </mc:Choice>
        <mc:Fallback xmlns="">
          <p:sp>
            <p:nvSpPr>
              <p:cNvPr id="3" name="Rectangle 3">
                <a:extLst>
                  <a:ext uri="{FF2B5EF4-FFF2-40B4-BE49-F238E27FC236}">
                    <a16:creationId xmlns:a16="http://schemas.microsoft.com/office/drawing/2014/main" id="{34C6196F-CEB9-4FE3-8920-4C9C471A5A9A}"/>
                  </a:ext>
                </a:extLst>
              </p:cNvPr>
              <p:cNvSpPr txBox="1">
                <a:spLocks noRot="1" noChangeAspect="1" noMove="1" noResize="1" noEditPoints="1" noAdjustHandles="1" noChangeArrowheads="1" noChangeShapeType="1" noTextEdit="1"/>
              </p:cNvSpPr>
              <p:nvPr/>
            </p:nvSpPr>
            <p:spPr>
              <a:xfrm>
                <a:off x="1072243" y="1600877"/>
                <a:ext cx="10047514" cy="4755473"/>
              </a:xfrm>
              <a:prstGeom prst="rect">
                <a:avLst/>
              </a:prstGeom>
              <a:blipFill>
                <a:blip r:embed="rId3"/>
                <a:stretch>
                  <a:fillRect l="-667" t="-1923"/>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B8DFAE04-E152-4A92-9DF3-CDB18F8C3F8D}"/>
              </a:ext>
            </a:extLst>
          </p:cNvPr>
          <p:cNvSpPr>
            <a:spLocks noGrp="1"/>
          </p:cNvSpPr>
          <p:nvPr>
            <p:ph type="sldNum" sz="quarter" idx="12"/>
          </p:nvPr>
        </p:nvSpPr>
        <p:spPr/>
        <p:txBody>
          <a:bodyPr/>
          <a:lstStyle/>
          <a:p>
            <a:fld id="{104D1C85-D14C-4D1F-B1AC-077E19A989F2}" type="slidenum">
              <a:rPr lang="en-GB" smtClean="0"/>
              <a:t>12</a:t>
            </a:fld>
            <a:endParaRPr lang="en-GB"/>
          </a:p>
        </p:txBody>
      </p:sp>
    </p:spTree>
    <p:extLst>
      <p:ext uri="{BB962C8B-B14F-4D97-AF65-F5344CB8AC3E}">
        <p14:creationId xmlns:p14="http://schemas.microsoft.com/office/powerpoint/2010/main" val="3123568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Solving for all NE (Husband’s BR)</a:t>
            </a: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34C6196F-CEB9-4FE3-8920-4C9C471A5A9A}"/>
                  </a:ext>
                </a:extLst>
              </p:cNvPr>
              <p:cNvSpPr txBox="1">
                <a:spLocks noChangeArrowheads="1"/>
              </p:cNvSpPr>
              <p:nvPr/>
            </p:nvSpPr>
            <p:spPr>
              <a:xfrm>
                <a:off x="1072243" y="1600877"/>
                <a:ext cx="10047514" cy="47554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600"/>
                  </a:spcBef>
                  <a:buNone/>
                </a:pPr>
                <a:endParaRPr lang="en-US" altLang="en-US" sz="2000" dirty="0"/>
              </a:p>
              <a:p>
                <a:pPr>
                  <a:spcBef>
                    <a:spcPts val="600"/>
                  </a:spcBef>
                </a:pPr>
                <a:r>
                  <a:rPr lang="en-US" altLang="en-US" sz="2000" dirty="0"/>
                  <a:t>The Husband’s best response correspondence to any mixed strategy of his Wife </a:t>
                </a:r>
                <a14:m>
                  <m:oMath xmlns:m="http://schemas.openxmlformats.org/officeDocument/2006/math">
                    <m:r>
                      <a:rPr lang="en-SG" altLang="en-US" sz="2000" b="0" i="1" smtClean="0">
                        <a:latin typeface="Cambria Math" panose="02040503050406030204" pitchFamily="18" charset="0"/>
                      </a:rPr>
                      <m:t>𝑞</m:t>
                    </m:r>
                  </m:oMath>
                </a14:m>
                <a:r>
                  <a:rPr lang="en-US" altLang="en-US" sz="2000" dirty="0"/>
                  <a:t> is:</a:t>
                </a:r>
              </a:p>
              <a:p>
                <a:pPr>
                  <a:spcBef>
                    <a:spcPts val="600"/>
                  </a:spcBef>
                </a:pPr>
                <a:endParaRPr lang="en-US" altLang="en-US" sz="2000" dirty="0"/>
              </a:p>
              <a:p>
                <a:pPr lvl="1">
                  <a:spcBef>
                    <a:spcPts val="600"/>
                  </a:spcBef>
                </a:pPr>
                <a:r>
                  <a:rPr lang="en-US" altLang="en-US" sz="2000" dirty="0"/>
                  <a:t>If </a:t>
                </a:r>
                <a14:m>
                  <m:oMath xmlns:m="http://schemas.openxmlformats.org/officeDocument/2006/math">
                    <m:r>
                      <a:rPr lang="en-US" altLang="en-US" sz="2000" b="0" i="1" smtClean="0">
                        <a:latin typeface="Cambria Math" panose="02040503050406030204" pitchFamily="18" charset="0"/>
                      </a:rPr>
                      <m:t>𝑞</m:t>
                    </m:r>
                    <m:r>
                      <a:rPr lang="en-US" altLang="en-US" sz="2000" b="0" i="1" smtClean="0">
                        <a:latin typeface="Cambria Math" panose="02040503050406030204" pitchFamily="18" charset="0"/>
                      </a:rPr>
                      <m:t>&gt;</m:t>
                    </m:r>
                    <m:f>
                      <m:fPr>
                        <m:ctrlPr>
                          <a:rPr lang="en-US" altLang="en-US" sz="2000" b="0" i="1" smtClean="0">
                            <a:latin typeface="Cambria Math" panose="02040503050406030204" pitchFamily="18" charset="0"/>
                          </a:rPr>
                        </m:ctrlPr>
                      </m:fPr>
                      <m:num>
                        <m:r>
                          <a:rPr lang="en-US" altLang="en-US" sz="2000" b="0" i="1" smtClean="0">
                            <a:latin typeface="Cambria Math" panose="02040503050406030204" pitchFamily="18" charset="0"/>
                          </a:rPr>
                          <m:t>1</m:t>
                        </m:r>
                      </m:num>
                      <m:den>
                        <m:r>
                          <a:rPr lang="en-US" altLang="en-US" sz="2000" b="0" i="1" smtClean="0">
                            <a:latin typeface="Cambria Math" panose="02040503050406030204" pitchFamily="18" charset="0"/>
                          </a:rPr>
                          <m:t>3</m:t>
                        </m:r>
                      </m:den>
                    </m:f>
                  </m:oMath>
                </a14:m>
                <a:r>
                  <a:rPr lang="en-US" altLang="en-US" sz="2000" dirty="0"/>
                  <a:t>, playing Football is a best response for Husband; i.e. </a:t>
                </a:r>
                <a14:m>
                  <m:oMath xmlns:m="http://schemas.openxmlformats.org/officeDocument/2006/math">
                    <m:r>
                      <a:rPr lang="en-US" altLang="en-US" sz="2000" b="0" i="1" smtClean="0">
                        <a:latin typeface="Cambria Math" panose="02040503050406030204" pitchFamily="18" charset="0"/>
                      </a:rPr>
                      <m:t>𝑝</m:t>
                    </m:r>
                    <m:r>
                      <a:rPr lang="en-US" altLang="en-US" sz="2000" b="0" i="1" smtClean="0">
                        <a:latin typeface="Cambria Math" panose="02040503050406030204" pitchFamily="18" charset="0"/>
                      </a:rPr>
                      <m:t>=1</m:t>
                    </m:r>
                  </m:oMath>
                </a14:m>
                <a:r>
                  <a:rPr lang="en-US" altLang="en-US" sz="2000" dirty="0"/>
                  <a:t>.</a:t>
                </a:r>
              </a:p>
              <a:p>
                <a:pPr lvl="1">
                  <a:spcBef>
                    <a:spcPts val="600"/>
                  </a:spcBef>
                </a:pPr>
                <a:r>
                  <a:rPr lang="en-US" altLang="en-US" sz="2000" dirty="0"/>
                  <a:t>If </a:t>
                </a:r>
                <a14:m>
                  <m:oMath xmlns:m="http://schemas.openxmlformats.org/officeDocument/2006/math">
                    <m:r>
                      <a:rPr lang="en-US" altLang="en-US" sz="2000" b="0" i="1" smtClean="0">
                        <a:latin typeface="Cambria Math" panose="02040503050406030204" pitchFamily="18" charset="0"/>
                      </a:rPr>
                      <m:t>𝑞</m:t>
                    </m:r>
                    <m:r>
                      <a:rPr lang="en-US" altLang="en-US" sz="2000" b="0" i="1" smtClean="0">
                        <a:latin typeface="Cambria Math" panose="02040503050406030204" pitchFamily="18" charset="0"/>
                      </a:rPr>
                      <m:t>&lt;</m:t>
                    </m:r>
                    <m:f>
                      <m:fPr>
                        <m:ctrlPr>
                          <a:rPr lang="en-US" altLang="en-US" sz="2000" b="0" i="1" smtClean="0">
                            <a:latin typeface="Cambria Math" panose="02040503050406030204" pitchFamily="18" charset="0"/>
                          </a:rPr>
                        </m:ctrlPr>
                      </m:fPr>
                      <m:num>
                        <m:r>
                          <a:rPr lang="en-US" altLang="en-US" sz="2000" b="0" i="1" smtClean="0">
                            <a:latin typeface="Cambria Math" panose="02040503050406030204" pitchFamily="18" charset="0"/>
                          </a:rPr>
                          <m:t>1</m:t>
                        </m:r>
                      </m:num>
                      <m:den>
                        <m:r>
                          <a:rPr lang="en-US" altLang="en-US" sz="2000" b="0" i="1" smtClean="0">
                            <a:latin typeface="Cambria Math" panose="02040503050406030204" pitchFamily="18" charset="0"/>
                          </a:rPr>
                          <m:t>3</m:t>
                        </m:r>
                      </m:den>
                    </m:f>
                  </m:oMath>
                </a14:m>
                <a:r>
                  <a:rPr lang="en-US" altLang="en-US" sz="2000" dirty="0"/>
                  <a:t>, playing Opera is a best response for Husband; i.e. </a:t>
                </a:r>
                <a14:m>
                  <m:oMath xmlns:m="http://schemas.openxmlformats.org/officeDocument/2006/math">
                    <m:r>
                      <a:rPr lang="en-US" altLang="en-US" sz="2000" b="0" i="1" smtClean="0">
                        <a:latin typeface="Cambria Math" panose="02040503050406030204" pitchFamily="18" charset="0"/>
                      </a:rPr>
                      <m:t>𝑝</m:t>
                    </m:r>
                    <m:r>
                      <a:rPr lang="en-US" altLang="en-US" sz="2000" b="0" i="1" smtClean="0">
                        <a:latin typeface="Cambria Math" panose="02040503050406030204" pitchFamily="18" charset="0"/>
                      </a:rPr>
                      <m:t>=0</m:t>
                    </m:r>
                  </m:oMath>
                </a14:m>
                <a:r>
                  <a:rPr lang="en-US" altLang="en-US" sz="2000" dirty="0"/>
                  <a:t>.</a:t>
                </a:r>
              </a:p>
              <a:p>
                <a:pPr lvl="1">
                  <a:spcBef>
                    <a:spcPts val="600"/>
                  </a:spcBef>
                </a:pPr>
                <a:r>
                  <a:rPr lang="en-US" altLang="en-US" sz="2000" dirty="0"/>
                  <a:t>If </a:t>
                </a:r>
                <a14:m>
                  <m:oMath xmlns:m="http://schemas.openxmlformats.org/officeDocument/2006/math">
                    <m:r>
                      <a:rPr lang="en-US" altLang="en-US" sz="2000" b="0" i="1" smtClean="0">
                        <a:latin typeface="Cambria Math" panose="02040503050406030204" pitchFamily="18" charset="0"/>
                      </a:rPr>
                      <m:t>𝑞</m:t>
                    </m:r>
                    <m:r>
                      <a:rPr lang="en-US" altLang="en-US" sz="2000" b="0" i="1" smtClean="0">
                        <a:latin typeface="Cambria Math" panose="02040503050406030204" pitchFamily="18" charset="0"/>
                      </a:rPr>
                      <m:t>=</m:t>
                    </m:r>
                    <m:f>
                      <m:fPr>
                        <m:ctrlPr>
                          <a:rPr lang="en-US" altLang="en-US" sz="2000" b="0" i="1" smtClean="0">
                            <a:latin typeface="Cambria Math" panose="02040503050406030204" pitchFamily="18" charset="0"/>
                          </a:rPr>
                        </m:ctrlPr>
                      </m:fPr>
                      <m:num>
                        <m:r>
                          <a:rPr lang="en-US" altLang="en-US" sz="2000" b="0" i="1" smtClean="0">
                            <a:latin typeface="Cambria Math" panose="02040503050406030204" pitchFamily="18" charset="0"/>
                          </a:rPr>
                          <m:t>1</m:t>
                        </m:r>
                      </m:num>
                      <m:den>
                        <m:r>
                          <a:rPr lang="en-US" altLang="en-US" sz="2000" b="0" i="1" smtClean="0">
                            <a:latin typeface="Cambria Math" panose="02040503050406030204" pitchFamily="18" charset="0"/>
                          </a:rPr>
                          <m:t>3</m:t>
                        </m:r>
                      </m:den>
                    </m:f>
                  </m:oMath>
                </a14:m>
                <a:r>
                  <a:rPr lang="en-US" altLang="en-US" sz="2000" dirty="0"/>
                  <a:t>, playing either Opera or Football is a best response for Husband; i.e. </a:t>
                </a:r>
                <a14:m>
                  <m:oMath xmlns:m="http://schemas.openxmlformats.org/officeDocument/2006/math">
                    <m:r>
                      <a:rPr lang="en-US" altLang="en-US" sz="2000" b="0" i="1" smtClean="0">
                        <a:latin typeface="Cambria Math" panose="02040503050406030204" pitchFamily="18" charset="0"/>
                      </a:rPr>
                      <m:t>𝑝</m:t>
                    </m:r>
                    <m:r>
                      <a:rPr lang="en-US" altLang="en-US" sz="2000" b="0" i="1" smtClean="0">
                        <a:latin typeface="Cambria Math" panose="02040503050406030204" pitchFamily="18" charset="0"/>
                      </a:rPr>
                      <m:t>∈[0 , 1]</m:t>
                    </m:r>
                  </m:oMath>
                </a14:m>
                <a:endParaRPr lang="en-US" altLang="en-US" sz="2000" dirty="0"/>
              </a:p>
              <a:p>
                <a:pPr lvl="1">
                  <a:spcBef>
                    <a:spcPts val="600"/>
                  </a:spcBef>
                </a:pPr>
                <a:endParaRPr lang="en-US" altLang="en-US" sz="1600" dirty="0"/>
              </a:p>
              <a:p>
                <a:pPr lvl="1">
                  <a:spcBef>
                    <a:spcPts val="600"/>
                  </a:spcBef>
                </a:pPr>
                <a:endParaRPr lang="en-US" altLang="en-US" sz="1600" dirty="0"/>
              </a:p>
              <a:p>
                <a:pPr>
                  <a:spcBef>
                    <a:spcPts val="600"/>
                  </a:spcBef>
                </a:pPr>
                <a:r>
                  <a:rPr lang="en-US" altLang="en-US" sz="2000" dirty="0"/>
                  <a:t>Remember </a:t>
                </a:r>
                <a14:m>
                  <m:oMath xmlns:m="http://schemas.openxmlformats.org/officeDocument/2006/math">
                    <m:r>
                      <a:rPr lang="en-SG" altLang="en-US" sz="2000" b="0" i="1" smtClean="0">
                        <a:latin typeface="Cambria Math" panose="02040503050406030204" pitchFamily="18" charset="0"/>
                      </a:rPr>
                      <m:t>𝑝</m:t>
                    </m:r>
                  </m:oMath>
                </a14:m>
                <a:r>
                  <a:rPr lang="en-US" altLang="en-US" sz="2000" dirty="0"/>
                  <a:t> is the probability of choosing Football in the Husband’s mixed strategy.</a:t>
                </a:r>
              </a:p>
              <a:p>
                <a:pPr>
                  <a:spcBef>
                    <a:spcPts val="600"/>
                  </a:spcBef>
                </a:pPr>
                <a:endParaRPr lang="en-US" altLang="en-US" sz="1800" dirty="0"/>
              </a:p>
              <a:p>
                <a:pPr>
                  <a:spcBef>
                    <a:spcPts val="600"/>
                  </a:spcBef>
                </a:pPr>
                <a:endParaRPr lang="en-US" altLang="en-US" sz="1800" dirty="0"/>
              </a:p>
              <a:p>
                <a:pPr>
                  <a:spcBef>
                    <a:spcPts val="600"/>
                  </a:spcBef>
                </a:pPr>
                <a:endParaRPr lang="en-US" altLang="en-US" sz="2400" dirty="0"/>
              </a:p>
              <a:p>
                <a:pPr lvl="2">
                  <a:spcBef>
                    <a:spcPts val="600"/>
                  </a:spcBef>
                </a:pPr>
                <a:endParaRPr lang="en-US" altLang="en-US" sz="1800" dirty="0"/>
              </a:p>
              <a:p>
                <a:pPr lvl="1">
                  <a:spcBef>
                    <a:spcPts val="600"/>
                  </a:spcBef>
                </a:pPr>
                <a:endParaRPr lang="en-US" altLang="en-US" sz="2000" dirty="0"/>
              </a:p>
              <a:p>
                <a:pPr>
                  <a:spcBef>
                    <a:spcPts val="600"/>
                  </a:spcBef>
                </a:pPr>
                <a:endParaRPr lang="en-US" altLang="en-US" sz="2400" dirty="0"/>
              </a:p>
              <a:p>
                <a:pPr>
                  <a:spcBef>
                    <a:spcPts val="600"/>
                  </a:spcBef>
                </a:pPr>
                <a:endParaRPr lang="en-US" altLang="en-US" sz="2400" dirty="0"/>
              </a:p>
              <a:p>
                <a:pPr lvl="1">
                  <a:spcBef>
                    <a:spcPts val="600"/>
                  </a:spcBef>
                </a:pPr>
                <a:endParaRPr lang="en-US" altLang="en-US" sz="2000" dirty="0"/>
              </a:p>
              <a:p>
                <a:pPr lvl="2">
                  <a:spcBef>
                    <a:spcPts val="600"/>
                  </a:spcBef>
                </a:pPr>
                <a:endParaRPr lang="en-US" altLang="en-US" sz="1800" dirty="0"/>
              </a:p>
            </p:txBody>
          </p:sp>
        </mc:Choice>
        <mc:Fallback xmlns="">
          <p:sp>
            <p:nvSpPr>
              <p:cNvPr id="3" name="Rectangle 3">
                <a:extLst>
                  <a:ext uri="{FF2B5EF4-FFF2-40B4-BE49-F238E27FC236}">
                    <a16:creationId xmlns:a16="http://schemas.microsoft.com/office/drawing/2014/main" id="{34C6196F-CEB9-4FE3-8920-4C9C471A5A9A}"/>
                  </a:ext>
                </a:extLst>
              </p:cNvPr>
              <p:cNvSpPr txBox="1">
                <a:spLocks noRot="1" noChangeAspect="1" noMove="1" noResize="1" noEditPoints="1" noAdjustHandles="1" noChangeArrowheads="1" noChangeShapeType="1" noTextEdit="1"/>
              </p:cNvSpPr>
              <p:nvPr/>
            </p:nvSpPr>
            <p:spPr>
              <a:xfrm>
                <a:off x="1072243" y="1600877"/>
                <a:ext cx="10047514" cy="4755473"/>
              </a:xfrm>
              <a:prstGeom prst="rect">
                <a:avLst/>
              </a:prstGeom>
              <a:blipFill>
                <a:blip r:embed="rId3"/>
                <a:stretch>
                  <a:fillRect l="-546"/>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B8DFAE04-E152-4A92-9DF3-CDB18F8C3F8D}"/>
              </a:ext>
            </a:extLst>
          </p:cNvPr>
          <p:cNvSpPr>
            <a:spLocks noGrp="1"/>
          </p:cNvSpPr>
          <p:nvPr>
            <p:ph type="sldNum" sz="quarter" idx="12"/>
          </p:nvPr>
        </p:nvSpPr>
        <p:spPr/>
        <p:txBody>
          <a:bodyPr/>
          <a:lstStyle/>
          <a:p>
            <a:fld id="{104D1C85-D14C-4D1F-B1AC-077E19A989F2}" type="slidenum">
              <a:rPr lang="en-GB" smtClean="0"/>
              <a:t>13</a:t>
            </a:fld>
            <a:endParaRPr lang="en-GB"/>
          </a:p>
        </p:txBody>
      </p:sp>
    </p:spTree>
    <p:extLst>
      <p:ext uri="{BB962C8B-B14F-4D97-AF65-F5344CB8AC3E}">
        <p14:creationId xmlns:p14="http://schemas.microsoft.com/office/powerpoint/2010/main" val="4245692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Solving for all NE (Wife’s BR)</a:t>
            </a: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34C6196F-CEB9-4FE3-8920-4C9C471A5A9A}"/>
                  </a:ext>
                </a:extLst>
              </p:cNvPr>
              <p:cNvSpPr txBox="1">
                <a:spLocks noChangeArrowheads="1"/>
              </p:cNvSpPr>
              <p:nvPr/>
            </p:nvSpPr>
            <p:spPr>
              <a:xfrm>
                <a:off x="1072243" y="1600877"/>
                <a:ext cx="10047514" cy="47554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altLang="en-US" sz="2000" b="1" dirty="0"/>
                  <a:t>Likewise, suppose that Husband is playing </a:t>
                </a:r>
                <a14:m>
                  <m:oMath xmlns:m="http://schemas.openxmlformats.org/officeDocument/2006/math">
                    <m:sSub>
                      <m:sSubPr>
                        <m:ctrlPr>
                          <a:rPr lang="en-US" altLang="en-US" sz="2000" b="1" i="1" smtClean="0">
                            <a:latin typeface="Cambria Math" panose="02040503050406030204" pitchFamily="18" charset="0"/>
                          </a:rPr>
                        </m:ctrlPr>
                      </m:sSubPr>
                      <m:e>
                        <m:r>
                          <a:rPr lang="en-US" altLang="en-US" sz="2000" b="1" i="1" smtClean="0">
                            <a:latin typeface="Cambria Math" panose="02040503050406030204" pitchFamily="18" charset="0"/>
                          </a:rPr>
                          <m:t>𝝈</m:t>
                        </m:r>
                      </m:e>
                      <m:sub>
                        <m:r>
                          <a:rPr lang="en-US" altLang="en-US" sz="2000" b="1" i="1" smtClean="0">
                            <a:latin typeface="Cambria Math" panose="02040503050406030204" pitchFamily="18" charset="0"/>
                          </a:rPr>
                          <m:t>𝒉</m:t>
                        </m:r>
                      </m:sub>
                    </m:sSub>
                  </m:oMath>
                </a14:m>
                <a:r>
                  <a:rPr lang="en-US" altLang="en-US" sz="2000" b="1" dirty="0"/>
                  <a:t>: choose Football with probability </a:t>
                </a:r>
                <a14:m>
                  <m:oMath xmlns:m="http://schemas.openxmlformats.org/officeDocument/2006/math">
                    <m:r>
                      <a:rPr lang="en-US" altLang="en-US" sz="2000" b="1" i="1" smtClean="0">
                        <a:latin typeface="Cambria Math" panose="02040503050406030204" pitchFamily="18" charset="0"/>
                      </a:rPr>
                      <m:t>𝒑</m:t>
                    </m:r>
                  </m:oMath>
                </a14:m>
                <a:endParaRPr lang="en-US" altLang="en-US" sz="2000" b="1" dirty="0"/>
              </a:p>
              <a:p>
                <a:pPr>
                  <a:spcBef>
                    <a:spcPts val="600"/>
                  </a:spcBef>
                </a:pPr>
                <a:endParaRPr lang="en-US" altLang="en-US" sz="2000" dirty="0"/>
              </a:p>
              <a:p>
                <a:pPr marL="0" indent="0">
                  <a:spcBef>
                    <a:spcPts val="600"/>
                  </a:spcBef>
                  <a:buNone/>
                </a:pPr>
                <a:r>
                  <a:rPr lang="en-US" altLang="en-US" sz="2000" dirty="0"/>
                  <a:t>Choosing Football is a best response for Wife if and only if</a:t>
                </a:r>
              </a:p>
              <a:p>
                <a:pPr marL="0" indent="0">
                  <a:spcBef>
                    <a:spcPts val="600"/>
                  </a:spcBef>
                  <a:buNone/>
                </a:pPr>
                <a:endParaRPr lang="en-US" altLang="en-US" sz="2000" dirty="0"/>
              </a:p>
              <a:p>
                <a:pPr marL="0" indent="0">
                  <a:spcBef>
                    <a:spcPts val="600"/>
                  </a:spcBef>
                  <a:buNone/>
                </a:pPr>
                <a14:m>
                  <m:oMathPara xmlns:m="http://schemas.openxmlformats.org/officeDocument/2006/math">
                    <m:oMathParaPr>
                      <m:jc m:val="centerGroup"/>
                    </m:oMathParaPr>
                    <m:oMath xmlns:m="http://schemas.openxmlformats.org/officeDocument/2006/math">
                      <m:r>
                        <a:rPr lang="en-US" altLang="en-US" sz="2000" b="0" i="1" smtClean="0">
                          <a:latin typeface="Cambria Math" panose="02040503050406030204" pitchFamily="18" charset="0"/>
                        </a:rPr>
                        <m:t>𝑝</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5</m:t>
                          </m:r>
                        </m:e>
                      </m:d>
                      <m:r>
                        <a:rPr lang="en-US" altLang="en-US" sz="2000" b="0" i="1" smtClean="0">
                          <a:latin typeface="Cambria Math" panose="02040503050406030204" pitchFamily="18" charset="0"/>
                        </a:rPr>
                        <m:t>+</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1−</m:t>
                          </m:r>
                          <m:r>
                            <a:rPr lang="en-US" altLang="en-US" sz="2000" b="0" i="1" smtClean="0">
                              <a:latin typeface="Cambria Math" panose="02040503050406030204" pitchFamily="18" charset="0"/>
                            </a:rPr>
                            <m:t>𝑝</m:t>
                          </m:r>
                        </m:e>
                      </m:d>
                      <m:r>
                        <a:rPr lang="en-US" altLang="en-US" sz="2000" b="0" i="1" smtClean="0">
                          <a:latin typeface="Cambria Math" panose="02040503050406030204" pitchFamily="18" charset="0"/>
                        </a:rPr>
                        <m:t>0≥</m:t>
                      </m:r>
                      <m:r>
                        <a:rPr lang="en-US" altLang="en-US" sz="2000" b="0" i="1" smtClean="0">
                          <a:latin typeface="Cambria Math" panose="02040503050406030204" pitchFamily="18" charset="0"/>
                        </a:rPr>
                        <m:t>𝑝</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0</m:t>
                          </m:r>
                        </m:e>
                      </m:d>
                      <m:r>
                        <a:rPr lang="en-US" altLang="en-US" sz="2000" b="0" i="1" smtClean="0">
                          <a:latin typeface="Cambria Math" panose="02040503050406030204" pitchFamily="18" charset="0"/>
                        </a:rPr>
                        <m:t>+</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1−</m:t>
                          </m:r>
                          <m:r>
                            <a:rPr lang="en-US" altLang="en-US" sz="2000" b="0" i="1" smtClean="0">
                              <a:latin typeface="Cambria Math" panose="02040503050406030204" pitchFamily="18" charset="0"/>
                            </a:rPr>
                            <m:t>𝑝</m:t>
                          </m:r>
                        </m:e>
                      </m:d>
                      <m:r>
                        <a:rPr lang="en-US" altLang="en-US" sz="2000" b="0" i="1" smtClean="0">
                          <a:latin typeface="Cambria Math" panose="02040503050406030204" pitchFamily="18" charset="0"/>
                        </a:rPr>
                        <m:t>10</m:t>
                      </m:r>
                    </m:oMath>
                  </m:oMathPara>
                </a14:m>
                <a:endParaRPr lang="en-US" altLang="en-US" sz="2000" b="0" dirty="0"/>
              </a:p>
              <a:p>
                <a:pPr marL="0" indent="0" algn="ctr">
                  <a:spcBef>
                    <a:spcPts val="600"/>
                  </a:spcBef>
                  <a:buNone/>
                </a:pPr>
                <a14:m>
                  <m:oMath xmlns:m="http://schemas.openxmlformats.org/officeDocument/2006/math">
                    <m:r>
                      <a:rPr lang="en-US" altLang="en-US" sz="2000" b="0" i="1" smtClean="0">
                        <a:latin typeface="Cambria Math" panose="02040503050406030204" pitchFamily="18" charset="0"/>
                      </a:rPr>
                      <m:t>𝑝</m:t>
                    </m:r>
                    <m:r>
                      <a:rPr lang="en-US" altLang="en-US" sz="2000" b="0" i="1" smtClean="0">
                        <a:latin typeface="Cambria Math" panose="02040503050406030204" pitchFamily="18" charset="0"/>
                      </a:rPr>
                      <m:t>≥2/3</m:t>
                    </m:r>
                  </m:oMath>
                </a14:m>
                <a:r>
                  <a:rPr lang="en-US" altLang="en-US" sz="2000" dirty="0"/>
                  <a:t>  </a:t>
                </a:r>
              </a:p>
              <a:p>
                <a:pPr marL="0" indent="0">
                  <a:spcBef>
                    <a:spcPts val="600"/>
                  </a:spcBef>
                  <a:buNone/>
                </a:pPr>
                <a:r>
                  <a:rPr lang="en-US" altLang="en-US" sz="2000" dirty="0"/>
                  <a:t>And so on…</a:t>
                </a:r>
              </a:p>
              <a:p>
                <a:pPr marL="0" indent="0" algn="ctr">
                  <a:spcBef>
                    <a:spcPts val="600"/>
                  </a:spcBef>
                  <a:buNone/>
                </a:pPr>
                <a:endParaRPr lang="en-US" altLang="en-US" sz="2000" dirty="0"/>
              </a:p>
              <a:p>
                <a:pPr>
                  <a:spcBef>
                    <a:spcPts val="600"/>
                  </a:spcBef>
                </a:pPr>
                <a:r>
                  <a:rPr lang="en-US" altLang="en-US" sz="2000" dirty="0"/>
                  <a:t>The Wife’s best response correspondence to any strategy of her husband, </a:t>
                </a:r>
                <a14:m>
                  <m:oMath xmlns:m="http://schemas.openxmlformats.org/officeDocument/2006/math">
                    <m:r>
                      <a:rPr lang="en-SG" altLang="en-US" sz="2000" b="0" i="1" smtClean="0">
                        <a:latin typeface="Cambria Math" panose="02040503050406030204" pitchFamily="18" charset="0"/>
                      </a:rPr>
                      <m:t>𝑝</m:t>
                    </m:r>
                  </m:oMath>
                </a14:m>
                <a:endParaRPr lang="en-US" altLang="en-US" sz="2000" dirty="0"/>
              </a:p>
              <a:p>
                <a:pPr lvl="1">
                  <a:spcBef>
                    <a:spcPts val="600"/>
                  </a:spcBef>
                </a:pPr>
                <a:r>
                  <a:rPr lang="en-US" altLang="en-US" sz="1800" dirty="0"/>
                  <a:t>If </a:t>
                </a:r>
                <a14:m>
                  <m:oMath xmlns:m="http://schemas.openxmlformats.org/officeDocument/2006/math">
                    <m:r>
                      <a:rPr lang="en-US" altLang="en-US" sz="1800" b="0" i="1" smtClean="0">
                        <a:latin typeface="Cambria Math" panose="02040503050406030204" pitchFamily="18" charset="0"/>
                      </a:rPr>
                      <m:t>𝑝</m:t>
                    </m:r>
                    <m:r>
                      <a:rPr lang="en-US" altLang="en-US" sz="1800" b="0" i="1" smtClean="0">
                        <a:latin typeface="Cambria Math" panose="02040503050406030204" pitchFamily="18" charset="0"/>
                      </a:rPr>
                      <m:t>&gt;</m:t>
                    </m:r>
                    <m:f>
                      <m:fPr>
                        <m:ctrlPr>
                          <a:rPr lang="en-US" altLang="en-US" sz="1800" b="0" i="1" smtClean="0">
                            <a:latin typeface="Cambria Math" panose="02040503050406030204" pitchFamily="18" charset="0"/>
                          </a:rPr>
                        </m:ctrlPr>
                      </m:fPr>
                      <m:num>
                        <m:r>
                          <a:rPr lang="en-US" altLang="en-US" sz="1800" b="0" i="1" smtClean="0">
                            <a:latin typeface="Cambria Math" panose="02040503050406030204" pitchFamily="18" charset="0"/>
                          </a:rPr>
                          <m:t>2</m:t>
                        </m:r>
                      </m:num>
                      <m:den>
                        <m:r>
                          <a:rPr lang="en-US" altLang="en-US" sz="1800" b="0" i="1" smtClean="0">
                            <a:latin typeface="Cambria Math" panose="02040503050406030204" pitchFamily="18" charset="0"/>
                          </a:rPr>
                          <m:t>3</m:t>
                        </m:r>
                      </m:den>
                    </m:f>
                  </m:oMath>
                </a14:m>
                <a:r>
                  <a:rPr lang="en-US" altLang="en-US" sz="1800" dirty="0"/>
                  <a:t>, playing Football is a best response for Wife; i.e. </a:t>
                </a:r>
                <a14:m>
                  <m:oMath xmlns:m="http://schemas.openxmlformats.org/officeDocument/2006/math">
                    <m:r>
                      <a:rPr lang="en-US" altLang="en-US" sz="1800" b="0" i="1" smtClean="0">
                        <a:latin typeface="Cambria Math" panose="02040503050406030204" pitchFamily="18" charset="0"/>
                      </a:rPr>
                      <m:t>𝑞</m:t>
                    </m:r>
                    <m:r>
                      <a:rPr lang="en-US" altLang="en-US" sz="1800" b="0" i="1" smtClean="0">
                        <a:latin typeface="Cambria Math" panose="02040503050406030204" pitchFamily="18" charset="0"/>
                      </a:rPr>
                      <m:t>=1</m:t>
                    </m:r>
                  </m:oMath>
                </a14:m>
                <a:r>
                  <a:rPr lang="en-US" altLang="en-US" sz="1800" dirty="0"/>
                  <a:t>.</a:t>
                </a:r>
              </a:p>
              <a:p>
                <a:pPr lvl="1">
                  <a:spcBef>
                    <a:spcPts val="600"/>
                  </a:spcBef>
                </a:pPr>
                <a:r>
                  <a:rPr lang="en-US" altLang="en-US" sz="1800" dirty="0"/>
                  <a:t>If </a:t>
                </a:r>
                <a14:m>
                  <m:oMath xmlns:m="http://schemas.openxmlformats.org/officeDocument/2006/math">
                    <m:r>
                      <a:rPr lang="en-US" altLang="en-US" sz="1800" b="0" i="1" smtClean="0">
                        <a:latin typeface="Cambria Math" panose="02040503050406030204" pitchFamily="18" charset="0"/>
                      </a:rPr>
                      <m:t>𝑝</m:t>
                    </m:r>
                    <m:r>
                      <a:rPr lang="en-US" altLang="en-US" sz="1800" b="0" i="1" smtClean="0">
                        <a:latin typeface="Cambria Math" panose="02040503050406030204" pitchFamily="18" charset="0"/>
                      </a:rPr>
                      <m:t>&lt;</m:t>
                    </m:r>
                    <m:f>
                      <m:fPr>
                        <m:ctrlPr>
                          <a:rPr lang="en-US" altLang="en-US" sz="1800" b="0" i="1" smtClean="0">
                            <a:latin typeface="Cambria Math" panose="02040503050406030204" pitchFamily="18" charset="0"/>
                          </a:rPr>
                        </m:ctrlPr>
                      </m:fPr>
                      <m:num>
                        <m:r>
                          <a:rPr lang="en-US" altLang="en-US" sz="1800" b="0" i="1" smtClean="0">
                            <a:latin typeface="Cambria Math" panose="02040503050406030204" pitchFamily="18" charset="0"/>
                          </a:rPr>
                          <m:t>2</m:t>
                        </m:r>
                      </m:num>
                      <m:den>
                        <m:r>
                          <a:rPr lang="en-US" altLang="en-US" sz="1800" b="0" i="1" smtClean="0">
                            <a:latin typeface="Cambria Math" panose="02040503050406030204" pitchFamily="18" charset="0"/>
                          </a:rPr>
                          <m:t>3</m:t>
                        </m:r>
                      </m:den>
                    </m:f>
                  </m:oMath>
                </a14:m>
                <a:r>
                  <a:rPr lang="en-US" altLang="en-US" sz="1800" dirty="0"/>
                  <a:t>, playing Opera is a best response for Wife; i.e. </a:t>
                </a:r>
                <a14:m>
                  <m:oMath xmlns:m="http://schemas.openxmlformats.org/officeDocument/2006/math">
                    <m:r>
                      <a:rPr lang="en-US" altLang="en-US" sz="1800" b="0" i="1" smtClean="0">
                        <a:latin typeface="Cambria Math" panose="02040503050406030204" pitchFamily="18" charset="0"/>
                      </a:rPr>
                      <m:t>𝑞</m:t>
                    </m:r>
                    <m:r>
                      <a:rPr lang="en-US" altLang="en-US" sz="1800" b="0" i="1" smtClean="0">
                        <a:latin typeface="Cambria Math" panose="02040503050406030204" pitchFamily="18" charset="0"/>
                      </a:rPr>
                      <m:t>=0</m:t>
                    </m:r>
                  </m:oMath>
                </a14:m>
                <a:r>
                  <a:rPr lang="en-US" altLang="en-US" sz="1800" dirty="0"/>
                  <a:t>.</a:t>
                </a:r>
              </a:p>
              <a:p>
                <a:pPr lvl="1">
                  <a:spcBef>
                    <a:spcPts val="600"/>
                  </a:spcBef>
                </a:pPr>
                <a:r>
                  <a:rPr lang="en-US" altLang="en-US" sz="1800" dirty="0"/>
                  <a:t>If </a:t>
                </a:r>
                <a14:m>
                  <m:oMath xmlns:m="http://schemas.openxmlformats.org/officeDocument/2006/math">
                    <m:r>
                      <a:rPr lang="en-US" altLang="en-US" sz="1800" b="0" i="1" smtClean="0">
                        <a:latin typeface="Cambria Math" panose="02040503050406030204" pitchFamily="18" charset="0"/>
                      </a:rPr>
                      <m:t>𝑝</m:t>
                    </m:r>
                    <m:r>
                      <a:rPr lang="en-US" altLang="en-US" sz="1800" b="0" i="1" smtClean="0">
                        <a:latin typeface="Cambria Math" panose="02040503050406030204" pitchFamily="18" charset="0"/>
                      </a:rPr>
                      <m:t>=</m:t>
                    </m:r>
                    <m:f>
                      <m:fPr>
                        <m:ctrlPr>
                          <a:rPr lang="en-US" altLang="en-US" sz="1800" b="0" i="1" smtClean="0">
                            <a:latin typeface="Cambria Math" panose="02040503050406030204" pitchFamily="18" charset="0"/>
                          </a:rPr>
                        </m:ctrlPr>
                      </m:fPr>
                      <m:num>
                        <m:r>
                          <a:rPr lang="en-US" altLang="en-US" sz="1800" b="0" i="1" smtClean="0">
                            <a:latin typeface="Cambria Math" panose="02040503050406030204" pitchFamily="18" charset="0"/>
                          </a:rPr>
                          <m:t>2</m:t>
                        </m:r>
                      </m:num>
                      <m:den>
                        <m:r>
                          <a:rPr lang="en-US" altLang="en-US" sz="1800" b="0" i="1" smtClean="0">
                            <a:latin typeface="Cambria Math" panose="02040503050406030204" pitchFamily="18" charset="0"/>
                          </a:rPr>
                          <m:t>3</m:t>
                        </m:r>
                      </m:den>
                    </m:f>
                  </m:oMath>
                </a14:m>
                <a:r>
                  <a:rPr lang="en-US" altLang="en-US" sz="1800" dirty="0"/>
                  <a:t>, playing anything is a best response for Wife; i.e.</a:t>
                </a:r>
                <a14:m>
                  <m:oMath xmlns:m="http://schemas.openxmlformats.org/officeDocument/2006/math">
                    <m:r>
                      <a:rPr lang="en-US" altLang="en-US" sz="1800" b="0" i="0" smtClean="0">
                        <a:latin typeface="Cambria Math" panose="02040503050406030204" pitchFamily="18" charset="0"/>
                      </a:rPr>
                      <m:t>  </m:t>
                    </m:r>
                    <m:r>
                      <a:rPr lang="en-US" altLang="en-US" sz="1800" b="0" i="1" smtClean="0">
                        <a:latin typeface="Cambria Math" panose="02040503050406030204" pitchFamily="18" charset="0"/>
                      </a:rPr>
                      <m:t>𝑞</m:t>
                    </m:r>
                    <m:r>
                      <a:rPr lang="en-US" altLang="en-US" sz="1800" b="0" i="1" smtClean="0">
                        <a:latin typeface="Cambria Math" panose="02040503050406030204" pitchFamily="18" charset="0"/>
                      </a:rPr>
                      <m:t>∈[0 , 1]</m:t>
                    </m:r>
                  </m:oMath>
                </a14:m>
                <a:endParaRPr lang="en-US" altLang="en-US" sz="1800" dirty="0"/>
              </a:p>
              <a:p>
                <a:pPr lvl="1">
                  <a:spcBef>
                    <a:spcPts val="600"/>
                  </a:spcBef>
                </a:pPr>
                <a:endParaRPr lang="en-US" altLang="en-US" sz="1600" dirty="0"/>
              </a:p>
              <a:p>
                <a:pPr lvl="1">
                  <a:spcBef>
                    <a:spcPts val="600"/>
                  </a:spcBef>
                </a:pPr>
                <a:endParaRPr lang="en-US" altLang="en-US" sz="1600" dirty="0"/>
              </a:p>
              <a:p>
                <a:pPr>
                  <a:spcBef>
                    <a:spcPts val="600"/>
                  </a:spcBef>
                </a:pPr>
                <a:endParaRPr lang="en-US" altLang="en-US" sz="2000" dirty="0"/>
              </a:p>
              <a:p>
                <a:pPr>
                  <a:spcBef>
                    <a:spcPts val="600"/>
                  </a:spcBef>
                </a:pPr>
                <a:endParaRPr lang="en-US" altLang="en-US" sz="1800" dirty="0"/>
              </a:p>
              <a:p>
                <a:pPr>
                  <a:spcBef>
                    <a:spcPts val="600"/>
                  </a:spcBef>
                </a:pPr>
                <a:endParaRPr lang="en-US" altLang="en-US" sz="1800" dirty="0"/>
              </a:p>
              <a:p>
                <a:pPr>
                  <a:spcBef>
                    <a:spcPts val="600"/>
                  </a:spcBef>
                </a:pPr>
                <a:endParaRPr lang="en-US" altLang="en-US" sz="2400" dirty="0"/>
              </a:p>
              <a:p>
                <a:pPr lvl="2">
                  <a:spcBef>
                    <a:spcPts val="600"/>
                  </a:spcBef>
                </a:pPr>
                <a:endParaRPr lang="en-US" altLang="en-US" sz="1800" dirty="0"/>
              </a:p>
              <a:p>
                <a:pPr lvl="1">
                  <a:spcBef>
                    <a:spcPts val="600"/>
                  </a:spcBef>
                </a:pPr>
                <a:endParaRPr lang="en-US" altLang="en-US" sz="2000" dirty="0"/>
              </a:p>
              <a:p>
                <a:pPr>
                  <a:spcBef>
                    <a:spcPts val="600"/>
                  </a:spcBef>
                </a:pPr>
                <a:endParaRPr lang="en-US" altLang="en-US" sz="2400" dirty="0"/>
              </a:p>
              <a:p>
                <a:pPr>
                  <a:spcBef>
                    <a:spcPts val="600"/>
                  </a:spcBef>
                </a:pPr>
                <a:endParaRPr lang="en-US" altLang="en-US" sz="2400" dirty="0"/>
              </a:p>
              <a:p>
                <a:pPr lvl="1">
                  <a:spcBef>
                    <a:spcPts val="600"/>
                  </a:spcBef>
                </a:pPr>
                <a:endParaRPr lang="en-US" altLang="en-US" sz="2000" dirty="0"/>
              </a:p>
              <a:p>
                <a:pPr lvl="2">
                  <a:spcBef>
                    <a:spcPts val="600"/>
                  </a:spcBef>
                </a:pPr>
                <a:endParaRPr lang="en-US" altLang="en-US" sz="1800" dirty="0"/>
              </a:p>
            </p:txBody>
          </p:sp>
        </mc:Choice>
        <mc:Fallback xmlns="">
          <p:sp>
            <p:nvSpPr>
              <p:cNvPr id="3" name="Rectangle 3">
                <a:extLst>
                  <a:ext uri="{FF2B5EF4-FFF2-40B4-BE49-F238E27FC236}">
                    <a16:creationId xmlns:a16="http://schemas.microsoft.com/office/drawing/2014/main" id="{34C6196F-CEB9-4FE3-8920-4C9C471A5A9A}"/>
                  </a:ext>
                </a:extLst>
              </p:cNvPr>
              <p:cNvSpPr txBox="1">
                <a:spLocks noRot="1" noChangeAspect="1" noMove="1" noResize="1" noEditPoints="1" noAdjustHandles="1" noChangeArrowheads="1" noChangeShapeType="1" noTextEdit="1"/>
              </p:cNvSpPr>
              <p:nvPr/>
            </p:nvSpPr>
            <p:spPr>
              <a:xfrm>
                <a:off x="1072243" y="1600877"/>
                <a:ext cx="10047514" cy="4755473"/>
              </a:xfrm>
              <a:prstGeom prst="rect">
                <a:avLst/>
              </a:prstGeom>
              <a:blipFill>
                <a:blip r:embed="rId2"/>
                <a:stretch>
                  <a:fillRect l="-667" t="-1410"/>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AB67162D-EFFB-44FB-8D66-FFAB1E19501D}"/>
              </a:ext>
            </a:extLst>
          </p:cNvPr>
          <p:cNvSpPr>
            <a:spLocks noGrp="1"/>
          </p:cNvSpPr>
          <p:nvPr>
            <p:ph type="sldNum" sz="quarter" idx="12"/>
          </p:nvPr>
        </p:nvSpPr>
        <p:spPr/>
        <p:txBody>
          <a:bodyPr/>
          <a:lstStyle/>
          <a:p>
            <a:fld id="{104D1C85-D14C-4D1F-B1AC-077E19A989F2}" type="slidenum">
              <a:rPr lang="en-GB" smtClean="0"/>
              <a:t>14</a:t>
            </a:fld>
            <a:endParaRPr lang="en-GB"/>
          </a:p>
        </p:txBody>
      </p:sp>
    </p:spTree>
    <p:extLst>
      <p:ext uri="{BB962C8B-B14F-4D97-AF65-F5344CB8AC3E}">
        <p14:creationId xmlns:p14="http://schemas.microsoft.com/office/powerpoint/2010/main" val="4058640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Solving for all NE</a:t>
            </a:r>
          </a:p>
        </p:txBody>
      </p:sp>
      <p:pic>
        <p:nvPicPr>
          <p:cNvPr id="4" name="Picture 3">
            <a:extLst>
              <a:ext uri="{FF2B5EF4-FFF2-40B4-BE49-F238E27FC236}">
                <a16:creationId xmlns:a16="http://schemas.microsoft.com/office/drawing/2014/main" id="{3603EAB0-F82E-445B-AA5B-C8344DCB1AC7}"/>
              </a:ext>
            </a:extLst>
          </p:cNvPr>
          <p:cNvPicPr>
            <a:picLocks noChangeAspect="1"/>
          </p:cNvPicPr>
          <p:nvPr/>
        </p:nvPicPr>
        <p:blipFill>
          <a:blip r:embed="rId3"/>
          <a:stretch>
            <a:fillRect/>
          </a:stretch>
        </p:blipFill>
        <p:spPr>
          <a:xfrm>
            <a:off x="838200" y="1984509"/>
            <a:ext cx="5315814" cy="4225503"/>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973BC25-B579-4FFA-A63E-6F445055AD26}"/>
                  </a:ext>
                </a:extLst>
              </p:cNvPr>
              <p:cNvSpPr txBox="1"/>
              <p:nvPr/>
            </p:nvSpPr>
            <p:spPr>
              <a:xfrm>
                <a:off x="6096000" y="1938808"/>
                <a:ext cx="5635123" cy="4246291"/>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best response correspondences can be plotted out in a graph.</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intersection points indicate which pair of strategies </a:t>
                </a:r>
                <a14:m>
                  <m:oMath xmlns:m="http://schemas.openxmlformats.org/officeDocument/2006/math">
                    <m:r>
                      <a:rPr lang="en-US" sz="2000" b="0" i="0" smtClean="0">
                        <a:latin typeface="Cambria Math" panose="02040503050406030204" pitchFamily="18" charset="0"/>
                      </a:rPr>
                      <m:t>(</m:t>
                    </m:r>
                    <m:r>
                      <a:rPr lang="en-US" sz="2000" b="0" i="1" smtClean="0">
                        <a:latin typeface="Cambria Math" panose="02040503050406030204" pitchFamily="18" charset="0"/>
                      </a:rPr>
                      <m:t>𝑝</m:t>
                    </m:r>
                    <m:r>
                      <a:rPr lang="en-US" sz="2000" b="0" i="1" smtClean="0">
                        <a:latin typeface="Cambria Math" panose="02040503050406030204" pitchFamily="18" charset="0"/>
                      </a:rPr>
                      <m:t>,</m:t>
                    </m:r>
                    <m:r>
                      <a:rPr lang="en-US" sz="2000" b="0" i="1" smtClean="0">
                        <a:latin typeface="Cambria Math" panose="02040503050406030204" pitchFamily="18" charset="0"/>
                      </a:rPr>
                      <m:t>𝑞</m:t>
                    </m:r>
                    <m:r>
                      <a:rPr lang="en-US" sz="2000" b="0" i="1" smtClean="0">
                        <a:latin typeface="Cambria Math" panose="02040503050406030204" pitchFamily="18" charset="0"/>
                      </a:rPr>
                      <m:t>) </m:t>
                    </m:r>
                  </m:oMath>
                </a14:m>
                <a:r>
                  <a:rPr lang="en-US" sz="2000" dirty="0"/>
                  <a:t>are best responses to each other.</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Here we have 3 NE strategy profiles: (Football, Football), (Opera, Opera) and </a:t>
                </a:r>
                <a14:m>
                  <m:oMath xmlns:m="http://schemas.openxmlformats.org/officeDocument/2006/math">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3</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3</m:t>
                            </m:r>
                          </m:den>
                        </m:f>
                      </m:e>
                    </m:d>
                    <m:r>
                      <a:rPr lang="en-US" sz="2000" b="0" i="1" smtClean="0">
                        <a:latin typeface="Cambria Math" panose="02040503050406030204" pitchFamily="18" charset="0"/>
                      </a:rPr>
                      <m:t>.</m:t>
                    </m:r>
                  </m:oMath>
                </a14:m>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first two are pure strategy NE, while the last is a mixed strategy NE.</a:t>
                </a:r>
              </a:p>
              <a:p>
                <a:endParaRPr lang="en-US" sz="2000" dirty="0"/>
              </a:p>
              <a:p>
                <a:endParaRPr lang="en-GB" sz="2000" dirty="0"/>
              </a:p>
            </p:txBody>
          </p:sp>
        </mc:Choice>
        <mc:Fallback xmlns="">
          <p:sp>
            <p:nvSpPr>
              <p:cNvPr id="5" name="TextBox 4">
                <a:extLst>
                  <a:ext uri="{FF2B5EF4-FFF2-40B4-BE49-F238E27FC236}">
                    <a16:creationId xmlns:a16="http://schemas.microsoft.com/office/drawing/2014/main" id="{B973BC25-B579-4FFA-A63E-6F445055AD26}"/>
                  </a:ext>
                </a:extLst>
              </p:cNvPr>
              <p:cNvSpPr txBox="1">
                <a:spLocks noRot="1" noChangeAspect="1" noMove="1" noResize="1" noEditPoints="1" noAdjustHandles="1" noChangeArrowheads="1" noChangeShapeType="1" noTextEdit="1"/>
              </p:cNvSpPr>
              <p:nvPr/>
            </p:nvSpPr>
            <p:spPr>
              <a:xfrm>
                <a:off x="6096000" y="1938808"/>
                <a:ext cx="5635123" cy="4246291"/>
              </a:xfrm>
              <a:prstGeom prst="rect">
                <a:avLst/>
              </a:prstGeom>
              <a:blipFill>
                <a:blip r:embed="rId4"/>
                <a:stretch>
                  <a:fillRect l="-974" t="-717" r="-541"/>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4F3AAB49-9E9F-46C3-8481-0C0DD2722E4D}"/>
              </a:ext>
            </a:extLst>
          </p:cNvPr>
          <p:cNvSpPr>
            <a:spLocks noGrp="1"/>
          </p:cNvSpPr>
          <p:nvPr>
            <p:ph type="sldNum" sz="quarter" idx="12"/>
          </p:nvPr>
        </p:nvSpPr>
        <p:spPr/>
        <p:txBody>
          <a:bodyPr/>
          <a:lstStyle/>
          <a:p>
            <a:fld id="{104D1C85-D14C-4D1F-B1AC-077E19A989F2}" type="slidenum">
              <a:rPr lang="en-GB" smtClean="0"/>
              <a:t>15</a:t>
            </a:fld>
            <a:endParaRPr lang="en-GB"/>
          </a:p>
        </p:txBody>
      </p:sp>
    </p:spTree>
    <p:extLst>
      <p:ext uri="{BB962C8B-B14F-4D97-AF65-F5344CB8AC3E}">
        <p14:creationId xmlns:p14="http://schemas.microsoft.com/office/powerpoint/2010/main" val="78345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noFill/>
        </p:spPr>
        <p:txBody>
          <a:bodyPr/>
          <a:lstStyle/>
          <a:p>
            <a:pPr algn="l" eaLnBrk="1" hangingPunct="1"/>
            <a:r>
              <a:rPr lang="en-US" altLang="en-US" dirty="0"/>
              <a:t>NE outcomes</a:t>
            </a:r>
          </a:p>
        </p:txBody>
      </p:sp>
      <p:pic>
        <p:nvPicPr>
          <p:cNvPr id="4" name="Picture 3">
            <a:extLst>
              <a:ext uri="{FF2B5EF4-FFF2-40B4-BE49-F238E27FC236}">
                <a16:creationId xmlns:a16="http://schemas.microsoft.com/office/drawing/2014/main" id="{3603EAB0-F82E-445B-AA5B-C8344DCB1AC7}"/>
              </a:ext>
            </a:extLst>
          </p:cNvPr>
          <p:cNvPicPr>
            <a:picLocks noChangeAspect="1"/>
          </p:cNvPicPr>
          <p:nvPr/>
        </p:nvPicPr>
        <p:blipFill>
          <a:blip r:embed="rId3"/>
          <a:stretch>
            <a:fillRect/>
          </a:stretch>
        </p:blipFill>
        <p:spPr>
          <a:xfrm>
            <a:off x="838200" y="1984509"/>
            <a:ext cx="5315814" cy="4225503"/>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973BC25-B579-4FFA-A63E-6F445055AD26}"/>
                  </a:ext>
                </a:extLst>
              </p:cNvPr>
              <p:cNvSpPr txBox="1"/>
              <p:nvPr/>
            </p:nvSpPr>
            <p:spPr>
              <a:xfrm>
                <a:off x="6096000" y="1624320"/>
                <a:ext cx="5635123" cy="4863191"/>
              </a:xfrm>
              <a:prstGeom prst="rect">
                <a:avLst/>
              </a:prstGeom>
              <a:noFill/>
            </p:spPr>
            <p:txBody>
              <a:bodyPr wrap="square" rtlCol="0">
                <a:spAutoFit/>
              </a:bodyPr>
              <a:lstStyle/>
              <a:p>
                <a:r>
                  <a:rPr lang="en-US" sz="2000" dirty="0"/>
                  <a:t>Given the NE strategy profile: (Football, Football),</a:t>
                </a:r>
              </a:p>
              <a:p>
                <a:pPr marL="285750" indent="-285750">
                  <a:buFont typeface="Arial" panose="020B0604020202020204" pitchFamily="34" charset="0"/>
                  <a:buChar char="•"/>
                </a:pPr>
                <a:r>
                  <a:rPr lang="en-US" dirty="0"/>
                  <a:t>Outcome will be (Football, Football).</a:t>
                </a:r>
              </a:p>
              <a:p>
                <a:pPr marL="285750" indent="-285750">
                  <a:buFont typeface="Arial" panose="020B0604020202020204" pitchFamily="34" charset="0"/>
                  <a:buChar char="•"/>
                </a:pPr>
                <a:endParaRPr lang="en-US" sz="2000" dirty="0"/>
              </a:p>
              <a:p>
                <a:r>
                  <a:rPr lang="en-US" sz="2000" dirty="0"/>
                  <a:t>Given the NE strategy profile: (Opera, Opera),</a:t>
                </a:r>
              </a:p>
              <a:p>
                <a:pPr marL="285750" indent="-285750">
                  <a:buFont typeface="Arial" panose="020B0604020202020204" pitchFamily="34" charset="0"/>
                  <a:buChar char="•"/>
                </a:pPr>
                <a:r>
                  <a:rPr lang="en-US" dirty="0"/>
                  <a:t>Outcome will be (Opera, Opera).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r>
                  <a:rPr lang="en-US" sz="2000" dirty="0"/>
                  <a:t>Given the NE strategy profile:  </a:t>
                </a:r>
                <a14:m>
                  <m:oMath xmlns:m="http://schemas.openxmlformats.org/officeDocument/2006/math">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3</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3</m:t>
                            </m:r>
                          </m:den>
                        </m:f>
                      </m:e>
                    </m:d>
                  </m:oMath>
                </a14:m>
                <a:r>
                  <a:rPr lang="en-US" sz="2000" dirty="0"/>
                  <a:t>,</a:t>
                </a:r>
              </a:p>
              <a:p>
                <a:pPr marL="342900" indent="-342900">
                  <a:buFont typeface="Arial" panose="020B0604020202020204" pitchFamily="34" charset="0"/>
                  <a:buChar char="•"/>
                </a:pPr>
                <a:r>
                  <a:rPr lang="en-US" dirty="0"/>
                  <a:t> </a:t>
                </a:r>
                <a14:m>
                  <m:oMath xmlns:m="http://schemas.openxmlformats.org/officeDocument/2006/math">
                    <m:f>
                      <m:fPr>
                        <m:ctrlPr>
                          <a:rPr lang="en-SG" b="0" i="1" smtClean="0">
                            <a:latin typeface="Cambria Math" panose="02040503050406030204" pitchFamily="18" charset="0"/>
                          </a:rPr>
                        </m:ctrlPr>
                      </m:fPr>
                      <m:num>
                        <m:r>
                          <a:rPr lang="en-SG" b="0" i="1" smtClean="0">
                            <a:latin typeface="Cambria Math" panose="02040503050406030204" pitchFamily="18" charset="0"/>
                          </a:rPr>
                          <m:t>2</m:t>
                        </m:r>
                      </m:num>
                      <m:den>
                        <m:r>
                          <a:rPr lang="en-SG" b="0" i="1" smtClean="0">
                            <a:latin typeface="Cambria Math" panose="02040503050406030204" pitchFamily="18" charset="0"/>
                          </a:rPr>
                          <m:t>9</m:t>
                        </m:r>
                      </m:den>
                    </m:f>
                  </m:oMath>
                </a14:m>
                <a:r>
                  <a:rPr lang="en-US" dirty="0"/>
                  <a:t> chance of outcome (Football, Football)</a:t>
                </a:r>
              </a:p>
              <a:p>
                <a:pPr marL="342900" indent="-342900">
                  <a:buFont typeface="Arial" panose="020B0604020202020204" pitchFamily="34" charset="0"/>
                  <a:buChar char="•"/>
                </a:pPr>
                <a:r>
                  <a:rPr lang="en-US" dirty="0"/>
                  <a:t> </a:t>
                </a:r>
                <a14:m>
                  <m:oMath xmlns:m="http://schemas.openxmlformats.org/officeDocument/2006/math">
                    <m:f>
                      <m:fPr>
                        <m:ctrlPr>
                          <a:rPr lang="en-SG" i="1">
                            <a:latin typeface="Cambria Math" panose="02040503050406030204" pitchFamily="18" charset="0"/>
                          </a:rPr>
                        </m:ctrlPr>
                      </m:fPr>
                      <m:num>
                        <m:r>
                          <a:rPr lang="en-SG" b="0" i="1" smtClean="0">
                            <a:latin typeface="Cambria Math" panose="02040503050406030204" pitchFamily="18" charset="0"/>
                          </a:rPr>
                          <m:t>4</m:t>
                        </m:r>
                      </m:num>
                      <m:den>
                        <m:r>
                          <a:rPr lang="en-SG" i="1">
                            <a:latin typeface="Cambria Math" panose="02040503050406030204" pitchFamily="18" charset="0"/>
                          </a:rPr>
                          <m:t>9</m:t>
                        </m:r>
                      </m:den>
                    </m:f>
                  </m:oMath>
                </a14:m>
                <a:r>
                  <a:rPr lang="en-US" dirty="0"/>
                  <a:t> chance of outcome (Football, Opera)</a:t>
                </a:r>
              </a:p>
              <a:p>
                <a:pPr marL="342900" indent="-342900">
                  <a:buFont typeface="Arial" panose="020B0604020202020204" pitchFamily="34" charset="0"/>
                  <a:buChar char="•"/>
                </a:pPr>
                <a:r>
                  <a:rPr lang="en-US" dirty="0"/>
                  <a:t> </a:t>
                </a:r>
                <a14:m>
                  <m:oMath xmlns:m="http://schemas.openxmlformats.org/officeDocument/2006/math">
                    <m:f>
                      <m:fPr>
                        <m:ctrlPr>
                          <a:rPr lang="en-SG" i="1">
                            <a:latin typeface="Cambria Math" panose="02040503050406030204" pitchFamily="18" charset="0"/>
                          </a:rPr>
                        </m:ctrlPr>
                      </m:fPr>
                      <m:num>
                        <m:r>
                          <a:rPr lang="en-SG" b="0" i="1" smtClean="0">
                            <a:latin typeface="Cambria Math" panose="02040503050406030204" pitchFamily="18" charset="0"/>
                          </a:rPr>
                          <m:t>1</m:t>
                        </m:r>
                      </m:num>
                      <m:den>
                        <m:r>
                          <a:rPr lang="en-SG" i="1">
                            <a:latin typeface="Cambria Math" panose="02040503050406030204" pitchFamily="18" charset="0"/>
                          </a:rPr>
                          <m:t>9</m:t>
                        </m:r>
                      </m:den>
                    </m:f>
                  </m:oMath>
                </a14:m>
                <a:r>
                  <a:rPr lang="en-US" dirty="0"/>
                  <a:t> chance of outcome (Opera, Football)</a:t>
                </a:r>
              </a:p>
              <a:p>
                <a:pPr marL="342900" indent="-342900">
                  <a:buFont typeface="Arial" panose="020B0604020202020204" pitchFamily="34" charset="0"/>
                  <a:buChar char="•"/>
                </a:pPr>
                <a:r>
                  <a:rPr lang="en-US" dirty="0"/>
                  <a:t> </a:t>
                </a:r>
                <a14:m>
                  <m:oMath xmlns:m="http://schemas.openxmlformats.org/officeDocument/2006/math">
                    <m:f>
                      <m:fPr>
                        <m:ctrlPr>
                          <a:rPr lang="en-SG" i="1">
                            <a:latin typeface="Cambria Math" panose="02040503050406030204" pitchFamily="18" charset="0"/>
                          </a:rPr>
                        </m:ctrlPr>
                      </m:fPr>
                      <m:num>
                        <m:r>
                          <a:rPr lang="en-SG" b="0" i="1" smtClean="0">
                            <a:latin typeface="Cambria Math" panose="02040503050406030204" pitchFamily="18" charset="0"/>
                          </a:rPr>
                          <m:t>2</m:t>
                        </m:r>
                      </m:num>
                      <m:den>
                        <m:r>
                          <a:rPr lang="en-SG" i="1">
                            <a:latin typeface="Cambria Math" panose="02040503050406030204" pitchFamily="18" charset="0"/>
                          </a:rPr>
                          <m:t>9</m:t>
                        </m:r>
                      </m:den>
                    </m:f>
                  </m:oMath>
                </a14:m>
                <a:r>
                  <a:rPr lang="en-US" dirty="0"/>
                  <a:t> chance of outcome (Opera, Opera)</a:t>
                </a:r>
              </a:p>
              <a:p>
                <a:endParaRPr lang="en-US" sz="2000" dirty="0"/>
              </a:p>
              <a:p>
                <a:endParaRPr lang="en-GB" sz="2000" dirty="0"/>
              </a:p>
            </p:txBody>
          </p:sp>
        </mc:Choice>
        <mc:Fallback xmlns="">
          <p:sp>
            <p:nvSpPr>
              <p:cNvPr id="5" name="TextBox 4">
                <a:extLst>
                  <a:ext uri="{FF2B5EF4-FFF2-40B4-BE49-F238E27FC236}">
                    <a16:creationId xmlns:a16="http://schemas.microsoft.com/office/drawing/2014/main" id="{B973BC25-B579-4FFA-A63E-6F445055AD26}"/>
                  </a:ext>
                </a:extLst>
              </p:cNvPr>
              <p:cNvSpPr txBox="1">
                <a:spLocks noRot="1" noChangeAspect="1" noMove="1" noResize="1" noEditPoints="1" noAdjustHandles="1" noChangeArrowheads="1" noChangeShapeType="1" noTextEdit="1"/>
              </p:cNvSpPr>
              <p:nvPr/>
            </p:nvSpPr>
            <p:spPr>
              <a:xfrm>
                <a:off x="6096000" y="1624320"/>
                <a:ext cx="5635123" cy="4863191"/>
              </a:xfrm>
              <a:prstGeom prst="rect">
                <a:avLst/>
              </a:prstGeom>
              <a:blipFill>
                <a:blip r:embed="rId4"/>
                <a:stretch>
                  <a:fillRect l="-1082" t="-627"/>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4F3AAB49-9E9F-46C3-8481-0C0DD2722E4D}"/>
              </a:ext>
            </a:extLst>
          </p:cNvPr>
          <p:cNvSpPr>
            <a:spLocks noGrp="1"/>
          </p:cNvSpPr>
          <p:nvPr>
            <p:ph type="sldNum" sz="quarter" idx="12"/>
          </p:nvPr>
        </p:nvSpPr>
        <p:spPr/>
        <p:txBody>
          <a:bodyPr/>
          <a:lstStyle/>
          <a:p>
            <a:fld id="{104D1C85-D14C-4D1F-B1AC-077E19A989F2}" type="slidenum">
              <a:rPr lang="en-GB" smtClean="0"/>
              <a:t>16</a:t>
            </a:fld>
            <a:endParaRPr lang="en-GB"/>
          </a:p>
        </p:txBody>
      </p:sp>
    </p:spTree>
    <p:extLst>
      <p:ext uri="{BB962C8B-B14F-4D97-AF65-F5344CB8AC3E}">
        <p14:creationId xmlns:p14="http://schemas.microsoft.com/office/powerpoint/2010/main" val="321495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609E-06F3-4BC5-AAF3-53EBE98C380B}"/>
              </a:ext>
            </a:extLst>
          </p:cNvPr>
          <p:cNvSpPr>
            <a:spLocks noGrp="1"/>
          </p:cNvSpPr>
          <p:nvPr>
            <p:ph type="title"/>
          </p:nvPr>
        </p:nvSpPr>
        <p:spPr>
          <a:xfrm>
            <a:off x="1120948" y="2600338"/>
            <a:ext cx="9950103" cy="1030307"/>
          </a:xfrm>
        </p:spPr>
        <p:txBody>
          <a:bodyPr>
            <a:normAutofit/>
          </a:bodyPr>
          <a:lstStyle/>
          <a:p>
            <a:pPr algn="ctr"/>
            <a:r>
              <a:rPr lang="en-US" dirty="0"/>
              <a:t>Applications</a:t>
            </a:r>
            <a:endParaRPr lang="en-SG" dirty="0"/>
          </a:p>
        </p:txBody>
      </p:sp>
      <p:sp>
        <p:nvSpPr>
          <p:cNvPr id="3" name="Slide Number Placeholder 2">
            <a:extLst>
              <a:ext uri="{FF2B5EF4-FFF2-40B4-BE49-F238E27FC236}">
                <a16:creationId xmlns:a16="http://schemas.microsoft.com/office/drawing/2014/main" id="{2AB3EE6F-3A57-B6BF-53E5-F90B830C1533}"/>
              </a:ext>
            </a:extLst>
          </p:cNvPr>
          <p:cNvSpPr>
            <a:spLocks noGrp="1"/>
          </p:cNvSpPr>
          <p:nvPr>
            <p:ph type="sldNum" sz="quarter" idx="12"/>
          </p:nvPr>
        </p:nvSpPr>
        <p:spPr/>
        <p:txBody>
          <a:bodyPr/>
          <a:lstStyle/>
          <a:p>
            <a:fld id="{104D1C85-D14C-4D1F-B1AC-077E19A989F2}" type="slidenum">
              <a:rPr lang="en-GB" smtClean="0"/>
              <a:t>17</a:t>
            </a:fld>
            <a:endParaRPr lang="en-GB"/>
          </a:p>
        </p:txBody>
      </p:sp>
    </p:spTree>
    <p:extLst>
      <p:ext uri="{BB962C8B-B14F-4D97-AF65-F5344CB8AC3E}">
        <p14:creationId xmlns:p14="http://schemas.microsoft.com/office/powerpoint/2010/main" val="600278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Classes of Games.</a:t>
            </a:r>
          </a:p>
        </p:txBody>
      </p:sp>
      <p:sp>
        <p:nvSpPr>
          <p:cNvPr id="52226" name="Rectangle 3"/>
          <p:cNvSpPr>
            <a:spLocks noGrp="1" noChangeArrowheads="1"/>
          </p:cNvSpPr>
          <p:nvPr>
            <p:ph idx="1"/>
          </p:nvPr>
        </p:nvSpPr>
        <p:spPr>
          <a:xfrm>
            <a:off x="838200" y="1413927"/>
            <a:ext cx="10366829" cy="4755473"/>
          </a:xfrm>
        </p:spPr>
        <p:txBody>
          <a:bodyPr>
            <a:normAutofit/>
          </a:bodyPr>
          <a:lstStyle/>
          <a:p>
            <a:pPr eaLnBrk="1" hangingPunct="1">
              <a:lnSpc>
                <a:spcPct val="100000"/>
              </a:lnSpc>
            </a:pPr>
            <a:r>
              <a:rPr lang="en-US" altLang="en-US" sz="2000" dirty="0"/>
              <a:t>There are two interesting classes of games applied to the study of many topics.</a:t>
            </a:r>
          </a:p>
          <a:p>
            <a:pPr eaLnBrk="1" hangingPunct="1">
              <a:lnSpc>
                <a:spcPct val="100000"/>
              </a:lnSpc>
            </a:pPr>
            <a:endParaRPr lang="en-US" altLang="en-US" sz="2000" dirty="0"/>
          </a:p>
          <a:p>
            <a:pPr eaLnBrk="1" hangingPunct="1">
              <a:lnSpc>
                <a:spcPct val="100000"/>
              </a:lnSpc>
            </a:pPr>
            <a:r>
              <a:rPr lang="en-US" altLang="en-US" sz="2000" dirty="0"/>
              <a:t>Games of </a:t>
            </a:r>
            <a:r>
              <a:rPr lang="en-US" altLang="en-US" sz="2000" b="1" dirty="0">
                <a:solidFill>
                  <a:srgbClr val="0000FF"/>
                </a:solidFill>
              </a:rPr>
              <a:t>Coordination</a:t>
            </a:r>
          </a:p>
          <a:p>
            <a:pPr lvl="1">
              <a:lnSpc>
                <a:spcPct val="100000"/>
              </a:lnSpc>
            </a:pPr>
            <a:r>
              <a:rPr lang="en-US" altLang="en-US" sz="1600" dirty="0"/>
              <a:t>Payoff to players are highest if they can coordinate the sets of actions which they take. </a:t>
            </a:r>
            <a:br>
              <a:rPr lang="en-US" altLang="en-US" sz="1600" dirty="0"/>
            </a:br>
            <a:r>
              <a:rPr lang="en-US" altLang="en-US" sz="1600" dirty="0"/>
              <a:t>E.g. Battle of sexes game.</a:t>
            </a:r>
          </a:p>
          <a:p>
            <a:pPr eaLnBrk="1" hangingPunct="1">
              <a:lnSpc>
                <a:spcPct val="100000"/>
              </a:lnSpc>
            </a:pPr>
            <a:r>
              <a:rPr lang="en-US" altLang="en-US" sz="2000" dirty="0"/>
              <a:t>Games of </a:t>
            </a:r>
            <a:r>
              <a:rPr lang="en-US" altLang="en-US" sz="2000" b="1" dirty="0">
                <a:solidFill>
                  <a:srgbClr val="0000FF"/>
                </a:solidFill>
              </a:rPr>
              <a:t>Competition</a:t>
            </a:r>
          </a:p>
          <a:p>
            <a:pPr lvl="1">
              <a:lnSpc>
                <a:spcPct val="100000"/>
              </a:lnSpc>
            </a:pPr>
            <a:r>
              <a:rPr lang="en-US" altLang="en-US" sz="1600" dirty="0"/>
              <a:t>Gains for one player mean losses for another and players will never agree on the sets of actions which they should take. Usually involve only mixed strategy Nash equilibria.</a:t>
            </a:r>
          </a:p>
          <a:p>
            <a:pPr marL="0" indent="0" eaLnBrk="1" hangingPunct="1">
              <a:lnSpc>
                <a:spcPct val="100000"/>
              </a:lnSpc>
              <a:buNone/>
            </a:pPr>
            <a:endParaRPr lang="en-US" altLang="en-US" sz="2000" dirty="0"/>
          </a:p>
          <a:p>
            <a:pPr marL="0" indent="0" eaLnBrk="1" hangingPunct="1">
              <a:lnSpc>
                <a:spcPct val="100000"/>
              </a:lnSpc>
              <a:buNone/>
            </a:pPr>
            <a:r>
              <a:rPr lang="en-US" altLang="en-US" sz="2000" b="1" dirty="0"/>
              <a:t>Here we discuss examples of each.</a:t>
            </a:r>
          </a:p>
        </p:txBody>
      </p:sp>
      <p:sp>
        <p:nvSpPr>
          <p:cNvPr id="5" name="Slide Number Placeholder 4">
            <a:extLst>
              <a:ext uri="{FF2B5EF4-FFF2-40B4-BE49-F238E27FC236}">
                <a16:creationId xmlns:a16="http://schemas.microsoft.com/office/drawing/2014/main" id="{2DF723C9-6647-420D-81D6-4D166DCCDC6F}"/>
              </a:ext>
            </a:extLst>
          </p:cNvPr>
          <p:cNvSpPr>
            <a:spLocks noGrp="1"/>
          </p:cNvSpPr>
          <p:nvPr>
            <p:ph type="sldNum" sz="quarter" idx="12"/>
          </p:nvPr>
        </p:nvSpPr>
        <p:spPr/>
        <p:txBody>
          <a:bodyPr/>
          <a:lstStyle/>
          <a:p>
            <a:fld id="{104D1C85-D14C-4D1F-B1AC-077E19A989F2}" type="slidenum">
              <a:rPr lang="en-GB" smtClean="0"/>
              <a:t>18</a:t>
            </a:fld>
            <a:endParaRPr lang="en-GB"/>
          </a:p>
        </p:txBody>
      </p:sp>
    </p:spTree>
    <p:extLst>
      <p:ext uri="{BB962C8B-B14F-4D97-AF65-F5344CB8AC3E}">
        <p14:creationId xmlns:p14="http://schemas.microsoft.com/office/powerpoint/2010/main" val="410360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2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22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2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Games of Coordination : Chicken game</a:t>
            </a:r>
          </a:p>
        </p:txBody>
      </p:sp>
      <p:sp>
        <p:nvSpPr>
          <p:cNvPr id="52226" name="Rectangle 3"/>
          <p:cNvSpPr>
            <a:spLocks noGrp="1" noChangeArrowheads="1"/>
          </p:cNvSpPr>
          <p:nvPr>
            <p:ph idx="1"/>
          </p:nvPr>
        </p:nvSpPr>
        <p:spPr>
          <a:xfrm>
            <a:off x="838200" y="1690688"/>
            <a:ext cx="10366829" cy="4755473"/>
          </a:xfrm>
        </p:spPr>
        <p:txBody>
          <a:bodyPr>
            <a:normAutofit/>
          </a:bodyPr>
          <a:lstStyle/>
          <a:p>
            <a:pPr eaLnBrk="1" hangingPunct="1">
              <a:lnSpc>
                <a:spcPct val="100000"/>
              </a:lnSpc>
            </a:pPr>
            <a:r>
              <a:rPr lang="en-US" altLang="en-US" sz="2000" dirty="0"/>
              <a:t>An example of a game of coordination is the </a:t>
            </a:r>
            <a:r>
              <a:rPr lang="en-US" altLang="en-US" sz="2000" b="1" dirty="0">
                <a:solidFill>
                  <a:srgbClr val="0000FF"/>
                </a:solidFill>
              </a:rPr>
              <a:t>Chicken game </a:t>
            </a:r>
            <a:r>
              <a:rPr lang="en-US" altLang="en-US" sz="2000" dirty="0"/>
              <a:t>where there are two “Utilitarian” Nash equilibria (Straight, Swerve) and (Swerve, Straight). </a:t>
            </a:r>
          </a:p>
          <a:p>
            <a:pPr lvl="1">
              <a:lnSpc>
                <a:spcPct val="100000"/>
              </a:lnSpc>
            </a:pPr>
            <a:r>
              <a:rPr lang="en-US" altLang="en-US" sz="1600" dirty="0"/>
              <a:t>Notice that there is no Pareto Ranking between the two.</a:t>
            </a:r>
          </a:p>
          <a:p>
            <a:pPr eaLnBrk="1" hangingPunct="1">
              <a:lnSpc>
                <a:spcPct val="100000"/>
              </a:lnSpc>
            </a:pPr>
            <a:endParaRPr lang="en-US" altLang="en-US" sz="2000" dirty="0"/>
          </a:p>
          <a:p>
            <a:pPr eaLnBrk="1" hangingPunct="1">
              <a:lnSpc>
                <a:spcPct val="100000"/>
              </a:lnSpc>
            </a:pPr>
            <a:endParaRPr lang="en-US" altLang="en-US" sz="2000" dirty="0"/>
          </a:p>
          <a:p>
            <a:pPr eaLnBrk="1" hangingPunct="1">
              <a:lnSpc>
                <a:spcPct val="100000"/>
              </a:lnSpc>
            </a:pPr>
            <a:endParaRPr lang="en-US" altLang="en-US" sz="2000" dirty="0"/>
          </a:p>
          <a:p>
            <a:pPr eaLnBrk="1" hangingPunct="1">
              <a:lnSpc>
                <a:spcPct val="100000"/>
              </a:lnSpc>
            </a:pPr>
            <a:endParaRPr lang="en-US" altLang="en-US" sz="2000" dirty="0"/>
          </a:p>
          <a:p>
            <a:pPr eaLnBrk="1" hangingPunct="1">
              <a:lnSpc>
                <a:spcPct val="100000"/>
              </a:lnSpc>
            </a:pPr>
            <a:endParaRPr lang="en-US" altLang="en-US" sz="2000" dirty="0"/>
          </a:p>
          <a:p>
            <a:pPr eaLnBrk="1" hangingPunct="1">
              <a:lnSpc>
                <a:spcPct val="100000"/>
              </a:lnSpc>
            </a:pPr>
            <a:r>
              <a:rPr lang="en-US" altLang="en-US" sz="2000" dirty="0"/>
              <a:t>Even if they can agree that a utilitarian outcome is better, how will it be chosen?</a:t>
            </a:r>
          </a:p>
          <a:p>
            <a:pPr marL="457200" lvl="1" indent="0">
              <a:lnSpc>
                <a:spcPct val="100000"/>
              </a:lnSpc>
              <a:buNone/>
            </a:pPr>
            <a:endParaRPr lang="en-US" altLang="en-US" sz="1600" dirty="0"/>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0E0BDF0A-830C-4AED-9D1E-F8E33740D956}"/>
                  </a:ext>
                </a:extLst>
              </p:cNvPr>
              <p:cNvGraphicFramePr>
                <a:graphicFrameLocks noGrp="1"/>
              </p:cNvGraphicFramePr>
              <p:nvPr>
                <p:extLst>
                  <p:ext uri="{D42A27DB-BD31-4B8C-83A1-F6EECF244321}">
                    <p14:modId xmlns:p14="http://schemas.microsoft.com/office/powerpoint/2010/main" val="3620149411"/>
                  </p:ext>
                </p:extLst>
              </p:nvPr>
            </p:nvGraphicFramePr>
            <p:xfrm>
              <a:off x="2445307" y="3216692"/>
              <a:ext cx="6883047" cy="1202476"/>
            </p:xfrm>
            <a:graphic>
              <a:graphicData uri="http://schemas.openxmlformats.org/drawingml/2006/table">
                <a:tbl>
                  <a:tblPr firstRow="1" bandRow="1">
                    <a:tableStyleId>{5940675A-B579-460E-94D1-54222C63F5DA}</a:tableStyleId>
                  </a:tblPr>
                  <a:tblGrid>
                    <a:gridCol w="1503631">
                      <a:extLst>
                        <a:ext uri="{9D8B030D-6E8A-4147-A177-3AD203B41FA5}">
                          <a16:colId xmlns:a16="http://schemas.microsoft.com/office/drawing/2014/main" val="4239227893"/>
                        </a:ext>
                      </a:extLst>
                    </a:gridCol>
                    <a:gridCol w="2676675">
                      <a:extLst>
                        <a:ext uri="{9D8B030D-6E8A-4147-A177-3AD203B41FA5}">
                          <a16:colId xmlns:a16="http://schemas.microsoft.com/office/drawing/2014/main" val="2948776960"/>
                        </a:ext>
                      </a:extLst>
                    </a:gridCol>
                    <a:gridCol w="2702741">
                      <a:extLst>
                        <a:ext uri="{9D8B030D-6E8A-4147-A177-3AD203B41FA5}">
                          <a16:colId xmlns:a16="http://schemas.microsoft.com/office/drawing/2014/main" val="1900868060"/>
                        </a:ext>
                      </a:extLst>
                    </a:gridCol>
                  </a:tblGrid>
                  <a:tr h="460796">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Swerve </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Straight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Swerve</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0,  0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−1, </m:t>
                                </m:r>
                                <m:r>
                                  <a:rPr lang="en-GB" b="0" i="1" smtClean="0">
                                    <a:solidFill>
                                      <a:srgbClr val="00B050"/>
                                    </a:solidFill>
                                    <a:latin typeface="Cambria Math" panose="02040503050406030204" pitchFamily="18" charset="0"/>
                                  </a:rPr>
                                  <m:t> </m:t>
                                </m:r>
                                <m:r>
                                  <a:rPr lang="en-US" b="0" i="1" smtClean="0">
                                    <a:solidFill>
                                      <a:srgbClr val="00B050"/>
                                    </a:solidFill>
                                    <a:latin typeface="Cambria Math" panose="02040503050406030204" pitchFamily="18" charset="0"/>
                                  </a:rPr>
                                  <m:t>1 </m:t>
                                </m:r>
                              </m:oMath>
                            </m:oMathPara>
                          </a14:m>
                          <a:endParaRPr lang="en-GB"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tx1"/>
                              </a:solidFill>
                            </a:rPr>
                            <a:t>Straight</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1,  −1</m:t>
                                </m:r>
                              </m:oMath>
                            </m:oMathPara>
                          </a14:m>
                          <a:endParaRPr lang="en-GB"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r>
                                  <a:rPr lang="en-SG"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  −2</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0E0BDF0A-830C-4AED-9D1E-F8E33740D956}"/>
                  </a:ext>
                </a:extLst>
              </p:cNvPr>
              <p:cNvGraphicFramePr>
                <a:graphicFrameLocks noGrp="1"/>
              </p:cNvGraphicFramePr>
              <p:nvPr>
                <p:extLst>
                  <p:ext uri="{D42A27DB-BD31-4B8C-83A1-F6EECF244321}">
                    <p14:modId xmlns:p14="http://schemas.microsoft.com/office/powerpoint/2010/main" val="3620149411"/>
                  </p:ext>
                </p:extLst>
              </p:nvPr>
            </p:nvGraphicFramePr>
            <p:xfrm>
              <a:off x="2445307" y="3216692"/>
              <a:ext cx="6883047" cy="1202476"/>
            </p:xfrm>
            <a:graphic>
              <a:graphicData uri="http://schemas.openxmlformats.org/drawingml/2006/table">
                <a:tbl>
                  <a:tblPr firstRow="1" bandRow="1">
                    <a:tableStyleId>{5940675A-B579-460E-94D1-54222C63F5DA}</a:tableStyleId>
                  </a:tblPr>
                  <a:tblGrid>
                    <a:gridCol w="1503631">
                      <a:extLst>
                        <a:ext uri="{9D8B030D-6E8A-4147-A177-3AD203B41FA5}">
                          <a16:colId xmlns:a16="http://schemas.microsoft.com/office/drawing/2014/main" val="4239227893"/>
                        </a:ext>
                      </a:extLst>
                    </a:gridCol>
                    <a:gridCol w="2676675">
                      <a:extLst>
                        <a:ext uri="{9D8B030D-6E8A-4147-A177-3AD203B41FA5}">
                          <a16:colId xmlns:a16="http://schemas.microsoft.com/office/drawing/2014/main" val="2948776960"/>
                        </a:ext>
                      </a:extLst>
                    </a:gridCol>
                    <a:gridCol w="2702741">
                      <a:extLst>
                        <a:ext uri="{9D8B030D-6E8A-4147-A177-3AD203B41FA5}">
                          <a16:colId xmlns:a16="http://schemas.microsoft.com/office/drawing/2014/main" val="1900868060"/>
                        </a:ext>
                      </a:extLst>
                    </a:gridCol>
                  </a:tblGrid>
                  <a:tr h="460796">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Swerve </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Straight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Swerve</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264" t="-132787" r="-101595"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05" t="-132787" r="-450" b="-124590"/>
                          </a:stretch>
                        </a:blipFill>
                      </a:tcPr>
                    </a:tc>
                    <a:extLst>
                      <a:ext uri="{0D108BD9-81ED-4DB2-BD59-A6C34878D82A}">
                        <a16:rowId xmlns:a16="http://schemas.microsoft.com/office/drawing/2014/main" val="1923772902"/>
                      </a:ext>
                    </a:extLst>
                  </a:tr>
                  <a:tr h="370840">
                    <a:tc>
                      <a:txBody>
                        <a:bodyPr/>
                        <a:lstStyle/>
                        <a:p>
                          <a:r>
                            <a:rPr lang="en-US" dirty="0">
                              <a:solidFill>
                                <a:schemeClr val="tx1"/>
                              </a:solidFill>
                            </a:rPr>
                            <a:t>Straight</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264" t="-232787" r="-101595"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05" t="-232787" r="-450" b="-24590"/>
                          </a:stretch>
                        </a:blipFill>
                      </a:tcPr>
                    </a:tc>
                    <a:extLst>
                      <a:ext uri="{0D108BD9-81ED-4DB2-BD59-A6C34878D82A}">
                        <a16:rowId xmlns:a16="http://schemas.microsoft.com/office/drawing/2014/main" val="2781172981"/>
                      </a:ext>
                    </a:extLst>
                  </a:tr>
                </a:tbl>
              </a:graphicData>
            </a:graphic>
          </p:graphicFrame>
        </mc:Fallback>
      </mc:AlternateContent>
      <p:sp>
        <p:nvSpPr>
          <p:cNvPr id="4" name="TextBox 3">
            <a:extLst>
              <a:ext uri="{FF2B5EF4-FFF2-40B4-BE49-F238E27FC236}">
                <a16:creationId xmlns:a16="http://schemas.microsoft.com/office/drawing/2014/main" id="{971F755D-AAC1-42A1-BB88-2F82C454E36A}"/>
              </a:ext>
            </a:extLst>
          </p:cNvPr>
          <p:cNvSpPr txBox="1"/>
          <p:nvPr/>
        </p:nvSpPr>
        <p:spPr>
          <a:xfrm>
            <a:off x="6261784" y="2900238"/>
            <a:ext cx="947375" cy="369332"/>
          </a:xfrm>
          <a:prstGeom prst="rect">
            <a:avLst/>
          </a:prstGeom>
          <a:noFill/>
        </p:spPr>
        <p:txBody>
          <a:bodyPr wrap="none" rtlCol="0">
            <a:spAutoFit/>
          </a:bodyPr>
          <a:lstStyle/>
          <a:p>
            <a:r>
              <a:rPr lang="en-US" b="1" dirty="0"/>
              <a:t>Player 2</a:t>
            </a:r>
            <a:endParaRPr lang="en-GB" b="1" dirty="0"/>
          </a:p>
        </p:txBody>
      </p:sp>
      <p:sp>
        <p:nvSpPr>
          <p:cNvPr id="6" name="TextBox 5">
            <a:extLst>
              <a:ext uri="{FF2B5EF4-FFF2-40B4-BE49-F238E27FC236}">
                <a16:creationId xmlns:a16="http://schemas.microsoft.com/office/drawing/2014/main" id="{FE56EDC9-179A-4BF8-94E8-C0AF8CD28DCF}"/>
              </a:ext>
            </a:extLst>
          </p:cNvPr>
          <p:cNvSpPr txBox="1"/>
          <p:nvPr/>
        </p:nvSpPr>
        <p:spPr>
          <a:xfrm>
            <a:off x="1588982" y="3843528"/>
            <a:ext cx="947375" cy="369332"/>
          </a:xfrm>
          <a:prstGeom prst="rect">
            <a:avLst/>
          </a:prstGeom>
          <a:noFill/>
        </p:spPr>
        <p:txBody>
          <a:bodyPr wrap="none" rtlCol="0">
            <a:spAutoFit/>
          </a:bodyPr>
          <a:lstStyle/>
          <a:p>
            <a:r>
              <a:rPr lang="en-US" b="1" dirty="0"/>
              <a:t>Player 1</a:t>
            </a:r>
            <a:endParaRPr lang="en-GB" b="1" dirty="0"/>
          </a:p>
        </p:txBody>
      </p:sp>
      <p:sp>
        <p:nvSpPr>
          <p:cNvPr id="5" name="Slide Number Placeholder 4">
            <a:extLst>
              <a:ext uri="{FF2B5EF4-FFF2-40B4-BE49-F238E27FC236}">
                <a16:creationId xmlns:a16="http://schemas.microsoft.com/office/drawing/2014/main" id="{2DF723C9-6647-420D-81D6-4D166DCCDC6F}"/>
              </a:ext>
            </a:extLst>
          </p:cNvPr>
          <p:cNvSpPr>
            <a:spLocks noGrp="1"/>
          </p:cNvSpPr>
          <p:nvPr>
            <p:ph type="sldNum" sz="quarter" idx="12"/>
          </p:nvPr>
        </p:nvSpPr>
        <p:spPr/>
        <p:txBody>
          <a:bodyPr/>
          <a:lstStyle/>
          <a:p>
            <a:fld id="{104D1C85-D14C-4D1F-B1AC-077E19A989F2}" type="slidenum">
              <a:rPr lang="en-GB" smtClean="0"/>
              <a:t>19</a:t>
            </a:fld>
            <a:endParaRPr lang="en-GB"/>
          </a:p>
        </p:txBody>
      </p:sp>
    </p:spTree>
    <p:extLst>
      <p:ext uri="{BB962C8B-B14F-4D97-AF65-F5344CB8AC3E}">
        <p14:creationId xmlns:p14="http://schemas.microsoft.com/office/powerpoint/2010/main" val="1703688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Games of Coordination: Chicken game</a:t>
            </a:r>
          </a:p>
        </p:txBody>
      </p:sp>
      <mc:AlternateContent xmlns:mc="http://schemas.openxmlformats.org/markup-compatibility/2006" xmlns:a14="http://schemas.microsoft.com/office/drawing/2010/main">
        <mc:Choice Requires="a14">
          <p:sp>
            <p:nvSpPr>
              <p:cNvPr id="52226" name="Rectangle 3"/>
              <p:cNvSpPr>
                <a:spLocks noGrp="1" noChangeArrowheads="1"/>
              </p:cNvSpPr>
              <p:nvPr>
                <p:ph idx="1"/>
              </p:nvPr>
            </p:nvSpPr>
            <p:spPr>
              <a:xfrm>
                <a:off x="838200" y="1413927"/>
                <a:ext cx="10366829" cy="4755473"/>
              </a:xfrm>
            </p:spPr>
            <p:txBody>
              <a:bodyPr>
                <a:normAutofit/>
              </a:bodyPr>
              <a:lstStyle/>
              <a:p>
                <a:pPr eaLnBrk="1" hangingPunct="1">
                  <a:lnSpc>
                    <a:spcPct val="100000"/>
                  </a:lnSpc>
                </a:pPr>
                <a:endParaRPr lang="en-US" altLang="en-US" sz="2000" dirty="0"/>
              </a:p>
              <a:p>
                <a:pPr eaLnBrk="1" hangingPunct="1">
                  <a:lnSpc>
                    <a:spcPct val="100000"/>
                  </a:lnSpc>
                </a:pPr>
                <a:r>
                  <a:rPr lang="en-US" altLang="en-US" sz="2000" dirty="0"/>
                  <a:t>There is also a non-degenerate mixed strategy NE </a:t>
                </a:r>
                <a:r>
                  <a:rPr lang="en-US" altLang="en-US" sz="2000" b="1" i="1" dirty="0">
                    <a:solidFill>
                      <a:schemeClr val="tx1"/>
                    </a:solidFill>
                  </a:rPr>
                  <a:t>(Choose straight with probability ½)</a:t>
                </a:r>
                <a:r>
                  <a:rPr lang="en-US" altLang="en-US" sz="2000" dirty="0"/>
                  <a:t>! </a:t>
                </a:r>
              </a:p>
              <a:p>
                <a:pPr lvl="1">
                  <a:lnSpc>
                    <a:spcPct val="100000"/>
                  </a:lnSpc>
                </a:pPr>
                <a:r>
                  <a:rPr lang="en-US" altLang="en-US" sz="1800" dirty="0"/>
                  <a:t>This can be a likely outcome if no other information to determine to “tie-break” between the other two Nash Equilibria.</a:t>
                </a:r>
              </a:p>
              <a:p>
                <a:pPr lvl="1">
                  <a:lnSpc>
                    <a:spcPct val="100000"/>
                  </a:lnSpc>
                </a:pPr>
                <a:r>
                  <a:rPr lang="en-US" altLang="en-US" sz="1800" dirty="0"/>
                  <a:t>Chance of getting the very bad outcome (Straight, Straight) </a:t>
                </a:r>
                <a:r>
                  <a:rPr lang="en-US" altLang="en-US" sz="1800" dirty="0">
                    <a:solidFill>
                      <a:schemeClr val="tx1"/>
                    </a:solidFill>
                  </a:rPr>
                  <a:t>with probability </a:t>
                </a:r>
                <a14:m>
                  <m:oMath xmlns:m="http://schemas.openxmlformats.org/officeDocument/2006/math">
                    <m:f>
                      <m:fPr>
                        <m:ctrlPr>
                          <a:rPr lang="en-SG" altLang="en-US" sz="1800" b="0" i="1" smtClean="0">
                            <a:solidFill>
                              <a:schemeClr val="tx1"/>
                            </a:solidFill>
                            <a:latin typeface="Cambria Math" panose="02040503050406030204" pitchFamily="18" charset="0"/>
                          </a:rPr>
                        </m:ctrlPr>
                      </m:fPr>
                      <m:num>
                        <m:r>
                          <a:rPr lang="en-SG" altLang="en-US" sz="1800" b="0" i="1" smtClean="0">
                            <a:solidFill>
                              <a:schemeClr val="tx1"/>
                            </a:solidFill>
                            <a:latin typeface="Cambria Math" panose="02040503050406030204" pitchFamily="18" charset="0"/>
                          </a:rPr>
                          <m:t>1</m:t>
                        </m:r>
                      </m:num>
                      <m:den>
                        <m:r>
                          <a:rPr lang="en-SG" altLang="en-US" sz="1800" b="0" i="1" smtClean="0">
                            <a:solidFill>
                              <a:schemeClr val="tx1"/>
                            </a:solidFill>
                            <a:latin typeface="Cambria Math" panose="02040503050406030204" pitchFamily="18" charset="0"/>
                          </a:rPr>
                          <m:t>2</m:t>
                        </m:r>
                      </m:den>
                    </m:f>
                    <m:r>
                      <a:rPr lang="en-SG" altLang="en-US" sz="1800" b="0" i="1" smtClean="0">
                        <a:solidFill>
                          <a:schemeClr val="tx1"/>
                        </a:solidFill>
                        <a:latin typeface="Cambria Math" panose="02040503050406030204" pitchFamily="18" charset="0"/>
                      </a:rPr>
                      <m:t>×</m:t>
                    </m:r>
                    <m:f>
                      <m:fPr>
                        <m:ctrlPr>
                          <a:rPr lang="en-SG" altLang="en-US" sz="1800" b="0" i="1" smtClean="0">
                            <a:solidFill>
                              <a:schemeClr val="tx1"/>
                            </a:solidFill>
                            <a:latin typeface="Cambria Math" panose="02040503050406030204" pitchFamily="18" charset="0"/>
                          </a:rPr>
                        </m:ctrlPr>
                      </m:fPr>
                      <m:num>
                        <m:r>
                          <a:rPr lang="en-SG" altLang="en-US" sz="1800" b="0" i="1" smtClean="0">
                            <a:solidFill>
                              <a:schemeClr val="tx1"/>
                            </a:solidFill>
                            <a:latin typeface="Cambria Math" panose="02040503050406030204" pitchFamily="18" charset="0"/>
                          </a:rPr>
                          <m:t>1</m:t>
                        </m:r>
                      </m:num>
                      <m:den>
                        <m:r>
                          <a:rPr lang="en-SG" altLang="en-US" sz="1800" b="0" i="1" smtClean="0">
                            <a:solidFill>
                              <a:schemeClr val="tx1"/>
                            </a:solidFill>
                            <a:latin typeface="Cambria Math" panose="02040503050406030204" pitchFamily="18" charset="0"/>
                          </a:rPr>
                          <m:t>2</m:t>
                        </m:r>
                      </m:den>
                    </m:f>
                    <m:r>
                      <a:rPr lang="en-SG" altLang="en-US" sz="1800" b="0" i="1" smtClean="0">
                        <a:solidFill>
                          <a:schemeClr val="tx1"/>
                        </a:solidFill>
                        <a:latin typeface="Cambria Math" panose="02040503050406030204" pitchFamily="18" charset="0"/>
                      </a:rPr>
                      <m:t>=</m:t>
                    </m:r>
                    <m:f>
                      <m:fPr>
                        <m:ctrlPr>
                          <a:rPr lang="en-SG" altLang="en-US" sz="1800" b="0" i="1" smtClean="0">
                            <a:solidFill>
                              <a:schemeClr val="tx1"/>
                            </a:solidFill>
                            <a:latin typeface="Cambria Math" panose="02040503050406030204" pitchFamily="18" charset="0"/>
                          </a:rPr>
                        </m:ctrlPr>
                      </m:fPr>
                      <m:num>
                        <m:r>
                          <a:rPr lang="en-SG" altLang="en-US" sz="1800" b="0" i="1" smtClean="0">
                            <a:solidFill>
                              <a:schemeClr val="tx1"/>
                            </a:solidFill>
                            <a:latin typeface="Cambria Math" panose="02040503050406030204" pitchFamily="18" charset="0"/>
                          </a:rPr>
                          <m:t>1</m:t>
                        </m:r>
                      </m:num>
                      <m:den>
                        <m:r>
                          <a:rPr lang="en-SG" altLang="en-US" sz="1800" b="0" i="1" smtClean="0">
                            <a:solidFill>
                              <a:schemeClr val="tx1"/>
                            </a:solidFill>
                            <a:latin typeface="Cambria Math" panose="02040503050406030204" pitchFamily="18" charset="0"/>
                          </a:rPr>
                          <m:t>4</m:t>
                        </m:r>
                      </m:den>
                    </m:f>
                  </m:oMath>
                </a14:m>
                <a:r>
                  <a:rPr lang="en-US" altLang="en-US" sz="1800" dirty="0">
                    <a:solidFill>
                      <a:schemeClr val="tx1"/>
                    </a:solidFill>
                  </a:rPr>
                  <a:t>  </a:t>
                </a:r>
                <a:r>
                  <a:rPr lang="en-US" altLang="en-US" sz="1800" dirty="0"/>
                  <a:t>.</a:t>
                </a:r>
              </a:p>
              <a:p>
                <a:pPr>
                  <a:lnSpc>
                    <a:spcPct val="100000"/>
                  </a:lnSpc>
                </a:pPr>
                <a:endParaRPr lang="en-US" altLang="en-US" sz="2000" dirty="0"/>
              </a:p>
              <a:p>
                <a:pPr>
                  <a:lnSpc>
                    <a:spcPct val="100000"/>
                  </a:lnSpc>
                </a:pPr>
                <a:r>
                  <a:rPr lang="en-US" altLang="en-US" sz="2000" dirty="0"/>
                  <a:t>May be avoided by taking steps to changing the structure of the game. </a:t>
                </a:r>
              </a:p>
              <a:p>
                <a:pPr lvl="1">
                  <a:lnSpc>
                    <a:spcPct val="100000"/>
                  </a:lnSpc>
                  <a:buFont typeface="+mj-lt"/>
                  <a:buAutoNum type="arabicPeriod"/>
                </a:pPr>
                <a:r>
                  <a:rPr lang="en-US" altLang="en-US" sz="1800" dirty="0"/>
                  <a:t>Player 1 can lock his steering wheel for the other to see (</a:t>
                </a:r>
                <a:r>
                  <a:rPr lang="en-US" altLang="en-US" sz="1800" u="sng" dirty="0"/>
                  <a:t>changing his action set</a:t>
                </a:r>
                <a:r>
                  <a:rPr lang="en-US" altLang="en-US" sz="1800" dirty="0"/>
                  <a:t>)</a:t>
                </a:r>
              </a:p>
              <a:p>
                <a:pPr lvl="1">
                  <a:lnSpc>
                    <a:spcPct val="100000"/>
                  </a:lnSpc>
                  <a:buFont typeface="+mj-lt"/>
                  <a:buAutoNum type="arabicPeriod"/>
                </a:pPr>
                <a:r>
                  <a:rPr lang="en-US" altLang="en-US" sz="1800" dirty="0"/>
                  <a:t>Player 1 can purchasing accident insurance which is common knowledge. (</a:t>
                </a:r>
                <a:r>
                  <a:rPr lang="en-US" altLang="en-US" sz="1800" u="sng" dirty="0"/>
                  <a:t>changing his payoffs</a:t>
                </a:r>
                <a:r>
                  <a:rPr lang="en-US" altLang="en-US" sz="1800" dirty="0"/>
                  <a:t>)</a:t>
                </a:r>
              </a:p>
              <a:p>
                <a:pPr lvl="1">
                  <a:lnSpc>
                    <a:spcPct val="100000"/>
                  </a:lnSpc>
                  <a:buFont typeface="+mj-lt"/>
                  <a:buAutoNum type="arabicPeriod"/>
                </a:pPr>
                <a:r>
                  <a:rPr lang="en-US" altLang="en-US" sz="1800" dirty="0"/>
                  <a:t>Making a convention where driver on left side of the road has right of way. (</a:t>
                </a:r>
                <a:r>
                  <a:rPr lang="en-US" altLang="en-US" sz="1800" u="sng" dirty="0"/>
                  <a:t>changing beliefs</a:t>
                </a:r>
                <a:r>
                  <a:rPr lang="en-US" altLang="en-US" sz="1800" dirty="0"/>
                  <a:t>)</a:t>
                </a:r>
              </a:p>
              <a:p>
                <a:pPr lvl="2">
                  <a:lnSpc>
                    <a:spcPct val="100000"/>
                  </a:lnSpc>
                </a:pPr>
                <a:r>
                  <a:rPr lang="en-US" altLang="en-US" sz="1600" dirty="0"/>
                  <a:t>Sometimes, information unrelated to payoffs in the game can be the deciding tie breaker!</a:t>
                </a:r>
              </a:p>
              <a:p>
                <a:pPr lvl="2">
                  <a:lnSpc>
                    <a:spcPct val="100000"/>
                  </a:lnSpc>
                </a:pPr>
                <a:endParaRPr lang="en-US" altLang="en-US" sz="1200" dirty="0"/>
              </a:p>
              <a:p>
                <a:pPr marL="0" indent="0">
                  <a:lnSpc>
                    <a:spcPct val="100000"/>
                  </a:lnSpc>
                  <a:buNone/>
                </a:pPr>
                <a:endParaRPr lang="en-US" altLang="en-US" sz="1800" dirty="0"/>
              </a:p>
              <a:p>
                <a:pPr lvl="1">
                  <a:lnSpc>
                    <a:spcPct val="100000"/>
                  </a:lnSpc>
                </a:pPr>
                <a:endParaRPr lang="en-US" altLang="en-US" sz="1400" dirty="0"/>
              </a:p>
            </p:txBody>
          </p:sp>
        </mc:Choice>
        <mc:Fallback xmlns="">
          <p:sp>
            <p:nvSpPr>
              <p:cNvPr id="52226" name="Rectangle 3"/>
              <p:cNvSpPr>
                <a:spLocks noGrp="1" noRot="1" noChangeAspect="1" noMove="1" noResize="1" noEditPoints="1" noAdjustHandles="1" noChangeArrowheads="1" noChangeShapeType="1" noTextEdit="1"/>
              </p:cNvSpPr>
              <p:nvPr>
                <p:ph idx="1"/>
              </p:nvPr>
            </p:nvSpPr>
            <p:spPr>
              <a:xfrm>
                <a:off x="838200" y="1413927"/>
                <a:ext cx="10366829" cy="4755473"/>
              </a:xfrm>
              <a:blipFill>
                <a:blip r:embed="rId3"/>
                <a:stretch>
                  <a:fillRect l="-529"/>
                </a:stretch>
              </a:blipFill>
            </p:spPr>
            <p:txBody>
              <a:bodyPr/>
              <a:lstStyle/>
              <a:p>
                <a:r>
                  <a:rPr lang="en-SG">
                    <a:noFill/>
                  </a:rPr>
                  <a:t> </a:t>
                </a:r>
              </a:p>
            </p:txBody>
          </p:sp>
        </mc:Fallback>
      </mc:AlternateContent>
      <p:sp>
        <p:nvSpPr>
          <p:cNvPr id="5" name="Slide Number Placeholder 4">
            <a:extLst>
              <a:ext uri="{FF2B5EF4-FFF2-40B4-BE49-F238E27FC236}">
                <a16:creationId xmlns:a16="http://schemas.microsoft.com/office/drawing/2014/main" id="{2DF723C9-6647-420D-81D6-4D166DCCDC6F}"/>
              </a:ext>
            </a:extLst>
          </p:cNvPr>
          <p:cNvSpPr>
            <a:spLocks noGrp="1"/>
          </p:cNvSpPr>
          <p:nvPr>
            <p:ph type="sldNum" sz="quarter" idx="12"/>
          </p:nvPr>
        </p:nvSpPr>
        <p:spPr/>
        <p:txBody>
          <a:bodyPr/>
          <a:lstStyle/>
          <a:p>
            <a:fld id="{104D1C85-D14C-4D1F-B1AC-077E19A989F2}" type="slidenum">
              <a:rPr lang="en-GB" smtClean="0"/>
              <a:t>20</a:t>
            </a:fld>
            <a:endParaRPr lang="en-GB"/>
          </a:p>
        </p:txBody>
      </p:sp>
    </p:spTree>
    <p:extLst>
      <p:ext uri="{BB962C8B-B14F-4D97-AF65-F5344CB8AC3E}">
        <p14:creationId xmlns:p14="http://schemas.microsoft.com/office/powerpoint/2010/main" val="3631685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Games of Coordination : Assurance Games</a:t>
            </a:r>
          </a:p>
        </p:txBody>
      </p:sp>
      <p:sp>
        <p:nvSpPr>
          <p:cNvPr id="52226" name="Rectangle 3"/>
          <p:cNvSpPr>
            <a:spLocks noGrp="1" noChangeArrowheads="1"/>
          </p:cNvSpPr>
          <p:nvPr>
            <p:ph idx="1"/>
          </p:nvPr>
        </p:nvSpPr>
        <p:spPr>
          <a:xfrm>
            <a:off x="838200" y="1583533"/>
            <a:ext cx="10451690" cy="4755473"/>
          </a:xfrm>
        </p:spPr>
        <p:txBody>
          <a:bodyPr>
            <a:normAutofit/>
          </a:bodyPr>
          <a:lstStyle/>
          <a:p>
            <a:pPr eaLnBrk="1" hangingPunct="1">
              <a:lnSpc>
                <a:spcPct val="100000"/>
              </a:lnSpc>
            </a:pPr>
            <a:r>
              <a:rPr lang="en-GB" altLang="en-US" sz="2000" dirty="0"/>
              <a:t>An </a:t>
            </a:r>
            <a:r>
              <a:rPr lang="en-GB" altLang="en-US" sz="2000" b="1" dirty="0">
                <a:solidFill>
                  <a:srgbClr val="0000FF"/>
                </a:solidFill>
              </a:rPr>
              <a:t>assurance game </a:t>
            </a:r>
            <a:r>
              <a:rPr lang="en-GB" altLang="en-US" sz="2000" dirty="0"/>
              <a:t>is a simultaneous game with multiple Nash equilibria, one of which </a:t>
            </a:r>
            <a:r>
              <a:rPr lang="en-GB" altLang="en-US" sz="2000" i="1" dirty="0"/>
              <a:t>pareto dominates</a:t>
            </a:r>
            <a:r>
              <a:rPr lang="en-GB" altLang="en-US" sz="2000" dirty="0"/>
              <a:t> the others. An example is the arm’s race problem.</a:t>
            </a:r>
          </a:p>
          <a:p>
            <a:pPr eaLnBrk="1" hangingPunct="1">
              <a:lnSpc>
                <a:spcPct val="100000"/>
              </a:lnSpc>
            </a:pPr>
            <a:endParaRPr lang="en-US" altLang="en-US" sz="2200" dirty="0"/>
          </a:p>
          <a:p>
            <a:pPr eaLnBrk="1" hangingPunct="1">
              <a:lnSpc>
                <a:spcPct val="100000"/>
              </a:lnSpc>
            </a:pPr>
            <a:endParaRPr lang="en-US" altLang="en-US" sz="2200" dirty="0"/>
          </a:p>
          <a:p>
            <a:pPr eaLnBrk="1" hangingPunct="1">
              <a:lnSpc>
                <a:spcPct val="100000"/>
              </a:lnSpc>
            </a:pPr>
            <a:endParaRPr lang="en-US" altLang="en-US" sz="2200" dirty="0"/>
          </a:p>
          <a:p>
            <a:pPr eaLnBrk="1" hangingPunct="1">
              <a:lnSpc>
                <a:spcPct val="100000"/>
              </a:lnSpc>
            </a:pPr>
            <a:endParaRPr lang="en-US" altLang="en-US" sz="2200" dirty="0"/>
          </a:p>
          <a:p>
            <a:pPr>
              <a:lnSpc>
                <a:spcPct val="100000"/>
              </a:lnSpc>
            </a:pPr>
            <a:r>
              <a:rPr lang="en-US" altLang="en-US" sz="1800" dirty="0"/>
              <a:t>3 NE: </a:t>
            </a:r>
            <a:r>
              <a:rPr lang="en-US" altLang="en-US" sz="1800" b="1" dirty="0"/>
              <a:t>(Don’t, Don’t)</a:t>
            </a:r>
            <a:r>
              <a:rPr lang="en-US" altLang="en-US" sz="1800" dirty="0"/>
              <a:t>, </a:t>
            </a:r>
            <a:r>
              <a:rPr lang="en-US" altLang="en-US" sz="1800" b="1" dirty="0"/>
              <a:t>(Stockpile, Stockpile)</a:t>
            </a:r>
            <a:r>
              <a:rPr lang="en-US" altLang="en-US" sz="1800" dirty="0"/>
              <a:t> , </a:t>
            </a:r>
            <a:r>
              <a:rPr lang="en-US" altLang="en-US" sz="1800" b="1" dirty="0"/>
              <a:t>(Stockpile with probability 2/3, Stockpile with probability 2/3). </a:t>
            </a:r>
          </a:p>
          <a:p>
            <a:pPr lvl="1">
              <a:lnSpc>
                <a:spcPct val="100000"/>
              </a:lnSpc>
            </a:pPr>
            <a:r>
              <a:rPr lang="en-US" altLang="en-US" sz="1600" b="1" dirty="0"/>
              <a:t>(Don’t, Don’t) </a:t>
            </a:r>
            <a:r>
              <a:rPr lang="en-US" altLang="en-US" sz="1600" dirty="0"/>
              <a:t>pareto improves on all other NE (and outcomes), and is pareto efficient, but</a:t>
            </a:r>
            <a:r>
              <a:rPr lang="en-US" altLang="en-US" sz="1600" b="1" dirty="0"/>
              <a:t> </a:t>
            </a:r>
            <a:r>
              <a:rPr lang="en-US" altLang="en-US" sz="1600" dirty="0"/>
              <a:t>is not the unique NE! </a:t>
            </a:r>
          </a:p>
          <a:p>
            <a:pPr>
              <a:lnSpc>
                <a:spcPct val="100000"/>
              </a:lnSpc>
            </a:pPr>
            <a:endParaRPr lang="en-US" altLang="en-US" sz="2000" b="1" dirty="0"/>
          </a:p>
          <a:p>
            <a:pPr>
              <a:lnSpc>
                <a:spcPct val="100000"/>
              </a:lnSpc>
            </a:pPr>
            <a:r>
              <a:rPr lang="en-US" altLang="en-US" sz="2000" dirty="0"/>
              <a:t>If it were possible for Russia to assure US that it will not stockpile, then can get to that equilibria.</a:t>
            </a:r>
          </a:p>
          <a:p>
            <a:pPr lvl="1">
              <a:lnSpc>
                <a:spcPct val="100000"/>
              </a:lnSpc>
            </a:pPr>
            <a:r>
              <a:rPr lang="en-US" altLang="en-US" sz="1600" dirty="0"/>
              <a:t>E.g. Russia moves first and opens itself to inspection --- more on </a:t>
            </a:r>
            <a:r>
              <a:rPr lang="en-US" altLang="en-US" sz="1600" i="1" dirty="0"/>
              <a:t>sequential games </a:t>
            </a:r>
            <a:r>
              <a:rPr lang="en-US" altLang="en-US" sz="1600" dirty="0"/>
              <a:t>later!</a:t>
            </a:r>
          </a:p>
          <a:p>
            <a:pPr>
              <a:lnSpc>
                <a:spcPct val="100000"/>
              </a:lnSpc>
            </a:pPr>
            <a:endParaRPr lang="en-US" altLang="en-US" sz="2000" b="1" dirty="0"/>
          </a:p>
          <a:p>
            <a:pPr lvl="1">
              <a:lnSpc>
                <a:spcPct val="100000"/>
              </a:lnSpc>
            </a:pPr>
            <a:endParaRPr lang="en-US" altLang="en-US" sz="1600" dirty="0"/>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0E0BDF0A-830C-4AED-9D1E-F8E33740D956}"/>
                  </a:ext>
                </a:extLst>
              </p:cNvPr>
              <p:cNvGraphicFramePr>
                <a:graphicFrameLocks noGrp="1"/>
              </p:cNvGraphicFramePr>
              <p:nvPr>
                <p:extLst>
                  <p:ext uri="{D42A27DB-BD31-4B8C-83A1-F6EECF244321}">
                    <p14:modId xmlns:p14="http://schemas.microsoft.com/office/powerpoint/2010/main" val="1123495796"/>
                  </p:ext>
                </p:extLst>
              </p:nvPr>
            </p:nvGraphicFramePr>
            <p:xfrm>
              <a:off x="2364191" y="2649017"/>
              <a:ext cx="6883047" cy="1202476"/>
            </p:xfrm>
            <a:graphic>
              <a:graphicData uri="http://schemas.openxmlformats.org/drawingml/2006/table">
                <a:tbl>
                  <a:tblPr firstRow="1" bandRow="1">
                    <a:tableStyleId>{5940675A-B579-460E-94D1-54222C63F5DA}</a:tableStyleId>
                  </a:tblPr>
                  <a:tblGrid>
                    <a:gridCol w="1503631">
                      <a:extLst>
                        <a:ext uri="{9D8B030D-6E8A-4147-A177-3AD203B41FA5}">
                          <a16:colId xmlns:a16="http://schemas.microsoft.com/office/drawing/2014/main" val="4239227893"/>
                        </a:ext>
                      </a:extLst>
                    </a:gridCol>
                    <a:gridCol w="2676675">
                      <a:extLst>
                        <a:ext uri="{9D8B030D-6E8A-4147-A177-3AD203B41FA5}">
                          <a16:colId xmlns:a16="http://schemas.microsoft.com/office/drawing/2014/main" val="2948776960"/>
                        </a:ext>
                      </a:extLst>
                    </a:gridCol>
                    <a:gridCol w="2702741">
                      <a:extLst>
                        <a:ext uri="{9D8B030D-6E8A-4147-A177-3AD203B41FA5}">
                          <a16:colId xmlns:a16="http://schemas.microsoft.com/office/drawing/2014/main" val="1900868060"/>
                        </a:ext>
                      </a:extLst>
                    </a:gridCol>
                  </a:tblGrid>
                  <a:tr h="460796">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Don’t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Stockpile</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Don’t</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0" i="1" smtClean="0">
                                    <a:solidFill>
                                      <a:srgbClr val="00B050"/>
                                    </a:solidFill>
                                    <a:latin typeface="Cambria Math" panose="02040503050406030204" pitchFamily="18" charset="0"/>
                                  </a:rPr>
                                  <m:t>5</m:t>
                                </m:r>
                                <m:r>
                                  <a:rPr lang="en-US" b="0" i="1" smtClean="0">
                                    <a:solidFill>
                                      <a:srgbClr val="00B050"/>
                                    </a:solidFill>
                                    <a:latin typeface="Cambria Math" panose="02040503050406030204" pitchFamily="18" charset="0"/>
                                  </a:rPr>
                                  <m:t>,  </m:t>
                                </m:r>
                                <m:r>
                                  <a:rPr lang="en-SG" b="0" i="1" smtClean="0">
                                    <a:solidFill>
                                      <a:srgbClr val="00B050"/>
                                    </a:solidFill>
                                    <a:latin typeface="Cambria Math" panose="02040503050406030204" pitchFamily="18" charset="0"/>
                                  </a:rPr>
                                  <m:t>5</m:t>
                                </m:r>
                              </m:oMath>
                            </m:oMathPara>
                          </a14:m>
                          <a:endParaRPr lang="en-GB"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 </m:t>
                                </m:r>
                                <m:r>
                                  <a:rPr lang="en-GB"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4</m:t>
                                </m:r>
                                <m:r>
                                  <a:rPr lang="en-US" b="0" i="1" smtClean="0">
                                    <a:solidFill>
                                      <a:schemeClr val="tx1"/>
                                    </a:solidFill>
                                    <a:latin typeface="Cambria Math" panose="02040503050406030204" pitchFamily="18" charset="0"/>
                                  </a:rPr>
                                  <m:t> </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tx1"/>
                              </a:solidFill>
                            </a:rPr>
                            <a:t>Stockpile</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4</m:t>
                                </m:r>
                                <m:r>
                                  <a:rPr lang="en-US"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0" i="1" smtClean="0">
                                    <a:solidFill>
                                      <a:srgbClr val="00B050"/>
                                    </a:solidFill>
                                    <a:latin typeface="Cambria Math" panose="02040503050406030204" pitchFamily="18" charset="0"/>
                                  </a:rPr>
                                  <m:t>3</m:t>
                                </m:r>
                                <m:r>
                                  <a:rPr lang="en-US" b="0" i="1" smtClean="0">
                                    <a:solidFill>
                                      <a:srgbClr val="00B050"/>
                                    </a:solidFill>
                                    <a:latin typeface="Cambria Math" panose="02040503050406030204" pitchFamily="18" charset="0"/>
                                  </a:rPr>
                                  <m:t>,  </m:t>
                                </m:r>
                                <m:r>
                                  <a:rPr lang="en-SG" b="0" i="1" smtClean="0">
                                    <a:solidFill>
                                      <a:srgbClr val="00B050"/>
                                    </a:solidFill>
                                    <a:latin typeface="Cambria Math" panose="02040503050406030204" pitchFamily="18" charset="0"/>
                                  </a:rPr>
                                  <m:t>3</m:t>
                                </m:r>
                              </m:oMath>
                            </m:oMathPara>
                          </a14:m>
                          <a:endParaRPr lang="en-GB"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0E0BDF0A-830C-4AED-9D1E-F8E33740D956}"/>
                  </a:ext>
                </a:extLst>
              </p:cNvPr>
              <p:cNvGraphicFramePr>
                <a:graphicFrameLocks noGrp="1"/>
              </p:cNvGraphicFramePr>
              <p:nvPr>
                <p:extLst>
                  <p:ext uri="{D42A27DB-BD31-4B8C-83A1-F6EECF244321}">
                    <p14:modId xmlns:p14="http://schemas.microsoft.com/office/powerpoint/2010/main" val="1123495796"/>
                  </p:ext>
                </p:extLst>
              </p:nvPr>
            </p:nvGraphicFramePr>
            <p:xfrm>
              <a:off x="2364191" y="2649017"/>
              <a:ext cx="6883047" cy="1202476"/>
            </p:xfrm>
            <a:graphic>
              <a:graphicData uri="http://schemas.openxmlformats.org/drawingml/2006/table">
                <a:tbl>
                  <a:tblPr firstRow="1" bandRow="1">
                    <a:tableStyleId>{5940675A-B579-460E-94D1-54222C63F5DA}</a:tableStyleId>
                  </a:tblPr>
                  <a:tblGrid>
                    <a:gridCol w="1503631">
                      <a:extLst>
                        <a:ext uri="{9D8B030D-6E8A-4147-A177-3AD203B41FA5}">
                          <a16:colId xmlns:a16="http://schemas.microsoft.com/office/drawing/2014/main" val="4239227893"/>
                        </a:ext>
                      </a:extLst>
                    </a:gridCol>
                    <a:gridCol w="2676675">
                      <a:extLst>
                        <a:ext uri="{9D8B030D-6E8A-4147-A177-3AD203B41FA5}">
                          <a16:colId xmlns:a16="http://schemas.microsoft.com/office/drawing/2014/main" val="2948776960"/>
                        </a:ext>
                      </a:extLst>
                    </a:gridCol>
                    <a:gridCol w="2702741">
                      <a:extLst>
                        <a:ext uri="{9D8B030D-6E8A-4147-A177-3AD203B41FA5}">
                          <a16:colId xmlns:a16="http://schemas.microsoft.com/office/drawing/2014/main" val="1900868060"/>
                        </a:ext>
                      </a:extLst>
                    </a:gridCol>
                  </a:tblGrid>
                  <a:tr h="460796">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Don’t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Stockpile</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Don’t</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264" t="-132787" r="-101822"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05" t="-132787" r="-676" b="-124590"/>
                          </a:stretch>
                        </a:blipFill>
                      </a:tcPr>
                    </a:tc>
                    <a:extLst>
                      <a:ext uri="{0D108BD9-81ED-4DB2-BD59-A6C34878D82A}">
                        <a16:rowId xmlns:a16="http://schemas.microsoft.com/office/drawing/2014/main" val="1923772902"/>
                      </a:ext>
                    </a:extLst>
                  </a:tr>
                  <a:tr h="370840">
                    <a:tc>
                      <a:txBody>
                        <a:bodyPr/>
                        <a:lstStyle/>
                        <a:p>
                          <a:r>
                            <a:rPr lang="en-US" dirty="0">
                              <a:solidFill>
                                <a:schemeClr val="tx1"/>
                              </a:solidFill>
                            </a:rPr>
                            <a:t>Stockpile</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264" t="-232787" r="-101822"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05" t="-232787" r="-676" b="-24590"/>
                          </a:stretch>
                        </a:blipFill>
                      </a:tcPr>
                    </a:tc>
                    <a:extLst>
                      <a:ext uri="{0D108BD9-81ED-4DB2-BD59-A6C34878D82A}">
                        <a16:rowId xmlns:a16="http://schemas.microsoft.com/office/drawing/2014/main" val="2781172981"/>
                      </a:ext>
                    </a:extLst>
                  </a:tr>
                </a:tbl>
              </a:graphicData>
            </a:graphic>
          </p:graphicFrame>
        </mc:Fallback>
      </mc:AlternateContent>
      <p:sp>
        <p:nvSpPr>
          <p:cNvPr id="4" name="TextBox 3">
            <a:extLst>
              <a:ext uri="{FF2B5EF4-FFF2-40B4-BE49-F238E27FC236}">
                <a16:creationId xmlns:a16="http://schemas.microsoft.com/office/drawing/2014/main" id="{971F755D-AAC1-42A1-BB88-2F82C454E36A}"/>
              </a:ext>
            </a:extLst>
          </p:cNvPr>
          <p:cNvSpPr txBox="1"/>
          <p:nvPr/>
        </p:nvSpPr>
        <p:spPr>
          <a:xfrm>
            <a:off x="6136422" y="2304965"/>
            <a:ext cx="790601" cy="369332"/>
          </a:xfrm>
          <a:prstGeom prst="rect">
            <a:avLst/>
          </a:prstGeom>
          <a:noFill/>
        </p:spPr>
        <p:txBody>
          <a:bodyPr wrap="none" rtlCol="0">
            <a:spAutoFit/>
          </a:bodyPr>
          <a:lstStyle/>
          <a:p>
            <a:r>
              <a:rPr lang="en-US" b="1" dirty="0"/>
              <a:t>Russia</a:t>
            </a:r>
            <a:endParaRPr lang="en-GB" b="1" dirty="0"/>
          </a:p>
        </p:txBody>
      </p:sp>
      <p:sp>
        <p:nvSpPr>
          <p:cNvPr id="6" name="TextBox 5">
            <a:extLst>
              <a:ext uri="{FF2B5EF4-FFF2-40B4-BE49-F238E27FC236}">
                <a16:creationId xmlns:a16="http://schemas.microsoft.com/office/drawing/2014/main" id="{FE56EDC9-179A-4BF8-94E8-C0AF8CD28DCF}"/>
              </a:ext>
            </a:extLst>
          </p:cNvPr>
          <p:cNvSpPr txBox="1"/>
          <p:nvPr/>
        </p:nvSpPr>
        <p:spPr>
          <a:xfrm>
            <a:off x="1485743" y="3256076"/>
            <a:ext cx="444352" cy="369332"/>
          </a:xfrm>
          <a:prstGeom prst="rect">
            <a:avLst/>
          </a:prstGeom>
          <a:noFill/>
        </p:spPr>
        <p:txBody>
          <a:bodyPr wrap="none" rtlCol="0">
            <a:spAutoFit/>
          </a:bodyPr>
          <a:lstStyle/>
          <a:p>
            <a:r>
              <a:rPr lang="en-US" b="1" dirty="0"/>
              <a:t>US</a:t>
            </a:r>
            <a:endParaRPr lang="en-GB" b="1" dirty="0"/>
          </a:p>
        </p:txBody>
      </p:sp>
      <p:sp>
        <p:nvSpPr>
          <p:cNvPr id="5" name="Slide Number Placeholder 4">
            <a:extLst>
              <a:ext uri="{FF2B5EF4-FFF2-40B4-BE49-F238E27FC236}">
                <a16:creationId xmlns:a16="http://schemas.microsoft.com/office/drawing/2014/main" id="{2DF723C9-6647-420D-81D6-4D166DCCDC6F}"/>
              </a:ext>
            </a:extLst>
          </p:cNvPr>
          <p:cNvSpPr>
            <a:spLocks noGrp="1"/>
          </p:cNvSpPr>
          <p:nvPr>
            <p:ph type="sldNum" sz="quarter" idx="12"/>
          </p:nvPr>
        </p:nvSpPr>
        <p:spPr/>
        <p:txBody>
          <a:bodyPr/>
          <a:lstStyle/>
          <a:p>
            <a:fld id="{104D1C85-D14C-4D1F-B1AC-077E19A989F2}" type="slidenum">
              <a:rPr lang="en-GB" smtClean="0"/>
              <a:t>21</a:t>
            </a:fld>
            <a:endParaRPr lang="en-GB"/>
          </a:p>
        </p:txBody>
      </p:sp>
    </p:spTree>
    <p:extLst>
      <p:ext uri="{BB962C8B-B14F-4D97-AF65-F5344CB8AC3E}">
        <p14:creationId xmlns:p14="http://schemas.microsoft.com/office/powerpoint/2010/main" val="55738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6">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22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Payoff dominance and risk dominance</a:t>
            </a:r>
          </a:p>
        </p:txBody>
      </p:sp>
      <p:sp>
        <p:nvSpPr>
          <p:cNvPr id="52226" name="Rectangle 3"/>
          <p:cNvSpPr>
            <a:spLocks noGrp="1" noChangeArrowheads="1"/>
          </p:cNvSpPr>
          <p:nvPr>
            <p:ph idx="1"/>
          </p:nvPr>
        </p:nvSpPr>
        <p:spPr>
          <a:xfrm>
            <a:off x="838200" y="1598282"/>
            <a:ext cx="10366829" cy="620813"/>
          </a:xfrm>
        </p:spPr>
        <p:txBody>
          <a:bodyPr>
            <a:normAutofit/>
          </a:bodyPr>
          <a:lstStyle/>
          <a:p>
            <a:pPr>
              <a:lnSpc>
                <a:spcPct val="100000"/>
              </a:lnSpc>
            </a:pPr>
            <a:r>
              <a:rPr lang="en-US" altLang="en-US" sz="2000" dirty="0"/>
              <a:t>In assurance games, a pareto efficient NE may not always be the likely outcome!</a:t>
            </a:r>
          </a:p>
        </p:txBody>
      </p:sp>
      <p:sp>
        <p:nvSpPr>
          <p:cNvPr id="5" name="Slide Number Placeholder 4">
            <a:extLst>
              <a:ext uri="{FF2B5EF4-FFF2-40B4-BE49-F238E27FC236}">
                <a16:creationId xmlns:a16="http://schemas.microsoft.com/office/drawing/2014/main" id="{2DF723C9-6647-420D-81D6-4D166DCCDC6F}"/>
              </a:ext>
            </a:extLst>
          </p:cNvPr>
          <p:cNvSpPr>
            <a:spLocks noGrp="1"/>
          </p:cNvSpPr>
          <p:nvPr>
            <p:ph type="sldNum" sz="quarter" idx="12"/>
          </p:nvPr>
        </p:nvSpPr>
        <p:spPr/>
        <p:txBody>
          <a:bodyPr/>
          <a:lstStyle/>
          <a:p>
            <a:fld id="{104D1C85-D14C-4D1F-B1AC-077E19A989F2}" type="slidenum">
              <a:rPr lang="en-GB" smtClean="0"/>
              <a:t>22</a:t>
            </a:fld>
            <a:endParaRPr lang="en-GB"/>
          </a:p>
        </p:txBody>
      </p:sp>
      <mc:AlternateContent xmlns:mc="http://schemas.openxmlformats.org/markup-compatibility/2006" xmlns:a14="http://schemas.microsoft.com/office/drawing/2010/main">
        <mc:Choice Requires="a14">
          <p:graphicFrame>
            <p:nvGraphicFramePr>
              <p:cNvPr id="2" name="Table 5">
                <a:extLst>
                  <a:ext uri="{FF2B5EF4-FFF2-40B4-BE49-F238E27FC236}">
                    <a16:creationId xmlns:a16="http://schemas.microsoft.com/office/drawing/2014/main" id="{A28E714B-3289-DF42-B919-D384735D8839}"/>
                  </a:ext>
                </a:extLst>
              </p:cNvPr>
              <p:cNvGraphicFramePr>
                <a:graphicFrameLocks noGrp="1"/>
              </p:cNvGraphicFramePr>
              <p:nvPr>
                <p:extLst>
                  <p:ext uri="{D42A27DB-BD31-4B8C-83A1-F6EECF244321}">
                    <p14:modId xmlns:p14="http://schemas.microsoft.com/office/powerpoint/2010/main" val="2898149139"/>
                  </p:ext>
                </p:extLst>
              </p:nvPr>
            </p:nvGraphicFramePr>
            <p:xfrm>
              <a:off x="2433250" y="2692067"/>
              <a:ext cx="6883047" cy="1202476"/>
            </p:xfrm>
            <a:graphic>
              <a:graphicData uri="http://schemas.openxmlformats.org/drawingml/2006/table">
                <a:tbl>
                  <a:tblPr firstRow="1" bandRow="1">
                    <a:tableStyleId>{5940675A-B579-460E-94D1-54222C63F5DA}</a:tableStyleId>
                  </a:tblPr>
                  <a:tblGrid>
                    <a:gridCol w="1503631">
                      <a:extLst>
                        <a:ext uri="{9D8B030D-6E8A-4147-A177-3AD203B41FA5}">
                          <a16:colId xmlns:a16="http://schemas.microsoft.com/office/drawing/2014/main" val="4239227893"/>
                        </a:ext>
                      </a:extLst>
                    </a:gridCol>
                    <a:gridCol w="2676675">
                      <a:extLst>
                        <a:ext uri="{9D8B030D-6E8A-4147-A177-3AD203B41FA5}">
                          <a16:colId xmlns:a16="http://schemas.microsoft.com/office/drawing/2014/main" val="2948776960"/>
                        </a:ext>
                      </a:extLst>
                    </a:gridCol>
                    <a:gridCol w="2702741">
                      <a:extLst>
                        <a:ext uri="{9D8B030D-6E8A-4147-A177-3AD203B41FA5}">
                          <a16:colId xmlns:a16="http://schemas.microsoft.com/office/drawing/2014/main" val="1900868060"/>
                        </a:ext>
                      </a:extLst>
                    </a:gridCol>
                  </a:tblGrid>
                  <a:tr h="460796">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GB" dirty="0">
                              <a:solidFill>
                                <a:schemeClr val="tx1"/>
                              </a:solidFill>
                            </a:rPr>
                            <a:t>Don’t</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dirty="0">
                              <a:solidFill>
                                <a:schemeClr val="tx1"/>
                              </a:solidFill>
                            </a:rPr>
                            <a:t>Stockpile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Don’t</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1" i="1" smtClean="0">
                                    <a:solidFill>
                                      <a:srgbClr val="00B050"/>
                                    </a:solidFill>
                                    <a:latin typeface="Cambria Math" panose="02040503050406030204" pitchFamily="18" charset="0"/>
                                  </a:rPr>
                                  <m:t>𝑨</m:t>
                                </m:r>
                                <m:r>
                                  <a:rPr lang="en-US" b="1" i="1" smtClean="0">
                                    <a:solidFill>
                                      <a:srgbClr val="00B050"/>
                                    </a:solidFill>
                                    <a:latin typeface="Cambria Math" panose="02040503050406030204" pitchFamily="18" charset="0"/>
                                  </a:rPr>
                                  <m:t>,  </m:t>
                                </m:r>
                                <m:r>
                                  <a:rPr lang="en-SG" b="1" i="1" smtClean="0">
                                    <a:solidFill>
                                      <a:srgbClr val="00B050"/>
                                    </a:solidFill>
                                    <a:latin typeface="Cambria Math" panose="02040503050406030204" pitchFamily="18" charset="0"/>
                                  </a:rPr>
                                  <m:t>𝑨</m:t>
                                </m:r>
                              </m:oMath>
                            </m:oMathPara>
                          </a14:m>
                          <a:endParaRPr lang="en-GB" b="1" i="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GB" b="0" i="1" dirty="0" smtClean="0">
                                    <a:solidFill>
                                      <a:schemeClr val="tx1"/>
                                    </a:solidFill>
                                    <a:latin typeface="Cambria Math" panose="02040503050406030204" pitchFamily="18" charset="0"/>
                                  </a:rPr>
                                  <m:t>𝐶</m:t>
                                </m:r>
                                <m:r>
                                  <a:rPr lang="en-US" b="0" i="1" dirty="0" smtClean="0">
                                    <a:solidFill>
                                      <a:schemeClr val="tx1"/>
                                    </a:solidFill>
                                    <a:latin typeface="Cambria Math" panose="02040503050406030204" pitchFamily="18" charset="0"/>
                                  </a:rPr>
                                  <m:t>, </m:t>
                                </m:r>
                                <m:r>
                                  <a:rPr lang="en-GB" b="0" i="1" dirty="0" smtClean="0">
                                    <a:solidFill>
                                      <a:schemeClr val="tx1"/>
                                    </a:solidFill>
                                    <a:latin typeface="Cambria Math" panose="02040503050406030204" pitchFamily="18" charset="0"/>
                                  </a:rPr>
                                  <m:t> </m:t>
                                </m:r>
                                <m:r>
                                  <a:rPr lang="en-SG" b="0" i="1" dirty="0" smtClean="0">
                                    <a:solidFill>
                                      <a:schemeClr val="tx1"/>
                                    </a:solidFill>
                                    <a:latin typeface="Cambria Math" panose="02040503050406030204" pitchFamily="18" charset="0"/>
                                  </a:rPr>
                                  <m:t>𝐵</m:t>
                                </m:r>
                                <m:r>
                                  <a:rPr lang="en-US" b="0" i="1" dirty="0" smtClean="0">
                                    <a:solidFill>
                                      <a:schemeClr val="tx1"/>
                                    </a:solidFill>
                                    <a:latin typeface="Cambria Math" panose="02040503050406030204" pitchFamily="18" charset="0"/>
                                  </a:rPr>
                                  <m:t> </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GB" dirty="0">
                              <a:solidFill>
                                <a:schemeClr val="tx1"/>
                              </a:solidFill>
                            </a:rPr>
                            <a:t>Stockpile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𝐵</m:t>
                                </m:r>
                                <m:r>
                                  <a:rPr lang="en-US"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𝐶</m:t>
                                </m:r>
                              </m:oMath>
                            </m:oMathPara>
                          </a14:m>
                          <a:endParaRPr lang="en-GB"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1" i="1" smtClean="0">
                                    <a:solidFill>
                                      <a:srgbClr val="FF0000"/>
                                    </a:solidFill>
                                    <a:latin typeface="Cambria Math" panose="02040503050406030204" pitchFamily="18" charset="0"/>
                                  </a:rPr>
                                  <m:t>𝑫</m:t>
                                </m:r>
                                <m:r>
                                  <a:rPr lang="en-US" b="1" i="1" smtClean="0">
                                    <a:solidFill>
                                      <a:srgbClr val="FF0000"/>
                                    </a:solidFill>
                                    <a:latin typeface="Cambria Math" panose="02040503050406030204" pitchFamily="18" charset="0"/>
                                  </a:rPr>
                                  <m:t>,  </m:t>
                                </m:r>
                                <m:r>
                                  <a:rPr lang="en-SG" b="1" i="1" smtClean="0">
                                    <a:solidFill>
                                      <a:srgbClr val="FF0000"/>
                                    </a:solidFill>
                                    <a:latin typeface="Cambria Math" panose="02040503050406030204" pitchFamily="18" charset="0"/>
                                  </a:rPr>
                                  <m:t>𝑫</m:t>
                                </m:r>
                              </m:oMath>
                            </m:oMathPara>
                          </a14:m>
                          <a:endParaRPr lang="en-GB" b="1" i="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2" name="Table 5">
                <a:extLst>
                  <a:ext uri="{FF2B5EF4-FFF2-40B4-BE49-F238E27FC236}">
                    <a16:creationId xmlns:a16="http://schemas.microsoft.com/office/drawing/2014/main" id="{A28E714B-3289-DF42-B919-D384735D8839}"/>
                  </a:ext>
                </a:extLst>
              </p:cNvPr>
              <p:cNvGraphicFramePr>
                <a:graphicFrameLocks noGrp="1"/>
              </p:cNvGraphicFramePr>
              <p:nvPr>
                <p:extLst>
                  <p:ext uri="{D42A27DB-BD31-4B8C-83A1-F6EECF244321}">
                    <p14:modId xmlns:p14="http://schemas.microsoft.com/office/powerpoint/2010/main" val="2898149139"/>
                  </p:ext>
                </p:extLst>
              </p:nvPr>
            </p:nvGraphicFramePr>
            <p:xfrm>
              <a:off x="2433250" y="2692067"/>
              <a:ext cx="6883047" cy="1202476"/>
            </p:xfrm>
            <a:graphic>
              <a:graphicData uri="http://schemas.openxmlformats.org/drawingml/2006/table">
                <a:tbl>
                  <a:tblPr firstRow="1" bandRow="1">
                    <a:tableStyleId>{5940675A-B579-460E-94D1-54222C63F5DA}</a:tableStyleId>
                  </a:tblPr>
                  <a:tblGrid>
                    <a:gridCol w="1503631">
                      <a:extLst>
                        <a:ext uri="{9D8B030D-6E8A-4147-A177-3AD203B41FA5}">
                          <a16:colId xmlns:a16="http://schemas.microsoft.com/office/drawing/2014/main" val="4239227893"/>
                        </a:ext>
                      </a:extLst>
                    </a:gridCol>
                    <a:gridCol w="2676675">
                      <a:extLst>
                        <a:ext uri="{9D8B030D-6E8A-4147-A177-3AD203B41FA5}">
                          <a16:colId xmlns:a16="http://schemas.microsoft.com/office/drawing/2014/main" val="2948776960"/>
                        </a:ext>
                      </a:extLst>
                    </a:gridCol>
                    <a:gridCol w="2702741">
                      <a:extLst>
                        <a:ext uri="{9D8B030D-6E8A-4147-A177-3AD203B41FA5}">
                          <a16:colId xmlns:a16="http://schemas.microsoft.com/office/drawing/2014/main" val="1900868060"/>
                        </a:ext>
                      </a:extLst>
                    </a:gridCol>
                  </a:tblGrid>
                  <a:tr h="460796">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GB" dirty="0">
                              <a:solidFill>
                                <a:schemeClr val="tx1"/>
                              </a:solidFill>
                            </a:rPr>
                            <a:t>Don’t</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dirty="0">
                              <a:solidFill>
                                <a:schemeClr val="tx1"/>
                              </a:solidFill>
                            </a:rPr>
                            <a:t>Stockpile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Don’t</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264" t="-132787" r="-101595"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05" t="-132787" r="-450" b="-124590"/>
                          </a:stretch>
                        </a:blipFill>
                      </a:tcPr>
                    </a:tc>
                    <a:extLst>
                      <a:ext uri="{0D108BD9-81ED-4DB2-BD59-A6C34878D82A}">
                        <a16:rowId xmlns:a16="http://schemas.microsoft.com/office/drawing/2014/main" val="1923772902"/>
                      </a:ext>
                    </a:extLst>
                  </a:tr>
                  <a:tr h="370840">
                    <a:tc>
                      <a:txBody>
                        <a:bodyPr/>
                        <a:lstStyle/>
                        <a:p>
                          <a:r>
                            <a:rPr lang="en-GB" dirty="0">
                              <a:solidFill>
                                <a:schemeClr val="tx1"/>
                              </a:solidFill>
                            </a:rPr>
                            <a:t>Stockpile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264" t="-232787" r="-101595"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05" t="-232787" r="-450" b="-24590"/>
                          </a:stretch>
                        </a:blipFill>
                      </a:tcPr>
                    </a:tc>
                    <a:extLst>
                      <a:ext uri="{0D108BD9-81ED-4DB2-BD59-A6C34878D82A}">
                        <a16:rowId xmlns:a16="http://schemas.microsoft.com/office/drawing/2014/main" val="2781172981"/>
                      </a:ext>
                    </a:extLst>
                  </a:tr>
                </a:tbl>
              </a:graphicData>
            </a:graphic>
          </p:graphicFrame>
        </mc:Fallback>
      </mc:AlternateContent>
      <p:sp>
        <p:nvSpPr>
          <p:cNvPr id="7" name="TextBox 6">
            <a:extLst>
              <a:ext uri="{FF2B5EF4-FFF2-40B4-BE49-F238E27FC236}">
                <a16:creationId xmlns:a16="http://schemas.microsoft.com/office/drawing/2014/main" id="{13C24441-1B68-70FA-053D-7133F3409C8C}"/>
              </a:ext>
            </a:extLst>
          </p:cNvPr>
          <p:cNvSpPr txBox="1"/>
          <p:nvPr/>
        </p:nvSpPr>
        <p:spPr>
          <a:xfrm>
            <a:off x="6205481" y="2348015"/>
            <a:ext cx="790601" cy="369332"/>
          </a:xfrm>
          <a:prstGeom prst="rect">
            <a:avLst/>
          </a:prstGeom>
          <a:noFill/>
        </p:spPr>
        <p:txBody>
          <a:bodyPr wrap="none" rtlCol="0">
            <a:spAutoFit/>
          </a:bodyPr>
          <a:lstStyle/>
          <a:p>
            <a:r>
              <a:rPr lang="en-US" b="1" dirty="0"/>
              <a:t>Russia</a:t>
            </a:r>
            <a:endParaRPr lang="en-GB" b="1" dirty="0"/>
          </a:p>
        </p:txBody>
      </p:sp>
      <p:sp>
        <p:nvSpPr>
          <p:cNvPr id="8" name="TextBox 7">
            <a:extLst>
              <a:ext uri="{FF2B5EF4-FFF2-40B4-BE49-F238E27FC236}">
                <a16:creationId xmlns:a16="http://schemas.microsoft.com/office/drawing/2014/main" id="{59A86139-CBF0-E703-2BA1-17B7ACD7C27E}"/>
              </a:ext>
            </a:extLst>
          </p:cNvPr>
          <p:cNvSpPr txBox="1"/>
          <p:nvPr/>
        </p:nvSpPr>
        <p:spPr>
          <a:xfrm>
            <a:off x="1554802" y="3299126"/>
            <a:ext cx="444352" cy="369332"/>
          </a:xfrm>
          <a:prstGeom prst="rect">
            <a:avLst/>
          </a:prstGeom>
          <a:noFill/>
        </p:spPr>
        <p:txBody>
          <a:bodyPr wrap="none" rtlCol="0">
            <a:spAutoFit/>
          </a:bodyPr>
          <a:lstStyle/>
          <a:p>
            <a:r>
              <a:rPr lang="en-US" b="1" dirty="0"/>
              <a:t>US</a:t>
            </a:r>
            <a:endParaRPr lang="en-GB" b="1"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49C4ED9-5575-95BD-D9A9-B3EDDBDB481A}"/>
                  </a:ext>
                </a:extLst>
              </p:cNvPr>
              <p:cNvSpPr txBox="1"/>
              <p:nvPr/>
            </p:nvSpPr>
            <p:spPr>
              <a:xfrm>
                <a:off x="10051047" y="3114460"/>
                <a:ext cx="8579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SG" b="1" i="1" smtClean="0">
                          <a:solidFill>
                            <a:srgbClr val="00B050"/>
                          </a:solidFill>
                          <a:latin typeface="Cambria Math" panose="02040503050406030204" pitchFamily="18" charset="0"/>
                        </a:rPr>
                        <m:t>𝑨</m:t>
                      </m:r>
                      <m:r>
                        <a:rPr lang="en-SG" b="1" i="1" smtClean="0">
                          <a:solidFill>
                            <a:srgbClr val="00B050"/>
                          </a:solidFill>
                          <a:latin typeface="Cambria Math" panose="02040503050406030204" pitchFamily="18" charset="0"/>
                        </a:rPr>
                        <m:t>&gt;</m:t>
                      </m:r>
                      <m:r>
                        <a:rPr lang="en-SG" b="1" i="1" smtClean="0">
                          <a:solidFill>
                            <a:srgbClr val="00B050"/>
                          </a:solidFill>
                          <a:latin typeface="Cambria Math" panose="02040503050406030204" pitchFamily="18" charset="0"/>
                        </a:rPr>
                        <m:t>𝑩</m:t>
                      </m:r>
                    </m:oMath>
                  </m:oMathPara>
                </a14:m>
                <a:endParaRPr lang="en-SG" b="1" dirty="0">
                  <a:solidFill>
                    <a:srgbClr val="00B050"/>
                  </a:solidFill>
                </a:endParaRPr>
              </a:p>
            </p:txBody>
          </p:sp>
        </mc:Choice>
        <mc:Fallback xmlns="">
          <p:sp>
            <p:nvSpPr>
              <p:cNvPr id="9" name="TextBox 8">
                <a:extLst>
                  <a:ext uri="{FF2B5EF4-FFF2-40B4-BE49-F238E27FC236}">
                    <a16:creationId xmlns:a16="http://schemas.microsoft.com/office/drawing/2014/main" id="{449C4ED9-5575-95BD-D9A9-B3EDDBDB481A}"/>
                  </a:ext>
                </a:extLst>
              </p:cNvPr>
              <p:cNvSpPr txBox="1">
                <a:spLocks noRot="1" noChangeAspect="1" noMove="1" noResize="1" noEditPoints="1" noAdjustHandles="1" noChangeArrowheads="1" noChangeShapeType="1" noTextEdit="1"/>
              </p:cNvSpPr>
              <p:nvPr/>
            </p:nvSpPr>
            <p:spPr>
              <a:xfrm>
                <a:off x="10051047" y="3114460"/>
                <a:ext cx="857927" cy="369332"/>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089A6F7-970E-5491-755D-F90211173E83}"/>
                  </a:ext>
                </a:extLst>
              </p:cNvPr>
              <p:cNvSpPr txBox="1"/>
              <p:nvPr/>
            </p:nvSpPr>
            <p:spPr>
              <a:xfrm>
                <a:off x="10051047" y="3541904"/>
                <a:ext cx="85395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SG" b="1" i="1" smtClean="0">
                          <a:solidFill>
                            <a:srgbClr val="FF0000"/>
                          </a:solidFill>
                          <a:latin typeface="Cambria Math" panose="02040503050406030204" pitchFamily="18" charset="0"/>
                        </a:rPr>
                        <m:t>𝑫</m:t>
                      </m:r>
                      <m:r>
                        <a:rPr lang="en-SG" b="1" i="1" smtClean="0">
                          <a:solidFill>
                            <a:srgbClr val="FF0000"/>
                          </a:solidFill>
                          <a:latin typeface="Cambria Math" panose="02040503050406030204" pitchFamily="18" charset="0"/>
                        </a:rPr>
                        <m:t>&gt;</m:t>
                      </m:r>
                      <m:r>
                        <a:rPr lang="en-SG" b="1" i="1" smtClean="0">
                          <a:solidFill>
                            <a:srgbClr val="FF0000"/>
                          </a:solidFill>
                          <a:latin typeface="Cambria Math" panose="02040503050406030204" pitchFamily="18" charset="0"/>
                        </a:rPr>
                        <m:t>𝑪</m:t>
                      </m:r>
                    </m:oMath>
                  </m:oMathPara>
                </a14:m>
                <a:endParaRPr lang="en-SG" b="1" dirty="0">
                  <a:solidFill>
                    <a:srgbClr val="FF0000"/>
                  </a:solidFill>
                </a:endParaRPr>
              </a:p>
            </p:txBody>
          </p:sp>
        </mc:Choice>
        <mc:Fallback xmlns="">
          <p:sp>
            <p:nvSpPr>
              <p:cNvPr id="10" name="TextBox 9">
                <a:extLst>
                  <a:ext uri="{FF2B5EF4-FFF2-40B4-BE49-F238E27FC236}">
                    <a16:creationId xmlns:a16="http://schemas.microsoft.com/office/drawing/2014/main" id="{7089A6F7-970E-5491-755D-F90211173E83}"/>
                  </a:ext>
                </a:extLst>
              </p:cNvPr>
              <p:cNvSpPr txBox="1">
                <a:spLocks noRot="1" noChangeAspect="1" noMove="1" noResize="1" noEditPoints="1" noAdjustHandles="1" noChangeArrowheads="1" noChangeShapeType="1" noTextEdit="1"/>
              </p:cNvSpPr>
              <p:nvPr/>
            </p:nvSpPr>
            <p:spPr>
              <a:xfrm>
                <a:off x="10051047" y="3541904"/>
                <a:ext cx="853952" cy="369332"/>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Rectangle 3">
                <a:extLst>
                  <a:ext uri="{FF2B5EF4-FFF2-40B4-BE49-F238E27FC236}">
                    <a16:creationId xmlns:a16="http://schemas.microsoft.com/office/drawing/2014/main" id="{E4AAE383-481E-F876-FEB9-A7C07FAB492F}"/>
                  </a:ext>
                </a:extLst>
              </p:cNvPr>
              <p:cNvSpPr txBox="1">
                <a:spLocks noChangeArrowheads="1"/>
              </p:cNvSpPr>
              <p:nvPr/>
            </p:nvSpPr>
            <p:spPr>
              <a:xfrm>
                <a:off x="912584" y="4205200"/>
                <a:ext cx="10366829" cy="26728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en-US" sz="2000" b="1" dirty="0"/>
                  <a:t>Nash Equilibria Refinements:</a:t>
                </a:r>
              </a:p>
              <a:p>
                <a:pPr>
                  <a:lnSpc>
                    <a:spcPct val="100000"/>
                  </a:lnSpc>
                </a:pPr>
                <a:r>
                  <a:rPr lang="en-US" altLang="en-US" sz="2000" dirty="0">
                    <a:solidFill>
                      <a:srgbClr val="FF0000"/>
                    </a:solidFill>
                  </a:rPr>
                  <a:t>(Don’t, Don’t) </a:t>
                </a:r>
                <a:r>
                  <a:rPr lang="en-US" altLang="en-US" sz="2000" dirty="0"/>
                  <a:t>is </a:t>
                </a:r>
                <a:r>
                  <a:rPr lang="en-US" altLang="en-US" sz="2000" b="1" dirty="0">
                    <a:solidFill>
                      <a:srgbClr val="0000FF"/>
                    </a:solidFill>
                  </a:rPr>
                  <a:t>payoff dominant </a:t>
                </a:r>
                <a:r>
                  <a:rPr lang="en-US" altLang="en-US" sz="2000" dirty="0"/>
                  <a:t>if </a:t>
                </a:r>
                <a14:m>
                  <m:oMath xmlns:m="http://schemas.openxmlformats.org/officeDocument/2006/math">
                    <m:r>
                      <a:rPr lang="en-SG" altLang="en-US" sz="2000" b="0" i="1" smtClean="0">
                        <a:latin typeface="Cambria Math" panose="02040503050406030204" pitchFamily="18" charset="0"/>
                      </a:rPr>
                      <m:t>𝐴</m:t>
                    </m:r>
                    <m:r>
                      <a:rPr lang="en-SG" altLang="en-US" sz="2000" b="0" i="1" smtClean="0">
                        <a:latin typeface="Cambria Math" panose="02040503050406030204" pitchFamily="18" charset="0"/>
                      </a:rPr>
                      <m:t>&gt;</m:t>
                    </m:r>
                    <m:r>
                      <a:rPr lang="en-SG" altLang="en-US" sz="2000" b="0" i="1" smtClean="0">
                        <a:latin typeface="Cambria Math" panose="02040503050406030204" pitchFamily="18" charset="0"/>
                      </a:rPr>
                      <m:t>𝐷</m:t>
                    </m:r>
                  </m:oMath>
                </a14:m>
                <a:endParaRPr lang="en-US" altLang="en-US" sz="2000" dirty="0"/>
              </a:p>
              <a:p>
                <a:pPr>
                  <a:lnSpc>
                    <a:spcPct val="100000"/>
                  </a:lnSpc>
                </a:pPr>
                <a:r>
                  <a:rPr lang="en-US" altLang="en-US" sz="2000" dirty="0">
                    <a:solidFill>
                      <a:srgbClr val="FF0000"/>
                    </a:solidFill>
                  </a:rPr>
                  <a:t>(Stockpile, Stockpile) </a:t>
                </a:r>
                <a:r>
                  <a:rPr lang="en-US" altLang="en-US" sz="2000" dirty="0"/>
                  <a:t>is </a:t>
                </a:r>
                <a:r>
                  <a:rPr lang="en-US" altLang="en-US" sz="2000" b="1" dirty="0">
                    <a:solidFill>
                      <a:srgbClr val="0000FF"/>
                    </a:solidFill>
                  </a:rPr>
                  <a:t>risk dominant </a:t>
                </a:r>
                <a:r>
                  <a:rPr lang="en-US" altLang="en-US" sz="2000" dirty="0"/>
                  <a:t>if </a:t>
                </a:r>
                <a14:m>
                  <m:oMath xmlns:m="http://schemas.openxmlformats.org/officeDocument/2006/math">
                    <m:r>
                      <a:rPr lang="en-SG" altLang="en-US" sz="2000" b="0" i="1" smtClean="0">
                        <a:latin typeface="Cambria Math" panose="02040503050406030204" pitchFamily="18" charset="0"/>
                      </a:rPr>
                      <m:t>𝐷</m:t>
                    </m:r>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𝐶</m:t>
                    </m:r>
                    <m:r>
                      <a:rPr lang="en-SG" altLang="en-US" sz="2000" b="0" i="1" smtClean="0">
                        <a:latin typeface="Cambria Math" panose="02040503050406030204" pitchFamily="18" charset="0"/>
                      </a:rPr>
                      <m:t>&gt;</m:t>
                    </m:r>
                    <m:r>
                      <a:rPr lang="en-SG" altLang="en-US" sz="2000" b="0" i="1" smtClean="0">
                        <a:latin typeface="Cambria Math" panose="02040503050406030204" pitchFamily="18" charset="0"/>
                      </a:rPr>
                      <m:t>𝐴</m:t>
                    </m:r>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𝐵</m:t>
                    </m:r>
                  </m:oMath>
                </a14:m>
                <a:endParaRPr lang="en-US" altLang="en-US" sz="2000" dirty="0"/>
              </a:p>
              <a:p>
                <a:pPr lvl="1">
                  <a:lnSpc>
                    <a:spcPct val="100000"/>
                  </a:lnSpc>
                </a:pPr>
                <a:r>
                  <a:rPr lang="en-US" altLang="en-US" sz="1600" dirty="0"/>
                  <a:t>Deviation losses from </a:t>
                </a:r>
                <a14:m>
                  <m:oMath xmlns:m="http://schemas.openxmlformats.org/officeDocument/2006/math">
                    <m:r>
                      <a:rPr lang="en-SG" altLang="en-US" sz="1600" b="0" i="0" smtClean="0">
                        <a:solidFill>
                          <a:srgbClr val="FF0000"/>
                        </a:solidFill>
                        <a:latin typeface="Cambria Math" panose="02040503050406030204" pitchFamily="18" charset="0"/>
                      </a:rPr>
                      <m:t>(</m:t>
                    </m:r>
                    <m:r>
                      <a:rPr lang="en-SG" altLang="en-US" sz="1600" b="0" i="1" smtClean="0">
                        <a:solidFill>
                          <a:srgbClr val="FF0000"/>
                        </a:solidFill>
                        <a:latin typeface="Cambria Math" panose="02040503050406030204" pitchFamily="18" charset="0"/>
                      </a:rPr>
                      <m:t>𝑆𝑡𝑜𝑐𝑘𝑝𝑖𝑙𝑒</m:t>
                    </m:r>
                    <m:r>
                      <a:rPr lang="en-SG" altLang="en-US" sz="1600" b="0" i="1" smtClean="0">
                        <a:solidFill>
                          <a:srgbClr val="FF0000"/>
                        </a:solidFill>
                        <a:latin typeface="Cambria Math" panose="02040503050406030204" pitchFamily="18" charset="0"/>
                      </a:rPr>
                      <m:t>,</m:t>
                    </m:r>
                    <m:r>
                      <a:rPr lang="en-SG" altLang="en-US" sz="1600" b="0" i="1" smtClean="0">
                        <a:solidFill>
                          <a:srgbClr val="FF0000"/>
                        </a:solidFill>
                        <a:latin typeface="Cambria Math" panose="02040503050406030204" pitchFamily="18" charset="0"/>
                      </a:rPr>
                      <m:t>𝑆𝑡𝑜𝑐𝑘𝑝𝑖𝑙𝑒</m:t>
                    </m:r>
                    <m:r>
                      <a:rPr lang="en-SG" altLang="en-US" sz="1600" b="0" i="1" smtClean="0">
                        <a:solidFill>
                          <a:srgbClr val="FF0000"/>
                        </a:solidFill>
                        <a:latin typeface="Cambria Math" panose="02040503050406030204" pitchFamily="18" charset="0"/>
                      </a:rPr>
                      <m:t>)</m:t>
                    </m:r>
                  </m:oMath>
                </a14:m>
                <a:r>
                  <a:rPr lang="en-US" altLang="en-US" sz="1600" dirty="0">
                    <a:solidFill>
                      <a:srgbClr val="FF0000"/>
                    </a:solidFill>
                  </a:rPr>
                  <a:t> </a:t>
                </a:r>
                <a:r>
                  <a:rPr lang="en-US" altLang="en-US" sz="1600" dirty="0"/>
                  <a:t>are higher than deviation losses from </a:t>
                </a:r>
                <a14:m>
                  <m:oMath xmlns:m="http://schemas.openxmlformats.org/officeDocument/2006/math">
                    <m:d>
                      <m:dPr>
                        <m:ctrlPr>
                          <a:rPr lang="en-SG" altLang="en-US" sz="1600" b="0" i="1" smtClean="0">
                            <a:solidFill>
                              <a:srgbClr val="FF0000"/>
                            </a:solidFill>
                            <a:latin typeface="Cambria Math" panose="02040503050406030204" pitchFamily="18" charset="0"/>
                          </a:rPr>
                        </m:ctrlPr>
                      </m:dPr>
                      <m:e>
                        <m:r>
                          <a:rPr lang="en-SG" altLang="en-US" sz="1600" b="0" i="1" smtClean="0">
                            <a:solidFill>
                              <a:srgbClr val="FF0000"/>
                            </a:solidFill>
                            <a:latin typeface="Cambria Math" panose="02040503050406030204" pitchFamily="18" charset="0"/>
                          </a:rPr>
                          <m:t>𝐷𝑜</m:t>
                        </m:r>
                        <m:sSup>
                          <m:sSupPr>
                            <m:ctrlPr>
                              <a:rPr lang="en-SG" altLang="en-US" sz="1600" b="0" i="1" smtClean="0">
                                <a:solidFill>
                                  <a:srgbClr val="FF0000"/>
                                </a:solidFill>
                                <a:latin typeface="Cambria Math" panose="02040503050406030204" pitchFamily="18" charset="0"/>
                              </a:rPr>
                            </m:ctrlPr>
                          </m:sSupPr>
                          <m:e>
                            <m:r>
                              <a:rPr lang="en-SG" altLang="en-US" sz="1600" b="0" i="1" smtClean="0">
                                <a:solidFill>
                                  <a:srgbClr val="FF0000"/>
                                </a:solidFill>
                                <a:latin typeface="Cambria Math" panose="02040503050406030204" pitchFamily="18" charset="0"/>
                              </a:rPr>
                              <m:t>𝑛</m:t>
                            </m:r>
                          </m:e>
                          <m:sup>
                            <m:r>
                              <a:rPr lang="en-SG" altLang="en-US" sz="1600" b="0" i="1" smtClean="0">
                                <a:solidFill>
                                  <a:srgbClr val="FF0000"/>
                                </a:solidFill>
                                <a:latin typeface="Cambria Math" panose="02040503050406030204" pitchFamily="18" charset="0"/>
                              </a:rPr>
                              <m:t>′</m:t>
                            </m:r>
                          </m:sup>
                        </m:sSup>
                        <m:r>
                          <a:rPr lang="en-SG" altLang="en-US" sz="1600" b="0" i="1" smtClean="0">
                            <a:solidFill>
                              <a:srgbClr val="FF0000"/>
                            </a:solidFill>
                            <a:latin typeface="Cambria Math" panose="02040503050406030204" pitchFamily="18" charset="0"/>
                          </a:rPr>
                          <m:t>𝑡</m:t>
                        </m:r>
                        <m:r>
                          <a:rPr lang="en-SG" altLang="en-US" sz="1600" b="0" i="1" smtClean="0">
                            <a:solidFill>
                              <a:srgbClr val="FF0000"/>
                            </a:solidFill>
                            <a:latin typeface="Cambria Math" panose="02040503050406030204" pitchFamily="18" charset="0"/>
                          </a:rPr>
                          <m:t>,</m:t>
                        </m:r>
                        <m:r>
                          <a:rPr lang="en-SG" altLang="en-US" sz="1600" b="0" i="1" smtClean="0">
                            <a:solidFill>
                              <a:srgbClr val="FF0000"/>
                            </a:solidFill>
                            <a:latin typeface="Cambria Math" panose="02040503050406030204" pitchFamily="18" charset="0"/>
                          </a:rPr>
                          <m:t>𝐷𝑜</m:t>
                        </m:r>
                        <m:sSup>
                          <m:sSupPr>
                            <m:ctrlPr>
                              <a:rPr lang="en-SG" altLang="en-US" sz="1600" b="0" i="1" smtClean="0">
                                <a:solidFill>
                                  <a:srgbClr val="FF0000"/>
                                </a:solidFill>
                                <a:latin typeface="Cambria Math" panose="02040503050406030204" pitchFamily="18" charset="0"/>
                              </a:rPr>
                            </m:ctrlPr>
                          </m:sSupPr>
                          <m:e>
                            <m:r>
                              <a:rPr lang="en-SG" altLang="en-US" sz="1600" b="0" i="1" smtClean="0">
                                <a:solidFill>
                                  <a:srgbClr val="FF0000"/>
                                </a:solidFill>
                                <a:latin typeface="Cambria Math" panose="02040503050406030204" pitchFamily="18" charset="0"/>
                              </a:rPr>
                              <m:t>𝑛</m:t>
                            </m:r>
                          </m:e>
                          <m:sup>
                            <m:r>
                              <a:rPr lang="en-SG" altLang="en-US" sz="1600" b="0" i="1" smtClean="0">
                                <a:solidFill>
                                  <a:srgbClr val="FF0000"/>
                                </a:solidFill>
                                <a:latin typeface="Cambria Math" panose="02040503050406030204" pitchFamily="18" charset="0"/>
                              </a:rPr>
                              <m:t>′</m:t>
                            </m:r>
                          </m:sup>
                        </m:sSup>
                        <m:r>
                          <a:rPr lang="en-SG" altLang="en-US" sz="1600" b="0" i="1" smtClean="0">
                            <a:solidFill>
                              <a:srgbClr val="FF0000"/>
                            </a:solidFill>
                            <a:latin typeface="Cambria Math" panose="02040503050406030204" pitchFamily="18" charset="0"/>
                          </a:rPr>
                          <m:t>𝑡</m:t>
                        </m:r>
                      </m:e>
                    </m:d>
                    <m:r>
                      <a:rPr lang="en-SG" altLang="en-US" sz="1600" b="0" i="1" smtClean="0">
                        <a:latin typeface="Cambria Math" panose="02040503050406030204" pitchFamily="18" charset="0"/>
                      </a:rPr>
                      <m:t>.</m:t>
                    </m:r>
                  </m:oMath>
                </a14:m>
                <a:endParaRPr lang="en-SG" altLang="en-US" sz="1600" b="0" dirty="0"/>
              </a:p>
              <a:p>
                <a:pPr lvl="1">
                  <a:lnSpc>
                    <a:spcPct val="100000"/>
                  </a:lnSpc>
                </a:pPr>
                <a:r>
                  <a:rPr lang="en-US" altLang="en-US" sz="1600" dirty="0"/>
                  <a:t>If unsure what opponent will choose, choosing</a:t>
                </a:r>
                <a:r>
                  <a:rPr lang="en-US" altLang="en-US" sz="1600" dirty="0">
                    <a:solidFill>
                      <a:srgbClr val="FF0000"/>
                    </a:solidFill>
                  </a:rPr>
                  <a:t> </a:t>
                </a:r>
                <a:r>
                  <a:rPr lang="en-US" altLang="en-US" sz="1600" i="1" dirty="0">
                    <a:solidFill>
                      <a:srgbClr val="FF0000"/>
                    </a:solidFill>
                  </a:rPr>
                  <a:t>Stockpile</a:t>
                </a:r>
                <a:r>
                  <a:rPr lang="en-US" altLang="en-US" sz="1600" dirty="0">
                    <a:solidFill>
                      <a:srgbClr val="FF0000"/>
                    </a:solidFill>
                  </a:rPr>
                  <a:t> </a:t>
                </a:r>
                <a:r>
                  <a:rPr lang="en-US" altLang="en-US" sz="1600" dirty="0"/>
                  <a:t>has a higher expected payoff than choosing </a:t>
                </a:r>
                <a:r>
                  <a:rPr lang="en-US" altLang="en-US" sz="1600" i="1" dirty="0">
                    <a:solidFill>
                      <a:srgbClr val="FF0000"/>
                    </a:solidFill>
                  </a:rPr>
                  <a:t>Don’t</a:t>
                </a:r>
                <a:r>
                  <a:rPr lang="en-US" altLang="en-US" sz="1600" dirty="0"/>
                  <a:t>.</a:t>
                </a:r>
                <a:br>
                  <a:rPr lang="en-US" altLang="en-US" sz="1600" dirty="0"/>
                </a:br>
                <a14:m>
                  <m:oMath xmlns:m="http://schemas.openxmlformats.org/officeDocument/2006/math">
                    <m:r>
                      <a:rPr lang="en-US" altLang="en-US" sz="1600" i="1" dirty="0" smtClean="0">
                        <a:latin typeface="Cambria Math" panose="02040503050406030204" pitchFamily="18" charset="0"/>
                      </a:rPr>
                      <m:t>0.5</m:t>
                    </m:r>
                    <m:d>
                      <m:dPr>
                        <m:ctrlPr>
                          <a:rPr lang="en-US" altLang="en-US" sz="1600" i="1" dirty="0" smtClean="0">
                            <a:latin typeface="Cambria Math" panose="02040503050406030204" pitchFamily="18" charset="0"/>
                          </a:rPr>
                        </m:ctrlPr>
                      </m:dPr>
                      <m:e>
                        <m:r>
                          <a:rPr lang="en-US" altLang="en-US" sz="1600" i="1" dirty="0" smtClean="0">
                            <a:latin typeface="Cambria Math" panose="02040503050406030204" pitchFamily="18" charset="0"/>
                          </a:rPr>
                          <m:t>𝐵</m:t>
                        </m:r>
                        <m:r>
                          <a:rPr lang="en-US" altLang="en-US" sz="1600" i="1" dirty="0" smtClean="0">
                            <a:latin typeface="Cambria Math" panose="02040503050406030204" pitchFamily="18" charset="0"/>
                          </a:rPr>
                          <m:t>+</m:t>
                        </m:r>
                        <m:r>
                          <a:rPr lang="en-US" altLang="en-US" sz="1600" i="1" dirty="0" smtClean="0">
                            <a:latin typeface="Cambria Math" panose="02040503050406030204" pitchFamily="18" charset="0"/>
                          </a:rPr>
                          <m:t>𝐷</m:t>
                        </m:r>
                      </m:e>
                    </m:d>
                    <m:r>
                      <a:rPr lang="en-SG" altLang="en-US" sz="1600" b="0" i="1" dirty="0" smtClean="0">
                        <a:latin typeface="Cambria Math" panose="02040503050406030204" pitchFamily="18" charset="0"/>
                      </a:rPr>
                      <m:t>&gt;0.5(</m:t>
                    </m:r>
                    <m:r>
                      <a:rPr lang="en-SG" altLang="en-US" sz="1600" b="0" i="1" dirty="0" smtClean="0">
                        <a:latin typeface="Cambria Math" panose="02040503050406030204" pitchFamily="18" charset="0"/>
                      </a:rPr>
                      <m:t>𝐴</m:t>
                    </m:r>
                    <m:r>
                      <a:rPr lang="en-SG" altLang="en-US" sz="1600" b="0" i="1" dirty="0" smtClean="0">
                        <a:latin typeface="Cambria Math" panose="02040503050406030204" pitchFamily="18" charset="0"/>
                      </a:rPr>
                      <m:t>+</m:t>
                    </m:r>
                    <m:r>
                      <a:rPr lang="en-SG" altLang="en-US" sz="1600" b="0" i="1" dirty="0" smtClean="0">
                        <a:latin typeface="Cambria Math" panose="02040503050406030204" pitchFamily="18" charset="0"/>
                      </a:rPr>
                      <m:t>𝐶</m:t>
                    </m:r>
                    <m:r>
                      <a:rPr lang="en-SG" altLang="en-US" sz="1600" b="0" i="1" dirty="0" smtClean="0">
                        <a:latin typeface="Cambria Math" panose="02040503050406030204" pitchFamily="18" charset="0"/>
                      </a:rPr>
                      <m:t>)</m:t>
                    </m:r>
                  </m:oMath>
                </a14:m>
                <a:endParaRPr lang="en-US" altLang="en-US" sz="1600" i="1" dirty="0"/>
              </a:p>
              <a:p>
                <a:pPr lvl="1">
                  <a:lnSpc>
                    <a:spcPct val="100000"/>
                  </a:lnSpc>
                </a:pPr>
                <a:endParaRPr lang="en-US" altLang="en-US" sz="1400" dirty="0"/>
              </a:p>
              <a:p>
                <a:pPr>
                  <a:lnSpc>
                    <a:spcPct val="100000"/>
                  </a:lnSpc>
                </a:pPr>
                <a:endParaRPr lang="en-US" altLang="en-US" sz="2000" dirty="0"/>
              </a:p>
            </p:txBody>
          </p:sp>
        </mc:Choice>
        <mc:Fallback xmlns="">
          <p:sp>
            <p:nvSpPr>
              <p:cNvPr id="11" name="Rectangle 3">
                <a:extLst>
                  <a:ext uri="{FF2B5EF4-FFF2-40B4-BE49-F238E27FC236}">
                    <a16:creationId xmlns:a16="http://schemas.microsoft.com/office/drawing/2014/main" id="{E4AAE383-481E-F876-FEB9-A7C07FAB492F}"/>
                  </a:ext>
                </a:extLst>
              </p:cNvPr>
              <p:cNvSpPr txBox="1">
                <a:spLocks noRot="1" noChangeAspect="1" noMove="1" noResize="1" noEditPoints="1" noAdjustHandles="1" noChangeArrowheads="1" noChangeShapeType="1" noTextEdit="1"/>
              </p:cNvSpPr>
              <p:nvPr/>
            </p:nvSpPr>
            <p:spPr>
              <a:xfrm>
                <a:off x="912584" y="4205200"/>
                <a:ext cx="10366829" cy="2672832"/>
              </a:xfrm>
              <a:prstGeom prst="rect">
                <a:avLst/>
              </a:prstGeom>
              <a:blipFill>
                <a:blip r:embed="rId6"/>
                <a:stretch>
                  <a:fillRect l="-647" t="-1370"/>
                </a:stretch>
              </a:blipFill>
            </p:spPr>
            <p:txBody>
              <a:bodyPr/>
              <a:lstStyle/>
              <a:p>
                <a:r>
                  <a:rPr lang="en-SG">
                    <a:noFill/>
                  </a:rPr>
                  <a:t> </a:t>
                </a:r>
              </a:p>
            </p:txBody>
          </p:sp>
        </mc:Fallback>
      </mc:AlternateContent>
      <p:sp>
        <p:nvSpPr>
          <p:cNvPr id="3" name="TextBox 2">
            <a:extLst>
              <a:ext uri="{FF2B5EF4-FFF2-40B4-BE49-F238E27FC236}">
                <a16:creationId xmlns:a16="http://schemas.microsoft.com/office/drawing/2014/main" id="{90594BB6-15D2-FE32-F0AD-FFFDF413F4B3}"/>
              </a:ext>
            </a:extLst>
          </p:cNvPr>
          <p:cNvSpPr txBox="1"/>
          <p:nvPr/>
        </p:nvSpPr>
        <p:spPr>
          <a:xfrm>
            <a:off x="7384825" y="4809300"/>
            <a:ext cx="1622688" cy="369332"/>
          </a:xfrm>
          <a:prstGeom prst="rect">
            <a:avLst/>
          </a:prstGeom>
          <a:noFill/>
        </p:spPr>
        <p:txBody>
          <a:bodyPr wrap="none" rtlCol="0">
            <a:spAutoFit/>
          </a:bodyPr>
          <a:lstStyle/>
          <a:p>
            <a:r>
              <a:rPr lang="en-SG" i="1" dirty="0"/>
              <a:t>and vice versa..</a:t>
            </a:r>
          </a:p>
        </p:txBody>
      </p:sp>
    </p:spTree>
    <p:extLst>
      <p:ext uri="{BB962C8B-B14F-4D97-AF65-F5344CB8AC3E}">
        <p14:creationId xmlns:p14="http://schemas.microsoft.com/office/powerpoint/2010/main" val="3913929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Games of Coordination: Prisoner’</a:t>
            </a:r>
            <a:r>
              <a:rPr lang="en-US" altLang="ja-JP" dirty="0"/>
              <a:t>s Dilemma </a:t>
            </a:r>
            <a:endParaRPr lang="en-US" altLang="en-US" dirty="0"/>
          </a:p>
        </p:txBody>
      </p:sp>
      <p:sp>
        <p:nvSpPr>
          <p:cNvPr id="52226" name="Rectangle 3"/>
          <p:cNvSpPr>
            <a:spLocks noGrp="1" noChangeArrowheads="1"/>
          </p:cNvSpPr>
          <p:nvPr>
            <p:ph idx="1"/>
          </p:nvPr>
        </p:nvSpPr>
        <p:spPr>
          <a:xfrm>
            <a:off x="838200" y="1495043"/>
            <a:ext cx="10366829" cy="4755473"/>
          </a:xfrm>
        </p:spPr>
        <p:txBody>
          <a:bodyPr>
            <a:normAutofit/>
          </a:bodyPr>
          <a:lstStyle/>
          <a:p>
            <a:pPr eaLnBrk="1" hangingPunct="1">
              <a:lnSpc>
                <a:spcPct val="100000"/>
              </a:lnSpc>
            </a:pPr>
            <a:r>
              <a:rPr lang="en-US" altLang="en-US" sz="2000" dirty="0"/>
              <a:t>A </a:t>
            </a:r>
            <a:r>
              <a:rPr lang="en-US" altLang="en-US" sz="2000" b="1" dirty="0">
                <a:solidFill>
                  <a:srgbClr val="0000FF"/>
                </a:solidFill>
              </a:rPr>
              <a:t>prisoner</a:t>
            </a:r>
            <a:r>
              <a:rPr lang="ja-JP" altLang="en-US" sz="2000" b="1" dirty="0">
                <a:solidFill>
                  <a:srgbClr val="0000FF"/>
                </a:solidFill>
              </a:rPr>
              <a:t>’</a:t>
            </a:r>
            <a:r>
              <a:rPr lang="en-US" altLang="ja-JP" sz="2000" b="1" dirty="0">
                <a:solidFill>
                  <a:srgbClr val="0000FF"/>
                </a:solidFill>
              </a:rPr>
              <a:t>s dilemma </a:t>
            </a:r>
            <a:r>
              <a:rPr lang="en-US" altLang="ja-JP" sz="2000" dirty="0"/>
              <a:t>game reflects a scenario where each player has a dominant strategy which leads to failure to coordinate on the efficient outcome.</a:t>
            </a:r>
          </a:p>
          <a:p>
            <a:pPr eaLnBrk="1" hangingPunct="1">
              <a:lnSpc>
                <a:spcPct val="100000"/>
              </a:lnSpc>
            </a:pPr>
            <a:endParaRPr lang="en-US" altLang="en-US" sz="2200" dirty="0"/>
          </a:p>
          <a:p>
            <a:pPr eaLnBrk="1" hangingPunct="1">
              <a:lnSpc>
                <a:spcPct val="100000"/>
              </a:lnSpc>
            </a:pPr>
            <a:endParaRPr lang="en-US" altLang="en-US" sz="2200" dirty="0"/>
          </a:p>
          <a:p>
            <a:pPr eaLnBrk="1" hangingPunct="1">
              <a:lnSpc>
                <a:spcPct val="100000"/>
              </a:lnSpc>
            </a:pPr>
            <a:endParaRPr lang="en-US" altLang="en-US" sz="2200" dirty="0"/>
          </a:p>
          <a:p>
            <a:pPr eaLnBrk="1" hangingPunct="1">
              <a:lnSpc>
                <a:spcPct val="100000"/>
              </a:lnSpc>
            </a:pPr>
            <a:endParaRPr lang="en-US" altLang="en-US" sz="2200" dirty="0"/>
          </a:p>
          <a:p>
            <a:pPr eaLnBrk="1" hangingPunct="1">
              <a:lnSpc>
                <a:spcPct val="100000"/>
              </a:lnSpc>
            </a:pPr>
            <a:endParaRPr lang="en-US" altLang="en-US" sz="2200" dirty="0"/>
          </a:p>
          <a:p>
            <a:pPr eaLnBrk="1" hangingPunct="1">
              <a:lnSpc>
                <a:spcPct val="100000"/>
              </a:lnSpc>
            </a:pPr>
            <a:r>
              <a:rPr lang="en-US" altLang="en-US" sz="2000" dirty="0"/>
              <a:t>Confess is a dominant strategy here for each, so the unique NE outcome is </a:t>
            </a:r>
            <a:r>
              <a:rPr lang="en-US" altLang="en-US" sz="2000" b="1" dirty="0"/>
              <a:t>(Confess, Confess)</a:t>
            </a:r>
            <a:r>
              <a:rPr lang="en-US" altLang="en-US" sz="2000" dirty="0"/>
              <a:t>.</a:t>
            </a:r>
          </a:p>
          <a:p>
            <a:pPr eaLnBrk="1" hangingPunct="1">
              <a:lnSpc>
                <a:spcPct val="100000"/>
              </a:lnSpc>
            </a:pPr>
            <a:r>
              <a:rPr lang="en-US" altLang="en-US" sz="2000" dirty="0"/>
              <a:t>This outcome is pareto improved on by </a:t>
            </a:r>
            <a:r>
              <a:rPr lang="en-US" altLang="en-US" sz="2000" b="1" dirty="0"/>
              <a:t>(Silent, Silent)</a:t>
            </a:r>
            <a:r>
              <a:rPr lang="en-US" altLang="en-US" sz="2000" dirty="0"/>
              <a:t>: it is “inefficient”!</a:t>
            </a:r>
          </a:p>
          <a:p>
            <a:pPr lvl="1">
              <a:lnSpc>
                <a:spcPct val="100000"/>
              </a:lnSpc>
            </a:pPr>
            <a:r>
              <a:rPr lang="en-US" altLang="en-US" sz="1600" dirty="0"/>
              <a:t>Moving sequentially will not solve this problem… </a:t>
            </a:r>
            <a:br>
              <a:rPr lang="en-US" altLang="en-US" sz="1600" dirty="0"/>
            </a:br>
            <a:r>
              <a:rPr lang="en-US" altLang="en-US" sz="1600" dirty="0"/>
              <a:t>But, if we expand the game and play it repeatedly, then possible to have some punishment which enforces cooperation. More on repeated games later!</a:t>
            </a:r>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0E0BDF0A-830C-4AED-9D1E-F8E33740D956}"/>
                  </a:ext>
                </a:extLst>
              </p:cNvPr>
              <p:cNvGraphicFramePr>
                <a:graphicFrameLocks noGrp="1"/>
              </p:cNvGraphicFramePr>
              <p:nvPr>
                <p:extLst>
                  <p:ext uri="{D42A27DB-BD31-4B8C-83A1-F6EECF244321}">
                    <p14:modId xmlns:p14="http://schemas.microsoft.com/office/powerpoint/2010/main" val="1800426615"/>
                  </p:ext>
                </p:extLst>
              </p:nvPr>
            </p:nvGraphicFramePr>
            <p:xfrm>
              <a:off x="2621774" y="2801428"/>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Silent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Confess</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Silent</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−5,  −5</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−30,  −1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tx1"/>
                              </a:solidFill>
                            </a:rPr>
                            <a:t>Confess</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  −30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−10,  −10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0E0BDF0A-830C-4AED-9D1E-F8E33740D956}"/>
                  </a:ext>
                </a:extLst>
              </p:cNvPr>
              <p:cNvGraphicFramePr>
                <a:graphicFrameLocks noGrp="1"/>
              </p:cNvGraphicFramePr>
              <p:nvPr>
                <p:extLst>
                  <p:ext uri="{D42A27DB-BD31-4B8C-83A1-F6EECF244321}">
                    <p14:modId xmlns:p14="http://schemas.microsoft.com/office/powerpoint/2010/main" val="1800426615"/>
                  </p:ext>
                </p:extLst>
              </p:nvPr>
            </p:nvGraphicFramePr>
            <p:xfrm>
              <a:off x="2621774" y="2801428"/>
              <a:ext cx="6244947" cy="1112520"/>
            </p:xfrm>
            <a:graphic>
              <a:graphicData uri="http://schemas.openxmlformats.org/drawingml/2006/table">
                <a:tbl>
                  <a:tblPr firstRow="1" bandRow="1">
                    <a:tableStyleId>{5940675A-B579-460E-94D1-54222C63F5DA}</a:tableStyleId>
                  </a:tblPr>
                  <a:tblGrid>
                    <a:gridCol w="1364235">
                      <a:extLst>
                        <a:ext uri="{9D8B030D-6E8A-4147-A177-3AD203B41FA5}">
                          <a16:colId xmlns:a16="http://schemas.microsoft.com/office/drawing/2014/main" val="4239227893"/>
                        </a:ext>
                      </a:extLst>
                    </a:gridCol>
                    <a:gridCol w="2428531">
                      <a:extLst>
                        <a:ext uri="{9D8B030D-6E8A-4147-A177-3AD203B41FA5}">
                          <a16:colId xmlns:a16="http://schemas.microsoft.com/office/drawing/2014/main" val="2948776960"/>
                        </a:ext>
                      </a:extLst>
                    </a:gridCol>
                    <a:gridCol w="2452181">
                      <a:extLst>
                        <a:ext uri="{9D8B030D-6E8A-4147-A177-3AD203B41FA5}">
                          <a16:colId xmlns:a16="http://schemas.microsoft.com/office/drawing/2014/main" val="1900868060"/>
                        </a:ext>
                      </a:extLst>
                    </a:gridCol>
                  </a:tblGrid>
                  <a:tr h="370840">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Silent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Confess</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Silent</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106452" r="-101253" b="-12096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106452" r="-498" b="-120968"/>
                          </a:stretch>
                        </a:blipFill>
                      </a:tcPr>
                    </a:tc>
                    <a:extLst>
                      <a:ext uri="{0D108BD9-81ED-4DB2-BD59-A6C34878D82A}">
                        <a16:rowId xmlns:a16="http://schemas.microsoft.com/office/drawing/2014/main" val="1923772902"/>
                      </a:ext>
                    </a:extLst>
                  </a:tr>
                  <a:tr h="370840">
                    <a:tc>
                      <a:txBody>
                        <a:bodyPr/>
                        <a:lstStyle/>
                        <a:p>
                          <a:r>
                            <a:rPr lang="en-US" dirty="0">
                              <a:solidFill>
                                <a:schemeClr val="tx1"/>
                              </a:solidFill>
                            </a:rPr>
                            <a:t>Confess</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140" t="-209836" r="-101253" b="-229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975" t="-209836" r="-498" b="-22951"/>
                          </a:stretch>
                        </a:blipFill>
                      </a:tcPr>
                    </a:tc>
                    <a:extLst>
                      <a:ext uri="{0D108BD9-81ED-4DB2-BD59-A6C34878D82A}">
                        <a16:rowId xmlns:a16="http://schemas.microsoft.com/office/drawing/2014/main" val="2781172981"/>
                      </a:ext>
                    </a:extLst>
                  </a:tr>
                </a:tbl>
              </a:graphicData>
            </a:graphic>
          </p:graphicFrame>
        </mc:Fallback>
      </mc:AlternateContent>
      <p:sp>
        <p:nvSpPr>
          <p:cNvPr id="4" name="TextBox 3">
            <a:extLst>
              <a:ext uri="{FF2B5EF4-FFF2-40B4-BE49-F238E27FC236}">
                <a16:creationId xmlns:a16="http://schemas.microsoft.com/office/drawing/2014/main" id="{971F755D-AAC1-42A1-BB88-2F82C454E36A}"/>
              </a:ext>
            </a:extLst>
          </p:cNvPr>
          <p:cNvSpPr txBox="1"/>
          <p:nvPr/>
        </p:nvSpPr>
        <p:spPr>
          <a:xfrm>
            <a:off x="6096000" y="2451274"/>
            <a:ext cx="707886" cy="369332"/>
          </a:xfrm>
          <a:prstGeom prst="rect">
            <a:avLst/>
          </a:prstGeom>
          <a:noFill/>
        </p:spPr>
        <p:txBody>
          <a:bodyPr wrap="none" rtlCol="0">
            <a:spAutoFit/>
          </a:bodyPr>
          <a:lstStyle/>
          <a:p>
            <a:r>
              <a:rPr lang="en-US" b="1" dirty="0"/>
              <a:t>Clyde</a:t>
            </a:r>
            <a:endParaRPr lang="en-GB" b="1" dirty="0"/>
          </a:p>
        </p:txBody>
      </p:sp>
      <p:sp>
        <p:nvSpPr>
          <p:cNvPr id="6" name="TextBox 5">
            <a:extLst>
              <a:ext uri="{FF2B5EF4-FFF2-40B4-BE49-F238E27FC236}">
                <a16:creationId xmlns:a16="http://schemas.microsoft.com/office/drawing/2014/main" id="{FE56EDC9-179A-4BF8-94E8-C0AF8CD28DCF}"/>
              </a:ext>
            </a:extLst>
          </p:cNvPr>
          <p:cNvSpPr txBox="1"/>
          <p:nvPr/>
        </p:nvSpPr>
        <p:spPr>
          <a:xfrm>
            <a:off x="1537363" y="3357688"/>
            <a:ext cx="856325" cy="369332"/>
          </a:xfrm>
          <a:prstGeom prst="rect">
            <a:avLst/>
          </a:prstGeom>
          <a:noFill/>
        </p:spPr>
        <p:txBody>
          <a:bodyPr wrap="none" rtlCol="0">
            <a:spAutoFit/>
          </a:bodyPr>
          <a:lstStyle/>
          <a:p>
            <a:r>
              <a:rPr lang="en-US" b="1" dirty="0"/>
              <a:t>Bonnie</a:t>
            </a:r>
            <a:endParaRPr lang="en-GB" b="1" dirty="0"/>
          </a:p>
        </p:txBody>
      </p:sp>
      <p:sp>
        <p:nvSpPr>
          <p:cNvPr id="5" name="Slide Number Placeholder 4">
            <a:extLst>
              <a:ext uri="{FF2B5EF4-FFF2-40B4-BE49-F238E27FC236}">
                <a16:creationId xmlns:a16="http://schemas.microsoft.com/office/drawing/2014/main" id="{2DF723C9-6647-420D-81D6-4D166DCCDC6F}"/>
              </a:ext>
            </a:extLst>
          </p:cNvPr>
          <p:cNvSpPr>
            <a:spLocks noGrp="1"/>
          </p:cNvSpPr>
          <p:nvPr>
            <p:ph type="sldNum" sz="quarter" idx="12"/>
          </p:nvPr>
        </p:nvSpPr>
        <p:spPr/>
        <p:txBody>
          <a:bodyPr/>
          <a:lstStyle/>
          <a:p>
            <a:fld id="{104D1C85-D14C-4D1F-B1AC-077E19A989F2}" type="slidenum">
              <a:rPr lang="en-GB" smtClean="0"/>
              <a:t>23</a:t>
            </a:fld>
            <a:endParaRPr lang="en-GB"/>
          </a:p>
        </p:txBody>
      </p:sp>
    </p:spTree>
    <p:extLst>
      <p:ext uri="{BB962C8B-B14F-4D97-AF65-F5344CB8AC3E}">
        <p14:creationId xmlns:p14="http://schemas.microsoft.com/office/powerpoint/2010/main" val="91125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26">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22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Games of Competition: Constant Sum Games</a:t>
            </a:r>
          </a:p>
        </p:txBody>
      </p:sp>
      <p:sp>
        <p:nvSpPr>
          <p:cNvPr id="52226" name="Rectangle 3"/>
          <p:cNvSpPr>
            <a:spLocks noGrp="1" noChangeArrowheads="1"/>
          </p:cNvSpPr>
          <p:nvPr>
            <p:ph idx="1"/>
          </p:nvPr>
        </p:nvSpPr>
        <p:spPr>
          <a:xfrm>
            <a:off x="838200" y="1600877"/>
            <a:ext cx="10366829" cy="4755473"/>
          </a:xfrm>
        </p:spPr>
        <p:txBody>
          <a:bodyPr>
            <a:normAutofit/>
          </a:bodyPr>
          <a:lstStyle/>
          <a:p>
            <a:pPr eaLnBrk="1" hangingPunct="1">
              <a:lnSpc>
                <a:spcPct val="100000"/>
              </a:lnSpc>
            </a:pPr>
            <a:r>
              <a:rPr lang="en-GB" altLang="en-US" sz="2000" dirty="0"/>
              <a:t>A </a:t>
            </a:r>
            <a:r>
              <a:rPr lang="en-GB" altLang="en-US" sz="2000" b="1" dirty="0">
                <a:solidFill>
                  <a:srgbClr val="0000FF"/>
                </a:solidFill>
              </a:rPr>
              <a:t>constant sum game </a:t>
            </a:r>
            <a:r>
              <a:rPr lang="en-GB" altLang="en-US" sz="2000" dirty="0"/>
              <a:t>is a simultaneous play game where an increase in payoff to one player is associated with an exact decrease in payoff to the other player. </a:t>
            </a:r>
          </a:p>
          <a:p>
            <a:pPr lvl="1">
              <a:lnSpc>
                <a:spcPct val="100000"/>
              </a:lnSpc>
            </a:pPr>
            <a:r>
              <a:rPr lang="en-US" altLang="en-US" sz="1800" dirty="0"/>
              <a:t>Related to zero sum games. </a:t>
            </a:r>
            <a:r>
              <a:rPr lang="en-US" altLang="en-US" sz="1800" i="1" dirty="0"/>
              <a:t>(Sum of entries in each box is always fixed)</a:t>
            </a:r>
          </a:p>
          <a:p>
            <a:pPr eaLnBrk="1" hangingPunct="1">
              <a:lnSpc>
                <a:spcPct val="100000"/>
              </a:lnSpc>
            </a:pPr>
            <a:endParaRPr lang="en-US" altLang="en-US" sz="2200" dirty="0"/>
          </a:p>
          <a:p>
            <a:pPr eaLnBrk="1" hangingPunct="1">
              <a:lnSpc>
                <a:spcPct val="100000"/>
              </a:lnSpc>
            </a:pPr>
            <a:endParaRPr lang="en-US" altLang="en-US" sz="2200" dirty="0"/>
          </a:p>
          <a:p>
            <a:pPr eaLnBrk="1" hangingPunct="1">
              <a:lnSpc>
                <a:spcPct val="100000"/>
              </a:lnSpc>
            </a:pPr>
            <a:endParaRPr lang="en-US" altLang="en-US" sz="2200" dirty="0"/>
          </a:p>
          <a:p>
            <a:pPr eaLnBrk="1" hangingPunct="1">
              <a:lnSpc>
                <a:spcPct val="100000"/>
              </a:lnSpc>
            </a:pPr>
            <a:endParaRPr lang="en-US" altLang="en-US" sz="2200" dirty="0"/>
          </a:p>
          <a:p>
            <a:pPr eaLnBrk="1" hangingPunct="1">
              <a:lnSpc>
                <a:spcPct val="100000"/>
              </a:lnSpc>
            </a:pPr>
            <a:endParaRPr lang="en-US" altLang="en-US" sz="2200" dirty="0"/>
          </a:p>
          <a:p>
            <a:pPr eaLnBrk="1" hangingPunct="1">
              <a:lnSpc>
                <a:spcPct val="100000"/>
              </a:lnSpc>
            </a:pPr>
            <a:r>
              <a:rPr lang="en-US" altLang="en-US" sz="2000" dirty="0"/>
              <a:t>In two action games, given the conflicting interests, Nash Equilibria are mostly in mixed strategies. </a:t>
            </a:r>
            <a:r>
              <a:rPr lang="en-US" altLang="en-US" sz="2000" i="1" dirty="0"/>
              <a:t>(E.g. when there are no dominant strategies for each player)</a:t>
            </a:r>
          </a:p>
        </p:txBody>
      </p:sp>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0E0BDF0A-830C-4AED-9D1E-F8E33740D956}"/>
                  </a:ext>
                </a:extLst>
              </p:cNvPr>
              <p:cNvGraphicFramePr>
                <a:graphicFrameLocks noGrp="1"/>
              </p:cNvGraphicFramePr>
              <p:nvPr>
                <p:extLst>
                  <p:ext uri="{D42A27DB-BD31-4B8C-83A1-F6EECF244321}">
                    <p14:modId xmlns:p14="http://schemas.microsoft.com/office/powerpoint/2010/main" val="3945059715"/>
                  </p:ext>
                </p:extLst>
              </p:nvPr>
            </p:nvGraphicFramePr>
            <p:xfrm>
              <a:off x="2452681" y="3239899"/>
              <a:ext cx="6883047" cy="1202476"/>
            </p:xfrm>
            <a:graphic>
              <a:graphicData uri="http://schemas.openxmlformats.org/drawingml/2006/table">
                <a:tbl>
                  <a:tblPr firstRow="1" bandRow="1">
                    <a:tableStyleId>{5940675A-B579-460E-94D1-54222C63F5DA}</a:tableStyleId>
                  </a:tblPr>
                  <a:tblGrid>
                    <a:gridCol w="1503631">
                      <a:extLst>
                        <a:ext uri="{9D8B030D-6E8A-4147-A177-3AD203B41FA5}">
                          <a16:colId xmlns:a16="http://schemas.microsoft.com/office/drawing/2014/main" val="4239227893"/>
                        </a:ext>
                      </a:extLst>
                    </a:gridCol>
                    <a:gridCol w="2676675">
                      <a:extLst>
                        <a:ext uri="{9D8B030D-6E8A-4147-A177-3AD203B41FA5}">
                          <a16:colId xmlns:a16="http://schemas.microsoft.com/office/drawing/2014/main" val="2948776960"/>
                        </a:ext>
                      </a:extLst>
                    </a:gridCol>
                    <a:gridCol w="2702741">
                      <a:extLst>
                        <a:ext uri="{9D8B030D-6E8A-4147-A177-3AD203B41FA5}">
                          <a16:colId xmlns:a16="http://schemas.microsoft.com/office/drawing/2014/main" val="1900868060"/>
                        </a:ext>
                      </a:extLst>
                    </a:gridCol>
                  </a:tblGrid>
                  <a:tr h="460796">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Up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0" i="1" smtClean="0">
                                    <a:solidFill>
                                      <a:schemeClr val="tx1"/>
                                    </a:solidFill>
                                    <a:latin typeface="Cambria Math" panose="02040503050406030204" pitchFamily="18" charset="0"/>
                                  </a:rPr>
                                  <m:t>0</m:t>
                                </m:r>
                                <m:r>
                                  <a:rPr lang="en-US"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0</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 </m:t>
                                </m:r>
                                <m:r>
                                  <a:rPr lang="en-GB"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 </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tx1"/>
                              </a:solidFill>
                            </a:rPr>
                            <a:t>Down</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0" i="1" smtClean="0">
                                    <a:solidFill>
                                      <a:schemeClr val="tx1"/>
                                    </a:solidFill>
                                    <a:latin typeface="Cambria Math" panose="02040503050406030204" pitchFamily="18" charset="0"/>
                                  </a:rPr>
                                  <m:t>3</m:t>
                                </m:r>
                                <m:r>
                                  <a:rPr lang="en-US"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−3</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−1</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3" name="Table 5">
                <a:extLst>
                  <a:ext uri="{FF2B5EF4-FFF2-40B4-BE49-F238E27FC236}">
                    <a16:creationId xmlns:a16="http://schemas.microsoft.com/office/drawing/2014/main" id="{0E0BDF0A-830C-4AED-9D1E-F8E33740D956}"/>
                  </a:ext>
                </a:extLst>
              </p:cNvPr>
              <p:cNvGraphicFramePr>
                <a:graphicFrameLocks noGrp="1"/>
              </p:cNvGraphicFramePr>
              <p:nvPr>
                <p:extLst>
                  <p:ext uri="{D42A27DB-BD31-4B8C-83A1-F6EECF244321}">
                    <p14:modId xmlns:p14="http://schemas.microsoft.com/office/powerpoint/2010/main" val="3945059715"/>
                  </p:ext>
                </p:extLst>
              </p:nvPr>
            </p:nvGraphicFramePr>
            <p:xfrm>
              <a:off x="2452681" y="3239899"/>
              <a:ext cx="6883047" cy="1202476"/>
            </p:xfrm>
            <a:graphic>
              <a:graphicData uri="http://schemas.openxmlformats.org/drawingml/2006/table">
                <a:tbl>
                  <a:tblPr firstRow="1" bandRow="1">
                    <a:tableStyleId>{5940675A-B579-460E-94D1-54222C63F5DA}</a:tableStyleId>
                  </a:tblPr>
                  <a:tblGrid>
                    <a:gridCol w="1503631">
                      <a:extLst>
                        <a:ext uri="{9D8B030D-6E8A-4147-A177-3AD203B41FA5}">
                          <a16:colId xmlns:a16="http://schemas.microsoft.com/office/drawing/2014/main" val="4239227893"/>
                        </a:ext>
                      </a:extLst>
                    </a:gridCol>
                    <a:gridCol w="2676675">
                      <a:extLst>
                        <a:ext uri="{9D8B030D-6E8A-4147-A177-3AD203B41FA5}">
                          <a16:colId xmlns:a16="http://schemas.microsoft.com/office/drawing/2014/main" val="2948776960"/>
                        </a:ext>
                      </a:extLst>
                    </a:gridCol>
                    <a:gridCol w="2702741">
                      <a:extLst>
                        <a:ext uri="{9D8B030D-6E8A-4147-A177-3AD203B41FA5}">
                          <a16:colId xmlns:a16="http://schemas.microsoft.com/office/drawing/2014/main" val="1900868060"/>
                        </a:ext>
                      </a:extLst>
                    </a:gridCol>
                  </a:tblGrid>
                  <a:tr h="460796">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Left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Right</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Up</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264" t="-132787" r="-101595"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05" t="-132787" r="-450" b="-124590"/>
                          </a:stretch>
                        </a:blipFill>
                      </a:tcPr>
                    </a:tc>
                    <a:extLst>
                      <a:ext uri="{0D108BD9-81ED-4DB2-BD59-A6C34878D82A}">
                        <a16:rowId xmlns:a16="http://schemas.microsoft.com/office/drawing/2014/main" val="1923772902"/>
                      </a:ext>
                    </a:extLst>
                  </a:tr>
                  <a:tr h="370840">
                    <a:tc>
                      <a:txBody>
                        <a:bodyPr/>
                        <a:lstStyle/>
                        <a:p>
                          <a:r>
                            <a:rPr lang="en-US" dirty="0">
                              <a:solidFill>
                                <a:schemeClr val="tx1"/>
                              </a:solidFill>
                            </a:rPr>
                            <a:t>Down</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264" t="-232787" r="-101595"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54505" t="-232787" r="-450" b="-24590"/>
                          </a:stretch>
                        </a:blipFill>
                      </a:tcPr>
                    </a:tc>
                    <a:extLst>
                      <a:ext uri="{0D108BD9-81ED-4DB2-BD59-A6C34878D82A}">
                        <a16:rowId xmlns:a16="http://schemas.microsoft.com/office/drawing/2014/main" val="2781172981"/>
                      </a:ext>
                    </a:extLst>
                  </a:tr>
                </a:tbl>
              </a:graphicData>
            </a:graphic>
          </p:graphicFrame>
        </mc:Fallback>
      </mc:AlternateContent>
      <p:sp>
        <p:nvSpPr>
          <p:cNvPr id="4" name="TextBox 3">
            <a:extLst>
              <a:ext uri="{FF2B5EF4-FFF2-40B4-BE49-F238E27FC236}">
                <a16:creationId xmlns:a16="http://schemas.microsoft.com/office/drawing/2014/main" id="{971F755D-AAC1-42A1-BB88-2F82C454E36A}"/>
              </a:ext>
            </a:extLst>
          </p:cNvPr>
          <p:cNvSpPr txBox="1"/>
          <p:nvPr/>
        </p:nvSpPr>
        <p:spPr>
          <a:xfrm>
            <a:off x="6210165" y="2868283"/>
            <a:ext cx="947375" cy="369332"/>
          </a:xfrm>
          <a:prstGeom prst="rect">
            <a:avLst/>
          </a:prstGeom>
          <a:noFill/>
        </p:spPr>
        <p:txBody>
          <a:bodyPr wrap="none" rtlCol="0">
            <a:spAutoFit/>
          </a:bodyPr>
          <a:lstStyle/>
          <a:p>
            <a:r>
              <a:rPr lang="en-US" b="1" dirty="0"/>
              <a:t>Player 2</a:t>
            </a:r>
            <a:endParaRPr lang="en-GB" b="1" dirty="0"/>
          </a:p>
        </p:txBody>
      </p:sp>
      <p:sp>
        <p:nvSpPr>
          <p:cNvPr id="6" name="TextBox 5">
            <a:extLst>
              <a:ext uri="{FF2B5EF4-FFF2-40B4-BE49-F238E27FC236}">
                <a16:creationId xmlns:a16="http://schemas.microsoft.com/office/drawing/2014/main" id="{FE56EDC9-179A-4BF8-94E8-C0AF8CD28DCF}"/>
              </a:ext>
            </a:extLst>
          </p:cNvPr>
          <p:cNvSpPr txBox="1"/>
          <p:nvPr/>
        </p:nvSpPr>
        <p:spPr>
          <a:xfrm>
            <a:off x="1356535" y="3841137"/>
            <a:ext cx="947375" cy="369332"/>
          </a:xfrm>
          <a:prstGeom prst="rect">
            <a:avLst/>
          </a:prstGeom>
          <a:noFill/>
        </p:spPr>
        <p:txBody>
          <a:bodyPr wrap="none" rtlCol="0">
            <a:spAutoFit/>
          </a:bodyPr>
          <a:lstStyle/>
          <a:p>
            <a:r>
              <a:rPr lang="en-US" b="1" dirty="0"/>
              <a:t>Player 1</a:t>
            </a:r>
            <a:endParaRPr lang="en-GB" b="1" dirty="0"/>
          </a:p>
        </p:txBody>
      </p:sp>
      <p:sp>
        <p:nvSpPr>
          <p:cNvPr id="5" name="Slide Number Placeholder 4">
            <a:extLst>
              <a:ext uri="{FF2B5EF4-FFF2-40B4-BE49-F238E27FC236}">
                <a16:creationId xmlns:a16="http://schemas.microsoft.com/office/drawing/2014/main" id="{2DF723C9-6647-420D-81D6-4D166DCCDC6F}"/>
              </a:ext>
            </a:extLst>
          </p:cNvPr>
          <p:cNvSpPr>
            <a:spLocks noGrp="1"/>
          </p:cNvSpPr>
          <p:nvPr>
            <p:ph type="sldNum" sz="quarter" idx="12"/>
          </p:nvPr>
        </p:nvSpPr>
        <p:spPr/>
        <p:txBody>
          <a:bodyPr/>
          <a:lstStyle/>
          <a:p>
            <a:fld id="{104D1C85-D14C-4D1F-B1AC-077E19A989F2}" type="slidenum">
              <a:rPr lang="en-GB" smtClean="0"/>
              <a:t>24</a:t>
            </a:fld>
            <a:endParaRPr lang="en-GB"/>
          </a:p>
        </p:txBody>
      </p:sp>
    </p:spTree>
    <p:extLst>
      <p:ext uri="{BB962C8B-B14F-4D97-AF65-F5344CB8AC3E}">
        <p14:creationId xmlns:p14="http://schemas.microsoft.com/office/powerpoint/2010/main" val="3072354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D650-87DA-40F9-8CA6-5134E768F879}"/>
              </a:ext>
            </a:extLst>
          </p:cNvPr>
          <p:cNvSpPr>
            <a:spLocks noGrp="1"/>
          </p:cNvSpPr>
          <p:nvPr>
            <p:ph type="title"/>
          </p:nvPr>
        </p:nvSpPr>
        <p:spPr/>
        <p:txBody>
          <a:bodyPr/>
          <a:lstStyle/>
          <a:p>
            <a:r>
              <a:rPr lang="en-US" dirty="0"/>
              <a:t>Review Questions 2</a:t>
            </a:r>
            <a:endParaRPr lang="en-GB" dirty="0"/>
          </a:p>
        </p:txBody>
      </p:sp>
      <p:sp>
        <p:nvSpPr>
          <p:cNvPr id="3" name="Content Placeholder 2">
            <a:extLst>
              <a:ext uri="{FF2B5EF4-FFF2-40B4-BE49-F238E27FC236}">
                <a16:creationId xmlns:a16="http://schemas.microsoft.com/office/drawing/2014/main" id="{5F1084EF-22C8-4EF1-B3AC-5CD9C82F5106}"/>
              </a:ext>
            </a:extLst>
          </p:cNvPr>
          <p:cNvSpPr>
            <a:spLocks noGrp="1"/>
          </p:cNvSpPr>
          <p:nvPr>
            <p:ph idx="1"/>
          </p:nvPr>
        </p:nvSpPr>
        <p:spPr>
          <a:xfrm>
            <a:off x="838200" y="1690688"/>
            <a:ext cx="10164097" cy="4486275"/>
          </a:xfrm>
        </p:spPr>
        <p:txBody>
          <a:bodyPr>
            <a:normAutofit/>
          </a:bodyPr>
          <a:lstStyle/>
          <a:p>
            <a:pPr marL="0" indent="0">
              <a:buNone/>
            </a:pPr>
            <a:r>
              <a:rPr lang="en-US" sz="2000" dirty="0"/>
              <a:t>1. Consider finite games where a player has a finite number of (pure) strategies </a:t>
            </a:r>
            <a:br>
              <a:rPr lang="en-US" sz="2000" dirty="0"/>
            </a:br>
            <a:r>
              <a:rPr lang="en-US" sz="2000" dirty="0"/>
              <a:t>and there are finite players.  </a:t>
            </a:r>
            <a:r>
              <a:rPr lang="en-US" sz="2000" b="1" dirty="0"/>
              <a:t>(True or False)</a:t>
            </a:r>
          </a:p>
          <a:p>
            <a:pPr marL="514350" indent="-514350">
              <a:buFont typeface="+mj-lt"/>
              <a:buAutoNum type="arabicPeriod"/>
            </a:pPr>
            <a:r>
              <a:rPr lang="en-US" sz="1800" dirty="0"/>
              <a:t>There is always a Nash Equilibrium in pure strategies.  F</a:t>
            </a:r>
          </a:p>
          <a:p>
            <a:pPr marL="514350" indent="-514350">
              <a:buFont typeface="+mj-lt"/>
              <a:buAutoNum type="arabicPeriod"/>
            </a:pPr>
            <a:r>
              <a:rPr lang="en-US" sz="1800" dirty="0"/>
              <a:t>There is always a Nash Equilibrium in (degenerate </a:t>
            </a:r>
            <a:r>
              <a:rPr lang="en-US" sz="1800" dirty="0">
                <a:solidFill>
                  <a:srgbClr val="FF0000"/>
                </a:solidFill>
              </a:rPr>
              <a:t>OR</a:t>
            </a:r>
            <a:r>
              <a:rPr lang="en-US" sz="1800" dirty="0"/>
              <a:t> non-degenerate) mixed strategies. T </a:t>
            </a:r>
          </a:p>
          <a:p>
            <a:pPr marL="514350" indent="-514350">
              <a:buFont typeface="+mj-lt"/>
              <a:buAutoNum type="arabicPeriod"/>
            </a:pPr>
            <a:endParaRPr lang="en-US" sz="2000" dirty="0"/>
          </a:p>
          <a:p>
            <a:pPr marL="514350" indent="-514350">
              <a:buFont typeface="+mj-lt"/>
              <a:buAutoNum type="arabicPeriod"/>
            </a:pPr>
            <a:endParaRPr lang="en-US" sz="2000" dirty="0"/>
          </a:p>
          <a:p>
            <a:pPr marL="0" indent="0">
              <a:buNone/>
            </a:pPr>
            <a:r>
              <a:rPr lang="en-US" sz="2000" dirty="0"/>
              <a:t>2. Select all which apply to the following assurance game.</a:t>
            </a:r>
          </a:p>
          <a:p>
            <a:r>
              <a:rPr lang="en-US" sz="1800" dirty="0"/>
              <a:t>There is a risk dominant strategy profile. Yes</a:t>
            </a:r>
          </a:p>
          <a:p>
            <a:r>
              <a:rPr lang="en-US" sz="1800" dirty="0"/>
              <a:t>There is a payoff dominant strategy profile. Yes</a:t>
            </a:r>
          </a:p>
          <a:p>
            <a:r>
              <a:rPr lang="en-US" sz="1800" dirty="0"/>
              <a:t>The risk dominant strategy profile is the same </a:t>
            </a:r>
            <a:br>
              <a:rPr lang="en-US" sz="1800" dirty="0"/>
            </a:br>
            <a:r>
              <a:rPr lang="en-US" sz="1800" dirty="0"/>
              <a:t>as the payoff dominant strategy profile. Yes</a:t>
            </a:r>
            <a:br>
              <a:rPr lang="en-US" sz="2000" dirty="0"/>
            </a:br>
            <a:endParaRPr lang="en-US" sz="2000" dirty="0"/>
          </a:p>
        </p:txBody>
      </p:sp>
      <p:sp>
        <p:nvSpPr>
          <p:cNvPr id="4" name="Slide Number Placeholder 3">
            <a:extLst>
              <a:ext uri="{FF2B5EF4-FFF2-40B4-BE49-F238E27FC236}">
                <a16:creationId xmlns:a16="http://schemas.microsoft.com/office/drawing/2014/main" id="{01FDD432-5623-482A-A22D-31450925691F}"/>
              </a:ext>
            </a:extLst>
          </p:cNvPr>
          <p:cNvSpPr>
            <a:spLocks noGrp="1"/>
          </p:cNvSpPr>
          <p:nvPr>
            <p:ph type="sldNum" sz="quarter" idx="12"/>
          </p:nvPr>
        </p:nvSpPr>
        <p:spPr/>
        <p:txBody>
          <a:bodyPr/>
          <a:lstStyle/>
          <a:p>
            <a:fld id="{104D1C85-D14C-4D1F-B1AC-077E19A989F2}" type="slidenum">
              <a:rPr lang="en-GB" smtClean="0"/>
              <a:t>25</a:t>
            </a:fld>
            <a:endParaRPr lang="en-GB"/>
          </a:p>
        </p:txBody>
      </p:sp>
      <p:pic>
        <p:nvPicPr>
          <p:cNvPr id="6" name="Picture 5">
            <a:extLst>
              <a:ext uri="{FF2B5EF4-FFF2-40B4-BE49-F238E27FC236}">
                <a16:creationId xmlns:a16="http://schemas.microsoft.com/office/drawing/2014/main" id="{DB7818CC-C965-E1B0-13B0-E585C2A8E9D5}"/>
              </a:ext>
            </a:extLst>
          </p:cNvPr>
          <p:cNvPicPr>
            <a:picLocks noChangeAspect="1"/>
          </p:cNvPicPr>
          <p:nvPr/>
        </p:nvPicPr>
        <p:blipFill>
          <a:blip r:embed="rId3"/>
          <a:stretch>
            <a:fillRect/>
          </a:stretch>
        </p:blipFill>
        <p:spPr>
          <a:xfrm>
            <a:off x="10177988" y="365125"/>
            <a:ext cx="1732601" cy="1715361"/>
          </a:xfrm>
          <a:prstGeom prst="rect">
            <a:avLst/>
          </a:prstGeom>
        </p:spPr>
      </p:pic>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C3C09D19-0B20-9873-8686-0C622E75B6CD}"/>
                  </a:ext>
                </a:extLst>
              </p:cNvPr>
              <p:cNvGraphicFramePr>
                <a:graphicFrameLocks noGrp="1"/>
              </p:cNvGraphicFramePr>
              <p:nvPr>
                <p:extLst>
                  <p:ext uri="{D42A27DB-BD31-4B8C-83A1-F6EECF244321}">
                    <p14:modId xmlns:p14="http://schemas.microsoft.com/office/powerpoint/2010/main" val="962588699"/>
                  </p:ext>
                </p:extLst>
              </p:nvPr>
            </p:nvGraphicFramePr>
            <p:xfrm>
              <a:off x="7075305" y="4390273"/>
              <a:ext cx="4338951" cy="1202476"/>
            </p:xfrm>
            <a:graphic>
              <a:graphicData uri="http://schemas.openxmlformats.org/drawingml/2006/table">
                <a:tbl>
                  <a:tblPr firstRow="1" bandRow="1">
                    <a:tableStyleId>{5940675A-B579-460E-94D1-54222C63F5DA}</a:tableStyleId>
                  </a:tblPr>
                  <a:tblGrid>
                    <a:gridCol w="947862">
                      <a:extLst>
                        <a:ext uri="{9D8B030D-6E8A-4147-A177-3AD203B41FA5}">
                          <a16:colId xmlns:a16="http://schemas.microsoft.com/office/drawing/2014/main" val="4239227893"/>
                        </a:ext>
                      </a:extLst>
                    </a:gridCol>
                    <a:gridCol w="1687329">
                      <a:extLst>
                        <a:ext uri="{9D8B030D-6E8A-4147-A177-3AD203B41FA5}">
                          <a16:colId xmlns:a16="http://schemas.microsoft.com/office/drawing/2014/main" val="2948776960"/>
                        </a:ext>
                      </a:extLst>
                    </a:gridCol>
                    <a:gridCol w="1703760">
                      <a:extLst>
                        <a:ext uri="{9D8B030D-6E8A-4147-A177-3AD203B41FA5}">
                          <a16:colId xmlns:a16="http://schemas.microsoft.com/office/drawing/2014/main" val="1900868060"/>
                        </a:ext>
                      </a:extLst>
                    </a:gridCol>
                  </a:tblGrid>
                  <a:tr h="460796">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A</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B</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A</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0" i="1" smtClean="0">
                                    <a:solidFill>
                                      <a:schemeClr val="tx1"/>
                                    </a:solidFill>
                                    <a:latin typeface="Cambria Math" panose="02040503050406030204" pitchFamily="18" charset="0"/>
                                  </a:rPr>
                                  <m:t>2.5</m:t>
                                </m:r>
                                <m:r>
                                  <a:rPr lang="en-US"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2.5</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0" i="1" smtClean="0">
                                    <a:solidFill>
                                      <a:schemeClr val="tx1"/>
                                    </a:solidFill>
                                    <a:latin typeface="Cambria Math" panose="02040503050406030204" pitchFamily="18" charset="0"/>
                                  </a:rPr>
                                  <m:t>3</m:t>
                                </m:r>
                                <m:r>
                                  <a:rPr lang="en-US" b="0" i="1" smtClean="0">
                                    <a:solidFill>
                                      <a:schemeClr val="tx1"/>
                                    </a:solidFill>
                                    <a:latin typeface="Cambria Math" panose="02040503050406030204" pitchFamily="18" charset="0"/>
                                  </a:rPr>
                                  <m:t>, </m:t>
                                </m:r>
                                <m:r>
                                  <a:rPr lang="en-GB"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 </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772902"/>
                      </a:ext>
                    </a:extLst>
                  </a:tr>
                  <a:tr h="370840">
                    <a:tc>
                      <a:txBody>
                        <a:bodyPr/>
                        <a:lstStyle/>
                        <a:p>
                          <a:r>
                            <a:rPr lang="en-US" dirty="0">
                              <a:solidFill>
                                <a:schemeClr val="tx1"/>
                              </a:solidFill>
                            </a:rPr>
                            <a:t>B</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3</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SG" b="0" i="1" smtClean="0">
                                    <a:solidFill>
                                      <a:schemeClr val="tx1"/>
                                    </a:solidFill>
                                    <a:latin typeface="Cambria Math" panose="02040503050406030204" pitchFamily="18" charset="0"/>
                                  </a:rPr>
                                  <m:t>4</m:t>
                                </m:r>
                                <m:r>
                                  <a:rPr lang="en-US" b="0" i="1" smtClean="0">
                                    <a:solidFill>
                                      <a:schemeClr val="tx1"/>
                                    </a:solidFill>
                                    <a:latin typeface="Cambria Math" panose="02040503050406030204" pitchFamily="18" charset="0"/>
                                  </a:rPr>
                                  <m:t>,  </m:t>
                                </m:r>
                                <m:r>
                                  <a:rPr lang="en-SG" b="0" i="1" smtClean="0">
                                    <a:solidFill>
                                      <a:schemeClr val="tx1"/>
                                    </a:solidFill>
                                    <a:latin typeface="Cambria Math" panose="02040503050406030204" pitchFamily="18" charset="0"/>
                                  </a:rPr>
                                  <m:t>4</m:t>
                                </m:r>
                              </m:oMath>
                            </m:oMathPara>
                          </a14:m>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1172981"/>
                      </a:ext>
                    </a:extLst>
                  </a:tr>
                </a:tbl>
              </a:graphicData>
            </a:graphic>
          </p:graphicFrame>
        </mc:Choice>
        <mc:Fallback xmlns="">
          <p:graphicFrame>
            <p:nvGraphicFramePr>
              <p:cNvPr id="5" name="Table 5">
                <a:extLst>
                  <a:ext uri="{FF2B5EF4-FFF2-40B4-BE49-F238E27FC236}">
                    <a16:creationId xmlns:a16="http://schemas.microsoft.com/office/drawing/2014/main" id="{C3C09D19-0B20-9873-8686-0C622E75B6CD}"/>
                  </a:ext>
                </a:extLst>
              </p:cNvPr>
              <p:cNvGraphicFramePr>
                <a:graphicFrameLocks noGrp="1"/>
              </p:cNvGraphicFramePr>
              <p:nvPr>
                <p:extLst>
                  <p:ext uri="{D42A27DB-BD31-4B8C-83A1-F6EECF244321}">
                    <p14:modId xmlns:p14="http://schemas.microsoft.com/office/powerpoint/2010/main" val="962588699"/>
                  </p:ext>
                </p:extLst>
              </p:nvPr>
            </p:nvGraphicFramePr>
            <p:xfrm>
              <a:off x="7075305" y="4390273"/>
              <a:ext cx="4338951" cy="1202476"/>
            </p:xfrm>
            <a:graphic>
              <a:graphicData uri="http://schemas.openxmlformats.org/drawingml/2006/table">
                <a:tbl>
                  <a:tblPr firstRow="1" bandRow="1">
                    <a:tableStyleId>{5940675A-B579-460E-94D1-54222C63F5DA}</a:tableStyleId>
                  </a:tblPr>
                  <a:tblGrid>
                    <a:gridCol w="947862">
                      <a:extLst>
                        <a:ext uri="{9D8B030D-6E8A-4147-A177-3AD203B41FA5}">
                          <a16:colId xmlns:a16="http://schemas.microsoft.com/office/drawing/2014/main" val="4239227893"/>
                        </a:ext>
                      </a:extLst>
                    </a:gridCol>
                    <a:gridCol w="1687329">
                      <a:extLst>
                        <a:ext uri="{9D8B030D-6E8A-4147-A177-3AD203B41FA5}">
                          <a16:colId xmlns:a16="http://schemas.microsoft.com/office/drawing/2014/main" val="2948776960"/>
                        </a:ext>
                      </a:extLst>
                    </a:gridCol>
                    <a:gridCol w="1703760">
                      <a:extLst>
                        <a:ext uri="{9D8B030D-6E8A-4147-A177-3AD203B41FA5}">
                          <a16:colId xmlns:a16="http://schemas.microsoft.com/office/drawing/2014/main" val="1900868060"/>
                        </a:ext>
                      </a:extLst>
                    </a:gridCol>
                  </a:tblGrid>
                  <a:tr h="460796">
                    <a:tc>
                      <a:txBody>
                        <a:bodyPr/>
                        <a:lstStyle/>
                        <a:p>
                          <a:endParaRPr lang="en-GB"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dirty="0">
                              <a:solidFill>
                                <a:schemeClr val="tx1"/>
                              </a:solidFill>
                            </a:rPr>
                            <a:t>A</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tx1"/>
                              </a:solidFill>
                            </a:rPr>
                            <a:t>B</a:t>
                          </a:r>
                          <a:endParaRPr lang="en-GB" dirty="0">
                            <a:solidFill>
                              <a:schemeClr val="tx1"/>
                            </a:solidFill>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98070"/>
                      </a:ext>
                    </a:extLst>
                  </a:tr>
                  <a:tr h="370840">
                    <a:tc>
                      <a:txBody>
                        <a:bodyPr/>
                        <a:lstStyle/>
                        <a:p>
                          <a:r>
                            <a:rPr lang="en-US" dirty="0">
                              <a:solidFill>
                                <a:schemeClr val="tx1"/>
                              </a:solidFill>
                            </a:rPr>
                            <a:t>A</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6318" t="-132787" r="-101805"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643" t="-132787" r="-714" b="-124590"/>
                          </a:stretch>
                        </a:blipFill>
                      </a:tcPr>
                    </a:tc>
                    <a:extLst>
                      <a:ext uri="{0D108BD9-81ED-4DB2-BD59-A6C34878D82A}">
                        <a16:rowId xmlns:a16="http://schemas.microsoft.com/office/drawing/2014/main" val="1923772902"/>
                      </a:ext>
                    </a:extLst>
                  </a:tr>
                  <a:tr h="370840">
                    <a:tc>
                      <a:txBody>
                        <a:bodyPr/>
                        <a:lstStyle/>
                        <a:p>
                          <a:r>
                            <a:rPr lang="en-US" dirty="0">
                              <a:solidFill>
                                <a:schemeClr val="tx1"/>
                              </a:solidFill>
                            </a:rPr>
                            <a:t>B</a:t>
                          </a:r>
                          <a:endParaRPr lang="en-GB" dirty="0">
                            <a:solidFill>
                              <a:schemeClr val="tx1"/>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6318" t="-232787" r="-101805"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643" t="-232787" r="-714" b="-24590"/>
                          </a:stretch>
                        </a:blipFill>
                      </a:tcPr>
                    </a:tc>
                    <a:extLst>
                      <a:ext uri="{0D108BD9-81ED-4DB2-BD59-A6C34878D82A}">
                        <a16:rowId xmlns:a16="http://schemas.microsoft.com/office/drawing/2014/main" val="2781172981"/>
                      </a:ext>
                    </a:extLst>
                  </a:tr>
                </a:tbl>
              </a:graphicData>
            </a:graphic>
          </p:graphicFrame>
        </mc:Fallback>
      </mc:AlternateContent>
      <p:sp>
        <p:nvSpPr>
          <p:cNvPr id="8" name="TextBox 7">
            <a:extLst>
              <a:ext uri="{FF2B5EF4-FFF2-40B4-BE49-F238E27FC236}">
                <a16:creationId xmlns:a16="http://schemas.microsoft.com/office/drawing/2014/main" id="{C346A83E-5588-A886-30FF-6E8600B2E3C4}"/>
              </a:ext>
            </a:extLst>
          </p:cNvPr>
          <p:cNvSpPr txBox="1"/>
          <p:nvPr/>
        </p:nvSpPr>
        <p:spPr>
          <a:xfrm>
            <a:off x="9244780" y="4020941"/>
            <a:ext cx="1408372" cy="369332"/>
          </a:xfrm>
          <a:prstGeom prst="rect">
            <a:avLst/>
          </a:prstGeom>
          <a:noFill/>
        </p:spPr>
        <p:txBody>
          <a:bodyPr wrap="square" rtlCol="0">
            <a:spAutoFit/>
          </a:bodyPr>
          <a:lstStyle/>
          <a:p>
            <a:r>
              <a:rPr lang="en-US" b="1" dirty="0"/>
              <a:t>Player 2</a:t>
            </a:r>
            <a:endParaRPr lang="en-GB" b="1" dirty="0"/>
          </a:p>
        </p:txBody>
      </p:sp>
      <p:sp>
        <p:nvSpPr>
          <p:cNvPr id="9" name="TextBox 8">
            <a:extLst>
              <a:ext uri="{FF2B5EF4-FFF2-40B4-BE49-F238E27FC236}">
                <a16:creationId xmlns:a16="http://schemas.microsoft.com/office/drawing/2014/main" id="{0CDC9A91-CD1B-7A8E-BD43-977E464C179A}"/>
              </a:ext>
            </a:extLst>
          </p:cNvPr>
          <p:cNvSpPr txBox="1"/>
          <p:nvPr/>
        </p:nvSpPr>
        <p:spPr>
          <a:xfrm>
            <a:off x="5979159" y="4991511"/>
            <a:ext cx="1096145" cy="369332"/>
          </a:xfrm>
          <a:prstGeom prst="rect">
            <a:avLst/>
          </a:prstGeom>
          <a:noFill/>
        </p:spPr>
        <p:txBody>
          <a:bodyPr wrap="square" rtlCol="0">
            <a:spAutoFit/>
          </a:bodyPr>
          <a:lstStyle/>
          <a:p>
            <a:r>
              <a:rPr lang="en-US" b="1" dirty="0"/>
              <a:t>Player 1</a:t>
            </a:r>
            <a:endParaRPr lang="en-GB" b="1" dirty="0"/>
          </a:p>
        </p:txBody>
      </p:sp>
    </p:spTree>
    <p:extLst>
      <p:ext uri="{BB962C8B-B14F-4D97-AF65-F5344CB8AC3E}">
        <p14:creationId xmlns:p14="http://schemas.microsoft.com/office/powerpoint/2010/main" val="2864665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609E-06F3-4BC5-AAF3-53EBE98C380B}"/>
              </a:ext>
            </a:extLst>
          </p:cNvPr>
          <p:cNvSpPr>
            <a:spLocks noGrp="1"/>
          </p:cNvSpPr>
          <p:nvPr>
            <p:ph type="title"/>
          </p:nvPr>
        </p:nvSpPr>
        <p:spPr>
          <a:xfrm>
            <a:off x="1120948" y="2600338"/>
            <a:ext cx="9950103" cy="1030307"/>
          </a:xfrm>
        </p:spPr>
        <p:txBody>
          <a:bodyPr>
            <a:normAutofit/>
          </a:bodyPr>
          <a:lstStyle/>
          <a:p>
            <a:pPr algn="ctr"/>
            <a:r>
              <a:rPr lang="en-US" dirty="0"/>
              <a:t>Sequential Games</a:t>
            </a:r>
            <a:endParaRPr lang="en-SG" dirty="0"/>
          </a:p>
        </p:txBody>
      </p:sp>
      <p:sp>
        <p:nvSpPr>
          <p:cNvPr id="3" name="Slide Number Placeholder 2">
            <a:extLst>
              <a:ext uri="{FF2B5EF4-FFF2-40B4-BE49-F238E27FC236}">
                <a16:creationId xmlns:a16="http://schemas.microsoft.com/office/drawing/2014/main" id="{D7FAD07D-53A0-B15B-BB63-E7A1FBAF4DC9}"/>
              </a:ext>
            </a:extLst>
          </p:cNvPr>
          <p:cNvSpPr>
            <a:spLocks noGrp="1"/>
          </p:cNvSpPr>
          <p:nvPr>
            <p:ph type="sldNum" sz="quarter" idx="12"/>
          </p:nvPr>
        </p:nvSpPr>
        <p:spPr/>
        <p:txBody>
          <a:bodyPr/>
          <a:lstStyle/>
          <a:p>
            <a:fld id="{104D1C85-D14C-4D1F-B1AC-077E19A989F2}" type="slidenum">
              <a:rPr lang="en-GB" smtClean="0"/>
              <a:t>26</a:t>
            </a:fld>
            <a:endParaRPr lang="en-GB"/>
          </a:p>
        </p:txBody>
      </p:sp>
    </p:spTree>
    <p:extLst>
      <p:ext uri="{BB962C8B-B14F-4D97-AF65-F5344CB8AC3E}">
        <p14:creationId xmlns:p14="http://schemas.microsoft.com/office/powerpoint/2010/main" val="597057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Sequential Games: who plays when?</a:t>
            </a:r>
          </a:p>
        </p:txBody>
      </p:sp>
      <p:sp>
        <p:nvSpPr>
          <p:cNvPr id="52226" name="Rectangle 3"/>
          <p:cNvSpPr>
            <a:spLocks noGrp="1" noChangeArrowheads="1"/>
          </p:cNvSpPr>
          <p:nvPr>
            <p:ph idx="1"/>
          </p:nvPr>
        </p:nvSpPr>
        <p:spPr>
          <a:xfrm>
            <a:off x="838200" y="1783439"/>
            <a:ext cx="10366829" cy="4755473"/>
          </a:xfrm>
        </p:spPr>
        <p:txBody>
          <a:bodyPr>
            <a:normAutofit/>
          </a:bodyPr>
          <a:lstStyle/>
          <a:p>
            <a:pPr eaLnBrk="1" hangingPunct="1">
              <a:lnSpc>
                <a:spcPct val="100000"/>
              </a:lnSpc>
            </a:pPr>
            <a:r>
              <a:rPr lang="en-US" altLang="en-US" sz="2000" dirty="0"/>
              <a:t>So far, we have only </a:t>
            </a:r>
            <a:r>
              <a:rPr lang="en-US" altLang="en-US" sz="2000" dirty="0" err="1"/>
              <a:t>analysed</a:t>
            </a:r>
            <a:r>
              <a:rPr lang="en-US" altLang="en-US" sz="2000" dirty="0"/>
              <a:t> games where players moved simultaneously.</a:t>
            </a:r>
            <a:br>
              <a:rPr lang="en-US" altLang="en-US" sz="2000" dirty="0"/>
            </a:br>
            <a:r>
              <a:rPr lang="en-US" altLang="en-US" sz="2000" dirty="0"/>
              <a:t>These are called </a:t>
            </a:r>
            <a:r>
              <a:rPr lang="en-US" altLang="en-US" sz="2000" b="1" dirty="0">
                <a:solidFill>
                  <a:srgbClr val="0000FF"/>
                </a:solidFill>
              </a:rPr>
              <a:t>simultaneous games</a:t>
            </a:r>
            <a:r>
              <a:rPr lang="en-US" altLang="en-US" sz="2000" dirty="0"/>
              <a:t>.</a:t>
            </a:r>
          </a:p>
          <a:p>
            <a:pPr marL="0" indent="0" eaLnBrk="1" hangingPunct="1">
              <a:lnSpc>
                <a:spcPct val="100000"/>
              </a:lnSpc>
              <a:buNone/>
            </a:pPr>
            <a:endParaRPr lang="en-US" altLang="en-US" sz="2000" dirty="0"/>
          </a:p>
          <a:p>
            <a:pPr>
              <a:lnSpc>
                <a:spcPct val="100000"/>
              </a:lnSpc>
            </a:pPr>
            <a:r>
              <a:rPr lang="en-US" altLang="en-US" sz="2000" dirty="0"/>
              <a:t>But there are other games where players move one after another.</a:t>
            </a:r>
            <a:br>
              <a:rPr lang="en-US" altLang="en-US" sz="2000" dirty="0"/>
            </a:br>
            <a:r>
              <a:rPr lang="en-US" altLang="en-US" sz="2000" dirty="0"/>
              <a:t>These are called </a:t>
            </a:r>
            <a:r>
              <a:rPr lang="en-US" altLang="en-US" sz="2000" b="1" dirty="0">
                <a:solidFill>
                  <a:srgbClr val="0000FF"/>
                </a:solidFill>
              </a:rPr>
              <a:t>sequential games</a:t>
            </a:r>
            <a:r>
              <a:rPr lang="en-US" altLang="en-US" sz="2000" b="1" dirty="0"/>
              <a:t>. </a:t>
            </a:r>
            <a:endParaRPr lang="en-US" altLang="en-US" sz="2000" dirty="0"/>
          </a:p>
          <a:p>
            <a:pPr marL="0" indent="0">
              <a:lnSpc>
                <a:spcPct val="100000"/>
              </a:lnSpc>
              <a:buNone/>
            </a:pPr>
            <a:endParaRPr lang="en-US" altLang="en-US" sz="2000" dirty="0"/>
          </a:p>
          <a:p>
            <a:pPr>
              <a:lnSpc>
                <a:spcPct val="100000"/>
              </a:lnSpc>
            </a:pPr>
            <a:r>
              <a:rPr lang="en-US" altLang="en-US" sz="2000" dirty="0"/>
              <a:t>In two-player sequential games, we call the player who moves first the </a:t>
            </a:r>
            <a:r>
              <a:rPr lang="en-US" altLang="en-US" sz="2000" b="1" dirty="0">
                <a:solidFill>
                  <a:srgbClr val="0000FF"/>
                </a:solidFill>
              </a:rPr>
              <a:t>1</a:t>
            </a:r>
            <a:r>
              <a:rPr lang="en-US" altLang="en-US" sz="2000" b="1" baseline="30000" dirty="0">
                <a:solidFill>
                  <a:srgbClr val="0000FF"/>
                </a:solidFill>
              </a:rPr>
              <a:t>st</a:t>
            </a:r>
            <a:r>
              <a:rPr lang="en-US" altLang="en-US" sz="2000" b="1" dirty="0">
                <a:solidFill>
                  <a:srgbClr val="0000FF"/>
                </a:solidFill>
              </a:rPr>
              <a:t> mover </a:t>
            </a:r>
            <a:r>
              <a:rPr lang="en-US" altLang="en-US" sz="2000" dirty="0"/>
              <a:t>and the player who moves second the </a:t>
            </a:r>
            <a:r>
              <a:rPr lang="en-US" altLang="en-US" sz="2000" b="1" dirty="0">
                <a:solidFill>
                  <a:srgbClr val="0000FF"/>
                </a:solidFill>
              </a:rPr>
              <a:t>2</a:t>
            </a:r>
            <a:r>
              <a:rPr lang="en-US" altLang="en-US" sz="2000" b="1" baseline="30000" dirty="0">
                <a:solidFill>
                  <a:srgbClr val="0000FF"/>
                </a:solidFill>
              </a:rPr>
              <a:t>nd</a:t>
            </a:r>
            <a:r>
              <a:rPr lang="en-US" altLang="en-US" sz="2000" b="1" dirty="0">
                <a:solidFill>
                  <a:srgbClr val="0000FF"/>
                </a:solidFill>
              </a:rPr>
              <a:t> mover</a:t>
            </a:r>
            <a:r>
              <a:rPr lang="en-US" altLang="en-US" sz="2000" dirty="0"/>
              <a:t>.</a:t>
            </a:r>
          </a:p>
          <a:p>
            <a:pPr marL="0" indent="0">
              <a:lnSpc>
                <a:spcPct val="100000"/>
              </a:lnSpc>
              <a:buNone/>
            </a:pPr>
            <a:endParaRPr lang="en-US" altLang="en-US" sz="2000" b="1" dirty="0"/>
          </a:p>
          <a:p>
            <a:pPr marL="0" indent="0">
              <a:lnSpc>
                <a:spcPct val="100000"/>
              </a:lnSpc>
              <a:buNone/>
            </a:pPr>
            <a:endParaRPr lang="en-US" altLang="en-US" sz="2000" b="1" dirty="0"/>
          </a:p>
          <a:p>
            <a:pPr marL="0" indent="0">
              <a:lnSpc>
                <a:spcPct val="100000"/>
              </a:lnSpc>
              <a:buNone/>
            </a:pPr>
            <a:endParaRPr lang="en-US" altLang="en-US" sz="2000" b="1" dirty="0"/>
          </a:p>
          <a:p>
            <a:pPr marL="0" indent="0">
              <a:lnSpc>
                <a:spcPct val="100000"/>
              </a:lnSpc>
              <a:buNone/>
            </a:pPr>
            <a:endParaRPr lang="en-US" altLang="en-US" sz="2000" b="1" dirty="0"/>
          </a:p>
          <a:p>
            <a:pPr marL="0" indent="0">
              <a:lnSpc>
                <a:spcPct val="100000"/>
              </a:lnSpc>
              <a:buNone/>
            </a:pPr>
            <a:endParaRPr lang="en-US" altLang="en-US" sz="2000" b="1" dirty="0"/>
          </a:p>
          <a:p>
            <a:pPr marL="0" indent="0">
              <a:lnSpc>
                <a:spcPct val="100000"/>
              </a:lnSpc>
              <a:buNone/>
            </a:pPr>
            <a:endParaRPr lang="en-US" altLang="en-US" sz="2000" b="1" dirty="0"/>
          </a:p>
          <a:p>
            <a:pPr marL="0" indent="0">
              <a:lnSpc>
                <a:spcPct val="100000"/>
              </a:lnSpc>
              <a:buNone/>
            </a:pPr>
            <a:endParaRPr lang="en-US" altLang="en-US" sz="2000" b="1" dirty="0"/>
          </a:p>
          <a:p>
            <a:pPr lvl="2">
              <a:lnSpc>
                <a:spcPct val="100000"/>
              </a:lnSpc>
            </a:pPr>
            <a:endParaRPr lang="en-US" altLang="en-US" sz="1400" dirty="0"/>
          </a:p>
          <a:p>
            <a:pPr marL="0" indent="0">
              <a:lnSpc>
                <a:spcPct val="100000"/>
              </a:lnSpc>
              <a:buNone/>
            </a:pPr>
            <a:endParaRPr lang="en-US" altLang="en-US" sz="2400" dirty="0"/>
          </a:p>
          <a:p>
            <a:pPr lvl="1">
              <a:lnSpc>
                <a:spcPct val="100000"/>
              </a:lnSpc>
            </a:pPr>
            <a:endParaRPr lang="en-US" altLang="en-US" sz="2000" dirty="0"/>
          </a:p>
          <a:p>
            <a:pPr marL="0" indent="0" eaLnBrk="1" hangingPunct="1">
              <a:lnSpc>
                <a:spcPct val="100000"/>
              </a:lnSpc>
              <a:buNone/>
            </a:pPr>
            <a:endParaRPr lang="en-US" altLang="en-US" sz="2400" dirty="0"/>
          </a:p>
          <a:p>
            <a:pPr eaLnBrk="1" hangingPunct="1">
              <a:lnSpc>
                <a:spcPct val="100000"/>
              </a:lnSpc>
            </a:pPr>
            <a:endParaRPr lang="en-US" altLang="en-US" sz="2400" dirty="0"/>
          </a:p>
        </p:txBody>
      </p:sp>
      <p:sp>
        <p:nvSpPr>
          <p:cNvPr id="3" name="Slide Number Placeholder 2">
            <a:extLst>
              <a:ext uri="{FF2B5EF4-FFF2-40B4-BE49-F238E27FC236}">
                <a16:creationId xmlns:a16="http://schemas.microsoft.com/office/drawing/2014/main" id="{74BBFD0F-0D98-48F6-BE1A-8F97A1D66FA4}"/>
              </a:ext>
            </a:extLst>
          </p:cNvPr>
          <p:cNvSpPr>
            <a:spLocks noGrp="1"/>
          </p:cNvSpPr>
          <p:nvPr>
            <p:ph type="sldNum" sz="quarter" idx="12"/>
          </p:nvPr>
        </p:nvSpPr>
        <p:spPr/>
        <p:txBody>
          <a:bodyPr/>
          <a:lstStyle/>
          <a:p>
            <a:fld id="{104D1C85-D14C-4D1F-B1AC-077E19A989F2}" type="slidenum">
              <a:rPr lang="en-GB" smtClean="0"/>
              <a:t>27</a:t>
            </a:fld>
            <a:endParaRPr lang="en-GB" dirty="0"/>
          </a:p>
        </p:txBody>
      </p:sp>
    </p:spTree>
    <p:extLst>
      <p:ext uri="{BB962C8B-B14F-4D97-AF65-F5344CB8AC3E}">
        <p14:creationId xmlns:p14="http://schemas.microsoft.com/office/powerpoint/2010/main" val="361962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Sequential Games: who observes what?</a:t>
            </a:r>
          </a:p>
        </p:txBody>
      </p:sp>
      <p:sp>
        <p:nvSpPr>
          <p:cNvPr id="16" name="Rectangle 3">
            <a:extLst>
              <a:ext uri="{FF2B5EF4-FFF2-40B4-BE49-F238E27FC236}">
                <a16:creationId xmlns:a16="http://schemas.microsoft.com/office/drawing/2014/main" id="{DD99C6AA-4FB0-4001-819D-E2F987201D6E}"/>
              </a:ext>
            </a:extLst>
          </p:cNvPr>
          <p:cNvSpPr>
            <a:spLocks noGrp="1" noChangeArrowheads="1"/>
          </p:cNvSpPr>
          <p:nvPr>
            <p:ph idx="1"/>
          </p:nvPr>
        </p:nvSpPr>
        <p:spPr>
          <a:xfrm>
            <a:off x="838200" y="1645783"/>
            <a:ext cx="11130116" cy="4253571"/>
          </a:xfrm>
        </p:spPr>
        <p:txBody>
          <a:bodyPr>
            <a:normAutofit/>
          </a:bodyPr>
          <a:lstStyle/>
          <a:p>
            <a:pPr eaLnBrk="1" hangingPunct="1">
              <a:lnSpc>
                <a:spcPct val="100000"/>
              </a:lnSpc>
            </a:pPr>
            <a:r>
              <a:rPr lang="en-US" altLang="en-US" sz="2000" dirty="0"/>
              <a:t>While the order of movement matters, more importantly is what kind of information is observed.</a:t>
            </a:r>
          </a:p>
          <a:p>
            <a:pPr eaLnBrk="1" hangingPunct="1">
              <a:lnSpc>
                <a:spcPct val="100000"/>
              </a:lnSpc>
            </a:pPr>
            <a:endParaRPr lang="en-US" altLang="en-US" sz="2000" dirty="0"/>
          </a:p>
          <a:p>
            <a:pPr eaLnBrk="1" hangingPunct="1">
              <a:lnSpc>
                <a:spcPct val="100000"/>
              </a:lnSpc>
            </a:pPr>
            <a:r>
              <a:rPr lang="en-US" altLang="en-US" sz="2000" dirty="0"/>
              <a:t>For example, Player 2 could move after Player 1, but </a:t>
            </a:r>
            <a:r>
              <a:rPr lang="en-US" altLang="en-US" sz="2000" b="1" dirty="0"/>
              <a:t>may or may not observe</a:t>
            </a:r>
            <a:r>
              <a:rPr lang="en-US" altLang="en-US" sz="2000" dirty="0"/>
              <a:t> what Player 1 did.</a:t>
            </a:r>
          </a:p>
          <a:p>
            <a:pPr eaLnBrk="1" hangingPunct="1">
              <a:lnSpc>
                <a:spcPct val="100000"/>
              </a:lnSpc>
            </a:pPr>
            <a:r>
              <a:rPr lang="en-US" altLang="en-US" sz="2000" b="1" dirty="0">
                <a:solidFill>
                  <a:srgbClr val="FF0000"/>
                </a:solidFill>
              </a:rPr>
              <a:t>This is important! If Player 2 observes what Player 1 does, he/she can choose a different action depending on Player 1’s action.</a:t>
            </a:r>
          </a:p>
          <a:p>
            <a:pPr eaLnBrk="1" hangingPunct="1">
              <a:lnSpc>
                <a:spcPct val="100000"/>
              </a:lnSpc>
            </a:pPr>
            <a:endParaRPr lang="en-US" altLang="en-US" sz="2000" b="1" dirty="0"/>
          </a:p>
          <a:p>
            <a:pPr eaLnBrk="1" hangingPunct="1">
              <a:lnSpc>
                <a:spcPct val="100000"/>
              </a:lnSpc>
            </a:pPr>
            <a:r>
              <a:rPr lang="en-US" altLang="en-US" sz="2000" dirty="0"/>
              <a:t>In sequential games like Tic-Tac-Toe, Chess where this holds, each player always has a strategy for what to do for each action of their opponent so as to win.</a:t>
            </a:r>
          </a:p>
          <a:p>
            <a:pPr eaLnBrk="1" hangingPunct="1">
              <a:lnSpc>
                <a:spcPct val="100000"/>
              </a:lnSpc>
            </a:pPr>
            <a:r>
              <a:rPr lang="en-US" altLang="en-US" sz="2000" b="1" dirty="0">
                <a:solidFill>
                  <a:srgbClr val="FF0000"/>
                </a:solidFill>
              </a:rPr>
              <a:t>As we will see, this implies that strategies in sequential games can be much more complex!</a:t>
            </a:r>
          </a:p>
          <a:p>
            <a:pPr eaLnBrk="1" hangingPunct="1">
              <a:lnSpc>
                <a:spcPct val="100000"/>
              </a:lnSpc>
            </a:pPr>
            <a:endParaRPr lang="en-US" altLang="en-US" sz="2000" dirty="0"/>
          </a:p>
        </p:txBody>
      </p:sp>
      <p:sp>
        <p:nvSpPr>
          <p:cNvPr id="3" name="Slide Number Placeholder 2">
            <a:extLst>
              <a:ext uri="{FF2B5EF4-FFF2-40B4-BE49-F238E27FC236}">
                <a16:creationId xmlns:a16="http://schemas.microsoft.com/office/drawing/2014/main" id="{831F8BCA-EB4C-400F-98DA-B3FBF2F7AD32}"/>
              </a:ext>
            </a:extLst>
          </p:cNvPr>
          <p:cNvSpPr>
            <a:spLocks noGrp="1"/>
          </p:cNvSpPr>
          <p:nvPr>
            <p:ph type="sldNum" sz="quarter" idx="12"/>
          </p:nvPr>
        </p:nvSpPr>
        <p:spPr/>
        <p:txBody>
          <a:bodyPr/>
          <a:lstStyle/>
          <a:p>
            <a:fld id="{104D1C85-D14C-4D1F-B1AC-077E19A989F2}" type="slidenum">
              <a:rPr lang="en-GB" smtClean="0"/>
              <a:t>28</a:t>
            </a:fld>
            <a:endParaRPr lang="en-GB"/>
          </a:p>
        </p:txBody>
      </p:sp>
    </p:spTree>
    <p:extLst>
      <p:ext uri="{BB962C8B-B14F-4D97-AF65-F5344CB8AC3E}">
        <p14:creationId xmlns:p14="http://schemas.microsoft.com/office/powerpoint/2010/main" val="3725813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An example</a:t>
            </a:r>
          </a:p>
        </p:txBody>
      </p:sp>
      <p:sp>
        <p:nvSpPr>
          <p:cNvPr id="16" name="Rectangle 3">
            <a:extLst>
              <a:ext uri="{FF2B5EF4-FFF2-40B4-BE49-F238E27FC236}">
                <a16:creationId xmlns:a16="http://schemas.microsoft.com/office/drawing/2014/main" id="{DD99C6AA-4FB0-4001-819D-E2F987201D6E}"/>
              </a:ext>
            </a:extLst>
          </p:cNvPr>
          <p:cNvSpPr>
            <a:spLocks noGrp="1" noChangeArrowheads="1"/>
          </p:cNvSpPr>
          <p:nvPr>
            <p:ph idx="1"/>
          </p:nvPr>
        </p:nvSpPr>
        <p:spPr>
          <a:xfrm>
            <a:off x="838200" y="1645783"/>
            <a:ext cx="11130116" cy="4253571"/>
          </a:xfrm>
        </p:spPr>
        <p:txBody>
          <a:bodyPr>
            <a:normAutofit/>
          </a:bodyPr>
          <a:lstStyle/>
          <a:p>
            <a:pPr eaLnBrk="1" hangingPunct="1">
              <a:lnSpc>
                <a:spcPct val="100000"/>
              </a:lnSpc>
            </a:pPr>
            <a:r>
              <a:rPr lang="en-US" altLang="en-US" sz="2000" dirty="0"/>
              <a:t>While the order of movement matters, more importantly is what kind of information is observed.</a:t>
            </a:r>
          </a:p>
          <a:p>
            <a:pPr eaLnBrk="1" hangingPunct="1">
              <a:lnSpc>
                <a:spcPct val="100000"/>
              </a:lnSpc>
            </a:pPr>
            <a:endParaRPr lang="en-US" altLang="en-US" sz="2000" dirty="0"/>
          </a:p>
          <a:p>
            <a:pPr eaLnBrk="1" hangingPunct="1">
              <a:lnSpc>
                <a:spcPct val="100000"/>
              </a:lnSpc>
            </a:pPr>
            <a:r>
              <a:rPr lang="en-US" altLang="en-US" sz="2000" dirty="0"/>
              <a:t>For example, Player 2 could move after Player 1, but </a:t>
            </a:r>
            <a:r>
              <a:rPr lang="en-US" altLang="en-US" sz="2000" b="1" dirty="0"/>
              <a:t>may or may not observe</a:t>
            </a:r>
            <a:r>
              <a:rPr lang="en-US" altLang="en-US" sz="2000" dirty="0"/>
              <a:t> what Player 1 did.</a:t>
            </a:r>
          </a:p>
          <a:p>
            <a:pPr eaLnBrk="1" hangingPunct="1">
              <a:lnSpc>
                <a:spcPct val="100000"/>
              </a:lnSpc>
            </a:pPr>
            <a:r>
              <a:rPr lang="en-US" altLang="en-US" sz="2000" b="1" dirty="0">
                <a:solidFill>
                  <a:srgbClr val="FF0000"/>
                </a:solidFill>
              </a:rPr>
              <a:t>This is important! If Player 2 observes what Player 1 does, he/she can choose a different action depending on Player 1’s action.</a:t>
            </a:r>
          </a:p>
          <a:p>
            <a:pPr eaLnBrk="1" hangingPunct="1">
              <a:lnSpc>
                <a:spcPct val="100000"/>
              </a:lnSpc>
            </a:pPr>
            <a:endParaRPr lang="en-US" altLang="en-US" sz="2000" b="1" dirty="0"/>
          </a:p>
          <a:p>
            <a:pPr eaLnBrk="1" hangingPunct="1">
              <a:lnSpc>
                <a:spcPct val="100000"/>
              </a:lnSpc>
            </a:pPr>
            <a:r>
              <a:rPr lang="en-US" altLang="en-US" sz="2000" dirty="0"/>
              <a:t>In sequential games like Tic-Tac-Toe, Chess where this holds, each player always has a strategy for what to do for each action of their opponent so as to win.</a:t>
            </a:r>
          </a:p>
          <a:p>
            <a:pPr eaLnBrk="1" hangingPunct="1">
              <a:lnSpc>
                <a:spcPct val="100000"/>
              </a:lnSpc>
            </a:pPr>
            <a:r>
              <a:rPr lang="en-US" altLang="en-US" sz="2000" b="1" dirty="0">
                <a:solidFill>
                  <a:srgbClr val="FF0000"/>
                </a:solidFill>
              </a:rPr>
              <a:t>As we will see, this implies that strategies in sequential games can be much more complex!</a:t>
            </a:r>
          </a:p>
          <a:p>
            <a:pPr eaLnBrk="1" hangingPunct="1">
              <a:lnSpc>
                <a:spcPct val="100000"/>
              </a:lnSpc>
            </a:pPr>
            <a:endParaRPr lang="en-US" altLang="en-US" sz="2000" dirty="0"/>
          </a:p>
        </p:txBody>
      </p:sp>
      <p:sp>
        <p:nvSpPr>
          <p:cNvPr id="3" name="Slide Number Placeholder 2">
            <a:extLst>
              <a:ext uri="{FF2B5EF4-FFF2-40B4-BE49-F238E27FC236}">
                <a16:creationId xmlns:a16="http://schemas.microsoft.com/office/drawing/2014/main" id="{831F8BCA-EB4C-400F-98DA-B3FBF2F7AD32}"/>
              </a:ext>
            </a:extLst>
          </p:cNvPr>
          <p:cNvSpPr>
            <a:spLocks noGrp="1"/>
          </p:cNvSpPr>
          <p:nvPr>
            <p:ph type="sldNum" sz="quarter" idx="12"/>
          </p:nvPr>
        </p:nvSpPr>
        <p:spPr/>
        <p:txBody>
          <a:bodyPr/>
          <a:lstStyle/>
          <a:p>
            <a:fld id="{104D1C85-D14C-4D1F-B1AC-077E19A989F2}" type="slidenum">
              <a:rPr lang="en-GB" smtClean="0"/>
              <a:t>29</a:t>
            </a:fld>
            <a:endParaRPr lang="en-GB"/>
          </a:p>
        </p:txBody>
      </p:sp>
    </p:spTree>
    <p:extLst>
      <p:ext uri="{BB962C8B-B14F-4D97-AF65-F5344CB8AC3E}">
        <p14:creationId xmlns:p14="http://schemas.microsoft.com/office/powerpoint/2010/main" val="10198822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938D1C-62F1-C41A-1F42-9DF8D05878E3}"/>
              </a:ext>
            </a:extLst>
          </p:cNvPr>
          <p:cNvSpPr/>
          <p:nvPr/>
        </p:nvSpPr>
        <p:spPr>
          <a:xfrm>
            <a:off x="568001" y="1690688"/>
            <a:ext cx="10891496" cy="154658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225" name="Rectangle 2"/>
          <p:cNvSpPr>
            <a:spLocks noGrp="1" noChangeArrowheads="1"/>
          </p:cNvSpPr>
          <p:nvPr>
            <p:ph type="title"/>
          </p:nvPr>
        </p:nvSpPr>
        <p:spPr>
          <a:noFill/>
        </p:spPr>
        <p:txBody>
          <a:bodyPr/>
          <a:lstStyle/>
          <a:p>
            <a:pPr eaLnBrk="1" hangingPunct="1"/>
            <a:r>
              <a:rPr lang="en-US" altLang="en-US" dirty="0"/>
              <a:t>Sequential Games: who observes what?</a:t>
            </a:r>
          </a:p>
        </p:txBody>
      </p:sp>
      <p:sp>
        <p:nvSpPr>
          <p:cNvPr id="52226" name="Rectangle 3"/>
          <p:cNvSpPr>
            <a:spLocks noGrp="1" noChangeArrowheads="1"/>
          </p:cNvSpPr>
          <p:nvPr>
            <p:ph idx="1"/>
          </p:nvPr>
        </p:nvSpPr>
        <p:spPr>
          <a:xfrm>
            <a:off x="838200" y="1573428"/>
            <a:ext cx="10366829" cy="2214176"/>
          </a:xfrm>
        </p:spPr>
        <p:txBody>
          <a:bodyPr>
            <a:normAutofit/>
          </a:bodyPr>
          <a:lstStyle/>
          <a:p>
            <a:pPr eaLnBrk="1" hangingPunct="1">
              <a:lnSpc>
                <a:spcPct val="100000"/>
              </a:lnSpc>
            </a:pPr>
            <a:endParaRPr lang="en-US" altLang="en-US" sz="2000" dirty="0"/>
          </a:p>
          <a:p>
            <a:r>
              <a:rPr lang="en-US" sz="2000" dirty="0"/>
              <a:t>A game is said to have </a:t>
            </a:r>
            <a:r>
              <a:rPr lang="en-US" sz="2000" b="1" dirty="0">
                <a:solidFill>
                  <a:srgbClr val="0000FF"/>
                </a:solidFill>
              </a:rPr>
              <a:t>perfect information </a:t>
            </a:r>
            <a:r>
              <a:rPr lang="en-US" sz="2000" dirty="0"/>
              <a:t>if players move one at a time and the player at each move knows exactly the </a:t>
            </a:r>
            <a:r>
              <a:rPr lang="en-US" sz="2000" u="sng" dirty="0"/>
              <a:t>full history of moves </a:t>
            </a:r>
            <a:r>
              <a:rPr lang="en-US" sz="2000" dirty="0"/>
              <a:t>thus far in the game.</a:t>
            </a:r>
          </a:p>
          <a:p>
            <a:pPr lvl="1"/>
            <a:r>
              <a:rPr lang="en-US" sz="1800" dirty="0"/>
              <a:t>Otherwise, a game is said to be of </a:t>
            </a:r>
            <a:r>
              <a:rPr lang="en-US" sz="1800" b="1" dirty="0">
                <a:solidFill>
                  <a:srgbClr val="0000FF"/>
                </a:solidFill>
              </a:rPr>
              <a:t>imperfect information</a:t>
            </a:r>
            <a:r>
              <a:rPr lang="en-US" sz="1800" dirty="0"/>
              <a:t>.</a:t>
            </a:r>
            <a:endParaRPr lang="en-US" altLang="en-US" sz="1800" dirty="0"/>
          </a:p>
          <a:p>
            <a:pPr marL="0" indent="0">
              <a:lnSpc>
                <a:spcPct val="100000"/>
              </a:lnSpc>
              <a:buNone/>
            </a:pPr>
            <a:endParaRPr lang="en-US" altLang="en-US" sz="2400" b="1" dirty="0"/>
          </a:p>
          <a:p>
            <a:pPr marL="0" indent="0">
              <a:lnSpc>
                <a:spcPct val="100000"/>
              </a:lnSpc>
              <a:buNone/>
            </a:pPr>
            <a:endParaRPr lang="en-US" altLang="en-US" sz="2400" b="1" dirty="0"/>
          </a:p>
          <a:p>
            <a:pPr marL="0" indent="0">
              <a:lnSpc>
                <a:spcPct val="100000"/>
              </a:lnSpc>
              <a:buNone/>
            </a:pPr>
            <a:endParaRPr lang="en-US" altLang="en-US" sz="2400" b="1" dirty="0"/>
          </a:p>
          <a:p>
            <a:pPr marL="0" indent="0">
              <a:lnSpc>
                <a:spcPct val="100000"/>
              </a:lnSpc>
              <a:buNone/>
            </a:pPr>
            <a:endParaRPr lang="en-US" altLang="en-US" sz="2400" b="1" dirty="0"/>
          </a:p>
          <a:p>
            <a:pPr marL="0" indent="0">
              <a:lnSpc>
                <a:spcPct val="100000"/>
              </a:lnSpc>
              <a:buNone/>
            </a:pPr>
            <a:endParaRPr lang="en-US" altLang="en-US" sz="2400" b="1" dirty="0"/>
          </a:p>
          <a:p>
            <a:pPr marL="0" indent="0">
              <a:lnSpc>
                <a:spcPct val="100000"/>
              </a:lnSpc>
              <a:buNone/>
            </a:pPr>
            <a:endParaRPr lang="en-US" altLang="en-US" sz="2400" b="1" dirty="0"/>
          </a:p>
          <a:p>
            <a:pPr lvl="2">
              <a:lnSpc>
                <a:spcPct val="100000"/>
              </a:lnSpc>
            </a:pPr>
            <a:endParaRPr lang="en-US" altLang="en-US" sz="1600" dirty="0"/>
          </a:p>
          <a:p>
            <a:pPr marL="0" indent="0">
              <a:lnSpc>
                <a:spcPct val="100000"/>
              </a:lnSpc>
              <a:buNone/>
            </a:pPr>
            <a:endParaRPr lang="en-US" altLang="en-US" dirty="0"/>
          </a:p>
          <a:p>
            <a:pPr lvl="1">
              <a:lnSpc>
                <a:spcPct val="100000"/>
              </a:lnSpc>
            </a:pPr>
            <a:endParaRPr lang="en-US" altLang="en-US" sz="2400" dirty="0"/>
          </a:p>
          <a:p>
            <a:pPr marL="0" indent="0" eaLnBrk="1" hangingPunct="1">
              <a:lnSpc>
                <a:spcPct val="100000"/>
              </a:lnSpc>
              <a:buNone/>
            </a:pPr>
            <a:endParaRPr lang="en-US" altLang="en-US" dirty="0"/>
          </a:p>
          <a:p>
            <a:pPr eaLnBrk="1" hangingPunct="1">
              <a:lnSpc>
                <a:spcPct val="100000"/>
              </a:lnSpc>
            </a:pPr>
            <a:endParaRPr lang="en-US" altLang="en-US" dirty="0"/>
          </a:p>
        </p:txBody>
      </p:sp>
      <p:sp>
        <p:nvSpPr>
          <p:cNvPr id="3" name="Slide Number Placeholder 2">
            <a:extLst>
              <a:ext uri="{FF2B5EF4-FFF2-40B4-BE49-F238E27FC236}">
                <a16:creationId xmlns:a16="http://schemas.microsoft.com/office/drawing/2014/main" id="{74BBFD0F-0D98-48F6-BE1A-8F97A1D66FA4}"/>
              </a:ext>
            </a:extLst>
          </p:cNvPr>
          <p:cNvSpPr>
            <a:spLocks noGrp="1"/>
          </p:cNvSpPr>
          <p:nvPr>
            <p:ph type="sldNum" sz="quarter" idx="12"/>
          </p:nvPr>
        </p:nvSpPr>
        <p:spPr/>
        <p:txBody>
          <a:bodyPr/>
          <a:lstStyle/>
          <a:p>
            <a:fld id="{104D1C85-D14C-4D1F-B1AC-077E19A989F2}" type="slidenum">
              <a:rPr lang="en-GB" smtClean="0"/>
              <a:t>30</a:t>
            </a:fld>
            <a:endParaRPr lang="en-GB" dirty="0"/>
          </a:p>
        </p:txBody>
      </p:sp>
      <p:graphicFrame>
        <p:nvGraphicFramePr>
          <p:cNvPr id="2" name="Table 3">
            <a:extLst>
              <a:ext uri="{FF2B5EF4-FFF2-40B4-BE49-F238E27FC236}">
                <a16:creationId xmlns:a16="http://schemas.microsoft.com/office/drawing/2014/main" id="{39C6F884-5F47-3C87-CE29-1409AB41D163}"/>
              </a:ext>
            </a:extLst>
          </p:cNvPr>
          <p:cNvGraphicFramePr>
            <a:graphicFrameLocks noGrp="1"/>
          </p:cNvGraphicFramePr>
          <p:nvPr>
            <p:extLst>
              <p:ext uri="{D42A27DB-BD31-4B8C-83A1-F6EECF244321}">
                <p14:modId xmlns:p14="http://schemas.microsoft.com/office/powerpoint/2010/main" val="2195223235"/>
              </p:ext>
            </p:extLst>
          </p:nvPr>
        </p:nvGraphicFramePr>
        <p:xfrm>
          <a:off x="1327356" y="3566696"/>
          <a:ext cx="5641260" cy="1920240"/>
        </p:xfrm>
        <a:graphic>
          <a:graphicData uri="http://schemas.openxmlformats.org/drawingml/2006/table">
            <a:tbl>
              <a:tblPr firstRow="1" bandRow="1">
                <a:tableStyleId>{5940675A-B579-460E-94D1-54222C63F5DA}</a:tableStyleId>
              </a:tblPr>
              <a:tblGrid>
                <a:gridCol w="1880420">
                  <a:extLst>
                    <a:ext uri="{9D8B030D-6E8A-4147-A177-3AD203B41FA5}">
                      <a16:colId xmlns:a16="http://schemas.microsoft.com/office/drawing/2014/main" val="408955750"/>
                    </a:ext>
                  </a:extLst>
                </a:gridCol>
                <a:gridCol w="1880420">
                  <a:extLst>
                    <a:ext uri="{9D8B030D-6E8A-4147-A177-3AD203B41FA5}">
                      <a16:colId xmlns:a16="http://schemas.microsoft.com/office/drawing/2014/main" val="667009402"/>
                    </a:ext>
                  </a:extLst>
                </a:gridCol>
                <a:gridCol w="1880420">
                  <a:extLst>
                    <a:ext uri="{9D8B030D-6E8A-4147-A177-3AD203B41FA5}">
                      <a16:colId xmlns:a16="http://schemas.microsoft.com/office/drawing/2014/main" val="2281825463"/>
                    </a:ext>
                  </a:extLst>
                </a:gridCol>
              </a:tblGrid>
              <a:tr h="370840">
                <a:tc>
                  <a:txBody>
                    <a:bodyPr/>
                    <a:lstStyle/>
                    <a:p>
                      <a:endParaRPr lang="en-SG"/>
                    </a:p>
                  </a:txBody>
                  <a:tcPr/>
                </a:tc>
                <a:tc>
                  <a:txBody>
                    <a:bodyPr/>
                    <a:lstStyle/>
                    <a:p>
                      <a:pPr algn="ctr"/>
                      <a:r>
                        <a:rPr lang="en-SG" b="1" dirty="0"/>
                        <a:t>Move Sequentially</a:t>
                      </a:r>
                    </a:p>
                  </a:txBody>
                  <a:tcPr/>
                </a:tc>
                <a:tc>
                  <a:txBody>
                    <a:bodyPr/>
                    <a:lstStyle/>
                    <a:p>
                      <a:pPr algn="ctr"/>
                      <a:r>
                        <a:rPr lang="en-SG" b="1" dirty="0"/>
                        <a:t>Move Simultaneously</a:t>
                      </a:r>
                    </a:p>
                  </a:txBody>
                  <a:tcPr/>
                </a:tc>
                <a:extLst>
                  <a:ext uri="{0D108BD9-81ED-4DB2-BD59-A6C34878D82A}">
                    <a16:rowId xmlns:a16="http://schemas.microsoft.com/office/drawing/2014/main" val="4128334147"/>
                  </a:ext>
                </a:extLst>
              </a:tr>
              <a:tr h="370840">
                <a:tc>
                  <a:txBody>
                    <a:bodyPr/>
                    <a:lstStyle/>
                    <a:p>
                      <a:r>
                        <a:rPr lang="en-SG" b="1" dirty="0"/>
                        <a:t>Know full </a:t>
                      </a:r>
                      <a:br>
                        <a:rPr lang="en-SG" b="1" dirty="0"/>
                      </a:br>
                      <a:r>
                        <a:rPr lang="en-SG" b="1" dirty="0"/>
                        <a:t>history</a:t>
                      </a:r>
                    </a:p>
                  </a:txBody>
                  <a:tcPr/>
                </a:tc>
                <a:tc>
                  <a:txBody>
                    <a:bodyPr/>
                    <a:lstStyle/>
                    <a:p>
                      <a:pPr algn="ctr"/>
                      <a:r>
                        <a:rPr lang="en-SG" dirty="0"/>
                        <a:t>Perfect Information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dirty="0"/>
                        <a:t>-</a:t>
                      </a:r>
                    </a:p>
                  </a:txBody>
                  <a:tcPr/>
                </a:tc>
                <a:extLst>
                  <a:ext uri="{0D108BD9-81ED-4DB2-BD59-A6C34878D82A}">
                    <a16:rowId xmlns:a16="http://schemas.microsoft.com/office/drawing/2014/main" val="2883167799"/>
                  </a:ext>
                </a:extLst>
              </a:tr>
              <a:tr h="370840">
                <a:tc>
                  <a:txBody>
                    <a:bodyPr/>
                    <a:lstStyle/>
                    <a:p>
                      <a:r>
                        <a:rPr lang="en-SG" b="1" dirty="0"/>
                        <a:t>Do not full history</a:t>
                      </a:r>
                    </a:p>
                  </a:txBody>
                  <a:tcPr/>
                </a:tc>
                <a:tc>
                  <a:txBody>
                    <a:bodyPr/>
                    <a:lstStyle/>
                    <a:p>
                      <a:pPr algn="ctr"/>
                      <a:r>
                        <a:rPr lang="en-SG" dirty="0">
                          <a:solidFill>
                            <a:srgbClr val="FF0000"/>
                          </a:solidFill>
                        </a:rPr>
                        <a:t>Imperfect Information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dirty="0"/>
                        <a:t>Imperfect Information</a:t>
                      </a:r>
                    </a:p>
                  </a:txBody>
                  <a:tcPr/>
                </a:tc>
                <a:extLst>
                  <a:ext uri="{0D108BD9-81ED-4DB2-BD59-A6C34878D82A}">
                    <a16:rowId xmlns:a16="http://schemas.microsoft.com/office/drawing/2014/main" val="1922189956"/>
                  </a:ext>
                </a:extLst>
              </a:tr>
            </a:tbl>
          </a:graphicData>
        </a:graphic>
      </p:graphicFrame>
      <p:sp>
        <p:nvSpPr>
          <p:cNvPr id="4" name="TextBox 3">
            <a:extLst>
              <a:ext uri="{FF2B5EF4-FFF2-40B4-BE49-F238E27FC236}">
                <a16:creationId xmlns:a16="http://schemas.microsoft.com/office/drawing/2014/main" id="{484F1648-D1CC-2D3D-4202-4D4BBEC2FF84}"/>
              </a:ext>
            </a:extLst>
          </p:cNvPr>
          <p:cNvSpPr txBox="1"/>
          <p:nvPr/>
        </p:nvSpPr>
        <p:spPr>
          <a:xfrm>
            <a:off x="7455309" y="3926652"/>
            <a:ext cx="3119284" cy="1200329"/>
          </a:xfrm>
          <a:prstGeom prst="rect">
            <a:avLst/>
          </a:prstGeom>
          <a:noFill/>
        </p:spPr>
        <p:txBody>
          <a:bodyPr wrap="square" rtlCol="0">
            <a:spAutoFit/>
          </a:bodyPr>
          <a:lstStyle/>
          <a:p>
            <a:r>
              <a:rPr lang="en-SG" dirty="0">
                <a:solidFill>
                  <a:srgbClr val="FF0000"/>
                </a:solidFill>
              </a:rPr>
              <a:t>Even if players move sequentially, if no observation of others actions, it is as if they are moving simultaneously!</a:t>
            </a:r>
          </a:p>
        </p:txBody>
      </p:sp>
    </p:spTree>
    <p:extLst>
      <p:ext uri="{BB962C8B-B14F-4D97-AF65-F5344CB8AC3E}">
        <p14:creationId xmlns:p14="http://schemas.microsoft.com/office/powerpoint/2010/main" val="15556384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061BB625-FA9F-47AA-B90D-A911EB43A74D}"/>
                  </a:ext>
                </a:extLst>
              </p:cNvPr>
              <p:cNvSpPr>
                <a:spLocks noGrp="1"/>
              </p:cNvSpPr>
              <p:nvPr>
                <p:ph idx="1"/>
              </p:nvPr>
            </p:nvSpPr>
            <p:spPr>
              <a:xfrm>
                <a:off x="900380" y="1814982"/>
                <a:ext cx="10146162" cy="4672516"/>
              </a:xfrm>
            </p:spPr>
            <p:txBody>
              <a:bodyPr>
                <a:normAutofit/>
              </a:bodyPr>
              <a:lstStyle/>
              <a:p>
                <a:r>
                  <a:rPr lang="en-US" sz="2000" dirty="0"/>
                  <a:t>We have already learnt how to solve static (simultaneous) games </a:t>
                </a:r>
                <a14:m>
                  <m:oMath xmlns:m="http://schemas.openxmlformats.org/officeDocument/2006/math">
                    <m:r>
                      <a:rPr lang="en-SG" sz="2000" b="0" i="1" smtClean="0">
                        <a:latin typeface="Cambria Math" panose="02040503050406030204" pitchFamily="18" charset="0"/>
                      </a:rPr>
                      <m:t>→</m:t>
                    </m:r>
                  </m:oMath>
                </a14:m>
                <a:r>
                  <a:rPr lang="en-US" sz="2000" dirty="0"/>
                  <a:t> Nash Equilibria.</a:t>
                </a:r>
              </a:p>
              <a:p>
                <a:pPr lvl="1"/>
                <a:r>
                  <a:rPr lang="en-US" sz="1800" dirty="0"/>
                  <a:t>Sequential games of imperfect information are equivalent and can be solved in a similar manner.</a:t>
                </a:r>
              </a:p>
              <a:p>
                <a:endParaRPr lang="en-US" sz="2000" dirty="0"/>
              </a:p>
              <a:p>
                <a:r>
                  <a:rPr lang="en-US" sz="2000" b="1" dirty="0"/>
                  <a:t>For sequential games, we will mostly focus on games of perfect information. </a:t>
                </a:r>
                <a:endParaRPr lang="en-US" sz="1400" b="1" dirty="0"/>
              </a:p>
              <a:p>
                <a:endParaRPr lang="en-US" sz="2000" dirty="0"/>
              </a:p>
              <a:p>
                <a:r>
                  <a:rPr lang="en-US" sz="2000" dirty="0"/>
                  <a:t>In these kinds of games, there is a major difference!</a:t>
                </a:r>
              </a:p>
              <a:p>
                <a:pPr lvl="1">
                  <a:lnSpc>
                    <a:spcPct val="100000"/>
                  </a:lnSpc>
                </a:pPr>
                <a:r>
                  <a:rPr lang="en-US" altLang="en-US" sz="1800" b="1" dirty="0"/>
                  <a:t>A 2</a:t>
                </a:r>
                <a:r>
                  <a:rPr lang="en-US" altLang="en-US" sz="1800" b="1" baseline="30000" dirty="0"/>
                  <a:t>nd</a:t>
                </a:r>
                <a:r>
                  <a:rPr lang="en-US" altLang="en-US" sz="1800" b="1" dirty="0"/>
                  <a:t> mover’s strategy is conditional on what the 1</a:t>
                </a:r>
                <a:r>
                  <a:rPr lang="en-US" altLang="en-US" sz="1800" b="1" baseline="30000" dirty="0"/>
                  <a:t>st</a:t>
                </a:r>
                <a:r>
                  <a:rPr lang="en-US" altLang="en-US" sz="1800" b="1" dirty="0"/>
                  <a:t> mover does </a:t>
                </a:r>
                <a:r>
                  <a:rPr lang="en-US" altLang="en-US" sz="1800" b="1" u="sng" dirty="0"/>
                  <a:t>because he observes this.</a:t>
                </a:r>
                <a:endParaRPr lang="en-US" sz="2000" b="1" dirty="0"/>
              </a:p>
              <a:p>
                <a:pPr lvl="1"/>
                <a:endParaRPr lang="en-US" sz="2000" b="0" dirty="0"/>
              </a:p>
              <a:p>
                <a:pPr lvl="1"/>
                <a:endParaRPr lang="en-US" sz="2000" dirty="0"/>
              </a:p>
              <a:p>
                <a:pPr lvl="1"/>
                <a:endParaRPr lang="en-US" sz="2000" dirty="0"/>
              </a:p>
              <a:p>
                <a:pPr marL="457200" lvl="1" indent="0">
                  <a:buNone/>
                </a:pPr>
                <a:endParaRPr lang="en-US" sz="2000" b="0" dirty="0"/>
              </a:p>
              <a:p>
                <a:pPr lvl="1"/>
                <a:endParaRPr lang="en-US" sz="2000" b="0" dirty="0"/>
              </a:p>
              <a:p>
                <a:endParaRPr lang="en-US" sz="2000" b="1" dirty="0">
                  <a:solidFill>
                    <a:srgbClr val="FF0000"/>
                  </a:solidFill>
                </a:endParaRPr>
              </a:p>
            </p:txBody>
          </p:sp>
        </mc:Choice>
        <mc:Fallback xmlns="">
          <p:sp>
            <p:nvSpPr>
              <p:cNvPr id="5" name="Content Placeholder 2">
                <a:extLst>
                  <a:ext uri="{FF2B5EF4-FFF2-40B4-BE49-F238E27FC236}">
                    <a16:creationId xmlns:a16="http://schemas.microsoft.com/office/drawing/2014/main" id="{061BB625-FA9F-47AA-B90D-A911EB43A74D}"/>
                  </a:ext>
                </a:extLst>
              </p:cNvPr>
              <p:cNvSpPr>
                <a:spLocks noGrp="1" noRot="1" noChangeAspect="1" noMove="1" noResize="1" noEditPoints="1" noAdjustHandles="1" noChangeArrowheads="1" noChangeShapeType="1" noTextEdit="1"/>
              </p:cNvSpPr>
              <p:nvPr>
                <p:ph idx="1"/>
              </p:nvPr>
            </p:nvSpPr>
            <p:spPr>
              <a:xfrm>
                <a:off x="900380" y="1814982"/>
                <a:ext cx="10146162" cy="4672516"/>
              </a:xfrm>
              <a:blipFill>
                <a:blip r:embed="rId2"/>
                <a:stretch>
                  <a:fillRect l="-541" t="-1436"/>
                </a:stretch>
              </a:blipFill>
            </p:spPr>
            <p:txBody>
              <a:bodyPr/>
              <a:lstStyle/>
              <a:p>
                <a:r>
                  <a:rPr lang="en-SG">
                    <a:noFill/>
                  </a:rPr>
                  <a:t> </a:t>
                </a:r>
              </a:p>
            </p:txBody>
          </p:sp>
        </mc:Fallback>
      </mc:AlternateContent>
      <p:sp>
        <p:nvSpPr>
          <p:cNvPr id="7" name="Rectangle 2">
            <a:extLst>
              <a:ext uri="{FF2B5EF4-FFF2-40B4-BE49-F238E27FC236}">
                <a16:creationId xmlns:a16="http://schemas.microsoft.com/office/drawing/2014/main" id="{DC60F27B-31F0-CEDD-5D35-01667ABD143B}"/>
              </a:ext>
            </a:extLst>
          </p:cNvPr>
          <p:cNvSpPr>
            <a:spLocks noGrp="1" noChangeArrowheads="1"/>
          </p:cNvSpPr>
          <p:nvPr>
            <p:ph type="title"/>
          </p:nvPr>
        </p:nvSpPr>
        <p:spPr>
          <a:xfrm>
            <a:off x="838200" y="365125"/>
            <a:ext cx="10515600" cy="1325563"/>
          </a:xfrm>
          <a:noFill/>
        </p:spPr>
        <p:txBody>
          <a:bodyPr/>
          <a:lstStyle/>
          <a:p>
            <a:pPr eaLnBrk="1" hangingPunct="1"/>
            <a:r>
              <a:rPr lang="en-US" dirty="0"/>
              <a:t>Sequential Games of Perfect Information</a:t>
            </a:r>
            <a:endParaRPr lang="en-US" altLang="en-US" dirty="0"/>
          </a:p>
        </p:txBody>
      </p:sp>
      <p:sp>
        <p:nvSpPr>
          <p:cNvPr id="2" name="Slide Number Placeholder 1">
            <a:extLst>
              <a:ext uri="{FF2B5EF4-FFF2-40B4-BE49-F238E27FC236}">
                <a16:creationId xmlns:a16="http://schemas.microsoft.com/office/drawing/2014/main" id="{FFB71736-03E6-32F1-EEF6-F9EFD0CDC6DF}"/>
              </a:ext>
            </a:extLst>
          </p:cNvPr>
          <p:cNvSpPr>
            <a:spLocks noGrp="1"/>
          </p:cNvSpPr>
          <p:nvPr>
            <p:ph type="sldNum" sz="quarter" idx="12"/>
          </p:nvPr>
        </p:nvSpPr>
        <p:spPr/>
        <p:txBody>
          <a:bodyPr/>
          <a:lstStyle/>
          <a:p>
            <a:fld id="{104D1C85-D14C-4D1F-B1AC-077E19A989F2}" type="slidenum">
              <a:rPr lang="en-GB" smtClean="0"/>
              <a:t>31</a:t>
            </a:fld>
            <a:endParaRPr lang="en-GB"/>
          </a:p>
        </p:txBody>
      </p:sp>
      <p:sp>
        <p:nvSpPr>
          <p:cNvPr id="45" name="TextBox 44">
            <a:extLst>
              <a:ext uri="{FF2B5EF4-FFF2-40B4-BE49-F238E27FC236}">
                <a16:creationId xmlns:a16="http://schemas.microsoft.com/office/drawing/2014/main" id="{92780160-BC54-1A4F-D59A-C4823ED553E9}"/>
              </a:ext>
            </a:extLst>
          </p:cNvPr>
          <p:cNvSpPr txBox="1"/>
          <p:nvPr/>
        </p:nvSpPr>
        <p:spPr>
          <a:xfrm>
            <a:off x="996904" y="4816876"/>
            <a:ext cx="10198192" cy="984885"/>
          </a:xfrm>
          <a:prstGeom prst="rect">
            <a:avLst/>
          </a:prstGeom>
          <a:noFill/>
        </p:spPr>
        <p:txBody>
          <a:bodyPr wrap="square" rtlCol="0">
            <a:spAutoFit/>
          </a:bodyPr>
          <a:lstStyle/>
          <a:p>
            <a:pPr>
              <a:lnSpc>
                <a:spcPct val="100000"/>
              </a:lnSpc>
            </a:pPr>
            <a:r>
              <a:rPr lang="en-US" altLang="en-US" sz="2000" dirty="0"/>
              <a:t>Generally, strategies of players must be such that a third party can play on their behalf </a:t>
            </a:r>
            <a:r>
              <a:rPr lang="en-US" altLang="en-US" sz="2000" u="sng" dirty="0"/>
              <a:t>no matter what happens in the history of the game</a:t>
            </a:r>
            <a:r>
              <a:rPr lang="en-US" altLang="en-US" sz="2000" dirty="0"/>
              <a:t>.</a:t>
            </a:r>
          </a:p>
          <a:p>
            <a:endParaRPr lang="en-SG" dirty="0"/>
          </a:p>
        </p:txBody>
      </p:sp>
    </p:spTree>
    <p:extLst>
      <p:ext uri="{BB962C8B-B14F-4D97-AF65-F5344CB8AC3E}">
        <p14:creationId xmlns:p14="http://schemas.microsoft.com/office/powerpoint/2010/main" val="329697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C60F27B-31F0-CEDD-5D35-01667ABD143B}"/>
              </a:ext>
            </a:extLst>
          </p:cNvPr>
          <p:cNvSpPr>
            <a:spLocks noGrp="1" noChangeArrowheads="1"/>
          </p:cNvSpPr>
          <p:nvPr>
            <p:ph type="title"/>
          </p:nvPr>
        </p:nvSpPr>
        <p:spPr>
          <a:xfrm>
            <a:off x="838200" y="365125"/>
            <a:ext cx="10515600" cy="1325563"/>
          </a:xfrm>
          <a:noFill/>
        </p:spPr>
        <p:txBody>
          <a:bodyPr/>
          <a:lstStyle/>
          <a:p>
            <a:pPr eaLnBrk="1" hangingPunct="1"/>
            <a:r>
              <a:rPr lang="en-US" dirty="0"/>
              <a:t>Sequential Games of Perfect Information</a:t>
            </a:r>
            <a:endParaRPr lang="en-US" altLang="en-US" dirty="0"/>
          </a:p>
        </p:txBody>
      </p:sp>
      <p:sp>
        <p:nvSpPr>
          <p:cNvPr id="2" name="Slide Number Placeholder 1">
            <a:extLst>
              <a:ext uri="{FF2B5EF4-FFF2-40B4-BE49-F238E27FC236}">
                <a16:creationId xmlns:a16="http://schemas.microsoft.com/office/drawing/2014/main" id="{FFB71736-03E6-32F1-EEF6-F9EFD0CDC6DF}"/>
              </a:ext>
            </a:extLst>
          </p:cNvPr>
          <p:cNvSpPr>
            <a:spLocks noGrp="1"/>
          </p:cNvSpPr>
          <p:nvPr>
            <p:ph type="sldNum" sz="quarter" idx="12"/>
          </p:nvPr>
        </p:nvSpPr>
        <p:spPr/>
        <p:txBody>
          <a:bodyPr/>
          <a:lstStyle/>
          <a:p>
            <a:fld id="{104D1C85-D14C-4D1F-B1AC-077E19A989F2}" type="slidenum">
              <a:rPr lang="en-GB" smtClean="0"/>
              <a:t>32</a:t>
            </a:fld>
            <a:endParaRPr lang="en-GB"/>
          </a:p>
        </p:txBody>
      </p:sp>
      <p:graphicFrame>
        <p:nvGraphicFramePr>
          <p:cNvPr id="6" name="Content Placeholder 5">
            <a:extLst>
              <a:ext uri="{FF2B5EF4-FFF2-40B4-BE49-F238E27FC236}">
                <a16:creationId xmlns:a16="http://schemas.microsoft.com/office/drawing/2014/main" id="{9AAC863F-BC77-4B66-13B9-610B00061FCB}"/>
              </a:ext>
            </a:extLst>
          </p:cNvPr>
          <p:cNvGraphicFramePr>
            <a:graphicFrameLocks noGrp="1"/>
          </p:cNvGraphicFramePr>
          <p:nvPr>
            <p:ph idx="1"/>
            <p:extLst>
              <p:ext uri="{D42A27DB-BD31-4B8C-83A1-F6EECF244321}">
                <p14:modId xmlns:p14="http://schemas.microsoft.com/office/powerpoint/2010/main" val="2353096561"/>
              </p:ext>
            </p:extLst>
          </p:nvPr>
        </p:nvGraphicFramePr>
        <p:xfrm>
          <a:off x="985683" y="1825622"/>
          <a:ext cx="2583428" cy="2362920"/>
        </p:xfrm>
        <a:graphic>
          <a:graphicData uri="http://schemas.openxmlformats.org/drawingml/2006/table">
            <a:tbl>
              <a:tblPr firstRow="1" bandRow="1">
                <a:tableStyleId>{5940675A-B579-460E-94D1-54222C63F5DA}</a:tableStyleId>
              </a:tblPr>
              <a:tblGrid>
                <a:gridCol w="645857">
                  <a:extLst>
                    <a:ext uri="{9D8B030D-6E8A-4147-A177-3AD203B41FA5}">
                      <a16:colId xmlns:a16="http://schemas.microsoft.com/office/drawing/2014/main" val="541916672"/>
                    </a:ext>
                  </a:extLst>
                </a:gridCol>
                <a:gridCol w="645857">
                  <a:extLst>
                    <a:ext uri="{9D8B030D-6E8A-4147-A177-3AD203B41FA5}">
                      <a16:colId xmlns:a16="http://schemas.microsoft.com/office/drawing/2014/main" val="2430149181"/>
                    </a:ext>
                  </a:extLst>
                </a:gridCol>
                <a:gridCol w="645857">
                  <a:extLst>
                    <a:ext uri="{9D8B030D-6E8A-4147-A177-3AD203B41FA5}">
                      <a16:colId xmlns:a16="http://schemas.microsoft.com/office/drawing/2014/main" val="727162128"/>
                    </a:ext>
                  </a:extLst>
                </a:gridCol>
                <a:gridCol w="645857">
                  <a:extLst>
                    <a:ext uri="{9D8B030D-6E8A-4147-A177-3AD203B41FA5}">
                      <a16:colId xmlns:a16="http://schemas.microsoft.com/office/drawing/2014/main" val="1888328353"/>
                    </a:ext>
                  </a:extLst>
                </a:gridCol>
              </a:tblGrid>
              <a:tr h="590730">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extLst>
                  <a:ext uri="{0D108BD9-81ED-4DB2-BD59-A6C34878D82A}">
                    <a16:rowId xmlns:a16="http://schemas.microsoft.com/office/drawing/2014/main" val="135919780"/>
                  </a:ext>
                </a:extLst>
              </a:tr>
              <a:tr h="590730">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extLst>
                  <a:ext uri="{0D108BD9-81ED-4DB2-BD59-A6C34878D82A}">
                    <a16:rowId xmlns:a16="http://schemas.microsoft.com/office/drawing/2014/main" val="2858727035"/>
                  </a:ext>
                </a:extLst>
              </a:tr>
              <a:tr h="590730">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extLst>
                  <a:ext uri="{0D108BD9-81ED-4DB2-BD59-A6C34878D82A}">
                    <a16:rowId xmlns:a16="http://schemas.microsoft.com/office/drawing/2014/main" val="2127957683"/>
                  </a:ext>
                </a:extLst>
              </a:tr>
              <a:tr h="590730">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extLst>
                  <a:ext uri="{0D108BD9-81ED-4DB2-BD59-A6C34878D82A}">
                    <a16:rowId xmlns:a16="http://schemas.microsoft.com/office/drawing/2014/main" val="2214563561"/>
                  </a:ext>
                </a:extLst>
              </a:tr>
            </a:tbl>
          </a:graphicData>
        </a:graphic>
      </p:graphicFrame>
      <p:pic>
        <p:nvPicPr>
          <p:cNvPr id="9" name="Graphic 8" descr="Crown with solid fill">
            <a:extLst>
              <a:ext uri="{FF2B5EF4-FFF2-40B4-BE49-F238E27FC236}">
                <a16:creationId xmlns:a16="http://schemas.microsoft.com/office/drawing/2014/main" id="{ECD14E8A-9507-6F5E-14B1-6D8E7A1C306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91609" y="1858298"/>
            <a:ext cx="542771" cy="542771"/>
          </a:xfrm>
          <a:prstGeom prst="rect">
            <a:avLst/>
          </a:prstGeom>
        </p:spPr>
      </p:pic>
      <p:pic>
        <p:nvPicPr>
          <p:cNvPr id="11" name="Graphic 10" descr="Crown outline">
            <a:extLst>
              <a:ext uri="{FF2B5EF4-FFF2-40B4-BE49-F238E27FC236}">
                <a16:creationId xmlns:a16="http://schemas.microsoft.com/office/drawing/2014/main" id="{326017AC-A444-7E29-9427-7157A8A3AE6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60274" y="3606833"/>
            <a:ext cx="576117" cy="576117"/>
          </a:xfrm>
          <a:prstGeom prst="rect">
            <a:avLst/>
          </a:prstGeom>
        </p:spPr>
      </p:pic>
      <p:pic>
        <p:nvPicPr>
          <p:cNvPr id="19" name="Graphic 18" descr="Pawn with solid fill">
            <a:extLst>
              <a:ext uri="{FF2B5EF4-FFF2-40B4-BE49-F238E27FC236}">
                <a16:creationId xmlns:a16="http://schemas.microsoft.com/office/drawing/2014/main" id="{A33202DD-7592-780E-8DB3-F6166F3509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32617" y="2393695"/>
            <a:ext cx="637638" cy="637638"/>
          </a:xfrm>
          <a:prstGeom prst="rect">
            <a:avLst/>
          </a:prstGeom>
        </p:spPr>
      </p:pic>
      <p:sp>
        <p:nvSpPr>
          <p:cNvPr id="20" name="TextBox 19">
            <a:extLst>
              <a:ext uri="{FF2B5EF4-FFF2-40B4-BE49-F238E27FC236}">
                <a16:creationId xmlns:a16="http://schemas.microsoft.com/office/drawing/2014/main" id="{B1B97EB1-D441-D96B-DEAD-EACF258855AA}"/>
              </a:ext>
            </a:extLst>
          </p:cNvPr>
          <p:cNvSpPr txBox="1"/>
          <p:nvPr/>
        </p:nvSpPr>
        <p:spPr>
          <a:xfrm>
            <a:off x="895116" y="4328262"/>
            <a:ext cx="2867798" cy="923330"/>
          </a:xfrm>
          <a:prstGeom prst="rect">
            <a:avLst/>
          </a:prstGeom>
          <a:noFill/>
        </p:spPr>
        <p:txBody>
          <a:bodyPr wrap="square" rtlCol="0">
            <a:spAutoFit/>
          </a:bodyPr>
          <a:lstStyle/>
          <a:p>
            <a:r>
              <a:rPr lang="en-SG" dirty="0"/>
              <a:t>White is first mover and has </a:t>
            </a:r>
            <a:r>
              <a:rPr lang="en-SG" u="sng" dirty="0"/>
              <a:t>3 choices</a:t>
            </a:r>
            <a:r>
              <a:rPr lang="en-SG" dirty="0"/>
              <a:t> in his action set. His strategy is one of these.</a:t>
            </a:r>
          </a:p>
        </p:txBody>
      </p:sp>
      <p:sp>
        <p:nvSpPr>
          <p:cNvPr id="21" name="TextBox 20">
            <a:extLst>
              <a:ext uri="{FF2B5EF4-FFF2-40B4-BE49-F238E27FC236}">
                <a16:creationId xmlns:a16="http://schemas.microsoft.com/office/drawing/2014/main" id="{7A49B587-E5CC-5CF6-EF36-191525497AB6}"/>
              </a:ext>
            </a:extLst>
          </p:cNvPr>
          <p:cNvSpPr txBox="1"/>
          <p:nvPr/>
        </p:nvSpPr>
        <p:spPr>
          <a:xfrm>
            <a:off x="2440858" y="3710225"/>
            <a:ext cx="301686" cy="369332"/>
          </a:xfrm>
          <a:prstGeom prst="rect">
            <a:avLst/>
          </a:prstGeom>
          <a:noFill/>
        </p:spPr>
        <p:txBody>
          <a:bodyPr wrap="none" rtlCol="0">
            <a:spAutoFit/>
          </a:bodyPr>
          <a:lstStyle/>
          <a:p>
            <a:r>
              <a:rPr lang="en-SG" dirty="0">
                <a:solidFill>
                  <a:schemeClr val="bg1"/>
                </a:solidFill>
              </a:rPr>
              <a:t>1</a:t>
            </a:r>
          </a:p>
        </p:txBody>
      </p:sp>
      <p:sp>
        <p:nvSpPr>
          <p:cNvPr id="22" name="TextBox 21">
            <a:extLst>
              <a:ext uri="{FF2B5EF4-FFF2-40B4-BE49-F238E27FC236}">
                <a16:creationId xmlns:a16="http://schemas.microsoft.com/office/drawing/2014/main" id="{CE2F25CB-C43C-915B-F10D-9C990456EE3F}"/>
              </a:ext>
            </a:extLst>
          </p:cNvPr>
          <p:cNvSpPr txBox="1"/>
          <p:nvPr/>
        </p:nvSpPr>
        <p:spPr>
          <a:xfrm>
            <a:off x="2440858" y="3122551"/>
            <a:ext cx="301686" cy="369332"/>
          </a:xfrm>
          <a:prstGeom prst="rect">
            <a:avLst/>
          </a:prstGeom>
          <a:noFill/>
        </p:spPr>
        <p:txBody>
          <a:bodyPr wrap="none" rtlCol="0">
            <a:spAutoFit/>
          </a:bodyPr>
          <a:lstStyle/>
          <a:p>
            <a:r>
              <a:rPr lang="en-SG" dirty="0">
                <a:solidFill>
                  <a:schemeClr val="bg1"/>
                </a:solidFill>
              </a:rPr>
              <a:t>2</a:t>
            </a:r>
          </a:p>
        </p:txBody>
      </p:sp>
      <p:sp>
        <p:nvSpPr>
          <p:cNvPr id="23" name="TextBox 22">
            <a:extLst>
              <a:ext uri="{FF2B5EF4-FFF2-40B4-BE49-F238E27FC236}">
                <a16:creationId xmlns:a16="http://schemas.microsoft.com/office/drawing/2014/main" id="{DBCB9E3F-4958-370A-B243-0FC1C93B6D51}"/>
              </a:ext>
            </a:extLst>
          </p:cNvPr>
          <p:cNvSpPr txBox="1"/>
          <p:nvPr/>
        </p:nvSpPr>
        <p:spPr>
          <a:xfrm>
            <a:off x="3113329" y="3115177"/>
            <a:ext cx="301686" cy="369332"/>
          </a:xfrm>
          <a:prstGeom prst="rect">
            <a:avLst/>
          </a:prstGeom>
          <a:noFill/>
        </p:spPr>
        <p:txBody>
          <a:bodyPr wrap="none" rtlCol="0">
            <a:spAutoFit/>
          </a:bodyPr>
          <a:lstStyle/>
          <a:p>
            <a:r>
              <a:rPr lang="en-SG" dirty="0">
                <a:solidFill>
                  <a:schemeClr val="bg1"/>
                </a:solidFill>
              </a:rPr>
              <a:t>3</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7526AA7-CA92-B913-884D-7FC2110A5548}"/>
                  </a:ext>
                </a:extLst>
              </p:cNvPr>
              <p:cNvSpPr txBox="1"/>
              <p:nvPr/>
            </p:nvSpPr>
            <p:spPr>
              <a:xfrm>
                <a:off x="5128700" y="3896962"/>
                <a:ext cx="6026962" cy="1200329"/>
              </a:xfrm>
              <a:prstGeom prst="rect">
                <a:avLst/>
              </a:prstGeom>
              <a:noFill/>
            </p:spPr>
            <p:txBody>
              <a:bodyPr wrap="square" rtlCol="0">
                <a:spAutoFit/>
              </a:bodyPr>
              <a:lstStyle/>
              <a:p>
                <a:r>
                  <a:rPr lang="en-SG" dirty="0"/>
                  <a:t>Black is second mover, but before White has made his move, he can already formulate his strategy for each of the 3 cases above. </a:t>
                </a:r>
                <a:r>
                  <a:rPr lang="en-SG" b="1" dirty="0"/>
                  <a:t>His (full) strategy includes one of the </a:t>
                </a:r>
                <a14:m>
                  <m:oMath xmlns:m="http://schemas.openxmlformats.org/officeDocument/2006/math">
                    <m:sSub>
                      <m:sSubPr>
                        <m:ctrlPr>
                          <a:rPr lang="en-SG" b="1" i="1" smtClean="0">
                            <a:latin typeface="Cambria Math" panose="02040503050406030204" pitchFamily="18" charset="0"/>
                          </a:rPr>
                        </m:ctrlPr>
                      </m:sSubPr>
                      <m:e>
                        <m:r>
                          <a:rPr lang="en-SG" b="1" i="1" smtClean="0">
                            <a:latin typeface="Cambria Math" panose="02040503050406030204" pitchFamily="18" charset="0"/>
                          </a:rPr>
                          <m:t>𝒏</m:t>
                        </m:r>
                      </m:e>
                      <m:sub>
                        <m:r>
                          <a:rPr lang="en-SG" b="1" i="1" smtClean="0">
                            <a:latin typeface="Cambria Math" panose="02040503050406030204" pitchFamily="18" charset="0"/>
                          </a:rPr>
                          <m:t>𝟏</m:t>
                        </m:r>
                      </m:sub>
                    </m:sSub>
                  </m:oMath>
                </a14:m>
                <a:r>
                  <a:rPr lang="en-SG" b="1" dirty="0"/>
                  <a:t> choices, one of the </a:t>
                </a:r>
                <a14:m>
                  <m:oMath xmlns:m="http://schemas.openxmlformats.org/officeDocument/2006/math">
                    <m:sSub>
                      <m:sSubPr>
                        <m:ctrlPr>
                          <a:rPr lang="en-SG" b="1" i="1" smtClean="0">
                            <a:latin typeface="Cambria Math" panose="02040503050406030204" pitchFamily="18" charset="0"/>
                          </a:rPr>
                        </m:ctrlPr>
                      </m:sSubPr>
                      <m:e>
                        <m:r>
                          <a:rPr lang="en-SG" b="1" i="1" smtClean="0">
                            <a:latin typeface="Cambria Math" panose="02040503050406030204" pitchFamily="18" charset="0"/>
                          </a:rPr>
                          <m:t>𝒏</m:t>
                        </m:r>
                      </m:e>
                      <m:sub>
                        <m:r>
                          <a:rPr lang="en-SG" b="1" i="1" smtClean="0">
                            <a:latin typeface="Cambria Math" panose="02040503050406030204" pitchFamily="18" charset="0"/>
                          </a:rPr>
                          <m:t>𝟐</m:t>
                        </m:r>
                      </m:sub>
                    </m:sSub>
                  </m:oMath>
                </a14:m>
                <a:r>
                  <a:rPr lang="en-SG" b="1" dirty="0"/>
                  <a:t> choices and one of the </a:t>
                </a:r>
                <a14:m>
                  <m:oMath xmlns:m="http://schemas.openxmlformats.org/officeDocument/2006/math">
                    <m:sSub>
                      <m:sSubPr>
                        <m:ctrlPr>
                          <a:rPr lang="en-SG" b="1" i="1" smtClean="0">
                            <a:latin typeface="Cambria Math" panose="02040503050406030204" pitchFamily="18" charset="0"/>
                          </a:rPr>
                        </m:ctrlPr>
                      </m:sSubPr>
                      <m:e>
                        <m:r>
                          <a:rPr lang="en-SG" b="1" i="1" smtClean="0">
                            <a:latin typeface="Cambria Math" panose="02040503050406030204" pitchFamily="18" charset="0"/>
                          </a:rPr>
                          <m:t>𝒏</m:t>
                        </m:r>
                      </m:e>
                      <m:sub>
                        <m:r>
                          <a:rPr lang="en-SG" b="1" i="1" smtClean="0">
                            <a:latin typeface="Cambria Math" panose="02040503050406030204" pitchFamily="18" charset="0"/>
                          </a:rPr>
                          <m:t>𝟑</m:t>
                        </m:r>
                      </m:sub>
                    </m:sSub>
                  </m:oMath>
                </a14:m>
                <a:r>
                  <a:rPr lang="en-SG" b="1" dirty="0"/>
                  <a:t> choices.</a:t>
                </a:r>
              </a:p>
            </p:txBody>
          </p:sp>
        </mc:Choice>
        <mc:Fallback xmlns="">
          <p:sp>
            <p:nvSpPr>
              <p:cNvPr id="24" name="TextBox 23">
                <a:extLst>
                  <a:ext uri="{FF2B5EF4-FFF2-40B4-BE49-F238E27FC236}">
                    <a16:creationId xmlns:a16="http://schemas.microsoft.com/office/drawing/2014/main" id="{57526AA7-CA92-B913-884D-7FC2110A5548}"/>
                  </a:ext>
                </a:extLst>
              </p:cNvPr>
              <p:cNvSpPr txBox="1">
                <a:spLocks noRot="1" noChangeAspect="1" noMove="1" noResize="1" noEditPoints="1" noAdjustHandles="1" noChangeArrowheads="1" noChangeShapeType="1" noTextEdit="1"/>
              </p:cNvSpPr>
              <p:nvPr/>
            </p:nvSpPr>
            <p:spPr>
              <a:xfrm>
                <a:off x="5128700" y="3896962"/>
                <a:ext cx="6026962" cy="1200329"/>
              </a:xfrm>
              <a:prstGeom prst="rect">
                <a:avLst/>
              </a:prstGeom>
              <a:blipFill>
                <a:blip r:embed="rId8"/>
                <a:stretch>
                  <a:fillRect l="-809" t="-2538" b="-7107"/>
                </a:stretch>
              </a:blipFill>
            </p:spPr>
            <p:txBody>
              <a:bodyPr/>
              <a:lstStyle/>
              <a:p>
                <a:r>
                  <a:rPr lang="en-SG">
                    <a:noFill/>
                  </a:rPr>
                  <a:t> </a:t>
                </a:r>
              </a:p>
            </p:txBody>
          </p:sp>
        </mc:Fallback>
      </mc:AlternateContent>
      <p:grpSp>
        <p:nvGrpSpPr>
          <p:cNvPr id="32" name="Group 31">
            <a:extLst>
              <a:ext uri="{FF2B5EF4-FFF2-40B4-BE49-F238E27FC236}">
                <a16:creationId xmlns:a16="http://schemas.microsoft.com/office/drawing/2014/main" id="{A77F2B90-2F3D-6CD3-EFED-F238FDAF26DA}"/>
              </a:ext>
            </a:extLst>
          </p:cNvPr>
          <p:cNvGrpSpPr/>
          <p:nvPr/>
        </p:nvGrpSpPr>
        <p:grpSpPr>
          <a:xfrm>
            <a:off x="5172732" y="1831461"/>
            <a:ext cx="1575620" cy="1499161"/>
            <a:chOff x="5223387" y="1630696"/>
            <a:chExt cx="1575620" cy="1499161"/>
          </a:xfrm>
        </p:grpSpPr>
        <p:graphicFrame>
          <p:nvGraphicFramePr>
            <p:cNvPr id="25" name="Content Placeholder 5">
              <a:extLst>
                <a:ext uri="{FF2B5EF4-FFF2-40B4-BE49-F238E27FC236}">
                  <a16:creationId xmlns:a16="http://schemas.microsoft.com/office/drawing/2014/main" id="{E714597E-DE54-DE92-37A6-83ACFEB6322A}"/>
                </a:ext>
              </a:extLst>
            </p:cNvPr>
            <p:cNvGraphicFramePr>
              <a:graphicFrameLocks/>
            </p:cNvGraphicFramePr>
            <p:nvPr>
              <p:extLst>
                <p:ext uri="{D42A27DB-BD31-4B8C-83A1-F6EECF244321}">
                  <p14:modId xmlns:p14="http://schemas.microsoft.com/office/powerpoint/2010/main" val="2936953971"/>
                </p:ext>
              </p:extLst>
            </p:nvPr>
          </p:nvGraphicFramePr>
          <p:xfrm>
            <a:off x="5223387" y="1635480"/>
            <a:ext cx="1575620" cy="1487072"/>
          </p:xfrm>
          <a:graphic>
            <a:graphicData uri="http://schemas.openxmlformats.org/drawingml/2006/table">
              <a:tbl>
                <a:tblPr firstRow="1" bandRow="1">
                  <a:tableStyleId>{5940675A-B579-460E-94D1-54222C63F5DA}</a:tableStyleId>
                </a:tblPr>
                <a:tblGrid>
                  <a:gridCol w="393905">
                    <a:extLst>
                      <a:ext uri="{9D8B030D-6E8A-4147-A177-3AD203B41FA5}">
                        <a16:colId xmlns:a16="http://schemas.microsoft.com/office/drawing/2014/main" val="541916672"/>
                      </a:ext>
                    </a:extLst>
                  </a:gridCol>
                  <a:gridCol w="393905">
                    <a:extLst>
                      <a:ext uri="{9D8B030D-6E8A-4147-A177-3AD203B41FA5}">
                        <a16:colId xmlns:a16="http://schemas.microsoft.com/office/drawing/2014/main" val="2430149181"/>
                      </a:ext>
                    </a:extLst>
                  </a:gridCol>
                  <a:gridCol w="393905">
                    <a:extLst>
                      <a:ext uri="{9D8B030D-6E8A-4147-A177-3AD203B41FA5}">
                        <a16:colId xmlns:a16="http://schemas.microsoft.com/office/drawing/2014/main" val="727162128"/>
                      </a:ext>
                    </a:extLst>
                  </a:gridCol>
                  <a:gridCol w="393905">
                    <a:extLst>
                      <a:ext uri="{9D8B030D-6E8A-4147-A177-3AD203B41FA5}">
                        <a16:colId xmlns:a16="http://schemas.microsoft.com/office/drawing/2014/main" val="1888328353"/>
                      </a:ext>
                    </a:extLst>
                  </a:gridCol>
                </a:tblGrid>
                <a:tr h="371768">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extLst>
                    <a:ext uri="{0D108BD9-81ED-4DB2-BD59-A6C34878D82A}">
                      <a16:rowId xmlns:a16="http://schemas.microsoft.com/office/drawing/2014/main" val="135919780"/>
                    </a:ext>
                  </a:extLst>
                </a:tr>
                <a:tr h="371768">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extLst>
                    <a:ext uri="{0D108BD9-81ED-4DB2-BD59-A6C34878D82A}">
                      <a16:rowId xmlns:a16="http://schemas.microsoft.com/office/drawing/2014/main" val="2858727035"/>
                    </a:ext>
                  </a:extLst>
                </a:tr>
                <a:tr h="371768">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extLst>
                    <a:ext uri="{0D108BD9-81ED-4DB2-BD59-A6C34878D82A}">
                      <a16:rowId xmlns:a16="http://schemas.microsoft.com/office/drawing/2014/main" val="2127957683"/>
                    </a:ext>
                  </a:extLst>
                </a:tr>
                <a:tr h="371768">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extLst>
                    <a:ext uri="{0D108BD9-81ED-4DB2-BD59-A6C34878D82A}">
                      <a16:rowId xmlns:a16="http://schemas.microsoft.com/office/drawing/2014/main" val="2214563561"/>
                    </a:ext>
                  </a:extLst>
                </a:tr>
              </a:tbl>
            </a:graphicData>
          </a:graphic>
        </p:graphicFrame>
        <p:pic>
          <p:nvPicPr>
            <p:cNvPr id="26" name="Graphic 25" descr="Crown with solid fill">
              <a:extLst>
                <a:ext uri="{FF2B5EF4-FFF2-40B4-BE49-F238E27FC236}">
                  <a16:creationId xmlns:a16="http://schemas.microsoft.com/office/drawing/2014/main" id="{EA83B30F-A40D-15B0-F72C-E1F978C802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96884" y="1630696"/>
              <a:ext cx="403252" cy="403252"/>
            </a:xfrm>
            <a:prstGeom prst="rect">
              <a:avLst/>
            </a:prstGeom>
          </p:spPr>
        </p:pic>
        <p:pic>
          <p:nvPicPr>
            <p:cNvPr id="27" name="Graphic 26" descr="Crown outline">
              <a:extLst>
                <a:ext uri="{FF2B5EF4-FFF2-40B4-BE49-F238E27FC236}">
                  <a16:creationId xmlns:a16="http://schemas.microsoft.com/office/drawing/2014/main" id="{EE0F6B07-B8DF-C6AE-91A4-B1DFFB3240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12211" y="2726605"/>
              <a:ext cx="403252" cy="403252"/>
            </a:xfrm>
            <a:prstGeom prst="rect">
              <a:avLst/>
            </a:prstGeom>
          </p:spPr>
        </p:pic>
        <p:pic>
          <p:nvPicPr>
            <p:cNvPr id="28" name="Graphic 27" descr="Pawn with solid fill">
              <a:extLst>
                <a:ext uri="{FF2B5EF4-FFF2-40B4-BE49-F238E27FC236}">
                  <a16:creationId xmlns:a16="http://schemas.microsoft.com/office/drawing/2014/main" id="{794F661F-AAA0-77D8-940D-C3C55FB200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03985" y="1995492"/>
              <a:ext cx="403253" cy="403253"/>
            </a:xfrm>
            <a:prstGeom prst="rect">
              <a:avLst/>
            </a:prstGeom>
          </p:spPr>
        </p:pic>
      </p:grpSp>
      <p:graphicFrame>
        <p:nvGraphicFramePr>
          <p:cNvPr id="33" name="Content Placeholder 5">
            <a:extLst>
              <a:ext uri="{FF2B5EF4-FFF2-40B4-BE49-F238E27FC236}">
                <a16:creationId xmlns:a16="http://schemas.microsoft.com/office/drawing/2014/main" id="{88A0BD53-A546-0C60-FCAF-20EF4C3CD222}"/>
              </a:ext>
            </a:extLst>
          </p:cNvPr>
          <p:cNvGraphicFramePr>
            <a:graphicFrameLocks/>
          </p:cNvGraphicFramePr>
          <p:nvPr>
            <p:extLst>
              <p:ext uri="{D42A27DB-BD31-4B8C-83A1-F6EECF244321}">
                <p14:modId xmlns:p14="http://schemas.microsoft.com/office/powerpoint/2010/main" val="2887273250"/>
              </p:ext>
            </p:extLst>
          </p:nvPr>
        </p:nvGraphicFramePr>
        <p:xfrm>
          <a:off x="7271919" y="1858298"/>
          <a:ext cx="1575620" cy="1487072"/>
        </p:xfrm>
        <a:graphic>
          <a:graphicData uri="http://schemas.openxmlformats.org/drawingml/2006/table">
            <a:tbl>
              <a:tblPr firstRow="1" bandRow="1">
                <a:tableStyleId>{5940675A-B579-460E-94D1-54222C63F5DA}</a:tableStyleId>
              </a:tblPr>
              <a:tblGrid>
                <a:gridCol w="393905">
                  <a:extLst>
                    <a:ext uri="{9D8B030D-6E8A-4147-A177-3AD203B41FA5}">
                      <a16:colId xmlns:a16="http://schemas.microsoft.com/office/drawing/2014/main" val="541916672"/>
                    </a:ext>
                  </a:extLst>
                </a:gridCol>
                <a:gridCol w="393905">
                  <a:extLst>
                    <a:ext uri="{9D8B030D-6E8A-4147-A177-3AD203B41FA5}">
                      <a16:colId xmlns:a16="http://schemas.microsoft.com/office/drawing/2014/main" val="2430149181"/>
                    </a:ext>
                  </a:extLst>
                </a:gridCol>
                <a:gridCol w="393905">
                  <a:extLst>
                    <a:ext uri="{9D8B030D-6E8A-4147-A177-3AD203B41FA5}">
                      <a16:colId xmlns:a16="http://schemas.microsoft.com/office/drawing/2014/main" val="727162128"/>
                    </a:ext>
                  </a:extLst>
                </a:gridCol>
                <a:gridCol w="393905">
                  <a:extLst>
                    <a:ext uri="{9D8B030D-6E8A-4147-A177-3AD203B41FA5}">
                      <a16:colId xmlns:a16="http://schemas.microsoft.com/office/drawing/2014/main" val="1888328353"/>
                    </a:ext>
                  </a:extLst>
                </a:gridCol>
              </a:tblGrid>
              <a:tr h="371768">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extLst>
                  <a:ext uri="{0D108BD9-81ED-4DB2-BD59-A6C34878D82A}">
                    <a16:rowId xmlns:a16="http://schemas.microsoft.com/office/drawing/2014/main" val="135919780"/>
                  </a:ext>
                </a:extLst>
              </a:tr>
              <a:tr h="371768">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extLst>
                  <a:ext uri="{0D108BD9-81ED-4DB2-BD59-A6C34878D82A}">
                    <a16:rowId xmlns:a16="http://schemas.microsoft.com/office/drawing/2014/main" val="2858727035"/>
                  </a:ext>
                </a:extLst>
              </a:tr>
              <a:tr h="371768">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extLst>
                  <a:ext uri="{0D108BD9-81ED-4DB2-BD59-A6C34878D82A}">
                    <a16:rowId xmlns:a16="http://schemas.microsoft.com/office/drawing/2014/main" val="2127957683"/>
                  </a:ext>
                </a:extLst>
              </a:tr>
              <a:tr h="371768">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extLst>
                  <a:ext uri="{0D108BD9-81ED-4DB2-BD59-A6C34878D82A}">
                    <a16:rowId xmlns:a16="http://schemas.microsoft.com/office/drawing/2014/main" val="2214563561"/>
                  </a:ext>
                </a:extLst>
              </a:tr>
            </a:tbl>
          </a:graphicData>
        </a:graphic>
      </p:graphicFrame>
      <p:pic>
        <p:nvPicPr>
          <p:cNvPr id="34" name="Graphic 33" descr="Crown with solid fill">
            <a:extLst>
              <a:ext uri="{FF2B5EF4-FFF2-40B4-BE49-F238E27FC236}">
                <a16:creationId xmlns:a16="http://schemas.microsoft.com/office/drawing/2014/main" id="{4AF4453D-0BB7-95C6-F4D2-F1B2FBA7BB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5416" y="1853514"/>
            <a:ext cx="403252" cy="403252"/>
          </a:xfrm>
          <a:prstGeom prst="rect">
            <a:avLst/>
          </a:prstGeom>
        </p:spPr>
      </p:pic>
      <p:pic>
        <p:nvPicPr>
          <p:cNvPr id="35" name="Graphic 34" descr="Crown outline">
            <a:extLst>
              <a:ext uri="{FF2B5EF4-FFF2-40B4-BE49-F238E27FC236}">
                <a16:creationId xmlns:a16="http://schemas.microsoft.com/office/drawing/2014/main" id="{83747BDE-CDB6-0E8D-BD11-6E53C81831C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63150" y="2588377"/>
            <a:ext cx="403252" cy="403252"/>
          </a:xfrm>
          <a:prstGeom prst="rect">
            <a:avLst/>
          </a:prstGeom>
        </p:spPr>
      </p:pic>
      <p:pic>
        <p:nvPicPr>
          <p:cNvPr id="36" name="Graphic 35" descr="Pawn with solid fill">
            <a:extLst>
              <a:ext uri="{FF2B5EF4-FFF2-40B4-BE49-F238E27FC236}">
                <a16:creationId xmlns:a16="http://schemas.microsoft.com/office/drawing/2014/main" id="{39442F32-435A-E0C1-7417-7A577E03D8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52517" y="2218310"/>
            <a:ext cx="403253" cy="403253"/>
          </a:xfrm>
          <a:prstGeom prst="rect">
            <a:avLst/>
          </a:prstGeom>
        </p:spPr>
      </p:pic>
      <p:graphicFrame>
        <p:nvGraphicFramePr>
          <p:cNvPr id="37" name="Content Placeholder 5">
            <a:extLst>
              <a:ext uri="{FF2B5EF4-FFF2-40B4-BE49-F238E27FC236}">
                <a16:creationId xmlns:a16="http://schemas.microsoft.com/office/drawing/2014/main" id="{2C97C834-A587-2015-4713-EC54A99059F8}"/>
              </a:ext>
            </a:extLst>
          </p:cNvPr>
          <p:cNvGraphicFramePr>
            <a:graphicFrameLocks/>
          </p:cNvGraphicFramePr>
          <p:nvPr>
            <p:extLst>
              <p:ext uri="{D42A27DB-BD31-4B8C-83A1-F6EECF244321}">
                <p14:modId xmlns:p14="http://schemas.microsoft.com/office/powerpoint/2010/main" val="1623617475"/>
              </p:ext>
            </p:extLst>
          </p:nvPr>
        </p:nvGraphicFramePr>
        <p:xfrm>
          <a:off x="9340380" y="1862447"/>
          <a:ext cx="1575620" cy="1487072"/>
        </p:xfrm>
        <a:graphic>
          <a:graphicData uri="http://schemas.openxmlformats.org/drawingml/2006/table">
            <a:tbl>
              <a:tblPr firstRow="1" bandRow="1">
                <a:tableStyleId>{5940675A-B579-460E-94D1-54222C63F5DA}</a:tableStyleId>
              </a:tblPr>
              <a:tblGrid>
                <a:gridCol w="393905">
                  <a:extLst>
                    <a:ext uri="{9D8B030D-6E8A-4147-A177-3AD203B41FA5}">
                      <a16:colId xmlns:a16="http://schemas.microsoft.com/office/drawing/2014/main" val="541916672"/>
                    </a:ext>
                  </a:extLst>
                </a:gridCol>
                <a:gridCol w="393905">
                  <a:extLst>
                    <a:ext uri="{9D8B030D-6E8A-4147-A177-3AD203B41FA5}">
                      <a16:colId xmlns:a16="http://schemas.microsoft.com/office/drawing/2014/main" val="2430149181"/>
                    </a:ext>
                  </a:extLst>
                </a:gridCol>
                <a:gridCol w="393905">
                  <a:extLst>
                    <a:ext uri="{9D8B030D-6E8A-4147-A177-3AD203B41FA5}">
                      <a16:colId xmlns:a16="http://schemas.microsoft.com/office/drawing/2014/main" val="727162128"/>
                    </a:ext>
                  </a:extLst>
                </a:gridCol>
                <a:gridCol w="393905">
                  <a:extLst>
                    <a:ext uri="{9D8B030D-6E8A-4147-A177-3AD203B41FA5}">
                      <a16:colId xmlns:a16="http://schemas.microsoft.com/office/drawing/2014/main" val="1888328353"/>
                    </a:ext>
                  </a:extLst>
                </a:gridCol>
              </a:tblGrid>
              <a:tr h="371768">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extLst>
                  <a:ext uri="{0D108BD9-81ED-4DB2-BD59-A6C34878D82A}">
                    <a16:rowId xmlns:a16="http://schemas.microsoft.com/office/drawing/2014/main" val="135919780"/>
                  </a:ext>
                </a:extLst>
              </a:tr>
              <a:tr h="371768">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extLst>
                  <a:ext uri="{0D108BD9-81ED-4DB2-BD59-A6C34878D82A}">
                    <a16:rowId xmlns:a16="http://schemas.microsoft.com/office/drawing/2014/main" val="2858727035"/>
                  </a:ext>
                </a:extLst>
              </a:tr>
              <a:tr h="371768">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extLst>
                  <a:ext uri="{0D108BD9-81ED-4DB2-BD59-A6C34878D82A}">
                    <a16:rowId xmlns:a16="http://schemas.microsoft.com/office/drawing/2014/main" val="2127957683"/>
                  </a:ext>
                </a:extLst>
              </a:tr>
              <a:tr h="371768">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tc>
                  <a:txBody>
                    <a:bodyPr/>
                    <a:lstStyle/>
                    <a:p>
                      <a:endParaRPr lang="en-SG" dirty="0"/>
                    </a:p>
                  </a:txBody>
                  <a:tcPr>
                    <a:solidFill>
                      <a:schemeClr val="bg1">
                        <a:lumMod val="50000"/>
                      </a:schemeClr>
                    </a:solidFill>
                  </a:tcPr>
                </a:tc>
                <a:tc>
                  <a:txBody>
                    <a:bodyPr/>
                    <a:lstStyle/>
                    <a:p>
                      <a:endParaRPr lang="en-SG" dirty="0"/>
                    </a:p>
                  </a:txBody>
                  <a:tcPr>
                    <a:solidFill>
                      <a:schemeClr val="bg1">
                        <a:lumMod val="85000"/>
                      </a:schemeClr>
                    </a:solidFill>
                  </a:tcPr>
                </a:tc>
                <a:extLst>
                  <a:ext uri="{0D108BD9-81ED-4DB2-BD59-A6C34878D82A}">
                    <a16:rowId xmlns:a16="http://schemas.microsoft.com/office/drawing/2014/main" val="2214563561"/>
                  </a:ext>
                </a:extLst>
              </a:tr>
            </a:tbl>
          </a:graphicData>
        </a:graphic>
      </p:graphicFrame>
      <p:pic>
        <p:nvPicPr>
          <p:cNvPr id="38" name="Graphic 37" descr="Crown with solid fill">
            <a:extLst>
              <a:ext uri="{FF2B5EF4-FFF2-40B4-BE49-F238E27FC236}">
                <a16:creationId xmlns:a16="http://schemas.microsoft.com/office/drawing/2014/main" id="{B96A2BF1-2F46-1574-A2AF-B214C89E9D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13877" y="1857663"/>
            <a:ext cx="403252" cy="403252"/>
          </a:xfrm>
          <a:prstGeom prst="rect">
            <a:avLst/>
          </a:prstGeom>
        </p:spPr>
      </p:pic>
      <p:pic>
        <p:nvPicPr>
          <p:cNvPr id="39" name="Graphic 38" descr="Crown outline">
            <a:extLst>
              <a:ext uri="{FF2B5EF4-FFF2-40B4-BE49-F238E27FC236}">
                <a16:creationId xmlns:a16="http://schemas.microsoft.com/office/drawing/2014/main" id="{DE619637-6548-5377-4617-CE09162F76D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18130" y="2605914"/>
            <a:ext cx="403252" cy="403252"/>
          </a:xfrm>
          <a:prstGeom prst="rect">
            <a:avLst/>
          </a:prstGeom>
        </p:spPr>
      </p:pic>
      <p:pic>
        <p:nvPicPr>
          <p:cNvPr id="40" name="Graphic 39" descr="Pawn with solid fill">
            <a:extLst>
              <a:ext uri="{FF2B5EF4-FFF2-40B4-BE49-F238E27FC236}">
                <a16:creationId xmlns:a16="http://schemas.microsoft.com/office/drawing/2014/main" id="{0116778A-5352-AF82-1A94-3E78E1EA465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20978" y="2222459"/>
            <a:ext cx="403253" cy="403253"/>
          </a:xfrm>
          <a:prstGeom prst="rect">
            <a:avLst/>
          </a:prstGeom>
        </p:spPr>
      </p:pic>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C5AD3FA-1A69-B442-D195-4397D4D3EF0F}"/>
                  </a:ext>
                </a:extLst>
              </p:cNvPr>
              <p:cNvSpPr txBox="1"/>
              <p:nvPr/>
            </p:nvSpPr>
            <p:spPr>
              <a:xfrm>
                <a:off x="5356309" y="3393775"/>
                <a:ext cx="1169936" cy="369332"/>
              </a:xfrm>
              <a:prstGeom prst="rect">
                <a:avLst/>
              </a:prstGeom>
              <a:noFill/>
            </p:spPr>
            <p:txBody>
              <a:bodyPr wrap="none" rtlCol="0">
                <a:spAutoFit/>
              </a:bodyPr>
              <a:lstStyle/>
              <a:p>
                <a14:m>
                  <m:oMath xmlns:m="http://schemas.openxmlformats.org/officeDocument/2006/math">
                    <m:sSub>
                      <m:sSubPr>
                        <m:ctrlPr>
                          <a:rPr lang="en-SG" b="0" i="1" smtClean="0">
                            <a:latin typeface="Cambria Math" panose="02040503050406030204" pitchFamily="18" charset="0"/>
                          </a:rPr>
                        </m:ctrlPr>
                      </m:sSubPr>
                      <m:e>
                        <m:r>
                          <a:rPr lang="en-SG" b="0" i="1" smtClean="0">
                            <a:latin typeface="Cambria Math" panose="02040503050406030204" pitchFamily="18" charset="0"/>
                          </a:rPr>
                          <m:t>𝑛</m:t>
                        </m:r>
                      </m:e>
                      <m:sub>
                        <m:r>
                          <a:rPr lang="en-SG" b="0" i="1" smtClean="0">
                            <a:latin typeface="Cambria Math" panose="02040503050406030204" pitchFamily="18" charset="0"/>
                          </a:rPr>
                          <m:t>1</m:t>
                        </m:r>
                      </m:sub>
                    </m:sSub>
                  </m:oMath>
                </a14:m>
                <a:r>
                  <a:rPr lang="en-SG" dirty="0"/>
                  <a:t> choices</a:t>
                </a:r>
              </a:p>
            </p:txBody>
          </p:sp>
        </mc:Choice>
        <mc:Fallback xmlns="">
          <p:sp>
            <p:nvSpPr>
              <p:cNvPr id="41" name="TextBox 40">
                <a:extLst>
                  <a:ext uri="{FF2B5EF4-FFF2-40B4-BE49-F238E27FC236}">
                    <a16:creationId xmlns:a16="http://schemas.microsoft.com/office/drawing/2014/main" id="{BC5AD3FA-1A69-B442-D195-4397D4D3EF0F}"/>
                  </a:ext>
                </a:extLst>
              </p:cNvPr>
              <p:cNvSpPr txBox="1">
                <a:spLocks noRot="1" noChangeAspect="1" noMove="1" noResize="1" noEditPoints="1" noAdjustHandles="1" noChangeArrowheads="1" noChangeShapeType="1" noTextEdit="1"/>
              </p:cNvSpPr>
              <p:nvPr/>
            </p:nvSpPr>
            <p:spPr>
              <a:xfrm>
                <a:off x="5356309" y="3393775"/>
                <a:ext cx="1169936" cy="369332"/>
              </a:xfrm>
              <a:prstGeom prst="rect">
                <a:avLst/>
              </a:prstGeom>
              <a:blipFill>
                <a:blip r:embed="rId9"/>
                <a:stretch>
                  <a:fillRect t="-10000" r="-4167" b="-26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CE9B72E-5C08-C70C-DABC-C2E2B9229D84}"/>
                  </a:ext>
                </a:extLst>
              </p:cNvPr>
              <p:cNvSpPr txBox="1"/>
              <p:nvPr/>
            </p:nvSpPr>
            <p:spPr>
              <a:xfrm>
                <a:off x="7402300" y="3397801"/>
                <a:ext cx="1175258" cy="369332"/>
              </a:xfrm>
              <a:prstGeom prst="rect">
                <a:avLst/>
              </a:prstGeom>
              <a:noFill/>
            </p:spPr>
            <p:txBody>
              <a:bodyPr wrap="none" rtlCol="0">
                <a:spAutoFit/>
              </a:bodyPr>
              <a:lstStyle/>
              <a:p>
                <a14:m>
                  <m:oMath xmlns:m="http://schemas.openxmlformats.org/officeDocument/2006/math">
                    <m:sSub>
                      <m:sSubPr>
                        <m:ctrlPr>
                          <a:rPr lang="en-SG" b="0" i="1" smtClean="0">
                            <a:latin typeface="Cambria Math" panose="02040503050406030204" pitchFamily="18" charset="0"/>
                          </a:rPr>
                        </m:ctrlPr>
                      </m:sSubPr>
                      <m:e>
                        <m:r>
                          <a:rPr lang="en-SG" b="0" i="1" smtClean="0">
                            <a:latin typeface="Cambria Math" panose="02040503050406030204" pitchFamily="18" charset="0"/>
                          </a:rPr>
                          <m:t>𝑛</m:t>
                        </m:r>
                      </m:e>
                      <m:sub>
                        <m:r>
                          <a:rPr lang="en-SG" b="0" i="1" smtClean="0">
                            <a:latin typeface="Cambria Math" panose="02040503050406030204" pitchFamily="18" charset="0"/>
                          </a:rPr>
                          <m:t>2</m:t>
                        </m:r>
                      </m:sub>
                    </m:sSub>
                  </m:oMath>
                </a14:m>
                <a:r>
                  <a:rPr lang="en-SG" dirty="0"/>
                  <a:t> choices</a:t>
                </a:r>
              </a:p>
            </p:txBody>
          </p:sp>
        </mc:Choice>
        <mc:Fallback xmlns="">
          <p:sp>
            <p:nvSpPr>
              <p:cNvPr id="42" name="TextBox 41">
                <a:extLst>
                  <a:ext uri="{FF2B5EF4-FFF2-40B4-BE49-F238E27FC236}">
                    <a16:creationId xmlns:a16="http://schemas.microsoft.com/office/drawing/2014/main" id="{3CE9B72E-5C08-C70C-DABC-C2E2B9229D84}"/>
                  </a:ext>
                </a:extLst>
              </p:cNvPr>
              <p:cNvSpPr txBox="1">
                <a:spLocks noRot="1" noChangeAspect="1" noMove="1" noResize="1" noEditPoints="1" noAdjustHandles="1" noChangeArrowheads="1" noChangeShapeType="1" noTextEdit="1"/>
              </p:cNvSpPr>
              <p:nvPr/>
            </p:nvSpPr>
            <p:spPr>
              <a:xfrm>
                <a:off x="7402300" y="3397801"/>
                <a:ext cx="1175258" cy="369332"/>
              </a:xfrm>
              <a:prstGeom prst="rect">
                <a:avLst/>
              </a:prstGeom>
              <a:blipFill>
                <a:blip r:embed="rId10"/>
                <a:stretch>
                  <a:fillRect t="-8197" r="-4663" b="-2459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F9922DE-F4A6-5268-3D8A-B83C0137204F}"/>
                  </a:ext>
                </a:extLst>
              </p:cNvPr>
              <p:cNvSpPr txBox="1"/>
              <p:nvPr/>
            </p:nvSpPr>
            <p:spPr>
              <a:xfrm>
                <a:off x="9532161" y="3405175"/>
                <a:ext cx="1175258" cy="369332"/>
              </a:xfrm>
              <a:prstGeom prst="rect">
                <a:avLst/>
              </a:prstGeom>
              <a:noFill/>
            </p:spPr>
            <p:txBody>
              <a:bodyPr wrap="none" rtlCol="0">
                <a:spAutoFit/>
              </a:bodyPr>
              <a:lstStyle/>
              <a:p>
                <a14:m>
                  <m:oMath xmlns:m="http://schemas.openxmlformats.org/officeDocument/2006/math">
                    <m:sSub>
                      <m:sSubPr>
                        <m:ctrlPr>
                          <a:rPr lang="en-SG" b="0" i="1" smtClean="0">
                            <a:latin typeface="Cambria Math" panose="02040503050406030204" pitchFamily="18" charset="0"/>
                          </a:rPr>
                        </m:ctrlPr>
                      </m:sSubPr>
                      <m:e>
                        <m:r>
                          <a:rPr lang="en-SG" b="0" i="1" smtClean="0">
                            <a:latin typeface="Cambria Math" panose="02040503050406030204" pitchFamily="18" charset="0"/>
                          </a:rPr>
                          <m:t>𝑛</m:t>
                        </m:r>
                      </m:e>
                      <m:sub>
                        <m:r>
                          <a:rPr lang="en-SG" b="0" i="1" smtClean="0">
                            <a:latin typeface="Cambria Math" panose="02040503050406030204" pitchFamily="18" charset="0"/>
                          </a:rPr>
                          <m:t>3</m:t>
                        </m:r>
                      </m:sub>
                    </m:sSub>
                  </m:oMath>
                </a14:m>
                <a:r>
                  <a:rPr lang="en-SG" dirty="0"/>
                  <a:t> choices</a:t>
                </a:r>
              </a:p>
            </p:txBody>
          </p:sp>
        </mc:Choice>
        <mc:Fallback xmlns="">
          <p:sp>
            <p:nvSpPr>
              <p:cNvPr id="43" name="TextBox 42">
                <a:extLst>
                  <a:ext uri="{FF2B5EF4-FFF2-40B4-BE49-F238E27FC236}">
                    <a16:creationId xmlns:a16="http://schemas.microsoft.com/office/drawing/2014/main" id="{AF9922DE-F4A6-5268-3D8A-B83C0137204F}"/>
                  </a:ext>
                </a:extLst>
              </p:cNvPr>
              <p:cNvSpPr txBox="1">
                <a:spLocks noRot="1" noChangeAspect="1" noMove="1" noResize="1" noEditPoints="1" noAdjustHandles="1" noChangeArrowheads="1" noChangeShapeType="1" noTextEdit="1"/>
              </p:cNvSpPr>
              <p:nvPr/>
            </p:nvSpPr>
            <p:spPr>
              <a:xfrm>
                <a:off x="9532161" y="3405175"/>
                <a:ext cx="1175258" cy="369332"/>
              </a:xfrm>
              <a:prstGeom prst="rect">
                <a:avLst/>
              </a:prstGeom>
              <a:blipFill>
                <a:blip r:embed="rId11"/>
                <a:stretch>
                  <a:fillRect t="-10000" r="-4688" b="-26667"/>
                </a:stretch>
              </a:blipFill>
            </p:spPr>
            <p:txBody>
              <a:bodyPr/>
              <a:lstStyle/>
              <a:p>
                <a:r>
                  <a:rPr lang="en-SG">
                    <a:noFill/>
                  </a:rPr>
                  <a:t> </a:t>
                </a:r>
              </a:p>
            </p:txBody>
          </p:sp>
        </mc:Fallback>
      </mc:AlternateContent>
      <p:sp>
        <p:nvSpPr>
          <p:cNvPr id="44" name="TextBox 43">
            <a:extLst>
              <a:ext uri="{FF2B5EF4-FFF2-40B4-BE49-F238E27FC236}">
                <a16:creationId xmlns:a16="http://schemas.microsoft.com/office/drawing/2014/main" id="{EE35AE3D-97C8-FE61-6FEB-31B835779A9D}"/>
              </a:ext>
            </a:extLst>
          </p:cNvPr>
          <p:cNvSpPr txBox="1"/>
          <p:nvPr/>
        </p:nvSpPr>
        <p:spPr>
          <a:xfrm>
            <a:off x="5139813" y="5321568"/>
            <a:ext cx="6213987" cy="646331"/>
          </a:xfrm>
          <a:prstGeom prst="rect">
            <a:avLst/>
          </a:prstGeom>
          <a:noFill/>
        </p:spPr>
        <p:txBody>
          <a:bodyPr wrap="square" rtlCol="0">
            <a:spAutoFit/>
          </a:bodyPr>
          <a:lstStyle/>
          <a:p>
            <a:r>
              <a:rPr lang="en-SG" b="1" dirty="0">
                <a:solidFill>
                  <a:srgbClr val="FF0000"/>
                </a:solidFill>
              </a:rPr>
              <a:t>The choice conditional on each case is important as it will determine what is white’s best move!</a:t>
            </a:r>
          </a:p>
        </p:txBody>
      </p:sp>
      <p:sp>
        <p:nvSpPr>
          <p:cNvPr id="3" name="TextBox 2">
            <a:extLst>
              <a:ext uri="{FF2B5EF4-FFF2-40B4-BE49-F238E27FC236}">
                <a16:creationId xmlns:a16="http://schemas.microsoft.com/office/drawing/2014/main" id="{112140F9-1FB7-EC4A-7C42-B2F8F8D1B9A2}"/>
              </a:ext>
            </a:extLst>
          </p:cNvPr>
          <p:cNvSpPr txBox="1"/>
          <p:nvPr/>
        </p:nvSpPr>
        <p:spPr>
          <a:xfrm>
            <a:off x="5553330" y="1488331"/>
            <a:ext cx="793807" cy="369332"/>
          </a:xfrm>
          <a:prstGeom prst="rect">
            <a:avLst/>
          </a:prstGeom>
          <a:noFill/>
        </p:spPr>
        <p:txBody>
          <a:bodyPr wrap="none" rtlCol="0">
            <a:spAutoFit/>
          </a:bodyPr>
          <a:lstStyle/>
          <a:p>
            <a:r>
              <a:rPr lang="en-SG" b="1" dirty="0"/>
              <a:t>Case 1</a:t>
            </a:r>
          </a:p>
        </p:txBody>
      </p:sp>
      <p:sp>
        <p:nvSpPr>
          <p:cNvPr id="4" name="TextBox 3">
            <a:extLst>
              <a:ext uri="{FF2B5EF4-FFF2-40B4-BE49-F238E27FC236}">
                <a16:creationId xmlns:a16="http://schemas.microsoft.com/office/drawing/2014/main" id="{0DF34290-6188-ACE1-7621-03F517D8D4D1}"/>
              </a:ext>
            </a:extLst>
          </p:cNvPr>
          <p:cNvSpPr txBox="1"/>
          <p:nvPr/>
        </p:nvSpPr>
        <p:spPr>
          <a:xfrm>
            <a:off x="7645416" y="1498227"/>
            <a:ext cx="797013" cy="369332"/>
          </a:xfrm>
          <a:prstGeom prst="rect">
            <a:avLst/>
          </a:prstGeom>
          <a:noFill/>
        </p:spPr>
        <p:txBody>
          <a:bodyPr wrap="none" rtlCol="0">
            <a:spAutoFit/>
          </a:bodyPr>
          <a:lstStyle/>
          <a:p>
            <a:r>
              <a:rPr lang="en-SG" b="1" dirty="0"/>
              <a:t>Case 2</a:t>
            </a:r>
          </a:p>
        </p:txBody>
      </p:sp>
      <p:sp>
        <p:nvSpPr>
          <p:cNvPr id="5" name="TextBox 4">
            <a:extLst>
              <a:ext uri="{FF2B5EF4-FFF2-40B4-BE49-F238E27FC236}">
                <a16:creationId xmlns:a16="http://schemas.microsoft.com/office/drawing/2014/main" id="{F743E57C-B20C-04E9-42C8-5148B4FEC1CC}"/>
              </a:ext>
            </a:extLst>
          </p:cNvPr>
          <p:cNvSpPr txBox="1"/>
          <p:nvPr/>
        </p:nvSpPr>
        <p:spPr>
          <a:xfrm>
            <a:off x="9771421" y="1506022"/>
            <a:ext cx="797013" cy="369332"/>
          </a:xfrm>
          <a:prstGeom prst="rect">
            <a:avLst/>
          </a:prstGeom>
          <a:noFill/>
        </p:spPr>
        <p:txBody>
          <a:bodyPr wrap="none" rtlCol="0">
            <a:spAutoFit/>
          </a:bodyPr>
          <a:lstStyle/>
          <a:p>
            <a:r>
              <a:rPr lang="en-SG" b="1" dirty="0"/>
              <a:t>Case 3</a:t>
            </a:r>
          </a:p>
        </p:txBody>
      </p:sp>
    </p:spTree>
    <p:extLst>
      <p:ext uri="{BB962C8B-B14F-4D97-AF65-F5344CB8AC3E}">
        <p14:creationId xmlns:p14="http://schemas.microsoft.com/office/powerpoint/2010/main" val="357299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609E-06F3-4BC5-AAF3-53EBE98C380B}"/>
              </a:ext>
            </a:extLst>
          </p:cNvPr>
          <p:cNvSpPr>
            <a:spLocks noGrp="1"/>
          </p:cNvSpPr>
          <p:nvPr>
            <p:ph type="title"/>
          </p:nvPr>
        </p:nvSpPr>
        <p:spPr>
          <a:xfrm>
            <a:off x="1120948" y="2600338"/>
            <a:ext cx="9950103" cy="1030307"/>
          </a:xfrm>
        </p:spPr>
        <p:txBody>
          <a:bodyPr>
            <a:normAutofit/>
          </a:bodyPr>
          <a:lstStyle/>
          <a:p>
            <a:pPr algn="ctr"/>
            <a:r>
              <a:rPr lang="en-US" dirty="0"/>
              <a:t>Extensive Form Representation</a:t>
            </a:r>
            <a:endParaRPr lang="en-SG" dirty="0"/>
          </a:p>
        </p:txBody>
      </p:sp>
      <p:sp>
        <p:nvSpPr>
          <p:cNvPr id="3" name="Slide Number Placeholder 2">
            <a:extLst>
              <a:ext uri="{FF2B5EF4-FFF2-40B4-BE49-F238E27FC236}">
                <a16:creationId xmlns:a16="http://schemas.microsoft.com/office/drawing/2014/main" id="{D7FAD07D-53A0-B15B-BB63-E7A1FBAF4DC9}"/>
              </a:ext>
            </a:extLst>
          </p:cNvPr>
          <p:cNvSpPr>
            <a:spLocks noGrp="1"/>
          </p:cNvSpPr>
          <p:nvPr>
            <p:ph type="sldNum" sz="quarter" idx="12"/>
          </p:nvPr>
        </p:nvSpPr>
        <p:spPr/>
        <p:txBody>
          <a:bodyPr/>
          <a:lstStyle/>
          <a:p>
            <a:fld id="{104D1C85-D14C-4D1F-B1AC-077E19A989F2}" type="slidenum">
              <a:rPr lang="en-GB" smtClean="0"/>
              <a:t>33</a:t>
            </a:fld>
            <a:endParaRPr lang="en-GB"/>
          </a:p>
        </p:txBody>
      </p:sp>
    </p:spTree>
    <p:extLst>
      <p:ext uri="{BB962C8B-B14F-4D97-AF65-F5344CB8AC3E}">
        <p14:creationId xmlns:p14="http://schemas.microsoft.com/office/powerpoint/2010/main" val="11365816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CCDC2E8-D239-FFB8-CB2E-0277AA84FD70}"/>
              </a:ext>
            </a:extLst>
          </p:cNvPr>
          <p:cNvSpPr/>
          <p:nvPr/>
        </p:nvSpPr>
        <p:spPr>
          <a:xfrm>
            <a:off x="557082" y="1212017"/>
            <a:ext cx="10681741" cy="10992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225" name="Rectangle 2"/>
          <p:cNvSpPr>
            <a:spLocks noGrp="1" noChangeArrowheads="1"/>
          </p:cNvSpPr>
          <p:nvPr>
            <p:ph type="title"/>
          </p:nvPr>
        </p:nvSpPr>
        <p:spPr>
          <a:xfrm>
            <a:off x="690716" y="136525"/>
            <a:ext cx="10515600" cy="1325563"/>
          </a:xfrm>
          <a:noFill/>
        </p:spPr>
        <p:txBody>
          <a:bodyPr/>
          <a:lstStyle/>
          <a:p>
            <a:pPr eaLnBrk="1" hangingPunct="1"/>
            <a:r>
              <a:rPr lang="en-US" altLang="en-US" dirty="0"/>
              <a:t>Extensive form</a:t>
            </a:r>
          </a:p>
        </p:txBody>
      </p:sp>
      <p:sp>
        <p:nvSpPr>
          <p:cNvPr id="52226" name="Rectangle 3"/>
          <p:cNvSpPr>
            <a:spLocks noGrp="1" noChangeArrowheads="1"/>
          </p:cNvSpPr>
          <p:nvPr>
            <p:ph idx="1"/>
          </p:nvPr>
        </p:nvSpPr>
        <p:spPr>
          <a:xfrm>
            <a:off x="690716" y="1185328"/>
            <a:ext cx="10366829" cy="1250656"/>
          </a:xfrm>
        </p:spPr>
        <p:txBody>
          <a:bodyPr>
            <a:normAutofit/>
          </a:bodyPr>
          <a:lstStyle/>
          <a:p>
            <a:pPr>
              <a:lnSpc>
                <a:spcPct val="100000"/>
              </a:lnSpc>
            </a:pPr>
            <a:endParaRPr lang="en-US" altLang="en-US" sz="2400" i="1" u="sng" dirty="0"/>
          </a:p>
          <a:p>
            <a:pPr lvl="1">
              <a:lnSpc>
                <a:spcPct val="100000"/>
              </a:lnSpc>
            </a:pPr>
            <a:endParaRPr lang="en-US" altLang="en-US" sz="2400" dirty="0"/>
          </a:p>
          <a:p>
            <a:pPr lvl="2">
              <a:lnSpc>
                <a:spcPct val="100000"/>
              </a:lnSpc>
            </a:pPr>
            <a:endParaRPr lang="en-US" altLang="en-US" sz="1600" dirty="0"/>
          </a:p>
          <a:p>
            <a:pPr marL="0" indent="0">
              <a:lnSpc>
                <a:spcPct val="100000"/>
              </a:lnSpc>
              <a:buNone/>
            </a:pPr>
            <a:endParaRPr lang="en-US" altLang="en-US" dirty="0"/>
          </a:p>
          <a:p>
            <a:pPr lvl="1">
              <a:lnSpc>
                <a:spcPct val="100000"/>
              </a:lnSpc>
            </a:pPr>
            <a:endParaRPr lang="en-US" altLang="en-US" sz="2400" dirty="0"/>
          </a:p>
          <a:p>
            <a:pPr marL="0" indent="0" eaLnBrk="1" hangingPunct="1">
              <a:lnSpc>
                <a:spcPct val="100000"/>
              </a:lnSpc>
              <a:buNone/>
            </a:pPr>
            <a:endParaRPr lang="en-US" altLang="en-US" dirty="0"/>
          </a:p>
          <a:p>
            <a:pPr eaLnBrk="1" hangingPunct="1">
              <a:lnSpc>
                <a:spcPct val="100000"/>
              </a:lnSpc>
            </a:pPr>
            <a:endParaRPr lang="en-US" altLang="en-US" dirty="0"/>
          </a:p>
        </p:txBody>
      </p:sp>
      <p:sp>
        <p:nvSpPr>
          <p:cNvPr id="3" name="Slide Number Placeholder 2">
            <a:extLst>
              <a:ext uri="{FF2B5EF4-FFF2-40B4-BE49-F238E27FC236}">
                <a16:creationId xmlns:a16="http://schemas.microsoft.com/office/drawing/2014/main" id="{74BBFD0F-0D98-48F6-BE1A-8F97A1D66FA4}"/>
              </a:ext>
            </a:extLst>
          </p:cNvPr>
          <p:cNvSpPr>
            <a:spLocks noGrp="1"/>
          </p:cNvSpPr>
          <p:nvPr>
            <p:ph type="sldNum" sz="quarter" idx="12"/>
          </p:nvPr>
        </p:nvSpPr>
        <p:spPr/>
        <p:txBody>
          <a:bodyPr/>
          <a:lstStyle/>
          <a:p>
            <a:fld id="{104D1C85-D14C-4D1F-B1AC-077E19A989F2}" type="slidenum">
              <a:rPr lang="en-GB" smtClean="0"/>
              <a:t>34</a:t>
            </a:fld>
            <a:endParaRPr lang="en-GB" dirty="0"/>
          </a:p>
        </p:txBody>
      </p:sp>
      <p:sp>
        <p:nvSpPr>
          <p:cNvPr id="2" name="Rectangle 3">
            <a:extLst>
              <a:ext uri="{FF2B5EF4-FFF2-40B4-BE49-F238E27FC236}">
                <a16:creationId xmlns:a16="http://schemas.microsoft.com/office/drawing/2014/main" id="{B8D23D07-66A9-8F6F-C3D9-16C301C78919}"/>
              </a:ext>
            </a:extLst>
          </p:cNvPr>
          <p:cNvSpPr txBox="1">
            <a:spLocks noChangeArrowheads="1"/>
          </p:cNvSpPr>
          <p:nvPr/>
        </p:nvSpPr>
        <p:spPr>
          <a:xfrm>
            <a:off x="843116" y="1337728"/>
            <a:ext cx="10366829" cy="11241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en-US" sz="2000" dirty="0"/>
              <a:t>In sequential games, the game together with the timings of movement can be represented in a game-tree form or </a:t>
            </a:r>
            <a:r>
              <a:rPr lang="en-US" altLang="en-US" sz="2000" b="1" dirty="0">
                <a:solidFill>
                  <a:srgbClr val="0000FF"/>
                </a:solidFill>
              </a:rPr>
              <a:t>extensive form</a:t>
            </a:r>
            <a:r>
              <a:rPr lang="en-US" altLang="en-US" sz="2000" dirty="0"/>
              <a:t>. </a:t>
            </a:r>
          </a:p>
          <a:p>
            <a:pPr marL="457200" lvl="1" indent="0">
              <a:lnSpc>
                <a:spcPct val="100000"/>
              </a:lnSpc>
              <a:buNone/>
            </a:pPr>
            <a:endParaRPr lang="en-US" altLang="en-US" sz="2400" dirty="0"/>
          </a:p>
          <a:p>
            <a:pPr marL="0" indent="0">
              <a:lnSpc>
                <a:spcPct val="100000"/>
              </a:lnSpc>
              <a:buFont typeface="Arial" panose="020B0604020202020204" pitchFamily="34" charset="0"/>
              <a:buNone/>
            </a:pPr>
            <a:endParaRPr lang="en-US" altLang="en-US" dirty="0"/>
          </a:p>
          <a:p>
            <a:pPr>
              <a:lnSpc>
                <a:spcPct val="100000"/>
              </a:lnSpc>
            </a:pPr>
            <a:endParaRPr lang="en-US" altLang="en-US" dirty="0"/>
          </a:p>
        </p:txBody>
      </p:sp>
      <p:cxnSp>
        <p:nvCxnSpPr>
          <p:cNvPr id="5" name="Straight Connector 4">
            <a:extLst>
              <a:ext uri="{FF2B5EF4-FFF2-40B4-BE49-F238E27FC236}">
                <a16:creationId xmlns:a16="http://schemas.microsoft.com/office/drawing/2014/main" id="{A51511EB-F7C6-D7AE-3ACE-0DCF76BF3C09}"/>
              </a:ext>
            </a:extLst>
          </p:cNvPr>
          <p:cNvCxnSpPr>
            <a:cxnSpLocks/>
          </p:cNvCxnSpPr>
          <p:nvPr/>
        </p:nvCxnSpPr>
        <p:spPr>
          <a:xfrm flipV="1">
            <a:off x="1482213" y="3328033"/>
            <a:ext cx="1054509" cy="1033087"/>
          </a:xfrm>
          <a:prstGeom prst="line">
            <a:avLst/>
          </a:prstGeom>
          <a:ln w="1905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0E2BFDB7-2B53-99B1-FD8E-AFDC23476AD0}"/>
              </a:ext>
            </a:extLst>
          </p:cNvPr>
          <p:cNvCxnSpPr>
            <a:cxnSpLocks/>
          </p:cNvCxnSpPr>
          <p:nvPr/>
        </p:nvCxnSpPr>
        <p:spPr>
          <a:xfrm>
            <a:off x="1482213" y="4351138"/>
            <a:ext cx="1054509" cy="912581"/>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81E05CC-01A2-70F4-D399-BD4287687745}"/>
              </a:ext>
            </a:extLst>
          </p:cNvPr>
          <p:cNvCxnSpPr>
            <a:cxnSpLocks/>
          </p:cNvCxnSpPr>
          <p:nvPr/>
        </p:nvCxnSpPr>
        <p:spPr>
          <a:xfrm flipV="1">
            <a:off x="2536722" y="2682831"/>
            <a:ext cx="1054509" cy="651411"/>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0A7F6C5D-ED94-B261-46AA-3D30FD4A4516}"/>
              </a:ext>
            </a:extLst>
          </p:cNvPr>
          <p:cNvCxnSpPr>
            <a:cxnSpLocks/>
          </p:cNvCxnSpPr>
          <p:nvPr/>
        </p:nvCxnSpPr>
        <p:spPr>
          <a:xfrm>
            <a:off x="2586525" y="3294989"/>
            <a:ext cx="1004706" cy="566583"/>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F6C2383-92A9-9B37-90A4-F8F07390C732}"/>
              </a:ext>
            </a:extLst>
          </p:cNvPr>
          <p:cNvCxnSpPr>
            <a:cxnSpLocks/>
          </p:cNvCxnSpPr>
          <p:nvPr/>
        </p:nvCxnSpPr>
        <p:spPr>
          <a:xfrm flipV="1">
            <a:off x="2539236" y="4644187"/>
            <a:ext cx="1054509" cy="651411"/>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BE5EE89-5EEE-CCBF-4E01-A74FA7A85D03}"/>
              </a:ext>
            </a:extLst>
          </p:cNvPr>
          <p:cNvCxnSpPr>
            <a:cxnSpLocks/>
          </p:cNvCxnSpPr>
          <p:nvPr/>
        </p:nvCxnSpPr>
        <p:spPr>
          <a:xfrm>
            <a:off x="2566917" y="5285841"/>
            <a:ext cx="1004706" cy="566583"/>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6AF1D0-79B1-BCE6-BC3E-F15F5CC99E28}"/>
              </a:ext>
            </a:extLst>
          </p:cNvPr>
          <p:cNvCxnSpPr>
            <a:cxnSpLocks/>
          </p:cNvCxnSpPr>
          <p:nvPr/>
        </p:nvCxnSpPr>
        <p:spPr>
          <a:xfrm flipV="1">
            <a:off x="3597056" y="2390170"/>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8B44AD2F-2C86-D416-9D5F-382AA7BEDFBE}"/>
              </a:ext>
            </a:extLst>
          </p:cNvPr>
          <p:cNvCxnSpPr>
            <a:cxnSpLocks/>
          </p:cNvCxnSpPr>
          <p:nvPr/>
        </p:nvCxnSpPr>
        <p:spPr>
          <a:xfrm>
            <a:off x="3591231" y="2682831"/>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50415D99-7317-C571-1335-570D93D66097}"/>
              </a:ext>
            </a:extLst>
          </p:cNvPr>
          <p:cNvCxnSpPr>
            <a:cxnSpLocks/>
          </p:cNvCxnSpPr>
          <p:nvPr/>
        </p:nvCxnSpPr>
        <p:spPr>
          <a:xfrm flipV="1">
            <a:off x="3597056" y="3562066"/>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D06BB190-AFFD-136A-364C-96154048676C}"/>
              </a:ext>
            </a:extLst>
          </p:cNvPr>
          <p:cNvCxnSpPr>
            <a:cxnSpLocks/>
          </p:cNvCxnSpPr>
          <p:nvPr/>
        </p:nvCxnSpPr>
        <p:spPr>
          <a:xfrm>
            <a:off x="3591231" y="3854727"/>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46DD161A-5124-E2BB-2B5A-6187ACEC5B85}"/>
              </a:ext>
            </a:extLst>
          </p:cNvPr>
          <p:cNvCxnSpPr>
            <a:cxnSpLocks/>
          </p:cNvCxnSpPr>
          <p:nvPr/>
        </p:nvCxnSpPr>
        <p:spPr>
          <a:xfrm flipV="1">
            <a:off x="3597056" y="4344681"/>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8198CDD0-3FFB-CBD4-79E4-0CF314C55C7A}"/>
              </a:ext>
            </a:extLst>
          </p:cNvPr>
          <p:cNvCxnSpPr>
            <a:cxnSpLocks/>
          </p:cNvCxnSpPr>
          <p:nvPr/>
        </p:nvCxnSpPr>
        <p:spPr>
          <a:xfrm>
            <a:off x="3591231" y="4637342"/>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67BD52C-621D-EF77-6FD2-A0D62357C301}"/>
              </a:ext>
            </a:extLst>
          </p:cNvPr>
          <p:cNvCxnSpPr>
            <a:cxnSpLocks/>
          </p:cNvCxnSpPr>
          <p:nvPr/>
        </p:nvCxnSpPr>
        <p:spPr>
          <a:xfrm flipV="1">
            <a:off x="3571623" y="5559763"/>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4318A21D-59E9-C852-B25E-28229705E4B6}"/>
              </a:ext>
            </a:extLst>
          </p:cNvPr>
          <p:cNvCxnSpPr>
            <a:cxnSpLocks/>
          </p:cNvCxnSpPr>
          <p:nvPr/>
        </p:nvCxnSpPr>
        <p:spPr>
          <a:xfrm>
            <a:off x="3565798" y="5852424"/>
            <a:ext cx="1185696" cy="331874"/>
          </a:xfrm>
          <a:prstGeom prst="line">
            <a:avLst/>
          </a:prstGeom>
          <a:ln w="19050"/>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781BE159-182E-08AF-11AA-272A5F49D265}"/>
              </a:ext>
            </a:extLst>
          </p:cNvPr>
          <p:cNvSpPr/>
          <p:nvPr/>
        </p:nvSpPr>
        <p:spPr>
          <a:xfrm>
            <a:off x="1386348" y="4240161"/>
            <a:ext cx="302342" cy="302342"/>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SG" dirty="0"/>
              <a:t>1</a:t>
            </a:r>
          </a:p>
        </p:txBody>
      </p:sp>
      <p:sp>
        <p:nvSpPr>
          <p:cNvPr id="30" name="Oval 29">
            <a:extLst>
              <a:ext uri="{FF2B5EF4-FFF2-40B4-BE49-F238E27FC236}">
                <a16:creationId xmlns:a16="http://schemas.microsoft.com/office/drawing/2014/main" id="{E6040D7A-CE07-B052-7FF4-8D157ADDBF83}"/>
              </a:ext>
            </a:extLst>
          </p:cNvPr>
          <p:cNvSpPr/>
          <p:nvPr/>
        </p:nvSpPr>
        <p:spPr>
          <a:xfrm>
            <a:off x="2428567" y="3183071"/>
            <a:ext cx="302342" cy="30234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dirty="0"/>
              <a:t>2</a:t>
            </a:r>
          </a:p>
        </p:txBody>
      </p:sp>
      <p:sp>
        <p:nvSpPr>
          <p:cNvPr id="31" name="Oval 30">
            <a:extLst>
              <a:ext uri="{FF2B5EF4-FFF2-40B4-BE49-F238E27FC236}">
                <a16:creationId xmlns:a16="http://schemas.microsoft.com/office/drawing/2014/main" id="{57ED2357-5AFB-2FDB-A6B7-3EA44DCACB6F}"/>
              </a:ext>
            </a:extLst>
          </p:cNvPr>
          <p:cNvSpPr/>
          <p:nvPr/>
        </p:nvSpPr>
        <p:spPr>
          <a:xfrm>
            <a:off x="2416304" y="5108208"/>
            <a:ext cx="302342" cy="30234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dirty="0"/>
              <a:t>2</a:t>
            </a:r>
          </a:p>
        </p:txBody>
      </p:sp>
      <p:sp>
        <p:nvSpPr>
          <p:cNvPr id="32" name="Oval 31">
            <a:extLst>
              <a:ext uri="{FF2B5EF4-FFF2-40B4-BE49-F238E27FC236}">
                <a16:creationId xmlns:a16="http://schemas.microsoft.com/office/drawing/2014/main" id="{F1F79FB4-2955-9BDA-3E35-B4E6C08BD2C0}"/>
              </a:ext>
            </a:extLst>
          </p:cNvPr>
          <p:cNvSpPr/>
          <p:nvPr/>
        </p:nvSpPr>
        <p:spPr>
          <a:xfrm>
            <a:off x="3448285" y="2505284"/>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3" name="Oval 32">
            <a:extLst>
              <a:ext uri="{FF2B5EF4-FFF2-40B4-BE49-F238E27FC236}">
                <a16:creationId xmlns:a16="http://schemas.microsoft.com/office/drawing/2014/main" id="{974FFCCE-8BA1-E4F2-D02D-F8326845FF3C}"/>
              </a:ext>
            </a:extLst>
          </p:cNvPr>
          <p:cNvSpPr/>
          <p:nvPr/>
        </p:nvSpPr>
        <p:spPr>
          <a:xfrm>
            <a:off x="3445448" y="3690434"/>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4" name="Oval 33">
            <a:extLst>
              <a:ext uri="{FF2B5EF4-FFF2-40B4-BE49-F238E27FC236}">
                <a16:creationId xmlns:a16="http://schemas.microsoft.com/office/drawing/2014/main" id="{9A559073-3407-2F25-EF5F-75DC2A4AFB24}"/>
              </a:ext>
            </a:extLst>
          </p:cNvPr>
          <p:cNvSpPr/>
          <p:nvPr/>
        </p:nvSpPr>
        <p:spPr>
          <a:xfrm>
            <a:off x="3469877" y="4500937"/>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5" name="Oval 34">
            <a:extLst>
              <a:ext uri="{FF2B5EF4-FFF2-40B4-BE49-F238E27FC236}">
                <a16:creationId xmlns:a16="http://schemas.microsoft.com/office/drawing/2014/main" id="{96795DCF-D115-81C8-6128-2F1B38CC1A6E}"/>
              </a:ext>
            </a:extLst>
          </p:cNvPr>
          <p:cNvSpPr/>
          <p:nvPr/>
        </p:nvSpPr>
        <p:spPr>
          <a:xfrm>
            <a:off x="3469877" y="5727715"/>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7" name="TextBox 36">
            <a:extLst>
              <a:ext uri="{FF2B5EF4-FFF2-40B4-BE49-F238E27FC236}">
                <a16:creationId xmlns:a16="http://schemas.microsoft.com/office/drawing/2014/main" id="{5B847FA5-4532-F954-AF91-7654CBAA27D9}"/>
              </a:ext>
            </a:extLst>
          </p:cNvPr>
          <p:cNvSpPr txBox="1"/>
          <p:nvPr/>
        </p:nvSpPr>
        <p:spPr>
          <a:xfrm>
            <a:off x="1537519" y="3663059"/>
            <a:ext cx="317716" cy="369332"/>
          </a:xfrm>
          <a:prstGeom prst="rect">
            <a:avLst/>
          </a:prstGeom>
          <a:noFill/>
        </p:spPr>
        <p:txBody>
          <a:bodyPr wrap="none" rtlCol="0">
            <a:spAutoFit/>
          </a:bodyPr>
          <a:lstStyle/>
          <a:p>
            <a:r>
              <a:rPr lang="en-SG" dirty="0"/>
              <a:t>A</a:t>
            </a:r>
          </a:p>
        </p:txBody>
      </p:sp>
      <p:sp>
        <p:nvSpPr>
          <p:cNvPr id="38" name="TextBox 37">
            <a:extLst>
              <a:ext uri="{FF2B5EF4-FFF2-40B4-BE49-F238E27FC236}">
                <a16:creationId xmlns:a16="http://schemas.microsoft.com/office/drawing/2014/main" id="{C4139BF8-6435-6C1C-0DE1-6F17F68B5233}"/>
              </a:ext>
            </a:extLst>
          </p:cNvPr>
          <p:cNvSpPr txBox="1"/>
          <p:nvPr/>
        </p:nvSpPr>
        <p:spPr>
          <a:xfrm>
            <a:off x="1534528" y="4775824"/>
            <a:ext cx="309700" cy="369332"/>
          </a:xfrm>
          <a:prstGeom prst="rect">
            <a:avLst/>
          </a:prstGeom>
          <a:noFill/>
        </p:spPr>
        <p:txBody>
          <a:bodyPr wrap="none" rtlCol="0">
            <a:spAutoFit/>
          </a:bodyPr>
          <a:lstStyle/>
          <a:p>
            <a:r>
              <a:rPr lang="en-SG" dirty="0"/>
              <a:t>B</a:t>
            </a:r>
          </a:p>
        </p:txBody>
      </p:sp>
      <p:sp>
        <p:nvSpPr>
          <p:cNvPr id="39" name="TextBox 38">
            <a:extLst>
              <a:ext uri="{FF2B5EF4-FFF2-40B4-BE49-F238E27FC236}">
                <a16:creationId xmlns:a16="http://schemas.microsoft.com/office/drawing/2014/main" id="{31672930-6E4E-565F-F745-2372BFBD128E}"/>
              </a:ext>
            </a:extLst>
          </p:cNvPr>
          <p:cNvSpPr txBox="1"/>
          <p:nvPr/>
        </p:nvSpPr>
        <p:spPr>
          <a:xfrm>
            <a:off x="2826433" y="2663291"/>
            <a:ext cx="332142" cy="369332"/>
          </a:xfrm>
          <a:prstGeom prst="rect">
            <a:avLst/>
          </a:prstGeom>
          <a:noFill/>
        </p:spPr>
        <p:txBody>
          <a:bodyPr wrap="none" rtlCol="0">
            <a:spAutoFit/>
          </a:bodyPr>
          <a:lstStyle/>
          <a:p>
            <a:r>
              <a:rPr lang="en-SG" dirty="0"/>
              <a:t>U</a:t>
            </a:r>
          </a:p>
        </p:txBody>
      </p:sp>
      <p:sp>
        <p:nvSpPr>
          <p:cNvPr id="40" name="TextBox 39">
            <a:extLst>
              <a:ext uri="{FF2B5EF4-FFF2-40B4-BE49-F238E27FC236}">
                <a16:creationId xmlns:a16="http://schemas.microsoft.com/office/drawing/2014/main" id="{39AABBEE-E546-194C-8C83-FABB2DB22596}"/>
              </a:ext>
            </a:extLst>
          </p:cNvPr>
          <p:cNvSpPr txBox="1"/>
          <p:nvPr/>
        </p:nvSpPr>
        <p:spPr>
          <a:xfrm>
            <a:off x="2826433" y="3585987"/>
            <a:ext cx="327334" cy="369332"/>
          </a:xfrm>
          <a:prstGeom prst="rect">
            <a:avLst/>
          </a:prstGeom>
          <a:noFill/>
        </p:spPr>
        <p:txBody>
          <a:bodyPr wrap="none" rtlCol="0">
            <a:spAutoFit/>
          </a:bodyPr>
          <a:lstStyle/>
          <a:p>
            <a:r>
              <a:rPr lang="en-SG" dirty="0"/>
              <a:t>D</a:t>
            </a:r>
          </a:p>
        </p:txBody>
      </p:sp>
      <p:sp>
        <p:nvSpPr>
          <p:cNvPr id="41" name="TextBox 40">
            <a:extLst>
              <a:ext uri="{FF2B5EF4-FFF2-40B4-BE49-F238E27FC236}">
                <a16:creationId xmlns:a16="http://schemas.microsoft.com/office/drawing/2014/main" id="{1A78C340-1D49-52B2-CCFD-6F3A876B1240}"/>
              </a:ext>
            </a:extLst>
          </p:cNvPr>
          <p:cNvSpPr txBox="1"/>
          <p:nvPr/>
        </p:nvSpPr>
        <p:spPr>
          <a:xfrm>
            <a:off x="2879555" y="4560342"/>
            <a:ext cx="332142" cy="369332"/>
          </a:xfrm>
          <a:prstGeom prst="rect">
            <a:avLst/>
          </a:prstGeom>
          <a:noFill/>
        </p:spPr>
        <p:txBody>
          <a:bodyPr wrap="none" rtlCol="0">
            <a:spAutoFit/>
          </a:bodyPr>
          <a:lstStyle/>
          <a:p>
            <a:r>
              <a:rPr lang="en-SG" b="1" dirty="0">
                <a:solidFill>
                  <a:srgbClr val="FF0000"/>
                </a:solidFill>
              </a:rPr>
              <a:t>U</a:t>
            </a:r>
          </a:p>
        </p:txBody>
      </p:sp>
      <p:sp>
        <p:nvSpPr>
          <p:cNvPr id="42" name="TextBox 41">
            <a:extLst>
              <a:ext uri="{FF2B5EF4-FFF2-40B4-BE49-F238E27FC236}">
                <a16:creationId xmlns:a16="http://schemas.microsoft.com/office/drawing/2014/main" id="{85F63324-4D35-CE51-49EE-E1511E96371E}"/>
              </a:ext>
            </a:extLst>
          </p:cNvPr>
          <p:cNvSpPr txBox="1"/>
          <p:nvPr/>
        </p:nvSpPr>
        <p:spPr>
          <a:xfrm>
            <a:off x="2879555" y="5483038"/>
            <a:ext cx="330540" cy="369332"/>
          </a:xfrm>
          <a:prstGeom prst="rect">
            <a:avLst/>
          </a:prstGeom>
          <a:noFill/>
        </p:spPr>
        <p:txBody>
          <a:bodyPr wrap="none" rtlCol="0">
            <a:spAutoFit/>
          </a:bodyPr>
          <a:lstStyle/>
          <a:p>
            <a:r>
              <a:rPr lang="en-SG" b="1" dirty="0">
                <a:solidFill>
                  <a:srgbClr val="FF0000"/>
                </a:solidFill>
              </a:rPr>
              <a:t>D</a:t>
            </a:r>
          </a:p>
        </p:txBody>
      </p:sp>
      <p:sp>
        <p:nvSpPr>
          <p:cNvPr id="43" name="TextBox 42">
            <a:extLst>
              <a:ext uri="{FF2B5EF4-FFF2-40B4-BE49-F238E27FC236}">
                <a16:creationId xmlns:a16="http://schemas.microsoft.com/office/drawing/2014/main" id="{4A05606A-8E3E-587C-DC96-10E8992B1EEA}"/>
              </a:ext>
            </a:extLst>
          </p:cNvPr>
          <p:cNvSpPr txBox="1"/>
          <p:nvPr/>
        </p:nvSpPr>
        <p:spPr>
          <a:xfrm>
            <a:off x="4788102" y="2244924"/>
            <a:ext cx="282450" cy="369332"/>
          </a:xfrm>
          <a:prstGeom prst="rect">
            <a:avLst/>
          </a:prstGeom>
          <a:noFill/>
        </p:spPr>
        <p:txBody>
          <a:bodyPr wrap="none" rtlCol="0">
            <a:spAutoFit/>
          </a:bodyPr>
          <a:lstStyle/>
          <a:p>
            <a:r>
              <a:rPr lang="en-SG" dirty="0"/>
              <a:t>L</a:t>
            </a:r>
          </a:p>
        </p:txBody>
      </p:sp>
      <p:sp>
        <p:nvSpPr>
          <p:cNvPr id="44" name="TextBox 43">
            <a:extLst>
              <a:ext uri="{FF2B5EF4-FFF2-40B4-BE49-F238E27FC236}">
                <a16:creationId xmlns:a16="http://schemas.microsoft.com/office/drawing/2014/main" id="{F57CD2D7-2D89-D4B2-2D47-991FADB06868}"/>
              </a:ext>
            </a:extLst>
          </p:cNvPr>
          <p:cNvSpPr txBox="1"/>
          <p:nvPr/>
        </p:nvSpPr>
        <p:spPr>
          <a:xfrm>
            <a:off x="4780082" y="2821382"/>
            <a:ext cx="309700" cy="369332"/>
          </a:xfrm>
          <a:prstGeom prst="rect">
            <a:avLst/>
          </a:prstGeom>
          <a:noFill/>
        </p:spPr>
        <p:txBody>
          <a:bodyPr wrap="none" rtlCol="0">
            <a:spAutoFit/>
          </a:bodyPr>
          <a:lstStyle/>
          <a:p>
            <a:r>
              <a:rPr lang="en-SG" dirty="0"/>
              <a:t>R</a:t>
            </a:r>
          </a:p>
        </p:txBody>
      </p:sp>
      <p:sp>
        <p:nvSpPr>
          <p:cNvPr id="45" name="TextBox 44">
            <a:extLst>
              <a:ext uri="{FF2B5EF4-FFF2-40B4-BE49-F238E27FC236}">
                <a16:creationId xmlns:a16="http://schemas.microsoft.com/office/drawing/2014/main" id="{C0F7A4D4-290D-9F75-52E4-8ABDC1F978F5}"/>
              </a:ext>
            </a:extLst>
          </p:cNvPr>
          <p:cNvSpPr txBox="1"/>
          <p:nvPr/>
        </p:nvSpPr>
        <p:spPr>
          <a:xfrm>
            <a:off x="4784947" y="3398891"/>
            <a:ext cx="282450" cy="369332"/>
          </a:xfrm>
          <a:prstGeom prst="rect">
            <a:avLst/>
          </a:prstGeom>
          <a:noFill/>
        </p:spPr>
        <p:txBody>
          <a:bodyPr wrap="none" rtlCol="0">
            <a:spAutoFit/>
          </a:bodyPr>
          <a:lstStyle/>
          <a:p>
            <a:r>
              <a:rPr lang="en-SG" dirty="0">
                <a:solidFill>
                  <a:schemeClr val="accent2">
                    <a:lumMod val="60000"/>
                    <a:lumOff val="40000"/>
                  </a:schemeClr>
                </a:solidFill>
              </a:rPr>
              <a:t>L</a:t>
            </a:r>
          </a:p>
        </p:txBody>
      </p:sp>
      <p:sp>
        <p:nvSpPr>
          <p:cNvPr id="46" name="TextBox 45">
            <a:extLst>
              <a:ext uri="{FF2B5EF4-FFF2-40B4-BE49-F238E27FC236}">
                <a16:creationId xmlns:a16="http://schemas.microsoft.com/office/drawing/2014/main" id="{6A20FD5B-DB18-D6E1-C124-BA188A8090D7}"/>
              </a:ext>
            </a:extLst>
          </p:cNvPr>
          <p:cNvSpPr txBox="1"/>
          <p:nvPr/>
        </p:nvSpPr>
        <p:spPr>
          <a:xfrm>
            <a:off x="4776927" y="3975349"/>
            <a:ext cx="309700" cy="369332"/>
          </a:xfrm>
          <a:prstGeom prst="rect">
            <a:avLst/>
          </a:prstGeom>
          <a:noFill/>
        </p:spPr>
        <p:txBody>
          <a:bodyPr wrap="none" rtlCol="0">
            <a:spAutoFit/>
          </a:bodyPr>
          <a:lstStyle/>
          <a:p>
            <a:r>
              <a:rPr lang="en-SG" dirty="0">
                <a:solidFill>
                  <a:schemeClr val="accent2">
                    <a:lumMod val="60000"/>
                    <a:lumOff val="40000"/>
                  </a:schemeClr>
                </a:solidFill>
              </a:rPr>
              <a:t>R</a:t>
            </a:r>
          </a:p>
        </p:txBody>
      </p:sp>
      <p:sp>
        <p:nvSpPr>
          <p:cNvPr id="47" name="TextBox 46">
            <a:extLst>
              <a:ext uri="{FF2B5EF4-FFF2-40B4-BE49-F238E27FC236}">
                <a16:creationId xmlns:a16="http://schemas.microsoft.com/office/drawing/2014/main" id="{79612624-F6AA-F944-C95E-15E405D886FD}"/>
              </a:ext>
            </a:extLst>
          </p:cNvPr>
          <p:cNvSpPr txBox="1"/>
          <p:nvPr/>
        </p:nvSpPr>
        <p:spPr>
          <a:xfrm>
            <a:off x="4780082" y="4212262"/>
            <a:ext cx="282450" cy="369332"/>
          </a:xfrm>
          <a:prstGeom prst="rect">
            <a:avLst/>
          </a:prstGeom>
          <a:noFill/>
        </p:spPr>
        <p:txBody>
          <a:bodyPr wrap="none" rtlCol="0">
            <a:spAutoFit/>
          </a:bodyPr>
          <a:lstStyle/>
          <a:p>
            <a:r>
              <a:rPr lang="en-SG" b="1" dirty="0">
                <a:solidFill>
                  <a:schemeClr val="accent2">
                    <a:lumMod val="75000"/>
                  </a:schemeClr>
                </a:solidFill>
              </a:rPr>
              <a:t>L</a:t>
            </a:r>
          </a:p>
        </p:txBody>
      </p:sp>
      <p:sp>
        <p:nvSpPr>
          <p:cNvPr id="48" name="TextBox 47">
            <a:extLst>
              <a:ext uri="{FF2B5EF4-FFF2-40B4-BE49-F238E27FC236}">
                <a16:creationId xmlns:a16="http://schemas.microsoft.com/office/drawing/2014/main" id="{5B4DC293-7A7B-AC24-019B-4D4B07405D22}"/>
              </a:ext>
            </a:extLst>
          </p:cNvPr>
          <p:cNvSpPr txBox="1"/>
          <p:nvPr/>
        </p:nvSpPr>
        <p:spPr>
          <a:xfrm>
            <a:off x="4772062" y="4788720"/>
            <a:ext cx="314510" cy="369332"/>
          </a:xfrm>
          <a:prstGeom prst="rect">
            <a:avLst/>
          </a:prstGeom>
          <a:noFill/>
        </p:spPr>
        <p:txBody>
          <a:bodyPr wrap="none" rtlCol="0">
            <a:spAutoFit/>
          </a:bodyPr>
          <a:lstStyle/>
          <a:p>
            <a:r>
              <a:rPr lang="en-SG" b="1" dirty="0">
                <a:solidFill>
                  <a:schemeClr val="accent2">
                    <a:lumMod val="75000"/>
                  </a:schemeClr>
                </a:solidFill>
              </a:rPr>
              <a:t>R</a:t>
            </a:r>
          </a:p>
        </p:txBody>
      </p:sp>
      <p:sp>
        <p:nvSpPr>
          <p:cNvPr id="49" name="TextBox 48">
            <a:extLst>
              <a:ext uri="{FF2B5EF4-FFF2-40B4-BE49-F238E27FC236}">
                <a16:creationId xmlns:a16="http://schemas.microsoft.com/office/drawing/2014/main" id="{8EC6B8DC-E61D-673E-7831-61318A0DEC7E}"/>
              </a:ext>
            </a:extLst>
          </p:cNvPr>
          <p:cNvSpPr txBox="1"/>
          <p:nvPr/>
        </p:nvSpPr>
        <p:spPr>
          <a:xfrm>
            <a:off x="4780082" y="5404107"/>
            <a:ext cx="282450" cy="369332"/>
          </a:xfrm>
          <a:prstGeom prst="rect">
            <a:avLst/>
          </a:prstGeom>
          <a:noFill/>
        </p:spPr>
        <p:txBody>
          <a:bodyPr wrap="none" rtlCol="0">
            <a:spAutoFit/>
          </a:bodyPr>
          <a:lstStyle/>
          <a:p>
            <a:r>
              <a:rPr lang="en-SG" b="1" dirty="0">
                <a:solidFill>
                  <a:schemeClr val="accent2">
                    <a:lumMod val="50000"/>
                  </a:schemeClr>
                </a:solidFill>
              </a:rPr>
              <a:t>L</a:t>
            </a:r>
          </a:p>
        </p:txBody>
      </p:sp>
      <p:sp>
        <p:nvSpPr>
          <p:cNvPr id="50" name="TextBox 49">
            <a:extLst>
              <a:ext uri="{FF2B5EF4-FFF2-40B4-BE49-F238E27FC236}">
                <a16:creationId xmlns:a16="http://schemas.microsoft.com/office/drawing/2014/main" id="{6551C887-BAE5-2F87-9AA3-E7AC9139AD01}"/>
              </a:ext>
            </a:extLst>
          </p:cNvPr>
          <p:cNvSpPr txBox="1"/>
          <p:nvPr/>
        </p:nvSpPr>
        <p:spPr>
          <a:xfrm>
            <a:off x="4772062" y="5980565"/>
            <a:ext cx="314510" cy="369332"/>
          </a:xfrm>
          <a:prstGeom prst="rect">
            <a:avLst/>
          </a:prstGeom>
          <a:noFill/>
        </p:spPr>
        <p:txBody>
          <a:bodyPr wrap="none" rtlCol="0">
            <a:spAutoFit/>
          </a:bodyPr>
          <a:lstStyle/>
          <a:p>
            <a:r>
              <a:rPr lang="en-SG" b="1" dirty="0">
                <a:solidFill>
                  <a:schemeClr val="accent2">
                    <a:lumMod val="50000"/>
                  </a:schemeClr>
                </a:solidFill>
              </a:rPr>
              <a:t>R</a:t>
            </a:r>
          </a:p>
        </p:txBody>
      </p:sp>
      <p:sp>
        <p:nvSpPr>
          <p:cNvPr id="51" name="TextBox 50">
            <a:extLst>
              <a:ext uri="{FF2B5EF4-FFF2-40B4-BE49-F238E27FC236}">
                <a16:creationId xmlns:a16="http://schemas.microsoft.com/office/drawing/2014/main" id="{BAA7E6F8-80D4-8D35-D9EE-3E5CDB45DA83}"/>
              </a:ext>
            </a:extLst>
          </p:cNvPr>
          <p:cNvSpPr txBox="1"/>
          <p:nvPr/>
        </p:nvSpPr>
        <p:spPr>
          <a:xfrm>
            <a:off x="5897953" y="2445740"/>
            <a:ext cx="5016759" cy="2862322"/>
          </a:xfrm>
          <a:prstGeom prst="rect">
            <a:avLst/>
          </a:prstGeom>
          <a:noFill/>
        </p:spPr>
        <p:txBody>
          <a:bodyPr wrap="square" rtlCol="0">
            <a:spAutoFit/>
          </a:bodyPr>
          <a:lstStyle/>
          <a:p>
            <a:r>
              <a:rPr lang="en-SG" b="1" dirty="0"/>
              <a:t>Decision nodes </a:t>
            </a:r>
            <a:r>
              <a:rPr lang="en-SG" dirty="0"/>
              <a:t>are labelled as circles here</a:t>
            </a:r>
          </a:p>
          <a:p>
            <a:pPr marL="285750" indent="-285750">
              <a:buFont typeface="Arial" panose="020B0604020202020204" pitchFamily="34" charset="0"/>
              <a:buChar char="•"/>
            </a:pPr>
            <a:r>
              <a:rPr lang="en-SG" dirty="0"/>
              <a:t>A player has to make a choice at these nodes.</a:t>
            </a:r>
          </a:p>
          <a:p>
            <a:endParaRPr lang="en-SG" dirty="0"/>
          </a:p>
          <a:p>
            <a:r>
              <a:rPr lang="en-SG" dirty="0"/>
              <a:t>Player 1 chooses between A and B.</a:t>
            </a:r>
          </a:p>
          <a:p>
            <a:endParaRPr lang="en-SG" dirty="0"/>
          </a:p>
          <a:p>
            <a:r>
              <a:rPr lang="en-SG" dirty="0"/>
              <a:t>Player 2 observes Player 1’s choice and chooses between U and D.</a:t>
            </a:r>
          </a:p>
          <a:p>
            <a:endParaRPr lang="en-SG" dirty="0"/>
          </a:p>
          <a:p>
            <a:r>
              <a:rPr lang="en-SG" dirty="0"/>
              <a:t>Player 3 observes Player 1 and 2’s choices and chooses between L and R.</a:t>
            </a:r>
          </a:p>
        </p:txBody>
      </p:sp>
    </p:spTree>
    <p:extLst>
      <p:ext uri="{BB962C8B-B14F-4D97-AF65-F5344CB8AC3E}">
        <p14:creationId xmlns:p14="http://schemas.microsoft.com/office/powerpoint/2010/main" val="1316645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0422717-9EDB-B807-848D-5A0F96EC4DA9}"/>
              </a:ext>
            </a:extLst>
          </p:cNvPr>
          <p:cNvSpPr/>
          <p:nvPr/>
        </p:nvSpPr>
        <p:spPr>
          <a:xfrm>
            <a:off x="737920" y="1321816"/>
            <a:ext cx="10681741" cy="10992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225" name="Rectangle 2"/>
          <p:cNvSpPr>
            <a:spLocks noGrp="1" noChangeArrowheads="1"/>
          </p:cNvSpPr>
          <p:nvPr>
            <p:ph type="title"/>
          </p:nvPr>
        </p:nvSpPr>
        <p:spPr>
          <a:xfrm>
            <a:off x="742977" y="136525"/>
            <a:ext cx="10515600" cy="1325563"/>
          </a:xfrm>
          <a:noFill/>
        </p:spPr>
        <p:txBody>
          <a:bodyPr/>
          <a:lstStyle/>
          <a:p>
            <a:pPr eaLnBrk="1" hangingPunct="1"/>
            <a:r>
              <a:rPr lang="en-US" altLang="en-US" dirty="0"/>
              <a:t>Information Sets</a:t>
            </a:r>
          </a:p>
        </p:txBody>
      </p:sp>
      <p:sp>
        <p:nvSpPr>
          <p:cNvPr id="52226" name="Rectangle 3"/>
          <p:cNvSpPr>
            <a:spLocks noGrp="1" noChangeArrowheads="1"/>
          </p:cNvSpPr>
          <p:nvPr>
            <p:ph idx="1"/>
          </p:nvPr>
        </p:nvSpPr>
        <p:spPr>
          <a:xfrm>
            <a:off x="742977" y="1185328"/>
            <a:ext cx="10366829" cy="1250656"/>
          </a:xfrm>
        </p:spPr>
        <p:txBody>
          <a:bodyPr>
            <a:normAutofit/>
          </a:bodyPr>
          <a:lstStyle/>
          <a:p>
            <a:pPr>
              <a:lnSpc>
                <a:spcPct val="100000"/>
              </a:lnSpc>
            </a:pPr>
            <a:endParaRPr lang="en-US" altLang="en-US" sz="2400" i="1" u="sng" dirty="0"/>
          </a:p>
          <a:p>
            <a:pPr lvl="1">
              <a:lnSpc>
                <a:spcPct val="100000"/>
              </a:lnSpc>
            </a:pPr>
            <a:endParaRPr lang="en-US" altLang="en-US" sz="2400" dirty="0"/>
          </a:p>
          <a:p>
            <a:pPr lvl="2">
              <a:lnSpc>
                <a:spcPct val="100000"/>
              </a:lnSpc>
            </a:pPr>
            <a:endParaRPr lang="en-US" altLang="en-US" sz="1600" dirty="0"/>
          </a:p>
          <a:p>
            <a:pPr marL="0" indent="0">
              <a:lnSpc>
                <a:spcPct val="100000"/>
              </a:lnSpc>
              <a:buNone/>
            </a:pPr>
            <a:endParaRPr lang="en-US" altLang="en-US" dirty="0"/>
          </a:p>
          <a:p>
            <a:pPr lvl="1">
              <a:lnSpc>
                <a:spcPct val="100000"/>
              </a:lnSpc>
            </a:pPr>
            <a:endParaRPr lang="en-US" altLang="en-US" sz="2400" dirty="0"/>
          </a:p>
          <a:p>
            <a:pPr marL="0" indent="0" eaLnBrk="1" hangingPunct="1">
              <a:lnSpc>
                <a:spcPct val="100000"/>
              </a:lnSpc>
              <a:buNone/>
            </a:pPr>
            <a:endParaRPr lang="en-US" altLang="en-US" dirty="0"/>
          </a:p>
          <a:p>
            <a:pPr eaLnBrk="1" hangingPunct="1">
              <a:lnSpc>
                <a:spcPct val="100000"/>
              </a:lnSpc>
            </a:pPr>
            <a:endParaRPr lang="en-US" altLang="en-US" dirty="0"/>
          </a:p>
        </p:txBody>
      </p:sp>
      <p:sp>
        <p:nvSpPr>
          <p:cNvPr id="3" name="Slide Number Placeholder 2">
            <a:extLst>
              <a:ext uri="{FF2B5EF4-FFF2-40B4-BE49-F238E27FC236}">
                <a16:creationId xmlns:a16="http://schemas.microsoft.com/office/drawing/2014/main" id="{74BBFD0F-0D98-48F6-BE1A-8F97A1D66FA4}"/>
              </a:ext>
            </a:extLst>
          </p:cNvPr>
          <p:cNvSpPr>
            <a:spLocks noGrp="1"/>
          </p:cNvSpPr>
          <p:nvPr>
            <p:ph type="sldNum" sz="quarter" idx="12"/>
          </p:nvPr>
        </p:nvSpPr>
        <p:spPr/>
        <p:txBody>
          <a:bodyPr/>
          <a:lstStyle/>
          <a:p>
            <a:fld id="{104D1C85-D14C-4D1F-B1AC-077E19A989F2}" type="slidenum">
              <a:rPr lang="en-GB" smtClean="0"/>
              <a:t>35</a:t>
            </a:fld>
            <a:endParaRPr lang="en-GB" dirty="0"/>
          </a:p>
        </p:txBody>
      </p:sp>
      <p:sp>
        <p:nvSpPr>
          <p:cNvPr id="2" name="Rectangle 3">
            <a:extLst>
              <a:ext uri="{FF2B5EF4-FFF2-40B4-BE49-F238E27FC236}">
                <a16:creationId xmlns:a16="http://schemas.microsoft.com/office/drawing/2014/main" id="{B8D23D07-66A9-8F6F-C3D9-16C301C78919}"/>
              </a:ext>
            </a:extLst>
          </p:cNvPr>
          <p:cNvSpPr txBox="1">
            <a:spLocks noChangeArrowheads="1"/>
          </p:cNvSpPr>
          <p:nvPr/>
        </p:nvSpPr>
        <p:spPr>
          <a:xfrm>
            <a:off x="895377" y="1337728"/>
            <a:ext cx="10366829" cy="11241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en-US" sz="2000" dirty="0"/>
              <a:t>What information they possess can also be shown in the extensive form</a:t>
            </a:r>
          </a:p>
          <a:p>
            <a:pPr lvl="1">
              <a:lnSpc>
                <a:spcPct val="100000"/>
              </a:lnSpc>
            </a:pPr>
            <a:r>
              <a:rPr lang="en-US" altLang="en-US" sz="1600" b="1" dirty="0">
                <a:solidFill>
                  <a:srgbClr val="0000FF"/>
                </a:solidFill>
              </a:rPr>
              <a:t>Information sets </a:t>
            </a:r>
            <a:r>
              <a:rPr lang="en-US" altLang="en-US" sz="1600" dirty="0"/>
              <a:t>(dotted lines) connect decision nodes for which players are unable to distinguish from each other. </a:t>
            </a:r>
          </a:p>
          <a:p>
            <a:pPr lvl="1">
              <a:lnSpc>
                <a:spcPct val="100000"/>
              </a:lnSpc>
            </a:pPr>
            <a:r>
              <a:rPr lang="en-US" altLang="en-US" sz="1600" dirty="0"/>
              <a:t>Players make a </a:t>
            </a:r>
            <a:r>
              <a:rPr lang="en-US" altLang="en-US" sz="1600" b="1" u="sng" dirty="0">
                <a:solidFill>
                  <a:srgbClr val="0000FF"/>
                </a:solidFill>
              </a:rPr>
              <a:t>common decision for decision nodes in an information set</a:t>
            </a:r>
            <a:r>
              <a:rPr lang="en-US" altLang="en-US" sz="1600" b="1" dirty="0">
                <a:solidFill>
                  <a:srgbClr val="0000FF"/>
                </a:solidFill>
              </a:rPr>
              <a:t>.  </a:t>
            </a:r>
            <a:endParaRPr lang="en-US" altLang="en-US" sz="1800" b="1" dirty="0">
              <a:solidFill>
                <a:srgbClr val="0000FF"/>
              </a:solidFill>
            </a:endParaRPr>
          </a:p>
          <a:p>
            <a:pPr marL="457200" lvl="1" indent="0">
              <a:lnSpc>
                <a:spcPct val="100000"/>
              </a:lnSpc>
              <a:buNone/>
            </a:pPr>
            <a:endParaRPr lang="en-US" altLang="en-US" sz="2400" dirty="0"/>
          </a:p>
          <a:p>
            <a:pPr marL="0" indent="0">
              <a:lnSpc>
                <a:spcPct val="100000"/>
              </a:lnSpc>
              <a:buFont typeface="Arial" panose="020B0604020202020204" pitchFamily="34" charset="0"/>
              <a:buNone/>
            </a:pPr>
            <a:endParaRPr lang="en-US" altLang="en-US" dirty="0"/>
          </a:p>
          <a:p>
            <a:pPr>
              <a:lnSpc>
                <a:spcPct val="100000"/>
              </a:lnSpc>
            </a:pPr>
            <a:endParaRPr lang="en-US" altLang="en-US" dirty="0"/>
          </a:p>
        </p:txBody>
      </p:sp>
      <p:cxnSp>
        <p:nvCxnSpPr>
          <p:cNvPr id="5" name="Straight Connector 4">
            <a:extLst>
              <a:ext uri="{FF2B5EF4-FFF2-40B4-BE49-F238E27FC236}">
                <a16:creationId xmlns:a16="http://schemas.microsoft.com/office/drawing/2014/main" id="{A51511EB-F7C6-D7AE-3ACE-0DCF76BF3C09}"/>
              </a:ext>
            </a:extLst>
          </p:cNvPr>
          <p:cNvCxnSpPr>
            <a:cxnSpLocks/>
          </p:cNvCxnSpPr>
          <p:nvPr/>
        </p:nvCxnSpPr>
        <p:spPr>
          <a:xfrm flipV="1">
            <a:off x="1534474" y="3431270"/>
            <a:ext cx="1054509" cy="1033087"/>
          </a:xfrm>
          <a:prstGeom prst="line">
            <a:avLst/>
          </a:prstGeom>
          <a:ln w="1905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0E2BFDB7-2B53-99B1-FD8E-AFDC23476AD0}"/>
              </a:ext>
            </a:extLst>
          </p:cNvPr>
          <p:cNvCxnSpPr>
            <a:cxnSpLocks/>
          </p:cNvCxnSpPr>
          <p:nvPr/>
        </p:nvCxnSpPr>
        <p:spPr>
          <a:xfrm>
            <a:off x="1534474" y="4454375"/>
            <a:ext cx="1054509" cy="912581"/>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81E05CC-01A2-70F4-D399-BD4287687745}"/>
              </a:ext>
            </a:extLst>
          </p:cNvPr>
          <p:cNvCxnSpPr>
            <a:cxnSpLocks/>
          </p:cNvCxnSpPr>
          <p:nvPr/>
        </p:nvCxnSpPr>
        <p:spPr>
          <a:xfrm flipV="1">
            <a:off x="2588983" y="2786068"/>
            <a:ext cx="1054509" cy="651411"/>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0A7F6C5D-ED94-B261-46AA-3D30FD4A4516}"/>
              </a:ext>
            </a:extLst>
          </p:cNvPr>
          <p:cNvCxnSpPr>
            <a:cxnSpLocks/>
          </p:cNvCxnSpPr>
          <p:nvPr/>
        </p:nvCxnSpPr>
        <p:spPr>
          <a:xfrm>
            <a:off x="2638786" y="3398226"/>
            <a:ext cx="1004706" cy="566583"/>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F6C2383-92A9-9B37-90A4-F8F07390C732}"/>
              </a:ext>
            </a:extLst>
          </p:cNvPr>
          <p:cNvCxnSpPr>
            <a:cxnSpLocks/>
          </p:cNvCxnSpPr>
          <p:nvPr/>
        </p:nvCxnSpPr>
        <p:spPr>
          <a:xfrm flipV="1">
            <a:off x="2591497" y="4747424"/>
            <a:ext cx="1054509" cy="651411"/>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BE5EE89-5EEE-CCBF-4E01-A74FA7A85D03}"/>
              </a:ext>
            </a:extLst>
          </p:cNvPr>
          <p:cNvCxnSpPr>
            <a:cxnSpLocks/>
          </p:cNvCxnSpPr>
          <p:nvPr/>
        </p:nvCxnSpPr>
        <p:spPr>
          <a:xfrm>
            <a:off x="2619178" y="5389078"/>
            <a:ext cx="1004706" cy="566583"/>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6AF1D0-79B1-BCE6-BC3E-F15F5CC99E28}"/>
              </a:ext>
            </a:extLst>
          </p:cNvPr>
          <p:cNvCxnSpPr>
            <a:cxnSpLocks/>
          </p:cNvCxnSpPr>
          <p:nvPr/>
        </p:nvCxnSpPr>
        <p:spPr>
          <a:xfrm flipV="1">
            <a:off x="3649317" y="2493407"/>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8B44AD2F-2C86-D416-9D5F-382AA7BEDFBE}"/>
              </a:ext>
            </a:extLst>
          </p:cNvPr>
          <p:cNvCxnSpPr>
            <a:cxnSpLocks/>
          </p:cNvCxnSpPr>
          <p:nvPr/>
        </p:nvCxnSpPr>
        <p:spPr>
          <a:xfrm>
            <a:off x="3643492" y="2786068"/>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50415D99-7317-C571-1335-570D93D66097}"/>
              </a:ext>
            </a:extLst>
          </p:cNvPr>
          <p:cNvCxnSpPr>
            <a:cxnSpLocks/>
          </p:cNvCxnSpPr>
          <p:nvPr/>
        </p:nvCxnSpPr>
        <p:spPr>
          <a:xfrm flipV="1">
            <a:off x="3649317" y="3665303"/>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D06BB190-AFFD-136A-364C-96154048676C}"/>
              </a:ext>
            </a:extLst>
          </p:cNvPr>
          <p:cNvCxnSpPr>
            <a:cxnSpLocks/>
          </p:cNvCxnSpPr>
          <p:nvPr/>
        </p:nvCxnSpPr>
        <p:spPr>
          <a:xfrm>
            <a:off x="3643492" y="3957964"/>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46DD161A-5124-E2BB-2B5A-6187ACEC5B85}"/>
              </a:ext>
            </a:extLst>
          </p:cNvPr>
          <p:cNvCxnSpPr>
            <a:cxnSpLocks/>
          </p:cNvCxnSpPr>
          <p:nvPr/>
        </p:nvCxnSpPr>
        <p:spPr>
          <a:xfrm flipV="1">
            <a:off x="3649317" y="4447918"/>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8198CDD0-3FFB-CBD4-79E4-0CF314C55C7A}"/>
              </a:ext>
            </a:extLst>
          </p:cNvPr>
          <p:cNvCxnSpPr>
            <a:cxnSpLocks/>
          </p:cNvCxnSpPr>
          <p:nvPr/>
        </p:nvCxnSpPr>
        <p:spPr>
          <a:xfrm>
            <a:off x="3643492" y="4740579"/>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67BD52C-621D-EF77-6FD2-A0D62357C301}"/>
              </a:ext>
            </a:extLst>
          </p:cNvPr>
          <p:cNvCxnSpPr>
            <a:cxnSpLocks/>
          </p:cNvCxnSpPr>
          <p:nvPr/>
        </p:nvCxnSpPr>
        <p:spPr>
          <a:xfrm flipV="1">
            <a:off x="3623884" y="5663000"/>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4318A21D-59E9-C852-B25E-28229705E4B6}"/>
              </a:ext>
            </a:extLst>
          </p:cNvPr>
          <p:cNvCxnSpPr>
            <a:cxnSpLocks/>
          </p:cNvCxnSpPr>
          <p:nvPr/>
        </p:nvCxnSpPr>
        <p:spPr>
          <a:xfrm>
            <a:off x="3618059" y="5955661"/>
            <a:ext cx="1185696" cy="331874"/>
          </a:xfrm>
          <a:prstGeom prst="line">
            <a:avLst/>
          </a:prstGeom>
          <a:ln w="19050"/>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781BE159-182E-08AF-11AA-272A5F49D265}"/>
              </a:ext>
            </a:extLst>
          </p:cNvPr>
          <p:cNvSpPr/>
          <p:nvPr/>
        </p:nvSpPr>
        <p:spPr>
          <a:xfrm>
            <a:off x="1438609" y="4343398"/>
            <a:ext cx="302342" cy="302342"/>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SG" dirty="0"/>
              <a:t>1</a:t>
            </a:r>
          </a:p>
        </p:txBody>
      </p:sp>
      <p:sp>
        <p:nvSpPr>
          <p:cNvPr id="30" name="Oval 29">
            <a:extLst>
              <a:ext uri="{FF2B5EF4-FFF2-40B4-BE49-F238E27FC236}">
                <a16:creationId xmlns:a16="http://schemas.microsoft.com/office/drawing/2014/main" id="{E6040D7A-CE07-B052-7FF4-8D157ADDBF83}"/>
              </a:ext>
            </a:extLst>
          </p:cNvPr>
          <p:cNvSpPr/>
          <p:nvPr/>
        </p:nvSpPr>
        <p:spPr>
          <a:xfrm>
            <a:off x="2480828" y="3286308"/>
            <a:ext cx="302342" cy="30234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dirty="0"/>
              <a:t>2</a:t>
            </a:r>
          </a:p>
        </p:txBody>
      </p:sp>
      <p:sp>
        <p:nvSpPr>
          <p:cNvPr id="31" name="Oval 30">
            <a:extLst>
              <a:ext uri="{FF2B5EF4-FFF2-40B4-BE49-F238E27FC236}">
                <a16:creationId xmlns:a16="http://schemas.microsoft.com/office/drawing/2014/main" id="{57ED2357-5AFB-2FDB-A6B7-3EA44DCACB6F}"/>
              </a:ext>
            </a:extLst>
          </p:cNvPr>
          <p:cNvSpPr/>
          <p:nvPr/>
        </p:nvSpPr>
        <p:spPr>
          <a:xfrm>
            <a:off x="2468565" y="5211445"/>
            <a:ext cx="302342" cy="30234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dirty="0"/>
              <a:t>2</a:t>
            </a:r>
          </a:p>
        </p:txBody>
      </p:sp>
      <p:sp>
        <p:nvSpPr>
          <p:cNvPr id="32" name="Oval 31">
            <a:extLst>
              <a:ext uri="{FF2B5EF4-FFF2-40B4-BE49-F238E27FC236}">
                <a16:creationId xmlns:a16="http://schemas.microsoft.com/office/drawing/2014/main" id="{F1F79FB4-2955-9BDA-3E35-B4E6C08BD2C0}"/>
              </a:ext>
            </a:extLst>
          </p:cNvPr>
          <p:cNvSpPr/>
          <p:nvPr/>
        </p:nvSpPr>
        <p:spPr>
          <a:xfrm>
            <a:off x="3500546" y="2608521"/>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3" name="Oval 32">
            <a:extLst>
              <a:ext uri="{FF2B5EF4-FFF2-40B4-BE49-F238E27FC236}">
                <a16:creationId xmlns:a16="http://schemas.microsoft.com/office/drawing/2014/main" id="{974FFCCE-8BA1-E4F2-D02D-F8326845FF3C}"/>
              </a:ext>
            </a:extLst>
          </p:cNvPr>
          <p:cNvSpPr/>
          <p:nvPr/>
        </p:nvSpPr>
        <p:spPr>
          <a:xfrm>
            <a:off x="3497709" y="3793671"/>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4" name="Oval 33">
            <a:extLst>
              <a:ext uri="{FF2B5EF4-FFF2-40B4-BE49-F238E27FC236}">
                <a16:creationId xmlns:a16="http://schemas.microsoft.com/office/drawing/2014/main" id="{9A559073-3407-2F25-EF5F-75DC2A4AFB24}"/>
              </a:ext>
            </a:extLst>
          </p:cNvPr>
          <p:cNvSpPr/>
          <p:nvPr/>
        </p:nvSpPr>
        <p:spPr>
          <a:xfrm>
            <a:off x="3522138" y="4604174"/>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5" name="Oval 34">
            <a:extLst>
              <a:ext uri="{FF2B5EF4-FFF2-40B4-BE49-F238E27FC236}">
                <a16:creationId xmlns:a16="http://schemas.microsoft.com/office/drawing/2014/main" id="{96795DCF-D115-81C8-6128-2F1B38CC1A6E}"/>
              </a:ext>
            </a:extLst>
          </p:cNvPr>
          <p:cNvSpPr/>
          <p:nvPr/>
        </p:nvSpPr>
        <p:spPr>
          <a:xfrm>
            <a:off x="3522138" y="5830952"/>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7" name="TextBox 36">
            <a:extLst>
              <a:ext uri="{FF2B5EF4-FFF2-40B4-BE49-F238E27FC236}">
                <a16:creationId xmlns:a16="http://schemas.microsoft.com/office/drawing/2014/main" id="{5B847FA5-4532-F954-AF91-7654CBAA27D9}"/>
              </a:ext>
            </a:extLst>
          </p:cNvPr>
          <p:cNvSpPr txBox="1"/>
          <p:nvPr/>
        </p:nvSpPr>
        <p:spPr>
          <a:xfrm>
            <a:off x="1589780" y="3766296"/>
            <a:ext cx="317716" cy="369332"/>
          </a:xfrm>
          <a:prstGeom prst="rect">
            <a:avLst/>
          </a:prstGeom>
          <a:noFill/>
        </p:spPr>
        <p:txBody>
          <a:bodyPr wrap="none" rtlCol="0">
            <a:spAutoFit/>
          </a:bodyPr>
          <a:lstStyle/>
          <a:p>
            <a:r>
              <a:rPr lang="en-SG" dirty="0"/>
              <a:t>A</a:t>
            </a:r>
          </a:p>
        </p:txBody>
      </p:sp>
      <p:sp>
        <p:nvSpPr>
          <p:cNvPr id="38" name="TextBox 37">
            <a:extLst>
              <a:ext uri="{FF2B5EF4-FFF2-40B4-BE49-F238E27FC236}">
                <a16:creationId xmlns:a16="http://schemas.microsoft.com/office/drawing/2014/main" id="{C4139BF8-6435-6C1C-0DE1-6F17F68B5233}"/>
              </a:ext>
            </a:extLst>
          </p:cNvPr>
          <p:cNvSpPr txBox="1"/>
          <p:nvPr/>
        </p:nvSpPr>
        <p:spPr>
          <a:xfrm>
            <a:off x="1586789" y="4879061"/>
            <a:ext cx="309700" cy="369332"/>
          </a:xfrm>
          <a:prstGeom prst="rect">
            <a:avLst/>
          </a:prstGeom>
          <a:noFill/>
        </p:spPr>
        <p:txBody>
          <a:bodyPr wrap="none" rtlCol="0">
            <a:spAutoFit/>
          </a:bodyPr>
          <a:lstStyle/>
          <a:p>
            <a:r>
              <a:rPr lang="en-SG" dirty="0"/>
              <a:t>B</a:t>
            </a:r>
          </a:p>
        </p:txBody>
      </p:sp>
      <p:sp>
        <p:nvSpPr>
          <p:cNvPr id="39" name="TextBox 38">
            <a:extLst>
              <a:ext uri="{FF2B5EF4-FFF2-40B4-BE49-F238E27FC236}">
                <a16:creationId xmlns:a16="http://schemas.microsoft.com/office/drawing/2014/main" id="{31672930-6E4E-565F-F745-2372BFBD128E}"/>
              </a:ext>
            </a:extLst>
          </p:cNvPr>
          <p:cNvSpPr txBox="1"/>
          <p:nvPr/>
        </p:nvSpPr>
        <p:spPr>
          <a:xfrm>
            <a:off x="2878694" y="2766528"/>
            <a:ext cx="332142" cy="369332"/>
          </a:xfrm>
          <a:prstGeom prst="rect">
            <a:avLst/>
          </a:prstGeom>
          <a:noFill/>
        </p:spPr>
        <p:txBody>
          <a:bodyPr wrap="none" rtlCol="0">
            <a:spAutoFit/>
          </a:bodyPr>
          <a:lstStyle/>
          <a:p>
            <a:r>
              <a:rPr lang="en-SG" dirty="0"/>
              <a:t>U</a:t>
            </a:r>
          </a:p>
        </p:txBody>
      </p:sp>
      <p:sp>
        <p:nvSpPr>
          <p:cNvPr id="40" name="TextBox 39">
            <a:extLst>
              <a:ext uri="{FF2B5EF4-FFF2-40B4-BE49-F238E27FC236}">
                <a16:creationId xmlns:a16="http://schemas.microsoft.com/office/drawing/2014/main" id="{39AABBEE-E546-194C-8C83-FABB2DB22596}"/>
              </a:ext>
            </a:extLst>
          </p:cNvPr>
          <p:cNvSpPr txBox="1"/>
          <p:nvPr/>
        </p:nvSpPr>
        <p:spPr>
          <a:xfrm>
            <a:off x="2878694" y="3689224"/>
            <a:ext cx="327334" cy="369332"/>
          </a:xfrm>
          <a:prstGeom prst="rect">
            <a:avLst/>
          </a:prstGeom>
          <a:noFill/>
        </p:spPr>
        <p:txBody>
          <a:bodyPr wrap="none" rtlCol="0">
            <a:spAutoFit/>
          </a:bodyPr>
          <a:lstStyle/>
          <a:p>
            <a:r>
              <a:rPr lang="en-SG" dirty="0"/>
              <a:t>D</a:t>
            </a:r>
          </a:p>
        </p:txBody>
      </p:sp>
      <p:sp>
        <p:nvSpPr>
          <p:cNvPr id="41" name="TextBox 40">
            <a:extLst>
              <a:ext uri="{FF2B5EF4-FFF2-40B4-BE49-F238E27FC236}">
                <a16:creationId xmlns:a16="http://schemas.microsoft.com/office/drawing/2014/main" id="{1A78C340-1D49-52B2-CCFD-6F3A876B1240}"/>
              </a:ext>
            </a:extLst>
          </p:cNvPr>
          <p:cNvSpPr txBox="1"/>
          <p:nvPr/>
        </p:nvSpPr>
        <p:spPr>
          <a:xfrm>
            <a:off x="2931816" y="4663579"/>
            <a:ext cx="332142" cy="369332"/>
          </a:xfrm>
          <a:prstGeom prst="rect">
            <a:avLst/>
          </a:prstGeom>
          <a:noFill/>
        </p:spPr>
        <p:txBody>
          <a:bodyPr wrap="none" rtlCol="0">
            <a:spAutoFit/>
          </a:bodyPr>
          <a:lstStyle/>
          <a:p>
            <a:r>
              <a:rPr lang="en-SG" dirty="0"/>
              <a:t>U</a:t>
            </a:r>
          </a:p>
        </p:txBody>
      </p:sp>
      <p:sp>
        <p:nvSpPr>
          <p:cNvPr id="42" name="TextBox 41">
            <a:extLst>
              <a:ext uri="{FF2B5EF4-FFF2-40B4-BE49-F238E27FC236}">
                <a16:creationId xmlns:a16="http://schemas.microsoft.com/office/drawing/2014/main" id="{85F63324-4D35-CE51-49EE-E1511E96371E}"/>
              </a:ext>
            </a:extLst>
          </p:cNvPr>
          <p:cNvSpPr txBox="1"/>
          <p:nvPr/>
        </p:nvSpPr>
        <p:spPr>
          <a:xfrm>
            <a:off x="2931816" y="5586275"/>
            <a:ext cx="327334" cy="369332"/>
          </a:xfrm>
          <a:prstGeom prst="rect">
            <a:avLst/>
          </a:prstGeom>
          <a:noFill/>
        </p:spPr>
        <p:txBody>
          <a:bodyPr wrap="none" rtlCol="0">
            <a:spAutoFit/>
          </a:bodyPr>
          <a:lstStyle/>
          <a:p>
            <a:r>
              <a:rPr lang="en-SG" dirty="0"/>
              <a:t>D</a:t>
            </a:r>
          </a:p>
        </p:txBody>
      </p:sp>
      <p:sp>
        <p:nvSpPr>
          <p:cNvPr id="43" name="TextBox 42">
            <a:extLst>
              <a:ext uri="{FF2B5EF4-FFF2-40B4-BE49-F238E27FC236}">
                <a16:creationId xmlns:a16="http://schemas.microsoft.com/office/drawing/2014/main" id="{4A05606A-8E3E-587C-DC96-10E8992B1EEA}"/>
              </a:ext>
            </a:extLst>
          </p:cNvPr>
          <p:cNvSpPr txBox="1"/>
          <p:nvPr/>
        </p:nvSpPr>
        <p:spPr>
          <a:xfrm>
            <a:off x="4840363" y="2348161"/>
            <a:ext cx="282450" cy="369332"/>
          </a:xfrm>
          <a:prstGeom prst="rect">
            <a:avLst/>
          </a:prstGeom>
          <a:noFill/>
        </p:spPr>
        <p:txBody>
          <a:bodyPr wrap="none" rtlCol="0">
            <a:spAutoFit/>
          </a:bodyPr>
          <a:lstStyle/>
          <a:p>
            <a:r>
              <a:rPr lang="en-SG" dirty="0"/>
              <a:t>L</a:t>
            </a:r>
          </a:p>
        </p:txBody>
      </p:sp>
      <p:sp>
        <p:nvSpPr>
          <p:cNvPr id="44" name="TextBox 43">
            <a:extLst>
              <a:ext uri="{FF2B5EF4-FFF2-40B4-BE49-F238E27FC236}">
                <a16:creationId xmlns:a16="http://schemas.microsoft.com/office/drawing/2014/main" id="{F57CD2D7-2D89-D4B2-2D47-991FADB06868}"/>
              </a:ext>
            </a:extLst>
          </p:cNvPr>
          <p:cNvSpPr txBox="1"/>
          <p:nvPr/>
        </p:nvSpPr>
        <p:spPr>
          <a:xfrm>
            <a:off x="4832343" y="2924619"/>
            <a:ext cx="309700" cy="369332"/>
          </a:xfrm>
          <a:prstGeom prst="rect">
            <a:avLst/>
          </a:prstGeom>
          <a:noFill/>
        </p:spPr>
        <p:txBody>
          <a:bodyPr wrap="none" rtlCol="0">
            <a:spAutoFit/>
          </a:bodyPr>
          <a:lstStyle/>
          <a:p>
            <a:r>
              <a:rPr lang="en-SG" dirty="0"/>
              <a:t>R</a:t>
            </a:r>
          </a:p>
        </p:txBody>
      </p:sp>
      <p:sp>
        <p:nvSpPr>
          <p:cNvPr id="45" name="TextBox 44">
            <a:extLst>
              <a:ext uri="{FF2B5EF4-FFF2-40B4-BE49-F238E27FC236}">
                <a16:creationId xmlns:a16="http://schemas.microsoft.com/office/drawing/2014/main" id="{C0F7A4D4-290D-9F75-52E4-8ABDC1F978F5}"/>
              </a:ext>
            </a:extLst>
          </p:cNvPr>
          <p:cNvSpPr txBox="1"/>
          <p:nvPr/>
        </p:nvSpPr>
        <p:spPr>
          <a:xfrm>
            <a:off x="4837208" y="3502128"/>
            <a:ext cx="282450" cy="369332"/>
          </a:xfrm>
          <a:prstGeom prst="rect">
            <a:avLst/>
          </a:prstGeom>
          <a:noFill/>
        </p:spPr>
        <p:txBody>
          <a:bodyPr wrap="none" rtlCol="0">
            <a:spAutoFit/>
          </a:bodyPr>
          <a:lstStyle/>
          <a:p>
            <a:r>
              <a:rPr lang="en-SG" b="1" dirty="0">
                <a:solidFill>
                  <a:schemeClr val="accent2">
                    <a:lumMod val="40000"/>
                    <a:lumOff val="60000"/>
                  </a:schemeClr>
                </a:solidFill>
              </a:rPr>
              <a:t>L</a:t>
            </a:r>
          </a:p>
        </p:txBody>
      </p:sp>
      <p:sp>
        <p:nvSpPr>
          <p:cNvPr id="46" name="TextBox 45">
            <a:extLst>
              <a:ext uri="{FF2B5EF4-FFF2-40B4-BE49-F238E27FC236}">
                <a16:creationId xmlns:a16="http://schemas.microsoft.com/office/drawing/2014/main" id="{6A20FD5B-DB18-D6E1-C124-BA188A8090D7}"/>
              </a:ext>
            </a:extLst>
          </p:cNvPr>
          <p:cNvSpPr txBox="1"/>
          <p:nvPr/>
        </p:nvSpPr>
        <p:spPr>
          <a:xfrm>
            <a:off x="4829188" y="4078586"/>
            <a:ext cx="314510" cy="369332"/>
          </a:xfrm>
          <a:prstGeom prst="rect">
            <a:avLst/>
          </a:prstGeom>
          <a:noFill/>
        </p:spPr>
        <p:txBody>
          <a:bodyPr wrap="none" rtlCol="0">
            <a:spAutoFit/>
          </a:bodyPr>
          <a:lstStyle/>
          <a:p>
            <a:r>
              <a:rPr lang="en-SG" b="1" dirty="0">
                <a:solidFill>
                  <a:schemeClr val="accent2">
                    <a:lumMod val="40000"/>
                    <a:lumOff val="60000"/>
                  </a:schemeClr>
                </a:solidFill>
              </a:rPr>
              <a:t>R</a:t>
            </a:r>
          </a:p>
        </p:txBody>
      </p:sp>
      <p:sp>
        <p:nvSpPr>
          <p:cNvPr id="47" name="TextBox 46">
            <a:extLst>
              <a:ext uri="{FF2B5EF4-FFF2-40B4-BE49-F238E27FC236}">
                <a16:creationId xmlns:a16="http://schemas.microsoft.com/office/drawing/2014/main" id="{79612624-F6AA-F944-C95E-15E405D886FD}"/>
              </a:ext>
            </a:extLst>
          </p:cNvPr>
          <p:cNvSpPr txBox="1"/>
          <p:nvPr/>
        </p:nvSpPr>
        <p:spPr>
          <a:xfrm>
            <a:off x="4832343" y="4315499"/>
            <a:ext cx="282450" cy="369332"/>
          </a:xfrm>
          <a:prstGeom prst="rect">
            <a:avLst/>
          </a:prstGeom>
          <a:noFill/>
        </p:spPr>
        <p:txBody>
          <a:bodyPr wrap="none" rtlCol="0">
            <a:spAutoFit/>
          </a:bodyPr>
          <a:lstStyle/>
          <a:p>
            <a:r>
              <a:rPr lang="en-SG" b="1" dirty="0">
                <a:solidFill>
                  <a:schemeClr val="accent2">
                    <a:lumMod val="75000"/>
                  </a:schemeClr>
                </a:solidFill>
              </a:rPr>
              <a:t>L</a:t>
            </a:r>
          </a:p>
        </p:txBody>
      </p:sp>
      <p:sp>
        <p:nvSpPr>
          <p:cNvPr id="48" name="TextBox 47">
            <a:extLst>
              <a:ext uri="{FF2B5EF4-FFF2-40B4-BE49-F238E27FC236}">
                <a16:creationId xmlns:a16="http://schemas.microsoft.com/office/drawing/2014/main" id="{5B4DC293-7A7B-AC24-019B-4D4B07405D22}"/>
              </a:ext>
            </a:extLst>
          </p:cNvPr>
          <p:cNvSpPr txBox="1"/>
          <p:nvPr/>
        </p:nvSpPr>
        <p:spPr>
          <a:xfrm>
            <a:off x="4824323" y="4891957"/>
            <a:ext cx="314510" cy="369332"/>
          </a:xfrm>
          <a:prstGeom prst="rect">
            <a:avLst/>
          </a:prstGeom>
          <a:noFill/>
        </p:spPr>
        <p:txBody>
          <a:bodyPr wrap="none" rtlCol="0">
            <a:spAutoFit/>
          </a:bodyPr>
          <a:lstStyle/>
          <a:p>
            <a:r>
              <a:rPr lang="en-SG" b="1" dirty="0">
                <a:solidFill>
                  <a:schemeClr val="accent2">
                    <a:lumMod val="75000"/>
                  </a:schemeClr>
                </a:solidFill>
              </a:rPr>
              <a:t>R</a:t>
            </a:r>
          </a:p>
        </p:txBody>
      </p:sp>
      <p:sp>
        <p:nvSpPr>
          <p:cNvPr id="49" name="TextBox 48">
            <a:extLst>
              <a:ext uri="{FF2B5EF4-FFF2-40B4-BE49-F238E27FC236}">
                <a16:creationId xmlns:a16="http://schemas.microsoft.com/office/drawing/2014/main" id="{8EC6B8DC-E61D-673E-7831-61318A0DEC7E}"/>
              </a:ext>
            </a:extLst>
          </p:cNvPr>
          <p:cNvSpPr txBox="1"/>
          <p:nvPr/>
        </p:nvSpPr>
        <p:spPr>
          <a:xfrm>
            <a:off x="4832343" y="5507344"/>
            <a:ext cx="282450" cy="369332"/>
          </a:xfrm>
          <a:prstGeom prst="rect">
            <a:avLst/>
          </a:prstGeom>
          <a:noFill/>
        </p:spPr>
        <p:txBody>
          <a:bodyPr wrap="none" rtlCol="0">
            <a:spAutoFit/>
          </a:bodyPr>
          <a:lstStyle/>
          <a:p>
            <a:r>
              <a:rPr lang="en-SG" b="1" dirty="0">
                <a:solidFill>
                  <a:schemeClr val="accent2">
                    <a:lumMod val="50000"/>
                  </a:schemeClr>
                </a:solidFill>
              </a:rPr>
              <a:t>L</a:t>
            </a:r>
          </a:p>
        </p:txBody>
      </p:sp>
      <p:sp>
        <p:nvSpPr>
          <p:cNvPr id="50" name="TextBox 49">
            <a:extLst>
              <a:ext uri="{FF2B5EF4-FFF2-40B4-BE49-F238E27FC236}">
                <a16:creationId xmlns:a16="http://schemas.microsoft.com/office/drawing/2014/main" id="{6551C887-BAE5-2F87-9AA3-E7AC9139AD01}"/>
              </a:ext>
            </a:extLst>
          </p:cNvPr>
          <p:cNvSpPr txBox="1"/>
          <p:nvPr/>
        </p:nvSpPr>
        <p:spPr>
          <a:xfrm>
            <a:off x="4824323" y="6083802"/>
            <a:ext cx="314510" cy="369332"/>
          </a:xfrm>
          <a:prstGeom prst="rect">
            <a:avLst/>
          </a:prstGeom>
          <a:noFill/>
        </p:spPr>
        <p:txBody>
          <a:bodyPr wrap="none" rtlCol="0">
            <a:spAutoFit/>
          </a:bodyPr>
          <a:lstStyle/>
          <a:p>
            <a:r>
              <a:rPr lang="en-SG" b="1" dirty="0">
                <a:solidFill>
                  <a:schemeClr val="accent2">
                    <a:lumMod val="50000"/>
                  </a:schemeClr>
                </a:solidFill>
              </a:rPr>
              <a:t>R</a:t>
            </a:r>
          </a:p>
        </p:txBody>
      </p:sp>
      <p:sp>
        <p:nvSpPr>
          <p:cNvPr id="51" name="TextBox 50">
            <a:extLst>
              <a:ext uri="{FF2B5EF4-FFF2-40B4-BE49-F238E27FC236}">
                <a16:creationId xmlns:a16="http://schemas.microsoft.com/office/drawing/2014/main" id="{BAA7E6F8-80D4-8D35-D9EE-3E5CDB45DA83}"/>
              </a:ext>
            </a:extLst>
          </p:cNvPr>
          <p:cNvSpPr txBox="1"/>
          <p:nvPr/>
        </p:nvSpPr>
        <p:spPr>
          <a:xfrm>
            <a:off x="6014884" y="3109285"/>
            <a:ext cx="3807542" cy="2031325"/>
          </a:xfrm>
          <a:prstGeom prst="rect">
            <a:avLst/>
          </a:prstGeom>
          <a:noFill/>
        </p:spPr>
        <p:txBody>
          <a:bodyPr wrap="square" rtlCol="0">
            <a:spAutoFit/>
          </a:bodyPr>
          <a:lstStyle/>
          <a:p>
            <a:r>
              <a:rPr lang="en-SG" dirty="0"/>
              <a:t>Player 1 chooses between A and B.</a:t>
            </a:r>
          </a:p>
          <a:p>
            <a:endParaRPr lang="en-SG" dirty="0"/>
          </a:p>
          <a:p>
            <a:r>
              <a:rPr lang="en-SG" dirty="0"/>
              <a:t>Player 2 </a:t>
            </a:r>
            <a:r>
              <a:rPr lang="en-SG" u="sng" dirty="0"/>
              <a:t>does not</a:t>
            </a:r>
            <a:r>
              <a:rPr lang="en-SG" dirty="0"/>
              <a:t> observe Player 1’s choice and chooses between U and D.</a:t>
            </a:r>
          </a:p>
          <a:p>
            <a:endParaRPr lang="en-SG" dirty="0"/>
          </a:p>
          <a:p>
            <a:r>
              <a:rPr lang="en-SG" dirty="0"/>
              <a:t>Player 3 observes Player 1 and 2’s choices and chooses between L and R.</a:t>
            </a:r>
          </a:p>
        </p:txBody>
      </p:sp>
      <p:cxnSp>
        <p:nvCxnSpPr>
          <p:cNvPr id="6" name="Straight Connector 5">
            <a:extLst>
              <a:ext uri="{FF2B5EF4-FFF2-40B4-BE49-F238E27FC236}">
                <a16:creationId xmlns:a16="http://schemas.microsoft.com/office/drawing/2014/main" id="{72CD8249-8A8D-8E14-AC1D-D403C2308AB3}"/>
              </a:ext>
            </a:extLst>
          </p:cNvPr>
          <p:cNvCxnSpPr/>
          <p:nvPr/>
        </p:nvCxnSpPr>
        <p:spPr>
          <a:xfrm>
            <a:off x="2619178" y="3665303"/>
            <a:ext cx="0" cy="1407150"/>
          </a:xfrm>
          <a:prstGeom prst="line">
            <a:avLst/>
          </a:prstGeom>
          <a:ln w="57150">
            <a:solidFill>
              <a:srgbClr val="0000FF"/>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6857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Information Sets</a:t>
            </a:r>
          </a:p>
        </p:txBody>
      </p:sp>
      <p:sp>
        <p:nvSpPr>
          <p:cNvPr id="3" name="Slide Number Placeholder 2">
            <a:extLst>
              <a:ext uri="{FF2B5EF4-FFF2-40B4-BE49-F238E27FC236}">
                <a16:creationId xmlns:a16="http://schemas.microsoft.com/office/drawing/2014/main" id="{74BBFD0F-0D98-48F6-BE1A-8F97A1D66FA4}"/>
              </a:ext>
            </a:extLst>
          </p:cNvPr>
          <p:cNvSpPr>
            <a:spLocks noGrp="1"/>
          </p:cNvSpPr>
          <p:nvPr>
            <p:ph type="sldNum" sz="quarter" idx="12"/>
          </p:nvPr>
        </p:nvSpPr>
        <p:spPr/>
        <p:txBody>
          <a:bodyPr/>
          <a:lstStyle/>
          <a:p>
            <a:fld id="{104D1C85-D14C-4D1F-B1AC-077E19A989F2}" type="slidenum">
              <a:rPr lang="en-GB" smtClean="0"/>
              <a:t>36</a:t>
            </a:fld>
            <a:endParaRPr lang="en-GB" dirty="0"/>
          </a:p>
        </p:txBody>
      </p:sp>
      <p:cxnSp>
        <p:nvCxnSpPr>
          <p:cNvPr id="5" name="Straight Connector 4">
            <a:extLst>
              <a:ext uri="{FF2B5EF4-FFF2-40B4-BE49-F238E27FC236}">
                <a16:creationId xmlns:a16="http://schemas.microsoft.com/office/drawing/2014/main" id="{A51511EB-F7C6-D7AE-3ACE-0DCF76BF3C09}"/>
              </a:ext>
            </a:extLst>
          </p:cNvPr>
          <p:cNvCxnSpPr>
            <a:cxnSpLocks/>
          </p:cNvCxnSpPr>
          <p:nvPr/>
        </p:nvCxnSpPr>
        <p:spPr>
          <a:xfrm flipV="1">
            <a:off x="1897085" y="2773797"/>
            <a:ext cx="1054509" cy="1033087"/>
          </a:xfrm>
          <a:prstGeom prst="line">
            <a:avLst/>
          </a:prstGeom>
          <a:ln w="1905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0E2BFDB7-2B53-99B1-FD8E-AFDC23476AD0}"/>
              </a:ext>
            </a:extLst>
          </p:cNvPr>
          <p:cNvCxnSpPr>
            <a:cxnSpLocks/>
          </p:cNvCxnSpPr>
          <p:nvPr/>
        </p:nvCxnSpPr>
        <p:spPr>
          <a:xfrm>
            <a:off x="1897085" y="3796902"/>
            <a:ext cx="1054509" cy="912581"/>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81E05CC-01A2-70F4-D399-BD4287687745}"/>
              </a:ext>
            </a:extLst>
          </p:cNvPr>
          <p:cNvCxnSpPr>
            <a:cxnSpLocks/>
          </p:cNvCxnSpPr>
          <p:nvPr/>
        </p:nvCxnSpPr>
        <p:spPr>
          <a:xfrm flipV="1">
            <a:off x="2951594" y="2128595"/>
            <a:ext cx="1054509" cy="651411"/>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0A7F6C5D-ED94-B261-46AA-3D30FD4A4516}"/>
              </a:ext>
            </a:extLst>
          </p:cNvPr>
          <p:cNvCxnSpPr>
            <a:cxnSpLocks/>
          </p:cNvCxnSpPr>
          <p:nvPr/>
        </p:nvCxnSpPr>
        <p:spPr>
          <a:xfrm>
            <a:off x="3001397" y="2740753"/>
            <a:ext cx="1004706" cy="566583"/>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F6C2383-92A9-9B37-90A4-F8F07390C732}"/>
              </a:ext>
            </a:extLst>
          </p:cNvPr>
          <p:cNvCxnSpPr>
            <a:cxnSpLocks/>
          </p:cNvCxnSpPr>
          <p:nvPr/>
        </p:nvCxnSpPr>
        <p:spPr>
          <a:xfrm flipV="1">
            <a:off x="2954108" y="4089951"/>
            <a:ext cx="1054509" cy="651411"/>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BE5EE89-5EEE-CCBF-4E01-A74FA7A85D03}"/>
              </a:ext>
            </a:extLst>
          </p:cNvPr>
          <p:cNvCxnSpPr>
            <a:cxnSpLocks/>
          </p:cNvCxnSpPr>
          <p:nvPr/>
        </p:nvCxnSpPr>
        <p:spPr>
          <a:xfrm>
            <a:off x="2981789" y="4731605"/>
            <a:ext cx="1004706" cy="566583"/>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6AF1D0-79B1-BCE6-BC3E-F15F5CC99E28}"/>
              </a:ext>
            </a:extLst>
          </p:cNvPr>
          <p:cNvCxnSpPr>
            <a:cxnSpLocks/>
          </p:cNvCxnSpPr>
          <p:nvPr/>
        </p:nvCxnSpPr>
        <p:spPr>
          <a:xfrm flipV="1">
            <a:off x="4011928" y="1835934"/>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8B44AD2F-2C86-D416-9D5F-382AA7BEDFBE}"/>
              </a:ext>
            </a:extLst>
          </p:cNvPr>
          <p:cNvCxnSpPr>
            <a:cxnSpLocks/>
          </p:cNvCxnSpPr>
          <p:nvPr/>
        </p:nvCxnSpPr>
        <p:spPr>
          <a:xfrm>
            <a:off x="4006103" y="2128595"/>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50415D99-7317-C571-1335-570D93D66097}"/>
              </a:ext>
            </a:extLst>
          </p:cNvPr>
          <p:cNvCxnSpPr>
            <a:cxnSpLocks/>
          </p:cNvCxnSpPr>
          <p:nvPr/>
        </p:nvCxnSpPr>
        <p:spPr>
          <a:xfrm flipV="1">
            <a:off x="4011928" y="3007830"/>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D06BB190-AFFD-136A-364C-96154048676C}"/>
              </a:ext>
            </a:extLst>
          </p:cNvPr>
          <p:cNvCxnSpPr>
            <a:cxnSpLocks/>
          </p:cNvCxnSpPr>
          <p:nvPr/>
        </p:nvCxnSpPr>
        <p:spPr>
          <a:xfrm>
            <a:off x="4006103" y="3300491"/>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46DD161A-5124-E2BB-2B5A-6187ACEC5B85}"/>
              </a:ext>
            </a:extLst>
          </p:cNvPr>
          <p:cNvCxnSpPr>
            <a:cxnSpLocks/>
          </p:cNvCxnSpPr>
          <p:nvPr/>
        </p:nvCxnSpPr>
        <p:spPr>
          <a:xfrm flipV="1">
            <a:off x="4011928" y="3790445"/>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8198CDD0-3FFB-CBD4-79E4-0CF314C55C7A}"/>
              </a:ext>
            </a:extLst>
          </p:cNvPr>
          <p:cNvCxnSpPr>
            <a:cxnSpLocks/>
          </p:cNvCxnSpPr>
          <p:nvPr/>
        </p:nvCxnSpPr>
        <p:spPr>
          <a:xfrm>
            <a:off x="4006103" y="4083106"/>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67BD52C-621D-EF77-6FD2-A0D62357C301}"/>
              </a:ext>
            </a:extLst>
          </p:cNvPr>
          <p:cNvCxnSpPr>
            <a:cxnSpLocks/>
          </p:cNvCxnSpPr>
          <p:nvPr/>
        </p:nvCxnSpPr>
        <p:spPr>
          <a:xfrm flipV="1">
            <a:off x="3986495" y="5005527"/>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4318A21D-59E9-C852-B25E-28229705E4B6}"/>
              </a:ext>
            </a:extLst>
          </p:cNvPr>
          <p:cNvCxnSpPr>
            <a:cxnSpLocks/>
          </p:cNvCxnSpPr>
          <p:nvPr/>
        </p:nvCxnSpPr>
        <p:spPr>
          <a:xfrm>
            <a:off x="3980670" y="5298188"/>
            <a:ext cx="1185696" cy="331874"/>
          </a:xfrm>
          <a:prstGeom prst="line">
            <a:avLst/>
          </a:prstGeom>
          <a:ln w="19050"/>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781BE159-182E-08AF-11AA-272A5F49D265}"/>
              </a:ext>
            </a:extLst>
          </p:cNvPr>
          <p:cNvSpPr/>
          <p:nvPr/>
        </p:nvSpPr>
        <p:spPr>
          <a:xfrm>
            <a:off x="1801220" y="3685925"/>
            <a:ext cx="302342" cy="302342"/>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SG" dirty="0"/>
              <a:t>1</a:t>
            </a:r>
          </a:p>
        </p:txBody>
      </p:sp>
      <p:sp>
        <p:nvSpPr>
          <p:cNvPr id="30" name="Oval 29">
            <a:extLst>
              <a:ext uri="{FF2B5EF4-FFF2-40B4-BE49-F238E27FC236}">
                <a16:creationId xmlns:a16="http://schemas.microsoft.com/office/drawing/2014/main" id="{E6040D7A-CE07-B052-7FF4-8D157ADDBF83}"/>
              </a:ext>
            </a:extLst>
          </p:cNvPr>
          <p:cNvSpPr/>
          <p:nvPr/>
        </p:nvSpPr>
        <p:spPr>
          <a:xfrm>
            <a:off x="2843439" y="2628835"/>
            <a:ext cx="302342" cy="30234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dirty="0"/>
              <a:t>2</a:t>
            </a:r>
          </a:p>
        </p:txBody>
      </p:sp>
      <p:sp>
        <p:nvSpPr>
          <p:cNvPr id="31" name="Oval 30">
            <a:extLst>
              <a:ext uri="{FF2B5EF4-FFF2-40B4-BE49-F238E27FC236}">
                <a16:creationId xmlns:a16="http://schemas.microsoft.com/office/drawing/2014/main" id="{57ED2357-5AFB-2FDB-A6B7-3EA44DCACB6F}"/>
              </a:ext>
            </a:extLst>
          </p:cNvPr>
          <p:cNvSpPr/>
          <p:nvPr/>
        </p:nvSpPr>
        <p:spPr>
          <a:xfrm>
            <a:off x="2831176" y="4553972"/>
            <a:ext cx="302342" cy="30234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dirty="0"/>
              <a:t>2</a:t>
            </a:r>
          </a:p>
        </p:txBody>
      </p:sp>
      <p:sp>
        <p:nvSpPr>
          <p:cNvPr id="32" name="Oval 31">
            <a:extLst>
              <a:ext uri="{FF2B5EF4-FFF2-40B4-BE49-F238E27FC236}">
                <a16:creationId xmlns:a16="http://schemas.microsoft.com/office/drawing/2014/main" id="{F1F79FB4-2955-9BDA-3E35-B4E6C08BD2C0}"/>
              </a:ext>
            </a:extLst>
          </p:cNvPr>
          <p:cNvSpPr/>
          <p:nvPr/>
        </p:nvSpPr>
        <p:spPr>
          <a:xfrm>
            <a:off x="3863157" y="1951048"/>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3" name="Oval 32">
            <a:extLst>
              <a:ext uri="{FF2B5EF4-FFF2-40B4-BE49-F238E27FC236}">
                <a16:creationId xmlns:a16="http://schemas.microsoft.com/office/drawing/2014/main" id="{974FFCCE-8BA1-E4F2-D02D-F8326845FF3C}"/>
              </a:ext>
            </a:extLst>
          </p:cNvPr>
          <p:cNvSpPr/>
          <p:nvPr/>
        </p:nvSpPr>
        <p:spPr>
          <a:xfrm>
            <a:off x="3860320" y="3136198"/>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4" name="Oval 33">
            <a:extLst>
              <a:ext uri="{FF2B5EF4-FFF2-40B4-BE49-F238E27FC236}">
                <a16:creationId xmlns:a16="http://schemas.microsoft.com/office/drawing/2014/main" id="{9A559073-3407-2F25-EF5F-75DC2A4AFB24}"/>
              </a:ext>
            </a:extLst>
          </p:cNvPr>
          <p:cNvSpPr/>
          <p:nvPr/>
        </p:nvSpPr>
        <p:spPr>
          <a:xfrm>
            <a:off x="3884749" y="3946701"/>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5" name="Oval 34">
            <a:extLst>
              <a:ext uri="{FF2B5EF4-FFF2-40B4-BE49-F238E27FC236}">
                <a16:creationId xmlns:a16="http://schemas.microsoft.com/office/drawing/2014/main" id="{96795DCF-D115-81C8-6128-2F1B38CC1A6E}"/>
              </a:ext>
            </a:extLst>
          </p:cNvPr>
          <p:cNvSpPr/>
          <p:nvPr/>
        </p:nvSpPr>
        <p:spPr>
          <a:xfrm>
            <a:off x="3884749" y="5173479"/>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7" name="TextBox 36">
            <a:extLst>
              <a:ext uri="{FF2B5EF4-FFF2-40B4-BE49-F238E27FC236}">
                <a16:creationId xmlns:a16="http://schemas.microsoft.com/office/drawing/2014/main" id="{5B847FA5-4532-F954-AF91-7654CBAA27D9}"/>
              </a:ext>
            </a:extLst>
          </p:cNvPr>
          <p:cNvSpPr txBox="1"/>
          <p:nvPr/>
        </p:nvSpPr>
        <p:spPr>
          <a:xfrm>
            <a:off x="1952391" y="3108823"/>
            <a:ext cx="317716" cy="369332"/>
          </a:xfrm>
          <a:prstGeom prst="rect">
            <a:avLst/>
          </a:prstGeom>
          <a:noFill/>
        </p:spPr>
        <p:txBody>
          <a:bodyPr wrap="none" rtlCol="0">
            <a:spAutoFit/>
          </a:bodyPr>
          <a:lstStyle/>
          <a:p>
            <a:r>
              <a:rPr lang="en-SG" dirty="0"/>
              <a:t>A</a:t>
            </a:r>
          </a:p>
        </p:txBody>
      </p:sp>
      <p:sp>
        <p:nvSpPr>
          <p:cNvPr id="38" name="TextBox 37">
            <a:extLst>
              <a:ext uri="{FF2B5EF4-FFF2-40B4-BE49-F238E27FC236}">
                <a16:creationId xmlns:a16="http://schemas.microsoft.com/office/drawing/2014/main" id="{C4139BF8-6435-6C1C-0DE1-6F17F68B5233}"/>
              </a:ext>
            </a:extLst>
          </p:cNvPr>
          <p:cNvSpPr txBox="1"/>
          <p:nvPr/>
        </p:nvSpPr>
        <p:spPr>
          <a:xfrm>
            <a:off x="1949400" y="4221588"/>
            <a:ext cx="309700" cy="369332"/>
          </a:xfrm>
          <a:prstGeom prst="rect">
            <a:avLst/>
          </a:prstGeom>
          <a:noFill/>
        </p:spPr>
        <p:txBody>
          <a:bodyPr wrap="none" rtlCol="0">
            <a:spAutoFit/>
          </a:bodyPr>
          <a:lstStyle/>
          <a:p>
            <a:r>
              <a:rPr lang="en-SG" dirty="0"/>
              <a:t>B</a:t>
            </a:r>
          </a:p>
        </p:txBody>
      </p:sp>
      <p:sp>
        <p:nvSpPr>
          <p:cNvPr id="39" name="TextBox 38">
            <a:extLst>
              <a:ext uri="{FF2B5EF4-FFF2-40B4-BE49-F238E27FC236}">
                <a16:creationId xmlns:a16="http://schemas.microsoft.com/office/drawing/2014/main" id="{31672930-6E4E-565F-F745-2372BFBD128E}"/>
              </a:ext>
            </a:extLst>
          </p:cNvPr>
          <p:cNvSpPr txBox="1"/>
          <p:nvPr/>
        </p:nvSpPr>
        <p:spPr>
          <a:xfrm>
            <a:off x="3241305" y="2109055"/>
            <a:ext cx="332142" cy="369332"/>
          </a:xfrm>
          <a:prstGeom prst="rect">
            <a:avLst/>
          </a:prstGeom>
          <a:noFill/>
        </p:spPr>
        <p:txBody>
          <a:bodyPr wrap="none" rtlCol="0">
            <a:spAutoFit/>
          </a:bodyPr>
          <a:lstStyle/>
          <a:p>
            <a:r>
              <a:rPr lang="en-SG" dirty="0"/>
              <a:t>U</a:t>
            </a:r>
          </a:p>
        </p:txBody>
      </p:sp>
      <p:sp>
        <p:nvSpPr>
          <p:cNvPr id="40" name="TextBox 39">
            <a:extLst>
              <a:ext uri="{FF2B5EF4-FFF2-40B4-BE49-F238E27FC236}">
                <a16:creationId xmlns:a16="http://schemas.microsoft.com/office/drawing/2014/main" id="{39AABBEE-E546-194C-8C83-FABB2DB22596}"/>
              </a:ext>
            </a:extLst>
          </p:cNvPr>
          <p:cNvSpPr txBox="1"/>
          <p:nvPr/>
        </p:nvSpPr>
        <p:spPr>
          <a:xfrm>
            <a:off x="3241305" y="3031751"/>
            <a:ext cx="327334" cy="369332"/>
          </a:xfrm>
          <a:prstGeom prst="rect">
            <a:avLst/>
          </a:prstGeom>
          <a:noFill/>
        </p:spPr>
        <p:txBody>
          <a:bodyPr wrap="none" rtlCol="0">
            <a:spAutoFit/>
          </a:bodyPr>
          <a:lstStyle/>
          <a:p>
            <a:r>
              <a:rPr lang="en-SG" dirty="0"/>
              <a:t>D</a:t>
            </a:r>
          </a:p>
        </p:txBody>
      </p:sp>
      <p:sp>
        <p:nvSpPr>
          <p:cNvPr id="41" name="TextBox 40">
            <a:extLst>
              <a:ext uri="{FF2B5EF4-FFF2-40B4-BE49-F238E27FC236}">
                <a16:creationId xmlns:a16="http://schemas.microsoft.com/office/drawing/2014/main" id="{1A78C340-1D49-52B2-CCFD-6F3A876B1240}"/>
              </a:ext>
            </a:extLst>
          </p:cNvPr>
          <p:cNvSpPr txBox="1"/>
          <p:nvPr/>
        </p:nvSpPr>
        <p:spPr>
          <a:xfrm>
            <a:off x="3294427" y="4006106"/>
            <a:ext cx="332142" cy="369332"/>
          </a:xfrm>
          <a:prstGeom prst="rect">
            <a:avLst/>
          </a:prstGeom>
          <a:noFill/>
        </p:spPr>
        <p:txBody>
          <a:bodyPr wrap="none" rtlCol="0">
            <a:spAutoFit/>
          </a:bodyPr>
          <a:lstStyle/>
          <a:p>
            <a:r>
              <a:rPr lang="en-SG" b="1" dirty="0">
                <a:solidFill>
                  <a:srgbClr val="FF0000"/>
                </a:solidFill>
              </a:rPr>
              <a:t>U</a:t>
            </a:r>
          </a:p>
        </p:txBody>
      </p:sp>
      <p:sp>
        <p:nvSpPr>
          <p:cNvPr id="42" name="TextBox 41">
            <a:extLst>
              <a:ext uri="{FF2B5EF4-FFF2-40B4-BE49-F238E27FC236}">
                <a16:creationId xmlns:a16="http://schemas.microsoft.com/office/drawing/2014/main" id="{85F63324-4D35-CE51-49EE-E1511E96371E}"/>
              </a:ext>
            </a:extLst>
          </p:cNvPr>
          <p:cNvSpPr txBox="1"/>
          <p:nvPr/>
        </p:nvSpPr>
        <p:spPr>
          <a:xfrm>
            <a:off x="3294427" y="4928802"/>
            <a:ext cx="330540" cy="369332"/>
          </a:xfrm>
          <a:prstGeom prst="rect">
            <a:avLst/>
          </a:prstGeom>
          <a:noFill/>
        </p:spPr>
        <p:txBody>
          <a:bodyPr wrap="none" rtlCol="0">
            <a:spAutoFit/>
          </a:bodyPr>
          <a:lstStyle/>
          <a:p>
            <a:r>
              <a:rPr lang="en-SG" b="1" dirty="0">
                <a:solidFill>
                  <a:srgbClr val="FF0000"/>
                </a:solidFill>
              </a:rPr>
              <a:t>D</a:t>
            </a:r>
          </a:p>
        </p:txBody>
      </p:sp>
      <p:sp>
        <p:nvSpPr>
          <p:cNvPr id="43" name="TextBox 42">
            <a:extLst>
              <a:ext uri="{FF2B5EF4-FFF2-40B4-BE49-F238E27FC236}">
                <a16:creationId xmlns:a16="http://schemas.microsoft.com/office/drawing/2014/main" id="{4A05606A-8E3E-587C-DC96-10E8992B1EEA}"/>
              </a:ext>
            </a:extLst>
          </p:cNvPr>
          <p:cNvSpPr txBox="1"/>
          <p:nvPr/>
        </p:nvSpPr>
        <p:spPr>
          <a:xfrm>
            <a:off x="5202974" y="1690688"/>
            <a:ext cx="282450" cy="369332"/>
          </a:xfrm>
          <a:prstGeom prst="rect">
            <a:avLst/>
          </a:prstGeom>
          <a:noFill/>
        </p:spPr>
        <p:txBody>
          <a:bodyPr wrap="none" rtlCol="0">
            <a:spAutoFit/>
          </a:bodyPr>
          <a:lstStyle/>
          <a:p>
            <a:r>
              <a:rPr lang="en-SG" dirty="0"/>
              <a:t>L</a:t>
            </a:r>
          </a:p>
        </p:txBody>
      </p:sp>
      <p:sp>
        <p:nvSpPr>
          <p:cNvPr id="44" name="TextBox 43">
            <a:extLst>
              <a:ext uri="{FF2B5EF4-FFF2-40B4-BE49-F238E27FC236}">
                <a16:creationId xmlns:a16="http://schemas.microsoft.com/office/drawing/2014/main" id="{F57CD2D7-2D89-D4B2-2D47-991FADB06868}"/>
              </a:ext>
            </a:extLst>
          </p:cNvPr>
          <p:cNvSpPr txBox="1"/>
          <p:nvPr/>
        </p:nvSpPr>
        <p:spPr>
          <a:xfrm>
            <a:off x="5194954" y="2267146"/>
            <a:ext cx="309700" cy="369332"/>
          </a:xfrm>
          <a:prstGeom prst="rect">
            <a:avLst/>
          </a:prstGeom>
          <a:noFill/>
        </p:spPr>
        <p:txBody>
          <a:bodyPr wrap="none" rtlCol="0">
            <a:spAutoFit/>
          </a:bodyPr>
          <a:lstStyle/>
          <a:p>
            <a:r>
              <a:rPr lang="en-SG" dirty="0"/>
              <a:t>R</a:t>
            </a:r>
          </a:p>
        </p:txBody>
      </p:sp>
      <p:sp>
        <p:nvSpPr>
          <p:cNvPr id="45" name="TextBox 44">
            <a:extLst>
              <a:ext uri="{FF2B5EF4-FFF2-40B4-BE49-F238E27FC236}">
                <a16:creationId xmlns:a16="http://schemas.microsoft.com/office/drawing/2014/main" id="{C0F7A4D4-290D-9F75-52E4-8ABDC1F978F5}"/>
              </a:ext>
            </a:extLst>
          </p:cNvPr>
          <p:cNvSpPr txBox="1"/>
          <p:nvPr/>
        </p:nvSpPr>
        <p:spPr>
          <a:xfrm>
            <a:off x="5199819" y="2844655"/>
            <a:ext cx="282450" cy="369332"/>
          </a:xfrm>
          <a:prstGeom prst="rect">
            <a:avLst/>
          </a:prstGeom>
          <a:noFill/>
        </p:spPr>
        <p:txBody>
          <a:bodyPr wrap="none" rtlCol="0">
            <a:spAutoFit/>
          </a:bodyPr>
          <a:lstStyle/>
          <a:p>
            <a:r>
              <a:rPr lang="en-SG" dirty="0"/>
              <a:t>L</a:t>
            </a:r>
          </a:p>
        </p:txBody>
      </p:sp>
      <p:sp>
        <p:nvSpPr>
          <p:cNvPr id="46" name="TextBox 45">
            <a:extLst>
              <a:ext uri="{FF2B5EF4-FFF2-40B4-BE49-F238E27FC236}">
                <a16:creationId xmlns:a16="http://schemas.microsoft.com/office/drawing/2014/main" id="{6A20FD5B-DB18-D6E1-C124-BA188A8090D7}"/>
              </a:ext>
            </a:extLst>
          </p:cNvPr>
          <p:cNvSpPr txBox="1"/>
          <p:nvPr/>
        </p:nvSpPr>
        <p:spPr>
          <a:xfrm>
            <a:off x="5191799" y="3421113"/>
            <a:ext cx="309700" cy="369332"/>
          </a:xfrm>
          <a:prstGeom prst="rect">
            <a:avLst/>
          </a:prstGeom>
          <a:noFill/>
        </p:spPr>
        <p:txBody>
          <a:bodyPr wrap="none" rtlCol="0">
            <a:spAutoFit/>
          </a:bodyPr>
          <a:lstStyle/>
          <a:p>
            <a:r>
              <a:rPr lang="en-SG" dirty="0"/>
              <a:t>R</a:t>
            </a:r>
          </a:p>
        </p:txBody>
      </p:sp>
      <p:sp>
        <p:nvSpPr>
          <p:cNvPr id="47" name="TextBox 46">
            <a:extLst>
              <a:ext uri="{FF2B5EF4-FFF2-40B4-BE49-F238E27FC236}">
                <a16:creationId xmlns:a16="http://schemas.microsoft.com/office/drawing/2014/main" id="{79612624-F6AA-F944-C95E-15E405D886FD}"/>
              </a:ext>
            </a:extLst>
          </p:cNvPr>
          <p:cNvSpPr txBox="1"/>
          <p:nvPr/>
        </p:nvSpPr>
        <p:spPr>
          <a:xfrm>
            <a:off x="5194954" y="3658026"/>
            <a:ext cx="282450" cy="369332"/>
          </a:xfrm>
          <a:prstGeom prst="rect">
            <a:avLst/>
          </a:prstGeom>
          <a:noFill/>
        </p:spPr>
        <p:txBody>
          <a:bodyPr wrap="none" rtlCol="0">
            <a:spAutoFit/>
          </a:bodyPr>
          <a:lstStyle/>
          <a:p>
            <a:r>
              <a:rPr lang="en-SG" b="1" dirty="0">
                <a:solidFill>
                  <a:schemeClr val="accent2">
                    <a:lumMod val="60000"/>
                    <a:lumOff val="40000"/>
                  </a:schemeClr>
                </a:solidFill>
              </a:rPr>
              <a:t>L</a:t>
            </a:r>
          </a:p>
        </p:txBody>
      </p:sp>
      <p:sp>
        <p:nvSpPr>
          <p:cNvPr id="48" name="TextBox 47">
            <a:extLst>
              <a:ext uri="{FF2B5EF4-FFF2-40B4-BE49-F238E27FC236}">
                <a16:creationId xmlns:a16="http://schemas.microsoft.com/office/drawing/2014/main" id="{5B4DC293-7A7B-AC24-019B-4D4B07405D22}"/>
              </a:ext>
            </a:extLst>
          </p:cNvPr>
          <p:cNvSpPr txBox="1"/>
          <p:nvPr/>
        </p:nvSpPr>
        <p:spPr>
          <a:xfrm>
            <a:off x="5186934" y="4234484"/>
            <a:ext cx="314510" cy="369332"/>
          </a:xfrm>
          <a:prstGeom prst="rect">
            <a:avLst/>
          </a:prstGeom>
          <a:noFill/>
        </p:spPr>
        <p:txBody>
          <a:bodyPr wrap="none" rtlCol="0">
            <a:spAutoFit/>
          </a:bodyPr>
          <a:lstStyle/>
          <a:p>
            <a:r>
              <a:rPr lang="en-SG" b="1" dirty="0">
                <a:solidFill>
                  <a:schemeClr val="accent2">
                    <a:lumMod val="60000"/>
                    <a:lumOff val="40000"/>
                  </a:schemeClr>
                </a:solidFill>
              </a:rPr>
              <a:t>R</a:t>
            </a:r>
          </a:p>
        </p:txBody>
      </p:sp>
      <p:sp>
        <p:nvSpPr>
          <p:cNvPr id="49" name="TextBox 48">
            <a:extLst>
              <a:ext uri="{FF2B5EF4-FFF2-40B4-BE49-F238E27FC236}">
                <a16:creationId xmlns:a16="http://schemas.microsoft.com/office/drawing/2014/main" id="{8EC6B8DC-E61D-673E-7831-61318A0DEC7E}"/>
              </a:ext>
            </a:extLst>
          </p:cNvPr>
          <p:cNvSpPr txBox="1"/>
          <p:nvPr/>
        </p:nvSpPr>
        <p:spPr>
          <a:xfrm>
            <a:off x="5194954" y="4849871"/>
            <a:ext cx="282450" cy="369332"/>
          </a:xfrm>
          <a:prstGeom prst="rect">
            <a:avLst/>
          </a:prstGeom>
          <a:noFill/>
        </p:spPr>
        <p:txBody>
          <a:bodyPr wrap="none" rtlCol="0">
            <a:spAutoFit/>
          </a:bodyPr>
          <a:lstStyle/>
          <a:p>
            <a:r>
              <a:rPr lang="en-SG" b="1" dirty="0">
                <a:solidFill>
                  <a:schemeClr val="accent2">
                    <a:lumMod val="60000"/>
                    <a:lumOff val="40000"/>
                  </a:schemeClr>
                </a:solidFill>
              </a:rPr>
              <a:t>L</a:t>
            </a:r>
          </a:p>
        </p:txBody>
      </p:sp>
      <p:sp>
        <p:nvSpPr>
          <p:cNvPr id="50" name="TextBox 49">
            <a:extLst>
              <a:ext uri="{FF2B5EF4-FFF2-40B4-BE49-F238E27FC236}">
                <a16:creationId xmlns:a16="http://schemas.microsoft.com/office/drawing/2014/main" id="{6551C887-BAE5-2F87-9AA3-E7AC9139AD01}"/>
              </a:ext>
            </a:extLst>
          </p:cNvPr>
          <p:cNvSpPr txBox="1"/>
          <p:nvPr/>
        </p:nvSpPr>
        <p:spPr>
          <a:xfrm>
            <a:off x="5186934" y="5426329"/>
            <a:ext cx="314510" cy="369332"/>
          </a:xfrm>
          <a:prstGeom prst="rect">
            <a:avLst/>
          </a:prstGeom>
          <a:noFill/>
        </p:spPr>
        <p:txBody>
          <a:bodyPr wrap="none" rtlCol="0">
            <a:spAutoFit/>
          </a:bodyPr>
          <a:lstStyle/>
          <a:p>
            <a:r>
              <a:rPr lang="en-SG" b="1" dirty="0">
                <a:solidFill>
                  <a:schemeClr val="accent2">
                    <a:lumMod val="60000"/>
                    <a:lumOff val="40000"/>
                  </a:schemeClr>
                </a:solidFill>
              </a:rPr>
              <a:t>R</a:t>
            </a:r>
          </a:p>
        </p:txBody>
      </p:sp>
      <p:sp>
        <p:nvSpPr>
          <p:cNvPr id="51" name="TextBox 50">
            <a:extLst>
              <a:ext uri="{FF2B5EF4-FFF2-40B4-BE49-F238E27FC236}">
                <a16:creationId xmlns:a16="http://schemas.microsoft.com/office/drawing/2014/main" id="{BAA7E6F8-80D4-8D35-D9EE-3E5CDB45DA83}"/>
              </a:ext>
            </a:extLst>
          </p:cNvPr>
          <p:cNvSpPr txBox="1"/>
          <p:nvPr/>
        </p:nvSpPr>
        <p:spPr>
          <a:xfrm>
            <a:off x="6570948" y="1951048"/>
            <a:ext cx="4079304" cy="3970318"/>
          </a:xfrm>
          <a:prstGeom prst="rect">
            <a:avLst/>
          </a:prstGeom>
          <a:noFill/>
        </p:spPr>
        <p:txBody>
          <a:bodyPr wrap="square" rtlCol="0">
            <a:spAutoFit/>
          </a:bodyPr>
          <a:lstStyle/>
          <a:p>
            <a:r>
              <a:rPr lang="en-SG" dirty="0"/>
              <a:t>Player 1 chooses between A and B.</a:t>
            </a:r>
          </a:p>
          <a:p>
            <a:endParaRPr lang="en-SG" dirty="0"/>
          </a:p>
          <a:p>
            <a:r>
              <a:rPr lang="en-SG" dirty="0"/>
              <a:t>Player 2 observes Player 1’s choice and chooses between U and D.</a:t>
            </a:r>
          </a:p>
          <a:p>
            <a:endParaRPr lang="en-SG" dirty="0"/>
          </a:p>
          <a:p>
            <a:r>
              <a:rPr lang="en-SG" dirty="0"/>
              <a:t>Player 3 observes Player 1’s choice </a:t>
            </a:r>
            <a:r>
              <a:rPr lang="en-SG" u="sng" dirty="0"/>
              <a:t>but not</a:t>
            </a:r>
            <a:r>
              <a:rPr lang="en-SG" dirty="0"/>
              <a:t> Player 2’s choice and chooses between L and R.</a:t>
            </a:r>
          </a:p>
          <a:p>
            <a:endParaRPr lang="en-SG" dirty="0"/>
          </a:p>
          <a:p>
            <a:r>
              <a:rPr lang="en-SG" b="1" dirty="0"/>
              <a:t>Here, it is as if Player 2 and Player 3 play a simultaneous move game after 1 makes his decision.</a:t>
            </a:r>
          </a:p>
          <a:p>
            <a:endParaRPr lang="en-SG" dirty="0"/>
          </a:p>
          <a:p>
            <a:endParaRPr lang="en-SG" dirty="0"/>
          </a:p>
        </p:txBody>
      </p:sp>
      <p:cxnSp>
        <p:nvCxnSpPr>
          <p:cNvPr id="6" name="Straight Connector 5">
            <a:extLst>
              <a:ext uri="{FF2B5EF4-FFF2-40B4-BE49-F238E27FC236}">
                <a16:creationId xmlns:a16="http://schemas.microsoft.com/office/drawing/2014/main" id="{72CD8249-8A8D-8E14-AC1D-D403C2308AB3}"/>
              </a:ext>
            </a:extLst>
          </p:cNvPr>
          <p:cNvCxnSpPr>
            <a:cxnSpLocks/>
          </p:cNvCxnSpPr>
          <p:nvPr/>
        </p:nvCxnSpPr>
        <p:spPr>
          <a:xfrm>
            <a:off x="4020851" y="2297049"/>
            <a:ext cx="0" cy="841270"/>
          </a:xfrm>
          <a:prstGeom prst="line">
            <a:avLst/>
          </a:prstGeom>
          <a:ln w="571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F33E40B-190A-9002-9220-EF32FAF43E83}"/>
              </a:ext>
            </a:extLst>
          </p:cNvPr>
          <p:cNvCxnSpPr>
            <a:cxnSpLocks/>
          </p:cNvCxnSpPr>
          <p:nvPr/>
        </p:nvCxnSpPr>
        <p:spPr>
          <a:xfrm>
            <a:off x="4028225" y="4296222"/>
            <a:ext cx="0" cy="841270"/>
          </a:xfrm>
          <a:prstGeom prst="line">
            <a:avLst/>
          </a:prstGeom>
          <a:ln w="57150">
            <a:solidFill>
              <a:srgbClr val="0000FF"/>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4837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Review Questions 3a</a:t>
            </a:r>
          </a:p>
        </p:txBody>
      </p:sp>
      <p:sp>
        <p:nvSpPr>
          <p:cNvPr id="3" name="Slide Number Placeholder 2">
            <a:extLst>
              <a:ext uri="{FF2B5EF4-FFF2-40B4-BE49-F238E27FC236}">
                <a16:creationId xmlns:a16="http://schemas.microsoft.com/office/drawing/2014/main" id="{74BBFD0F-0D98-48F6-BE1A-8F97A1D66FA4}"/>
              </a:ext>
            </a:extLst>
          </p:cNvPr>
          <p:cNvSpPr>
            <a:spLocks noGrp="1"/>
          </p:cNvSpPr>
          <p:nvPr>
            <p:ph type="sldNum" sz="quarter" idx="12"/>
          </p:nvPr>
        </p:nvSpPr>
        <p:spPr/>
        <p:txBody>
          <a:bodyPr/>
          <a:lstStyle/>
          <a:p>
            <a:fld id="{104D1C85-D14C-4D1F-B1AC-077E19A989F2}" type="slidenum">
              <a:rPr lang="en-GB" smtClean="0"/>
              <a:t>37</a:t>
            </a:fld>
            <a:endParaRPr lang="en-GB" dirty="0"/>
          </a:p>
        </p:txBody>
      </p:sp>
      <p:cxnSp>
        <p:nvCxnSpPr>
          <p:cNvPr id="5" name="Straight Connector 4">
            <a:extLst>
              <a:ext uri="{FF2B5EF4-FFF2-40B4-BE49-F238E27FC236}">
                <a16:creationId xmlns:a16="http://schemas.microsoft.com/office/drawing/2014/main" id="{A51511EB-F7C6-D7AE-3ACE-0DCF76BF3C09}"/>
              </a:ext>
            </a:extLst>
          </p:cNvPr>
          <p:cNvCxnSpPr>
            <a:cxnSpLocks/>
          </p:cNvCxnSpPr>
          <p:nvPr/>
        </p:nvCxnSpPr>
        <p:spPr>
          <a:xfrm flipV="1">
            <a:off x="1916422" y="2850408"/>
            <a:ext cx="1054509" cy="1033087"/>
          </a:xfrm>
          <a:prstGeom prst="line">
            <a:avLst/>
          </a:prstGeom>
          <a:ln w="1905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0E2BFDB7-2B53-99B1-FD8E-AFDC23476AD0}"/>
              </a:ext>
            </a:extLst>
          </p:cNvPr>
          <p:cNvCxnSpPr>
            <a:cxnSpLocks/>
          </p:cNvCxnSpPr>
          <p:nvPr/>
        </p:nvCxnSpPr>
        <p:spPr>
          <a:xfrm>
            <a:off x="1916422" y="3873513"/>
            <a:ext cx="1054509" cy="912581"/>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81E05CC-01A2-70F4-D399-BD4287687745}"/>
              </a:ext>
            </a:extLst>
          </p:cNvPr>
          <p:cNvCxnSpPr>
            <a:cxnSpLocks/>
          </p:cNvCxnSpPr>
          <p:nvPr/>
        </p:nvCxnSpPr>
        <p:spPr>
          <a:xfrm flipV="1">
            <a:off x="2970931" y="2205206"/>
            <a:ext cx="1054509" cy="651411"/>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0A7F6C5D-ED94-B261-46AA-3D30FD4A4516}"/>
              </a:ext>
            </a:extLst>
          </p:cNvPr>
          <p:cNvCxnSpPr>
            <a:cxnSpLocks/>
          </p:cNvCxnSpPr>
          <p:nvPr/>
        </p:nvCxnSpPr>
        <p:spPr>
          <a:xfrm>
            <a:off x="3020734" y="2817364"/>
            <a:ext cx="1004706" cy="566583"/>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F6C2383-92A9-9B37-90A4-F8F07390C732}"/>
              </a:ext>
            </a:extLst>
          </p:cNvPr>
          <p:cNvCxnSpPr>
            <a:cxnSpLocks/>
          </p:cNvCxnSpPr>
          <p:nvPr/>
        </p:nvCxnSpPr>
        <p:spPr>
          <a:xfrm flipV="1">
            <a:off x="2973445" y="4166562"/>
            <a:ext cx="1054509" cy="651411"/>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BE5EE89-5EEE-CCBF-4E01-A74FA7A85D03}"/>
              </a:ext>
            </a:extLst>
          </p:cNvPr>
          <p:cNvCxnSpPr>
            <a:cxnSpLocks/>
          </p:cNvCxnSpPr>
          <p:nvPr/>
        </p:nvCxnSpPr>
        <p:spPr>
          <a:xfrm>
            <a:off x="3001126" y="4808216"/>
            <a:ext cx="1004706" cy="566583"/>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6AF1D0-79B1-BCE6-BC3E-F15F5CC99E28}"/>
              </a:ext>
            </a:extLst>
          </p:cNvPr>
          <p:cNvCxnSpPr>
            <a:cxnSpLocks/>
          </p:cNvCxnSpPr>
          <p:nvPr/>
        </p:nvCxnSpPr>
        <p:spPr>
          <a:xfrm flipV="1">
            <a:off x="4031265" y="1912545"/>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8B44AD2F-2C86-D416-9D5F-382AA7BEDFBE}"/>
              </a:ext>
            </a:extLst>
          </p:cNvPr>
          <p:cNvCxnSpPr>
            <a:cxnSpLocks/>
          </p:cNvCxnSpPr>
          <p:nvPr/>
        </p:nvCxnSpPr>
        <p:spPr>
          <a:xfrm>
            <a:off x="4025440" y="2205206"/>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50415D99-7317-C571-1335-570D93D66097}"/>
              </a:ext>
            </a:extLst>
          </p:cNvPr>
          <p:cNvCxnSpPr>
            <a:cxnSpLocks/>
          </p:cNvCxnSpPr>
          <p:nvPr/>
        </p:nvCxnSpPr>
        <p:spPr>
          <a:xfrm flipV="1">
            <a:off x="4031265" y="3084441"/>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D06BB190-AFFD-136A-364C-96154048676C}"/>
              </a:ext>
            </a:extLst>
          </p:cNvPr>
          <p:cNvCxnSpPr>
            <a:cxnSpLocks/>
          </p:cNvCxnSpPr>
          <p:nvPr/>
        </p:nvCxnSpPr>
        <p:spPr>
          <a:xfrm>
            <a:off x="4025440" y="3377102"/>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46DD161A-5124-E2BB-2B5A-6187ACEC5B85}"/>
              </a:ext>
            </a:extLst>
          </p:cNvPr>
          <p:cNvCxnSpPr>
            <a:cxnSpLocks/>
          </p:cNvCxnSpPr>
          <p:nvPr/>
        </p:nvCxnSpPr>
        <p:spPr>
          <a:xfrm flipV="1">
            <a:off x="4031265" y="3867056"/>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8198CDD0-3FFB-CBD4-79E4-0CF314C55C7A}"/>
              </a:ext>
            </a:extLst>
          </p:cNvPr>
          <p:cNvCxnSpPr>
            <a:cxnSpLocks/>
          </p:cNvCxnSpPr>
          <p:nvPr/>
        </p:nvCxnSpPr>
        <p:spPr>
          <a:xfrm>
            <a:off x="4025440" y="4159717"/>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67BD52C-621D-EF77-6FD2-A0D62357C301}"/>
              </a:ext>
            </a:extLst>
          </p:cNvPr>
          <p:cNvCxnSpPr>
            <a:cxnSpLocks/>
          </p:cNvCxnSpPr>
          <p:nvPr/>
        </p:nvCxnSpPr>
        <p:spPr>
          <a:xfrm flipV="1">
            <a:off x="4005832" y="5082138"/>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4318A21D-59E9-C852-B25E-28229705E4B6}"/>
              </a:ext>
            </a:extLst>
          </p:cNvPr>
          <p:cNvCxnSpPr>
            <a:cxnSpLocks/>
          </p:cNvCxnSpPr>
          <p:nvPr/>
        </p:nvCxnSpPr>
        <p:spPr>
          <a:xfrm>
            <a:off x="4000007" y="5374799"/>
            <a:ext cx="1185696" cy="331874"/>
          </a:xfrm>
          <a:prstGeom prst="line">
            <a:avLst/>
          </a:prstGeom>
          <a:ln w="19050"/>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781BE159-182E-08AF-11AA-272A5F49D265}"/>
              </a:ext>
            </a:extLst>
          </p:cNvPr>
          <p:cNvSpPr/>
          <p:nvPr/>
        </p:nvSpPr>
        <p:spPr>
          <a:xfrm>
            <a:off x="1820557" y="3762536"/>
            <a:ext cx="302342" cy="302342"/>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SG" dirty="0"/>
              <a:t>1</a:t>
            </a:r>
          </a:p>
        </p:txBody>
      </p:sp>
      <p:sp>
        <p:nvSpPr>
          <p:cNvPr id="30" name="Oval 29">
            <a:extLst>
              <a:ext uri="{FF2B5EF4-FFF2-40B4-BE49-F238E27FC236}">
                <a16:creationId xmlns:a16="http://schemas.microsoft.com/office/drawing/2014/main" id="{E6040D7A-CE07-B052-7FF4-8D157ADDBF83}"/>
              </a:ext>
            </a:extLst>
          </p:cNvPr>
          <p:cNvSpPr/>
          <p:nvPr/>
        </p:nvSpPr>
        <p:spPr>
          <a:xfrm>
            <a:off x="2862776" y="2705446"/>
            <a:ext cx="302342" cy="30234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dirty="0"/>
              <a:t>2</a:t>
            </a:r>
          </a:p>
        </p:txBody>
      </p:sp>
      <p:sp>
        <p:nvSpPr>
          <p:cNvPr id="31" name="Oval 30">
            <a:extLst>
              <a:ext uri="{FF2B5EF4-FFF2-40B4-BE49-F238E27FC236}">
                <a16:creationId xmlns:a16="http://schemas.microsoft.com/office/drawing/2014/main" id="{57ED2357-5AFB-2FDB-A6B7-3EA44DCACB6F}"/>
              </a:ext>
            </a:extLst>
          </p:cNvPr>
          <p:cNvSpPr/>
          <p:nvPr/>
        </p:nvSpPr>
        <p:spPr>
          <a:xfrm>
            <a:off x="2850513" y="4630583"/>
            <a:ext cx="302342" cy="30234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dirty="0"/>
              <a:t>2</a:t>
            </a:r>
          </a:p>
        </p:txBody>
      </p:sp>
      <p:sp>
        <p:nvSpPr>
          <p:cNvPr id="32" name="Oval 31">
            <a:extLst>
              <a:ext uri="{FF2B5EF4-FFF2-40B4-BE49-F238E27FC236}">
                <a16:creationId xmlns:a16="http://schemas.microsoft.com/office/drawing/2014/main" id="{F1F79FB4-2955-9BDA-3E35-B4E6C08BD2C0}"/>
              </a:ext>
            </a:extLst>
          </p:cNvPr>
          <p:cNvSpPr/>
          <p:nvPr/>
        </p:nvSpPr>
        <p:spPr>
          <a:xfrm>
            <a:off x="3882494" y="2027659"/>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3" name="Oval 32">
            <a:extLst>
              <a:ext uri="{FF2B5EF4-FFF2-40B4-BE49-F238E27FC236}">
                <a16:creationId xmlns:a16="http://schemas.microsoft.com/office/drawing/2014/main" id="{974FFCCE-8BA1-E4F2-D02D-F8326845FF3C}"/>
              </a:ext>
            </a:extLst>
          </p:cNvPr>
          <p:cNvSpPr/>
          <p:nvPr/>
        </p:nvSpPr>
        <p:spPr>
          <a:xfrm>
            <a:off x="3879657" y="3212809"/>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4" name="Oval 33">
            <a:extLst>
              <a:ext uri="{FF2B5EF4-FFF2-40B4-BE49-F238E27FC236}">
                <a16:creationId xmlns:a16="http://schemas.microsoft.com/office/drawing/2014/main" id="{9A559073-3407-2F25-EF5F-75DC2A4AFB24}"/>
              </a:ext>
            </a:extLst>
          </p:cNvPr>
          <p:cNvSpPr/>
          <p:nvPr/>
        </p:nvSpPr>
        <p:spPr>
          <a:xfrm>
            <a:off x="3904086" y="4023312"/>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5" name="Oval 34">
            <a:extLst>
              <a:ext uri="{FF2B5EF4-FFF2-40B4-BE49-F238E27FC236}">
                <a16:creationId xmlns:a16="http://schemas.microsoft.com/office/drawing/2014/main" id="{96795DCF-D115-81C8-6128-2F1B38CC1A6E}"/>
              </a:ext>
            </a:extLst>
          </p:cNvPr>
          <p:cNvSpPr/>
          <p:nvPr/>
        </p:nvSpPr>
        <p:spPr>
          <a:xfrm>
            <a:off x="3904086" y="5250090"/>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7" name="TextBox 36">
            <a:extLst>
              <a:ext uri="{FF2B5EF4-FFF2-40B4-BE49-F238E27FC236}">
                <a16:creationId xmlns:a16="http://schemas.microsoft.com/office/drawing/2014/main" id="{5B847FA5-4532-F954-AF91-7654CBAA27D9}"/>
              </a:ext>
            </a:extLst>
          </p:cNvPr>
          <p:cNvSpPr txBox="1"/>
          <p:nvPr/>
        </p:nvSpPr>
        <p:spPr>
          <a:xfrm>
            <a:off x="1971728" y="3185434"/>
            <a:ext cx="317716" cy="369332"/>
          </a:xfrm>
          <a:prstGeom prst="rect">
            <a:avLst/>
          </a:prstGeom>
          <a:noFill/>
        </p:spPr>
        <p:txBody>
          <a:bodyPr wrap="none" rtlCol="0">
            <a:spAutoFit/>
          </a:bodyPr>
          <a:lstStyle/>
          <a:p>
            <a:r>
              <a:rPr lang="en-SG" dirty="0"/>
              <a:t>A</a:t>
            </a:r>
          </a:p>
        </p:txBody>
      </p:sp>
      <p:sp>
        <p:nvSpPr>
          <p:cNvPr id="38" name="TextBox 37">
            <a:extLst>
              <a:ext uri="{FF2B5EF4-FFF2-40B4-BE49-F238E27FC236}">
                <a16:creationId xmlns:a16="http://schemas.microsoft.com/office/drawing/2014/main" id="{C4139BF8-6435-6C1C-0DE1-6F17F68B5233}"/>
              </a:ext>
            </a:extLst>
          </p:cNvPr>
          <p:cNvSpPr txBox="1"/>
          <p:nvPr/>
        </p:nvSpPr>
        <p:spPr>
          <a:xfrm>
            <a:off x="1968737" y="4298199"/>
            <a:ext cx="309700" cy="369332"/>
          </a:xfrm>
          <a:prstGeom prst="rect">
            <a:avLst/>
          </a:prstGeom>
          <a:noFill/>
        </p:spPr>
        <p:txBody>
          <a:bodyPr wrap="none" rtlCol="0">
            <a:spAutoFit/>
          </a:bodyPr>
          <a:lstStyle/>
          <a:p>
            <a:r>
              <a:rPr lang="en-SG" dirty="0"/>
              <a:t>B</a:t>
            </a:r>
          </a:p>
        </p:txBody>
      </p:sp>
      <p:sp>
        <p:nvSpPr>
          <p:cNvPr id="39" name="TextBox 38">
            <a:extLst>
              <a:ext uri="{FF2B5EF4-FFF2-40B4-BE49-F238E27FC236}">
                <a16:creationId xmlns:a16="http://schemas.microsoft.com/office/drawing/2014/main" id="{31672930-6E4E-565F-F745-2372BFBD128E}"/>
              </a:ext>
            </a:extLst>
          </p:cNvPr>
          <p:cNvSpPr txBox="1"/>
          <p:nvPr/>
        </p:nvSpPr>
        <p:spPr>
          <a:xfrm>
            <a:off x="3260642" y="2185666"/>
            <a:ext cx="332142" cy="369332"/>
          </a:xfrm>
          <a:prstGeom prst="rect">
            <a:avLst/>
          </a:prstGeom>
          <a:noFill/>
        </p:spPr>
        <p:txBody>
          <a:bodyPr wrap="none" rtlCol="0">
            <a:spAutoFit/>
          </a:bodyPr>
          <a:lstStyle/>
          <a:p>
            <a:r>
              <a:rPr lang="en-SG" dirty="0"/>
              <a:t>U</a:t>
            </a:r>
          </a:p>
        </p:txBody>
      </p:sp>
      <p:sp>
        <p:nvSpPr>
          <p:cNvPr id="40" name="TextBox 39">
            <a:extLst>
              <a:ext uri="{FF2B5EF4-FFF2-40B4-BE49-F238E27FC236}">
                <a16:creationId xmlns:a16="http://schemas.microsoft.com/office/drawing/2014/main" id="{39AABBEE-E546-194C-8C83-FABB2DB22596}"/>
              </a:ext>
            </a:extLst>
          </p:cNvPr>
          <p:cNvSpPr txBox="1"/>
          <p:nvPr/>
        </p:nvSpPr>
        <p:spPr>
          <a:xfrm>
            <a:off x="3260642" y="3108362"/>
            <a:ext cx="327334" cy="369332"/>
          </a:xfrm>
          <a:prstGeom prst="rect">
            <a:avLst/>
          </a:prstGeom>
          <a:noFill/>
        </p:spPr>
        <p:txBody>
          <a:bodyPr wrap="none" rtlCol="0">
            <a:spAutoFit/>
          </a:bodyPr>
          <a:lstStyle/>
          <a:p>
            <a:r>
              <a:rPr lang="en-SG" dirty="0"/>
              <a:t>D</a:t>
            </a:r>
          </a:p>
        </p:txBody>
      </p:sp>
      <p:sp>
        <p:nvSpPr>
          <p:cNvPr id="41" name="TextBox 40">
            <a:extLst>
              <a:ext uri="{FF2B5EF4-FFF2-40B4-BE49-F238E27FC236}">
                <a16:creationId xmlns:a16="http://schemas.microsoft.com/office/drawing/2014/main" id="{1A78C340-1D49-52B2-CCFD-6F3A876B1240}"/>
              </a:ext>
            </a:extLst>
          </p:cNvPr>
          <p:cNvSpPr txBox="1"/>
          <p:nvPr/>
        </p:nvSpPr>
        <p:spPr>
          <a:xfrm>
            <a:off x="3313764" y="4082717"/>
            <a:ext cx="332142" cy="369332"/>
          </a:xfrm>
          <a:prstGeom prst="rect">
            <a:avLst/>
          </a:prstGeom>
          <a:noFill/>
        </p:spPr>
        <p:txBody>
          <a:bodyPr wrap="none" rtlCol="0">
            <a:spAutoFit/>
          </a:bodyPr>
          <a:lstStyle/>
          <a:p>
            <a:r>
              <a:rPr lang="en-SG" dirty="0"/>
              <a:t>U</a:t>
            </a:r>
          </a:p>
        </p:txBody>
      </p:sp>
      <p:sp>
        <p:nvSpPr>
          <p:cNvPr id="42" name="TextBox 41">
            <a:extLst>
              <a:ext uri="{FF2B5EF4-FFF2-40B4-BE49-F238E27FC236}">
                <a16:creationId xmlns:a16="http://schemas.microsoft.com/office/drawing/2014/main" id="{85F63324-4D35-CE51-49EE-E1511E96371E}"/>
              </a:ext>
            </a:extLst>
          </p:cNvPr>
          <p:cNvSpPr txBox="1"/>
          <p:nvPr/>
        </p:nvSpPr>
        <p:spPr>
          <a:xfrm>
            <a:off x="3330406" y="5107266"/>
            <a:ext cx="327334" cy="369332"/>
          </a:xfrm>
          <a:prstGeom prst="rect">
            <a:avLst/>
          </a:prstGeom>
          <a:noFill/>
        </p:spPr>
        <p:txBody>
          <a:bodyPr wrap="none" rtlCol="0">
            <a:spAutoFit/>
          </a:bodyPr>
          <a:lstStyle/>
          <a:p>
            <a:r>
              <a:rPr lang="en-SG" dirty="0"/>
              <a:t>D</a:t>
            </a:r>
          </a:p>
        </p:txBody>
      </p:sp>
      <p:sp>
        <p:nvSpPr>
          <p:cNvPr id="43" name="TextBox 42">
            <a:extLst>
              <a:ext uri="{FF2B5EF4-FFF2-40B4-BE49-F238E27FC236}">
                <a16:creationId xmlns:a16="http://schemas.microsoft.com/office/drawing/2014/main" id="{4A05606A-8E3E-587C-DC96-10E8992B1EEA}"/>
              </a:ext>
            </a:extLst>
          </p:cNvPr>
          <p:cNvSpPr txBox="1"/>
          <p:nvPr/>
        </p:nvSpPr>
        <p:spPr>
          <a:xfrm>
            <a:off x="5222311" y="1767299"/>
            <a:ext cx="282450" cy="369332"/>
          </a:xfrm>
          <a:prstGeom prst="rect">
            <a:avLst/>
          </a:prstGeom>
          <a:noFill/>
        </p:spPr>
        <p:txBody>
          <a:bodyPr wrap="none" rtlCol="0">
            <a:spAutoFit/>
          </a:bodyPr>
          <a:lstStyle/>
          <a:p>
            <a:r>
              <a:rPr lang="en-SG" dirty="0"/>
              <a:t>L</a:t>
            </a:r>
          </a:p>
        </p:txBody>
      </p:sp>
      <p:sp>
        <p:nvSpPr>
          <p:cNvPr id="44" name="TextBox 43">
            <a:extLst>
              <a:ext uri="{FF2B5EF4-FFF2-40B4-BE49-F238E27FC236}">
                <a16:creationId xmlns:a16="http://schemas.microsoft.com/office/drawing/2014/main" id="{F57CD2D7-2D89-D4B2-2D47-991FADB06868}"/>
              </a:ext>
            </a:extLst>
          </p:cNvPr>
          <p:cNvSpPr txBox="1"/>
          <p:nvPr/>
        </p:nvSpPr>
        <p:spPr>
          <a:xfrm>
            <a:off x="5214291" y="2343757"/>
            <a:ext cx="309700" cy="369332"/>
          </a:xfrm>
          <a:prstGeom prst="rect">
            <a:avLst/>
          </a:prstGeom>
          <a:noFill/>
        </p:spPr>
        <p:txBody>
          <a:bodyPr wrap="none" rtlCol="0">
            <a:spAutoFit/>
          </a:bodyPr>
          <a:lstStyle/>
          <a:p>
            <a:r>
              <a:rPr lang="en-SG" dirty="0"/>
              <a:t>R</a:t>
            </a:r>
          </a:p>
        </p:txBody>
      </p:sp>
      <p:sp>
        <p:nvSpPr>
          <p:cNvPr id="45" name="TextBox 44">
            <a:extLst>
              <a:ext uri="{FF2B5EF4-FFF2-40B4-BE49-F238E27FC236}">
                <a16:creationId xmlns:a16="http://schemas.microsoft.com/office/drawing/2014/main" id="{C0F7A4D4-290D-9F75-52E4-8ABDC1F978F5}"/>
              </a:ext>
            </a:extLst>
          </p:cNvPr>
          <p:cNvSpPr txBox="1"/>
          <p:nvPr/>
        </p:nvSpPr>
        <p:spPr>
          <a:xfrm>
            <a:off x="5219156" y="2921266"/>
            <a:ext cx="282450" cy="369332"/>
          </a:xfrm>
          <a:prstGeom prst="rect">
            <a:avLst/>
          </a:prstGeom>
          <a:noFill/>
        </p:spPr>
        <p:txBody>
          <a:bodyPr wrap="none" rtlCol="0">
            <a:spAutoFit/>
          </a:bodyPr>
          <a:lstStyle/>
          <a:p>
            <a:r>
              <a:rPr lang="en-SG" dirty="0"/>
              <a:t>L</a:t>
            </a:r>
          </a:p>
        </p:txBody>
      </p:sp>
      <p:sp>
        <p:nvSpPr>
          <p:cNvPr id="46" name="TextBox 45">
            <a:extLst>
              <a:ext uri="{FF2B5EF4-FFF2-40B4-BE49-F238E27FC236}">
                <a16:creationId xmlns:a16="http://schemas.microsoft.com/office/drawing/2014/main" id="{6A20FD5B-DB18-D6E1-C124-BA188A8090D7}"/>
              </a:ext>
            </a:extLst>
          </p:cNvPr>
          <p:cNvSpPr txBox="1"/>
          <p:nvPr/>
        </p:nvSpPr>
        <p:spPr>
          <a:xfrm>
            <a:off x="5211136" y="3497724"/>
            <a:ext cx="309700" cy="369332"/>
          </a:xfrm>
          <a:prstGeom prst="rect">
            <a:avLst/>
          </a:prstGeom>
          <a:noFill/>
        </p:spPr>
        <p:txBody>
          <a:bodyPr wrap="none" rtlCol="0">
            <a:spAutoFit/>
          </a:bodyPr>
          <a:lstStyle/>
          <a:p>
            <a:r>
              <a:rPr lang="en-SG" dirty="0"/>
              <a:t>R</a:t>
            </a:r>
          </a:p>
        </p:txBody>
      </p:sp>
      <p:sp>
        <p:nvSpPr>
          <p:cNvPr id="47" name="TextBox 46">
            <a:extLst>
              <a:ext uri="{FF2B5EF4-FFF2-40B4-BE49-F238E27FC236}">
                <a16:creationId xmlns:a16="http://schemas.microsoft.com/office/drawing/2014/main" id="{79612624-F6AA-F944-C95E-15E405D886FD}"/>
              </a:ext>
            </a:extLst>
          </p:cNvPr>
          <p:cNvSpPr txBox="1"/>
          <p:nvPr/>
        </p:nvSpPr>
        <p:spPr>
          <a:xfrm>
            <a:off x="5214291" y="3734637"/>
            <a:ext cx="282450" cy="369332"/>
          </a:xfrm>
          <a:prstGeom prst="rect">
            <a:avLst/>
          </a:prstGeom>
          <a:noFill/>
        </p:spPr>
        <p:txBody>
          <a:bodyPr wrap="none" rtlCol="0">
            <a:spAutoFit/>
          </a:bodyPr>
          <a:lstStyle/>
          <a:p>
            <a:r>
              <a:rPr lang="en-SG" dirty="0"/>
              <a:t>L</a:t>
            </a:r>
          </a:p>
        </p:txBody>
      </p:sp>
      <p:sp>
        <p:nvSpPr>
          <p:cNvPr id="48" name="TextBox 47">
            <a:extLst>
              <a:ext uri="{FF2B5EF4-FFF2-40B4-BE49-F238E27FC236}">
                <a16:creationId xmlns:a16="http://schemas.microsoft.com/office/drawing/2014/main" id="{5B4DC293-7A7B-AC24-019B-4D4B07405D22}"/>
              </a:ext>
            </a:extLst>
          </p:cNvPr>
          <p:cNvSpPr txBox="1"/>
          <p:nvPr/>
        </p:nvSpPr>
        <p:spPr>
          <a:xfrm>
            <a:off x="5206271" y="4311095"/>
            <a:ext cx="309700" cy="369332"/>
          </a:xfrm>
          <a:prstGeom prst="rect">
            <a:avLst/>
          </a:prstGeom>
          <a:noFill/>
        </p:spPr>
        <p:txBody>
          <a:bodyPr wrap="none" rtlCol="0">
            <a:spAutoFit/>
          </a:bodyPr>
          <a:lstStyle/>
          <a:p>
            <a:r>
              <a:rPr lang="en-SG" dirty="0"/>
              <a:t>R</a:t>
            </a:r>
          </a:p>
        </p:txBody>
      </p:sp>
      <p:sp>
        <p:nvSpPr>
          <p:cNvPr id="49" name="TextBox 48">
            <a:extLst>
              <a:ext uri="{FF2B5EF4-FFF2-40B4-BE49-F238E27FC236}">
                <a16:creationId xmlns:a16="http://schemas.microsoft.com/office/drawing/2014/main" id="{8EC6B8DC-E61D-673E-7831-61318A0DEC7E}"/>
              </a:ext>
            </a:extLst>
          </p:cNvPr>
          <p:cNvSpPr txBox="1"/>
          <p:nvPr/>
        </p:nvSpPr>
        <p:spPr>
          <a:xfrm>
            <a:off x="5214291" y="4926482"/>
            <a:ext cx="282450" cy="369332"/>
          </a:xfrm>
          <a:prstGeom prst="rect">
            <a:avLst/>
          </a:prstGeom>
          <a:noFill/>
        </p:spPr>
        <p:txBody>
          <a:bodyPr wrap="none" rtlCol="0">
            <a:spAutoFit/>
          </a:bodyPr>
          <a:lstStyle/>
          <a:p>
            <a:r>
              <a:rPr lang="en-SG" dirty="0"/>
              <a:t>L</a:t>
            </a:r>
          </a:p>
        </p:txBody>
      </p:sp>
      <p:sp>
        <p:nvSpPr>
          <p:cNvPr id="50" name="TextBox 49">
            <a:extLst>
              <a:ext uri="{FF2B5EF4-FFF2-40B4-BE49-F238E27FC236}">
                <a16:creationId xmlns:a16="http://schemas.microsoft.com/office/drawing/2014/main" id="{6551C887-BAE5-2F87-9AA3-E7AC9139AD01}"/>
              </a:ext>
            </a:extLst>
          </p:cNvPr>
          <p:cNvSpPr txBox="1"/>
          <p:nvPr/>
        </p:nvSpPr>
        <p:spPr>
          <a:xfrm>
            <a:off x="5206271" y="5540736"/>
            <a:ext cx="309700" cy="369332"/>
          </a:xfrm>
          <a:prstGeom prst="rect">
            <a:avLst/>
          </a:prstGeom>
          <a:noFill/>
        </p:spPr>
        <p:txBody>
          <a:bodyPr wrap="none" rtlCol="0">
            <a:spAutoFit/>
          </a:bodyPr>
          <a:lstStyle/>
          <a:p>
            <a:r>
              <a:rPr lang="en-SG" dirty="0"/>
              <a:t>R</a:t>
            </a:r>
          </a:p>
        </p:txBody>
      </p:sp>
      <p:sp>
        <p:nvSpPr>
          <p:cNvPr id="51" name="TextBox 50">
            <a:extLst>
              <a:ext uri="{FF2B5EF4-FFF2-40B4-BE49-F238E27FC236}">
                <a16:creationId xmlns:a16="http://schemas.microsoft.com/office/drawing/2014/main" id="{BAA7E6F8-80D4-8D35-D9EE-3E5CDB45DA83}"/>
              </a:ext>
            </a:extLst>
          </p:cNvPr>
          <p:cNvSpPr txBox="1"/>
          <p:nvPr/>
        </p:nvSpPr>
        <p:spPr>
          <a:xfrm>
            <a:off x="6280394" y="2289727"/>
            <a:ext cx="5073406" cy="646331"/>
          </a:xfrm>
          <a:prstGeom prst="rect">
            <a:avLst/>
          </a:prstGeom>
          <a:noFill/>
        </p:spPr>
        <p:txBody>
          <a:bodyPr wrap="square" rtlCol="0">
            <a:spAutoFit/>
          </a:bodyPr>
          <a:lstStyle/>
          <a:p>
            <a:r>
              <a:rPr lang="en-SG" dirty="0"/>
              <a:t>Does Player 2 know whether Player 1 Chose A or B?</a:t>
            </a:r>
            <a:br>
              <a:rPr lang="en-SG" dirty="0"/>
            </a:br>
            <a:r>
              <a:rPr lang="en-SG" dirty="0"/>
              <a:t>Yes</a:t>
            </a:r>
          </a:p>
        </p:txBody>
      </p:sp>
      <p:cxnSp>
        <p:nvCxnSpPr>
          <p:cNvPr id="6" name="Straight Connector 5">
            <a:extLst>
              <a:ext uri="{FF2B5EF4-FFF2-40B4-BE49-F238E27FC236}">
                <a16:creationId xmlns:a16="http://schemas.microsoft.com/office/drawing/2014/main" id="{72CD8249-8A8D-8E14-AC1D-D403C2308AB3}"/>
              </a:ext>
            </a:extLst>
          </p:cNvPr>
          <p:cNvCxnSpPr>
            <a:cxnSpLocks/>
          </p:cNvCxnSpPr>
          <p:nvPr/>
        </p:nvCxnSpPr>
        <p:spPr>
          <a:xfrm>
            <a:off x="4040188" y="2373660"/>
            <a:ext cx="0" cy="841270"/>
          </a:xfrm>
          <a:prstGeom prst="line">
            <a:avLst/>
          </a:prstGeom>
          <a:ln w="57150">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92F2348-1827-BB18-F3A8-4F43F4BD3D3F}"/>
              </a:ext>
            </a:extLst>
          </p:cNvPr>
          <p:cNvSpPr txBox="1"/>
          <p:nvPr/>
        </p:nvSpPr>
        <p:spPr>
          <a:xfrm>
            <a:off x="6280394" y="3383947"/>
            <a:ext cx="5073406" cy="646331"/>
          </a:xfrm>
          <a:prstGeom prst="rect">
            <a:avLst/>
          </a:prstGeom>
          <a:noFill/>
        </p:spPr>
        <p:txBody>
          <a:bodyPr wrap="square" rtlCol="0">
            <a:spAutoFit/>
          </a:bodyPr>
          <a:lstStyle/>
          <a:p>
            <a:r>
              <a:rPr lang="en-SG" dirty="0"/>
              <a:t>Does Player 3 know whether Player 1 Chose A or B?</a:t>
            </a:r>
            <a:br>
              <a:rPr lang="en-SG" dirty="0"/>
            </a:br>
            <a:r>
              <a:rPr lang="en-SG" dirty="0"/>
              <a:t>Yes</a:t>
            </a:r>
          </a:p>
        </p:txBody>
      </p:sp>
      <p:sp>
        <p:nvSpPr>
          <p:cNvPr id="4" name="TextBox 3">
            <a:extLst>
              <a:ext uri="{FF2B5EF4-FFF2-40B4-BE49-F238E27FC236}">
                <a16:creationId xmlns:a16="http://schemas.microsoft.com/office/drawing/2014/main" id="{EBE22E14-61CC-9C3C-32CE-C8273A40D22E}"/>
              </a:ext>
            </a:extLst>
          </p:cNvPr>
          <p:cNvSpPr txBox="1"/>
          <p:nvPr/>
        </p:nvSpPr>
        <p:spPr>
          <a:xfrm>
            <a:off x="6280394" y="4478167"/>
            <a:ext cx="5073406" cy="923330"/>
          </a:xfrm>
          <a:prstGeom prst="rect">
            <a:avLst/>
          </a:prstGeom>
          <a:noFill/>
        </p:spPr>
        <p:txBody>
          <a:bodyPr wrap="square" rtlCol="0">
            <a:spAutoFit/>
          </a:bodyPr>
          <a:lstStyle/>
          <a:p>
            <a:r>
              <a:rPr lang="en-SG" dirty="0"/>
              <a:t>Does Player 3 know whether Player 2 Chose U or D?</a:t>
            </a:r>
            <a:br>
              <a:rPr lang="en-SG" dirty="0"/>
            </a:br>
            <a:r>
              <a:rPr lang="en-SG" dirty="0"/>
              <a:t>Depends. If player 1 choose A then he don’t know, if player 1 chooses B then he knows</a:t>
            </a:r>
          </a:p>
        </p:txBody>
      </p:sp>
      <p:pic>
        <p:nvPicPr>
          <p:cNvPr id="8" name="Picture 7">
            <a:extLst>
              <a:ext uri="{FF2B5EF4-FFF2-40B4-BE49-F238E27FC236}">
                <a16:creationId xmlns:a16="http://schemas.microsoft.com/office/drawing/2014/main" id="{BC57A929-95CB-0313-B6F8-A86D7DF57467}"/>
              </a:ext>
            </a:extLst>
          </p:cNvPr>
          <p:cNvPicPr>
            <a:picLocks noChangeAspect="1"/>
          </p:cNvPicPr>
          <p:nvPr/>
        </p:nvPicPr>
        <p:blipFill>
          <a:blip r:embed="rId3"/>
          <a:stretch>
            <a:fillRect/>
          </a:stretch>
        </p:blipFill>
        <p:spPr>
          <a:xfrm>
            <a:off x="10163240" y="136525"/>
            <a:ext cx="1732601" cy="1715361"/>
          </a:xfrm>
          <a:prstGeom prst="rect">
            <a:avLst/>
          </a:prstGeom>
        </p:spPr>
      </p:pic>
    </p:spTree>
    <p:extLst>
      <p:ext uri="{BB962C8B-B14F-4D97-AF65-F5344CB8AC3E}">
        <p14:creationId xmlns:p14="http://schemas.microsoft.com/office/powerpoint/2010/main" val="40137514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Review Questions 3b</a:t>
            </a:r>
          </a:p>
        </p:txBody>
      </p:sp>
      <p:sp>
        <p:nvSpPr>
          <p:cNvPr id="3" name="Slide Number Placeholder 2">
            <a:extLst>
              <a:ext uri="{FF2B5EF4-FFF2-40B4-BE49-F238E27FC236}">
                <a16:creationId xmlns:a16="http://schemas.microsoft.com/office/drawing/2014/main" id="{74BBFD0F-0D98-48F6-BE1A-8F97A1D66FA4}"/>
              </a:ext>
            </a:extLst>
          </p:cNvPr>
          <p:cNvSpPr>
            <a:spLocks noGrp="1"/>
          </p:cNvSpPr>
          <p:nvPr>
            <p:ph type="sldNum" sz="quarter" idx="12"/>
          </p:nvPr>
        </p:nvSpPr>
        <p:spPr/>
        <p:txBody>
          <a:bodyPr/>
          <a:lstStyle/>
          <a:p>
            <a:fld id="{104D1C85-D14C-4D1F-B1AC-077E19A989F2}" type="slidenum">
              <a:rPr lang="en-GB" smtClean="0"/>
              <a:t>38</a:t>
            </a:fld>
            <a:endParaRPr lang="en-GB" dirty="0"/>
          </a:p>
        </p:txBody>
      </p:sp>
      <p:cxnSp>
        <p:nvCxnSpPr>
          <p:cNvPr id="5" name="Straight Connector 4">
            <a:extLst>
              <a:ext uri="{FF2B5EF4-FFF2-40B4-BE49-F238E27FC236}">
                <a16:creationId xmlns:a16="http://schemas.microsoft.com/office/drawing/2014/main" id="{A51511EB-F7C6-D7AE-3ACE-0DCF76BF3C09}"/>
              </a:ext>
            </a:extLst>
          </p:cNvPr>
          <p:cNvCxnSpPr>
            <a:cxnSpLocks/>
          </p:cNvCxnSpPr>
          <p:nvPr/>
        </p:nvCxnSpPr>
        <p:spPr>
          <a:xfrm flipV="1">
            <a:off x="1865821" y="2891909"/>
            <a:ext cx="1054509" cy="1033087"/>
          </a:xfrm>
          <a:prstGeom prst="line">
            <a:avLst/>
          </a:prstGeom>
          <a:ln w="1905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0E2BFDB7-2B53-99B1-FD8E-AFDC23476AD0}"/>
              </a:ext>
            </a:extLst>
          </p:cNvPr>
          <p:cNvCxnSpPr>
            <a:cxnSpLocks/>
          </p:cNvCxnSpPr>
          <p:nvPr/>
        </p:nvCxnSpPr>
        <p:spPr>
          <a:xfrm>
            <a:off x="1865821" y="3915014"/>
            <a:ext cx="1054509" cy="912581"/>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81E05CC-01A2-70F4-D399-BD4287687745}"/>
              </a:ext>
            </a:extLst>
          </p:cNvPr>
          <p:cNvCxnSpPr>
            <a:cxnSpLocks/>
          </p:cNvCxnSpPr>
          <p:nvPr/>
        </p:nvCxnSpPr>
        <p:spPr>
          <a:xfrm flipV="1">
            <a:off x="2920330" y="2246707"/>
            <a:ext cx="1054509" cy="651411"/>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0A7F6C5D-ED94-B261-46AA-3D30FD4A4516}"/>
              </a:ext>
            </a:extLst>
          </p:cNvPr>
          <p:cNvCxnSpPr>
            <a:cxnSpLocks/>
          </p:cNvCxnSpPr>
          <p:nvPr/>
        </p:nvCxnSpPr>
        <p:spPr>
          <a:xfrm>
            <a:off x="2970133" y="2858865"/>
            <a:ext cx="1004706" cy="566583"/>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F6C2383-92A9-9B37-90A4-F8F07390C732}"/>
              </a:ext>
            </a:extLst>
          </p:cNvPr>
          <p:cNvCxnSpPr>
            <a:cxnSpLocks/>
          </p:cNvCxnSpPr>
          <p:nvPr/>
        </p:nvCxnSpPr>
        <p:spPr>
          <a:xfrm flipV="1">
            <a:off x="2922844" y="4208063"/>
            <a:ext cx="1054509" cy="651411"/>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BE5EE89-5EEE-CCBF-4E01-A74FA7A85D03}"/>
              </a:ext>
            </a:extLst>
          </p:cNvPr>
          <p:cNvCxnSpPr>
            <a:cxnSpLocks/>
          </p:cNvCxnSpPr>
          <p:nvPr/>
        </p:nvCxnSpPr>
        <p:spPr>
          <a:xfrm>
            <a:off x="2950525" y="4849717"/>
            <a:ext cx="1004706" cy="566583"/>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6AF1D0-79B1-BCE6-BC3E-F15F5CC99E28}"/>
              </a:ext>
            </a:extLst>
          </p:cNvPr>
          <p:cNvCxnSpPr>
            <a:cxnSpLocks/>
          </p:cNvCxnSpPr>
          <p:nvPr/>
        </p:nvCxnSpPr>
        <p:spPr>
          <a:xfrm flipV="1">
            <a:off x="3980664" y="1954046"/>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8B44AD2F-2C86-D416-9D5F-382AA7BEDFBE}"/>
              </a:ext>
            </a:extLst>
          </p:cNvPr>
          <p:cNvCxnSpPr>
            <a:cxnSpLocks/>
          </p:cNvCxnSpPr>
          <p:nvPr/>
        </p:nvCxnSpPr>
        <p:spPr>
          <a:xfrm>
            <a:off x="3974839" y="2246707"/>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50415D99-7317-C571-1335-570D93D66097}"/>
              </a:ext>
            </a:extLst>
          </p:cNvPr>
          <p:cNvCxnSpPr>
            <a:cxnSpLocks/>
          </p:cNvCxnSpPr>
          <p:nvPr/>
        </p:nvCxnSpPr>
        <p:spPr>
          <a:xfrm flipV="1">
            <a:off x="3980664" y="3125942"/>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D06BB190-AFFD-136A-364C-96154048676C}"/>
              </a:ext>
            </a:extLst>
          </p:cNvPr>
          <p:cNvCxnSpPr>
            <a:cxnSpLocks/>
          </p:cNvCxnSpPr>
          <p:nvPr/>
        </p:nvCxnSpPr>
        <p:spPr>
          <a:xfrm>
            <a:off x="3974839" y="3418603"/>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46DD161A-5124-E2BB-2B5A-6187ACEC5B85}"/>
              </a:ext>
            </a:extLst>
          </p:cNvPr>
          <p:cNvCxnSpPr>
            <a:cxnSpLocks/>
          </p:cNvCxnSpPr>
          <p:nvPr/>
        </p:nvCxnSpPr>
        <p:spPr>
          <a:xfrm flipV="1">
            <a:off x="3980664" y="3908557"/>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8198CDD0-3FFB-CBD4-79E4-0CF314C55C7A}"/>
              </a:ext>
            </a:extLst>
          </p:cNvPr>
          <p:cNvCxnSpPr>
            <a:cxnSpLocks/>
          </p:cNvCxnSpPr>
          <p:nvPr/>
        </p:nvCxnSpPr>
        <p:spPr>
          <a:xfrm>
            <a:off x="3974839" y="4201218"/>
            <a:ext cx="1185696" cy="331874"/>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67BD52C-621D-EF77-6FD2-A0D62357C301}"/>
              </a:ext>
            </a:extLst>
          </p:cNvPr>
          <p:cNvCxnSpPr>
            <a:cxnSpLocks/>
          </p:cNvCxnSpPr>
          <p:nvPr/>
        </p:nvCxnSpPr>
        <p:spPr>
          <a:xfrm flipV="1">
            <a:off x="3955231" y="5123639"/>
            <a:ext cx="1179871" cy="292661"/>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4318A21D-59E9-C852-B25E-28229705E4B6}"/>
              </a:ext>
            </a:extLst>
          </p:cNvPr>
          <p:cNvCxnSpPr>
            <a:cxnSpLocks/>
          </p:cNvCxnSpPr>
          <p:nvPr/>
        </p:nvCxnSpPr>
        <p:spPr>
          <a:xfrm>
            <a:off x="3949406" y="5416300"/>
            <a:ext cx="1185696" cy="331874"/>
          </a:xfrm>
          <a:prstGeom prst="line">
            <a:avLst/>
          </a:prstGeom>
          <a:ln w="19050"/>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781BE159-182E-08AF-11AA-272A5F49D265}"/>
              </a:ext>
            </a:extLst>
          </p:cNvPr>
          <p:cNvSpPr/>
          <p:nvPr/>
        </p:nvSpPr>
        <p:spPr>
          <a:xfrm>
            <a:off x="1769956" y="3804037"/>
            <a:ext cx="302342" cy="302342"/>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SG" dirty="0"/>
              <a:t>1</a:t>
            </a:r>
          </a:p>
        </p:txBody>
      </p:sp>
      <p:sp>
        <p:nvSpPr>
          <p:cNvPr id="30" name="Oval 29">
            <a:extLst>
              <a:ext uri="{FF2B5EF4-FFF2-40B4-BE49-F238E27FC236}">
                <a16:creationId xmlns:a16="http://schemas.microsoft.com/office/drawing/2014/main" id="{E6040D7A-CE07-B052-7FF4-8D157ADDBF83}"/>
              </a:ext>
            </a:extLst>
          </p:cNvPr>
          <p:cNvSpPr/>
          <p:nvPr/>
        </p:nvSpPr>
        <p:spPr>
          <a:xfrm>
            <a:off x="2812175" y="2746947"/>
            <a:ext cx="302342" cy="30234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dirty="0"/>
              <a:t>2</a:t>
            </a:r>
          </a:p>
        </p:txBody>
      </p:sp>
      <p:sp>
        <p:nvSpPr>
          <p:cNvPr id="31" name="Oval 30">
            <a:extLst>
              <a:ext uri="{FF2B5EF4-FFF2-40B4-BE49-F238E27FC236}">
                <a16:creationId xmlns:a16="http://schemas.microsoft.com/office/drawing/2014/main" id="{57ED2357-5AFB-2FDB-A6B7-3EA44DCACB6F}"/>
              </a:ext>
            </a:extLst>
          </p:cNvPr>
          <p:cNvSpPr/>
          <p:nvPr/>
        </p:nvSpPr>
        <p:spPr>
          <a:xfrm>
            <a:off x="2799912" y="4672084"/>
            <a:ext cx="302342" cy="30234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dirty="0"/>
              <a:t>2</a:t>
            </a:r>
          </a:p>
        </p:txBody>
      </p:sp>
      <p:sp>
        <p:nvSpPr>
          <p:cNvPr id="32" name="Oval 31">
            <a:extLst>
              <a:ext uri="{FF2B5EF4-FFF2-40B4-BE49-F238E27FC236}">
                <a16:creationId xmlns:a16="http://schemas.microsoft.com/office/drawing/2014/main" id="{F1F79FB4-2955-9BDA-3E35-B4E6C08BD2C0}"/>
              </a:ext>
            </a:extLst>
          </p:cNvPr>
          <p:cNvSpPr/>
          <p:nvPr/>
        </p:nvSpPr>
        <p:spPr>
          <a:xfrm>
            <a:off x="3831893" y="2069160"/>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3" name="Oval 32">
            <a:extLst>
              <a:ext uri="{FF2B5EF4-FFF2-40B4-BE49-F238E27FC236}">
                <a16:creationId xmlns:a16="http://schemas.microsoft.com/office/drawing/2014/main" id="{974FFCCE-8BA1-E4F2-D02D-F8326845FF3C}"/>
              </a:ext>
            </a:extLst>
          </p:cNvPr>
          <p:cNvSpPr/>
          <p:nvPr/>
        </p:nvSpPr>
        <p:spPr>
          <a:xfrm>
            <a:off x="3829056" y="3254310"/>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4" name="Oval 33">
            <a:extLst>
              <a:ext uri="{FF2B5EF4-FFF2-40B4-BE49-F238E27FC236}">
                <a16:creationId xmlns:a16="http://schemas.microsoft.com/office/drawing/2014/main" id="{9A559073-3407-2F25-EF5F-75DC2A4AFB24}"/>
              </a:ext>
            </a:extLst>
          </p:cNvPr>
          <p:cNvSpPr/>
          <p:nvPr/>
        </p:nvSpPr>
        <p:spPr>
          <a:xfrm>
            <a:off x="3853485" y="4064813"/>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5" name="Oval 34">
            <a:extLst>
              <a:ext uri="{FF2B5EF4-FFF2-40B4-BE49-F238E27FC236}">
                <a16:creationId xmlns:a16="http://schemas.microsoft.com/office/drawing/2014/main" id="{96795DCF-D115-81C8-6128-2F1B38CC1A6E}"/>
              </a:ext>
            </a:extLst>
          </p:cNvPr>
          <p:cNvSpPr/>
          <p:nvPr/>
        </p:nvSpPr>
        <p:spPr>
          <a:xfrm>
            <a:off x="3853485" y="5291591"/>
            <a:ext cx="302342" cy="302342"/>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SG" dirty="0"/>
              <a:t>3</a:t>
            </a:r>
          </a:p>
        </p:txBody>
      </p:sp>
      <p:sp>
        <p:nvSpPr>
          <p:cNvPr id="37" name="TextBox 36">
            <a:extLst>
              <a:ext uri="{FF2B5EF4-FFF2-40B4-BE49-F238E27FC236}">
                <a16:creationId xmlns:a16="http://schemas.microsoft.com/office/drawing/2014/main" id="{5B847FA5-4532-F954-AF91-7654CBAA27D9}"/>
              </a:ext>
            </a:extLst>
          </p:cNvPr>
          <p:cNvSpPr txBox="1"/>
          <p:nvPr/>
        </p:nvSpPr>
        <p:spPr>
          <a:xfrm>
            <a:off x="1921127" y="3226935"/>
            <a:ext cx="317716" cy="369332"/>
          </a:xfrm>
          <a:prstGeom prst="rect">
            <a:avLst/>
          </a:prstGeom>
          <a:noFill/>
        </p:spPr>
        <p:txBody>
          <a:bodyPr wrap="none" rtlCol="0">
            <a:spAutoFit/>
          </a:bodyPr>
          <a:lstStyle/>
          <a:p>
            <a:r>
              <a:rPr lang="en-SG" dirty="0"/>
              <a:t>A</a:t>
            </a:r>
          </a:p>
        </p:txBody>
      </p:sp>
      <p:sp>
        <p:nvSpPr>
          <p:cNvPr id="38" name="TextBox 37">
            <a:extLst>
              <a:ext uri="{FF2B5EF4-FFF2-40B4-BE49-F238E27FC236}">
                <a16:creationId xmlns:a16="http://schemas.microsoft.com/office/drawing/2014/main" id="{C4139BF8-6435-6C1C-0DE1-6F17F68B5233}"/>
              </a:ext>
            </a:extLst>
          </p:cNvPr>
          <p:cNvSpPr txBox="1"/>
          <p:nvPr/>
        </p:nvSpPr>
        <p:spPr>
          <a:xfrm>
            <a:off x="1918136" y="4339700"/>
            <a:ext cx="309700" cy="369332"/>
          </a:xfrm>
          <a:prstGeom prst="rect">
            <a:avLst/>
          </a:prstGeom>
          <a:noFill/>
        </p:spPr>
        <p:txBody>
          <a:bodyPr wrap="none" rtlCol="0">
            <a:spAutoFit/>
          </a:bodyPr>
          <a:lstStyle/>
          <a:p>
            <a:r>
              <a:rPr lang="en-SG" dirty="0"/>
              <a:t>B</a:t>
            </a:r>
          </a:p>
        </p:txBody>
      </p:sp>
      <p:sp>
        <p:nvSpPr>
          <p:cNvPr id="39" name="TextBox 38">
            <a:extLst>
              <a:ext uri="{FF2B5EF4-FFF2-40B4-BE49-F238E27FC236}">
                <a16:creationId xmlns:a16="http://schemas.microsoft.com/office/drawing/2014/main" id="{31672930-6E4E-565F-F745-2372BFBD128E}"/>
              </a:ext>
            </a:extLst>
          </p:cNvPr>
          <p:cNvSpPr txBox="1"/>
          <p:nvPr/>
        </p:nvSpPr>
        <p:spPr>
          <a:xfrm>
            <a:off x="3210041" y="2227167"/>
            <a:ext cx="332142" cy="369332"/>
          </a:xfrm>
          <a:prstGeom prst="rect">
            <a:avLst/>
          </a:prstGeom>
          <a:noFill/>
        </p:spPr>
        <p:txBody>
          <a:bodyPr wrap="none" rtlCol="0">
            <a:spAutoFit/>
          </a:bodyPr>
          <a:lstStyle/>
          <a:p>
            <a:r>
              <a:rPr lang="en-SG" dirty="0"/>
              <a:t>U</a:t>
            </a:r>
          </a:p>
        </p:txBody>
      </p:sp>
      <p:sp>
        <p:nvSpPr>
          <p:cNvPr id="40" name="TextBox 39">
            <a:extLst>
              <a:ext uri="{FF2B5EF4-FFF2-40B4-BE49-F238E27FC236}">
                <a16:creationId xmlns:a16="http://schemas.microsoft.com/office/drawing/2014/main" id="{39AABBEE-E546-194C-8C83-FABB2DB22596}"/>
              </a:ext>
            </a:extLst>
          </p:cNvPr>
          <p:cNvSpPr txBox="1"/>
          <p:nvPr/>
        </p:nvSpPr>
        <p:spPr>
          <a:xfrm>
            <a:off x="3210041" y="3149863"/>
            <a:ext cx="327334" cy="369332"/>
          </a:xfrm>
          <a:prstGeom prst="rect">
            <a:avLst/>
          </a:prstGeom>
          <a:noFill/>
        </p:spPr>
        <p:txBody>
          <a:bodyPr wrap="none" rtlCol="0">
            <a:spAutoFit/>
          </a:bodyPr>
          <a:lstStyle/>
          <a:p>
            <a:r>
              <a:rPr lang="en-SG" dirty="0"/>
              <a:t>D</a:t>
            </a:r>
          </a:p>
        </p:txBody>
      </p:sp>
      <p:sp>
        <p:nvSpPr>
          <p:cNvPr id="41" name="TextBox 40">
            <a:extLst>
              <a:ext uri="{FF2B5EF4-FFF2-40B4-BE49-F238E27FC236}">
                <a16:creationId xmlns:a16="http://schemas.microsoft.com/office/drawing/2014/main" id="{1A78C340-1D49-52B2-CCFD-6F3A876B1240}"/>
              </a:ext>
            </a:extLst>
          </p:cNvPr>
          <p:cNvSpPr txBox="1"/>
          <p:nvPr/>
        </p:nvSpPr>
        <p:spPr>
          <a:xfrm>
            <a:off x="3263163" y="4124218"/>
            <a:ext cx="332142" cy="369332"/>
          </a:xfrm>
          <a:prstGeom prst="rect">
            <a:avLst/>
          </a:prstGeom>
          <a:noFill/>
        </p:spPr>
        <p:txBody>
          <a:bodyPr wrap="none" rtlCol="0">
            <a:spAutoFit/>
          </a:bodyPr>
          <a:lstStyle/>
          <a:p>
            <a:r>
              <a:rPr lang="en-SG" dirty="0"/>
              <a:t>U</a:t>
            </a:r>
          </a:p>
        </p:txBody>
      </p:sp>
      <p:sp>
        <p:nvSpPr>
          <p:cNvPr id="42" name="TextBox 41">
            <a:extLst>
              <a:ext uri="{FF2B5EF4-FFF2-40B4-BE49-F238E27FC236}">
                <a16:creationId xmlns:a16="http://schemas.microsoft.com/office/drawing/2014/main" id="{85F63324-4D35-CE51-49EE-E1511E96371E}"/>
              </a:ext>
            </a:extLst>
          </p:cNvPr>
          <p:cNvSpPr txBox="1"/>
          <p:nvPr/>
        </p:nvSpPr>
        <p:spPr>
          <a:xfrm>
            <a:off x="3263163" y="5128028"/>
            <a:ext cx="327334" cy="369332"/>
          </a:xfrm>
          <a:prstGeom prst="rect">
            <a:avLst/>
          </a:prstGeom>
          <a:noFill/>
        </p:spPr>
        <p:txBody>
          <a:bodyPr wrap="none" rtlCol="0">
            <a:spAutoFit/>
          </a:bodyPr>
          <a:lstStyle/>
          <a:p>
            <a:r>
              <a:rPr lang="en-SG" dirty="0"/>
              <a:t>D</a:t>
            </a:r>
          </a:p>
        </p:txBody>
      </p:sp>
      <p:sp>
        <p:nvSpPr>
          <p:cNvPr id="43" name="TextBox 42">
            <a:extLst>
              <a:ext uri="{FF2B5EF4-FFF2-40B4-BE49-F238E27FC236}">
                <a16:creationId xmlns:a16="http://schemas.microsoft.com/office/drawing/2014/main" id="{4A05606A-8E3E-587C-DC96-10E8992B1EEA}"/>
              </a:ext>
            </a:extLst>
          </p:cNvPr>
          <p:cNvSpPr txBox="1"/>
          <p:nvPr/>
        </p:nvSpPr>
        <p:spPr>
          <a:xfrm>
            <a:off x="5171710" y="1808800"/>
            <a:ext cx="282450" cy="369332"/>
          </a:xfrm>
          <a:prstGeom prst="rect">
            <a:avLst/>
          </a:prstGeom>
          <a:noFill/>
        </p:spPr>
        <p:txBody>
          <a:bodyPr wrap="none" rtlCol="0">
            <a:spAutoFit/>
          </a:bodyPr>
          <a:lstStyle/>
          <a:p>
            <a:r>
              <a:rPr lang="en-SG" dirty="0"/>
              <a:t>L</a:t>
            </a:r>
          </a:p>
        </p:txBody>
      </p:sp>
      <p:sp>
        <p:nvSpPr>
          <p:cNvPr id="44" name="TextBox 43">
            <a:extLst>
              <a:ext uri="{FF2B5EF4-FFF2-40B4-BE49-F238E27FC236}">
                <a16:creationId xmlns:a16="http://schemas.microsoft.com/office/drawing/2014/main" id="{F57CD2D7-2D89-D4B2-2D47-991FADB06868}"/>
              </a:ext>
            </a:extLst>
          </p:cNvPr>
          <p:cNvSpPr txBox="1"/>
          <p:nvPr/>
        </p:nvSpPr>
        <p:spPr>
          <a:xfrm>
            <a:off x="5163690" y="2385258"/>
            <a:ext cx="309700" cy="369332"/>
          </a:xfrm>
          <a:prstGeom prst="rect">
            <a:avLst/>
          </a:prstGeom>
          <a:noFill/>
        </p:spPr>
        <p:txBody>
          <a:bodyPr wrap="none" rtlCol="0">
            <a:spAutoFit/>
          </a:bodyPr>
          <a:lstStyle/>
          <a:p>
            <a:r>
              <a:rPr lang="en-SG" dirty="0"/>
              <a:t>R</a:t>
            </a:r>
          </a:p>
        </p:txBody>
      </p:sp>
      <p:sp>
        <p:nvSpPr>
          <p:cNvPr id="45" name="TextBox 44">
            <a:extLst>
              <a:ext uri="{FF2B5EF4-FFF2-40B4-BE49-F238E27FC236}">
                <a16:creationId xmlns:a16="http://schemas.microsoft.com/office/drawing/2014/main" id="{C0F7A4D4-290D-9F75-52E4-8ABDC1F978F5}"/>
              </a:ext>
            </a:extLst>
          </p:cNvPr>
          <p:cNvSpPr txBox="1"/>
          <p:nvPr/>
        </p:nvSpPr>
        <p:spPr>
          <a:xfrm>
            <a:off x="5168555" y="2962767"/>
            <a:ext cx="282450" cy="369332"/>
          </a:xfrm>
          <a:prstGeom prst="rect">
            <a:avLst/>
          </a:prstGeom>
          <a:noFill/>
        </p:spPr>
        <p:txBody>
          <a:bodyPr wrap="none" rtlCol="0">
            <a:spAutoFit/>
          </a:bodyPr>
          <a:lstStyle/>
          <a:p>
            <a:r>
              <a:rPr lang="en-SG" dirty="0"/>
              <a:t>L</a:t>
            </a:r>
          </a:p>
        </p:txBody>
      </p:sp>
      <p:sp>
        <p:nvSpPr>
          <p:cNvPr id="46" name="TextBox 45">
            <a:extLst>
              <a:ext uri="{FF2B5EF4-FFF2-40B4-BE49-F238E27FC236}">
                <a16:creationId xmlns:a16="http://schemas.microsoft.com/office/drawing/2014/main" id="{6A20FD5B-DB18-D6E1-C124-BA188A8090D7}"/>
              </a:ext>
            </a:extLst>
          </p:cNvPr>
          <p:cNvSpPr txBox="1"/>
          <p:nvPr/>
        </p:nvSpPr>
        <p:spPr>
          <a:xfrm>
            <a:off x="5160535" y="3539225"/>
            <a:ext cx="309700" cy="369332"/>
          </a:xfrm>
          <a:prstGeom prst="rect">
            <a:avLst/>
          </a:prstGeom>
          <a:noFill/>
        </p:spPr>
        <p:txBody>
          <a:bodyPr wrap="none" rtlCol="0">
            <a:spAutoFit/>
          </a:bodyPr>
          <a:lstStyle/>
          <a:p>
            <a:r>
              <a:rPr lang="en-SG" dirty="0"/>
              <a:t>R</a:t>
            </a:r>
          </a:p>
        </p:txBody>
      </p:sp>
      <p:sp>
        <p:nvSpPr>
          <p:cNvPr id="47" name="TextBox 46">
            <a:extLst>
              <a:ext uri="{FF2B5EF4-FFF2-40B4-BE49-F238E27FC236}">
                <a16:creationId xmlns:a16="http://schemas.microsoft.com/office/drawing/2014/main" id="{79612624-F6AA-F944-C95E-15E405D886FD}"/>
              </a:ext>
            </a:extLst>
          </p:cNvPr>
          <p:cNvSpPr txBox="1"/>
          <p:nvPr/>
        </p:nvSpPr>
        <p:spPr>
          <a:xfrm>
            <a:off x="5163690" y="3776138"/>
            <a:ext cx="282450" cy="369332"/>
          </a:xfrm>
          <a:prstGeom prst="rect">
            <a:avLst/>
          </a:prstGeom>
          <a:noFill/>
        </p:spPr>
        <p:txBody>
          <a:bodyPr wrap="none" rtlCol="0">
            <a:spAutoFit/>
          </a:bodyPr>
          <a:lstStyle/>
          <a:p>
            <a:r>
              <a:rPr lang="en-SG" dirty="0"/>
              <a:t>L</a:t>
            </a:r>
          </a:p>
        </p:txBody>
      </p:sp>
      <p:sp>
        <p:nvSpPr>
          <p:cNvPr id="48" name="TextBox 47">
            <a:extLst>
              <a:ext uri="{FF2B5EF4-FFF2-40B4-BE49-F238E27FC236}">
                <a16:creationId xmlns:a16="http://schemas.microsoft.com/office/drawing/2014/main" id="{5B4DC293-7A7B-AC24-019B-4D4B07405D22}"/>
              </a:ext>
            </a:extLst>
          </p:cNvPr>
          <p:cNvSpPr txBox="1"/>
          <p:nvPr/>
        </p:nvSpPr>
        <p:spPr>
          <a:xfrm>
            <a:off x="5155670" y="4352596"/>
            <a:ext cx="309700" cy="369332"/>
          </a:xfrm>
          <a:prstGeom prst="rect">
            <a:avLst/>
          </a:prstGeom>
          <a:noFill/>
        </p:spPr>
        <p:txBody>
          <a:bodyPr wrap="none" rtlCol="0">
            <a:spAutoFit/>
          </a:bodyPr>
          <a:lstStyle/>
          <a:p>
            <a:r>
              <a:rPr lang="en-SG" dirty="0"/>
              <a:t>R</a:t>
            </a:r>
          </a:p>
        </p:txBody>
      </p:sp>
      <p:sp>
        <p:nvSpPr>
          <p:cNvPr id="49" name="TextBox 48">
            <a:extLst>
              <a:ext uri="{FF2B5EF4-FFF2-40B4-BE49-F238E27FC236}">
                <a16:creationId xmlns:a16="http://schemas.microsoft.com/office/drawing/2014/main" id="{8EC6B8DC-E61D-673E-7831-61318A0DEC7E}"/>
              </a:ext>
            </a:extLst>
          </p:cNvPr>
          <p:cNvSpPr txBox="1"/>
          <p:nvPr/>
        </p:nvSpPr>
        <p:spPr>
          <a:xfrm>
            <a:off x="5163690" y="4967983"/>
            <a:ext cx="282450" cy="369332"/>
          </a:xfrm>
          <a:prstGeom prst="rect">
            <a:avLst/>
          </a:prstGeom>
          <a:noFill/>
        </p:spPr>
        <p:txBody>
          <a:bodyPr wrap="none" rtlCol="0">
            <a:spAutoFit/>
          </a:bodyPr>
          <a:lstStyle/>
          <a:p>
            <a:r>
              <a:rPr lang="en-SG" dirty="0"/>
              <a:t>L</a:t>
            </a:r>
          </a:p>
        </p:txBody>
      </p:sp>
      <p:sp>
        <p:nvSpPr>
          <p:cNvPr id="50" name="TextBox 49">
            <a:extLst>
              <a:ext uri="{FF2B5EF4-FFF2-40B4-BE49-F238E27FC236}">
                <a16:creationId xmlns:a16="http://schemas.microsoft.com/office/drawing/2014/main" id="{6551C887-BAE5-2F87-9AA3-E7AC9139AD01}"/>
              </a:ext>
            </a:extLst>
          </p:cNvPr>
          <p:cNvSpPr txBox="1"/>
          <p:nvPr/>
        </p:nvSpPr>
        <p:spPr>
          <a:xfrm>
            <a:off x="5155670" y="5544441"/>
            <a:ext cx="309700" cy="369332"/>
          </a:xfrm>
          <a:prstGeom prst="rect">
            <a:avLst/>
          </a:prstGeom>
          <a:noFill/>
        </p:spPr>
        <p:txBody>
          <a:bodyPr wrap="none" rtlCol="0">
            <a:spAutoFit/>
          </a:bodyPr>
          <a:lstStyle/>
          <a:p>
            <a:r>
              <a:rPr lang="en-SG" dirty="0"/>
              <a:t>R</a:t>
            </a:r>
          </a:p>
        </p:txBody>
      </p:sp>
      <p:sp>
        <p:nvSpPr>
          <p:cNvPr id="8" name="TextBox 7">
            <a:extLst>
              <a:ext uri="{FF2B5EF4-FFF2-40B4-BE49-F238E27FC236}">
                <a16:creationId xmlns:a16="http://schemas.microsoft.com/office/drawing/2014/main" id="{1A1C1533-FCCC-6D33-5DFA-E39FBF2B7CC9}"/>
              </a:ext>
            </a:extLst>
          </p:cNvPr>
          <p:cNvSpPr txBox="1"/>
          <p:nvPr/>
        </p:nvSpPr>
        <p:spPr>
          <a:xfrm>
            <a:off x="6425530" y="2264394"/>
            <a:ext cx="4928270" cy="2585323"/>
          </a:xfrm>
          <a:prstGeom prst="rect">
            <a:avLst/>
          </a:prstGeom>
          <a:noFill/>
        </p:spPr>
        <p:txBody>
          <a:bodyPr wrap="square" rtlCol="0">
            <a:spAutoFit/>
          </a:bodyPr>
          <a:lstStyle/>
          <a:p>
            <a:r>
              <a:rPr lang="en-SG" dirty="0"/>
              <a:t>Fill in the information sets for the below scenario:</a:t>
            </a:r>
          </a:p>
          <a:p>
            <a:endParaRPr lang="en-SG" dirty="0"/>
          </a:p>
          <a:p>
            <a:r>
              <a:rPr lang="en-SG" dirty="0"/>
              <a:t>Player 1 chooses between A and B.</a:t>
            </a:r>
          </a:p>
          <a:p>
            <a:endParaRPr lang="en-SG" dirty="0"/>
          </a:p>
          <a:p>
            <a:r>
              <a:rPr lang="en-SG" dirty="0"/>
              <a:t>Player 2 does not observe Player 1’s choice and chooses between U and D.</a:t>
            </a:r>
          </a:p>
          <a:p>
            <a:endParaRPr lang="en-SG" dirty="0"/>
          </a:p>
          <a:p>
            <a:r>
              <a:rPr lang="en-SG" dirty="0"/>
              <a:t>Player 3 observes Player 2’s choice </a:t>
            </a:r>
            <a:r>
              <a:rPr lang="en-SG" u="sng" dirty="0"/>
              <a:t>but not</a:t>
            </a:r>
            <a:r>
              <a:rPr lang="en-SG" dirty="0"/>
              <a:t> Player 1’s choice and chooses between L and R.</a:t>
            </a:r>
          </a:p>
        </p:txBody>
      </p:sp>
      <p:pic>
        <p:nvPicPr>
          <p:cNvPr id="2" name="Picture 1">
            <a:extLst>
              <a:ext uri="{FF2B5EF4-FFF2-40B4-BE49-F238E27FC236}">
                <a16:creationId xmlns:a16="http://schemas.microsoft.com/office/drawing/2014/main" id="{C48B3BF7-FD62-0C5C-FB8D-B1EF03CDD1BE}"/>
              </a:ext>
            </a:extLst>
          </p:cNvPr>
          <p:cNvPicPr>
            <a:picLocks noChangeAspect="1"/>
          </p:cNvPicPr>
          <p:nvPr/>
        </p:nvPicPr>
        <p:blipFill>
          <a:blip r:embed="rId3"/>
          <a:stretch>
            <a:fillRect/>
          </a:stretch>
        </p:blipFill>
        <p:spPr>
          <a:xfrm>
            <a:off x="10163240" y="136525"/>
            <a:ext cx="1732601" cy="1715361"/>
          </a:xfrm>
          <a:prstGeom prst="rect">
            <a:avLst/>
          </a:prstGeom>
        </p:spPr>
      </p:pic>
    </p:spTree>
    <p:extLst>
      <p:ext uri="{BB962C8B-B14F-4D97-AF65-F5344CB8AC3E}">
        <p14:creationId xmlns:p14="http://schemas.microsoft.com/office/powerpoint/2010/main" val="74238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Identifying all strategies</a:t>
            </a:r>
          </a:p>
        </p:txBody>
      </p:sp>
      <p:sp>
        <p:nvSpPr>
          <p:cNvPr id="16" name="Rectangle 3">
            <a:extLst>
              <a:ext uri="{FF2B5EF4-FFF2-40B4-BE49-F238E27FC236}">
                <a16:creationId xmlns:a16="http://schemas.microsoft.com/office/drawing/2014/main" id="{DD99C6AA-4FB0-4001-819D-E2F987201D6E}"/>
              </a:ext>
            </a:extLst>
          </p:cNvPr>
          <p:cNvSpPr>
            <a:spLocks noGrp="1" noChangeArrowheads="1"/>
          </p:cNvSpPr>
          <p:nvPr>
            <p:ph idx="1"/>
          </p:nvPr>
        </p:nvSpPr>
        <p:spPr>
          <a:xfrm>
            <a:off x="838200" y="1645784"/>
            <a:ext cx="11130116" cy="2328906"/>
          </a:xfrm>
        </p:spPr>
        <p:txBody>
          <a:bodyPr>
            <a:normAutofit/>
          </a:bodyPr>
          <a:lstStyle/>
          <a:p>
            <a:pPr eaLnBrk="1" hangingPunct="1">
              <a:lnSpc>
                <a:spcPct val="100000"/>
              </a:lnSpc>
            </a:pPr>
            <a:r>
              <a:rPr lang="en-US" altLang="en-US" sz="1900" dirty="0"/>
              <a:t>In sequential games, players need to make a decision at all </a:t>
            </a:r>
            <a:r>
              <a:rPr lang="en-US" altLang="en-US" sz="1900" b="1" dirty="0"/>
              <a:t>decision nodes in separate information sets</a:t>
            </a:r>
            <a:r>
              <a:rPr lang="en-US" altLang="en-US" sz="1900" dirty="0"/>
              <a:t>. </a:t>
            </a:r>
          </a:p>
          <a:p>
            <a:pPr lvl="1">
              <a:lnSpc>
                <a:spcPct val="100000"/>
              </a:lnSpc>
            </a:pPr>
            <a:r>
              <a:rPr lang="en-US" altLang="en-US" sz="1700" dirty="0"/>
              <a:t>In games of perfect information, players will have a decision node at each possible history.</a:t>
            </a:r>
          </a:p>
        </p:txBody>
      </p:sp>
      <p:sp>
        <p:nvSpPr>
          <p:cNvPr id="3" name="Slide Number Placeholder 2">
            <a:extLst>
              <a:ext uri="{FF2B5EF4-FFF2-40B4-BE49-F238E27FC236}">
                <a16:creationId xmlns:a16="http://schemas.microsoft.com/office/drawing/2014/main" id="{831F8BCA-EB4C-400F-98DA-B3FBF2F7AD32}"/>
              </a:ext>
            </a:extLst>
          </p:cNvPr>
          <p:cNvSpPr>
            <a:spLocks noGrp="1"/>
          </p:cNvSpPr>
          <p:nvPr>
            <p:ph type="sldNum" sz="quarter" idx="12"/>
          </p:nvPr>
        </p:nvSpPr>
        <p:spPr/>
        <p:txBody>
          <a:bodyPr/>
          <a:lstStyle/>
          <a:p>
            <a:fld id="{104D1C85-D14C-4D1F-B1AC-077E19A989F2}" type="slidenum">
              <a:rPr lang="en-GB" smtClean="0"/>
              <a:t>39</a:t>
            </a:fld>
            <a:endParaRPr lang="en-GB"/>
          </a:p>
        </p:txBody>
      </p:sp>
      <p:pic>
        <p:nvPicPr>
          <p:cNvPr id="2" name="Picture 2" descr="How to play Uno: rules, setup and how to win | Dicebreaker">
            <a:extLst>
              <a:ext uri="{FF2B5EF4-FFF2-40B4-BE49-F238E27FC236}">
                <a16:creationId xmlns:a16="http://schemas.microsoft.com/office/drawing/2014/main" id="{74E03A3E-1690-ED78-E3BE-29B782FC0DBD}"/>
              </a:ext>
            </a:extLst>
          </p:cNvPr>
          <p:cNvPicPr>
            <a:picLocks noChangeAspect="1" noChangeArrowheads="1"/>
          </p:cNvPicPr>
          <p:nvPr/>
        </p:nvPicPr>
        <p:blipFill rotWithShape="1">
          <a:blip r:embed="rId3">
            <a:alphaModFix amt="70000"/>
            <a:extLst>
              <a:ext uri="{28A0092B-C50C-407E-A947-70E740481C1C}">
                <a14:useLocalDpi xmlns:a14="http://schemas.microsoft.com/office/drawing/2010/main" val="0"/>
              </a:ext>
            </a:extLst>
          </a:blip>
          <a:srcRect b="19"/>
          <a:stretch/>
        </p:blipFill>
        <p:spPr bwMode="auto">
          <a:xfrm>
            <a:off x="1091419" y="2507750"/>
            <a:ext cx="4402356" cy="24758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C1A1EC0-1EF0-C649-FF33-A22B08ADE64D}"/>
              </a:ext>
            </a:extLst>
          </p:cNvPr>
          <p:cNvSpPr txBox="1"/>
          <p:nvPr/>
        </p:nvSpPr>
        <p:spPr>
          <a:xfrm>
            <a:off x="948814" y="5255349"/>
            <a:ext cx="4405386" cy="646331"/>
          </a:xfrm>
          <a:prstGeom prst="rect">
            <a:avLst/>
          </a:prstGeom>
          <a:noFill/>
        </p:spPr>
        <p:txBody>
          <a:bodyPr wrap="square" rtlCol="0">
            <a:spAutoFit/>
          </a:bodyPr>
          <a:lstStyle/>
          <a:p>
            <a:r>
              <a:rPr lang="en-SG" b="1" dirty="0"/>
              <a:t>My strategy:</a:t>
            </a:r>
          </a:p>
          <a:p>
            <a:r>
              <a:rPr lang="en-SG" dirty="0"/>
              <a:t>Which of my card (combinations) to play</a:t>
            </a:r>
          </a:p>
        </p:txBody>
      </p:sp>
      <p:sp>
        <p:nvSpPr>
          <p:cNvPr id="5" name="TextBox 4">
            <a:extLst>
              <a:ext uri="{FF2B5EF4-FFF2-40B4-BE49-F238E27FC236}">
                <a16:creationId xmlns:a16="http://schemas.microsoft.com/office/drawing/2014/main" id="{099C7AD3-9360-A8F4-E5E6-3FA8A8F9B7F6}"/>
              </a:ext>
            </a:extLst>
          </p:cNvPr>
          <p:cNvSpPr txBox="1"/>
          <p:nvPr/>
        </p:nvSpPr>
        <p:spPr>
          <a:xfrm>
            <a:off x="6494266" y="2507750"/>
            <a:ext cx="4232667" cy="3139321"/>
          </a:xfrm>
          <a:prstGeom prst="rect">
            <a:avLst/>
          </a:prstGeom>
          <a:noFill/>
        </p:spPr>
        <p:txBody>
          <a:bodyPr wrap="square" rtlCol="0">
            <a:spAutoFit/>
          </a:bodyPr>
          <a:lstStyle/>
          <a:p>
            <a:r>
              <a:rPr lang="en-SG" b="1" dirty="0"/>
              <a:t>Next players strategy:</a:t>
            </a:r>
          </a:p>
          <a:p>
            <a:r>
              <a:rPr lang="en-SG" dirty="0"/>
              <a:t>Which card (combinations) to play if I play:</a:t>
            </a:r>
          </a:p>
          <a:p>
            <a:pPr marL="285750" indent="-285750">
              <a:buFont typeface="Arial" panose="020B0604020202020204" pitchFamily="34" charset="0"/>
              <a:buChar char="•"/>
            </a:pPr>
            <a:r>
              <a:rPr lang="en-SG" dirty="0"/>
              <a:t>Yellow 1</a:t>
            </a:r>
          </a:p>
          <a:p>
            <a:pPr marL="285750" indent="-285750">
              <a:buFont typeface="Arial" panose="020B0604020202020204" pitchFamily="34" charset="0"/>
              <a:buChar char="•"/>
            </a:pPr>
            <a:r>
              <a:rPr lang="en-SG" dirty="0"/>
              <a:t>Yellow 2</a:t>
            </a:r>
          </a:p>
          <a:p>
            <a:pPr marL="285750" indent="-285750">
              <a:buFont typeface="Arial" panose="020B0604020202020204" pitchFamily="34" charset="0"/>
              <a:buChar char="•"/>
            </a:pPr>
            <a:r>
              <a:rPr lang="en-SG" dirty="0"/>
              <a:t>…</a:t>
            </a:r>
          </a:p>
          <a:p>
            <a:pPr marL="285750" indent="-285750">
              <a:buFont typeface="Arial" panose="020B0604020202020204" pitchFamily="34" charset="0"/>
              <a:buChar char="•"/>
            </a:pPr>
            <a:r>
              <a:rPr lang="en-SG" dirty="0"/>
              <a:t>Blue 1</a:t>
            </a:r>
          </a:p>
          <a:p>
            <a:pPr marL="285750" indent="-285750">
              <a:buFont typeface="Arial" panose="020B0604020202020204" pitchFamily="34" charset="0"/>
              <a:buChar char="•"/>
            </a:pPr>
            <a:r>
              <a:rPr lang="en-SG" dirty="0"/>
              <a:t>Blue 2</a:t>
            </a:r>
          </a:p>
          <a:p>
            <a:pPr marL="285750" indent="-285750">
              <a:buFont typeface="Arial" panose="020B0604020202020204" pitchFamily="34" charset="0"/>
              <a:buChar char="•"/>
            </a:pPr>
            <a:r>
              <a:rPr lang="en-SG" dirty="0"/>
              <a:t>…</a:t>
            </a:r>
          </a:p>
          <a:p>
            <a:pPr marL="285750" indent="-285750">
              <a:buFont typeface="Arial" panose="020B0604020202020204" pitchFamily="34" charset="0"/>
              <a:buChar char="•"/>
            </a:pPr>
            <a:r>
              <a:rPr lang="en-SG" dirty="0"/>
              <a:t>Red 1</a:t>
            </a:r>
          </a:p>
          <a:p>
            <a:pPr marL="285750" indent="-285750">
              <a:buFont typeface="Arial" panose="020B0604020202020204" pitchFamily="34" charset="0"/>
              <a:buChar char="•"/>
            </a:pPr>
            <a:r>
              <a:rPr lang="en-SG" dirty="0"/>
              <a:t>Red 2</a:t>
            </a:r>
          </a:p>
          <a:p>
            <a:pPr marL="285750" indent="-285750">
              <a:buFont typeface="Arial" panose="020B0604020202020204" pitchFamily="34" charset="0"/>
              <a:buChar char="•"/>
            </a:pPr>
            <a:r>
              <a:rPr lang="en-SG" dirty="0"/>
              <a:t>…</a:t>
            </a:r>
          </a:p>
        </p:txBody>
      </p:sp>
    </p:spTree>
    <p:extLst>
      <p:ext uri="{BB962C8B-B14F-4D97-AF65-F5344CB8AC3E}">
        <p14:creationId xmlns:p14="http://schemas.microsoft.com/office/powerpoint/2010/main" val="2239341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noFill/>
        </p:spPr>
        <p:txBody>
          <a:bodyPr/>
          <a:lstStyle/>
          <a:p>
            <a:pPr eaLnBrk="1" hangingPunct="1"/>
            <a:r>
              <a:rPr lang="en-US" altLang="en-US" dirty="0"/>
              <a:t>Identifying all strategies</a:t>
            </a:r>
          </a:p>
        </p:txBody>
      </p:sp>
      <mc:AlternateContent xmlns:mc="http://schemas.openxmlformats.org/markup-compatibility/2006" xmlns:a14="http://schemas.microsoft.com/office/drawing/2010/main">
        <mc:Choice Requires="a14">
          <p:sp>
            <p:nvSpPr>
              <p:cNvPr id="16" name="Rectangle 3">
                <a:extLst>
                  <a:ext uri="{FF2B5EF4-FFF2-40B4-BE49-F238E27FC236}">
                    <a16:creationId xmlns:a16="http://schemas.microsoft.com/office/drawing/2014/main" id="{DD99C6AA-4FB0-4001-819D-E2F987201D6E}"/>
                  </a:ext>
                </a:extLst>
              </p:cNvPr>
              <p:cNvSpPr>
                <a:spLocks noGrp="1" noChangeArrowheads="1"/>
              </p:cNvSpPr>
              <p:nvPr>
                <p:ph idx="1"/>
              </p:nvPr>
            </p:nvSpPr>
            <p:spPr>
              <a:xfrm>
                <a:off x="838200" y="1645784"/>
                <a:ext cx="10724535" cy="2328906"/>
              </a:xfrm>
            </p:spPr>
            <p:txBody>
              <a:bodyPr>
                <a:normAutofit/>
              </a:bodyPr>
              <a:lstStyle/>
              <a:p>
                <a:pPr eaLnBrk="1" hangingPunct="1">
                  <a:lnSpc>
                    <a:spcPct val="100000"/>
                  </a:lnSpc>
                </a:pPr>
                <a:r>
                  <a:rPr lang="en-US" altLang="en-US" sz="1900" dirty="0">
                    <a:solidFill>
                      <a:schemeClr val="bg1">
                        <a:lumMod val="65000"/>
                      </a:schemeClr>
                    </a:solidFill>
                  </a:rPr>
                  <a:t>In sequential games, players need to make a decision at all </a:t>
                </a:r>
                <a:r>
                  <a:rPr lang="en-US" altLang="en-US" sz="1900" b="1" dirty="0">
                    <a:solidFill>
                      <a:schemeClr val="bg1">
                        <a:lumMod val="65000"/>
                      </a:schemeClr>
                    </a:solidFill>
                  </a:rPr>
                  <a:t>decision nodes in separate information sets</a:t>
                </a:r>
                <a:r>
                  <a:rPr lang="en-US" altLang="en-US" sz="1900" dirty="0">
                    <a:solidFill>
                      <a:schemeClr val="bg1">
                        <a:lumMod val="65000"/>
                      </a:schemeClr>
                    </a:solidFill>
                  </a:rPr>
                  <a:t>. </a:t>
                </a:r>
              </a:p>
              <a:p>
                <a:pPr lvl="1">
                  <a:lnSpc>
                    <a:spcPct val="100000"/>
                  </a:lnSpc>
                </a:pPr>
                <a:r>
                  <a:rPr lang="en-US" altLang="en-US" sz="1700" dirty="0">
                    <a:solidFill>
                      <a:schemeClr val="bg1">
                        <a:lumMod val="65000"/>
                      </a:schemeClr>
                    </a:solidFill>
                  </a:rPr>
                  <a:t>In games of perfect information, players will have a decision node at each possible history.</a:t>
                </a:r>
              </a:p>
              <a:p>
                <a:pPr lvl="1">
                  <a:lnSpc>
                    <a:spcPct val="100000"/>
                  </a:lnSpc>
                </a:pPr>
                <a:endParaRPr lang="en-US" altLang="en-US" sz="1700" dirty="0"/>
              </a:p>
              <a:p>
                <a:pPr>
                  <a:lnSpc>
                    <a:spcPct val="100000"/>
                  </a:lnSpc>
                </a:pPr>
                <a:r>
                  <a:rPr lang="en-US" altLang="en-US" sz="2000" dirty="0"/>
                  <a:t>Suppose for simplicity that a player has </a:t>
                </a:r>
                <a14:m>
                  <m:oMath xmlns:m="http://schemas.openxmlformats.org/officeDocument/2006/math">
                    <m:r>
                      <a:rPr lang="en-SG" altLang="en-US" sz="2000" b="0" i="1" smtClean="0">
                        <a:latin typeface="Cambria Math" panose="02040503050406030204" pitchFamily="18" charset="0"/>
                      </a:rPr>
                      <m:t>𝑚</m:t>
                    </m:r>
                  </m:oMath>
                </a14:m>
                <a:r>
                  <a:rPr lang="en-US" altLang="en-US" sz="2000" dirty="0"/>
                  <a:t> possible actions at each of </a:t>
                </a:r>
                <a14:m>
                  <m:oMath xmlns:m="http://schemas.openxmlformats.org/officeDocument/2006/math">
                    <m:r>
                      <a:rPr lang="en-SG" altLang="en-US" sz="2000" b="0" i="1" smtClean="0">
                        <a:latin typeface="Cambria Math" panose="02040503050406030204" pitchFamily="18" charset="0"/>
                      </a:rPr>
                      <m:t>𝑛</m:t>
                    </m:r>
                  </m:oMath>
                </a14:m>
                <a:r>
                  <a:rPr lang="en-US" altLang="en-US" sz="2000" dirty="0"/>
                  <a:t> different potential histories.</a:t>
                </a:r>
              </a:p>
              <a:p>
                <a:pPr lvl="1">
                  <a:lnSpc>
                    <a:spcPct val="100000"/>
                  </a:lnSpc>
                </a:pPr>
                <a:r>
                  <a:rPr lang="en-US" altLang="en-US" sz="1600" dirty="0"/>
                  <a:t>Then the total number of combinations of strategies is </a:t>
                </a:r>
                <a14:m>
                  <m:oMath xmlns:m="http://schemas.openxmlformats.org/officeDocument/2006/math">
                    <m:sSup>
                      <m:sSupPr>
                        <m:ctrlPr>
                          <a:rPr lang="en-SG" altLang="en-US" sz="1600" b="0" i="1" smtClean="0">
                            <a:latin typeface="Cambria Math" panose="02040503050406030204" pitchFamily="18" charset="0"/>
                          </a:rPr>
                        </m:ctrlPr>
                      </m:sSupPr>
                      <m:e>
                        <m:r>
                          <a:rPr lang="en-SG" altLang="en-US" sz="1600" b="0" i="1" smtClean="0">
                            <a:latin typeface="Cambria Math" panose="02040503050406030204" pitchFamily="18" charset="0"/>
                          </a:rPr>
                          <m:t>𝑚</m:t>
                        </m:r>
                      </m:e>
                      <m:sup>
                        <m:r>
                          <a:rPr lang="en-SG" altLang="en-US" sz="1600" b="0" i="1" smtClean="0">
                            <a:latin typeface="Cambria Math" panose="02040503050406030204" pitchFamily="18" charset="0"/>
                          </a:rPr>
                          <m:t>𝑛</m:t>
                        </m:r>
                      </m:sup>
                    </m:sSup>
                  </m:oMath>
                </a14:m>
                <a:r>
                  <a:rPr lang="en-US" altLang="en-US" sz="1600" dirty="0"/>
                  <a:t>.</a:t>
                </a:r>
              </a:p>
            </p:txBody>
          </p:sp>
        </mc:Choice>
        <mc:Fallback xmlns="">
          <p:sp>
            <p:nvSpPr>
              <p:cNvPr id="16" name="Rectangle 3">
                <a:extLst>
                  <a:ext uri="{FF2B5EF4-FFF2-40B4-BE49-F238E27FC236}">
                    <a16:creationId xmlns:a16="http://schemas.microsoft.com/office/drawing/2014/main" id="{DD99C6AA-4FB0-4001-819D-E2F987201D6E}"/>
                  </a:ext>
                </a:extLst>
              </p:cNvPr>
              <p:cNvSpPr>
                <a:spLocks noGrp="1" noRot="1" noChangeAspect="1" noMove="1" noResize="1" noEditPoints="1" noAdjustHandles="1" noChangeArrowheads="1" noChangeShapeType="1" noTextEdit="1"/>
              </p:cNvSpPr>
              <p:nvPr>
                <p:ph idx="1"/>
              </p:nvPr>
            </p:nvSpPr>
            <p:spPr>
              <a:xfrm>
                <a:off x="838200" y="1645784"/>
                <a:ext cx="10724535" cy="2328906"/>
              </a:xfrm>
              <a:blipFill>
                <a:blip r:embed="rId3"/>
                <a:stretch>
                  <a:fillRect l="-512" t="-1309" r="-57"/>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831F8BCA-EB4C-400F-98DA-B3FBF2F7AD32}"/>
              </a:ext>
            </a:extLst>
          </p:cNvPr>
          <p:cNvSpPr>
            <a:spLocks noGrp="1"/>
          </p:cNvSpPr>
          <p:nvPr>
            <p:ph type="sldNum" sz="quarter" idx="12"/>
          </p:nvPr>
        </p:nvSpPr>
        <p:spPr/>
        <p:txBody>
          <a:bodyPr/>
          <a:lstStyle/>
          <a:p>
            <a:fld id="{104D1C85-D14C-4D1F-B1AC-077E19A989F2}" type="slidenum">
              <a:rPr lang="en-GB" smtClean="0"/>
              <a:t>40</a:t>
            </a:fld>
            <a:endParaRPr lang="en-GB"/>
          </a:p>
        </p:txBody>
      </p:sp>
      <p:grpSp>
        <p:nvGrpSpPr>
          <p:cNvPr id="53" name="Group 52">
            <a:extLst>
              <a:ext uri="{FF2B5EF4-FFF2-40B4-BE49-F238E27FC236}">
                <a16:creationId xmlns:a16="http://schemas.microsoft.com/office/drawing/2014/main" id="{5B7903A0-98B3-78AC-899D-39B6846EB3F3}"/>
              </a:ext>
            </a:extLst>
          </p:cNvPr>
          <p:cNvGrpSpPr/>
          <p:nvPr/>
        </p:nvGrpSpPr>
        <p:grpSpPr>
          <a:xfrm>
            <a:off x="1356024" y="3714483"/>
            <a:ext cx="2249957" cy="2161351"/>
            <a:chOff x="7049727" y="3746303"/>
            <a:chExt cx="2630956" cy="2567715"/>
          </a:xfrm>
        </p:grpSpPr>
        <p:cxnSp>
          <p:nvCxnSpPr>
            <p:cNvPr id="48" name="Straight Connector 47">
              <a:extLst>
                <a:ext uri="{FF2B5EF4-FFF2-40B4-BE49-F238E27FC236}">
                  <a16:creationId xmlns:a16="http://schemas.microsoft.com/office/drawing/2014/main" id="{EBD70525-327D-C44F-5925-D1FAA1E65571}"/>
                </a:ext>
              </a:extLst>
            </p:cNvPr>
            <p:cNvCxnSpPr>
              <a:cxnSpLocks/>
            </p:cNvCxnSpPr>
            <p:nvPr/>
          </p:nvCxnSpPr>
          <p:spPr>
            <a:xfrm flipV="1">
              <a:off x="7927322" y="5789256"/>
              <a:ext cx="792711" cy="8757"/>
            </a:xfrm>
            <a:prstGeom prst="line">
              <a:avLst/>
            </a:prstGeom>
            <a:ln w="19050"/>
          </p:spPr>
          <p:style>
            <a:lnRef idx="1">
              <a:schemeClr val="dk1"/>
            </a:lnRef>
            <a:fillRef idx="0">
              <a:schemeClr val="dk1"/>
            </a:fillRef>
            <a:effectRef idx="0">
              <a:schemeClr val="dk1"/>
            </a:effectRef>
            <a:fontRef idx="minor">
              <a:schemeClr val="tx1"/>
            </a:fontRef>
          </p:style>
        </p:cxnSp>
        <p:grpSp>
          <p:nvGrpSpPr>
            <p:cNvPr id="46" name="Group 45">
              <a:extLst>
                <a:ext uri="{FF2B5EF4-FFF2-40B4-BE49-F238E27FC236}">
                  <a16:creationId xmlns:a16="http://schemas.microsoft.com/office/drawing/2014/main" id="{C9B28FB4-4676-9E1D-1D3A-8FE7A142A6BE}"/>
                </a:ext>
              </a:extLst>
            </p:cNvPr>
            <p:cNvGrpSpPr/>
            <p:nvPr/>
          </p:nvGrpSpPr>
          <p:grpSpPr>
            <a:xfrm>
              <a:off x="7049727" y="3746303"/>
              <a:ext cx="2630956" cy="2567715"/>
              <a:chOff x="6725264" y="3065663"/>
              <a:chExt cx="3650018" cy="3687672"/>
            </a:xfrm>
          </p:grpSpPr>
          <p:cxnSp>
            <p:nvCxnSpPr>
              <p:cNvPr id="9" name="Straight Connector 8">
                <a:extLst>
                  <a:ext uri="{FF2B5EF4-FFF2-40B4-BE49-F238E27FC236}">
                    <a16:creationId xmlns:a16="http://schemas.microsoft.com/office/drawing/2014/main" id="{37592EAA-0A0E-5976-F288-67C5D3D6D59A}"/>
                  </a:ext>
                </a:extLst>
              </p:cNvPr>
              <p:cNvCxnSpPr>
                <a:cxnSpLocks/>
              </p:cNvCxnSpPr>
              <p:nvPr/>
            </p:nvCxnSpPr>
            <p:spPr>
              <a:xfrm flipV="1">
                <a:off x="6821129" y="4054456"/>
                <a:ext cx="1054509" cy="1033087"/>
              </a:xfrm>
              <a:prstGeom prst="line">
                <a:avLst/>
              </a:prstGeom>
              <a:ln w="19050"/>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F07A69C5-F914-EA29-9BD6-2C5A5D50D1C8}"/>
                  </a:ext>
                </a:extLst>
              </p:cNvPr>
              <p:cNvCxnSpPr>
                <a:cxnSpLocks/>
              </p:cNvCxnSpPr>
              <p:nvPr/>
            </p:nvCxnSpPr>
            <p:spPr>
              <a:xfrm>
                <a:off x="6821129" y="5077561"/>
                <a:ext cx="1054509" cy="912581"/>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0123CAA5-ADBA-D0D4-F627-FA3491BBFE1E}"/>
                  </a:ext>
                </a:extLst>
              </p:cNvPr>
              <p:cNvCxnSpPr>
                <a:cxnSpLocks/>
              </p:cNvCxnSpPr>
              <p:nvPr/>
            </p:nvCxnSpPr>
            <p:spPr>
              <a:xfrm flipV="1">
                <a:off x="7875638" y="3409254"/>
                <a:ext cx="1054509" cy="651411"/>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339E71DC-898D-9BAD-DB51-F7BA529AEAA7}"/>
                  </a:ext>
                </a:extLst>
              </p:cNvPr>
              <p:cNvCxnSpPr>
                <a:cxnSpLocks/>
              </p:cNvCxnSpPr>
              <p:nvPr/>
            </p:nvCxnSpPr>
            <p:spPr>
              <a:xfrm>
                <a:off x="7925441" y="4021412"/>
                <a:ext cx="1004706" cy="566583"/>
              </a:xfrm>
              <a:prstGeom prst="line">
                <a:avLst/>
              </a:prstGeom>
              <a:ln w="19050"/>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BB3C14F7-0B82-C6D3-924C-7F9CD0E878B5}"/>
                  </a:ext>
                </a:extLst>
              </p:cNvPr>
              <p:cNvCxnSpPr>
                <a:cxnSpLocks/>
              </p:cNvCxnSpPr>
              <p:nvPr/>
            </p:nvCxnSpPr>
            <p:spPr>
              <a:xfrm flipV="1">
                <a:off x="7878152" y="5370610"/>
                <a:ext cx="1054509" cy="651411"/>
              </a:xfrm>
              <a:prstGeom prst="line">
                <a:avLst/>
              </a:prstGeom>
              <a:ln w="19050"/>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C6FF7C7-5D34-FD11-0041-10F97FF155FA}"/>
                  </a:ext>
                </a:extLst>
              </p:cNvPr>
              <p:cNvCxnSpPr>
                <a:cxnSpLocks/>
              </p:cNvCxnSpPr>
              <p:nvPr/>
            </p:nvCxnSpPr>
            <p:spPr>
              <a:xfrm>
                <a:off x="7905833" y="6012264"/>
                <a:ext cx="1004706" cy="566583"/>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3506D634-2F1E-9096-1A09-2F1938825860}"/>
                  </a:ext>
                </a:extLst>
              </p:cNvPr>
              <p:cNvCxnSpPr>
                <a:cxnSpLocks/>
              </p:cNvCxnSpPr>
              <p:nvPr/>
            </p:nvCxnSpPr>
            <p:spPr>
              <a:xfrm flipV="1">
                <a:off x="7950109" y="4044619"/>
                <a:ext cx="1099756" cy="12577"/>
              </a:xfrm>
              <a:prstGeom prst="line">
                <a:avLst/>
              </a:prstGeom>
              <a:ln w="19050"/>
            </p:spPr>
            <p:style>
              <a:lnRef idx="1">
                <a:schemeClr val="dk1"/>
              </a:lnRef>
              <a:fillRef idx="0">
                <a:schemeClr val="dk1"/>
              </a:fillRef>
              <a:effectRef idx="0">
                <a:schemeClr val="dk1"/>
              </a:effectRef>
              <a:fontRef idx="minor">
                <a:schemeClr val="tx1"/>
              </a:fontRef>
            </p:style>
          </p:cxnSp>
          <p:sp>
            <p:nvSpPr>
              <p:cNvPr id="24" name="Oval 23">
                <a:extLst>
                  <a:ext uri="{FF2B5EF4-FFF2-40B4-BE49-F238E27FC236}">
                    <a16:creationId xmlns:a16="http://schemas.microsoft.com/office/drawing/2014/main" id="{03C61AA6-3D03-880D-34FD-C99BF135CA86}"/>
                  </a:ext>
                </a:extLst>
              </p:cNvPr>
              <p:cNvSpPr/>
              <p:nvPr/>
            </p:nvSpPr>
            <p:spPr>
              <a:xfrm>
                <a:off x="6725264" y="4966584"/>
                <a:ext cx="302342" cy="302342"/>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SG" dirty="0"/>
                  <a:t>1</a:t>
                </a:r>
              </a:p>
            </p:txBody>
          </p:sp>
          <p:sp>
            <p:nvSpPr>
              <p:cNvPr id="25" name="Oval 24">
                <a:extLst>
                  <a:ext uri="{FF2B5EF4-FFF2-40B4-BE49-F238E27FC236}">
                    <a16:creationId xmlns:a16="http://schemas.microsoft.com/office/drawing/2014/main" id="{A1D97823-A09C-B165-FBC3-B3973CCA0350}"/>
                  </a:ext>
                </a:extLst>
              </p:cNvPr>
              <p:cNvSpPr/>
              <p:nvPr/>
            </p:nvSpPr>
            <p:spPr>
              <a:xfrm>
                <a:off x="7767483" y="3909494"/>
                <a:ext cx="302342" cy="30234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dirty="0"/>
                  <a:t>2</a:t>
                </a:r>
              </a:p>
            </p:txBody>
          </p:sp>
          <p:sp>
            <p:nvSpPr>
              <p:cNvPr id="26" name="Oval 25">
                <a:extLst>
                  <a:ext uri="{FF2B5EF4-FFF2-40B4-BE49-F238E27FC236}">
                    <a16:creationId xmlns:a16="http://schemas.microsoft.com/office/drawing/2014/main" id="{73021F0B-88F6-EC78-1D1C-428961111FBC}"/>
                  </a:ext>
                </a:extLst>
              </p:cNvPr>
              <p:cNvSpPr/>
              <p:nvPr/>
            </p:nvSpPr>
            <p:spPr>
              <a:xfrm>
                <a:off x="7755220" y="5834631"/>
                <a:ext cx="302342" cy="30234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dirty="0"/>
                  <a:t>2</a:t>
                </a:r>
              </a:p>
            </p:txBody>
          </p:sp>
          <p:sp>
            <p:nvSpPr>
              <p:cNvPr id="31" name="TextBox 30">
                <a:extLst>
                  <a:ext uri="{FF2B5EF4-FFF2-40B4-BE49-F238E27FC236}">
                    <a16:creationId xmlns:a16="http://schemas.microsoft.com/office/drawing/2014/main" id="{A381C763-84A8-4F1B-B78B-E9468BC17109}"/>
                  </a:ext>
                </a:extLst>
              </p:cNvPr>
              <p:cNvSpPr txBox="1"/>
              <p:nvPr/>
            </p:nvSpPr>
            <p:spPr>
              <a:xfrm>
                <a:off x="6876435" y="4389482"/>
                <a:ext cx="360718" cy="442020"/>
              </a:xfrm>
              <a:prstGeom prst="rect">
                <a:avLst/>
              </a:prstGeom>
              <a:noFill/>
            </p:spPr>
            <p:txBody>
              <a:bodyPr wrap="none" rtlCol="0">
                <a:spAutoFit/>
              </a:bodyPr>
              <a:lstStyle/>
              <a:p>
                <a:r>
                  <a:rPr lang="en-SG" sz="1400" dirty="0"/>
                  <a:t>L</a:t>
                </a:r>
              </a:p>
            </p:txBody>
          </p:sp>
          <p:sp>
            <p:nvSpPr>
              <p:cNvPr id="32" name="TextBox 31">
                <a:extLst>
                  <a:ext uri="{FF2B5EF4-FFF2-40B4-BE49-F238E27FC236}">
                    <a16:creationId xmlns:a16="http://schemas.microsoft.com/office/drawing/2014/main" id="{2AB46BF4-DCE3-AA4C-0B7D-6E4F21072122}"/>
                  </a:ext>
                </a:extLst>
              </p:cNvPr>
              <p:cNvSpPr txBox="1"/>
              <p:nvPr/>
            </p:nvSpPr>
            <p:spPr>
              <a:xfrm>
                <a:off x="6873444" y="5502245"/>
                <a:ext cx="391853" cy="442020"/>
              </a:xfrm>
              <a:prstGeom prst="rect">
                <a:avLst/>
              </a:prstGeom>
              <a:noFill/>
            </p:spPr>
            <p:txBody>
              <a:bodyPr wrap="none" rtlCol="0">
                <a:spAutoFit/>
              </a:bodyPr>
              <a:lstStyle/>
              <a:p>
                <a:r>
                  <a:rPr lang="en-SG" sz="1400" dirty="0"/>
                  <a:t>R</a:t>
                </a:r>
              </a:p>
            </p:txBody>
          </p:sp>
          <p:sp>
            <p:nvSpPr>
              <p:cNvPr id="33" name="TextBox 32">
                <a:extLst>
                  <a:ext uri="{FF2B5EF4-FFF2-40B4-BE49-F238E27FC236}">
                    <a16:creationId xmlns:a16="http://schemas.microsoft.com/office/drawing/2014/main" id="{2728E0B2-049F-268E-7683-63868E907975}"/>
                  </a:ext>
                </a:extLst>
              </p:cNvPr>
              <p:cNvSpPr txBox="1"/>
              <p:nvPr/>
            </p:nvSpPr>
            <p:spPr>
              <a:xfrm>
                <a:off x="8165350" y="3065663"/>
                <a:ext cx="378509" cy="442020"/>
              </a:xfrm>
              <a:prstGeom prst="rect">
                <a:avLst/>
              </a:prstGeom>
              <a:noFill/>
            </p:spPr>
            <p:txBody>
              <a:bodyPr wrap="none" rtlCol="0">
                <a:spAutoFit/>
              </a:bodyPr>
              <a:lstStyle/>
              <a:p>
                <a:r>
                  <a:rPr lang="en-SG" sz="1400" dirty="0"/>
                  <a:t>T</a:t>
                </a:r>
              </a:p>
            </p:txBody>
          </p:sp>
          <p:sp>
            <p:nvSpPr>
              <p:cNvPr id="34" name="TextBox 33">
                <a:extLst>
                  <a:ext uri="{FF2B5EF4-FFF2-40B4-BE49-F238E27FC236}">
                    <a16:creationId xmlns:a16="http://schemas.microsoft.com/office/drawing/2014/main" id="{972BB19D-8A13-DB35-DB40-125983558A8D}"/>
                  </a:ext>
                </a:extLst>
              </p:cNvPr>
              <p:cNvSpPr txBox="1"/>
              <p:nvPr/>
            </p:nvSpPr>
            <p:spPr>
              <a:xfrm>
                <a:off x="8165350" y="4312410"/>
                <a:ext cx="391853" cy="442020"/>
              </a:xfrm>
              <a:prstGeom prst="rect">
                <a:avLst/>
              </a:prstGeom>
              <a:noFill/>
            </p:spPr>
            <p:txBody>
              <a:bodyPr wrap="none" rtlCol="0">
                <a:spAutoFit/>
              </a:bodyPr>
              <a:lstStyle/>
              <a:p>
                <a:r>
                  <a:rPr lang="en-SG" sz="1400" dirty="0"/>
                  <a:t>B</a:t>
                </a:r>
              </a:p>
            </p:txBody>
          </p:sp>
          <p:sp>
            <p:nvSpPr>
              <p:cNvPr id="35" name="TextBox 34">
                <a:extLst>
                  <a:ext uri="{FF2B5EF4-FFF2-40B4-BE49-F238E27FC236}">
                    <a16:creationId xmlns:a16="http://schemas.microsoft.com/office/drawing/2014/main" id="{94262243-827E-C220-04E7-C12DEC08D4C8}"/>
                  </a:ext>
                </a:extLst>
              </p:cNvPr>
              <p:cNvSpPr txBox="1"/>
              <p:nvPr/>
            </p:nvSpPr>
            <p:spPr>
              <a:xfrm>
                <a:off x="8218471" y="5286765"/>
                <a:ext cx="378509" cy="442020"/>
              </a:xfrm>
              <a:prstGeom prst="rect">
                <a:avLst/>
              </a:prstGeom>
              <a:noFill/>
            </p:spPr>
            <p:txBody>
              <a:bodyPr wrap="none" rtlCol="0">
                <a:spAutoFit/>
              </a:bodyPr>
              <a:lstStyle/>
              <a:p>
                <a:r>
                  <a:rPr lang="en-SG" sz="1400" dirty="0"/>
                  <a:t>T</a:t>
                </a:r>
              </a:p>
            </p:txBody>
          </p:sp>
          <p:sp>
            <p:nvSpPr>
              <p:cNvPr id="36" name="TextBox 35">
                <a:extLst>
                  <a:ext uri="{FF2B5EF4-FFF2-40B4-BE49-F238E27FC236}">
                    <a16:creationId xmlns:a16="http://schemas.microsoft.com/office/drawing/2014/main" id="{62C57EBD-E6CC-E694-43B5-D91038AC9D07}"/>
                  </a:ext>
                </a:extLst>
              </p:cNvPr>
              <p:cNvSpPr txBox="1"/>
              <p:nvPr/>
            </p:nvSpPr>
            <p:spPr>
              <a:xfrm>
                <a:off x="8235113" y="6311315"/>
                <a:ext cx="391853" cy="442020"/>
              </a:xfrm>
              <a:prstGeom prst="rect">
                <a:avLst/>
              </a:prstGeom>
              <a:noFill/>
            </p:spPr>
            <p:txBody>
              <a:bodyPr wrap="none" rtlCol="0">
                <a:spAutoFit/>
              </a:bodyPr>
              <a:lstStyle/>
              <a:p>
                <a:r>
                  <a:rPr lang="en-SG" sz="1400" dirty="0"/>
                  <a:t>B</a:t>
                </a:r>
              </a:p>
            </p:txBody>
          </p:sp>
          <p:sp>
            <p:nvSpPr>
              <p:cNvPr id="41" name="TextBox 40">
                <a:extLst>
                  <a:ext uri="{FF2B5EF4-FFF2-40B4-BE49-F238E27FC236}">
                    <a16:creationId xmlns:a16="http://schemas.microsoft.com/office/drawing/2014/main" id="{2EE1BE38-749B-9164-87B1-F65A078C706E}"/>
                  </a:ext>
                </a:extLst>
              </p:cNvPr>
              <p:cNvSpPr txBox="1"/>
              <p:nvPr/>
            </p:nvSpPr>
            <p:spPr>
              <a:xfrm>
                <a:off x="10118998" y="4938685"/>
                <a:ext cx="256284" cy="530423"/>
              </a:xfrm>
              <a:prstGeom prst="rect">
                <a:avLst/>
              </a:prstGeom>
              <a:noFill/>
            </p:spPr>
            <p:txBody>
              <a:bodyPr wrap="none" rtlCol="0">
                <a:spAutoFit/>
              </a:bodyPr>
              <a:lstStyle/>
              <a:p>
                <a:endParaRPr lang="en-SG" dirty="0"/>
              </a:p>
            </p:txBody>
          </p:sp>
        </p:grpSp>
        <p:sp>
          <p:nvSpPr>
            <p:cNvPr id="51" name="TextBox 50">
              <a:extLst>
                <a:ext uri="{FF2B5EF4-FFF2-40B4-BE49-F238E27FC236}">
                  <a16:creationId xmlns:a16="http://schemas.microsoft.com/office/drawing/2014/main" id="{6CE9E2BA-2353-5125-612D-7352067D41BE}"/>
                </a:ext>
              </a:extLst>
            </p:cNvPr>
            <p:cNvSpPr txBox="1"/>
            <p:nvPr/>
          </p:nvSpPr>
          <p:spPr>
            <a:xfrm>
              <a:off x="8298161" y="4134752"/>
              <a:ext cx="338554" cy="307777"/>
            </a:xfrm>
            <a:prstGeom prst="rect">
              <a:avLst/>
            </a:prstGeom>
            <a:noFill/>
          </p:spPr>
          <p:txBody>
            <a:bodyPr wrap="none" rtlCol="0">
              <a:spAutoFit/>
            </a:bodyPr>
            <a:lstStyle/>
            <a:p>
              <a:r>
                <a:rPr lang="en-SG" sz="1400" dirty="0"/>
                <a:t>M</a:t>
              </a:r>
            </a:p>
          </p:txBody>
        </p:sp>
        <p:sp>
          <p:nvSpPr>
            <p:cNvPr id="52" name="TextBox 51">
              <a:extLst>
                <a:ext uri="{FF2B5EF4-FFF2-40B4-BE49-F238E27FC236}">
                  <a16:creationId xmlns:a16="http://schemas.microsoft.com/office/drawing/2014/main" id="{403D0EEE-D7C6-82C6-2CA5-9B37B9AB4234}"/>
                </a:ext>
              </a:extLst>
            </p:cNvPr>
            <p:cNvSpPr txBox="1"/>
            <p:nvPr/>
          </p:nvSpPr>
          <p:spPr>
            <a:xfrm>
              <a:off x="8282539" y="5510078"/>
              <a:ext cx="338554" cy="307777"/>
            </a:xfrm>
            <a:prstGeom prst="rect">
              <a:avLst/>
            </a:prstGeom>
            <a:noFill/>
          </p:spPr>
          <p:txBody>
            <a:bodyPr wrap="none" rtlCol="0">
              <a:spAutoFit/>
            </a:bodyPr>
            <a:lstStyle/>
            <a:p>
              <a:r>
                <a:rPr lang="en-SG" sz="1400" dirty="0"/>
                <a:t>M</a:t>
              </a:r>
            </a:p>
          </p:txBody>
        </p:sp>
      </p:grpSp>
      <p:graphicFrame>
        <p:nvGraphicFramePr>
          <p:cNvPr id="55" name="Table 55">
            <a:extLst>
              <a:ext uri="{FF2B5EF4-FFF2-40B4-BE49-F238E27FC236}">
                <a16:creationId xmlns:a16="http://schemas.microsoft.com/office/drawing/2014/main" id="{972AA8CD-7966-4131-A468-16A6B9F03D4A}"/>
              </a:ext>
            </a:extLst>
          </p:cNvPr>
          <p:cNvGraphicFramePr>
            <a:graphicFrameLocks noGrp="1"/>
          </p:cNvGraphicFramePr>
          <p:nvPr>
            <p:extLst>
              <p:ext uri="{D42A27DB-BD31-4B8C-83A1-F6EECF244321}">
                <p14:modId xmlns:p14="http://schemas.microsoft.com/office/powerpoint/2010/main" val="1835630539"/>
              </p:ext>
            </p:extLst>
          </p:nvPr>
        </p:nvGraphicFramePr>
        <p:xfrm>
          <a:off x="3466485" y="3983375"/>
          <a:ext cx="2989658" cy="1630680"/>
        </p:xfrm>
        <a:graphic>
          <a:graphicData uri="http://schemas.openxmlformats.org/drawingml/2006/table">
            <a:tbl>
              <a:tblPr firstRow="1" bandRow="1">
                <a:tableStyleId>{5940675A-B579-460E-94D1-54222C63F5DA}</a:tableStyleId>
              </a:tblPr>
              <a:tblGrid>
                <a:gridCol w="1494829">
                  <a:extLst>
                    <a:ext uri="{9D8B030D-6E8A-4147-A177-3AD203B41FA5}">
                      <a16:colId xmlns:a16="http://schemas.microsoft.com/office/drawing/2014/main" val="574421535"/>
                    </a:ext>
                  </a:extLst>
                </a:gridCol>
                <a:gridCol w="1494829">
                  <a:extLst>
                    <a:ext uri="{9D8B030D-6E8A-4147-A177-3AD203B41FA5}">
                      <a16:colId xmlns:a16="http://schemas.microsoft.com/office/drawing/2014/main" val="246988246"/>
                    </a:ext>
                  </a:extLst>
                </a:gridCol>
              </a:tblGrid>
              <a:tr h="370840">
                <a:tc>
                  <a:txBody>
                    <a:bodyPr/>
                    <a:lstStyle/>
                    <a:p>
                      <a:pPr algn="ctr"/>
                      <a:r>
                        <a:rPr lang="en-SG" sz="1400" b="1" dirty="0"/>
                        <a:t>@ History 1: L</a:t>
                      </a:r>
                    </a:p>
                    <a:p>
                      <a:pPr algn="ctr"/>
                      <a:r>
                        <a:rPr lang="en-SG" sz="1400" b="1" dirty="0"/>
                        <a:t>Choose between:</a:t>
                      </a:r>
                    </a:p>
                  </a:txBody>
                  <a:tcPr/>
                </a:tc>
                <a:tc>
                  <a:txBody>
                    <a:bodyPr/>
                    <a:lstStyle/>
                    <a:p>
                      <a:pPr algn="ctr"/>
                      <a:r>
                        <a:rPr lang="en-SG" sz="1400" b="1" dirty="0"/>
                        <a:t>@ History 2: R</a:t>
                      </a:r>
                    </a:p>
                    <a:p>
                      <a:pPr algn="ctr"/>
                      <a:r>
                        <a:rPr lang="en-SG" sz="1400" b="1" dirty="0"/>
                        <a:t>Choose Between:</a:t>
                      </a:r>
                    </a:p>
                  </a:txBody>
                  <a:tcPr/>
                </a:tc>
                <a:extLst>
                  <a:ext uri="{0D108BD9-81ED-4DB2-BD59-A6C34878D82A}">
                    <a16:rowId xmlns:a16="http://schemas.microsoft.com/office/drawing/2014/main" val="1334932218"/>
                  </a:ext>
                </a:extLst>
              </a:tr>
              <a:tr h="370840">
                <a:tc>
                  <a:txBody>
                    <a:bodyPr/>
                    <a:lstStyle/>
                    <a:p>
                      <a:pPr algn="ctr"/>
                      <a:r>
                        <a:rPr lang="en-SG" sz="1400" dirty="0"/>
                        <a:t>T</a:t>
                      </a:r>
                    </a:p>
                  </a:txBody>
                  <a:tcPr/>
                </a:tc>
                <a:tc>
                  <a:txBody>
                    <a:bodyPr/>
                    <a:lstStyle/>
                    <a:p>
                      <a:pPr algn="ctr"/>
                      <a:r>
                        <a:rPr lang="en-SG" sz="1400" dirty="0"/>
                        <a:t>T</a:t>
                      </a:r>
                    </a:p>
                  </a:txBody>
                  <a:tcPr/>
                </a:tc>
                <a:extLst>
                  <a:ext uri="{0D108BD9-81ED-4DB2-BD59-A6C34878D82A}">
                    <a16:rowId xmlns:a16="http://schemas.microsoft.com/office/drawing/2014/main" val="1844821319"/>
                  </a:ext>
                </a:extLst>
              </a:tr>
              <a:tr h="370840">
                <a:tc>
                  <a:txBody>
                    <a:bodyPr/>
                    <a:lstStyle/>
                    <a:p>
                      <a:pPr algn="ctr"/>
                      <a:r>
                        <a:rPr lang="en-SG" sz="1400" dirty="0"/>
                        <a:t>M</a:t>
                      </a:r>
                    </a:p>
                  </a:txBody>
                  <a:tcPr/>
                </a:tc>
                <a:tc>
                  <a:txBody>
                    <a:bodyPr/>
                    <a:lstStyle/>
                    <a:p>
                      <a:pPr algn="ctr"/>
                      <a:r>
                        <a:rPr lang="en-SG" sz="1400" dirty="0"/>
                        <a:t>M</a:t>
                      </a:r>
                    </a:p>
                  </a:txBody>
                  <a:tcPr/>
                </a:tc>
                <a:extLst>
                  <a:ext uri="{0D108BD9-81ED-4DB2-BD59-A6C34878D82A}">
                    <a16:rowId xmlns:a16="http://schemas.microsoft.com/office/drawing/2014/main" val="884966403"/>
                  </a:ext>
                </a:extLst>
              </a:tr>
              <a:tr h="370840">
                <a:tc>
                  <a:txBody>
                    <a:bodyPr/>
                    <a:lstStyle/>
                    <a:p>
                      <a:pPr algn="ctr"/>
                      <a:r>
                        <a:rPr lang="en-SG" sz="1400" dirty="0"/>
                        <a:t>B</a:t>
                      </a:r>
                    </a:p>
                  </a:txBody>
                  <a:tcPr/>
                </a:tc>
                <a:tc>
                  <a:txBody>
                    <a:bodyPr/>
                    <a:lstStyle/>
                    <a:p>
                      <a:pPr algn="ctr"/>
                      <a:r>
                        <a:rPr lang="en-SG" sz="1400" dirty="0"/>
                        <a:t>B</a:t>
                      </a:r>
                    </a:p>
                  </a:txBody>
                  <a:tcPr/>
                </a:tc>
                <a:extLst>
                  <a:ext uri="{0D108BD9-81ED-4DB2-BD59-A6C34878D82A}">
                    <a16:rowId xmlns:a16="http://schemas.microsoft.com/office/drawing/2014/main" val="1441738341"/>
                  </a:ext>
                </a:extLst>
              </a:tr>
            </a:tbl>
          </a:graphicData>
        </a:graphic>
      </p:graphicFrame>
      <p:sp>
        <p:nvSpPr>
          <p:cNvPr id="56" name="TextBox 55">
            <a:extLst>
              <a:ext uri="{FF2B5EF4-FFF2-40B4-BE49-F238E27FC236}">
                <a16:creationId xmlns:a16="http://schemas.microsoft.com/office/drawing/2014/main" id="{1F52B1C5-A37D-0DDE-6896-C6EE64471CC3}"/>
              </a:ext>
            </a:extLst>
          </p:cNvPr>
          <p:cNvSpPr txBox="1"/>
          <p:nvPr/>
        </p:nvSpPr>
        <p:spPr>
          <a:xfrm>
            <a:off x="6998027" y="4149280"/>
            <a:ext cx="3955852" cy="1200329"/>
          </a:xfrm>
          <a:prstGeom prst="rect">
            <a:avLst/>
          </a:prstGeom>
          <a:noFill/>
        </p:spPr>
        <p:txBody>
          <a:bodyPr wrap="square" rtlCol="0">
            <a:spAutoFit/>
          </a:bodyPr>
          <a:lstStyle/>
          <a:p>
            <a:r>
              <a:rPr lang="en-SG" b="1" dirty="0"/>
              <a:t>Specifying the strategy chosen for each potential history is important  because it affects what the first mover will want to choose!</a:t>
            </a:r>
          </a:p>
        </p:txBody>
      </p:sp>
    </p:spTree>
    <p:extLst>
      <p:ext uri="{BB962C8B-B14F-4D97-AF65-F5344CB8AC3E}">
        <p14:creationId xmlns:p14="http://schemas.microsoft.com/office/powerpoint/2010/main" val="657825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D650-87DA-40F9-8CA6-5134E768F879}"/>
              </a:ext>
            </a:extLst>
          </p:cNvPr>
          <p:cNvSpPr>
            <a:spLocks noGrp="1"/>
          </p:cNvSpPr>
          <p:nvPr>
            <p:ph type="title"/>
          </p:nvPr>
        </p:nvSpPr>
        <p:spPr/>
        <p:txBody>
          <a:bodyPr/>
          <a:lstStyle/>
          <a:p>
            <a:r>
              <a:rPr lang="en-US" dirty="0"/>
              <a:t>Review Questions 4</a:t>
            </a:r>
            <a:endParaRPr lang="en-GB" dirty="0"/>
          </a:p>
        </p:txBody>
      </p:sp>
      <p:sp>
        <p:nvSpPr>
          <p:cNvPr id="3" name="Content Placeholder 2">
            <a:extLst>
              <a:ext uri="{FF2B5EF4-FFF2-40B4-BE49-F238E27FC236}">
                <a16:creationId xmlns:a16="http://schemas.microsoft.com/office/drawing/2014/main" id="{5F1084EF-22C8-4EF1-B3AC-5CD9C82F5106}"/>
              </a:ext>
            </a:extLst>
          </p:cNvPr>
          <p:cNvSpPr>
            <a:spLocks noGrp="1"/>
          </p:cNvSpPr>
          <p:nvPr>
            <p:ph idx="1"/>
          </p:nvPr>
        </p:nvSpPr>
        <p:spPr>
          <a:xfrm>
            <a:off x="838200" y="1690688"/>
            <a:ext cx="10515600" cy="4486275"/>
          </a:xfrm>
        </p:spPr>
        <p:txBody>
          <a:bodyPr>
            <a:normAutofit/>
          </a:bodyPr>
          <a:lstStyle/>
          <a:p>
            <a:pPr marL="0" indent="0">
              <a:buNone/>
            </a:pPr>
            <a:endParaRPr lang="en-US" sz="2000" dirty="0"/>
          </a:p>
          <a:p>
            <a:pPr marL="0" indent="0">
              <a:buNone/>
            </a:pPr>
            <a:r>
              <a:rPr lang="en-US" sz="2000" dirty="0"/>
              <a:t>Consider a game where Player B moves </a:t>
            </a:r>
            <a:r>
              <a:rPr lang="en-US" sz="2000" u="sng" dirty="0"/>
              <a:t>after</a:t>
            </a:r>
            <a:r>
              <a:rPr lang="en-US" sz="2000" dirty="0"/>
              <a:t> observing Player A’s move. </a:t>
            </a:r>
            <a:br>
              <a:rPr lang="en-US" sz="2000" dirty="0"/>
            </a:br>
            <a:r>
              <a:rPr lang="en-US" sz="2000" dirty="0"/>
              <a:t>Player A can choose either </a:t>
            </a:r>
            <a:r>
              <a:rPr lang="en-US" sz="2000" i="1" dirty="0"/>
              <a:t>L</a:t>
            </a:r>
            <a:r>
              <a:rPr lang="en-US" sz="2000" dirty="0"/>
              <a:t> or </a:t>
            </a:r>
            <a:r>
              <a:rPr lang="en-US" sz="2000" i="1" dirty="0"/>
              <a:t>R</a:t>
            </a:r>
            <a:r>
              <a:rPr lang="en-US" sz="2000" dirty="0"/>
              <a:t> while Player B can choose either </a:t>
            </a:r>
            <a:r>
              <a:rPr lang="en-US" sz="2000" i="1" dirty="0"/>
              <a:t>T</a:t>
            </a:r>
            <a:r>
              <a:rPr lang="en-US" sz="2000" dirty="0"/>
              <a:t>, </a:t>
            </a:r>
            <a:r>
              <a:rPr lang="en-US" sz="2000" i="1" dirty="0"/>
              <a:t>M</a:t>
            </a:r>
            <a:r>
              <a:rPr lang="en-US" sz="2000" dirty="0"/>
              <a:t>, or </a:t>
            </a:r>
            <a:r>
              <a:rPr lang="en-US" sz="2000" i="1" dirty="0"/>
              <a:t>B</a:t>
            </a:r>
            <a:r>
              <a:rPr lang="en-US" sz="2000" dirty="0"/>
              <a:t>.</a:t>
            </a:r>
          </a:p>
          <a:p>
            <a:pPr marL="0" indent="0">
              <a:buNone/>
            </a:pPr>
            <a:endParaRPr lang="en-US" sz="2000" dirty="0"/>
          </a:p>
          <a:p>
            <a:pPr marL="457200" indent="-457200">
              <a:buFont typeface="+mj-lt"/>
              <a:buAutoNum type="arabicPeriod"/>
            </a:pPr>
            <a:r>
              <a:rPr lang="en-US" sz="2000" dirty="0"/>
              <a:t>How many pure strategies does Player A have in his strategy set? 2 </a:t>
            </a:r>
            <a:endParaRPr lang="en-US" sz="2000" b="1" dirty="0"/>
          </a:p>
          <a:p>
            <a:pPr marL="457200" indent="-457200">
              <a:buFont typeface="+mj-lt"/>
              <a:buAutoNum type="arabicPeriod"/>
            </a:pPr>
            <a:endParaRPr lang="en-US" sz="2000" dirty="0"/>
          </a:p>
          <a:p>
            <a:pPr marL="457200" indent="-457200">
              <a:buFont typeface="+mj-lt"/>
              <a:buAutoNum type="arabicPeriod"/>
            </a:pPr>
            <a:r>
              <a:rPr lang="en-US" sz="2000" dirty="0"/>
              <a:t>How many pure strategies does Player B have in his strategy set?</a:t>
            </a:r>
            <a:br>
              <a:rPr lang="en-US" sz="2000" dirty="0"/>
            </a:br>
            <a:br>
              <a:rPr lang="en-US" sz="2000" dirty="0"/>
            </a:br>
            <a:endParaRPr lang="en-US" sz="2000" dirty="0"/>
          </a:p>
          <a:p>
            <a:pPr marL="0" indent="0">
              <a:buNone/>
            </a:pPr>
            <a:endParaRPr lang="en-US" sz="2000" dirty="0"/>
          </a:p>
        </p:txBody>
      </p:sp>
      <p:sp>
        <p:nvSpPr>
          <p:cNvPr id="4" name="Slide Number Placeholder 3">
            <a:extLst>
              <a:ext uri="{FF2B5EF4-FFF2-40B4-BE49-F238E27FC236}">
                <a16:creationId xmlns:a16="http://schemas.microsoft.com/office/drawing/2014/main" id="{01FDD432-5623-482A-A22D-31450925691F}"/>
              </a:ext>
            </a:extLst>
          </p:cNvPr>
          <p:cNvSpPr>
            <a:spLocks noGrp="1"/>
          </p:cNvSpPr>
          <p:nvPr>
            <p:ph type="sldNum" sz="quarter" idx="12"/>
          </p:nvPr>
        </p:nvSpPr>
        <p:spPr/>
        <p:txBody>
          <a:bodyPr/>
          <a:lstStyle/>
          <a:p>
            <a:fld id="{104D1C85-D14C-4D1F-B1AC-077E19A989F2}" type="slidenum">
              <a:rPr lang="en-GB" smtClean="0"/>
              <a:t>41</a:t>
            </a:fld>
            <a:endParaRPr lang="en-GB"/>
          </a:p>
        </p:txBody>
      </p:sp>
      <p:pic>
        <p:nvPicPr>
          <p:cNvPr id="5" name="Picture 4">
            <a:extLst>
              <a:ext uri="{FF2B5EF4-FFF2-40B4-BE49-F238E27FC236}">
                <a16:creationId xmlns:a16="http://schemas.microsoft.com/office/drawing/2014/main" id="{5A6098FE-69FB-4641-6A71-68583B26E709}"/>
              </a:ext>
            </a:extLst>
          </p:cNvPr>
          <p:cNvPicPr>
            <a:picLocks noChangeAspect="1"/>
          </p:cNvPicPr>
          <p:nvPr/>
        </p:nvPicPr>
        <p:blipFill>
          <a:blip r:embed="rId3"/>
          <a:stretch>
            <a:fillRect/>
          </a:stretch>
        </p:blipFill>
        <p:spPr>
          <a:xfrm>
            <a:off x="10177988" y="365125"/>
            <a:ext cx="1732601" cy="1715361"/>
          </a:xfrm>
          <a:prstGeom prst="rect">
            <a:avLst/>
          </a:prstGeom>
        </p:spPr>
      </p:pic>
    </p:spTree>
    <p:extLst>
      <p:ext uri="{BB962C8B-B14F-4D97-AF65-F5344CB8AC3E}">
        <p14:creationId xmlns:p14="http://schemas.microsoft.com/office/powerpoint/2010/main" val="38640920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D650-87DA-40F9-8CA6-5134E768F879}"/>
              </a:ext>
            </a:extLst>
          </p:cNvPr>
          <p:cNvSpPr>
            <a:spLocks noGrp="1"/>
          </p:cNvSpPr>
          <p:nvPr>
            <p:ph type="title"/>
          </p:nvPr>
        </p:nvSpPr>
        <p:spPr/>
        <p:txBody>
          <a:bodyPr/>
          <a:lstStyle/>
          <a:p>
            <a:r>
              <a:rPr lang="en-US" dirty="0"/>
              <a:t>Key Learning Outcomes</a:t>
            </a:r>
            <a:endParaRPr lang="en-GB" dirty="0"/>
          </a:p>
        </p:txBody>
      </p:sp>
      <p:sp>
        <p:nvSpPr>
          <p:cNvPr id="3" name="Content Placeholder 2">
            <a:extLst>
              <a:ext uri="{FF2B5EF4-FFF2-40B4-BE49-F238E27FC236}">
                <a16:creationId xmlns:a16="http://schemas.microsoft.com/office/drawing/2014/main" id="{5F1084EF-22C8-4EF1-B3AC-5CD9C82F5106}"/>
              </a:ext>
            </a:extLst>
          </p:cNvPr>
          <p:cNvSpPr>
            <a:spLocks noGrp="1"/>
          </p:cNvSpPr>
          <p:nvPr>
            <p:ph idx="1"/>
          </p:nvPr>
        </p:nvSpPr>
        <p:spPr>
          <a:xfrm>
            <a:off x="838200" y="1690688"/>
            <a:ext cx="10515600" cy="4486275"/>
          </a:xfrm>
        </p:spPr>
        <p:txBody>
          <a:bodyPr>
            <a:normAutofit/>
          </a:bodyPr>
          <a:lstStyle/>
          <a:p>
            <a:r>
              <a:rPr lang="en-US" sz="2000" dirty="0"/>
              <a:t>Understand what mixed strategies are and how to solve for general Nash Equilibria with mixed strategies.</a:t>
            </a:r>
          </a:p>
          <a:p>
            <a:endParaRPr lang="en-US" sz="2000" dirty="0"/>
          </a:p>
          <a:p>
            <a:r>
              <a:rPr lang="en-US" sz="2000" dirty="0"/>
              <a:t>Understand the different applications of static games.</a:t>
            </a:r>
          </a:p>
          <a:p>
            <a:endParaRPr lang="en-US" sz="2000" dirty="0"/>
          </a:p>
          <a:p>
            <a:r>
              <a:rPr lang="en-US" sz="2000" dirty="0"/>
              <a:t>Understand how sequential games are formulated.</a:t>
            </a:r>
          </a:p>
          <a:p>
            <a:pPr lvl="1"/>
            <a:r>
              <a:rPr lang="en-US" sz="1800" dirty="0"/>
              <a:t>Perfect vs Imperfect information.</a:t>
            </a:r>
          </a:p>
          <a:p>
            <a:pPr lvl="1"/>
            <a:r>
              <a:rPr lang="en-US" sz="1800" dirty="0"/>
              <a:t>Extensive form, information sets…</a:t>
            </a:r>
          </a:p>
          <a:p>
            <a:pPr lvl="1"/>
            <a:r>
              <a:rPr lang="en-US" sz="1800" dirty="0"/>
              <a:t>Identifying all possible strategies.</a:t>
            </a:r>
          </a:p>
          <a:p>
            <a:endParaRPr lang="en-US" sz="2000" dirty="0"/>
          </a:p>
          <a:p>
            <a:endParaRPr lang="en-US" sz="1000" dirty="0"/>
          </a:p>
          <a:p>
            <a:pPr marL="0" indent="0">
              <a:buNone/>
            </a:pPr>
            <a:endParaRPr lang="en-US" sz="2000" dirty="0"/>
          </a:p>
        </p:txBody>
      </p:sp>
      <p:sp>
        <p:nvSpPr>
          <p:cNvPr id="4" name="Slide Number Placeholder 3">
            <a:extLst>
              <a:ext uri="{FF2B5EF4-FFF2-40B4-BE49-F238E27FC236}">
                <a16:creationId xmlns:a16="http://schemas.microsoft.com/office/drawing/2014/main" id="{01FDD432-5623-482A-A22D-31450925691F}"/>
              </a:ext>
            </a:extLst>
          </p:cNvPr>
          <p:cNvSpPr>
            <a:spLocks noGrp="1"/>
          </p:cNvSpPr>
          <p:nvPr>
            <p:ph type="sldNum" sz="quarter" idx="12"/>
          </p:nvPr>
        </p:nvSpPr>
        <p:spPr/>
        <p:txBody>
          <a:bodyPr/>
          <a:lstStyle/>
          <a:p>
            <a:fld id="{104D1C85-D14C-4D1F-B1AC-077E19A989F2}" type="slidenum">
              <a:rPr lang="en-GB" smtClean="0"/>
              <a:t>42</a:t>
            </a:fld>
            <a:endParaRPr lang="en-GB"/>
          </a:p>
        </p:txBody>
      </p:sp>
    </p:spTree>
    <p:extLst>
      <p:ext uri="{BB962C8B-B14F-4D97-AF65-F5344CB8AC3E}">
        <p14:creationId xmlns:p14="http://schemas.microsoft.com/office/powerpoint/2010/main" val="134485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ChangeArrowheads="1"/>
          </p:cNvSpPr>
          <p:nvPr>
            <p:ph type="title"/>
          </p:nvPr>
        </p:nvSpPr>
        <p:spPr>
          <a:noFill/>
        </p:spPr>
        <p:txBody>
          <a:bodyPr/>
          <a:lstStyle/>
          <a:p>
            <a:r>
              <a:rPr lang="en-US" altLang="en-US" dirty="0"/>
              <a:t>Readings</a:t>
            </a:r>
          </a:p>
        </p:txBody>
      </p:sp>
      <p:sp>
        <p:nvSpPr>
          <p:cNvPr id="108546" name="Rectangle 3"/>
          <p:cNvSpPr>
            <a:spLocks noGrp="1" noChangeArrowheads="1"/>
          </p:cNvSpPr>
          <p:nvPr>
            <p:ph idx="1"/>
          </p:nvPr>
        </p:nvSpPr>
        <p:spPr>
          <a:xfrm>
            <a:off x="838200" y="1456791"/>
            <a:ext cx="9934575" cy="4755473"/>
          </a:xfrm>
        </p:spPr>
        <p:txBody>
          <a:bodyPr>
            <a:normAutofit/>
          </a:bodyPr>
          <a:lstStyle/>
          <a:p>
            <a:pPr marL="342900" indent="-342900">
              <a:buFont typeface="Arial" panose="020B0604020202020204" pitchFamily="34" charset="0"/>
              <a:buChar char="•"/>
            </a:pPr>
            <a:r>
              <a:rPr lang="en-US" altLang="en-US" sz="2200" dirty="0"/>
              <a:t>Varian Chapter 29</a:t>
            </a:r>
          </a:p>
          <a:p>
            <a:pPr marL="342900" indent="-342900">
              <a:buFont typeface="Arial" panose="020B0604020202020204" pitchFamily="34" charset="0"/>
              <a:buChar char="•"/>
            </a:pPr>
            <a:r>
              <a:rPr lang="en-US" altLang="en-US" sz="2200" dirty="0"/>
              <a:t>Varian Chapter 30 (optional)</a:t>
            </a:r>
          </a:p>
          <a:p>
            <a:pPr marL="342900" indent="-342900">
              <a:buFont typeface="Arial" panose="020B0604020202020204" pitchFamily="34" charset="0"/>
              <a:buChar char="•"/>
            </a:pPr>
            <a:r>
              <a:rPr lang="en-US" altLang="en-US" sz="2200" dirty="0"/>
              <a:t>Osborne, </a:t>
            </a:r>
            <a:r>
              <a:rPr lang="en-US" altLang="en-US" sz="2200" dirty="0">
                <a:hlinkClick r:id="rId2"/>
              </a:rPr>
              <a:t>An Introduction to Game Theory </a:t>
            </a:r>
            <a:r>
              <a:rPr lang="en-US" altLang="en-US" sz="2200" dirty="0"/>
              <a:t>(optional): A game theory reference textbook </a:t>
            </a:r>
          </a:p>
          <a:p>
            <a:pPr marL="342900" indent="-342900">
              <a:buFont typeface="Arial" panose="020B0604020202020204" pitchFamily="34" charset="0"/>
              <a:buChar char="•"/>
            </a:pPr>
            <a:r>
              <a:rPr lang="en-US" altLang="en-US" sz="2200" dirty="0"/>
              <a:t>Osborne and Rubinstein, </a:t>
            </a:r>
            <a:r>
              <a:rPr lang="en-US" altLang="en-US" sz="2200" i="1" dirty="0">
                <a:hlinkClick r:id="rId3"/>
              </a:rPr>
              <a:t>A Course in Game Theory </a:t>
            </a:r>
            <a:r>
              <a:rPr lang="en-US" altLang="en-US" sz="2200" dirty="0"/>
              <a:t>(optional): A game theory reference textbook </a:t>
            </a:r>
          </a:p>
          <a:p>
            <a:pPr marL="342900" indent="-342900">
              <a:buFont typeface="Arial" panose="020B0604020202020204" pitchFamily="34" charset="0"/>
              <a:buChar char="•"/>
            </a:pPr>
            <a:r>
              <a:rPr lang="en-US" altLang="en-US" sz="2400" dirty="0">
                <a:hlinkClick r:id="rId4"/>
              </a:rPr>
              <a:t>https://www.bbc.com/news/science-environment-27228416</a:t>
            </a:r>
            <a:r>
              <a:rPr lang="en-US" altLang="en-US" sz="2400" dirty="0"/>
              <a:t> </a:t>
            </a:r>
          </a:p>
          <a:p>
            <a:pPr marL="342900" indent="-342900">
              <a:buFont typeface="Arial" panose="020B0604020202020204" pitchFamily="34" charset="0"/>
              <a:buChar char="•"/>
            </a:pPr>
            <a:endParaRPr lang="en-US" altLang="en-US" sz="2400" dirty="0"/>
          </a:p>
          <a:p>
            <a:endParaRPr lang="en-US" altLang="en-US" sz="2400" dirty="0"/>
          </a:p>
        </p:txBody>
      </p:sp>
      <p:sp>
        <p:nvSpPr>
          <p:cNvPr id="3" name="Slide Number Placeholder 2">
            <a:extLst>
              <a:ext uri="{FF2B5EF4-FFF2-40B4-BE49-F238E27FC236}">
                <a16:creationId xmlns:a16="http://schemas.microsoft.com/office/drawing/2014/main" id="{A96ADB3A-BD9C-43F7-9437-0E142F18E8C7}"/>
              </a:ext>
            </a:extLst>
          </p:cNvPr>
          <p:cNvSpPr>
            <a:spLocks noGrp="1"/>
          </p:cNvSpPr>
          <p:nvPr>
            <p:ph type="sldNum" sz="quarter" idx="12"/>
          </p:nvPr>
        </p:nvSpPr>
        <p:spPr/>
        <p:txBody>
          <a:bodyPr/>
          <a:lstStyle/>
          <a:p>
            <a:fld id="{104D1C85-D14C-4D1F-B1AC-077E19A989F2}" type="slidenum">
              <a:rPr lang="en-GB" smtClean="0"/>
              <a:t>43</a:t>
            </a:fld>
            <a:endParaRPr lang="en-GB"/>
          </a:p>
        </p:txBody>
      </p:sp>
    </p:spTree>
    <p:extLst>
      <p:ext uri="{BB962C8B-B14F-4D97-AF65-F5344CB8AC3E}">
        <p14:creationId xmlns:p14="http://schemas.microsoft.com/office/powerpoint/2010/main" val="2124394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10130</TotalTime>
  <Words>4931</Words>
  <Application>Microsoft Office PowerPoint</Application>
  <PresentationFormat>Widescreen</PresentationFormat>
  <Paragraphs>874</Paragraphs>
  <Slides>43</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Cambria Math</vt:lpstr>
      <vt:lpstr>Office Theme</vt:lpstr>
      <vt:lpstr>Game Theory II</vt:lpstr>
      <vt:lpstr>Mixed Strategies (Recap)</vt:lpstr>
      <vt:lpstr>A taxonomy of strategies.</vt:lpstr>
      <vt:lpstr>Parameters of a Game (Updated)</vt:lpstr>
      <vt:lpstr>Review Questions 1</vt:lpstr>
      <vt:lpstr>Mixed Nash Equilibria</vt:lpstr>
      <vt:lpstr>Mixed Strategy Nash Equilibrium</vt:lpstr>
      <vt:lpstr>Matching Pennies Again</vt:lpstr>
      <vt:lpstr>Solving for all NE</vt:lpstr>
      <vt:lpstr>Solving for all NE</vt:lpstr>
      <vt:lpstr>Solving for all NE (Husband’s BR)</vt:lpstr>
      <vt:lpstr>Solving for all NE (Husband’s BR)</vt:lpstr>
      <vt:lpstr>Solving for all NE (Husband’s BR)</vt:lpstr>
      <vt:lpstr>Solving for all NE (Wife’s BR)</vt:lpstr>
      <vt:lpstr>Solving for all NE</vt:lpstr>
      <vt:lpstr>NE outcomes</vt:lpstr>
      <vt:lpstr>Applications</vt:lpstr>
      <vt:lpstr>Classes of Games.</vt:lpstr>
      <vt:lpstr>Games of Coordination : Chicken game</vt:lpstr>
      <vt:lpstr>Games of Coordination: Chicken game</vt:lpstr>
      <vt:lpstr>Games of Coordination : Assurance Games</vt:lpstr>
      <vt:lpstr>Payoff dominance and risk dominance</vt:lpstr>
      <vt:lpstr>Games of Coordination: Prisoner’s Dilemma </vt:lpstr>
      <vt:lpstr>Games of Competition: Constant Sum Games</vt:lpstr>
      <vt:lpstr>Review Questions 2</vt:lpstr>
      <vt:lpstr>Sequential Games</vt:lpstr>
      <vt:lpstr>Sequential Games: who plays when?</vt:lpstr>
      <vt:lpstr>Sequential Games: who observes what?</vt:lpstr>
      <vt:lpstr>An example</vt:lpstr>
      <vt:lpstr>Sequential Games: who observes what?</vt:lpstr>
      <vt:lpstr>Sequential Games of Perfect Information</vt:lpstr>
      <vt:lpstr>Sequential Games of Perfect Information</vt:lpstr>
      <vt:lpstr>Extensive Form Representation</vt:lpstr>
      <vt:lpstr>Extensive form</vt:lpstr>
      <vt:lpstr>Information Sets</vt:lpstr>
      <vt:lpstr>Information Sets</vt:lpstr>
      <vt:lpstr>Review Questions 3a</vt:lpstr>
      <vt:lpstr>Review Questions 3b</vt:lpstr>
      <vt:lpstr>Identifying all strategies</vt:lpstr>
      <vt:lpstr>Identifying all strategies</vt:lpstr>
      <vt:lpstr>Review Questions 4</vt:lpstr>
      <vt:lpstr>Key Learning Outcomes</vt:lpstr>
      <vt:lpstr>Readings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Theory</dc:title>
  <dc:creator>Jonathan Yeo</dc:creator>
  <cp:lastModifiedBy>issac goh</cp:lastModifiedBy>
  <cp:revision>343</cp:revision>
  <dcterms:created xsi:type="dcterms:W3CDTF">2020-11-26T08:07:42Z</dcterms:created>
  <dcterms:modified xsi:type="dcterms:W3CDTF">2024-09-21T07:09:48Z</dcterms:modified>
</cp:coreProperties>
</file>