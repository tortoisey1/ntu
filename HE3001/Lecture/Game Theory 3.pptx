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574" r:id="rId2"/>
    <p:sldId id="575" r:id="rId3"/>
    <p:sldId id="576" r:id="rId4"/>
    <p:sldId id="482" r:id="rId5"/>
    <p:sldId id="481" r:id="rId6"/>
    <p:sldId id="436" r:id="rId7"/>
    <p:sldId id="434" r:id="rId8"/>
    <p:sldId id="573" r:id="rId9"/>
    <p:sldId id="483" r:id="rId10"/>
    <p:sldId id="571" r:id="rId11"/>
    <p:sldId id="568" r:id="rId12"/>
    <p:sldId id="577" r:id="rId13"/>
    <p:sldId id="457" r:id="rId14"/>
    <p:sldId id="578" r:id="rId15"/>
    <p:sldId id="458" r:id="rId16"/>
    <p:sldId id="484" r:id="rId17"/>
    <p:sldId id="584" r:id="rId18"/>
    <p:sldId id="518" r:id="rId19"/>
    <p:sldId id="519" r:id="rId20"/>
    <p:sldId id="520" r:id="rId21"/>
    <p:sldId id="485" r:id="rId22"/>
    <p:sldId id="558" r:id="rId23"/>
    <p:sldId id="559" r:id="rId24"/>
    <p:sldId id="480" r:id="rId25"/>
    <p:sldId id="553" r:id="rId26"/>
    <p:sldId id="487" r:id="rId27"/>
    <p:sldId id="488" r:id="rId28"/>
    <p:sldId id="489" r:id="rId29"/>
    <p:sldId id="491" r:id="rId30"/>
    <p:sldId id="583" r:id="rId31"/>
    <p:sldId id="490" r:id="rId32"/>
    <p:sldId id="545" r:id="rId33"/>
    <p:sldId id="546" r:id="rId34"/>
    <p:sldId id="547" r:id="rId35"/>
    <p:sldId id="542" r:id="rId36"/>
    <p:sldId id="549" r:id="rId37"/>
    <p:sldId id="550" r:id="rId38"/>
    <p:sldId id="581" r:id="rId39"/>
    <p:sldId id="582" r:id="rId40"/>
    <p:sldId id="562" r:id="rId41"/>
    <p:sldId id="579" r:id="rId42"/>
    <p:sldId id="470" r:id="rId43"/>
    <p:sldId id="492" r:id="rId44"/>
    <p:sldId id="493" r:id="rId45"/>
    <p:sldId id="572" r:id="rId46"/>
    <p:sldId id="561" r:id="rId47"/>
    <p:sldId id="494" r:id="rId48"/>
    <p:sldId id="495" r:id="rId49"/>
    <p:sldId id="556" r:id="rId50"/>
    <p:sldId id="454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0"/>
    <a:srgbClr val="FF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8C3B3-305B-4BA2-BA10-5B3346F91172}" v="1466" dt="2024-08-26T08:03:30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29" autoAdjust="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CBCFBE6E-9C19-4983-98B5-E2079938A860}"/>
    <pc:docChg chg="modSld">
      <pc:chgData name="Yeo Xiong Wei, Jonathan" userId="ac2b658e-7ce1-44bb-9f9f-bf4198ceaa29" providerId="ADAL" clId="{CBCFBE6E-9C19-4983-98B5-E2079938A860}" dt="2023-05-30T01:40:29.355" v="702" actId="20577"/>
      <pc:docMkLst>
        <pc:docMk/>
      </pc:docMkLst>
      <pc:sldChg chg="modSp">
        <pc:chgData name="Yeo Xiong Wei, Jonathan" userId="ac2b658e-7ce1-44bb-9f9f-bf4198ceaa29" providerId="ADAL" clId="{CBCFBE6E-9C19-4983-98B5-E2079938A860}" dt="2023-05-12T07:50:35.168" v="88" actId="20577"/>
        <pc:sldMkLst>
          <pc:docMk/>
          <pc:sldMk cId="4160036871" sldId="458"/>
        </pc:sldMkLst>
        <pc:spChg chg="mod">
          <ac:chgData name="Yeo Xiong Wei, Jonathan" userId="ac2b658e-7ce1-44bb-9f9f-bf4198ceaa29" providerId="ADAL" clId="{CBCFBE6E-9C19-4983-98B5-E2079938A860}" dt="2023-05-12T07:50:35.168" v="88" actId="20577"/>
          <ac:spMkLst>
            <pc:docMk/>
            <pc:sldMk cId="4160036871" sldId="458"/>
            <ac:spMk id="18" creationId="{871EAD6F-2B4C-CD36-D51D-609057C7F81F}"/>
          </ac:spMkLst>
        </pc:spChg>
      </pc:sldChg>
      <pc:sldChg chg="modSp">
        <pc:chgData name="Yeo Xiong Wei, Jonathan" userId="ac2b658e-7ce1-44bb-9f9f-bf4198ceaa29" providerId="ADAL" clId="{CBCFBE6E-9C19-4983-98B5-E2079938A860}" dt="2023-05-30T01:40:29.355" v="702" actId="20577"/>
        <pc:sldMkLst>
          <pc:docMk/>
          <pc:sldMk cId="1415672847" sldId="485"/>
        </pc:sldMkLst>
        <pc:spChg chg="mod">
          <ac:chgData name="Yeo Xiong Wei, Jonathan" userId="ac2b658e-7ce1-44bb-9f9f-bf4198ceaa29" providerId="ADAL" clId="{CBCFBE6E-9C19-4983-98B5-E2079938A860}" dt="2023-05-30T01:40:29.355" v="702" actId="20577"/>
          <ac:spMkLst>
            <pc:docMk/>
            <pc:sldMk cId="1415672847" sldId="485"/>
            <ac:spMk id="16" creationId="{DD99C6AA-4FB0-4001-819D-E2F987201D6E}"/>
          </ac:spMkLst>
        </pc:spChg>
      </pc:sldChg>
    </pc:docChg>
  </pc:docChgLst>
  <pc:docChgLst>
    <pc:chgData name="Yeo Xiong Wei, Jonathan" userId="ac2b658e-7ce1-44bb-9f9f-bf4198ceaa29" providerId="ADAL" clId="{32CE0A02-E548-4F54-997A-A41D8F33144C}"/>
    <pc:docChg chg="undo redo custSel addSld delSld modSld sldOrd">
      <pc:chgData name="Yeo Xiong Wei, Jonathan" userId="ac2b658e-7ce1-44bb-9f9f-bf4198ceaa29" providerId="ADAL" clId="{32CE0A02-E548-4F54-997A-A41D8F33144C}" dt="2022-08-20T02:03:08.068" v="3656" actId="207"/>
      <pc:docMkLst>
        <pc:docMk/>
      </pc:docMkLst>
      <pc:sldChg chg="addSp modSp mod">
        <pc:chgData name="Yeo Xiong Wei, Jonathan" userId="ac2b658e-7ce1-44bb-9f9f-bf4198ceaa29" providerId="ADAL" clId="{32CE0A02-E548-4F54-997A-A41D8F33144C}" dt="2022-08-18T01:45:27.939" v="3224"/>
        <pc:sldMkLst>
          <pc:docMk/>
          <pc:sldMk cId="2954974908" sldId="480"/>
        </pc:sldMkLst>
        <pc:spChg chg="mod">
          <ac:chgData name="Yeo Xiong Wei, Jonathan" userId="ac2b658e-7ce1-44bb-9f9f-bf4198ceaa29" providerId="ADAL" clId="{32CE0A02-E548-4F54-997A-A41D8F33144C}" dt="2022-07-29T05:04:20.108" v="9" actId="6549"/>
          <ac:spMkLst>
            <pc:docMk/>
            <pc:sldMk cId="2954974908" sldId="480"/>
            <ac:spMk id="2" creationId="{635632ED-6249-4378-9241-C14C3A5BA9EB}"/>
          </ac:spMkLst>
        </pc:spChg>
        <pc:spChg chg="mod">
          <ac:chgData name="Yeo Xiong Wei, Jonathan" userId="ac2b658e-7ce1-44bb-9f9f-bf4198ceaa29" providerId="ADAL" clId="{32CE0A02-E548-4F54-997A-A41D8F33144C}" dt="2022-08-10T04:20:32.001" v="1329" actId="6549"/>
          <ac:spMkLst>
            <pc:docMk/>
            <pc:sldMk cId="2954974908" sldId="480"/>
            <ac:spMk id="13" creationId="{311BA5A6-B861-4BFF-AB7F-53574F60940F}"/>
          </ac:spMkLst>
        </pc:spChg>
        <pc:inkChg chg="add">
          <ac:chgData name="Yeo Xiong Wei, Jonathan" userId="ac2b658e-7ce1-44bb-9f9f-bf4198ceaa29" providerId="ADAL" clId="{32CE0A02-E548-4F54-997A-A41D8F33144C}" dt="2022-08-18T01:45:27.939" v="3224"/>
          <ac:inkMkLst>
            <pc:docMk/>
            <pc:sldMk cId="2954974908" sldId="480"/>
            <ac:inkMk id="3" creationId="{0D2205E4-EBF6-FFD3-C5D9-1C238F515EDD}"/>
          </ac:inkMkLst>
        </pc:inkChg>
      </pc:sldChg>
      <pc:sldChg chg="addSp modSp mod modAnim">
        <pc:chgData name="Yeo Xiong Wei, Jonathan" userId="ac2b658e-7ce1-44bb-9f9f-bf4198ceaa29" providerId="ADAL" clId="{32CE0A02-E548-4F54-997A-A41D8F33144C}" dt="2022-08-18T01:45:27.939" v="3224"/>
        <pc:sldMkLst>
          <pc:docMk/>
          <pc:sldMk cId="1415672847" sldId="485"/>
        </pc:sldMkLst>
        <pc:spChg chg="mod">
          <ac:chgData name="Yeo Xiong Wei, Jonathan" userId="ac2b658e-7ce1-44bb-9f9f-bf4198ceaa29" providerId="ADAL" clId="{32CE0A02-E548-4F54-997A-A41D8F33144C}" dt="2022-08-10T04:19:30.958" v="1316" actId="1076"/>
          <ac:spMkLst>
            <pc:docMk/>
            <pc:sldMk cId="1415672847" sldId="485"/>
            <ac:spMk id="5" creationId="{04C547DD-13E3-435C-ADA1-4CE35D9BE6EC}"/>
          </ac:spMkLst>
        </pc:spChg>
        <pc:spChg chg="mod">
          <ac:chgData name="Yeo Xiong Wei, Jonathan" userId="ac2b658e-7ce1-44bb-9f9f-bf4198ceaa29" providerId="ADAL" clId="{32CE0A02-E548-4F54-997A-A41D8F33144C}" dt="2022-08-17T09:07:38.506" v="2733" actId="5793"/>
          <ac:spMkLst>
            <pc:docMk/>
            <pc:sldMk cId="1415672847" sldId="485"/>
            <ac:spMk id="16" creationId="{DD99C6AA-4FB0-4001-819D-E2F987201D6E}"/>
          </ac:spMkLst>
        </pc:spChg>
        <pc:inkChg chg="add">
          <ac:chgData name="Yeo Xiong Wei, Jonathan" userId="ac2b658e-7ce1-44bb-9f9f-bf4198ceaa29" providerId="ADAL" clId="{32CE0A02-E548-4F54-997A-A41D8F33144C}" dt="2022-08-18T01:45:27.939" v="3224"/>
          <ac:inkMkLst>
            <pc:docMk/>
            <pc:sldMk cId="1415672847" sldId="485"/>
            <ac:inkMk id="2" creationId="{41730AF7-0013-F8C4-4BC5-386971A1F599}"/>
          </ac:inkMkLst>
        </pc:inkChg>
      </pc:sldChg>
      <pc:sldChg chg="addSp modSp mod modAnim">
        <pc:chgData name="Yeo Xiong Wei, Jonathan" userId="ac2b658e-7ce1-44bb-9f9f-bf4198ceaa29" providerId="ADAL" clId="{32CE0A02-E548-4F54-997A-A41D8F33144C}" dt="2022-08-18T02:34:26.487" v="3225"/>
        <pc:sldMkLst>
          <pc:docMk/>
          <pc:sldMk cId="2603056020" sldId="487"/>
        </pc:sldMkLst>
        <pc:spChg chg="mod">
          <ac:chgData name="Yeo Xiong Wei, Jonathan" userId="ac2b658e-7ce1-44bb-9f9f-bf4198ceaa29" providerId="ADAL" clId="{32CE0A02-E548-4F54-997A-A41D8F33144C}" dt="2022-08-01T01:47:02.496" v="1312" actId="20577"/>
          <ac:spMkLst>
            <pc:docMk/>
            <pc:sldMk cId="2603056020" sldId="487"/>
            <ac:spMk id="16" creationId="{DD99C6AA-4FB0-4001-819D-E2F987201D6E}"/>
          </ac:spMkLst>
        </pc:spChg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2603056020" sldId="487"/>
            <ac:inkMk id="2" creationId="{B02D80E6-C44A-D843-9A83-EA56898A85B5}"/>
          </ac:inkMkLst>
        </pc:inkChg>
      </pc:sldChg>
      <pc:sldChg chg="addSp">
        <pc:chgData name="Yeo Xiong Wei, Jonathan" userId="ac2b658e-7ce1-44bb-9f9f-bf4198ceaa29" providerId="ADAL" clId="{32CE0A02-E548-4F54-997A-A41D8F33144C}" dt="2022-08-18T02:34:26.487" v="3225"/>
        <pc:sldMkLst>
          <pc:docMk/>
          <pc:sldMk cId="1092217493" sldId="488"/>
        </pc:sldMkLst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1092217493" sldId="488"/>
            <ac:inkMk id="7" creationId="{2BDF3311-8815-0B72-03C0-DCA0EF7BEA0B}"/>
          </ac:inkMkLst>
        </pc:inkChg>
      </pc:sldChg>
      <pc:sldChg chg="addSp modSp mod ord modAnim">
        <pc:chgData name="Yeo Xiong Wei, Jonathan" userId="ac2b658e-7ce1-44bb-9f9f-bf4198ceaa29" providerId="ADAL" clId="{32CE0A02-E548-4F54-997A-A41D8F33144C}" dt="2022-08-18T02:34:26.487" v="3225"/>
        <pc:sldMkLst>
          <pc:docMk/>
          <pc:sldMk cId="109609381" sldId="489"/>
        </pc:sldMkLst>
        <pc:spChg chg="mod">
          <ac:chgData name="Yeo Xiong Wei, Jonathan" userId="ac2b658e-7ce1-44bb-9f9f-bf4198ceaa29" providerId="ADAL" clId="{32CE0A02-E548-4F54-997A-A41D8F33144C}" dt="2022-08-17T09:10:30.011" v="2804" actId="6549"/>
          <ac:spMkLst>
            <pc:docMk/>
            <pc:sldMk cId="109609381" sldId="489"/>
            <ac:spMk id="11" creationId="{70E0456D-082A-4C39-8295-86EF554753DA}"/>
          </ac:spMkLst>
        </pc:spChg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109609381" sldId="489"/>
            <ac:inkMk id="2" creationId="{0C6A9EDE-9E9D-0159-B8FF-85F8D0F305B8}"/>
          </ac:inkMkLst>
        </pc:inkChg>
      </pc:sldChg>
      <pc:sldChg chg="addSp delSp modSp mod">
        <pc:chgData name="Yeo Xiong Wei, Jonathan" userId="ac2b658e-7ce1-44bb-9f9f-bf4198ceaa29" providerId="ADAL" clId="{32CE0A02-E548-4F54-997A-A41D8F33144C}" dt="2022-08-18T03:29:14.052" v="3344" actId="1076"/>
        <pc:sldMkLst>
          <pc:docMk/>
          <pc:sldMk cId="1009246360" sldId="490"/>
        </pc:sldMkLst>
        <pc:spChg chg="add mod">
          <ac:chgData name="Yeo Xiong Wei, Jonathan" userId="ac2b658e-7ce1-44bb-9f9f-bf4198ceaa29" providerId="ADAL" clId="{32CE0A02-E548-4F54-997A-A41D8F33144C}" dt="2022-08-18T03:29:14.052" v="3344" actId="1076"/>
          <ac:spMkLst>
            <pc:docMk/>
            <pc:sldMk cId="1009246360" sldId="490"/>
            <ac:spMk id="5" creationId="{1B2E2274-5347-8CA0-659C-42F9A3299E72}"/>
          </ac:spMkLst>
        </pc:spChg>
        <pc:inkChg chg="add del">
          <ac:chgData name="Yeo Xiong Wei, Jonathan" userId="ac2b658e-7ce1-44bb-9f9f-bf4198ceaa29" providerId="ADAL" clId="{32CE0A02-E548-4F54-997A-A41D8F33144C}" dt="2022-08-18T03:28:36.601" v="3321" actId="478"/>
          <ac:inkMkLst>
            <pc:docMk/>
            <pc:sldMk cId="1009246360" sldId="490"/>
            <ac:inkMk id="2" creationId="{AFCBC22E-25F0-BBFE-7AC6-47144104D869}"/>
          </ac:inkMkLst>
        </pc:inkChg>
      </pc:sldChg>
      <pc:sldChg chg="addSp delSp modSp mod ord">
        <pc:chgData name="Yeo Xiong Wei, Jonathan" userId="ac2b658e-7ce1-44bb-9f9f-bf4198ceaa29" providerId="ADAL" clId="{32CE0A02-E548-4F54-997A-A41D8F33144C}" dt="2022-08-18T02:34:26.487" v="3225"/>
        <pc:sldMkLst>
          <pc:docMk/>
          <pc:sldMk cId="2393610499" sldId="491"/>
        </pc:sldMkLst>
        <pc:spChg chg="mod">
          <ac:chgData name="Yeo Xiong Wei, Jonathan" userId="ac2b658e-7ce1-44bb-9f9f-bf4198ceaa29" providerId="ADAL" clId="{32CE0A02-E548-4F54-997A-A41D8F33144C}" dt="2022-07-29T05:07:32.515" v="222" actId="20577"/>
          <ac:spMkLst>
            <pc:docMk/>
            <pc:sldMk cId="2393610499" sldId="491"/>
            <ac:spMk id="2" creationId="{2CB5D650-87DA-40F9-8CA6-5134E768F879}"/>
          </ac:spMkLst>
        </pc:spChg>
        <pc:spChg chg="mod">
          <ac:chgData name="Yeo Xiong Wei, Jonathan" userId="ac2b658e-7ce1-44bb-9f9f-bf4198ceaa29" providerId="ADAL" clId="{32CE0A02-E548-4F54-997A-A41D8F33144C}" dt="2022-08-17T09:35:51.485" v="3223" actId="20577"/>
          <ac:spMkLst>
            <pc:docMk/>
            <pc:sldMk cId="2393610499" sldId="491"/>
            <ac:spMk id="3" creationId="{5F1084EF-22C8-4EF1-B3AC-5CD9C82F5106}"/>
          </ac:spMkLst>
        </pc:spChg>
        <pc:graphicFrameChg chg="add mod">
          <ac:chgData name="Yeo Xiong Wei, Jonathan" userId="ac2b658e-7ce1-44bb-9f9f-bf4198ceaa29" providerId="ADAL" clId="{32CE0A02-E548-4F54-997A-A41D8F33144C}" dt="2022-08-10T04:27:10.192" v="1452" actId="1076"/>
          <ac:graphicFrameMkLst>
            <pc:docMk/>
            <pc:sldMk cId="2393610499" sldId="491"/>
            <ac:graphicFrameMk id="6" creationId="{153EF08D-1665-2C93-1C3D-779EA75C2574}"/>
          </ac:graphicFrameMkLst>
        </pc:graphicFrameChg>
        <pc:picChg chg="add del mod">
          <ac:chgData name="Yeo Xiong Wei, Jonathan" userId="ac2b658e-7ce1-44bb-9f9f-bf4198ceaa29" providerId="ADAL" clId="{32CE0A02-E548-4F54-997A-A41D8F33144C}" dt="2022-08-10T04:23:48.745" v="1381" actId="478"/>
          <ac:picMkLst>
            <pc:docMk/>
            <pc:sldMk cId="2393610499" sldId="491"/>
            <ac:picMk id="5" creationId="{9707B72C-B427-825B-34A1-F6E3E4681A23}"/>
          </ac:picMkLst>
        </pc:picChg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2393610499" sldId="491"/>
            <ac:inkMk id="5" creationId="{A8D0B38A-F500-7A9B-1CD9-84CA18D49FBE}"/>
          </ac:inkMkLst>
        </pc:inkChg>
      </pc:sldChg>
      <pc:sldChg chg="addSp modSp mod modAnim">
        <pc:chgData name="Yeo Xiong Wei, Jonathan" userId="ac2b658e-7ce1-44bb-9f9f-bf4198ceaa29" providerId="ADAL" clId="{32CE0A02-E548-4F54-997A-A41D8F33144C}" dt="2022-08-18T03:26:18.502" v="3226"/>
        <pc:sldMkLst>
          <pc:docMk/>
          <pc:sldMk cId="249464891" sldId="492"/>
        </pc:sldMkLst>
        <pc:spChg chg="mod">
          <ac:chgData name="Yeo Xiong Wei, Jonathan" userId="ac2b658e-7ce1-44bb-9f9f-bf4198ceaa29" providerId="ADAL" clId="{32CE0A02-E548-4F54-997A-A41D8F33144C}" dt="2022-08-10T04:40:52.004" v="1592" actId="207"/>
          <ac:spMkLst>
            <pc:docMk/>
            <pc:sldMk cId="249464891" sldId="492"/>
            <ac:spMk id="108546" creationId="{00000000-0000-0000-0000-000000000000}"/>
          </ac:spMkLst>
        </pc:spChg>
        <pc:inkChg chg="add">
          <ac:chgData name="Yeo Xiong Wei, Jonathan" userId="ac2b658e-7ce1-44bb-9f9f-bf4198ceaa29" providerId="ADAL" clId="{32CE0A02-E548-4F54-997A-A41D8F33144C}" dt="2022-08-18T03:26:18.502" v="3226"/>
          <ac:inkMkLst>
            <pc:docMk/>
            <pc:sldMk cId="249464891" sldId="492"/>
            <ac:inkMk id="2" creationId="{E80836BE-F660-5E53-6E85-BDA24AC79A48}"/>
          </ac:inkMkLst>
        </pc:inkChg>
      </pc:sldChg>
      <pc:sldChg chg="addSp">
        <pc:chgData name="Yeo Xiong Wei, Jonathan" userId="ac2b658e-7ce1-44bb-9f9f-bf4198ceaa29" providerId="ADAL" clId="{32CE0A02-E548-4F54-997A-A41D8F33144C}" dt="2022-08-18T03:26:18.502" v="3226"/>
        <pc:sldMkLst>
          <pc:docMk/>
          <pc:sldMk cId="704588980" sldId="493"/>
        </pc:sldMkLst>
        <pc:inkChg chg="add">
          <ac:chgData name="Yeo Xiong Wei, Jonathan" userId="ac2b658e-7ce1-44bb-9f9f-bf4198ceaa29" providerId="ADAL" clId="{32CE0A02-E548-4F54-997A-A41D8F33144C}" dt="2022-08-18T03:26:18.502" v="3226"/>
          <ac:inkMkLst>
            <pc:docMk/>
            <pc:sldMk cId="704588980" sldId="493"/>
            <ac:inkMk id="2" creationId="{9B7C3A5A-FABE-CF41-B061-B69AACDD7F5A}"/>
          </ac:inkMkLst>
        </pc:inkChg>
      </pc:sldChg>
      <pc:sldChg chg="addSp modAnim">
        <pc:chgData name="Yeo Xiong Wei, Jonathan" userId="ac2b658e-7ce1-44bb-9f9f-bf4198ceaa29" providerId="ADAL" clId="{32CE0A02-E548-4F54-997A-A41D8F33144C}" dt="2022-08-18T03:26:18.502" v="3226"/>
        <pc:sldMkLst>
          <pc:docMk/>
          <pc:sldMk cId="4054737768" sldId="494"/>
        </pc:sldMkLst>
        <pc:inkChg chg="add">
          <ac:chgData name="Yeo Xiong Wei, Jonathan" userId="ac2b658e-7ce1-44bb-9f9f-bf4198ceaa29" providerId="ADAL" clId="{32CE0A02-E548-4F54-997A-A41D8F33144C}" dt="2022-08-18T03:26:18.502" v="3226"/>
          <ac:inkMkLst>
            <pc:docMk/>
            <pc:sldMk cId="4054737768" sldId="494"/>
            <ac:inkMk id="2" creationId="{5D826461-EA47-0700-3BC0-79A2F421B988}"/>
          </ac:inkMkLst>
        </pc:inkChg>
      </pc:sldChg>
      <pc:sldChg chg="modNotesTx">
        <pc:chgData name="Yeo Xiong Wei, Jonathan" userId="ac2b658e-7ce1-44bb-9f9f-bf4198ceaa29" providerId="ADAL" clId="{32CE0A02-E548-4F54-997A-A41D8F33144C}" dt="2022-08-18T03:51:42.854" v="3647" actId="20577"/>
        <pc:sldMkLst>
          <pc:docMk/>
          <pc:sldMk cId="3029065762" sldId="495"/>
        </pc:sldMkLst>
      </pc:sldChg>
      <pc:sldChg chg="modSp modAnim">
        <pc:chgData name="Yeo Xiong Wei, Jonathan" userId="ac2b658e-7ce1-44bb-9f9f-bf4198ceaa29" providerId="ADAL" clId="{32CE0A02-E548-4F54-997A-A41D8F33144C}" dt="2022-08-17T09:23:33.948" v="3094"/>
        <pc:sldMkLst>
          <pc:docMk/>
          <pc:sldMk cId="2967034777" sldId="496"/>
        </pc:sldMkLst>
        <pc:spChg chg="mod">
          <ac:chgData name="Yeo Xiong Wei, Jonathan" userId="ac2b658e-7ce1-44bb-9f9f-bf4198ceaa29" providerId="ADAL" clId="{32CE0A02-E548-4F54-997A-A41D8F33144C}" dt="2022-08-17T09:23:17.400" v="3093" actId="403"/>
          <ac:spMkLst>
            <pc:docMk/>
            <pc:sldMk cId="2967034777" sldId="496"/>
            <ac:spMk id="108546" creationId="{00000000-0000-0000-0000-000000000000}"/>
          </ac:spMkLst>
        </pc:spChg>
      </pc:sldChg>
      <pc:sldChg chg="addSp">
        <pc:chgData name="Yeo Xiong Wei, Jonathan" userId="ac2b658e-7ce1-44bb-9f9f-bf4198ceaa29" providerId="ADAL" clId="{32CE0A02-E548-4F54-997A-A41D8F33144C}" dt="2022-08-18T02:34:26.487" v="3225"/>
        <pc:sldMkLst>
          <pc:docMk/>
          <pc:sldMk cId="1498065960" sldId="518"/>
        </pc:sldMkLst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1498065960" sldId="518"/>
            <ac:inkMk id="2" creationId="{E47574DA-4BC5-EA40-A4C2-E2C9763842D0}"/>
          </ac:inkMkLst>
        </pc:inkChg>
      </pc:sldChg>
      <pc:sldChg chg="addSp">
        <pc:chgData name="Yeo Xiong Wei, Jonathan" userId="ac2b658e-7ce1-44bb-9f9f-bf4198ceaa29" providerId="ADAL" clId="{32CE0A02-E548-4F54-997A-A41D8F33144C}" dt="2022-08-18T02:34:26.487" v="3225"/>
        <pc:sldMkLst>
          <pc:docMk/>
          <pc:sldMk cId="3167182406" sldId="519"/>
        </pc:sldMkLst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3167182406" sldId="519"/>
            <ac:inkMk id="2" creationId="{16DA1AF0-24AC-2FBA-C9AA-0937AC70E7C0}"/>
          </ac:inkMkLst>
        </pc:inkChg>
      </pc:sldChg>
      <pc:sldChg chg="addSp ord">
        <pc:chgData name="Yeo Xiong Wei, Jonathan" userId="ac2b658e-7ce1-44bb-9f9f-bf4198ceaa29" providerId="ADAL" clId="{32CE0A02-E548-4F54-997A-A41D8F33144C}" dt="2022-08-18T02:34:26.487" v="3225"/>
        <pc:sldMkLst>
          <pc:docMk/>
          <pc:sldMk cId="3681824628" sldId="520"/>
        </pc:sldMkLst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3681824628" sldId="520"/>
            <ac:inkMk id="7" creationId="{727AC7BD-6DE0-12DB-4B33-F61EECCFA1AA}"/>
          </ac:inkMkLst>
        </pc:inkChg>
      </pc:sldChg>
      <pc:sldChg chg="addSp modSp mod modNotes modNotesTx">
        <pc:chgData name="Yeo Xiong Wei, Jonathan" userId="ac2b658e-7ce1-44bb-9f9f-bf4198ceaa29" providerId="ADAL" clId="{32CE0A02-E548-4F54-997A-A41D8F33144C}" dt="2022-08-20T02:03:08.068" v="3656" actId="207"/>
        <pc:sldMkLst>
          <pc:docMk/>
          <pc:sldMk cId="2089737958" sldId="525"/>
        </pc:sldMkLst>
        <pc:spChg chg="mod">
          <ac:chgData name="Yeo Xiong Wei, Jonathan" userId="ac2b658e-7ce1-44bb-9f9f-bf4198ceaa29" providerId="ADAL" clId="{32CE0A02-E548-4F54-997A-A41D8F33144C}" dt="2022-08-20T02:03:08.068" v="3656" actId="207"/>
          <ac:spMkLst>
            <pc:docMk/>
            <pc:sldMk cId="2089737958" sldId="525"/>
            <ac:spMk id="3" creationId="{F6166362-5747-4CF8-8778-889699D343D3}"/>
          </ac:spMkLst>
        </pc:spChg>
        <pc:inkChg chg="add">
          <ac:chgData name="Yeo Xiong Wei, Jonathan" userId="ac2b658e-7ce1-44bb-9f9f-bf4198ceaa29" providerId="ADAL" clId="{32CE0A02-E548-4F54-997A-A41D8F33144C}" dt="2022-08-18T03:26:18.502" v="3226"/>
          <ac:inkMkLst>
            <pc:docMk/>
            <pc:sldMk cId="2089737958" sldId="525"/>
            <ac:inkMk id="4" creationId="{EDAABFF6-89C9-8505-5CA8-E5574F7ABAF2}"/>
          </ac:inkMkLst>
        </pc:inkChg>
      </pc:sldChg>
      <pc:sldChg chg="modSp mod modAnim">
        <pc:chgData name="Yeo Xiong Wei, Jonathan" userId="ac2b658e-7ce1-44bb-9f9f-bf4198ceaa29" providerId="ADAL" clId="{32CE0A02-E548-4F54-997A-A41D8F33144C}" dt="2022-08-18T03:42:18.423" v="3454" actId="207"/>
        <pc:sldMkLst>
          <pc:docMk/>
          <pc:sldMk cId="3072203509" sldId="534"/>
        </pc:sldMkLst>
        <pc:spChg chg="mod">
          <ac:chgData name="Yeo Xiong Wei, Jonathan" userId="ac2b658e-7ce1-44bb-9f9f-bf4198ceaa29" providerId="ADAL" clId="{32CE0A02-E548-4F54-997A-A41D8F33144C}" dt="2022-08-18T03:42:18.423" v="3454" actId="207"/>
          <ac:spMkLst>
            <pc:docMk/>
            <pc:sldMk cId="3072203509" sldId="534"/>
            <ac:spMk id="3" creationId="{F6166362-5747-4CF8-8778-889699D343D3}"/>
          </ac:spMkLst>
        </pc:spChg>
      </pc:sldChg>
      <pc:sldChg chg="addSp modSp add del mod modAnim">
        <pc:chgData name="Yeo Xiong Wei, Jonathan" userId="ac2b658e-7ce1-44bb-9f9f-bf4198ceaa29" providerId="ADAL" clId="{32CE0A02-E548-4F54-997A-A41D8F33144C}" dt="2022-08-18T03:42:27.268" v="3455" actId="207"/>
        <pc:sldMkLst>
          <pc:docMk/>
          <pc:sldMk cId="1913469756" sldId="535"/>
        </pc:sldMkLst>
        <pc:spChg chg="mod">
          <ac:chgData name="Yeo Xiong Wei, Jonathan" userId="ac2b658e-7ce1-44bb-9f9f-bf4198ceaa29" providerId="ADAL" clId="{32CE0A02-E548-4F54-997A-A41D8F33144C}" dt="2022-08-18T03:42:27.268" v="3455" actId="207"/>
          <ac:spMkLst>
            <pc:docMk/>
            <pc:sldMk cId="1913469756" sldId="535"/>
            <ac:spMk id="3" creationId="{F6166362-5747-4CF8-8778-889699D343D3}"/>
          </ac:spMkLst>
        </pc:spChg>
        <pc:inkChg chg="add">
          <ac:chgData name="Yeo Xiong Wei, Jonathan" userId="ac2b658e-7ce1-44bb-9f9f-bf4198ceaa29" providerId="ADAL" clId="{32CE0A02-E548-4F54-997A-A41D8F33144C}" dt="2022-08-18T03:26:18.502" v="3226"/>
          <ac:inkMkLst>
            <pc:docMk/>
            <pc:sldMk cId="1913469756" sldId="535"/>
            <ac:inkMk id="4" creationId="{808EA9A2-42FF-86DD-FCBD-3DC2FD9EDD38}"/>
          </ac:inkMkLst>
        </pc:inkChg>
      </pc:sldChg>
      <pc:sldChg chg="addSp modSp mod">
        <pc:chgData name="Yeo Xiong Wei, Jonathan" userId="ac2b658e-7ce1-44bb-9f9f-bf4198ceaa29" providerId="ADAL" clId="{32CE0A02-E548-4F54-997A-A41D8F33144C}" dt="2022-08-18T03:26:18.502" v="3226"/>
        <pc:sldMkLst>
          <pc:docMk/>
          <pc:sldMk cId="2982498073" sldId="539"/>
        </pc:sldMkLst>
        <pc:spChg chg="mod">
          <ac:chgData name="Yeo Xiong Wei, Jonathan" userId="ac2b658e-7ce1-44bb-9f9f-bf4198ceaa29" providerId="ADAL" clId="{32CE0A02-E548-4F54-997A-A41D8F33144C}" dt="2022-08-17T09:21:29.650" v="3073" actId="20577"/>
          <ac:spMkLst>
            <pc:docMk/>
            <pc:sldMk cId="2982498073" sldId="539"/>
            <ac:spMk id="5" creationId="{061BB625-FA9F-47AA-B90D-A911EB43A74D}"/>
          </ac:spMkLst>
        </pc:spChg>
        <pc:inkChg chg="add">
          <ac:chgData name="Yeo Xiong Wei, Jonathan" userId="ac2b658e-7ce1-44bb-9f9f-bf4198ceaa29" providerId="ADAL" clId="{32CE0A02-E548-4F54-997A-A41D8F33144C}" dt="2022-08-18T03:26:18.502" v="3226"/>
          <ac:inkMkLst>
            <pc:docMk/>
            <pc:sldMk cId="2982498073" sldId="539"/>
            <ac:inkMk id="3" creationId="{DDAC9EDF-9A7A-F453-E803-55A81578FF77}"/>
          </ac:inkMkLst>
        </pc:inkChg>
      </pc:sldChg>
      <pc:sldChg chg="del">
        <pc:chgData name="Yeo Xiong Wei, Jonathan" userId="ac2b658e-7ce1-44bb-9f9f-bf4198ceaa29" providerId="ADAL" clId="{32CE0A02-E548-4F54-997A-A41D8F33144C}" dt="2022-08-10T04:40:36.363" v="1591" actId="47"/>
        <pc:sldMkLst>
          <pc:docMk/>
          <pc:sldMk cId="687565736" sldId="541"/>
        </pc:sldMkLst>
      </pc:sldChg>
      <pc:sldChg chg="modSp mod">
        <pc:chgData name="Yeo Xiong Wei, Jonathan" userId="ac2b658e-7ce1-44bb-9f9f-bf4198ceaa29" providerId="ADAL" clId="{32CE0A02-E548-4F54-997A-A41D8F33144C}" dt="2022-08-10T04:35:26.989" v="1472" actId="20577"/>
        <pc:sldMkLst>
          <pc:docMk/>
          <pc:sldMk cId="898706082" sldId="542"/>
        </pc:sldMkLst>
        <pc:spChg chg="mod">
          <ac:chgData name="Yeo Xiong Wei, Jonathan" userId="ac2b658e-7ce1-44bb-9f9f-bf4198ceaa29" providerId="ADAL" clId="{32CE0A02-E548-4F54-997A-A41D8F33144C}" dt="2022-08-10T04:35:26.989" v="1472" actId="20577"/>
          <ac:spMkLst>
            <pc:docMk/>
            <pc:sldMk cId="898706082" sldId="542"/>
            <ac:spMk id="108546" creationId="{00000000-0000-0000-0000-000000000000}"/>
          </ac:spMkLst>
        </pc:spChg>
      </pc:sldChg>
      <pc:sldChg chg="addSp delSp modSp del mod">
        <pc:chgData name="Yeo Xiong Wei, Jonathan" userId="ac2b658e-7ce1-44bb-9f9f-bf4198ceaa29" providerId="ADAL" clId="{32CE0A02-E548-4F54-997A-A41D8F33144C}" dt="2022-07-29T05:07:36.747" v="223" actId="47"/>
        <pc:sldMkLst>
          <pc:docMk/>
          <pc:sldMk cId="559566683" sldId="544"/>
        </pc:sldMkLst>
        <pc:spChg chg="mod">
          <ac:chgData name="Yeo Xiong Wei, Jonathan" userId="ac2b658e-7ce1-44bb-9f9f-bf4198ceaa29" providerId="ADAL" clId="{32CE0A02-E548-4F54-997A-A41D8F33144C}" dt="2022-07-29T05:04:59.451" v="47" actId="20577"/>
          <ac:spMkLst>
            <pc:docMk/>
            <pc:sldMk cId="559566683" sldId="544"/>
            <ac:spMk id="2" creationId="{635632ED-6249-4378-9241-C14C3A5BA9EB}"/>
          </ac:spMkLst>
        </pc:spChg>
        <pc:spChg chg="del">
          <ac:chgData name="Yeo Xiong Wei, Jonathan" userId="ac2b658e-7ce1-44bb-9f9f-bf4198ceaa29" providerId="ADAL" clId="{32CE0A02-E548-4F54-997A-A41D8F33144C}" dt="2022-07-29T05:04:11.123" v="5" actId="478"/>
          <ac:spMkLst>
            <pc:docMk/>
            <pc:sldMk cId="559566683" sldId="544"/>
            <ac:spMk id="11" creationId="{1BB22FA3-61C3-4752-8695-1AF0A1BBE3D4}"/>
          </ac:spMkLst>
        </pc:spChg>
        <pc:spChg chg="del">
          <ac:chgData name="Yeo Xiong Wei, Jonathan" userId="ac2b658e-7ce1-44bb-9f9f-bf4198ceaa29" providerId="ADAL" clId="{32CE0A02-E548-4F54-997A-A41D8F33144C}" dt="2022-07-29T05:04:03.423" v="0" actId="478"/>
          <ac:spMkLst>
            <pc:docMk/>
            <pc:sldMk cId="559566683" sldId="544"/>
            <ac:spMk id="12" creationId="{F8FD2607-6F59-4B70-97A6-526C13628AFA}"/>
          </ac:spMkLst>
        </pc:spChg>
        <pc:spChg chg="del mod">
          <ac:chgData name="Yeo Xiong Wei, Jonathan" userId="ac2b658e-7ce1-44bb-9f9f-bf4198ceaa29" providerId="ADAL" clId="{32CE0A02-E548-4F54-997A-A41D8F33144C}" dt="2022-07-29T05:04:31.179" v="29" actId="478"/>
          <ac:spMkLst>
            <pc:docMk/>
            <pc:sldMk cId="559566683" sldId="544"/>
            <ac:spMk id="13" creationId="{311BA5A6-B861-4BFF-AB7F-53574F60940F}"/>
          </ac:spMkLst>
        </pc:spChg>
        <pc:spChg chg="del">
          <ac:chgData name="Yeo Xiong Wei, Jonathan" userId="ac2b658e-7ce1-44bb-9f9f-bf4198ceaa29" providerId="ADAL" clId="{32CE0A02-E548-4F54-997A-A41D8F33144C}" dt="2022-07-29T05:04:04.699" v="1" actId="478"/>
          <ac:spMkLst>
            <pc:docMk/>
            <pc:sldMk cId="559566683" sldId="544"/>
            <ac:spMk id="14" creationId="{2D4CF792-9D7B-095C-6A6F-B49F7F7B91C1}"/>
          </ac:spMkLst>
        </pc:spChg>
        <pc:spChg chg="del">
          <ac:chgData name="Yeo Xiong Wei, Jonathan" userId="ac2b658e-7ce1-44bb-9f9f-bf4198ceaa29" providerId="ADAL" clId="{32CE0A02-E548-4F54-997A-A41D8F33144C}" dt="2022-07-29T05:04:05.635" v="2" actId="478"/>
          <ac:spMkLst>
            <pc:docMk/>
            <pc:sldMk cId="559566683" sldId="544"/>
            <ac:spMk id="15" creationId="{C5DE1C01-54BD-76BA-464A-2C5F5C1F066B}"/>
          </ac:spMkLst>
        </pc:spChg>
        <pc:spChg chg="del">
          <ac:chgData name="Yeo Xiong Wei, Jonathan" userId="ac2b658e-7ce1-44bb-9f9f-bf4198ceaa29" providerId="ADAL" clId="{32CE0A02-E548-4F54-997A-A41D8F33144C}" dt="2022-07-29T05:04:12.012" v="6" actId="478"/>
          <ac:spMkLst>
            <pc:docMk/>
            <pc:sldMk cId="559566683" sldId="544"/>
            <ac:spMk id="16" creationId="{DE528864-6B22-4DE7-AF78-FC0CC2DFA857}"/>
          </ac:spMkLst>
        </pc:spChg>
        <pc:spChg chg="add mod">
          <ac:chgData name="Yeo Xiong Wei, Jonathan" userId="ac2b658e-7ce1-44bb-9f9f-bf4198ceaa29" providerId="ADAL" clId="{32CE0A02-E548-4F54-997A-A41D8F33144C}" dt="2022-07-29T05:05:44.437" v="102" actId="1076"/>
          <ac:spMkLst>
            <pc:docMk/>
            <pc:sldMk cId="559566683" sldId="544"/>
            <ac:spMk id="17" creationId="{370478D9-F0CE-8358-3EC4-0484ACDDC765}"/>
          </ac:spMkLst>
        </pc:spChg>
        <pc:picChg chg="add del">
          <ac:chgData name="Yeo Xiong Wei, Jonathan" userId="ac2b658e-7ce1-44bb-9f9f-bf4198ceaa29" providerId="ADAL" clId="{32CE0A02-E548-4F54-997A-A41D8F33144C}" dt="2022-07-29T05:04:07.566" v="4" actId="478"/>
          <ac:picMkLst>
            <pc:docMk/>
            <pc:sldMk cId="559566683" sldId="544"/>
            <ac:picMk id="9" creationId="{1701C58F-D0FB-4867-88B0-3A848F5050A7}"/>
          </ac:picMkLst>
        </pc:picChg>
      </pc:sldChg>
      <pc:sldChg chg="addSp delSp modSp mod modAnim">
        <pc:chgData name="Yeo Xiong Wei, Jonathan" userId="ac2b658e-7ce1-44bb-9f9f-bf4198ceaa29" providerId="ADAL" clId="{32CE0A02-E548-4F54-997A-A41D8F33144C}" dt="2022-08-18T03:31:40.178" v="3365" actId="207"/>
        <pc:sldMkLst>
          <pc:docMk/>
          <pc:sldMk cId="239682003" sldId="545"/>
        </pc:sldMkLst>
        <pc:spChg chg="mod">
          <ac:chgData name="Yeo Xiong Wei, Jonathan" userId="ac2b658e-7ce1-44bb-9f9f-bf4198ceaa29" providerId="ADAL" clId="{32CE0A02-E548-4F54-997A-A41D8F33144C}" dt="2022-08-18T03:31:37.519" v="3362" actId="207"/>
          <ac:spMkLst>
            <pc:docMk/>
            <pc:sldMk cId="239682003" sldId="545"/>
            <ac:spMk id="11" creationId="{70E0456D-082A-4C39-8295-86EF554753DA}"/>
          </ac:spMkLst>
        </pc:spChg>
        <pc:inkChg chg="add del">
          <ac:chgData name="Yeo Xiong Wei, Jonathan" userId="ac2b658e-7ce1-44bb-9f9f-bf4198ceaa29" providerId="ADAL" clId="{32CE0A02-E548-4F54-997A-A41D8F33144C}" dt="2022-08-18T03:27:32.170" v="3251" actId="478"/>
          <ac:inkMkLst>
            <pc:docMk/>
            <pc:sldMk cId="239682003" sldId="545"/>
            <ac:inkMk id="2" creationId="{1AD0A4BB-5A5C-0882-C9B8-277DD37C4D21}"/>
          </ac:inkMkLst>
        </pc:inkChg>
      </pc:sldChg>
      <pc:sldChg chg="addSp delSp modSp mod modAnim">
        <pc:chgData name="Yeo Xiong Wei, Jonathan" userId="ac2b658e-7ce1-44bb-9f9f-bf4198ceaa29" providerId="ADAL" clId="{32CE0A02-E548-4F54-997A-A41D8F33144C}" dt="2022-08-18T03:27:27.871" v="3248" actId="20577"/>
        <pc:sldMkLst>
          <pc:docMk/>
          <pc:sldMk cId="2518457947" sldId="546"/>
        </pc:sldMkLst>
        <pc:spChg chg="mod">
          <ac:chgData name="Yeo Xiong Wei, Jonathan" userId="ac2b658e-7ce1-44bb-9f9f-bf4198ceaa29" providerId="ADAL" clId="{32CE0A02-E548-4F54-997A-A41D8F33144C}" dt="2022-08-18T03:26:51.250" v="3229" actId="20577"/>
          <ac:spMkLst>
            <pc:docMk/>
            <pc:sldMk cId="2518457947" sldId="546"/>
            <ac:spMk id="11" creationId="{70E0456D-082A-4C39-8295-86EF554753DA}"/>
          </ac:spMkLst>
        </pc:spChg>
        <pc:graphicFrameChg chg="add del mod">
          <ac:chgData name="Yeo Xiong Wei, Jonathan" userId="ac2b658e-7ce1-44bb-9f9f-bf4198ceaa29" providerId="ADAL" clId="{32CE0A02-E548-4F54-997A-A41D8F33144C}" dt="2022-08-10T04:27:45.344" v="1464"/>
          <ac:graphicFrameMkLst>
            <pc:docMk/>
            <pc:sldMk cId="2518457947" sldId="546"/>
            <ac:graphicFrameMk id="2" creationId="{1571926C-39BE-4A23-F743-776E1D89EA1D}"/>
          </ac:graphicFrameMkLst>
        </pc:graphicFrameChg>
        <pc:inkChg chg="add del">
          <ac:chgData name="Yeo Xiong Wei, Jonathan" userId="ac2b658e-7ce1-44bb-9f9f-bf4198ceaa29" providerId="ADAL" clId="{32CE0A02-E548-4F54-997A-A41D8F33144C}" dt="2022-08-18T03:26:46.778" v="3227" actId="478"/>
          <ac:inkMkLst>
            <pc:docMk/>
            <pc:sldMk cId="2518457947" sldId="546"/>
            <ac:inkMk id="2" creationId="{6680CCB5-F507-0A9A-91DD-FC592BD0722D}"/>
          </ac:inkMkLst>
        </pc:inkChg>
      </pc:sldChg>
      <pc:sldChg chg="addSp delSp modSp mod">
        <pc:chgData name="Yeo Xiong Wei, Jonathan" userId="ac2b658e-7ce1-44bb-9f9f-bf4198ceaa29" providerId="ADAL" clId="{32CE0A02-E548-4F54-997A-A41D8F33144C}" dt="2022-08-18T03:27:50.291" v="3259" actId="20577"/>
        <pc:sldMkLst>
          <pc:docMk/>
          <pc:sldMk cId="2696927729" sldId="547"/>
        </pc:sldMkLst>
        <pc:spChg chg="mod">
          <ac:chgData name="Yeo Xiong Wei, Jonathan" userId="ac2b658e-7ce1-44bb-9f9f-bf4198ceaa29" providerId="ADAL" clId="{32CE0A02-E548-4F54-997A-A41D8F33144C}" dt="2022-08-18T03:27:50.291" v="3259" actId="20577"/>
          <ac:spMkLst>
            <pc:docMk/>
            <pc:sldMk cId="2696927729" sldId="547"/>
            <ac:spMk id="11" creationId="{70E0456D-082A-4C39-8295-86EF554753DA}"/>
          </ac:spMkLst>
        </pc:spChg>
        <pc:inkChg chg="add del">
          <ac:chgData name="Yeo Xiong Wei, Jonathan" userId="ac2b658e-7ce1-44bb-9f9f-bf4198ceaa29" providerId="ADAL" clId="{32CE0A02-E548-4F54-997A-A41D8F33144C}" dt="2022-08-18T03:27:43.057" v="3255" actId="478"/>
          <ac:inkMkLst>
            <pc:docMk/>
            <pc:sldMk cId="2696927729" sldId="547"/>
            <ac:inkMk id="2" creationId="{6EC6EDB0-3042-5051-4AA1-8227C4967A8F}"/>
          </ac:inkMkLst>
        </pc:inkChg>
      </pc:sldChg>
      <pc:sldChg chg="addSp">
        <pc:chgData name="Yeo Xiong Wei, Jonathan" userId="ac2b658e-7ce1-44bb-9f9f-bf4198ceaa29" providerId="ADAL" clId="{32CE0A02-E548-4F54-997A-A41D8F33144C}" dt="2022-08-18T02:34:26.487" v="3225"/>
        <pc:sldMkLst>
          <pc:docMk/>
          <pc:sldMk cId="344185582" sldId="549"/>
        </pc:sldMkLst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344185582" sldId="549"/>
            <ac:inkMk id="4" creationId="{A24B507A-3E0D-7AA6-AF74-207EBA956094}"/>
          </ac:inkMkLst>
        </pc:inkChg>
      </pc:sldChg>
      <pc:sldChg chg="addSp">
        <pc:chgData name="Yeo Xiong Wei, Jonathan" userId="ac2b658e-7ce1-44bb-9f9f-bf4198ceaa29" providerId="ADAL" clId="{32CE0A02-E548-4F54-997A-A41D8F33144C}" dt="2022-08-18T03:26:18.502" v="3226"/>
        <pc:sldMkLst>
          <pc:docMk/>
          <pc:sldMk cId="441330248" sldId="550"/>
        </pc:sldMkLst>
        <pc:inkChg chg="add">
          <ac:chgData name="Yeo Xiong Wei, Jonathan" userId="ac2b658e-7ce1-44bb-9f9f-bf4198ceaa29" providerId="ADAL" clId="{32CE0A02-E548-4F54-997A-A41D8F33144C}" dt="2022-08-18T03:26:18.502" v="3226"/>
          <ac:inkMkLst>
            <pc:docMk/>
            <pc:sldMk cId="441330248" sldId="550"/>
            <ac:inkMk id="4" creationId="{01D29B48-018D-13FC-A320-1C39BDF90482}"/>
          </ac:inkMkLst>
        </pc:inkChg>
      </pc:sldChg>
      <pc:sldChg chg="addSp modSp mod">
        <pc:chgData name="Yeo Xiong Wei, Jonathan" userId="ac2b658e-7ce1-44bb-9f9f-bf4198ceaa29" providerId="ADAL" clId="{32CE0A02-E548-4F54-997A-A41D8F33144C}" dt="2022-08-18T01:45:27.939" v="3224"/>
        <pc:sldMkLst>
          <pc:docMk/>
          <pc:sldMk cId="633842900" sldId="552"/>
        </pc:sldMkLst>
        <pc:spChg chg="mod">
          <ac:chgData name="Yeo Xiong Wei, Jonathan" userId="ac2b658e-7ce1-44bb-9f9f-bf4198ceaa29" providerId="ADAL" clId="{32CE0A02-E548-4F54-997A-A41D8F33144C}" dt="2022-08-17T09:07:33.435" v="2727" actId="1076"/>
          <ac:spMkLst>
            <pc:docMk/>
            <pc:sldMk cId="633842900" sldId="552"/>
            <ac:spMk id="5" creationId="{9515B3E0-4447-5923-7930-B6FE26F1922D}"/>
          </ac:spMkLst>
        </pc:spChg>
        <pc:spChg chg="mod">
          <ac:chgData name="Yeo Xiong Wei, Jonathan" userId="ac2b658e-7ce1-44bb-9f9f-bf4198ceaa29" providerId="ADAL" clId="{32CE0A02-E548-4F54-997A-A41D8F33144C}" dt="2022-08-17T09:07:33.435" v="2727" actId="1076"/>
          <ac:spMkLst>
            <pc:docMk/>
            <pc:sldMk cId="633842900" sldId="552"/>
            <ac:spMk id="6" creationId="{22F74A83-BAF0-3B24-7ED7-A15C1AC5450F}"/>
          </ac:spMkLst>
        </pc:spChg>
        <pc:spChg chg="mod">
          <ac:chgData name="Yeo Xiong Wei, Jonathan" userId="ac2b658e-7ce1-44bb-9f9f-bf4198ceaa29" providerId="ADAL" clId="{32CE0A02-E548-4F54-997A-A41D8F33144C}" dt="2022-08-17T09:07:07.330" v="2722" actId="313"/>
          <ac:spMkLst>
            <pc:docMk/>
            <pc:sldMk cId="633842900" sldId="552"/>
            <ac:spMk id="16" creationId="{DD99C6AA-4FB0-4001-819D-E2F987201D6E}"/>
          </ac:spMkLst>
        </pc:spChg>
        <pc:picChg chg="mod">
          <ac:chgData name="Yeo Xiong Wei, Jonathan" userId="ac2b658e-7ce1-44bb-9f9f-bf4198ceaa29" providerId="ADAL" clId="{32CE0A02-E548-4F54-997A-A41D8F33144C}" dt="2022-08-17T09:07:33.435" v="2727" actId="1076"/>
          <ac:picMkLst>
            <pc:docMk/>
            <pc:sldMk cId="633842900" sldId="552"/>
            <ac:picMk id="4" creationId="{359333BC-D7D2-F00F-C5E2-71E7F53909D3}"/>
          </ac:picMkLst>
        </pc:picChg>
        <pc:inkChg chg="add">
          <ac:chgData name="Yeo Xiong Wei, Jonathan" userId="ac2b658e-7ce1-44bb-9f9f-bf4198ceaa29" providerId="ADAL" clId="{32CE0A02-E548-4F54-997A-A41D8F33144C}" dt="2022-08-18T01:45:27.939" v="3224"/>
          <ac:inkMkLst>
            <pc:docMk/>
            <pc:sldMk cId="633842900" sldId="552"/>
            <ac:inkMk id="2" creationId="{D367DB15-C503-1D9B-46BE-188C3EC647E3}"/>
          </ac:inkMkLst>
        </pc:inkChg>
      </pc:sldChg>
      <pc:sldChg chg="addSp modSp mod modAnim">
        <pc:chgData name="Yeo Xiong Wei, Jonathan" userId="ac2b658e-7ce1-44bb-9f9f-bf4198ceaa29" providerId="ADAL" clId="{32CE0A02-E548-4F54-997A-A41D8F33144C}" dt="2022-08-18T02:34:26.487" v="3225"/>
        <pc:sldMkLst>
          <pc:docMk/>
          <pc:sldMk cId="1949981418" sldId="553"/>
        </pc:sldMkLst>
        <pc:spChg chg="mod">
          <ac:chgData name="Yeo Xiong Wei, Jonathan" userId="ac2b658e-7ce1-44bb-9f9f-bf4198ceaa29" providerId="ADAL" clId="{32CE0A02-E548-4F54-997A-A41D8F33144C}" dt="2022-08-17T09:13:04.009" v="2903" actId="114"/>
          <ac:spMkLst>
            <pc:docMk/>
            <pc:sldMk cId="1949981418" sldId="553"/>
            <ac:spMk id="16" creationId="{DD99C6AA-4FB0-4001-819D-E2F987201D6E}"/>
          </ac:spMkLst>
        </pc:spChg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1949981418" sldId="553"/>
            <ac:inkMk id="2" creationId="{576B1A6D-E260-C8D5-7698-F85FA3D7DD57}"/>
          </ac:inkMkLst>
        </pc:inkChg>
      </pc:sldChg>
      <pc:sldChg chg="addSp delSp modSp mod modAnim">
        <pc:chgData name="Yeo Xiong Wei, Jonathan" userId="ac2b658e-7ce1-44bb-9f9f-bf4198ceaa29" providerId="ADAL" clId="{32CE0A02-E548-4F54-997A-A41D8F33144C}" dt="2022-08-18T03:42:35.876" v="3456" actId="207"/>
        <pc:sldMkLst>
          <pc:docMk/>
          <pc:sldMk cId="3316400165" sldId="554"/>
        </pc:sldMkLst>
        <pc:spChg chg="mod">
          <ac:chgData name="Yeo Xiong Wei, Jonathan" userId="ac2b658e-7ce1-44bb-9f9f-bf4198ceaa29" providerId="ADAL" clId="{32CE0A02-E548-4F54-997A-A41D8F33144C}" dt="2022-08-18T03:42:35.876" v="3456" actId="207"/>
          <ac:spMkLst>
            <pc:docMk/>
            <pc:sldMk cId="3316400165" sldId="554"/>
            <ac:spMk id="5" creationId="{061BB625-FA9F-47AA-B90D-A911EB43A74D}"/>
          </ac:spMkLst>
        </pc:spChg>
        <pc:inkChg chg="add del">
          <ac:chgData name="Yeo Xiong Wei, Jonathan" userId="ac2b658e-7ce1-44bb-9f9f-bf4198ceaa29" providerId="ADAL" clId="{32CE0A02-E548-4F54-997A-A41D8F33144C}" dt="2022-08-18T03:33:00.163" v="3375" actId="478"/>
          <ac:inkMkLst>
            <pc:docMk/>
            <pc:sldMk cId="3316400165" sldId="554"/>
            <ac:inkMk id="3" creationId="{BA9AA091-7580-FE43-8EB1-3714D1902E2C}"/>
          </ac:inkMkLst>
        </pc:inkChg>
      </pc:sldChg>
      <pc:sldChg chg="addSp delSp modSp mod">
        <pc:chgData name="Yeo Xiong Wei, Jonathan" userId="ac2b658e-7ce1-44bb-9f9f-bf4198ceaa29" providerId="ADAL" clId="{32CE0A02-E548-4F54-997A-A41D8F33144C}" dt="2022-08-18T03:31:53.145" v="3366" actId="207"/>
        <pc:sldMkLst>
          <pc:docMk/>
          <pc:sldMk cId="3048014762" sldId="555"/>
        </pc:sldMkLst>
        <pc:spChg chg="mod">
          <ac:chgData name="Yeo Xiong Wei, Jonathan" userId="ac2b658e-7ce1-44bb-9f9f-bf4198ceaa29" providerId="ADAL" clId="{32CE0A02-E548-4F54-997A-A41D8F33144C}" dt="2022-08-18T03:31:53.145" v="3366" actId="207"/>
          <ac:spMkLst>
            <pc:docMk/>
            <pc:sldMk cId="3048014762" sldId="555"/>
            <ac:spMk id="5" creationId="{061BB625-FA9F-47AA-B90D-A911EB43A74D}"/>
          </ac:spMkLst>
        </pc:spChg>
        <pc:inkChg chg="add del">
          <ac:chgData name="Yeo Xiong Wei, Jonathan" userId="ac2b658e-7ce1-44bb-9f9f-bf4198ceaa29" providerId="ADAL" clId="{32CE0A02-E548-4F54-997A-A41D8F33144C}" dt="2022-08-18T03:30:06.512" v="3346" actId="478"/>
          <ac:inkMkLst>
            <pc:docMk/>
            <pc:sldMk cId="3048014762" sldId="555"/>
            <ac:inkMk id="3" creationId="{11B44E44-EEB6-6D98-295F-260DA35BA153}"/>
          </ac:inkMkLst>
        </pc:inkChg>
      </pc:sldChg>
      <pc:sldChg chg="modSp mod">
        <pc:chgData name="Yeo Xiong Wei, Jonathan" userId="ac2b658e-7ce1-44bb-9f9f-bf4198ceaa29" providerId="ADAL" clId="{32CE0A02-E548-4F54-997A-A41D8F33144C}" dt="2022-08-17T09:25:14.632" v="3220" actId="20577"/>
        <pc:sldMkLst>
          <pc:docMk/>
          <pc:sldMk cId="1074021624" sldId="556"/>
        </pc:sldMkLst>
        <pc:spChg chg="mod">
          <ac:chgData name="Yeo Xiong Wei, Jonathan" userId="ac2b658e-7ce1-44bb-9f9f-bf4198ceaa29" providerId="ADAL" clId="{32CE0A02-E548-4F54-997A-A41D8F33144C}" dt="2022-08-17T09:25:14.632" v="3220" actId="20577"/>
          <ac:spMkLst>
            <pc:docMk/>
            <pc:sldMk cId="1074021624" sldId="556"/>
            <ac:spMk id="12" creationId="{4213F190-B2B0-43F1-B1CA-727BDFB3A022}"/>
          </ac:spMkLst>
        </pc:spChg>
      </pc:sldChg>
      <pc:sldChg chg="addSp modSp mod modNotes modNotesTx">
        <pc:chgData name="Yeo Xiong Wei, Jonathan" userId="ac2b658e-7ce1-44bb-9f9f-bf4198ceaa29" providerId="ADAL" clId="{32CE0A02-E548-4F54-997A-A41D8F33144C}" dt="2022-08-18T03:35:28.351" v="3451" actId="20577"/>
        <pc:sldMkLst>
          <pc:docMk/>
          <pc:sldMk cId="593893286" sldId="557"/>
        </pc:sldMkLst>
        <pc:spChg chg="mod">
          <ac:chgData name="Yeo Xiong Wei, Jonathan" userId="ac2b658e-7ce1-44bb-9f9f-bf4198ceaa29" providerId="ADAL" clId="{32CE0A02-E548-4F54-997A-A41D8F33144C}" dt="2022-07-29T05:09:10.116" v="235" actId="20577"/>
          <ac:spMkLst>
            <pc:docMk/>
            <pc:sldMk cId="593893286" sldId="557"/>
            <ac:spMk id="2" creationId="{2CB5D650-87DA-40F9-8CA6-5134E768F879}"/>
          </ac:spMkLst>
        </pc:spChg>
        <pc:spChg chg="mod">
          <ac:chgData name="Yeo Xiong Wei, Jonathan" userId="ac2b658e-7ce1-44bb-9f9f-bf4198ceaa29" providerId="ADAL" clId="{32CE0A02-E548-4F54-997A-A41D8F33144C}" dt="2022-08-18T03:34:52.083" v="3413" actId="21"/>
          <ac:spMkLst>
            <pc:docMk/>
            <pc:sldMk cId="593893286" sldId="557"/>
            <ac:spMk id="3" creationId="{5F1084EF-22C8-4EF1-B3AC-5CD9C82F5106}"/>
          </ac:spMkLst>
        </pc:spChg>
        <pc:spChg chg="add mod">
          <ac:chgData name="Yeo Xiong Wei, Jonathan" userId="ac2b658e-7ce1-44bb-9f9f-bf4198ceaa29" providerId="ADAL" clId="{32CE0A02-E548-4F54-997A-A41D8F33144C}" dt="2022-08-18T03:35:15.959" v="3431" actId="20577"/>
          <ac:spMkLst>
            <pc:docMk/>
            <pc:sldMk cId="593893286" sldId="557"/>
            <ac:spMk id="5" creationId="{9AE51E7F-8A38-1160-7D67-182EA9FEADA9}"/>
          </ac:spMkLst>
        </pc:spChg>
        <pc:spChg chg="add mod">
          <ac:chgData name="Yeo Xiong Wei, Jonathan" userId="ac2b658e-7ce1-44bb-9f9f-bf4198ceaa29" providerId="ADAL" clId="{32CE0A02-E548-4F54-997A-A41D8F33144C}" dt="2022-08-18T03:35:12.753" v="3421" actId="1076"/>
          <ac:spMkLst>
            <pc:docMk/>
            <pc:sldMk cId="593893286" sldId="557"/>
            <ac:spMk id="6" creationId="{5326802E-9FF9-8E82-F5B8-EC47A3CBB0E2}"/>
          </ac:spMkLst>
        </pc:spChg>
        <pc:spChg chg="add mod">
          <ac:chgData name="Yeo Xiong Wei, Jonathan" userId="ac2b658e-7ce1-44bb-9f9f-bf4198ceaa29" providerId="ADAL" clId="{32CE0A02-E548-4F54-997A-A41D8F33144C}" dt="2022-08-18T03:35:28.351" v="3451" actId="20577"/>
          <ac:spMkLst>
            <pc:docMk/>
            <pc:sldMk cId="593893286" sldId="557"/>
            <ac:spMk id="7" creationId="{D8F1DA0F-E2D4-F5E5-C21C-98E392357E6F}"/>
          </ac:spMkLst>
        </pc:spChg>
      </pc:sldChg>
      <pc:sldChg chg="addSp modSp mod modAnim">
        <pc:chgData name="Yeo Xiong Wei, Jonathan" userId="ac2b658e-7ce1-44bb-9f9f-bf4198ceaa29" providerId="ADAL" clId="{32CE0A02-E548-4F54-997A-A41D8F33144C}" dt="2022-08-18T01:45:27.939" v="3224"/>
        <pc:sldMkLst>
          <pc:docMk/>
          <pc:sldMk cId="212532562" sldId="558"/>
        </pc:sldMkLst>
        <pc:spChg chg="add mod">
          <ac:chgData name="Yeo Xiong Wei, Jonathan" userId="ac2b658e-7ce1-44bb-9f9f-bf4198ceaa29" providerId="ADAL" clId="{32CE0A02-E548-4F54-997A-A41D8F33144C}" dt="2022-08-17T06:18:03.363" v="2187" actId="1076"/>
          <ac:spMkLst>
            <pc:docMk/>
            <pc:sldMk cId="212532562" sldId="558"/>
            <ac:spMk id="3" creationId="{250FDC5D-C808-17C3-9F86-9EDC2D66AD16}"/>
          </ac:spMkLst>
        </pc:spChg>
        <pc:spChg chg="add mod">
          <ac:chgData name="Yeo Xiong Wei, Jonathan" userId="ac2b658e-7ce1-44bb-9f9f-bf4198ceaa29" providerId="ADAL" clId="{32CE0A02-E548-4F54-997A-A41D8F33144C}" dt="2022-08-17T09:03:31.655" v="2421"/>
          <ac:spMkLst>
            <pc:docMk/>
            <pc:sldMk cId="212532562" sldId="558"/>
            <ac:spMk id="4" creationId="{1AD1F803-FB79-B08D-014F-1ADADC461245}"/>
          </ac:spMkLst>
        </pc:spChg>
        <pc:spChg chg="add mod">
          <ac:chgData name="Yeo Xiong Wei, Jonathan" userId="ac2b658e-7ce1-44bb-9f9f-bf4198ceaa29" providerId="ADAL" clId="{32CE0A02-E548-4F54-997A-A41D8F33144C}" dt="2022-08-17T09:03:31.655" v="2421"/>
          <ac:spMkLst>
            <pc:docMk/>
            <pc:sldMk cId="212532562" sldId="558"/>
            <ac:spMk id="5" creationId="{5B141BFD-75B9-CE2D-BC17-0F3C257EC0ED}"/>
          </ac:spMkLst>
        </pc:spChg>
        <pc:spChg chg="add mod">
          <ac:chgData name="Yeo Xiong Wei, Jonathan" userId="ac2b658e-7ce1-44bb-9f9f-bf4198ceaa29" providerId="ADAL" clId="{32CE0A02-E548-4F54-997A-A41D8F33144C}" dt="2022-08-17T09:03:31.655" v="2421"/>
          <ac:spMkLst>
            <pc:docMk/>
            <pc:sldMk cId="212532562" sldId="558"/>
            <ac:spMk id="6" creationId="{B6950E7B-7171-AB36-0698-319D7BE81F1F}"/>
          </ac:spMkLst>
        </pc:spChg>
        <pc:spChg chg="mod">
          <ac:chgData name="Yeo Xiong Wei, Jonathan" userId="ac2b658e-7ce1-44bb-9f9f-bf4198ceaa29" providerId="ADAL" clId="{32CE0A02-E548-4F54-997A-A41D8F33144C}" dt="2022-08-17T09:03:44.779" v="2426" actId="5793"/>
          <ac:spMkLst>
            <pc:docMk/>
            <pc:sldMk cId="212532562" sldId="558"/>
            <ac:spMk id="13" creationId="{311BA5A6-B861-4BFF-AB7F-53574F60940F}"/>
          </ac:spMkLst>
        </pc:spChg>
        <pc:spChg chg="mod ord">
          <ac:chgData name="Yeo Xiong Wei, Jonathan" userId="ac2b658e-7ce1-44bb-9f9f-bf4198ceaa29" providerId="ADAL" clId="{32CE0A02-E548-4F54-997A-A41D8F33144C}" dt="2022-08-17T09:03:39.625" v="2422" actId="166"/>
          <ac:spMkLst>
            <pc:docMk/>
            <pc:sldMk cId="212532562" sldId="558"/>
            <ac:spMk id="16" creationId="{1F077558-D45B-2BA4-D608-EE12FDAD7712}"/>
          </ac:spMkLst>
        </pc:spChg>
        <pc:spChg chg="mod ord">
          <ac:chgData name="Yeo Xiong Wei, Jonathan" userId="ac2b658e-7ce1-44bb-9f9f-bf4198ceaa29" providerId="ADAL" clId="{32CE0A02-E548-4F54-997A-A41D8F33144C}" dt="2022-08-17T09:03:39.625" v="2422" actId="166"/>
          <ac:spMkLst>
            <pc:docMk/>
            <pc:sldMk cId="212532562" sldId="558"/>
            <ac:spMk id="18" creationId="{A488B381-8C8F-5467-A69F-54EE902DBBDE}"/>
          </ac:spMkLst>
        </pc:spChg>
        <pc:spChg chg="mod ord">
          <ac:chgData name="Yeo Xiong Wei, Jonathan" userId="ac2b658e-7ce1-44bb-9f9f-bf4198ceaa29" providerId="ADAL" clId="{32CE0A02-E548-4F54-997A-A41D8F33144C}" dt="2022-08-17T09:03:39.625" v="2422" actId="166"/>
          <ac:spMkLst>
            <pc:docMk/>
            <pc:sldMk cId="212532562" sldId="558"/>
            <ac:spMk id="25" creationId="{9DFB42F6-7D2D-02F3-66EB-885C1903B160}"/>
          </ac:spMkLst>
        </pc:spChg>
        <pc:picChg chg="mod">
          <ac:chgData name="Yeo Xiong Wei, Jonathan" userId="ac2b658e-7ce1-44bb-9f9f-bf4198ceaa29" providerId="ADAL" clId="{32CE0A02-E548-4F54-997A-A41D8F33144C}" dt="2022-08-17T05:29:00.431" v="1974" actId="1037"/>
          <ac:picMkLst>
            <pc:docMk/>
            <pc:sldMk cId="212532562" sldId="558"/>
            <ac:picMk id="9" creationId="{1701C58F-D0FB-4867-88B0-3A848F5050A7}"/>
          </ac:picMkLst>
        </pc:picChg>
        <pc:inkChg chg="add">
          <ac:chgData name="Yeo Xiong Wei, Jonathan" userId="ac2b658e-7ce1-44bb-9f9f-bf4198ceaa29" providerId="ADAL" clId="{32CE0A02-E548-4F54-997A-A41D8F33144C}" dt="2022-08-18T01:45:27.939" v="3224"/>
          <ac:inkMkLst>
            <pc:docMk/>
            <pc:sldMk cId="212532562" sldId="558"/>
            <ac:inkMk id="7" creationId="{B0483481-90CA-7BA9-77D9-DDDEEDB1EA55}"/>
          </ac:inkMkLst>
        </pc:inkChg>
      </pc:sldChg>
      <pc:sldChg chg="add del">
        <pc:chgData name="Yeo Xiong Wei, Jonathan" userId="ac2b658e-7ce1-44bb-9f9f-bf4198ceaa29" providerId="ADAL" clId="{32CE0A02-E548-4F54-997A-A41D8F33144C}" dt="2022-08-01T01:43:09.825" v="865" actId="47"/>
        <pc:sldMkLst>
          <pc:docMk/>
          <pc:sldMk cId="2408719302" sldId="558"/>
        </pc:sldMkLst>
      </pc:sldChg>
      <pc:sldChg chg="addSp delSp modSp add mod modAnim">
        <pc:chgData name="Yeo Xiong Wei, Jonathan" userId="ac2b658e-7ce1-44bb-9f9f-bf4198ceaa29" providerId="ADAL" clId="{32CE0A02-E548-4F54-997A-A41D8F33144C}" dt="2022-08-18T02:34:26.487" v="3225"/>
        <pc:sldMkLst>
          <pc:docMk/>
          <pc:sldMk cId="2835186569" sldId="559"/>
        </pc:sldMkLst>
        <pc:spChg chg="del">
          <ac:chgData name="Yeo Xiong Wei, Jonathan" userId="ac2b658e-7ce1-44bb-9f9f-bf4198ceaa29" providerId="ADAL" clId="{32CE0A02-E548-4F54-997A-A41D8F33144C}" dt="2022-08-17T08:57:59.331" v="2191" actId="478"/>
          <ac:spMkLst>
            <pc:docMk/>
            <pc:sldMk cId="2835186569" sldId="559"/>
            <ac:spMk id="3" creationId="{250FDC5D-C808-17C3-9F86-9EDC2D66AD16}"/>
          </ac:spMkLst>
        </pc:spChg>
        <pc:spChg chg="add mod">
          <ac:chgData name="Yeo Xiong Wei, Jonathan" userId="ac2b658e-7ce1-44bb-9f9f-bf4198ceaa29" providerId="ADAL" clId="{32CE0A02-E548-4F54-997A-A41D8F33144C}" dt="2022-08-17T09:02:57.209" v="2418" actId="207"/>
          <ac:spMkLst>
            <pc:docMk/>
            <pc:sldMk cId="2835186569" sldId="559"/>
            <ac:spMk id="4" creationId="{CF99DEF8-C648-A39E-8331-9AA5C5CF445F}"/>
          </ac:spMkLst>
        </pc:spChg>
        <pc:spChg chg="add mod">
          <ac:chgData name="Yeo Xiong Wei, Jonathan" userId="ac2b658e-7ce1-44bb-9f9f-bf4198ceaa29" providerId="ADAL" clId="{32CE0A02-E548-4F54-997A-A41D8F33144C}" dt="2022-08-17T09:03:09.997" v="2420" actId="207"/>
          <ac:spMkLst>
            <pc:docMk/>
            <pc:sldMk cId="2835186569" sldId="559"/>
            <ac:spMk id="5" creationId="{DAB0EA04-E636-C0D1-B599-327033CC7C9F}"/>
          </ac:spMkLst>
        </pc:spChg>
        <pc:spChg chg="add mod">
          <ac:chgData name="Yeo Xiong Wei, Jonathan" userId="ac2b658e-7ce1-44bb-9f9f-bf4198ceaa29" providerId="ADAL" clId="{32CE0A02-E548-4F54-997A-A41D8F33144C}" dt="2022-08-17T09:03:04.506" v="2419" actId="207"/>
          <ac:spMkLst>
            <pc:docMk/>
            <pc:sldMk cId="2835186569" sldId="559"/>
            <ac:spMk id="6" creationId="{F2EE15A9-4CAB-94E8-52F8-F89814041FDE}"/>
          </ac:spMkLst>
        </pc:spChg>
        <pc:spChg chg="mod">
          <ac:chgData name="Yeo Xiong Wei, Jonathan" userId="ac2b658e-7ce1-44bb-9f9f-bf4198ceaa29" providerId="ADAL" clId="{32CE0A02-E548-4F54-997A-A41D8F33144C}" dt="2022-08-17T09:05:12.554" v="2494" actId="6549"/>
          <ac:spMkLst>
            <pc:docMk/>
            <pc:sldMk cId="2835186569" sldId="559"/>
            <ac:spMk id="13" creationId="{311BA5A6-B861-4BFF-AB7F-53574F60940F}"/>
          </ac:spMkLst>
        </pc:spChg>
        <pc:spChg chg="ord">
          <ac:chgData name="Yeo Xiong Wei, Jonathan" userId="ac2b658e-7ce1-44bb-9f9f-bf4198ceaa29" providerId="ADAL" clId="{32CE0A02-E548-4F54-997A-A41D8F33144C}" dt="2022-08-17T09:02:38.237" v="2416" actId="166"/>
          <ac:spMkLst>
            <pc:docMk/>
            <pc:sldMk cId="2835186569" sldId="559"/>
            <ac:spMk id="16" creationId="{1F077558-D45B-2BA4-D608-EE12FDAD7712}"/>
          </ac:spMkLst>
        </pc:spChg>
        <pc:spChg chg="ord">
          <ac:chgData name="Yeo Xiong Wei, Jonathan" userId="ac2b658e-7ce1-44bb-9f9f-bf4198ceaa29" providerId="ADAL" clId="{32CE0A02-E548-4F54-997A-A41D8F33144C}" dt="2022-08-17T09:02:40.498" v="2417" actId="166"/>
          <ac:spMkLst>
            <pc:docMk/>
            <pc:sldMk cId="2835186569" sldId="559"/>
            <ac:spMk id="18" creationId="{A488B381-8C8F-5467-A69F-54EE902DBBDE}"/>
          </ac:spMkLst>
        </pc:spChg>
        <pc:spChg chg="ord">
          <ac:chgData name="Yeo Xiong Wei, Jonathan" userId="ac2b658e-7ce1-44bb-9f9f-bf4198ceaa29" providerId="ADAL" clId="{32CE0A02-E548-4F54-997A-A41D8F33144C}" dt="2022-08-17T09:02:28.793" v="2415" actId="166"/>
          <ac:spMkLst>
            <pc:docMk/>
            <pc:sldMk cId="2835186569" sldId="559"/>
            <ac:spMk id="25" creationId="{9DFB42F6-7D2D-02F3-66EB-885C1903B160}"/>
          </ac:spMkLst>
        </pc:spChg>
        <pc:picChg chg="mod">
          <ac:chgData name="Yeo Xiong Wei, Jonathan" userId="ac2b658e-7ce1-44bb-9f9f-bf4198ceaa29" providerId="ADAL" clId="{32CE0A02-E548-4F54-997A-A41D8F33144C}" dt="2022-08-17T09:00:27.474" v="2379" actId="1076"/>
          <ac:picMkLst>
            <pc:docMk/>
            <pc:sldMk cId="2835186569" sldId="559"/>
            <ac:picMk id="9" creationId="{1701C58F-D0FB-4867-88B0-3A848F5050A7}"/>
          </ac:picMkLst>
        </pc:picChg>
        <pc:inkChg chg="add">
          <ac:chgData name="Yeo Xiong Wei, Jonathan" userId="ac2b658e-7ce1-44bb-9f9f-bf4198ceaa29" providerId="ADAL" clId="{32CE0A02-E548-4F54-997A-A41D8F33144C}" dt="2022-08-18T01:45:27.939" v="3224"/>
          <ac:inkMkLst>
            <pc:docMk/>
            <pc:sldMk cId="2835186569" sldId="559"/>
            <ac:inkMk id="3" creationId="{5BEF83FB-6C29-2BD6-A833-365AD034DC84}"/>
          </ac:inkMkLst>
        </pc:inkChg>
        <pc:inkChg chg="add">
          <ac:chgData name="Yeo Xiong Wei, Jonathan" userId="ac2b658e-7ce1-44bb-9f9f-bf4198ceaa29" providerId="ADAL" clId="{32CE0A02-E548-4F54-997A-A41D8F33144C}" dt="2022-08-18T02:34:26.487" v="3225"/>
          <ac:inkMkLst>
            <pc:docMk/>
            <pc:sldMk cId="2835186569" sldId="559"/>
            <ac:inkMk id="7" creationId="{504FF257-B979-AABA-D63F-BA0053D9432B}"/>
          </ac:inkMkLst>
        </pc:inkChg>
      </pc:sldChg>
    </pc:docChg>
  </pc:docChgLst>
  <pc:docChgLst>
    <pc:chgData name="Yeo Xiong Wei, Jonathan" userId="ac2b658e-7ce1-44bb-9f9f-bf4198ceaa29" providerId="ADAL" clId="{5C7663D1-7FE2-4F83-9737-A9AEC767A866}"/>
    <pc:docChg chg="undo custSel addSld delSld modSld sldOrd">
      <pc:chgData name="Yeo Xiong Wei, Jonathan" userId="ac2b658e-7ce1-44bb-9f9f-bf4198ceaa29" providerId="ADAL" clId="{5C7663D1-7FE2-4F83-9737-A9AEC767A866}" dt="2022-06-17T05:29:17.183" v="4116" actId="20577"/>
      <pc:docMkLst>
        <pc:docMk/>
      </pc:docMkLst>
      <pc:sldChg chg="del">
        <pc:chgData name="Yeo Xiong Wei, Jonathan" userId="ac2b658e-7ce1-44bb-9f9f-bf4198ceaa29" providerId="ADAL" clId="{5C7663D1-7FE2-4F83-9737-A9AEC767A866}" dt="2022-06-17T03:55:32.359" v="0" actId="2696"/>
        <pc:sldMkLst>
          <pc:docMk/>
          <pc:sldMk cId="406670790" sldId="457"/>
        </pc:sldMkLst>
      </pc:sldChg>
      <pc:sldChg chg="del">
        <pc:chgData name="Yeo Xiong Wei, Jonathan" userId="ac2b658e-7ce1-44bb-9f9f-bf4198ceaa29" providerId="ADAL" clId="{5C7663D1-7FE2-4F83-9737-A9AEC767A866}" dt="2022-06-17T03:55:32.359" v="0" actId="2696"/>
        <pc:sldMkLst>
          <pc:docMk/>
          <pc:sldMk cId="4160036871" sldId="458"/>
        </pc:sldMkLst>
      </pc:sldChg>
      <pc:sldChg chg="modSp mod">
        <pc:chgData name="Yeo Xiong Wei, Jonathan" userId="ac2b658e-7ce1-44bb-9f9f-bf4198ceaa29" providerId="ADAL" clId="{5C7663D1-7FE2-4F83-9737-A9AEC767A866}" dt="2022-06-17T04:08:03.804" v="699" actId="6549"/>
        <pc:sldMkLst>
          <pc:docMk/>
          <pc:sldMk cId="2954974908" sldId="480"/>
        </pc:sldMkLst>
        <pc:spChg chg="mod">
          <ac:chgData name="Yeo Xiong Wei, Jonathan" userId="ac2b658e-7ce1-44bb-9f9f-bf4198ceaa29" providerId="ADAL" clId="{5C7663D1-7FE2-4F83-9737-A9AEC767A866}" dt="2022-06-17T04:08:03.804" v="699" actId="6549"/>
          <ac:spMkLst>
            <pc:docMk/>
            <pc:sldMk cId="2954974908" sldId="480"/>
            <ac:spMk id="2" creationId="{635632ED-6249-4378-9241-C14C3A5BA9EB}"/>
          </ac:spMkLst>
        </pc:spChg>
      </pc:sldChg>
      <pc:sldChg chg="modSp mod modAnim">
        <pc:chgData name="Yeo Xiong Wei, Jonathan" userId="ac2b658e-7ce1-44bb-9f9f-bf4198ceaa29" providerId="ADAL" clId="{5C7663D1-7FE2-4F83-9737-A9AEC767A866}" dt="2022-06-17T04:05:49.884" v="626" actId="27636"/>
        <pc:sldMkLst>
          <pc:docMk/>
          <pc:sldMk cId="1415672847" sldId="485"/>
        </pc:sldMkLst>
        <pc:spChg chg="mod">
          <ac:chgData name="Yeo Xiong Wei, Jonathan" userId="ac2b658e-7ce1-44bb-9f9f-bf4198ceaa29" providerId="ADAL" clId="{5C7663D1-7FE2-4F83-9737-A9AEC767A866}" dt="2022-06-17T04:03:50.571" v="502" actId="14100"/>
          <ac:spMkLst>
            <pc:docMk/>
            <pc:sldMk cId="1415672847" sldId="485"/>
            <ac:spMk id="5" creationId="{04C547DD-13E3-435C-ADA1-4CE35D9BE6EC}"/>
          </ac:spMkLst>
        </pc:spChg>
        <pc:spChg chg="mod">
          <ac:chgData name="Yeo Xiong Wei, Jonathan" userId="ac2b658e-7ce1-44bb-9f9f-bf4198ceaa29" providerId="ADAL" clId="{5C7663D1-7FE2-4F83-9737-A9AEC767A866}" dt="2022-06-17T04:05:49.884" v="626" actId="27636"/>
          <ac:spMkLst>
            <pc:docMk/>
            <pc:sldMk cId="1415672847" sldId="485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5C7663D1-7FE2-4F83-9737-A9AEC767A866}" dt="2022-06-17T04:05:22.340" v="587"/>
        <pc:sldMkLst>
          <pc:docMk/>
          <pc:sldMk cId="2603056020" sldId="487"/>
        </pc:sldMkLst>
        <pc:spChg chg="mod">
          <ac:chgData name="Yeo Xiong Wei, Jonathan" userId="ac2b658e-7ce1-44bb-9f9f-bf4198ceaa29" providerId="ADAL" clId="{5C7663D1-7FE2-4F83-9737-A9AEC767A866}" dt="2022-06-17T04:05:22.340" v="587"/>
          <ac:spMkLst>
            <pc:docMk/>
            <pc:sldMk cId="2603056020" sldId="487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5C7663D1-7FE2-4F83-9737-A9AEC767A866}" dt="2022-06-17T04:52:24.122" v="3705" actId="20577"/>
        <pc:sldMkLst>
          <pc:docMk/>
          <pc:sldMk cId="2393610499" sldId="491"/>
        </pc:sldMkLst>
        <pc:spChg chg="mod">
          <ac:chgData name="Yeo Xiong Wei, Jonathan" userId="ac2b658e-7ce1-44bb-9f9f-bf4198ceaa29" providerId="ADAL" clId="{5C7663D1-7FE2-4F83-9737-A9AEC767A866}" dt="2022-06-17T04:52:24.122" v="3705" actId="20577"/>
          <ac:spMkLst>
            <pc:docMk/>
            <pc:sldMk cId="2393610499" sldId="491"/>
            <ac:spMk id="2" creationId="{2CB5D650-87DA-40F9-8CA6-5134E768F879}"/>
          </ac:spMkLst>
        </pc:spChg>
      </pc:sldChg>
      <pc:sldChg chg="modSp modAnim">
        <pc:chgData name="Yeo Xiong Wei, Jonathan" userId="ac2b658e-7ce1-44bb-9f9f-bf4198ceaa29" providerId="ADAL" clId="{5C7663D1-7FE2-4F83-9737-A9AEC767A866}" dt="2022-06-17T04:49:19.265" v="3183" actId="20577"/>
        <pc:sldMkLst>
          <pc:docMk/>
          <pc:sldMk cId="2967034777" sldId="496"/>
        </pc:sldMkLst>
        <pc:spChg chg="mod">
          <ac:chgData name="Yeo Xiong Wei, Jonathan" userId="ac2b658e-7ce1-44bb-9f9f-bf4198ceaa29" providerId="ADAL" clId="{5C7663D1-7FE2-4F83-9737-A9AEC767A866}" dt="2022-06-17T04:49:19.265" v="3183" actId="20577"/>
          <ac:spMkLst>
            <pc:docMk/>
            <pc:sldMk cId="2967034777" sldId="496"/>
            <ac:spMk id="108546" creationId="{00000000-0000-0000-0000-000000000000}"/>
          </ac:spMkLst>
        </pc:spChg>
      </pc:sldChg>
      <pc:sldChg chg="del">
        <pc:chgData name="Yeo Xiong Wei, Jonathan" userId="ac2b658e-7ce1-44bb-9f9f-bf4198ceaa29" providerId="ADAL" clId="{5C7663D1-7FE2-4F83-9737-A9AEC767A866}" dt="2022-06-17T03:55:32.359" v="0" actId="2696"/>
        <pc:sldMkLst>
          <pc:docMk/>
          <pc:sldMk cId="3407934001" sldId="497"/>
        </pc:sldMkLst>
      </pc:sldChg>
      <pc:sldChg chg="modSp mod">
        <pc:chgData name="Yeo Xiong Wei, Jonathan" userId="ac2b658e-7ce1-44bb-9f9f-bf4198ceaa29" providerId="ADAL" clId="{5C7663D1-7FE2-4F83-9737-A9AEC767A866}" dt="2022-06-17T04:23:32.259" v="1574" actId="20577"/>
        <pc:sldMkLst>
          <pc:docMk/>
          <pc:sldMk cId="2089737958" sldId="525"/>
        </pc:sldMkLst>
        <pc:spChg chg="mod">
          <ac:chgData name="Yeo Xiong Wei, Jonathan" userId="ac2b658e-7ce1-44bb-9f9f-bf4198ceaa29" providerId="ADAL" clId="{5C7663D1-7FE2-4F83-9737-A9AEC767A866}" dt="2022-06-17T04:23:32.259" v="1574" actId="20577"/>
          <ac:spMkLst>
            <pc:docMk/>
            <pc:sldMk cId="2089737958" sldId="525"/>
            <ac:spMk id="3" creationId="{F6166362-5747-4CF8-8778-889699D343D3}"/>
          </ac:spMkLst>
        </pc:spChg>
      </pc:sldChg>
      <pc:sldChg chg="modSp add del mod">
        <pc:chgData name="Yeo Xiong Wei, Jonathan" userId="ac2b658e-7ce1-44bb-9f9f-bf4198ceaa29" providerId="ADAL" clId="{5C7663D1-7FE2-4F83-9737-A9AEC767A866}" dt="2022-06-17T04:35:07.752" v="2011" actId="47"/>
        <pc:sldMkLst>
          <pc:docMk/>
          <pc:sldMk cId="2026925537" sldId="531"/>
        </pc:sldMkLst>
        <pc:spChg chg="mod">
          <ac:chgData name="Yeo Xiong Wei, Jonathan" userId="ac2b658e-7ce1-44bb-9f9f-bf4198ceaa29" providerId="ADAL" clId="{5C7663D1-7FE2-4F83-9737-A9AEC767A866}" dt="2022-06-17T04:22:07.107" v="1395" actId="6549"/>
          <ac:spMkLst>
            <pc:docMk/>
            <pc:sldMk cId="2026925537" sldId="531"/>
            <ac:spMk id="5" creationId="{061BB625-FA9F-47AA-B90D-A911EB43A74D}"/>
          </ac:spMkLst>
        </pc:spChg>
      </pc:sldChg>
      <pc:sldChg chg="modSp mod">
        <pc:chgData name="Yeo Xiong Wei, Jonathan" userId="ac2b658e-7ce1-44bb-9f9f-bf4198ceaa29" providerId="ADAL" clId="{5C7663D1-7FE2-4F83-9737-A9AEC767A866}" dt="2022-06-17T04:19:59.876" v="1378" actId="20577"/>
        <pc:sldMkLst>
          <pc:docMk/>
          <pc:sldMk cId="3072203509" sldId="534"/>
        </pc:sldMkLst>
        <pc:spChg chg="mod">
          <ac:chgData name="Yeo Xiong Wei, Jonathan" userId="ac2b658e-7ce1-44bb-9f9f-bf4198ceaa29" providerId="ADAL" clId="{5C7663D1-7FE2-4F83-9737-A9AEC767A866}" dt="2022-06-17T04:19:59.876" v="1378" actId="20577"/>
          <ac:spMkLst>
            <pc:docMk/>
            <pc:sldMk cId="3072203509" sldId="534"/>
            <ac:spMk id="3" creationId="{F6166362-5747-4CF8-8778-889699D343D3}"/>
          </ac:spMkLst>
        </pc:spChg>
      </pc:sldChg>
      <pc:sldChg chg="modSp mod">
        <pc:chgData name="Yeo Xiong Wei, Jonathan" userId="ac2b658e-7ce1-44bb-9f9f-bf4198ceaa29" providerId="ADAL" clId="{5C7663D1-7FE2-4F83-9737-A9AEC767A866}" dt="2022-06-17T04:20:12.069" v="1381" actId="1076"/>
        <pc:sldMkLst>
          <pc:docMk/>
          <pc:sldMk cId="1913469756" sldId="535"/>
        </pc:sldMkLst>
        <pc:spChg chg="mod">
          <ac:chgData name="Yeo Xiong Wei, Jonathan" userId="ac2b658e-7ce1-44bb-9f9f-bf4198ceaa29" providerId="ADAL" clId="{5C7663D1-7FE2-4F83-9737-A9AEC767A866}" dt="2022-06-17T04:20:12.069" v="1381" actId="1076"/>
          <ac:spMkLst>
            <pc:docMk/>
            <pc:sldMk cId="1913469756" sldId="535"/>
            <ac:spMk id="3" creationId="{F6166362-5747-4CF8-8778-889699D343D3}"/>
          </ac:spMkLst>
        </pc:spChg>
      </pc:sldChg>
      <pc:sldChg chg="modSp mod">
        <pc:chgData name="Yeo Xiong Wei, Jonathan" userId="ac2b658e-7ce1-44bb-9f9f-bf4198ceaa29" providerId="ADAL" clId="{5C7663D1-7FE2-4F83-9737-A9AEC767A866}" dt="2022-06-17T04:36:54.357" v="2099" actId="20577"/>
        <pc:sldMkLst>
          <pc:docMk/>
          <pc:sldMk cId="2982498073" sldId="539"/>
        </pc:sldMkLst>
        <pc:spChg chg="mod">
          <ac:chgData name="Yeo Xiong Wei, Jonathan" userId="ac2b658e-7ce1-44bb-9f9f-bf4198ceaa29" providerId="ADAL" clId="{5C7663D1-7FE2-4F83-9737-A9AEC767A866}" dt="2022-06-17T04:36:07.822" v="2087" actId="403"/>
          <ac:spMkLst>
            <pc:docMk/>
            <pc:sldMk cId="2982498073" sldId="539"/>
            <ac:spMk id="2" creationId="{635632ED-6249-4378-9241-C14C3A5BA9EB}"/>
          </ac:spMkLst>
        </pc:spChg>
        <pc:spChg chg="mod">
          <ac:chgData name="Yeo Xiong Wei, Jonathan" userId="ac2b658e-7ce1-44bb-9f9f-bf4198ceaa29" providerId="ADAL" clId="{5C7663D1-7FE2-4F83-9737-A9AEC767A866}" dt="2022-06-17T04:36:54.357" v="2099" actId="20577"/>
          <ac:spMkLst>
            <pc:docMk/>
            <pc:sldMk cId="2982498073" sldId="539"/>
            <ac:spMk id="5" creationId="{061BB625-FA9F-47AA-B90D-A911EB43A74D}"/>
          </ac:spMkLst>
        </pc:spChg>
      </pc:sldChg>
      <pc:sldChg chg="addSp delSp modSp add del mod">
        <pc:chgData name="Yeo Xiong Wei, Jonathan" userId="ac2b658e-7ce1-44bb-9f9f-bf4198ceaa29" providerId="ADAL" clId="{5C7663D1-7FE2-4F83-9737-A9AEC767A866}" dt="2022-06-17T05:29:17.183" v="4116" actId="20577"/>
        <pc:sldMkLst>
          <pc:docMk/>
          <pc:sldMk cId="687565736" sldId="541"/>
        </pc:sldMkLst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8" creationId="{251EF6EB-0C18-77BE-1355-1B0103FF590F}"/>
          </ac:spMkLst>
        </pc:spChg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9" creationId="{FCD95E14-2B1E-582A-7B9B-DFAA96D372A7}"/>
          </ac:spMkLst>
        </pc:spChg>
        <pc:spChg chg="mod">
          <ac:chgData name="Yeo Xiong Wei, Jonathan" userId="ac2b658e-7ce1-44bb-9f9f-bf4198ceaa29" providerId="ADAL" clId="{5C7663D1-7FE2-4F83-9737-A9AEC767A866}" dt="2022-06-17T04:16:20.108" v="1245" actId="1076"/>
          <ac:spMkLst>
            <pc:docMk/>
            <pc:sldMk cId="687565736" sldId="541"/>
            <ac:spMk id="16" creationId="{106BFCA2-D1A6-1EC5-D6F6-1111E583D39A}"/>
          </ac:spMkLst>
        </pc:spChg>
        <pc:spChg chg="mod">
          <ac:chgData name="Yeo Xiong Wei, Jonathan" userId="ac2b658e-7ce1-44bb-9f9f-bf4198ceaa29" providerId="ADAL" clId="{5C7663D1-7FE2-4F83-9737-A9AEC767A866}" dt="2022-06-17T04:14:50.619" v="1220" actId="20577"/>
          <ac:spMkLst>
            <pc:docMk/>
            <pc:sldMk cId="687565736" sldId="541"/>
            <ac:spMk id="17" creationId="{EF2F2226-B3B4-0411-B01F-99448EFFDE60}"/>
          </ac:spMkLst>
        </pc:spChg>
        <pc:spChg chg="mod">
          <ac:chgData name="Yeo Xiong Wei, Jonathan" userId="ac2b658e-7ce1-44bb-9f9f-bf4198ceaa29" providerId="ADAL" clId="{5C7663D1-7FE2-4F83-9737-A9AEC767A866}" dt="2022-06-17T04:16:27.796" v="1248" actId="1076"/>
          <ac:spMkLst>
            <pc:docMk/>
            <pc:sldMk cId="687565736" sldId="541"/>
            <ac:spMk id="20" creationId="{3102AD46-864B-D97B-C6DF-DD1D8EA8846E}"/>
          </ac:spMkLst>
        </pc:spChg>
        <pc:spChg chg="mod">
          <ac:chgData name="Yeo Xiong Wei, Jonathan" userId="ac2b658e-7ce1-44bb-9f9f-bf4198ceaa29" providerId="ADAL" clId="{5C7663D1-7FE2-4F83-9737-A9AEC767A866}" dt="2022-06-17T04:16:24.461" v="1247" actId="1076"/>
          <ac:spMkLst>
            <pc:docMk/>
            <pc:sldMk cId="687565736" sldId="541"/>
            <ac:spMk id="21" creationId="{D682E67C-70B3-73C2-9A76-F914DBFD85AA}"/>
          </ac:spMkLst>
        </pc:spChg>
        <pc:spChg chg="mod">
          <ac:chgData name="Yeo Xiong Wei, Jonathan" userId="ac2b658e-7ce1-44bb-9f9f-bf4198ceaa29" providerId="ADAL" clId="{5C7663D1-7FE2-4F83-9737-A9AEC767A866}" dt="2022-06-17T04:14:29.484" v="1210" actId="20577"/>
          <ac:spMkLst>
            <pc:docMk/>
            <pc:sldMk cId="687565736" sldId="541"/>
            <ac:spMk id="24" creationId="{548CAFC1-6EC0-0DAC-3611-F27EE797706B}"/>
          </ac:spMkLst>
        </pc:spChg>
        <pc:spChg chg="mod">
          <ac:chgData name="Yeo Xiong Wei, Jonathan" userId="ac2b658e-7ce1-44bb-9f9f-bf4198ceaa29" providerId="ADAL" clId="{5C7663D1-7FE2-4F83-9737-A9AEC767A866}" dt="2022-06-17T04:14:41.147" v="1212" actId="20577"/>
          <ac:spMkLst>
            <pc:docMk/>
            <pc:sldMk cId="687565736" sldId="541"/>
            <ac:spMk id="25" creationId="{552099B0-B404-15B8-3369-A6A0BB06612D}"/>
          </ac:spMkLst>
        </pc:spChg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32" creationId="{F975DD66-147F-0B47-9822-C3684C1969DE}"/>
          </ac:spMkLst>
        </pc:spChg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33" creationId="{0F5C7297-45C7-5A0D-01D7-7B90684AFDE3}"/>
          </ac:spMkLst>
        </pc:spChg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36" creationId="{8F1DE133-8CCC-2A99-68AA-8A1CAB8AE5D6}"/>
          </ac:spMkLst>
        </pc:spChg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37" creationId="{03969706-6710-E28D-90AF-E274ABFF9816}"/>
          </ac:spMkLst>
        </pc:spChg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40" creationId="{0200D0A9-404E-FBF4-1745-2BF06960B61B}"/>
          </ac:spMkLst>
        </pc:spChg>
        <pc:spChg chg="mod">
          <ac:chgData name="Yeo Xiong Wei, Jonathan" userId="ac2b658e-7ce1-44bb-9f9f-bf4198ceaa29" providerId="ADAL" clId="{5C7663D1-7FE2-4F83-9737-A9AEC767A866}" dt="2022-06-17T04:14:07.153" v="1204"/>
          <ac:spMkLst>
            <pc:docMk/>
            <pc:sldMk cId="687565736" sldId="541"/>
            <ac:spMk id="41" creationId="{4CDF6960-5C5E-0198-FDA9-D56271D8B161}"/>
          </ac:spMkLst>
        </pc:spChg>
        <pc:spChg chg="mod">
          <ac:chgData name="Yeo Xiong Wei, Jonathan" userId="ac2b658e-7ce1-44bb-9f9f-bf4198ceaa29" providerId="ADAL" clId="{5C7663D1-7FE2-4F83-9737-A9AEC767A866}" dt="2022-06-17T04:15:03.968" v="1224"/>
          <ac:spMkLst>
            <pc:docMk/>
            <pc:sldMk cId="687565736" sldId="541"/>
            <ac:spMk id="48" creationId="{89DCE63E-A317-AE7B-B3A0-60A7FBD8DD3E}"/>
          </ac:spMkLst>
        </pc:spChg>
        <pc:spChg chg="mod">
          <ac:chgData name="Yeo Xiong Wei, Jonathan" userId="ac2b658e-7ce1-44bb-9f9f-bf4198ceaa29" providerId="ADAL" clId="{5C7663D1-7FE2-4F83-9737-A9AEC767A866}" dt="2022-06-17T04:15:03.968" v="1224"/>
          <ac:spMkLst>
            <pc:docMk/>
            <pc:sldMk cId="687565736" sldId="541"/>
            <ac:spMk id="49" creationId="{6FECCC8A-831D-BC70-FDE5-2C591EF7455A}"/>
          </ac:spMkLst>
        </pc:spChg>
        <pc:spChg chg="mod">
          <ac:chgData name="Yeo Xiong Wei, Jonathan" userId="ac2b658e-7ce1-44bb-9f9f-bf4198ceaa29" providerId="ADAL" clId="{5C7663D1-7FE2-4F83-9737-A9AEC767A866}" dt="2022-06-17T04:15:03.968" v="1224"/>
          <ac:spMkLst>
            <pc:docMk/>
            <pc:sldMk cId="687565736" sldId="541"/>
            <ac:spMk id="52" creationId="{B1501466-152B-ADB2-7B25-EEEB3B9EE70B}"/>
          </ac:spMkLst>
        </pc:spChg>
        <pc:spChg chg="mod">
          <ac:chgData name="Yeo Xiong Wei, Jonathan" userId="ac2b658e-7ce1-44bb-9f9f-bf4198ceaa29" providerId="ADAL" clId="{5C7663D1-7FE2-4F83-9737-A9AEC767A866}" dt="2022-06-17T04:15:03.968" v="1224"/>
          <ac:spMkLst>
            <pc:docMk/>
            <pc:sldMk cId="687565736" sldId="541"/>
            <ac:spMk id="53" creationId="{5BDF589C-38F5-A4A9-FD4B-063716F917B3}"/>
          </ac:spMkLst>
        </pc:spChg>
        <pc:spChg chg="mod">
          <ac:chgData name="Yeo Xiong Wei, Jonathan" userId="ac2b658e-7ce1-44bb-9f9f-bf4198ceaa29" providerId="ADAL" clId="{5C7663D1-7FE2-4F83-9737-A9AEC767A866}" dt="2022-06-17T04:15:03.968" v="1224"/>
          <ac:spMkLst>
            <pc:docMk/>
            <pc:sldMk cId="687565736" sldId="541"/>
            <ac:spMk id="56" creationId="{8B673631-F8F9-1CE9-31F6-5C09F6E36027}"/>
          </ac:spMkLst>
        </pc:spChg>
        <pc:spChg chg="mod">
          <ac:chgData name="Yeo Xiong Wei, Jonathan" userId="ac2b658e-7ce1-44bb-9f9f-bf4198ceaa29" providerId="ADAL" clId="{5C7663D1-7FE2-4F83-9737-A9AEC767A866}" dt="2022-06-17T04:15:03.968" v="1224"/>
          <ac:spMkLst>
            <pc:docMk/>
            <pc:sldMk cId="687565736" sldId="541"/>
            <ac:spMk id="57" creationId="{36AC297D-D4BC-04C1-2C4B-75A2A24D4D88}"/>
          </ac:spMkLst>
        </pc:spChg>
        <pc:spChg chg="mod">
          <ac:chgData name="Yeo Xiong Wei, Jonathan" userId="ac2b658e-7ce1-44bb-9f9f-bf4198ceaa29" providerId="ADAL" clId="{5C7663D1-7FE2-4F83-9737-A9AEC767A866}" dt="2022-06-17T04:15:24.015" v="1232"/>
          <ac:spMkLst>
            <pc:docMk/>
            <pc:sldMk cId="687565736" sldId="541"/>
            <ac:spMk id="64" creationId="{5530AE4E-B0B7-CB5B-1611-8A44B5EFF3CF}"/>
          </ac:spMkLst>
        </pc:spChg>
        <pc:spChg chg="mod">
          <ac:chgData name="Yeo Xiong Wei, Jonathan" userId="ac2b658e-7ce1-44bb-9f9f-bf4198ceaa29" providerId="ADAL" clId="{5C7663D1-7FE2-4F83-9737-A9AEC767A866}" dt="2022-06-17T04:15:24.015" v="1232"/>
          <ac:spMkLst>
            <pc:docMk/>
            <pc:sldMk cId="687565736" sldId="541"/>
            <ac:spMk id="65" creationId="{6E5E066A-4E63-C6B6-D92F-855EDB2A525B}"/>
          </ac:spMkLst>
        </pc:spChg>
        <pc:spChg chg="mod">
          <ac:chgData name="Yeo Xiong Wei, Jonathan" userId="ac2b658e-7ce1-44bb-9f9f-bf4198ceaa29" providerId="ADAL" clId="{5C7663D1-7FE2-4F83-9737-A9AEC767A866}" dt="2022-06-17T04:15:24.015" v="1232"/>
          <ac:spMkLst>
            <pc:docMk/>
            <pc:sldMk cId="687565736" sldId="541"/>
            <ac:spMk id="68" creationId="{FBF129FD-4977-0AD3-157B-FBF6E65A320B}"/>
          </ac:spMkLst>
        </pc:spChg>
        <pc:spChg chg="mod">
          <ac:chgData name="Yeo Xiong Wei, Jonathan" userId="ac2b658e-7ce1-44bb-9f9f-bf4198ceaa29" providerId="ADAL" clId="{5C7663D1-7FE2-4F83-9737-A9AEC767A866}" dt="2022-06-17T04:15:24.015" v="1232"/>
          <ac:spMkLst>
            <pc:docMk/>
            <pc:sldMk cId="687565736" sldId="541"/>
            <ac:spMk id="69" creationId="{0082CBD7-D3F1-691E-FE15-E3D7645E409F}"/>
          </ac:spMkLst>
        </pc:spChg>
        <pc:spChg chg="mod">
          <ac:chgData name="Yeo Xiong Wei, Jonathan" userId="ac2b658e-7ce1-44bb-9f9f-bf4198ceaa29" providerId="ADAL" clId="{5C7663D1-7FE2-4F83-9737-A9AEC767A866}" dt="2022-06-17T04:15:24.015" v="1232"/>
          <ac:spMkLst>
            <pc:docMk/>
            <pc:sldMk cId="687565736" sldId="541"/>
            <ac:spMk id="72" creationId="{1B171CE6-2593-0D70-0A77-2A21D4DC7150}"/>
          </ac:spMkLst>
        </pc:spChg>
        <pc:spChg chg="mod">
          <ac:chgData name="Yeo Xiong Wei, Jonathan" userId="ac2b658e-7ce1-44bb-9f9f-bf4198ceaa29" providerId="ADAL" clId="{5C7663D1-7FE2-4F83-9737-A9AEC767A866}" dt="2022-06-17T04:15:24.015" v="1232"/>
          <ac:spMkLst>
            <pc:docMk/>
            <pc:sldMk cId="687565736" sldId="541"/>
            <ac:spMk id="73" creationId="{887BB1FB-3670-16F9-5CF0-5E69FBB84603}"/>
          </ac:spMkLst>
        </pc:spChg>
        <pc:spChg chg="mod">
          <ac:chgData name="Yeo Xiong Wei, Jonathan" userId="ac2b658e-7ce1-44bb-9f9f-bf4198ceaa29" providerId="ADAL" clId="{5C7663D1-7FE2-4F83-9737-A9AEC767A866}" dt="2022-06-17T04:17:19" v="1262"/>
          <ac:spMkLst>
            <pc:docMk/>
            <pc:sldMk cId="687565736" sldId="541"/>
            <ac:spMk id="87" creationId="{8B41CEB6-9E4E-DDE1-DB07-634BBBB1265B}"/>
          </ac:spMkLst>
        </pc:spChg>
        <pc:spChg chg="mod">
          <ac:chgData name="Yeo Xiong Wei, Jonathan" userId="ac2b658e-7ce1-44bb-9f9f-bf4198ceaa29" providerId="ADAL" clId="{5C7663D1-7FE2-4F83-9737-A9AEC767A866}" dt="2022-06-17T04:17:19" v="1262"/>
          <ac:spMkLst>
            <pc:docMk/>
            <pc:sldMk cId="687565736" sldId="541"/>
            <ac:spMk id="88" creationId="{9ED57106-E5DA-BAF5-A75E-1BCA28604356}"/>
          </ac:spMkLst>
        </pc:spChg>
        <pc:spChg chg="mod">
          <ac:chgData name="Yeo Xiong Wei, Jonathan" userId="ac2b658e-7ce1-44bb-9f9f-bf4198ceaa29" providerId="ADAL" clId="{5C7663D1-7FE2-4F83-9737-A9AEC767A866}" dt="2022-06-17T04:17:19" v="1262"/>
          <ac:spMkLst>
            <pc:docMk/>
            <pc:sldMk cId="687565736" sldId="541"/>
            <ac:spMk id="91" creationId="{E1091A8C-BF85-DFC0-F315-275262C64328}"/>
          </ac:spMkLst>
        </pc:spChg>
        <pc:spChg chg="mod">
          <ac:chgData name="Yeo Xiong Wei, Jonathan" userId="ac2b658e-7ce1-44bb-9f9f-bf4198ceaa29" providerId="ADAL" clId="{5C7663D1-7FE2-4F83-9737-A9AEC767A866}" dt="2022-06-17T04:17:19" v="1262"/>
          <ac:spMkLst>
            <pc:docMk/>
            <pc:sldMk cId="687565736" sldId="541"/>
            <ac:spMk id="92" creationId="{38C31E99-7213-15B3-F1BC-13E29829D024}"/>
          </ac:spMkLst>
        </pc:spChg>
        <pc:spChg chg="mod">
          <ac:chgData name="Yeo Xiong Wei, Jonathan" userId="ac2b658e-7ce1-44bb-9f9f-bf4198ceaa29" providerId="ADAL" clId="{5C7663D1-7FE2-4F83-9737-A9AEC767A866}" dt="2022-06-17T04:17:19" v="1262"/>
          <ac:spMkLst>
            <pc:docMk/>
            <pc:sldMk cId="687565736" sldId="541"/>
            <ac:spMk id="95" creationId="{FFD36D23-D446-F201-78F9-7F67F35D6E6A}"/>
          </ac:spMkLst>
        </pc:spChg>
        <pc:spChg chg="mod">
          <ac:chgData name="Yeo Xiong Wei, Jonathan" userId="ac2b658e-7ce1-44bb-9f9f-bf4198ceaa29" providerId="ADAL" clId="{5C7663D1-7FE2-4F83-9737-A9AEC767A866}" dt="2022-06-17T04:17:19" v="1262"/>
          <ac:spMkLst>
            <pc:docMk/>
            <pc:sldMk cId="687565736" sldId="541"/>
            <ac:spMk id="96" creationId="{7A7C1F41-9029-4AA3-FFEC-FB2AA86334F2}"/>
          </ac:spMkLst>
        </pc:spChg>
        <pc:spChg chg="mod">
          <ac:chgData name="Yeo Xiong Wei, Jonathan" userId="ac2b658e-7ce1-44bb-9f9f-bf4198ceaa29" providerId="ADAL" clId="{5C7663D1-7FE2-4F83-9737-A9AEC767A866}" dt="2022-06-17T04:17:38.343" v="1268"/>
          <ac:spMkLst>
            <pc:docMk/>
            <pc:sldMk cId="687565736" sldId="541"/>
            <ac:spMk id="103" creationId="{D778C7E2-9E28-B7B3-C4E4-73918FA59DC5}"/>
          </ac:spMkLst>
        </pc:spChg>
        <pc:spChg chg="mod">
          <ac:chgData name="Yeo Xiong Wei, Jonathan" userId="ac2b658e-7ce1-44bb-9f9f-bf4198ceaa29" providerId="ADAL" clId="{5C7663D1-7FE2-4F83-9737-A9AEC767A866}" dt="2022-06-17T04:17:38.343" v="1268"/>
          <ac:spMkLst>
            <pc:docMk/>
            <pc:sldMk cId="687565736" sldId="541"/>
            <ac:spMk id="104" creationId="{4E3055A1-F8A9-1D8D-974C-684DA2505002}"/>
          </ac:spMkLst>
        </pc:spChg>
        <pc:spChg chg="mod">
          <ac:chgData name="Yeo Xiong Wei, Jonathan" userId="ac2b658e-7ce1-44bb-9f9f-bf4198ceaa29" providerId="ADAL" clId="{5C7663D1-7FE2-4F83-9737-A9AEC767A866}" dt="2022-06-17T04:17:38.343" v="1268"/>
          <ac:spMkLst>
            <pc:docMk/>
            <pc:sldMk cId="687565736" sldId="541"/>
            <ac:spMk id="107" creationId="{C78C5B5F-5B1E-F218-C873-AC95A0B6A855}"/>
          </ac:spMkLst>
        </pc:spChg>
        <pc:spChg chg="mod">
          <ac:chgData name="Yeo Xiong Wei, Jonathan" userId="ac2b658e-7ce1-44bb-9f9f-bf4198ceaa29" providerId="ADAL" clId="{5C7663D1-7FE2-4F83-9737-A9AEC767A866}" dt="2022-06-17T04:17:38.343" v="1268"/>
          <ac:spMkLst>
            <pc:docMk/>
            <pc:sldMk cId="687565736" sldId="541"/>
            <ac:spMk id="108" creationId="{3EE1EC8A-90C9-EEE8-A8D4-4D4446719AF6}"/>
          </ac:spMkLst>
        </pc:spChg>
        <pc:spChg chg="mod">
          <ac:chgData name="Yeo Xiong Wei, Jonathan" userId="ac2b658e-7ce1-44bb-9f9f-bf4198ceaa29" providerId="ADAL" clId="{5C7663D1-7FE2-4F83-9737-A9AEC767A866}" dt="2022-06-17T04:17:38.343" v="1268"/>
          <ac:spMkLst>
            <pc:docMk/>
            <pc:sldMk cId="687565736" sldId="541"/>
            <ac:spMk id="111" creationId="{B5DAC4C0-97D2-42A2-63E7-71E0B2839E1F}"/>
          </ac:spMkLst>
        </pc:spChg>
        <pc:spChg chg="mod">
          <ac:chgData name="Yeo Xiong Wei, Jonathan" userId="ac2b658e-7ce1-44bb-9f9f-bf4198ceaa29" providerId="ADAL" clId="{5C7663D1-7FE2-4F83-9737-A9AEC767A866}" dt="2022-06-17T04:17:38.343" v="1268"/>
          <ac:spMkLst>
            <pc:docMk/>
            <pc:sldMk cId="687565736" sldId="541"/>
            <ac:spMk id="112" creationId="{C38E3B17-AFC4-C1A9-EA81-2F9167927A6B}"/>
          </ac:spMkLst>
        </pc:spChg>
        <pc:spChg chg="mod">
          <ac:chgData name="Yeo Xiong Wei, Jonathan" userId="ac2b658e-7ce1-44bb-9f9f-bf4198ceaa29" providerId="ADAL" clId="{5C7663D1-7FE2-4F83-9737-A9AEC767A866}" dt="2022-06-17T05:29:17.183" v="4116" actId="20577"/>
          <ac:spMkLst>
            <pc:docMk/>
            <pc:sldMk cId="687565736" sldId="541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5C7663D1-7FE2-4F83-9737-A9AEC767A866}" dt="2022-06-17T04:18:49.435" v="1313" actId="20577"/>
          <ac:spMkLst>
            <pc:docMk/>
            <pc:sldMk cId="687565736" sldId="541"/>
            <ac:spMk id="108546" creationId="{00000000-0000-0000-0000-000000000000}"/>
          </ac:spMkLst>
        </pc:spChg>
        <pc:grpChg chg="add del mod">
          <ac:chgData name="Yeo Xiong Wei, Jonathan" userId="ac2b658e-7ce1-44bb-9f9f-bf4198ceaa29" providerId="ADAL" clId="{5C7663D1-7FE2-4F83-9737-A9AEC767A866}" dt="2022-06-17T04:14:22.708" v="1206" actId="478"/>
          <ac:grpSpMkLst>
            <pc:docMk/>
            <pc:sldMk cId="687565736" sldId="541"/>
            <ac:grpSpMk id="5" creationId="{ACEC9C5D-3CE9-7BDD-E4C9-A9C23A65E897}"/>
          </ac:grpSpMkLst>
        </pc:grpChg>
        <pc:grpChg chg="add del mod">
          <ac:chgData name="Yeo Xiong Wei, Jonathan" userId="ac2b658e-7ce1-44bb-9f9f-bf4198ceaa29" providerId="ADAL" clId="{5C7663D1-7FE2-4F83-9737-A9AEC767A866}" dt="2022-06-17T04:17:55.594" v="1274" actId="478"/>
          <ac:grpSpMkLst>
            <pc:docMk/>
            <pc:sldMk cId="687565736" sldId="541"/>
            <ac:grpSpMk id="10" creationId="{8DCA93DF-DFC1-4FF8-70D8-57C18CAF3311}"/>
          </ac:grpSpMkLst>
        </pc:grpChg>
        <pc:grpChg chg="mod">
          <ac:chgData name="Yeo Xiong Wei, Jonathan" userId="ac2b658e-7ce1-44bb-9f9f-bf4198ceaa29" providerId="ADAL" clId="{5C7663D1-7FE2-4F83-9737-A9AEC767A866}" dt="2022-06-17T04:14:07.153" v="1204"/>
          <ac:grpSpMkLst>
            <pc:docMk/>
            <pc:sldMk cId="687565736" sldId="541"/>
            <ac:grpSpMk id="11" creationId="{28A9B4B2-3404-5DC9-F65C-9FAECA7281D8}"/>
          </ac:grpSpMkLst>
        </pc:grpChg>
        <pc:grpChg chg="mod">
          <ac:chgData name="Yeo Xiong Wei, Jonathan" userId="ac2b658e-7ce1-44bb-9f9f-bf4198ceaa29" providerId="ADAL" clId="{5C7663D1-7FE2-4F83-9737-A9AEC767A866}" dt="2022-06-17T04:14:07.153" v="1204"/>
          <ac:grpSpMkLst>
            <pc:docMk/>
            <pc:sldMk cId="687565736" sldId="541"/>
            <ac:grpSpMk id="12" creationId="{0E77573F-2F24-558C-FE0D-3D191F8BB44A}"/>
          </ac:grpSpMkLst>
        </pc:grpChg>
        <pc:grpChg chg="mod">
          <ac:chgData name="Yeo Xiong Wei, Jonathan" userId="ac2b658e-7ce1-44bb-9f9f-bf4198ceaa29" providerId="ADAL" clId="{5C7663D1-7FE2-4F83-9737-A9AEC767A866}" dt="2022-06-17T04:14:07.153" v="1204"/>
          <ac:grpSpMkLst>
            <pc:docMk/>
            <pc:sldMk cId="687565736" sldId="541"/>
            <ac:grpSpMk id="13" creationId="{FD2DCE33-80A7-1087-1C4D-D753C525C2AD}"/>
          </ac:grpSpMkLst>
        </pc:grpChg>
        <pc:grpChg chg="add del mod">
          <ac:chgData name="Yeo Xiong Wei, Jonathan" userId="ac2b658e-7ce1-44bb-9f9f-bf4198ceaa29" providerId="ADAL" clId="{5C7663D1-7FE2-4F83-9737-A9AEC767A866}" dt="2022-06-17T04:14:57.644" v="1222" actId="478"/>
          <ac:grpSpMkLst>
            <pc:docMk/>
            <pc:sldMk cId="687565736" sldId="541"/>
            <ac:grpSpMk id="26" creationId="{0D9D7961-BD10-EB12-1FAC-FF20EF8479F1}"/>
          </ac:grpSpMkLst>
        </pc:grpChg>
        <pc:grpChg chg="mod">
          <ac:chgData name="Yeo Xiong Wei, Jonathan" userId="ac2b658e-7ce1-44bb-9f9f-bf4198ceaa29" providerId="ADAL" clId="{5C7663D1-7FE2-4F83-9737-A9AEC767A866}" dt="2022-06-17T04:14:07.153" v="1204"/>
          <ac:grpSpMkLst>
            <pc:docMk/>
            <pc:sldMk cId="687565736" sldId="541"/>
            <ac:grpSpMk id="27" creationId="{D622E5D4-B46E-1D5B-06D2-7BF036092D97}"/>
          </ac:grpSpMkLst>
        </pc:grpChg>
        <pc:grpChg chg="mod">
          <ac:chgData name="Yeo Xiong Wei, Jonathan" userId="ac2b658e-7ce1-44bb-9f9f-bf4198ceaa29" providerId="ADAL" clId="{5C7663D1-7FE2-4F83-9737-A9AEC767A866}" dt="2022-06-17T04:14:07.153" v="1204"/>
          <ac:grpSpMkLst>
            <pc:docMk/>
            <pc:sldMk cId="687565736" sldId="541"/>
            <ac:grpSpMk id="28" creationId="{12DF8D2B-0B5E-16CD-12B4-649234058C9B}"/>
          </ac:grpSpMkLst>
        </pc:grpChg>
        <pc:grpChg chg="mod">
          <ac:chgData name="Yeo Xiong Wei, Jonathan" userId="ac2b658e-7ce1-44bb-9f9f-bf4198ceaa29" providerId="ADAL" clId="{5C7663D1-7FE2-4F83-9737-A9AEC767A866}" dt="2022-06-17T04:14:07.153" v="1204"/>
          <ac:grpSpMkLst>
            <pc:docMk/>
            <pc:sldMk cId="687565736" sldId="541"/>
            <ac:grpSpMk id="29" creationId="{7D50AC2F-FBA2-8754-9809-F4B5B288CB1D}"/>
          </ac:grpSpMkLst>
        </pc:grpChg>
        <pc:grpChg chg="add del mod">
          <ac:chgData name="Yeo Xiong Wei, Jonathan" userId="ac2b658e-7ce1-44bb-9f9f-bf4198ceaa29" providerId="ADAL" clId="{5C7663D1-7FE2-4F83-9737-A9AEC767A866}" dt="2022-06-17T04:16:06.451" v="1241" actId="478"/>
          <ac:grpSpMkLst>
            <pc:docMk/>
            <pc:sldMk cId="687565736" sldId="541"/>
            <ac:grpSpMk id="42" creationId="{F3770019-8EBA-E89F-3095-F9C1CB51B374}"/>
          </ac:grpSpMkLst>
        </pc:grpChg>
        <pc:grpChg chg="mod">
          <ac:chgData name="Yeo Xiong Wei, Jonathan" userId="ac2b658e-7ce1-44bb-9f9f-bf4198ceaa29" providerId="ADAL" clId="{5C7663D1-7FE2-4F83-9737-A9AEC767A866}" dt="2022-06-17T04:15:03.968" v="1224"/>
          <ac:grpSpMkLst>
            <pc:docMk/>
            <pc:sldMk cId="687565736" sldId="541"/>
            <ac:grpSpMk id="43" creationId="{653FF719-05FF-3CCE-941A-F3697C344CA9}"/>
          </ac:grpSpMkLst>
        </pc:grpChg>
        <pc:grpChg chg="mod">
          <ac:chgData name="Yeo Xiong Wei, Jonathan" userId="ac2b658e-7ce1-44bb-9f9f-bf4198ceaa29" providerId="ADAL" clId="{5C7663D1-7FE2-4F83-9737-A9AEC767A866}" dt="2022-06-17T04:15:03.968" v="1224"/>
          <ac:grpSpMkLst>
            <pc:docMk/>
            <pc:sldMk cId="687565736" sldId="541"/>
            <ac:grpSpMk id="44" creationId="{1185D8FD-9612-8E47-1390-7604D7F4B58D}"/>
          </ac:grpSpMkLst>
        </pc:grpChg>
        <pc:grpChg chg="mod">
          <ac:chgData name="Yeo Xiong Wei, Jonathan" userId="ac2b658e-7ce1-44bb-9f9f-bf4198ceaa29" providerId="ADAL" clId="{5C7663D1-7FE2-4F83-9737-A9AEC767A866}" dt="2022-06-17T04:15:03.968" v="1224"/>
          <ac:grpSpMkLst>
            <pc:docMk/>
            <pc:sldMk cId="687565736" sldId="541"/>
            <ac:grpSpMk id="45" creationId="{EE038E98-46FE-35CD-318F-1A575CCD91E0}"/>
          </ac:grpSpMkLst>
        </pc:grpChg>
        <pc:grpChg chg="add del mod">
          <ac:chgData name="Yeo Xiong Wei, Jonathan" userId="ac2b658e-7ce1-44bb-9f9f-bf4198ceaa29" providerId="ADAL" clId="{5C7663D1-7FE2-4F83-9737-A9AEC767A866}" dt="2022-06-17T04:16:07.292" v="1242" actId="478"/>
          <ac:grpSpMkLst>
            <pc:docMk/>
            <pc:sldMk cId="687565736" sldId="541"/>
            <ac:grpSpMk id="58" creationId="{AF8D3578-D4F3-543F-F4F7-C48ADA64749A}"/>
          </ac:grpSpMkLst>
        </pc:grpChg>
        <pc:grpChg chg="mod">
          <ac:chgData name="Yeo Xiong Wei, Jonathan" userId="ac2b658e-7ce1-44bb-9f9f-bf4198ceaa29" providerId="ADAL" clId="{5C7663D1-7FE2-4F83-9737-A9AEC767A866}" dt="2022-06-17T04:15:24.015" v="1232"/>
          <ac:grpSpMkLst>
            <pc:docMk/>
            <pc:sldMk cId="687565736" sldId="541"/>
            <ac:grpSpMk id="59" creationId="{1B606636-74CA-336C-91C4-7F2AFDBC2666}"/>
          </ac:grpSpMkLst>
        </pc:grpChg>
        <pc:grpChg chg="mod">
          <ac:chgData name="Yeo Xiong Wei, Jonathan" userId="ac2b658e-7ce1-44bb-9f9f-bf4198ceaa29" providerId="ADAL" clId="{5C7663D1-7FE2-4F83-9737-A9AEC767A866}" dt="2022-06-17T04:15:24.015" v="1232"/>
          <ac:grpSpMkLst>
            <pc:docMk/>
            <pc:sldMk cId="687565736" sldId="541"/>
            <ac:grpSpMk id="60" creationId="{2CCA3AB8-A0AF-9F8B-46F3-8033865E07F6}"/>
          </ac:grpSpMkLst>
        </pc:grpChg>
        <pc:grpChg chg="mod">
          <ac:chgData name="Yeo Xiong Wei, Jonathan" userId="ac2b658e-7ce1-44bb-9f9f-bf4198ceaa29" providerId="ADAL" clId="{5C7663D1-7FE2-4F83-9737-A9AEC767A866}" dt="2022-06-17T04:15:24.015" v="1232"/>
          <ac:grpSpMkLst>
            <pc:docMk/>
            <pc:sldMk cId="687565736" sldId="541"/>
            <ac:grpSpMk id="61" creationId="{84C4EA7B-7696-7E0D-3EC1-91DDCF54A56F}"/>
          </ac:grpSpMkLst>
        </pc:grpChg>
        <pc:grpChg chg="add del mod">
          <ac:chgData name="Yeo Xiong Wei, Jonathan" userId="ac2b658e-7ce1-44bb-9f9f-bf4198ceaa29" providerId="ADAL" clId="{5C7663D1-7FE2-4F83-9737-A9AEC767A866}" dt="2022-06-17T04:17:54.339" v="1273" actId="478"/>
          <ac:grpSpMkLst>
            <pc:docMk/>
            <pc:sldMk cId="687565736" sldId="541"/>
            <ac:grpSpMk id="81" creationId="{23314ED6-87D2-1945-F214-2927B434CCC4}"/>
          </ac:grpSpMkLst>
        </pc:grpChg>
        <pc:grpChg chg="mod">
          <ac:chgData name="Yeo Xiong Wei, Jonathan" userId="ac2b658e-7ce1-44bb-9f9f-bf4198ceaa29" providerId="ADAL" clId="{5C7663D1-7FE2-4F83-9737-A9AEC767A866}" dt="2022-06-17T04:17:19" v="1262"/>
          <ac:grpSpMkLst>
            <pc:docMk/>
            <pc:sldMk cId="687565736" sldId="541"/>
            <ac:grpSpMk id="82" creationId="{EDB27423-F8CB-0D1B-82BE-BD89B6158F61}"/>
          </ac:grpSpMkLst>
        </pc:grpChg>
        <pc:grpChg chg="mod">
          <ac:chgData name="Yeo Xiong Wei, Jonathan" userId="ac2b658e-7ce1-44bb-9f9f-bf4198ceaa29" providerId="ADAL" clId="{5C7663D1-7FE2-4F83-9737-A9AEC767A866}" dt="2022-06-17T04:17:19" v="1262"/>
          <ac:grpSpMkLst>
            <pc:docMk/>
            <pc:sldMk cId="687565736" sldId="541"/>
            <ac:grpSpMk id="83" creationId="{013EEEAD-B777-8147-F8D6-3E2235885B14}"/>
          </ac:grpSpMkLst>
        </pc:grpChg>
        <pc:grpChg chg="mod">
          <ac:chgData name="Yeo Xiong Wei, Jonathan" userId="ac2b658e-7ce1-44bb-9f9f-bf4198ceaa29" providerId="ADAL" clId="{5C7663D1-7FE2-4F83-9737-A9AEC767A866}" dt="2022-06-17T04:17:19" v="1262"/>
          <ac:grpSpMkLst>
            <pc:docMk/>
            <pc:sldMk cId="687565736" sldId="541"/>
            <ac:grpSpMk id="84" creationId="{CD6E2C86-E1D2-8E8E-22D1-A5B76A112B87}"/>
          </ac:grpSpMkLst>
        </pc:grpChg>
        <pc:grpChg chg="add del mod">
          <ac:chgData name="Yeo Xiong Wei, Jonathan" userId="ac2b658e-7ce1-44bb-9f9f-bf4198ceaa29" providerId="ADAL" clId="{5C7663D1-7FE2-4F83-9737-A9AEC767A866}" dt="2022-06-17T04:17:58.340" v="1275" actId="478"/>
          <ac:grpSpMkLst>
            <pc:docMk/>
            <pc:sldMk cId="687565736" sldId="541"/>
            <ac:grpSpMk id="97" creationId="{73B6FBF4-0739-84BE-9DBD-877C02B15EBF}"/>
          </ac:grpSpMkLst>
        </pc:grpChg>
        <pc:grpChg chg="mod">
          <ac:chgData name="Yeo Xiong Wei, Jonathan" userId="ac2b658e-7ce1-44bb-9f9f-bf4198ceaa29" providerId="ADAL" clId="{5C7663D1-7FE2-4F83-9737-A9AEC767A866}" dt="2022-06-17T04:17:38.343" v="1268"/>
          <ac:grpSpMkLst>
            <pc:docMk/>
            <pc:sldMk cId="687565736" sldId="541"/>
            <ac:grpSpMk id="98" creationId="{52E6E93D-3D69-4F4F-4A93-B4B1D04531A7}"/>
          </ac:grpSpMkLst>
        </pc:grpChg>
        <pc:grpChg chg="mod">
          <ac:chgData name="Yeo Xiong Wei, Jonathan" userId="ac2b658e-7ce1-44bb-9f9f-bf4198ceaa29" providerId="ADAL" clId="{5C7663D1-7FE2-4F83-9737-A9AEC767A866}" dt="2022-06-17T04:17:38.343" v="1268"/>
          <ac:grpSpMkLst>
            <pc:docMk/>
            <pc:sldMk cId="687565736" sldId="541"/>
            <ac:grpSpMk id="99" creationId="{9E7E0187-5247-9146-1968-FD87938184CB}"/>
          </ac:grpSpMkLst>
        </pc:grpChg>
        <pc:grpChg chg="mod">
          <ac:chgData name="Yeo Xiong Wei, Jonathan" userId="ac2b658e-7ce1-44bb-9f9f-bf4198ceaa29" providerId="ADAL" clId="{5C7663D1-7FE2-4F83-9737-A9AEC767A866}" dt="2022-06-17T04:17:38.343" v="1268"/>
          <ac:grpSpMkLst>
            <pc:docMk/>
            <pc:sldMk cId="687565736" sldId="541"/>
            <ac:grpSpMk id="100" creationId="{388D7F8D-8C93-F640-DBCB-A09D97034740}"/>
          </ac:grpSpMkLst>
        </pc:grp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6" creationId="{40854AC6-AF98-1A15-F69F-F50467E12B9A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7" creationId="{CE3FBE9E-03BF-CEEA-364B-73B3D3FA831E}"/>
          </ac:cxnSpMkLst>
        </pc:cxnChg>
        <pc:cxnChg chg="mod">
          <ac:chgData name="Yeo Xiong Wei, Jonathan" userId="ac2b658e-7ce1-44bb-9f9f-bf4198ceaa29" providerId="ADAL" clId="{5C7663D1-7FE2-4F83-9737-A9AEC767A866}" dt="2022-06-17T04:17:13.066" v="1261" actId="14100"/>
          <ac:cxnSpMkLst>
            <pc:docMk/>
            <pc:sldMk cId="687565736" sldId="541"/>
            <ac:cxnSpMk id="14" creationId="{9B1C52DA-5831-50BF-37A1-6579C0FFDC74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15" creationId="{8B799AE5-80C1-B341-C57C-FE208B88E893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18" creationId="{1A4FA06D-9048-77B6-B99A-6646F02B7C51}"/>
          </ac:cxnSpMkLst>
        </pc:cxnChg>
        <pc:cxnChg chg="mod">
          <ac:chgData name="Yeo Xiong Wei, Jonathan" userId="ac2b658e-7ce1-44bb-9f9f-bf4198ceaa29" providerId="ADAL" clId="{5C7663D1-7FE2-4F83-9737-A9AEC767A866}" dt="2022-06-17T04:17:10.623" v="1260" actId="14100"/>
          <ac:cxnSpMkLst>
            <pc:docMk/>
            <pc:sldMk cId="687565736" sldId="541"/>
            <ac:cxnSpMk id="19" creationId="{FCE789EA-0825-7A89-B05E-33C068E0E6B0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22" creationId="{E2656859-B167-E783-0085-F8105219A466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23" creationId="{32A67429-6C59-FA63-F81C-B47B6296ED14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30" creationId="{0D4F8DAC-E751-0947-CA26-A3F0CC1E8350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31" creationId="{5DA93CAB-9AFA-3336-D9AC-07B885C2F3C3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34" creationId="{5F8E512A-96A0-DF0B-BB9F-26712127B953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35" creationId="{1E5873A4-E15E-C87A-60A0-D5925EF8B7EC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38" creationId="{46D1B984-FE34-0789-C2AF-3849DC27F4D1}"/>
          </ac:cxnSpMkLst>
        </pc:cxnChg>
        <pc:cxnChg chg="mod">
          <ac:chgData name="Yeo Xiong Wei, Jonathan" userId="ac2b658e-7ce1-44bb-9f9f-bf4198ceaa29" providerId="ADAL" clId="{5C7663D1-7FE2-4F83-9737-A9AEC767A866}" dt="2022-06-17T04:14:07.153" v="1204"/>
          <ac:cxnSpMkLst>
            <pc:docMk/>
            <pc:sldMk cId="687565736" sldId="541"/>
            <ac:cxnSpMk id="39" creationId="{C45321AD-B500-BFB4-D853-579DE37EE6AC}"/>
          </ac:cxnSpMkLst>
        </pc:cxnChg>
        <pc:cxnChg chg="mod">
          <ac:chgData name="Yeo Xiong Wei, Jonathan" userId="ac2b658e-7ce1-44bb-9f9f-bf4198ceaa29" providerId="ADAL" clId="{5C7663D1-7FE2-4F83-9737-A9AEC767A866}" dt="2022-06-17T04:15:03.968" v="1224"/>
          <ac:cxnSpMkLst>
            <pc:docMk/>
            <pc:sldMk cId="687565736" sldId="541"/>
            <ac:cxnSpMk id="46" creationId="{0DF31B5B-5D30-9614-ADF6-C28B65379669}"/>
          </ac:cxnSpMkLst>
        </pc:cxnChg>
        <pc:cxnChg chg="mod">
          <ac:chgData name="Yeo Xiong Wei, Jonathan" userId="ac2b658e-7ce1-44bb-9f9f-bf4198ceaa29" providerId="ADAL" clId="{5C7663D1-7FE2-4F83-9737-A9AEC767A866}" dt="2022-06-17T04:15:03.968" v="1224"/>
          <ac:cxnSpMkLst>
            <pc:docMk/>
            <pc:sldMk cId="687565736" sldId="541"/>
            <ac:cxnSpMk id="47" creationId="{09AE7C7E-1222-2B7E-DED7-AB1244909641}"/>
          </ac:cxnSpMkLst>
        </pc:cxnChg>
        <pc:cxnChg chg="mod">
          <ac:chgData name="Yeo Xiong Wei, Jonathan" userId="ac2b658e-7ce1-44bb-9f9f-bf4198ceaa29" providerId="ADAL" clId="{5C7663D1-7FE2-4F83-9737-A9AEC767A866}" dt="2022-06-17T04:15:03.968" v="1224"/>
          <ac:cxnSpMkLst>
            <pc:docMk/>
            <pc:sldMk cId="687565736" sldId="541"/>
            <ac:cxnSpMk id="50" creationId="{82B1E5B0-C7C8-D3A3-D75A-8417AA1D3DAA}"/>
          </ac:cxnSpMkLst>
        </pc:cxnChg>
        <pc:cxnChg chg="mod">
          <ac:chgData name="Yeo Xiong Wei, Jonathan" userId="ac2b658e-7ce1-44bb-9f9f-bf4198ceaa29" providerId="ADAL" clId="{5C7663D1-7FE2-4F83-9737-A9AEC767A866}" dt="2022-06-17T04:15:03.968" v="1224"/>
          <ac:cxnSpMkLst>
            <pc:docMk/>
            <pc:sldMk cId="687565736" sldId="541"/>
            <ac:cxnSpMk id="51" creationId="{B6397E93-E23E-E2F8-8D7B-A8C0BFFBF442}"/>
          </ac:cxnSpMkLst>
        </pc:cxnChg>
        <pc:cxnChg chg="mod">
          <ac:chgData name="Yeo Xiong Wei, Jonathan" userId="ac2b658e-7ce1-44bb-9f9f-bf4198ceaa29" providerId="ADAL" clId="{5C7663D1-7FE2-4F83-9737-A9AEC767A866}" dt="2022-06-17T04:15:03.968" v="1224"/>
          <ac:cxnSpMkLst>
            <pc:docMk/>
            <pc:sldMk cId="687565736" sldId="541"/>
            <ac:cxnSpMk id="54" creationId="{764432CC-FF1D-C02D-3784-AF4FEA7FF4D1}"/>
          </ac:cxnSpMkLst>
        </pc:cxnChg>
        <pc:cxnChg chg="mod">
          <ac:chgData name="Yeo Xiong Wei, Jonathan" userId="ac2b658e-7ce1-44bb-9f9f-bf4198ceaa29" providerId="ADAL" clId="{5C7663D1-7FE2-4F83-9737-A9AEC767A866}" dt="2022-06-17T04:15:03.968" v="1224"/>
          <ac:cxnSpMkLst>
            <pc:docMk/>
            <pc:sldMk cId="687565736" sldId="541"/>
            <ac:cxnSpMk id="55" creationId="{DD2702CF-E7EA-2B2E-0AB8-422D8D147010}"/>
          </ac:cxnSpMkLst>
        </pc:cxnChg>
        <pc:cxnChg chg="mod">
          <ac:chgData name="Yeo Xiong Wei, Jonathan" userId="ac2b658e-7ce1-44bb-9f9f-bf4198ceaa29" providerId="ADAL" clId="{5C7663D1-7FE2-4F83-9737-A9AEC767A866}" dt="2022-06-17T04:15:24.015" v="1232"/>
          <ac:cxnSpMkLst>
            <pc:docMk/>
            <pc:sldMk cId="687565736" sldId="541"/>
            <ac:cxnSpMk id="62" creationId="{D556EFE0-693F-98B8-EFE8-7AF343105B6F}"/>
          </ac:cxnSpMkLst>
        </pc:cxnChg>
        <pc:cxnChg chg="mod">
          <ac:chgData name="Yeo Xiong Wei, Jonathan" userId="ac2b658e-7ce1-44bb-9f9f-bf4198ceaa29" providerId="ADAL" clId="{5C7663D1-7FE2-4F83-9737-A9AEC767A866}" dt="2022-06-17T04:15:24.015" v="1232"/>
          <ac:cxnSpMkLst>
            <pc:docMk/>
            <pc:sldMk cId="687565736" sldId="541"/>
            <ac:cxnSpMk id="63" creationId="{731C1D98-97DB-E728-8007-7B5B00FC358B}"/>
          </ac:cxnSpMkLst>
        </pc:cxnChg>
        <pc:cxnChg chg="mod">
          <ac:chgData name="Yeo Xiong Wei, Jonathan" userId="ac2b658e-7ce1-44bb-9f9f-bf4198ceaa29" providerId="ADAL" clId="{5C7663D1-7FE2-4F83-9737-A9AEC767A866}" dt="2022-06-17T04:15:24.015" v="1232"/>
          <ac:cxnSpMkLst>
            <pc:docMk/>
            <pc:sldMk cId="687565736" sldId="541"/>
            <ac:cxnSpMk id="66" creationId="{1E06664D-8B4C-C16F-10EC-290D784673FF}"/>
          </ac:cxnSpMkLst>
        </pc:cxnChg>
        <pc:cxnChg chg="mod">
          <ac:chgData name="Yeo Xiong Wei, Jonathan" userId="ac2b658e-7ce1-44bb-9f9f-bf4198ceaa29" providerId="ADAL" clId="{5C7663D1-7FE2-4F83-9737-A9AEC767A866}" dt="2022-06-17T04:15:24.015" v="1232"/>
          <ac:cxnSpMkLst>
            <pc:docMk/>
            <pc:sldMk cId="687565736" sldId="541"/>
            <ac:cxnSpMk id="67" creationId="{F6401E5A-7863-7052-65C1-8CE7357B78E7}"/>
          </ac:cxnSpMkLst>
        </pc:cxnChg>
        <pc:cxnChg chg="mod">
          <ac:chgData name="Yeo Xiong Wei, Jonathan" userId="ac2b658e-7ce1-44bb-9f9f-bf4198ceaa29" providerId="ADAL" clId="{5C7663D1-7FE2-4F83-9737-A9AEC767A866}" dt="2022-06-17T04:15:24.015" v="1232"/>
          <ac:cxnSpMkLst>
            <pc:docMk/>
            <pc:sldMk cId="687565736" sldId="541"/>
            <ac:cxnSpMk id="70" creationId="{9224C6DF-FEAF-09B6-C7E9-283A1679F0A9}"/>
          </ac:cxnSpMkLst>
        </pc:cxnChg>
        <pc:cxnChg chg="mod">
          <ac:chgData name="Yeo Xiong Wei, Jonathan" userId="ac2b658e-7ce1-44bb-9f9f-bf4198ceaa29" providerId="ADAL" clId="{5C7663D1-7FE2-4F83-9737-A9AEC767A866}" dt="2022-06-17T04:15:24.015" v="1232"/>
          <ac:cxnSpMkLst>
            <pc:docMk/>
            <pc:sldMk cId="687565736" sldId="541"/>
            <ac:cxnSpMk id="71" creationId="{812DC84D-F77D-7424-C729-87291415EB8E}"/>
          </ac:cxnSpMkLst>
        </pc:cxnChg>
        <pc:cxnChg chg="add del mod">
          <ac:chgData name="Yeo Xiong Wei, Jonathan" userId="ac2b658e-7ce1-44bb-9f9f-bf4198ceaa29" providerId="ADAL" clId="{5C7663D1-7FE2-4F83-9737-A9AEC767A866}" dt="2022-06-17T04:17:59.523" v="1276" actId="478"/>
          <ac:cxnSpMkLst>
            <pc:docMk/>
            <pc:sldMk cId="687565736" sldId="541"/>
            <ac:cxnSpMk id="76" creationId="{14CFFAE3-A602-C4BE-F8A2-F8E7238F2745}"/>
          </ac:cxnSpMkLst>
        </pc:cxnChg>
        <pc:cxnChg chg="mod">
          <ac:chgData name="Yeo Xiong Wei, Jonathan" userId="ac2b658e-7ce1-44bb-9f9f-bf4198ceaa29" providerId="ADAL" clId="{5C7663D1-7FE2-4F83-9737-A9AEC767A866}" dt="2022-06-17T04:17:19" v="1262"/>
          <ac:cxnSpMkLst>
            <pc:docMk/>
            <pc:sldMk cId="687565736" sldId="541"/>
            <ac:cxnSpMk id="85" creationId="{493BB16E-DAE4-4DED-7C44-B0BE0A4A58D0}"/>
          </ac:cxnSpMkLst>
        </pc:cxnChg>
        <pc:cxnChg chg="mod">
          <ac:chgData name="Yeo Xiong Wei, Jonathan" userId="ac2b658e-7ce1-44bb-9f9f-bf4198ceaa29" providerId="ADAL" clId="{5C7663D1-7FE2-4F83-9737-A9AEC767A866}" dt="2022-06-17T04:17:19" v="1262"/>
          <ac:cxnSpMkLst>
            <pc:docMk/>
            <pc:sldMk cId="687565736" sldId="541"/>
            <ac:cxnSpMk id="86" creationId="{3A66014D-EB90-41CF-62ED-6CE76EF91889}"/>
          </ac:cxnSpMkLst>
        </pc:cxnChg>
        <pc:cxnChg chg="mod">
          <ac:chgData name="Yeo Xiong Wei, Jonathan" userId="ac2b658e-7ce1-44bb-9f9f-bf4198ceaa29" providerId="ADAL" clId="{5C7663D1-7FE2-4F83-9737-A9AEC767A866}" dt="2022-06-17T04:17:19" v="1262"/>
          <ac:cxnSpMkLst>
            <pc:docMk/>
            <pc:sldMk cId="687565736" sldId="541"/>
            <ac:cxnSpMk id="89" creationId="{AE37C4BC-A29D-343F-EB44-F9B6EAB3E5C1}"/>
          </ac:cxnSpMkLst>
        </pc:cxnChg>
        <pc:cxnChg chg="mod">
          <ac:chgData name="Yeo Xiong Wei, Jonathan" userId="ac2b658e-7ce1-44bb-9f9f-bf4198ceaa29" providerId="ADAL" clId="{5C7663D1-7FE2-4F83-9737-A9AEC767A866}" dt="2022-06-17T04:17:19" v="1262"/>
          <ac:cxnSpMkLst>
            <pc:docMk/>
            <pc:sldMk cId="687565736" sldId="541"/>
            <ac:cxnSpMk id="90" creationId="{5F67084B-F2E3-D716-C0AD-256D0BF05B44}"/>
          </ac:cxnSpMkLst>
        </pc:cxnChg>
        <pc:cxnChg chg="mod">
          <ac:chgData name="Yeo Xiong Wei, Jonathan" userId="ac2b658e-7ce1-44bb-9f9f-bf4198ceaa29" providerId="ADAL" clId="{5C7663D1-7FE2-4F83-9737-A9AEC767A866}" dt="2022-06-17T04:17:19" v="1262"/>
          <ac:cxnSpMkLst>
            <pc:docMk/>
            <pc:sldMk cId="687565736" sldId="541"/>
            <ac:cxnSpMk id="93" creationId="{9935A3BC-351A-B3C1-F7D7-D14FD63152BF}"/>
          </ac:cxnSpMkLst>
        </pc:cxnChg>
        <pc:cxnChg chg="mod">
          <ac:chgData name="Yeo Xiong Wei, Jonathan" userId="ac2b658e-7ce1-44bb-9f9f-bf4198ceaa29" providerId="ADAL" clId="{5C7663D1-7FE2-4F83-9737-A9AEC767A866}" dt="2022-06-17T04:17:19" v="1262"/>
          <ac:cxnSpMkLst>
            <pc:docMk/>
            <pc:sldMk cId="687565736" sldId="541"/>
            <ac:cxnSpMk id="94" creationId="{DE9EA03F-D9D5-32B2-C4C0-D6352314A034}"/>
          </ac:cxnSpMkLst>
        </pc:cxnChg>
        <pc:cxnChg chg="mod">
          <ac:chgData name="Yeo Xiong Wei, Jonathan" userId="ac2b658e-7ce1-44bb-9f9f-bf4198ceaa29" providerId="ADAL" clId="{5C7663D1-7FE2-4F83-9737-A9AEC767A866}" dt="2022-06-17T04:17:38.343" v="1268"/>
          <ac:cxnSpMkLst>
            <pc:docMk/>
            <pc:sldMk cId="687565736" sldId="541"/>
            <ac:cxnSpMk id="101" creationId="{BBE3AF23-7CBE-A5B1-10F3-4BC2856F6CF2}"/>
          </ac:cxnSpMkLst>
        </pc:cxnChg>
        <pc:cxnChg chg="mod">
          <ac:chgData name="Yeo Xiong Wei, Jonathan" userId="ac2b658e-7ce1-44bb-9f9f-bf4198ceaa29" providerId="ADAL" clId="{5C7663D1-7FE2-4F83-9737-A9AEC767A866}" dt="2022-06-17T04:17:38.343" v="1268"/>
          <ac:cxnSpMkLst>
            <pc:docMk/>
            <pc:sldMk cId="687565736" sldId="541"/>
            <ac:cxnSpMk id="102" creationId="{29B04FDB-4703-2336-CF96-AFF856005E83}"/>
          </ac:cxnSpMkLst>
        </pc:cxnChg>
        <pc:cxnChg chg="mod">
          <ac:chgData name="Yeo Xiong Wei, Jonathan" userId="ac2b658e-7ce1-44bb-9f9f-bf4198ceaa29" providerId="ADAL" clId="{5C7663D1-7FE2-4F83-9737-A9AEC767A866}" dt="2022-06-17T04:17:38.343" v="1268"/>
          <ac:cxnSpMkLst>
            <pc:docMk/>
            <pc:sldMk cId="687565736" sldId="541"/>
            <ac:cxnSpMk id="105" creationId="{89473196-552B-4373-C55C-E158A3BFAF81}"/>
          </ac:cxnSpMkLst>
        </pc:cxnChg>
        <pc:cxnChg chg="mod">
          <ac:chgData name="Yeo Xiong Wei, Jonathan" userId="ac2b658e-7ce1-44bb-9f9f-bf4198ceaa29" providerId="ADAL" clId="{5C7663D1-7FE2-4F83-9737-A9AEC767A866}" dt="2022-06-17T04:17:38.343" v="1268"/>
          <ac:cxnSpMkLst>
            <pc:docMk/>
            <pc:sldMk cId="687565736" sldId="541"/>
            <ac:cxnSpMk id="106" creationId="{84ED9A50-DE40-A7CD-C97C-286E07963197}"/>
          </ac:cxnSpMkLst>
        </pc:cxnChg>
        <pc:cxnChg chg="mod">
          <ac:chgData name="Yeo Xiong Wei, Jonathan" userId="ac2b658e-7ce1-44bb-9f9f-bf4198ceaa29" providerId="ADAL" clId="{5C7663D1-7FE2-4F83-9737-A9AEC767A866}" dt="2022-06-17T04:17:38.343" v="1268"/>
          <ac:cxnSpMkLst>
            <pc:docMk/>
            <pc:sldMk cId="687565736" sldId="541"/>
            <ac:cxnSpMk id="109" creationId="{5F4AC99D-DFF9-CF71-38FB-D58EF72812C4}"/>
          </ac:cxnSpMkLst>
        </pc:cxnChg>
        <pc:cxnChg chg="mod">
          <ac:chgData name="Yeo Xiong Wei, Jonathan" userId="ac2b658e-7ce1-44bb-9f9f-bf4198ceaa29" providerId="ADAL" clId="{5C7663D1-7FE2-4F83-9737-A9AEC767A866}" dt="2022-06-17T04:17:38.343" v="1268"/>
          <ac:cxnSpMkLst>
            <pc:docMk/>
            <pc:sldMk cId="687565736" sldId="541"/>
            <ac:cxnSpMk id="110" creationId="{265C4BB6-CE62-CD9F-156F-2ABD626CE06E}"/>
          </ac:cxnSpMkLst>
        </pc:cxnChg>
      </pc:sldChg>
      <pc:sldChg chg="modSp mod">
        <pc:chgData name="Yeo Xiong Wei, Jonathan" userId="ac2b658e-7ce1-44bb-9f9f-bf4198ceaa29" providerId="ADAL" clId="{5C7663D1-7FE2-4F83-9737-A9AEC767A866}" dt="2022-06-17T04:08:06.598" v="700" actId="20577"/>
        <pc:sldMkLst>
          <pc:docMk/>
          <pc:sldMk cId="559566683" sldId="544"/>
        </pc:sldMkLst>
        <pc:spChg chg="mod">
          <ac:chgData name="Yeo Xiong Wei, Jonathan" userId="ac2b658e-7ce1-44bb-9f9f-bf4198ceaa29" providerId="ADAL" clId="{5C7663D1-7FE2-4F83-9737-A9AEC767A866}" dt="2022-06-17T04:08:06.598" v="700" actId="20577"/>
          <ac:spMkLst>
            <pc:docMk/>
            <pc:sldMk cId="559566683" sldId="544"/>
            <ac:spMk id="2" creationId="{635632ED-6249-4378-9241-C14C3A5BA9EB}"/>
          </ac:spMkLst>
        </pc:spChg>
      </pc:sldChg>
      <pc:sldChg chg="modSp mod">
        <pc:chgData name="Yeo Xiong Wei, Jonathan" userId="ac2b658e-7ce1-44bb-9f9f-bf4198ceaa29" providerId="ADAL" clId="{5C7663D1-7FE2-4F83-9737-A9AEC767A866}" dt="2022-06-17T04:15:58.528" v="1240" actId="1076"/>
        <pc:sldMkLst>
          <pc:docMk/>
          <pc:sldMk cId="441330248" sldId="550"/>
        </pc:sldMkLst>
        <pc:spChg chg="mod">
          <ac:chgData name="Yeo Xiong Wei, Jonathan" userId="ac2b658e-7ce1-44bb-9f9f-bf4198ceaa29" providerId="ADAL" clId="{5C7663D1-7FE2-4F83-9737-A9AEC767A866}" dt="2022-06-17T04:15:55.964" v="1239" actId="1076"/>
          <ac:spMkLst>
            <pc:docMk/>
            <pc:sldMk cId="441330248" sldId="550"/>
            <ac:spMk id="33" creationId="{8975D29A-7B10-F393-8F87-EE6D68BB893C}"/>
          </ac:spMkLst>
        </pc:spChg>
        <pc:spChg chg="mod">
          <ac:chgData name="Yeo Xiong Wei, Jonathan" userId="ac2b658e-7ce1-44bb-9f9f-bf4198ceaa29" providerId="ADAL" clId="{5C7663D1-7FE2-4F83-9737-A9AEC767A866}" dt="2022-06-17T04:15:58.528" v="1240" actId="1076"/>
          <ac:spMkLst>
            <pc:docMk/>
            <pc:sldMk cId="441330248" sldId="550"/>
            <ac:spMk id="38" creationId="{F6B8A58E-0E10-B305-9FFA-3228457F5917}"/>
          </ac:spMkLst>
        </pc:spChg>
        <pc:cxnChg chg="mod">
          <ac:chgData name="Yeo Xiong Wei, Jonathan" userId="ac2b658e-7ce1-44bb-9f9f-bf4198ceaa29" providerId="ADAL" clId="{5C7663D1-7FE2-4F83-9737-A9AEC767A866}" dt="2022-06-17T04:15:44.722" v="1236" actId="14100"/>
          <ac:cxnSpMkLst>
            <pc:docMk/>
            <pc:sldMk cId="441330248" sldId="550"/>
            <ac:cxnSpMk id="18" creationId="{76244178-BDFF-89A1-29F5-A3383C79C323}"/>
          </ac:cxnSpMkLst>
        </pc:cxnChg>
        <pc:cxnChg chg="mod">
          <ac:chgData name="Yeo Xiong Wei, Jonathan" userId="ac2b658e-7ce1-44bb-9f9f-bf4198ceaa29" providerId="ADAL" clId="{5C7663D1-7FE2-4F83-9737-A9AEC767A866}" dt="2022-06-17T04:15:42.306" v="1235" actId="14100"/>
          <ac:cxnSpMkLst>
            <pc:docMk/>
            <pc:sldMk cId="441330248" sldId="550"/>
            <ac:cxnSpMk id="22" creationId="{756E8B4F-CD79-271C-4CFF-442E7414292A}"/>
          </ac:cxnSpMkLst>
        </pc:cxnChg>
        <pc:cxnChg chg="mod">
          <ac:chgData name="Yeo Xiong Wei, Jonathan" userId="ac2b658e-7ce1-44bb-9f9f-bf4198ceaa29" providerId="ADAL" clId="{5C7663D1-7FE2-4F83-9737-A9AEC767A866}" dt="2022-06-17T04:15:52.942" v="1238" actId="14100"/>
          <ac:cxnSpMkLst>
            <pc:docMk/>
            <pc:sldMk cId="441330248" sldId="550"/>
            <ac:cxnSpMk id="31" creationId="{2F38BA52-D948-D567-ABF0-A5E71109245F}"/>
          </ac:cxnSpMkLst>
        </pc:cxnChg>
        <pc:cxnChg chg="mod">
          <ac:chgData name="Yeo Xiong Wei, Jonathan" userId="ac2b658e-7ce1-44bb-9f9f-bf4198ceaa29" providerId="ADAL" clId="{5C7663D1-7FE2-4F83-9737-A9AEC767A866}" dt="2022-06-17T04:15:50.688" v="1237" actId="14100"/>
          <ac:cxnSpMkLst>
            <pc:docMk/>
            <pc:sldMk cId="441330248" sldId="550"/>
            <ac:cxnSpMk id="36" creationId="{7D3B3D12-0177-7B77-A075-46638C90CC1E}"/>
          </ac:cxnSpMkLst>
        </pc:cxnChg>
      </pc:sldChg>
      <pc:sldChg chg="addSp modSp add mod">
        <pc:chgData name="Yeo Xiong Wei, Jonathan" userId="ac2b658e-7ce1-44bb-9f9f-bf4198ceaa29" providerId="ADAL" clId="{5C7663D1-7FE2-4F83-9737-A9AEC767A866}" dt="2022-06-17T04:01:36.257" v="472" actId="404"/>
        <pc:sldMkLst>
          <pc:docMk/>
          <pc:sldMk cId="633842900" sldId="552"/>
        </pc:sldMkLst>
        <pc:spChg chg="add mod">
          <ac:chgData name="Yeo Xiong Wei, Jonathan" userId="ac2b658e-7ce1-44bb-9f9f-bf4198ceaa29" providerId="ADAL" clId="{5C7663D1-7FE2-4F83-9737-A9AEC767A866}" dt="2022-06-17T03:59:38.185" v="232" actId="1076"/>
          <ac:spMkLst>
            <pc:docMk/>
            <pc:sldMk cId="633842900" sldId="552"/>
            <ac:spMk id="5" creationId="{9515B3E0-4447-5923-7930-B6FE26F1922D}"/>
          </ac:spMkLst>
        </pc:spChg>
        <pc:spChg chg="add mod">
          <ac:chgData name="Yeo Xiong Wei, Jonathan" userId="ac2b658e-7ce1-44bb-9f9f-bf4198ceaa29" providerId="ADAL" clId="{5C7663D1-7FE2-4F83-9737-A9AEC767A866}" dt="2022-06-17T03:59:33.559" v="230" actId="1076"/>
          <ac:spMkLst>
            <pc:docMk/>
            <pc:sldMk cId="633842900" sldId="552"/>
            <ac:spMk id="6" creationId="{22F74A83-BAF0-3B24-7ED7-A15C1AC5450F}"/>
          </ac:spMkLst>
        </pc:spChg>
        <pc:spChg chg="mod">
          <ac:chgData name="Yeo Xiong Wei, Jonathan" userId="ac2b658e-7ce1-44bb-9f9f-bf4198ceaa29" providerId="ADAL" clId="{5C7663D1-7FE2-4F83-9737-A9AEC767A866}" dt="2022-06-17T04:01:36.257" v="472" actId="404"/>
          <ac:spMkLst>
            <pc:docMk/>
            <pc:sldMk cId="633842900" sldId="552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5C7663D1-7FE2-4F83-9737-A9AEC767A866}" dt="2022-06-17T03:58:01.941" v="26" actId="20577"/>
          <ac:spMkLst>
            <pc:docMk/>
            <pc:sldMk cId="633842900" sldId="552"/>
            <ac:spMk id="52225" creationId="{00000000-0000-0000-0000-000000000000}"/>
          </ac:spMkLst>
        </pc:spChg>
        <pc:picChg chg="add mod">
          <ac:chgData name="Yeo Xiong Wei, Jonathan" userId="ac2b658e-7ce1-44bb-9f9f-bf4198ceaa29" providerId="ADAL" clId="{5C7663D1-7FE2-4F83-9737-A9AEC767A866}" dt="2022-06-17T03:59:28.469" v="228" actId="14100"/>
          <ac:picMkLst>
            <pc:docMk/>
            <pc:sldMk cId="633842900" sldId="552"/>
            <ac:picMk id="4" creationId="{359333BC-D7D2-F00F-C5E2-71E7F53909D3}"/>
          </ac:picMkLst>
        </pc:picChg>
      </pc:sldChg>
      <pc:sldChg chg="del">
        <pc:chgData name="Yeo Xiong Wei, Jonathan" userId="ac2b658e-7ce1-44bb-9f9f-bf4198ceaa29" providerId="ADAL" clId="{5C7663D1-7FE2-4F83-9737-A9AEC767A866}" dt="2022-06-17T03:55:32.359" v="0" actId="2696"/>
        <pc:sldMkLst>
          <pc:docMk/>
          <pc:sldMk cId="925087040" sldId="552"/>
        </pc:sldMkLst>
      </pc:sldChg>
      <pc:sldChg chg="add del">
        <pc:chgData name="Yeo Xiong Wei, Jonathan" userId="ac2b658e-7ce1-44bb-9f9f-bf4198ceaa29" providerId="ADAL" clId="{5C7663D1-7FE2-4F83-9737-A9AEC767A866}" dt="2022-06-17T03:57:53.367" v="2" actId="47"/>
        <pc:sldMkLst>
          <pc:docMk/>
          <pc:sldMk cId="2982687070" sldId="552"/>
        </pc:sldMkLst>
      </pc:sldChg>
      <pc:sldChg chg="modSp add del mod addAnim delAnim">
        <pc:chgData name="Yeo Xiong Wei, Jonathan" userId="ac2b658e-7ce1-44bb-9f9f-bf4198ceaa29" providerId="ADAL" clId="{5C7663D1-7FE2-4F83-9737-A9AEC767A866}" dt="2022-06-17T04:05:03.888" v="584" actId="47"/>
        <pc:sldMkLst>
          <pc:docMk/>
          <pc:sldMk cId="455575293" sldId="553"/>
        </pc:sldMkLst>
        <pc:spChg chg="mod">
          <ac:chgData name="Yeo Xiong Wei, Jonathan" userId="ac2b658e-7ce1-44bb-9f9f-bf4198ceaa29" providerId="ADAL" clId="{5C7663D1-7FE2-4F83-9737-A9AEC767A866}" dt="2022-06-17T04:05:02.013" v="583" actId="21"/>
          <ac:spMkLst>
            <pc:docMk/>
            <pc:sldMk cId="455575293" sldId="553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5C7663D1-7FE2-4F83-9737-A9AEC767A866}" dt="2022-06-17T04:02:50.790" v="497" actId="20577"/>
          <ac:spMkLst>
            <pc:docMk/>
            <pc:sldMk cId="455575293" sldId="553"/>
            <ac:spMk id="52225" creationId="{00000000-0000-0000-0000-000000000000}"/>
          </ac:spMkLst>
        </pc:spChg>
      </pc:sldChg>
      <pc:sldChg chg="delSp modSp add mod ord delAnim modAnim">
        <pc:chgData name="Yeo Xiong Wei, Jonathan" userId="ac2b658e-7ce1-44bb-9f9f-bf4198ceaa29" providerId="ADAL" clId="{5C7663D1-7FE2-4F83-9737-A9AEC767A866}" dt="2022-06-17T04:13:02.547" v="1203" actId="20577"/>
        <pc:sldMkLst>
          <pc:docMk/>
          <pc:sldMk cId="1949981418" sldId="553"/>
        </pc:sldMkLst>
        <pc:spChg chg="del">
          <ac:chgData name="Yeo Xiong Wei, Jonathan" userId="ac2b658e-7ce1-44bb-9f9f-bf4198ceaa29" providerId="ADAL" clId="{5C7663D1-7FE2-4F83-9737-A9AEC767A866}" dt="2022-06-17T04:05:44.092" v="624" actId="478"/>
          <ac:spMkLst>
            <pc:docMk/>
            <pc:sldMk cId="1949981418" sldId="553"/>
            <ac:spMk id="5" creationId="{04C547DD-13E3-435C-ADA1-4CE35D9BE6EC}"/>
          </ac:spMkLst>
        </pc:spChg>
        <pc:spChg chg="mod">
          <ac:chgData name="Yeo Xiong Wei, Jonathan" userId="ac2b658e-7ce1-44bb-9f9f-bf4198ceaa29" providerId="ADAL" clId="{5C7663D1-7FE2-4F83-9737-A9AEC767A866}" dt="2022-06-17T04:13:02.547" v="1203" actId="20577"/>
          <ac:spMkLst>
            <pc:docMk/>
            <pc:sldMk cId="1949981418" sldId="553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5C7663D1-7FE2-4F83-9737-A9AEC767A866}" dt="2022-06-17T04:05:41.759" v="623" actId="20577"/>
          <ac:spMkLst>
            <pc:docMk/>
            <pc:sldMk cId="1949981418" sldId="553"/>
            <ac:spMk id="52225" creationId="{00000000-0000-0000-0000-000000000000}"/>
          </ac:spMkLst>
        </pc:spChg>
      </pc:sldChg>
      <pc:sldChg chg="addSp delSp modSp add mod modAnim">
        <pc:chgData name="Yeo Xiong Wei, Jonathan" userId="ac2b658e-7ce1-44bb-9f9f-bf4198ceaa29" providerId="ADAL" clId="{5C7663D1-7FE2-4F83-9737-A9AEC767A866}" dt="2022-06-17T04:36:23.910" v="2092" actId="14100"/>
        <pc:sldMkLst>
          <pc:docMk/>
          <pc:sldMk cId="3316400165" sldId="554"/>
        </pc:sldMkLst>
        <pc:spChg chg="mod">
          <ac:chgData name="Yeo Xiong Wei, Jonathan" userId="ac2b658e-7ce1-44bb-9f9f-bf4198ceaa29" providerId="ADAL" clId="{5C7663D1-7FE2-4F83-9737-A9AEC767A866}" dt="2022-06-17T04:36:17.477" v="2088" actId="14100"/>
          <ac:spMkLst>
            <pc:docMk/>
            <pc:sldMk cId="3316400165" sldId="554"/>
            <ac:spMk id="5" creationId="{061BB625-FA9F-47AA-B90D-A911EB43A74D}"/>
          </ac:spMkLst>
        </pc:spChg>
        <pc:spChg chg="add del mod">
          <ac:chgData name="Yeo Xiong Wei, Jonathan" userId="ac2b658e-7ce1-44bb-9f9f-bf4198ceaa29" providerId="ADAL" clId="{5C7663D1-7FE2-4F83-9737-A9AEC767A866}" dt="2022-06-17T04:24:23.414" v="1616"/>
          <ac:spMkLst>
            <pc:docMk/>
            <pc:sldMk cId="3316400165" sldId="554"/>
            <ac:spMk id="6" creationId="{696940F9-3928-7348-F9A7-489197A68231}"/>
          </ac:spMkLst>
        </pc:spChg>
        <pc:spChg chg="add mod ord">
          <ac:chgData name="Yeo Xiong Wei, Jonathan" userId="ac2b658e-7ce1-44bb-9f9f-bf4198ceaa29" providerId="ADAL" clId="{5C7663D1-7FE2-4F83-9737-A9AEC767A866}" dt="2022-06-17T04:36:23.910" v="2092" actId="14100"/>
          <ac:spMkLst>
            <pc:docMk/>
            <pc:sldMk cId="3316400165" sldId="554"/>
            <ac:spMk id="7" creationId="{159BC456-5DEF-8F32-0EC2-CC3D0101D5B6}"/>
          </ac:spMkLst>
        </pc:spChg>
        <pc:picChg chg="del">
          <ac:chgData name="Yeo Xiong Wei, Jonathan" userId="ac2b658e-7ce1-44bb-9f9f-bf4198ceaa29" providerId="ADAL" clId="{5C7663D1-7FE2-4F83-9737-A9AEC767A866}" dt="2022-06-17T04:22:31.027" v="1397" actId="478"/>
          <ac:picMkLst>
            <pc:docMk/>
            <pc:sldMk cId="3316400165" sldId="554"/>
            <ac:picMk id="4" creationId="{DBACBE86-9257-43AC-BC5A-C51040CAE887}"/>
          </ac:picMkLst>
        </pc:picChg>
      </pc:sldChg>
      <pc:sldChg chg="modSp add mod">
        <pc:chgData name="Yeo Xiong Wei, Jonathan" userId="ac2b658e-7ce1-44bb-9f9f-bf4198ceaa29" providerId="ADAL" clId="{5C7663D1-7FE2-4F83-9737-A9AEC767A866}" dt="2022-06-17T04:46:59.863" v="2729" actId="403"/>
        <pc:sldMkLst>
          <pc:docMk/>
          <pc:sldMk cId="3048014762" sldId="555"/>
        </pc:sldMkLst>
        <pc:spChg chg="mod">
          <ac:chgData name="Yeo Xiong Wei, Jonathan" userId="ac2b658e-7ce1-44bb-9f9f-bf4198ceaa29" providerId="ADAL" clId="{5C7663D1-7FE2-4F83-9737-A9AEC767A866}" dt="2022-06-17T04:46:59.863" v="2729" actId="403"/>
          <ac:spMkLst>
            <pc:docMk/>
            <pc:sldMk cId="3048014762" sldId="555"/>
            <ac:spMk id="5" creationId="{061BB625-FA9F-47AA-B90D-A911EB43A74D}"/>
          </ac:spMkLst>
        </pc:spChg>
      </pc:sldChg>
      <pc:sldChg chg="modSp add mod">
        <pc:chgData name="Yeo Xiong Wei, Jonathan" userId="ac2b658e-7ce1-44bb-9f9f-bf4198ceaa29" providerId="ADAL" clId="{5C7663D1-7FE2-4F83-9737-A9AEC767A866}" dt="2022-06-17T04:54:10.170" v="4105" actId="20577"/>
        <pc:sldMkLst>
          <pc:docMk/>
          <pc:sldMk cId="1074021624" sldId="556"/>
        </pc:sldMkLst>
        <pc:spChg chg="mod">
          <ac:chgData name="Yeo Xiong Wei, Jonathan" userId="ac2b658e-7ce1-44bb-9f9f-bf4198ceaa29" providerId="ADAL" clId="{5C7663D1-7FE2-4F83-9737-A9AEC767A866}" dt="2022-06-17T04:54:10.170" v="4105" actId="20577"/>
          <ac:spMkLst>
            <pc:docMk/>
            <pc:sldMk cId="1074021624" sldId="556"/>
            <ac:spMk id="12" creationId="{4213F190-B2B0-43F1-B1CA-727BDFB3A022}"/>
          </ac:spMkLst>
        </pc:spChg>
      </pc:sldChg>
      <pc:sldChg chg="modSp add mod">
        <pc:chgData name="Yeo Xiong Wei, Jonathan" userId="ac2b658e-7ce1-44bb-9f9f-bf4198ceaa29" providerId="ADAL" clId="{5C7663D1-7FE2-4F83-9737-A9AEC767A866}" dt="2022-06-17T04:53:15.057" v="3862" actId="20577"/>
        <pc:sldMkLst>
          <pc:docMk/>
          <pc:sldMk cId="593893286" sldId="557"/>
        </pc:sldMkLst>
        <pc:spChg chg="mod">
          <ac:chgData name="Yeo Xiong Wei, Jonathan" userId="ac2b658e-7ce1-44bb-9f9f-bf4198ceaa29" providerId="ADAL" clId="{5C7663D1-7FE2-4F83-9737-A9AEC767A866}" dt="2022-06-17T04:53:15.057" v="3862" actId="20577"/>
          <ac:spMkLst>
            <pc:docMk/>
            <pc:sldMk cId="593893286" sldId="557"/>
            <ac:spMk id="3" creationId="{5F1084EF-22C8-4EF1-B3AC-5CD9C82F5106}"/>
          </ac:spMkLst>
        </pc:spChg>
      </pc:sldChg>
    </pc:docChg>
  </pc:docChgLst>
  <pc:docChgLst>
    <pc:chgData name="Yeo Xiong Wei, Jonathan" userId="ac2b658e-7ce1-44bb-9f9f-bf4198ceaa29" providerId="ADAL" clId="{453CC069-9AD3-413D-AC1F-5732DA0CF665}"/>
    <pc:docChg chg="undo custSel addSld delSld modSld sldOrd">
      <pc:chgData name="Yeo Xiong Wei, Jonathan" userId="ac2b658e-7ce1-44bb-9f9f-bf4198ceaa29" providerId="ADAL" clId="{453CC069-9AD3-413D-AC1F-5732DA0CF665}" dt="2022-05-26T08:56:07.862" v="6666" actId="20577"/>
      <pc:docMkLst>
        <pc:docMk/>
      </pc:docMkLst>
      <pc:sldChg chg="modSp mod">
        <pc:chgData name="Yeo Xiong Wei, Jonathan" userId="ac2b658e-7ce1-44bb-9f9f-bf4198ceaa29" providerId="ADAL" clId="{453CC069-9AD3-413D-AC1F-5732DA0CF665}" dt="2022-05-23T09:12:30.843" v="6" actId="20577"/>
        <pc:sldMkLst>
          <pc:docMk/>
          <pc:sldMk cId="3252022029" sldId="256"/>
        </pc:sldMkLst>
        <pc:spChg chg="mod">
          <ac:chgData name="Yeo Xiong Wei, Jonathan" userId="ac2b658e-7ce1-44bb-9f9f-bf4198ceaa29" providerId="ADAL" clId="{453CC069-9AD3-413D-AC1F-5732DA0CF665}" dt="2022-05-23T09:12:30.843" v="6" actId="20577"/>
          <ac:spMkLst>
            <pc:docMk/>
            <pc:sldMk cId="3252022029" sldId="256"/>
            <ac:spMk id="2" creationId="{EF8B73FE-A455-4656-A476-6FFB3EF1C8A2}"/>
          </ac:spMkLst>
        </pc:spChg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913572987" sldId="297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557807413" sldId="300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578903766" sldId="301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538743933" sldId="304"/>
        </pc:sldMkLst>
      </pc:sldChg>
      <pc:sldChg chg="addSp delSp modSp add del mod delAnim">
        <pc:chgData name="Yeo Xiong Wei, Jonathan" userId="ac2b658e-7ce1-44bb-9f9f-bf4198ceaa29" providerId="ADAL" clId="{453CC069-9AD3-413D-AC1F-5732DA0CF665}" dt="2022-05-23T09:23:16.902" v="73" actId="47"/>
        <pc:sldMkLst>
          <pc:docMk/>
          <pc:sldMk cId="911258207" sldId="322"/>
        </pc:sldMkLst>
        <pc:spChg chg="del">
          <ac:chgData name="Yeo Xiong Wei, Jonathan" userId="ac2b658e-7ce1-44bb-9f9f-bf4198ceaa29" providerId="ADAL" clId="{453CC069-9AD3-413D-AC1F-5732DA0CF665}" dt="2022-05-23T09:16:01.916" v="69" actId="478"/>
          <ac:spMkLst>
            <pc:docMk/>
            <pc:sldMk cId="911258207" sldId="322"/>
            <ac:spMk id="4" creationId="{971F755D-AAC1-42A1-BB88-2F82C454E36A}"/>
          </ac:spMkLst>
        </pc:spChg>
        <pc:spChg chg="del">
          <ac:chgData name="Yeo Xiong Wei, Jonathan" userId="ac2b658e-7ce1-44bb-9f9f-bf4198ceaa29" providerId="ADAL" clId="{453CC069-9AD3-413D-AC1F-5732DA0CF665}" dt="2022-05-23T09:16:01.916" v="69" actId="478"/>
          <ac:spMkLst>
            <pc:docMk/>
            <pc:sldMk cId="911258207" sldId="322"/>
            <ac:spMk id="6" creationId="{FE56EDC9-179A-4BF8-94E8-C0AF8CD28DCF}"/>
          </ac:spMkLst>
        </pc:spChg>
        <pc:spChg chg="add del mod">
          <ac:chgData name="Yeo Xiong Wei, Jonathan" userId="ac2b658e-7ce1-44bb-9f9f-bf4198ceaa29" providerId="ADAL" clId="{453CC069-9AD3-413D-AC1F-5732DA0CF665}" dt="2022-05-23T09:16:00.201" v="68" actId="478"/>
          <ac:spMkLst>
            <pc:docMk/>
            <pc:sldMk cId="911258207" sldId="322"/>
            <ac:spMk id="7" creationId="{C98B9E24-2A83-F76B-6B55-D38E1F010E8E}"/>
          </ac:spMkLst>
        </pc:spChg>
        <pc:spChg chg="mod">
          <ac:chgData name="Yeo Xiong Wei, Jonathan" userId="ac2b658e-7ce1-44bb-9f9f-bf4198ceaa29" providerId="ADAL" clId="{453CC069-9AD3-413D-AC1F-5732DA0CF665}" dt="2022-05-23T09:15:54.733" v="65" actId="20577"/>
          <ac:spMkLst>
            <pc:docMk/>
            <pc:sldMk cId="911258207" sldId="322"/>
            <ac:spMk id="52225" creationId="{00000000-0000-0000-0000-000000000000}"/>
          </ac:spMkLst>
        </pc:spChg>
        <pc:spChg chg="del mod">
          <ac:chgData name="Yeo Xiong Wei, Jonathan" userId="ac2b658e-7ce1-44bb-9f9f-bf4198ceaa29" providerId="ADAL" clId="{453CC069-9AD3-413D-AC1F-5732DA0CF665}" dt="2022-05-23T09:15:58.746" v="67" actId="478"/>
          <ac:spMkLst>
            <pc:docMk/>
            <pc:sldMk cId="911258207" sldId="322"/>
            <ac:spMk id="52226" creationId="{00000000-0000-0000-0000-000000000000}"/>
          </ac:spMkLst>
        </pc:spChg>
        <pc:graphicFrameChg chg="del">
          <ac:chgData name="Yeo Xiong Wei, Jonathan" userId="ac2b658e-7ce1-44bb-9f9f-bf4198ceaa29" providerId="ADAL" clId="{453CC069-9AD3-413D-AC1F-5732DA0CF665}" dt="2022-05-23T09:16:01.916" v="69" actId="478"/>
          <ac:graphicFrameMkLst>
            <pc:docMk/>
            <pc:sldMk cId="911258207" sldId="322"/>
            <ac:graphicFrameMk id="3" creationId="{0E0BDF0A-830C-4AED-9D1E-F8E33740D956}"/>
          </ac:graphicFrameMkLst>
        </pc:graphicFrameChg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787338732" sldId="377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912424881" sldId="418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795412300" sldId="419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569219197" sldId="422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429090458" sldId="424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086731832" sldId="425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688372202" sldId="426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467361622" sldId="427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316340055" sldId="428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38113673" sldId="429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380777075" sldId="430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020838267" sldId="431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4058640104" sldId="432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78345123" sldId="433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402952431" sldId="434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619624804" sldId="435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670485337" sldId="436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222644071" sldId="437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402189048" sldId="438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42746503" sldId="440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444887142" sldId="441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766694245" sldId="442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963937516" sldId="443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567877527" sldId="444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510758219" sldId="445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079951681" sldId="447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31751381" sldId="448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557380756" sldId="449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814582238" sldId="450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955833630" sldId="451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3040503509" sldId="452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2864665818" sldId="453"/>
        </pc:sldMkLst>
      </pc:sldChg>
      <pc:sldChg chg="del">
        <pc:chgData name="Yeo Xiong Wei, Jonathan" userId="ac2b658e-7ce1-44bb-9f9f-bf4198ceaa29" providerId="ADAL" clId="{453CC069-9AD3-413D-AC1F-5732DA0CF665}" dt="2022-05-23T09:13:43.666" v="38" actId="47"/>
        <pc:sldMkLst>
          <pc:docMk/>
          <pc:sldMk cId="1796001635" sldId="456"/>
        </pc:sldMkLst>
      </pc:sldChg>
      <pc:sldChg chg="modSp add mod">
        <pc:chgData name="Yeo Xiong Wei, Jonathan" userId="ac2b658e-7ce1-44bb-9f9f-bf4198ceaa29" providerId="ADAL" clId="{453CC069-9AD3-413D-AC1F-5732DA0CF665}" dt="2022-05-26T08:49:50.190" v="6432" actId="1076"/>
        <pc:sldMkLst>
          <pc:docMk/>
          <pc:sldMk cId="406670790" sldId="457"/>
        </pc:sldMkLst>
        <pc:spChg chg="mod">
          <ac:chgData name="Yeo Xiong Wei, Jonathan" userId="ac2b658e-7ce1-44bb-9f9f-bf4198ceaa29" providerId="ADAL" clId="{453CC069-9AD3-413D-AC1F-5732DA0CF665}" dt="2022-05-26T08:49:50.190" v="6432" actId="1076"/>
          <ac:spMkLst>
            <pc:docMk/>
            <pc:sldMk cId="406670790" sldId="457"/>
            <ac:spMk id="52225" creationId="{00000000-0000-0000-0000-000000000000}"/>
          </ac:spMkLst>
        </pc:spChg>
      </pc:sldChg>
      <pc:sldChg chg="addSp delSp modSp add mod">
        <pc:chgData name="Yeo Xiong Wei, Jonathan" userId="ac2b658e-7ce1-44bb-9f9f-bf4198ceaa29" providerId="ADAL" clId="{453CC069-9AD3-413D-AC1F-5732DA0CF665}" dt="2022-05-26T08:55:43.418" v="6663" actId="1076"/>
        <pc:sldMkLst>
          <pc:docMk/>
          <pc:sldMk cId="4160036871" sldId="458"/>
        </pc:sldMkLst>
        <pc:spChg chg="add mod">
          <ac:chgData name="Yeo Xiong Wei, Jonathan" userId="ac2b658e-7ce1-44bb-9f9f-bf4198ceaa29" providerId="ADAL" clId="{453CC069-9AD3-413D-AC1F-5732DA0CF665}" dt="2022-05-26T08:55:12.128" v="6647" actId="1076"/>
          <ac:spMkLst>
            <pc:docMk/>
            <pc:sldMk cId="4160036871" sldId="458"/>
            <ac:spMk id="2" creationId="{DF83E124-C722-5718-89F8-0A8DF65EBB56}"/>
          </ac:spMkLst>
        </pc:spChg>
        <pc:spChg chg="del mod">
          <ac:chgData name="Yeo Xiong Wei, Jonathan" userId="ac2b658e-7ce1-44bb-9f9f-bf4198ceaa29" providerId="ADAL" clId="{453CC069-9AD3-413D-AC1F-5732DA0CF665}" dt="2022-05-26T08:47:44.945" v="6145" actId="478"/>
          <ac:spMkLst>
            <pc:docMk/>
            <pc:sldMk cId="4160036871" sldId="458"/>
            <ac:spMk id="4" creationId="{18E05505-4EBE-4F48-ABBA-2C39236384B1}"/>
          </ac:spMkLst>
        </pc:spChg>
        <pc:spChg chg="del mod">
          <ac:chgData name="Yeo Xiong Wei, Jonathan" userId="ac2b658e-7ce1-44bb-9f9f-bf4198ceaa29" providerId="ADAL" clId="{453CC069-9AD3-413D-AC1F-5732DA0CF665}" dt="2022-05-26T08:47:43.314" v="6144" actId="478"/>
          <ac:spMkLst>
            <pc:docMk/>
            <pc:sldMk cId="4160036871" sldId="458"/>
            <ac:spMk id="6" creationId="{F5C28873-EAE0-47B8-BD97-EFE8C8AD45CD}"/>
          </ac:spMkLst>
        </pc:spChg>
        <pc:spChg chg="add mod">
          <ac:chgData name="Yeo Xiong Wei, Jonathan" userId="ac2b658e-7ce1-44bb-9f9f-bf4198ceaa29" providerId="ADAL" clId="{453CC069-9AD3-413D-AC1F-5732DA0CF665}" dt="2022-05-26T08:55:43.418" v="6663" actId="1076"/>
          <ac:spMkLst>
            <pc:docMk/>
            <pc:sldMk cId="4160036871" sldId="458"/>
            <ac:spMk id="7" creationId="{59EB3CBF-81A9-4689-863D-43F065AC2006}"/>
          </ac:spMkLst>
        </pc:spChg>
        <pc:spChg chg="add mod">
          <ac:chgData name="Yeo Xiong Wei, Jonathan" userId="ac2b658e-7ce1-44bb-9f9f-bf4198ceaa29" providerId="ADAL" clId="{453CC069-9AD3-413D-AC1F-5732DA0CF665}" dt="2022-05-26T08:55:12.128" v="6647" actId="1076"/>
          <ac:spMkLst>
            <pc:docMk/>
            <pc:sldMk cId="4160036871" sldId="458"/>
            <ac:spMk id="9" creationId="{9AAA7FAF-DB3A-074B-0029-6A2FE557DDAF}"/>
          </ac:spMkLst>
        </pc:spChg>
        <pc:spChg chg="add mod">
          <ac:chgData name="Yeo Xiong Wei, Jonathan" userId="ac2b658e-7ce1-44bb-9f9f-bf4198ceaa29" providerId="ADAL" clId="{453CC069-9AD3-413D-AC1F-5732DA0CF665}" dt="2022-05-26T08:55:12.128" v="6647" actId="1076"/>
          <ac:spMkLst>
            <pc:docMk/>
            <pc:sldMk cId="4160036871" sldId="458"/>
            <ac:spMk id="10" creationId="{A078C304-EEC7-8CA8-D0C5-50C16BA4E595}"/>
          </ac:spMkLst>
        </pc:spChg>
        <pc:spChg chg="add mod">
          <ac:chgData name="Yeo Xiong Wei, Jonathan" userId="ac2b658e-7ce1-44bb-9f9f-bf4198ceaa29" providerId="ADAL" clId="{453CC069-9AD3-413D-AC1F-5732DA0CF665}" dt="2022-05-26T08:55:12.128" v="6647" actId="1076"/>
          <ac:spMkLst>
            <pc:docMk/>
            <pc:sldMk cId="4160036871" sldId="458"/>
            <ac:spMk id="12" creationId="{E5D5D4D0-D47A-A2A6-B639-40B5793977EB}"/>
          </ac:spMkLst>
        </pc:spChg>
        <pc:spChg chg="add mod">
          <ac:chgData name="Yeo Xiong Wei, Jonathan" userId="ac2b658e-7ce1-44bb-9f9f-bf4198ceaa29" providerId="ADAL" clId="{453CC069-9AD3-413D-AC1F-5732DA0CF665}" dt="2022-05-26T08:55:12.128" v="6647" actId="1076"/>
          <ac:spMkLst>
            <pc:docMk/>
            <pc:sldMk cId="4160036871" sldId="458"/>
            <ac:spMk id="13" creationId="{F56CE42D-E343-5535-C821-7746107D40A1}"/>
          </ac:spMkLst>
        </pc:spChg>
        <pc:spChg chg="mod">
          <ac:chgData name="Yeo Xiong Wei, Jonathan" userId="ac2b658e-7ce1-44bb-9f9f-bf4198ceaa29" providerId="ADAL" clId="{453CC069-9AD3-413D-AC1F-5732DA0CF665}" dt="2022-05-26T08:55:30.148" v="6657" actId="14100"/>
          <ac:spMkLst>
            <pc:docMk/>
            <pc:sldMk cId="4160036871" sldId="458"/>
            <ac:spMk id="16" creationId="{DD99C6AA-4FB0-4001-819D-E2F987201D6E}"/>
          </ac:spMkLst>
        </pc:spChg>
        <pc:spChg chg="add mod">
          <ac:chgData name="Yeo Xiong Wei, Jonathan" userId="ac2b658e-7ce1-44bb-9f9f-bf4198ceaa29" providerId="ADAL" clId="{453CC069-9AD3-413D-AC1F-5732DA0CF665}" dt="2022-05-26T08:55:40.110" v="6662" actId="20577"/>
          <ac:spMkLst>
            <pc:docMk/>
            <pc:sldMk cId="4160036871" sldId="458"/>
            <ac:spMk id="18" creationId="{871EAD6F-2B4C-CD36-D51D-609057C7F81F}"/>
          </ac:spMkLst>
        </pc:spChg>
        <pc:graphicFrameChg chg="add mod modGraphic">
          <ac:chgData name="Yeo Xiong Wei, Jonathan" userId="ac2b658e-7ce1-44bb-9f9f-bf4198ceaa29" providerId="ADAL" clId="{453CC069-9AD3-413D-AC1F-5732DA0CF665}" dt="2022-05-26T08:55:12.128" v="6647" actId="1076"/>
          <ac:graphicFrameMkLst>
            <pc:docMk/>
            <pc:sldMk cId="4160036871" sldId="458"/>
            <ac:graphicFrameMk id="8" creationId="{787428C0-CAD3-1810-1907-0E539025C14D}"/>
          </ac:graphicFrameMkLst>
        </pc:graphicFrameChg>
        <pc:picChg chg="del mod">
          <ac:chgData name="Yeo Xiong Wei, Jonathan" userId="ac2b658e-7ce1-44bb-9f9f-bf4198ceaa29" providerId="ADAL" clId="{453CC069-9AD3-413D-AC1F-5732DA0CF665}" dt="2022-05-26T08:47:41.932" v="6143" actId="478"/>
          <ac:picMkLst>
            <pc:docMk/>
            <pc:sldMk cId="4160036871" sldId="458"/>
            <ac:picMk id="5" creationId="{0C9D2D1B-0D7F-4846-ACF6-4056D6DDAA01}"/>
          </ac:picMkLst>
        </pc:picChg>
        <pc:cxnChg chg="add mod">
          <ac:chgData name="Yeo Xiong Wei, Jonathan" userId="ac2b658e-7ce1-44bb-9f9f-bf4198ceaa29" providerId="ADAL" clId="{453CC069-9AD3-413D-AC1F-5732DA0CF665}" dt="2022-05-26T08:55:12.128" v="6647" actId="1076"/>
          <ac:cxnSpMkLst>
            <pc:docMk/>
            <pc:sldMk cId="4160036871" sldId="458"/>
            <ac:cxnSpMk id="14" creationId="{6AD6BC24-DD9B-8A58-8B93-C5A56BB0BD39}"/>
          </ac:cxnSpMkLst>
        </pc:cxnChg>
        <pc:cxnChg chg="add mod">
          <ac:chgData name="Yeo Xiong Wei, Jonathan" userId="ac2b658e-7ce1-44bb-9f9f-bf4198ceaa29" providerId="ADAL" clId="{453CC069-9AD3-413D-AC1F-5732DA0CF665}" dt="2022-05-26T08:55:12.128" v="6647" actId="1076"/>
          <ac:cxnSpMkLst>
            <pc:docMk/>
            <pc:sldMk cId="4160036871" sldId="458"/>
            <ac:cxnSpMk id="17" creationId="{F00BF3D4-E65A-AC86-9052-F1B45F4EFB5F}"/>
          </ac:cxnSpMkLst>
        </pc:cxnChg>
      </pc:sldChg>
      <pc:sldChg chg="add">
        <pc:chgData name="Yeo Xiong Wei, Jonathan" userId="ac2b658e-7ce1-44bb-9f9f-bf4198ceaa29" providerId="ADAL" clId="{453CC069-9AD3-413D-AC1F-5732DA0CF665}" dt="2022-05-23T09:12:23.259" v="0"/>
        <pc:sldMkLst>
          <pc:docMk/>
          <pc:sldMk cId="2661890302" sldId="470"/>
        </pc:sldMkLst>
      </pc:sldChg>
      <pc:sldChg chg="modSp add mod">
        <pc:chgData name="Yeo Xiong Wei, Jonathan" userId="ac2b658e-7ce1-44bb-9f9f-bf4198ceaa29" providerId="ADAL" clId="{453CC069-9AD3-413D-AC1F-5732DA0CF665}" dt="2022-05-26T07:44:58.844" v="1317" actId="20577"/>
        <pc:sldMkLst>
          <pc:docMk/>
          <pc:sldMk cId="2954974908" sldId="480"/>
        </pc:sldMkLst>
        <pc:spChg chg="mod">
          <ac:chgData name="Yeo Xiong Wei, Jonathan" userId="ac2b658e-7ce1-44bb-9f9f-bf4198ceaa29" providerId="ADAL" clId="{453CC069-9AD3-413D-AC1F-5732DA0CF665}" dt="2022-05-26T07:44:30.443" v="1310" actId="208"/>
          <ac:spMkLst>
            <pc:docMk/>
            <pc:sldMk cId="2954974908" sldId="480"/>
            <ac:spMk id="12" creationId="{F8FD2607-6F59-4B70-97A6-526C13628AFA}"/>
          </ac:spMkLst>
        </pc:spChg>
        <pc:spChg chg="mod">
          <ac:chgData name="Yeo Xiong Wei, Jonathan" userId="ac2b658e-7ce1-44bb-9f9f-bf4198ceaa29" providerId="ADAL" clId="{453CC069-9AD3-413D-AC1F-5732DA0CF665}" dt="2022-05-26T07:44:58.844" v="1317" actId="20577"/>
          <ac:spMkLst>
            <pc:docMk/>
            <pc:sldMk cId="2954974908" sldId="480"/>
            <ac:spMk id="13" creationId="{311BA5A6-B861-4BFF-AB7F-53574F60940F}"/>
          </ac:spMkLst>
        </pc:spChg>
      </pc:sldChg>
      <pc:sldChg chg="add del">
        <pc:chgData name="Yeo Xiong Wei, Jonathan" userId="ac2b658e-7ce1-44bb-9f9f-bf4198ceaa29" providerId="ADAL" clId="{453CC069-9AD3-413D-AC1F-5732DA0CF665}" dt="2022-05-23T09:39:26.539" v="924" actId="47"/>
        <pc:sldMkLst>
          <pc:docMk/>
          <pc:sldMk cId="4273711570" sldId="481"/>
        </pc:sldMkLst>
      </pc:sldChg>
      <pc:sldChg chg="add del">
        <pc:chgData name="Yeo Xiong Wei, Jonathan" userId="ac2b658e-7ce1-44bb-9f9f-bf4198ceaa29" providerId="ADAL" clId="{453CC069-9AD3-413D-AC1F-5732DA0CF665}" dt="2022-05-23T09:39:26.539" v="924" actId="47"/>
        <pc:sldMkLst>
          <pc:docMk/>
          <pc:sldMk cId="2894965309" sldId="482"/>
        </pc:sldMkLst>
      </pc:sldChg>
      <pc:sldChg chg="modSp add mod">
        <pc:chgData name="Yeo Xiong Wei, Jonathan" userId="ac2b658e-7ce1-44bb-9f9f-bf4198ceaa29" providerId="ADAL" clId="{453CC069-9AD3-413D-AC1F-5732DA0CF665}" dt="2022-05-26T08:56:07.862" v="6666" actId="20577"/>
        <pc:sldMkLst>
          <pc:docMk/>
          <pc:sldMk cId="2741234032" sldId="484"/>
        </pc:sldMkLst>
        <pc:spChg chg="mod">
          <ac:chgData name="Yeo Xiong Wei, Jonathan" userId="ac2b658e-7ce1-44bb-9f9f-bf4198ceaa29" providerId="ADAL" clId="{453CC069-9AD3-413D-AC1F-5732DA0CF665}" dt="2022-05-26T08:56:07.862" v="6666" actId="20577"/>
          <ac:spMkLst>
            <pc:docMk/>
            <pc:sldMk cId="2741234032" sldId="484"/>
            <ac:spMk id="2" creationId="{AC01609E-06F3-4BC5-AAF3-53EBE98C380B}"/>
          </ac:spMkLst>
        </pc:spChg>
      </pc:sldChg>
      <pc:sldChg chg="modSp add mod modAnim">
        <pc:chgData name="Yeo Xiong Wei, Jonathan" userId="ac2b658e-7ce1-44bb-9f9f-bf4198ceaa29" providerId="ADAL" clId="{453CC069-9AD3-413D-AC1F-5732DA0CF665}" dt="2022-05-26T07:47:21.424" v="1562" actId="115"/>
        <pc:sldMkLst>
          <pc:docMk/>
          <pc:sldMk cId="1415672847" sldId="485"/>
        </pc:sldMkLst>
        <pc:spChg chg="mod">
          <ac:chgData name="Yeo Xiong Wei, Jonathan" userId="ac2b658e-7ce1-44bb-9f9f-bf4198ceaa29" providerId="ADAL" clId="{453CC069-9AD3-413D-AC1F-5732DA0CF665}" dt="2022-05-26T07:42:20.486" v="1301" actId="1076"/>
          <ac:spMkLst>
            <pc:docMk/>
            <pc:sldMk cId="1415672847" sldId="485"/>
            <ac:spMk id="5" creationId="{04C547DD-13E3-435C-ADA1-4CE35D9BE6EC}"/>
          </ac:spMkLst>
        </pc:spChg>
        <pc:spChg chg="mod">
          <ac:chgData name="Yeo Xiong Wei, Jonathan" userId="ac2b658e-7ce1-44bb-9f9f-bf4198ceaa29" providerId="ADAL" clId="{453CC069-9AD3-413D-AC1F-5732DA0CF665}" dt="2022-05-26T07:47:21.424" v="1562" actId="115"/>
          <ac:spMkLst>
            <pc:docMk/>
            <pc:sldMk cId="1415672847" sldId="485"/>
            <ac:spMk id="16" creationId="{DD99C6AA-4FB0-4001-819D-E2F987201D6E}"/>
          </ac:spMkLst>
        </pc:spChg>
      </pc:sldChg>
      <pc:sldChg chg="modSp add del mod">
        <pc:chgData name="Yeo Xiong Wei, Jonathan" userId="ac2b658e-7ce1-44bb-9f9f-bf4198ceaa29" providerId="ADAL" clId="{453CC069-9AD3-413D-AC1F-5732DA0CF665}" dt="2022-05-26T07:47:43.231" v="1563" actId="47"/>
        <pc:sldMkLst>
          <pc:docMk/>
          <pc:sldMk cId="3663678998" sldId="486"/>
        </pc:sldMkLst>
        <pc:spChg chg="mod">
          <ac:chgData name="Yeo Xiong Wei, Jonathan" userId="ac2b658e-7ce1-44bb-9f9f-bf4198ceaa29" providerId="ADAL" clId="{453CC069-9AD3-413D-AC1F-5732DA0CF665}" dt="2022-05-26T07:44:27.745" v="1309" actId="208"/>
          <ac:spMkLst>
            <pc:docMk/>
            <pc:sldMk cId="3663678998" sldId="486"/>
            <ac:spMk id="12" creationId="{F8FD2607-6F59-4B70-97A6-526C13628AFA}"/>
          </ac:spMkLst>
        </pc:spChg>
        <pc:spChg chg="mod">
          <ac:chgData name="Yeo Xiong Wei, Jonathan" userId="ac2b658e-7ce1-44bb-9f9f-bf4198ceaa29" providerId="ADAL" clId="{453CC069-9AD3-413D-AC1F-5732DA0CF665}" dt="2022-05-26T07:45:03.363" v="1324" actId="20577"/>
          <ac:spMkLst>
            <pc:docMk/>
            <pc:sldMk cId="3663678998" sldId="486"/>
            <ac:spMk id="13" creationId="{311BA5A6-B861-4BFF-AB7F-53574F60940F}"/>
          </ac:spMkLst>
        </pc:spChg>
      </pc:sldChg>
      <pc:sldChg chg="modSp add mod">
        <pc:chgData name="Yeo Xiong Wei, Jonathan" userId="ac2b658e-7ce1-44bb-9f9f-bf4198ceaa29" providerId="ADAL" clId="{453CC069-9AD3-413D-AC1F-5732DA0CF665}" dt="2022-05-23T09:33:15.081" v="876" actId="403"/>
        <pc:sldMkLst>
          <pc:docMk/>
          <pc:sldMk cId="2603056020" sldId="487"/>
        </pc:sldMkLst>
        <pc:spChg chg="mod">
          <ac:chgData name="Yeo Xiong Wei, Jonathan" userId="ac2b658e-7ce1-44bb-9f9f-bf4198ceaa29" providerId="ADAL" clId="{453CC069-9AD3-413D-AC1F-5732DA0CF665}" dt="2022-05-23T09:33:15.081" v="876" actId="403"/>
          <ac:spMkLst>
            <pc:docMk/>
            <pc:sldMk cId="2603056020" sldId="487"/>
            <ac:spMk id="16" creationId="{DD99C6AA-4FB0-4001-819D-E2F987201D6E}"/>
          </ac:spMkLst>
        </pc:spChg>
      </pc:sldChg>
      <pc:sldChg chg="add">
        <pc:chgData name="Yeo Xiong Wei, Jonathan" userId="ac2b658e-7ce1-44bb-9f9f-bf4198ceaa29" providerId="ADAL" clId="{453CC069-9AD3-413D-AC1F-5732DA0CF665}" dt="2022-05-23T09:12:23.259" v="0"/>
        <pc:sldMkLst>
          <pc:docMk/>
          <pc:sldMk cId="1092217493" sldId="488"/>
        </pc:sldMkLst>
      </pc:sldChg>
      <pc:sldChg chg="modSp add mod">
        <pc:chgData name="Yeo Xiong Wei, Jonathan" userId="ac2b658e-7ce1-44bb-9f9f-bf4198ceaa29" providerId="ADAL" clId="{453CC069-9AD3-413D-AC1F-5732DA0CF665}" dt="2022-05-26T08:17:18.374" v="3592" actId="114"/>
        <pc:sldMkLst>
          <pc:docMk/>
          <pc:sldMk cId="109609381" sldId="489"/>
        </pc:sldMkLst>
        <pc:spChg chg="mod">
          <ac:chgData name="Yeo Xiong Wei, Jonathan" userId="ac2b658e-7ce1-44bb-9f9f-bf4198ceaa29" providerId="ADAL" clId="{453CC069-9AD3-413D-AC1F-5732DA0CF665}" dt="2022-05-26T08:17:18.374" v="3592" actId="114"/>
          <ac:spMkLst>
            <pc:docMk/>
            <pc:sldMk cId="109609381" sldId="489"/>
            <ac:spMk id="11" creationId="{70E0456D-082A-4C39-8295-86EF554753DA}"/>
          </ac:spMkLst>
        </pc:spChg>
      </pc:sldChg>
      <pc:sldChg chg="addSp delSp modSp add mod">
        <pc:chgData name="Yeo Xiong Wei, Jonathan" userId="ac2b658e-7ce1-44bb-9f9f-bf4198ceaa29" providerId="ADAL" clId="{453CC069-9AD3-413D-AC1F-5732DA0CF665}" dt="2022-05-26T08:09:26.203" v="2937" actId="1076"/>
        <pc:sldMkLst>
          <pc:docMk/>
          <pc:sldMk cId="1009246360" sldId="490"/>
        </pc:sldMkLst>
        <pc:spChg chg="add mod">
          <ac:chgData name="Yeo Xiong Wei, Jonathan" userId="ac2b658e-7ce1-44bb-9f9f-bf4198ceaa29" providerId="ADAL" clId="{453CC069-9AD3-413D-AC1F-5732DA0CF665}" dt="2022-05-26T07:58:38.086" v="2016" actId="164"/>
          <ac:spMkLst>
            <pc:docMk/>
            <pc:sldMk cId="1009246360" sldId="490"/>
            <ac:spMk id="10" creationId="{02FC0B66-941A-EB94-EBB6-0F71667B07E2}"/>
          </ac:spMkLst>
        </pc:spChg>
        <pc:spChg chg="mod">
          <ac:chgData name="Yeo Xiong Wei, Jonathan" userId="ac2b658e-7ce1-44bb-9f9f-bf4198ceaa29" providerId="ADAL" clId="{453CC069-9AD3-413D-AC1F-5732DA0CF665}" dt="2022-05-26T07:58:06.322" v="2009" actId="20577"/>
          <ac:spMkLst>
            <pc:docMk/>
            <pc:sldMk cId="1009246360" sldId="490"/>
            <ac:spMk id="11" creationId="{70E0456D-082A-4C39-8295-86EF554753DA}"/>
          </ac:spMkLst>
        </pc:spChg>
        <pc:spChg chg="add mod">
          <ac:chgData name="Yeo Xiong Wei, Jonathan" userId="ac2b658e-7ce1-44bb-9f9f-bf4198ceaa29" providerId="ADAL" clId="{453CC069-9AD3-413D-AC1F-5732DA0CF665}" dt="2022-05-26T07:58:38.086" v="2016" actId="164"/>
          <ac:spMkLst>
            <pc:docMk/>
            <pc:sldMk cId="1009246360" sldId="490"/>
            <ac:spMk id="12" creationId="{6022C7B6-58D3-B068-2569-3FB02FC52820}"/>
          </ac:spMkLst>
        </pc:spChg>
        <pc:spChg chg="add mod">
          <ac:chgData name="Yeo Xiong Wei, Jonathan" userId="ac2b658e-7ce1-44bb-9f9f-bf4198ceaa29" providerId="ADAL" clId="{453CC069-9AD3-413D-AC1F-5732DA0CF665}" dt="2022-05-26T07:58:38.086" v="2016" actId="164"/>
          <ac:spMkLst>
            <pc:docMk/>
            <pc:sldMk cId="1009246360" sldId="490"/>
            <ac:spMk id="14" creationId="{BA2439D2-E332-F49D-576D-C74BF0C1AFB4}"/>
          </ac:spMkLst>
        </pc:spChg>
        <pc:spChg chg="add del mod">
          <ac:chgData name="Yeo Xiong Wei, Jonathan" userId="ac2b658e-7ce1-44bb-9f9f-bf4198ceaa29" providerId="ADAL" clId="{453CC069-9AD3-413D-AC1F-5732DA0CF665}" dt="2022-05-26T07:58:27.581" v="2014"/>
          <ac:spMkLst>
            <pc:docMk/>
            <pc:sldMk cId="1009246360" sldId="490"/>
            <ac:spMk id="18" creationId="{9CF9DF6F-BF17-9C79-D873-C1399447D875}"/>
          </ac:spMkLst>
        </pc:spChg>
        <pc:spChg chg="add del mod">
          <ac:chgData name="Yeo Xiong Wei, Jonathan" userId="ac2b658e-7ce1-44bb-9f9f-bf4198ceaa29" providerId="ADAL" clId="{453CC069-9AD3-413D-AC1F-5732DA0CF665}" dt="2022-05-26T07:58:27.581" v="2014"/>
          <ac:spMkLst>
            <pc:docMk/>
            <pc:sldMk cId="1009246360" sldId="490"/>
            <ac:spMk id="19" creationId="{C53003C8-53B2-8B4E-F34F-DE24B927302E}"/>
          </ac:spMkLst>
        </pc:spChg>
        <pc:spChg chg="add mod">
          <ac:chgData name="Yeo Xiong Wei, Jonathan" userId="ac2b658e-7ce1-44bb-9f9f-bf4198ceaa29" providerId="ADAL" clId="{453CC069-9AD3-413D-AC1F-5732DA0CF665}" dt="2022-05-26T08:00:17.223" v="2064" actId="1076"/>
          <ac:spMkLst>
            <pc:docMk/>
            <pc:sldMk cId="1009246360" sldId="490"/>
            <ac:spMk id="23" creationId="{152A6C56-E967-B365-CC5D-F762A5B53B88}"/>
          </ac:spMkLst>
        </pc:spChg>
        <pc:spChg chg="add mod">
          <ac:chgData name="Yeo Xiong Wei, Jonathan" userId="ac2b658e-7ce1-44bb-9f9f-bf4198ceaa29" providerId="ADAL" clId="{453CC069-9AD3-413D-AC1F-5732DA0CF665}" dt="2022-05-26T08:00:17.223" v="2064" actId="1076"/>
          <ac:spMkLst>
            <pc:docMk/>
            <pc:sldMk cId="1009246360" sldId="490"/>
            <ac:spMk id="24" creationId="{9109CB36-6D1F-AB99-1ED2-0E84BB9EB73C}"/>
          </ac:spMkLst>
        </pc:spChg>
        <pc:spChg chg="add mod">
          <ac:chgData name="Yeo Xiong Wei, Jonathan" userId="ac2b658e-7ce1-44bb-9f9f-bf4198ceaa29" providerId="ADAL" clId="{453CC069-9AD3-413D-AC1F-5732DA0CF665}" dt="2022-05-26T08:00:17.223" v="2064" actId="1076"/>
          <ac:spMkLst>
            <pc:docMk/>
            <pc:sldMk cId="1009246360" sldId="490"/>
            <ac:spMk id="25" creationId="{EC00C7D3-C59D-9D9D-404D-7B8C55350159}"/>
          </ac:spMkLst>
        </pc:spChg>
        <pc:spChg chg="add mod">
          <ac:chgData name="Yeo Xiong Wei, Jonathan" userId="ac2b658e-7ce1-44bb-9f9f-bf4198ceaa29" providerId="ADAL" clId="{453CC069-9AD3-413D-AC1F-5732DA0CF665}" dt="2022-05-26T08:09:26.203" v="2937" actId="1076"/>
          <ac:spMkLst>
            <pc:docMk/>
            <pc:sldMk cId="1009246360" sldId="490"/>
            <ac:spMk id="29" creationId="{63FF4906-009F-BC37-83E9-3EE4ACB13E50}"/>
          </ac:spMkLst>
        </pc:spChg>
        <pc:spChg chg="add mod">
          <ac:chgData name="Yeo Xiong Wei, Jonathan" userId="ac2b658e-7ce1-44bb-9f9f-bf4198ceaa29" providerId="ADAL" clId="{453CC069-9AD3-413D-AC1F-5732DA0CF665}" dt="2022-05-26T08:00:17.223" v="2064" actId="1076"/>
          <ac:spMkLst>
            <pc:docMk/>
            <pc:sldMk cId="1009246360" sldId="490"/>
            <ac:spMk id="30" creationId="{FC841216-685E-B4D7-22E4-03D5632C5A6A}"/>
          </ac:spMkLst>
        </pc:spChg>
        <pc:spChg chg="add del">
          <ac:chgData name="Yeo Xiong Wei, Jonathan" userId="ac2b658e-7ce1-44bb-9f9f-bf4198ceaa29" providerId="ADAL" clId="{453CC069-9AD3-413D-AC1F-5732DA0CF665}" dt="2022-05-26T08:01:15.156" v="2157" actId="11529"/>
          <ac:spMkLst>
            <pc:docMk/>
            <pc:sldMk cId="1009246360" sldId="490"/>
            <ac:spMk id="31" creationId="{F183FAE7-26FD-5CE5-883F-D774CB6A0546}"/>
          </ac:spMkLst>
        </pc:spChg>
        <pc:spChg chg="add mod">
          <ac:chgData name="Yeo Xiong Wei, Jonathan" userId="ac2b658e-7ce1-44bb-9f9f-bf4198ceaa29" providerId="ADAL" clId="{453CC069-9AD3-413D-AC1F-5732DA0CF665}" dt="2022-05-26T08:01:39.620" v="2162" actId="1076"/>
          <ac:spMkLst>
            <pc:docMk/>
            <pc:sldMk cId="1009246360" sldId="490"/>
            <ac:spMk id="33" creationId="{22CEED89-D791-CF65-0C3A-ADC992D63B63}"/>
          </ac:spMkLst>
        </pc:spChg>
        <pc:spChg chg="add mod">
          <ac:chgData name="Yeo Xiong Wei, Jonathan" userId="ac2b658e-7ce1-44bb-9f9f-bf4198ceaa29" providerId="ADAL" clId="{453CC069-9AD3-413D-AC1F-5732DA0CF665}" dt="2022-05-26T08:01:50.984" v="2164" actId="14100"/>
          <ac:spMkLst>
            <pc:docMk/>
            <pc:sldMk cId="1009246360" sldId="490"/>
            <ac:spMk id="34" creationId="{BF974F28-D457-827F-3E69-7C9AF1A3BC24}"/>
          </ac:spMkLst>
        </pc:spChg>
        <pc:grpChg chg="add mod">
          <ac:chgData name="Yeo Xiong Wei, Jonathan" userId="ac2b658e-7ce1-44bb-9f9f-bf4198ceaa29" providerId="ADAL" clId="{453CC069-9AD3-413D-AC1F-5732DA0CF665}" dt="2022-05-26T07:58:29.382" v="2015" actId="164"/>
          <ac:grpSpMkLst>
            <pc:docMk/>
            <pc:sldMk cId="1009246360" sldId="490"/>
            <ac:grpSpMk id="13" creationId="{E867D8C0-E407-B743-99EB-395F0CBF4AB3}"/>
          </ac:grpSpMkLst>
        </pc:grpChg>
        <pc:grpChg chg="add mod">
          <ac:chgData name="Yeo Xiong Wei, Jonathan" userId="ac2b658e-7ce1-44bb-9f9f-bf4198ceaa29" providerId="ADAL" clId="{453CC069-9AD3-413D-AC1F-5732DA0CF665}" dt="2022-05-26T08:00:17.223" v="2064" actId="1076"/>
          <ac:grpSpMkLst>
            <pc:docMk/>
            <pc:sldMk cId="1009246360" sldId="490"/>
            <ac:grpSpMk id="15" creationId="{9A49D43B-D0A4-A58E-B173-70A0D99F6CF7}"/>
          </ac:grpSpMkLst>
        </pc:grpChg>
        <pc:cxnChg chg="add mod">
          <ac:chgData name="Yeo Xiong Wei, Jonathan" userId="ac2b658e-7ce1-44bb-9f9f-bf4198ceaa29" providerId="ADAL" clId="{453CC069-9AD3-413D-AC1F-5732DA0CF665}" dt="2022-05-26T07:58:38.086" v="2016" actId="164"/>
          <ac:cxnSpMkLst>
            <pc:docMk/>
            <pc:sldMk cId="1009246360" sldId="490"/>
            <ac:cxnSpMk id="4" creationId="{13924E8F-E392-4326-4354-BC3FC5A61FA3}"/>
          </ac:cxnSpMkLst>
        </pc:cxnChg>
        <pc:cxnChg chg="add mod">
          <ac:chgData name="Yeo Xiong Wei, Jonathan" userId="ac2b658e-7ce1-44bb-9f9f-bf4198ceaa29" providerId="ADAL" clId="{453CC069-9AD3-413D-AC1F-5732DA0CF665}" dt="2022-05-26T07:58:38.086" v="2016" actId="164"/>
          <ac:cxnSpMkLst>
            <pc:docMk/>
            <pc:sldMk cId="1009246360" sldId="490"/>
            <ac:cxnSpMk id="7" creationId="{9AB20DC5-0666-4BF5-F44C-EDC51D629EEE}"/>
          </ac:cxnSpMkLst>
        </pc:cxnChg>
        <pc:cxnChg chg="add del mod">
          <ac:chgData name="Yeo Xiong Wei, Jonathan" userId="ac2b658e-7ce1-44bb-9f9f-bf4198ceaa29" providerId="ADAL" clId="{453CC069-9AD3-413D-AC1F-5732DA0CF665}" dt="2022-05-26T07:58:27.581" v="2014"/>
          <ac:cxnSpMkLst>
            <pc:docMk/>
            <pc:sldMk cId="1009246360" sldId="490"/>
            <ac:cxnSpMk id="16" creationId="{B51C77DA-67B5-17E0-383F-3EF5BDC8378A}"/>
          </ac:cxnSpMkLst>
        </pc:cxnChg>
        <pc:cxnChg chg="add del mod">
          <ac:chgData name="Yeo Xiong Wei, Jonathan" userId="ac2b658e-7ce1-44bb-9f9f-bf4198ceaa29" providerId="ADAL" clId="{453CC069-9AD3-413D-AC1F-5732DA0CF665}" dt="2022-05-26T07:58:27.581" v="2014"/>
          <ac:cxnSpMkLst>
            <pc:docMk/>
            <pc:sldMk cId="1009246360" sldId="490"/>
            <ac:cxnSpMk id="17" creationId="{C5DABB38-F193-9B5D-0AA2-DFC29BF65558}"/>
          </ac:cxnSpMkLst>
        </pc:cxnChg>
        <pc:cxnChg chg="add mod">
          <ac:chgData name="Yeo Xiong Wei, Jonathan" userId="ac2b658e-7ce1-44bb-9f9f-bf4198ceaa29" providerId="ADAL" clId="{453CC069-9AD3-413D-AC1F-5732DA0CF665}" dt="2022-05-26T08:00:17.223" v="2064" actId="1076"/>
          <ac:cxnSpMkLst>
            <pc:docMk/>
            <pc:sldMk cId="1009246360" sldId="490"/>
            <ac:cxnSpMk id="21" creationId="{D0C853B9-3079-FD8C-7A3D-A5DB2490BF5A}"/>
          </ac:cxnSpMkLst>
        </pc:cxnChg>
        <pc:cxnChg chg="add mod">
          <ac:chgData name="Yeo Xiong Wei, Jonathan" userId="ac2b658e-7ce1-44bb-9f9f-bf4198ceaa29" providerId="ADAL" clId="{453CC069-9AD3-413D-AC1F-5732DA0CF665}" dt="2022-05-26T08:00:17.223" v="2064" actId="1076"/>
          <ac:cxnSpMkLst>
            <pc:docMk/>
            <pc:sldMk cId="1009246360" sldId="490"/>
            <ac:cxnSpMk id="22" creationId="{6D061299-93A9-CFE9-BEA6-7B09D7E8F063}"/>
          </ac:cxnSpMkLst>
        </pc:cxnChg>
        <pc:cxnChg chg="add mod">
          <ac:chgData name="Yeo Xiong Wei, Jonathan" userId="ac2b658e-7ce1-44bb-9f9f-bf4198ceaa29" providerId="ADAL" clId="{453CC069-9AD3-413D-AC1F-5732DA0CF665}" dt="2022-05-26T08:00:17.223" v="2064" actId="1076"/>
          <ac:cxnSpMkLst>
            <pc:docMk/>
            <pc:sldMk cId="1009246360" sldId="490"/>
            <ac:cxnSpMk id="26" creationId="{404F6544-9C20-139E-B733-07C5E7F5C78F}"/>
          </ac:cxnSpMkLst>
        </pc:cxnChg>
      </pc:sldChg>
      <pc:sldChg chg="add ord">
        <pc:chgData name="Yeo Xiong Wei, Jonathan" userId="ac2b658e-7ce1-44bb-9f9f-bf4198ceaa29" providerId="ADAL" clId="{453CC069-9AD3-413D-AC1F-5732DA0CF665}" dt="2022-05-26T08:17:55.882" v="3598"/>
        <pc:sldMkLst>
          <pc:docMk/>
          <pc:sldMk cId="2393610499" sldId="491"/>
        </pc:sldMkLst>
      </pc:sldChg>
      <pc:sldChg chg="add">
        <pc:chgData name="Yeo Xiong Wei, Jonathan" userId="ac2b658e-7ce1-44bb-9f9f-bf4198ceaa29" providerId="ADAL" clId="{453CC069-9AD3-413D-AC1F-5732DA0CF665}" dt="2022-05-23T09:12:23.259" v="0"/>
        <pc:sldMkLst>
          <pc:docMk/>
          <pc:sldMk cId="249464891" sldId="492"/>
        </pc:sldMkLst>
      </pc:sldChg>
      <pc:sldChg chg="add">
        <pc:chgData name="Yeo Xiong Wei, Jonathan" userId="ac2b658e-7ce1-44bb-9f9f-bf4198ceaa29" providerId="ADAL" clId="{453CC069-9AD3-413D-AC1F-5732DA0CF665}" dt="2022-05-23T09:12:23.259" v="0"/>
        <pc:sldMkLst>
          <pc:docMk/>
          <pc:sldMk cId="704588980" sldId="493"/>
        </pc:sldMkLst>
      </pc:sldChg>
      <pc:sldChg chg="add">
        <pc:chgData name="Yeo Xiong Wei, Jonathan" userId="ac2b658e-7ce1-44bb-9f9f-bf4198ceaa29" providerId="ADAL" clId="{453CC069-9AD3-413D-AC1F-5732DA0CF665}" dt="2022-05-23T09:12:23.259" v="0"/>
        <pc:sldMkLst>
          <pc:docMk/>
          <pc:sldMk cId="4054737768" sldId="494"/>
        </pc:sldMkLst>
      </pc:sldChg>
      <pc:sldChg chg="add">
        <pc:chgData name="Yeo Xiong Wei, Jonathan" userId="ac2b658e-7ce1-44bb-9f9f-bf4198ceaa29" providerId="ADAL" clId="{453CC069-9AD3-413D-AC1F-5732DA0CF665}" dt="2022-05-23T09:12:23.259" v="0"/>
        <pc:sldMkLst>
          <pc:docMk/>
          <pc:sldMk cId="3029065762" sldId="495"/>
        </pc:sldMkLst>
      </pc:sldChg>
      <pc:sldChg chg="modSp add mod modAnim">
        <pc:chgData name="Yeo Xiong Wei, Jonathan" userId="ac2b658e-7ce1-44bb-9f9f-bf4198ceaa29" providerId="ADAL" clId="{453CC069-9AD3-413D-AC1F-5732DA0CF665}" dt="2022-05-26T08:40:57.188" v="5807" actId="20577"/>
        <pc:sldMkLst>
          <pc:docMk/>
          <pc:sldMk cId="2967034777" sldId="496"/>
        </pc:sldMkLst>
        <pc:spChg chg="mod">
          <ac:chgData name="Yeo Xiong Wei, Jonathan" userId="ac2b658e-7ce1-44bb-9f9f-bf4198ceaa29" providerId="ADAL" clId="{453CC069-9AD3-413D-AC1F-5732DA0CF665}" dt="2022-05-26T08:38:21.738" v="5233"/>
          <ac:spMkLst>
            <pc:docMk/>
            <pc:sldMk cId="2967034777" sldId="496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453CC069-9AD3-413D-AC1F-5732DA0CF665}" dt="2022-05-26T08:40:57.188" v="5807" actId="20577"/>
          <ac:spMkLst>
            <pc:docMk/>
            <pc:sldMk cId="2967034777" sldId="496"/>
            <ac:spMk id="108546" creationId="{00000000-0000-0000-0000-000000000000}"/>
          </ac:spMkLst>
        </pc:spChg>
      </pc:sldChg>
      <pc:sldChg chg="modSp add mod">
        <pc:chgData name="Yeo Xiong Wei, Jonathan" userId="ac2b658e-7ce1-44bb-9f9f-bf4198ceaa29" providerId="ADAL" clId="{453CC069-9AD3-413D-AC1F-5732DA0CF665}" dt="2022-05-23T09:12:48.811" v="36" actId="20577"/>
        <pc:sldMkLst>
          <pc:docMk/>
          <pc:sldMk cId="3407934001" sldId="497"/>
        </pc:sldMkLst>
        <pc:spChg chg="mod">
          <ac:chgData name="Yeo Xiong Wei, Jonathan" userId="ac2b658e-7ce1-44bb-9f9f-bf4198ceaa29" providerId="ADAL" clId="{453CC069-9AD3-413D-AC1F-5732DA0CF665}" dt="2022-05-23T09:12:48.811" v="36" actId="20577"/>
          <ac:spMkLst>
            <pc:docMk/>
            <pc:sldMk cId="3407934001" sldId="497"/>
            <ac:spMk id="2" creationId="{AC01609E-06F3-4BC5-AAF3-53EBE98C380B}"/>
          </ac:spMkLst>
        </pc:spChg>
      </pc:sldChg>
      <pc:sldChg chg="add del">
        <pc:chgData name="Yeo Xiong Wei, Jonathan" userId="ac2b658e-7ce1-44bb-9f9f-bf4198ceaa29" providerId="ADAL" clId="{453CC069-9AD3-413D-AC1F-5732DA0CF665}" dt="2022-05-23T09:14:48.899" v="40" actId="2696"/>
        <pc:sldMkLst>
          <pc:docMk/>
          <pc:sldMk cId="1175381624" sldId="498"/>
        </pc:sldMkLst>
      </pc:sldChg>
      <pc:sldChg chg="modSp add del mod">
        <pc:chgData name="Yeo Xiong Wei, Jonathan" userId="ac2b658e-7ce1-44bb-9f9f-bf4198ceaa29" providerId="ADAL" clId="{453CC069-9AD3-413D-AC1F-5732DA0CF665}" dt="2022-05-23T09:23:16.902" v="73" actId="47"/>
        <pc:sldMkLst>
          <pc:docMk/>
          <pc:sldMk cId="2615054169" sldId="498"/>
        </pc:sldMkLst>
        <pc:spChg chg="mod">
          <ac:chgData name="Yeo Xiong Wei, Jonathan" userId="ac2b658e-7ce1-44bb-9f9f-bf4198ceaa29" providerId="ADAL" clId="{453CC069-9AD3-413D-AC1F-5732DA0CF665}" dt="2022-05-23T09:14:53.666" v="54" actId="20577"/>
          <ac:spMkLst>
            <pc:docMk/>
            <pc:sldMk cId="2615054169" sldId="498"/>
            <ac:spMk id="2" creationId="{AC01609E-06F3-4BC5-AAF3-53EBE98C380B}"/>
          </ac:spMkLst>
        </pc:spChg>
      </pc:sldChg>
      <pc:sldChg chg="add del">
        <pc:chgData name="Yeo Xiong Wei, Jonathan" userId="ac2b658e-7ce1-44bb-9f9f-bf4198ceaa29" providerId="ADAL" clId="{453CC069-9AD3-413D-AC1F-5732DA0CF665}" dt="2022-05-23T09:23:16.902" v="73" actId="47"/>
        <pc:sldMkLst>
          <pc:docMk/>
          <pc:sldMk cId="1406002873" sldId="499"/>
        </pc:sldMkLst>
      </pc:sldChg>
      <pc:sldChg chg="add del">
        <pc:chgData name="Yeo Xiong Wei, Jonathan" userId="ac2b658e-7ce1-44bb-9f9f-bf4198ceaa29" providerId="ADAL" clId="{453CC069-9AD3-413D-AC1F-5732DA0CF665}" dt="2022-05-23T09:23:16.902" v="73" actId="47"/>
        <pc:sldMkLst>
          <pc:docMk/>
          <pc:sldMk cId="3390294228" sldId="500"/>
        </pc:sldMkLst>
      </pc:sldChg>
      <pc:sldChg chg="add del">
        <pc:chgData name="Yeo Xiong Wei, Jonathan" userId="ac2b658e-7ce1-44bb-9f9f-bf4198ceaa29" providerId="ADAL" clId="{453CC069-9AD3-413D-AC1F-5732DA0CF665}" dt="2022-05-23T09:23:16.902" v="73" actId="47"/>
        <pc:sldMkLst>
          <pc:docMk/>
          <pc:sldMk cId="2293823497" sldId="512"/>
        </pc:sldMkLst>
      </pc:sldChg>
      <pc:sldChg chg="add del">
        <pc:chgData name="Yeo Xiong Wei, Jonathan" userId="ac2b658e-7ce1-44bb-9f9f-bf4198ceaa29" providerId="ADAL" clId="{453CC069-9AD3-413D-AC1F-5732DA0CF665}" dt="2022-05-23T09:23:16.902" v="73" actId="47"/>
        <pc:sldMkLst>
          <pc:docMk/>
          <pc:sldMk cId="2066419242" sldId="513"/>
        </pc:sldMkLst>
      </pc:sldChg>
      <pc:sldChg chg="add del">
        <pc:chgData name="Yeo Xiong Wei, Jonathan" userId="ac2b658e-7ce1-44bb-9f9f-bf4198ceaa29" providerId="ADAL" clId="{453CC069-9AD3-413D-AC1F-5732DA0CF665}" dt="2022-05-23T09:23:16.902" v="73" actId="47"/>
        <pc:sldMkLst>
          <pc:docMk/>
          <pc:sldMk cId="201268408" sldId="514"/>
        </pc:sldMkLst>
      </pc:sldChg>
      <pc:sldChg chg="add del">
        <pc:chgData name="Yeo Xiong Wei, Jonathan" userId="ac2b658e-7ce1-44bb-9f9f-bf4198ceaa29" providerId="ADAL" clId="{453CC069-9AD3-413D-AC1F-5732DA0CF665}" dt="2022-05-23T09:17:41.564" v="72" actId="47"/>
        <pc:sldMkLst>
          <pc:docMk/>
          <pc:sldMk cId="3402006223" sldId="515"/>
        </pc:sldMkLst>
      </pc:sldChg>
      <pc:sldChg chg="add del">
        <pc:chgData name="Yeo Xiong Wei, Jonathan" userId="ac2b658e-7ce1-44bb-9f9f-bf4198ceaa29" providerId="ADAL" clId="{453CC069-9AD3-413D-AC1F-5732DA0CF665}" dt="2022-05-23T09:39:26.539" v="924" actId="47"/>
        <pc:sldMkLst>
          <pc:docMk/>
          <pc:sldMk cId="3765836655" sldId="516"/>
        </pc:sldMkLst>
      </pc:sldChg>
      <pc:sldChg chg="modSp add del mod">
        <pc:chgData name="Yeo Xiong Wei, Jonathan" userId="ac2b658e-7ce1-44bb-9f9f-bf4198ceaa29" providerId="ADAL" clId="{453CC069-9AD3-413D-AC1F-5732DA0CF665}" dt="2022-05-23T09:39:26.539" v="924" actId="47"/>
        <pc:sldMkLst>
          <pc:docMk/>
          <pc:sldMk cId="568760823" sldId="517"/>
        </pc:sldMkLst>
        <pc:spChg chg="mod">
          <ac:chgData name="Yeo Xiong Wei, Jonathan" userId="ac2b658e-7ce1-44bb-9f9f-bf4198ceaa29" providerId="ADAL" clId="{453CC069-9AD3-413D-AC1F-5732DA0CF665}" dt="2022-05-23T09:17:05.791" v="71" actId="27636"/>
          <ac:spMkLst>
            <pc:docMk/>
            <pc:sldMk cId="568760823" sldId="517"/>
            <ac:spMk id="233474" creationId="{00000000-0000-0000-0000-000000000000}"/>
          </ac:spMkLst>
        </pc:spChg>
      </pc:sldChg>
      <pc:sldChg chg="addSp delSp modSp add mod">
        <pc:chgData name="Yeo Xiong Wei, Jonathan" userId="ac2b658e-7ce1-44bb-9f9f-bf4198ceaa29" providerId="ADAL" clId="{453CC069-9AD3-413D-AC1F-5732DA0CF665}" dt="2022-05-23T09:28:08.138" v="307" actId="20577"/>
        <pc:sldMkLst>
          <pc:docMk/>
          <pc:sldMk cId="1498065960" sldId="518"/>
        </pc:sldMkLst>
        <pc:spChg chg="del">
          <ac:chgData name="Yeo Xiong Wei, Jonathan" userId="ac2b658e-7ce1-44bb-9f9f-bf4198ceaa29" providerId="ADAL" clId="{453CC069-9AD3-413D-AC1F-5732DA0CF665}" dt="2022-05-23T09:25:01.396" v="205" actId="478"/>
          <ac:spMkLst>
            <pc:docMk/>
            <pc:sldMk cId="1498065960" sldId="518"/>
            <ac:spMk id="2" creationId="{252FB63B-0A30-4264-95B9-5B64B74705D7}"/>
          </ac:spMkLst>
        </pc:spChg>
        <pc:spChg chg="del">
          <ac:chgData name="Yeo Xiong Wei, Jonathan" userId="ac2b658e-7ce1-44bb-9f9f-bf4198ceaa29" providerId="ADAL" clId="{453CC069-9AD3-413D-AC1F-5732DA0CF665}" dt="2022-05-23T09:25:58.235" v="263" actId="478"/>
          <ac:spMkLst>
            <pc:docMk/>
            <pc:sldMk cId="1498065960" sldId="518"/>
            <ac:spMk id="6" creationId="{0E220112-BAB6-4F58-B0E9-33E4DE8BDAB4}"/>
          </ac:spMkLst>
        </pc:spChg>
        <pc:spChg chg="del">
          <ac:chgData name="Yeo Xiong Wei, Jonathan" userId="ac2b658e-7ce1-44bb-9f9f-bf4198ceaa29" providerId="ADAL" clId="{453CC069-9AD3-413D-AC1F-5732DA0CF665}" dt="2022-05-23T09:25:54.218" v="261" actId="478"/>
          <ac:spMkLst>
            <pc:docMk/>
            <pc:sldMk cId="1498065960" sldId="518"/>
            <ac:spMk id="11" creationId="{7AA31826-D3CC-44B5-A0C7-111F51905E74}"/>
          </ac:spMkLst>
        </pc:spChg>
        <pc:spChg chg="del">
          <ac:chgData name="Yeo Xiong Wei, Jonathan" userId="ac2b658e-7ce1-44bb-9f9f-bf4198ceaa29" providerId="ADAL" clId="{453CC069-9AD3-413D-AC1F-5732DA0CF665}" dt="2022-05-23T09:25:55.770" v="262" actId="478"/>
          <ac:spMkLst>
            <pc:docMk/>
            <pc:sldMk cId="1498065960" sldId="518"/>
            <ac:spMk id="13" creationId="{73DF7C3B-ED60-44DF-BBF5-DC5FF53BDBEC}"/>
          </ac:spMkLst>
        </pc:spChg>
        <pc:spChg chg="mod">
          <ac:chgData name="Yeo Xiong Wei, Jonathan" userId="ac2b658e-7ce1-44bb-9f9f-bf4198ceaa29" providerId="ADAL" clId="{453CC069-9AD3-413D-AC1F-5732DA0CF665}" dt="2022-05-23T09:28:08.138" v="307" actId="20577"/>
          <ac:spMkLst>
            <pc:docMk/>
            <pc:sldMk cId="1498065960" sldId="518"/>
            <ac:spMk id="16" creationId="{DD99C6AA-4FB0-4001-819D-E2F987201D6E}"/>
          </ac:spMkLst>
        </pc:spChg>
        <pc:picChg chg="mod">
          <ac:chgData name="Yeo Xiong Wei, Jonathan" userId="ac2b658e-7ce1-44bb-9f9f-bf4198ceaa29" providerId="ADAL" clId="{453CC069-9AD3-413D-AC1F-5732DA0CF665}" dt="2022-05-23T09:27:17.884" v="295" actId="1076"/>
          <ac:picMkLst>
            <pc:docMk/>
            <pc:sldMk cId="1498065960" sldId="518"/>
            <ac:picMk id="3" creationId="{0CBD2E86-A838-4052-9A5F-C69CED66BE0E}"/>
          </ac:picMkLst>
        </pc:picChg>
        <pc:cxnChg chg="add mod">
          <ac:chgData name="Yeo Xiong Wei, Jonathan" userId="ac2b658e-7ce1-44bb-9f9f-bf4198ceaa29" providerId="ADAL" clId="{453CC069-9AD3-413D-AC1F-5732DA0CF665}" dt="2022-05-23T09:27:46.074" v="304" actId="1037"/>
          <ac:cxnSpMkLst>
            <pc:docMk/>
            <pc:sldMk cId="1498065960" sldId="518"/>
            <ac:cxnSpMk id="8" creationId="{FAF9B0DF-0394-2008-0884-350785E9F701}"/>
          </ac:cxnSpMkLst>
        </pc:cxnChg>
        <pc:cxnChg chg="del">
          <ac:chgData name="Yeo Xiong Wei, Jonathan" userId="ac2b658e-7ce1-44bb-9f9f-bf4198ceaa29" providerId="ADAL" clId="{453CC069-9AD3-413D-AC1F-5732DA0CF665}" dt="2022-05-23T09:27:26.787" v="296" actId="478"/>
          <ac:cxnSpMkLst>
            <pc:docMk/>
            <pc:sldMk cId="1498065960" sldId="518"/>
            <ac:cxnSpMk id="9" creationId="{7AE6C79C-B2C8-43CD-ACEE-D0B1EB75176F}"/>
          </ac:cxnSpMkLst>
        </pc:cxnChg>
      </pc:sldChg>
      <pc:sldChg chg="delSp modSp add mod">
        <pc:chgData name="Yeo Xiong Wei, Jonathan" userId="ac2b658e-7ce1-44bb-9f9f-bf4198ceaa29" providerId="ADAL" clId="{453CC069-9AD3-413D-AC1F-5732DA0CF665}" dt="2022-05-23T09:28:17.066" v="309" actId="20577"/>
        <pc:sldMkLst>
          <pc:docMk/>
          <pc:sldMk cId="3167182406" sldId="519"/>
        </pc:sldMkLst>
        <pc:spChg chg="mod">
          <ac:chgData name="Yeo Xiong Wei, Jonathan" userId="ac2b658e-7ce1-44bb-9f9f-bf4198ceaa29" providerId="ADAL" clId="{453CC069-9AD3-413D-AC1F-5732DA0CF665}" dt="2022-05-23T09:26:15.733" v="267" actId="1076"/>
          <ac:spMkLst>
            <pc:docMk/>
            <pc:sldMk cId="3167182406" sldId="519"/>
            <ac:spMk id="10" creationId="{F2280A3B-ECB2-4E69-B504-4632405C20A4}"/>
          </ac:spMkLst>
        </pc:spChg>
        <pc:spChg chg="mod">
          <ac:chgData name="Yeo Xiong Wei, Jonathan" userId="ac2b658e-7ce1-44bb-9f9f-bf4198ceaa29" providerId="ADAL" clId="{453CC069-9AD3-413D-AC1F-5732DA0CF665}" dt="2022-05-23T09:26:17.099" v="269" actId="20577"/>
          <ac:spMkLst>
            <pc:docMk/>
            <pc:sldMk cId="3167182406" sldId="519"/>
            <ac:spMk id="14" creationId="{C3FCEFB3-C4AB-40AF-9F11-9F86BBA7E3B5}"/>
          </ac:spMkLst>
        </pc:spChg>
        <pc:spChg chg="mod">
          <ac:chgData name="Yeo Xiong Wei, Jonathan" userId="ac2b658e-7ce1-44bb-9f9f-bf4198ceaa29" providerId="ADAL" clId="{453CC069-9AD3-413D-AC1F-5732DA0CF665}" dt="2022-05-23T09:28:17.066" v="309" actId="20577"/>
          <ac:spMkLst>
            <pc:docMk/>
            <pc:sldMk cId="3167182406" sldId="519"/>
            <ac:spMk id="16" creationId="{DD99C6AA-4FB0-4001-819D-E2F987201D6E}"/>
          </ac:spMkLst>
        </pc:spChg>
        <pc:cxnChg chg="del">
          <ac:chgData name="Yeo Xiong Wei, Jonathan" userId="ac2b658e-7ce1-44bb-9f9f-bf4198ceaa29" providerId="ADAL" clId="{453CC069-9AD3-413D-AC1F-5732DA0CF665}" dt="2022-05-23T09:27:53.178" v="305" actId="478"/>
          <ac:cxnSpMkLst>
            <pc:docMk/>
            <pc:sldMk cId="3167182406" sldId="519"/>
            <ac:cxnSpMk id="9" creationId="{7AE6C79C-B2C8-43CD-ACEE-D0B1EB75176F}"/>
          </ac:cxnSpMkLst>
        </pc:cxnChg>
      </pc:sldChg>
      <pc:sldChg chg="delSp modSp add mod">
        <pc:chgData name="Yeo Xiong Wei, Jonathan" userId="ac2b658e-7ce1-44bb-9f9f-bf4198ceaa29" providerId="ADAL" clId="{453CC069-9AD3-413D-AC1F-5732DA0CF665}" dt="2022-05-23T09:30:55.323" v="452" actId="27636"/>
        <pc:sldMkLst>
          <pc:docMk/>
          <pc:sldMk cId="3681824628" sldId="520"/>
        </pc:sldMkLst>
        <pc:spChg chg="del">
          <ac:chgData name="Yeo Xiong Wei, Jonathan" userId="ac2b658e-7ce1-44bb-9f9f-bf4198ceaa29" providerId="ADAL" clId="{453CC069-9AD3-413D-AC1F-5732DA0CF665}" dt="2022-05-23T09:28:23.620" v="311" actId="478"/>
          <ac:spMkLst>
            <pc:docMk/>
            <pc:sldMk cId="3681824628" sldId="520"/>
            <ac:spMk id="10" creationId="{F2280A3B-ECB2-4E69-B504-4632405C20A4}"/>
          </ac:spMkLst>
        </pc:spChg>
        <pc:spChg chg="del">
          <ac:chgData name="Yeo Xiong Wei, Jonathan" userId="ac2b658e-7ce1-44bb-9f9f-bf4198ceaa29" providerId="ADAL" clId="{453CC069-9AD3-413D-AC1F-5732DA0CF665}" dt="2022-05-23T09:28:25.699" v="312" actId="478"/>
          <ac:spMkLst>
            <pc:docMk/>
            <pc:sldMk cId="3681824628" sldId="520"/>
            <ac:spMk id="11" creationId="{7AA31826-D3CC-44B5-A0C7-111F51905E74}"/>
          </ac:spMkLst>
        </pc:spChg>
        <pc:spChg chg="del">
          <ac:chgData name="Yeo Xiong Wei, Jonathan" userId="ac2b658e-7ce1-44bb-9f9f-bf4198ceaa29" providerId="ADAL" clId="{453CC069-9AD3-413D-AC1F-5732DA0CF665}" dt="2022-05-23T09:28:28.394" v="314" actId="478"/>
          <ac:spMkLst>
            <pc:docMk/>
            <pc:sldMk cId="3681824628" sldId="520"/>
            <ac:spMk id="13" creationId="{73DF7C3B-ED60-44DF-BBF5-DC5FF53BDBEC}"/>
          </ac:spMkLst>
        </pc:spChg>
        <pc:spChg chg="del">
          <ac:chgData name="Yeo Xiong Wei, Jonathan" userId="ac2b658e-7ce1-44bb-9f9f-bf4198ceaa29" providerId="ADAL" clId="{453CC069-9AD3-413D-AC1F-5732DA0CF665}" dt="2022-05-23T09:28:27.218" v="313" actId="478"/>
          <ac:spMkLst>
            <pc:docMk/>
            <pc:sldMk cId="3681824628" sldId="520"/>
            <ac:spMk id="14" creationId="{C3FCEFB3-C4AB-40AF-9F11-9F86BBA7E3B5}"/>
          </ac:spMkLst>
        </pc:spChg>
        <pc:spChg chg="mod">
          <ac:chgData name="Yeo Xiong Wei, Jonathan" userId="ac2b658e-7ce1-44bb-9f9f-bf4198ceaa29" providerId="ADAL" clId="{453CC069-9AD3-413D-AC1F-5732DA0CF665}" dt="2022-05-23T09:30:55.323" v="452" actId="27636"/>
          <ac:spMkLst>
            <pc:docMk/>
            <pc:sldMk cId="3681824628" sldId="520"/>
            <ac:spMk id="16" creationId="{DD99C6AA-4FB0-4001-819D-E2F987201D6E}"/>
          </ac:spMkLst>
        </pc:spChg>
      </pc:sldChg>
      <pc:sldChg chg="add">
        <pc:chgData name="Yeo Xiong Wei, Jonathan" userId="ac2b658e-7ce1-44bb-9f9f-bf4198ceaa29" providerId="ADAL" clId="{453CC069-9AD3-413D-AC1F-5732DA0CF665}" dt="2022-05-23T09:34:04.469" v="877"/>
        <pc:sldMkLst>
          <pc:docMk/>
          <pc:sldMk cId="1914084528" sldId="524"/>
        </pc:sldMkLst>
      </pc:sldChg>
      <pc:sldChg chg="modSp add mod">
        <pc:chgData name="Yeo Xiong Wei, Jonathan" userId="ac2b658e-7ce1-44bb-9f9f-bf4198ceaa29" providerId="ADAL" clId="{453CC069-9AD3-413D-AC1F-5732DA0CF665}" dt="2022-05-26T08:32:31.966" v="4959" actId="20577"/>
        <pc:sldMkLst>
          <pc:docMk/>
          <pc:sldMk cId="2089737958" sldId="525"/>
        </pc:sldMkLst>
        <pc:spChg chg="mod">
          <ac:chgData name="Yeo Xiong Wei, Jonathan" userId="ac2b658e-7ce1-44bb-9f9f-bf4198ceaa29" providerId="ADAL" clId="{453CC069-9AD3-413D-AC1F-5732DA0CF665}" dt="2022-05-26T08:32:31.966" v="4959" actId="20577"/>
          <ac:spMkLst>
            <pc:docMk/>
            <pc:sldMk cId="2089737958" sldId="525"/>
            <ac:spMk id="3" creationId="{F6166362-5747-4CF8-8778-889699D343D3}"/>
          </ac:spMkLst>
        </pc:spChg>
      </pc:sldChg>
      <pc:sldChg chg="delSp add mod">
        <pc:chgData name="Yeo Xiong Wei, Jonathan" userId="ac2b658e-7ce1-44bb-9f9f-bf4198ceaa29" providerId="ADAL" clId="{453CC069-9AD3-413D-AC1F-5732DA0CF665}" dt="2022-05-23T09:35:31.069" v="881" actId="478"/>
        <pc:sldMkLst>
          <pc:docMk/>
          <pc:sldMk cId="2026925537" sldId="531"/>
        </pc:sldMkLst>
        <pc:inkChg chg="del">
          <ac:chgData name="Yeo Xiong Wei, Jonathan" userId="ac2b658e-7ce1-44bb-9f9f-bf4198ceaa29" providerId="ADAL" clId="{453CC069-9AD3-413D-AC1F-5732DA0CF665}" dt="2022-05-23T09:35:31.069" v="881" actId="478"/>
          <ac:inkMkLst>
            <pc:docMk/>
            <pc:sldMk cId="2026925537" sldId="531"/>
            <ac:inkMk id="3" creationId="{C22D98B7-B0EC-401A-88EC-7619010A6C11}"/>
          </ac:inkMkLst>
        </pc:inkChg>
      </pc:sldChg>
      <pc:sldChg chg="delSp modSp add del mod ord">
        <pc:chgData name="Yeo Xiong Wei, Jonathan" userId="ac2b658e-7ce1-44bb-9f9f-bf4198ceaa29" providerId="ADAL" clId="{453CC069-9AD3-413D-AC1F-5732DA0CF665}" dt="2022-05-26T08:33:31.391" v="4960" actId="47"/>
        <pc:sldMkLst>
          <pc:docMk/>
          <pc:sldMk cId="3387280396" sldId="533"/>
        </pc:sldMkLst>
        <pc:spChg chg="mod">
          <ac:chgData name="Yeo Xiong Wei, Jonathan" userId="ac2b658e-7ce1-44bb-9f9f-bf4198ceaa29" providerId="ADAL" clId="{453CC069-9AD3-413D-AC1F-5732DA0CF665}" dt="2022-05-23T09:35:50.467" v="891" actId="20577"/>
          <ac:spMkLst>
            <pc:docMk/>
            <pc:sldMk cId="3387280396" sldId="533"/>
            <ac:spMk id="5" creationId="{061BB625-FA9F-47AA-B90D-A911EB43A74D}"/>
          </ac:spMkLst>
        </pc:spChg>
        <pc:inkChg chg="del">
          <ac:chgData name="Yeo Xiong Wei, Jonathan" userId="ac2b658e-7ce1-44bb-9f9f-bf4198ceaa29" providerId="ADAL" clId="{453CC069-9AD3-413D-AC1F-5732DA0CF665}" dt="2022-05-23T09:35:46.293" v="885" actId="478"/>
          <ac:inkMkLst>
            <pc:docMk/>
            <pc:sldMk cId="3387280396" sldId="533"/>
            <ac:inkMk id="3" creationId="{C4BDA2AD-E421-46E0-8572-EC90EE7ADF93}"/>
          </ac:inkMkLst>
        </pc:inkChg>
      </pc:sldChg>
      <pc:sldChg chg="modSp add mod">
        <pc:chgData name="Yeo Xiong Wei, Jonathan" userId="ac2b658e-7ce1-44bb-9f9f-bf4198ceaa29" providerId="ADAL" clId="{453CC069-9AD3-413D-AC1F-5732DA0CF665}" dt="2022-05-26T08:31:17.297" v="4872" actId="403"/>
        <pc:sldMkLst>
          <pc:docMk/>
          <pc:sldMk cId="3072203509" sldId="534"/>
        </pc:sldMkLst>
        <pc:spChg chg="mod">
          <ac:chgData name="Yeo Xiong Wei, Jonathan" userId="ac2b658e-7ce1-44bb-9f9f-bf4198ceaa29" providerId="ADAL" clId="{453CC069-9AD3-413D-AC1F-5732DA0CF665}" dt="2022-05-26T08:31:17.297" v="4872" actId="403"/>
          <ac:spMkLst>
            <pc:docMk/>
            <pc:sldMk cId="3072203509" sldId="534"/>
            <ac:spMk id="3" creationId="{F6166362-5747-4CF8-8778-889699D343D3}"/>
          </ac:spMkLst>
        </pc:spChg>
      </pc:sldChg>
      <pc:sldChg chg="add">
        <pc:chgData name="Yeo Xiong Wei, Jonathan" userId="ac2b658e-7ce1-44bb-9f9f-bf4198ceaa29" providerId="ADAL" clId="{453CC069-9AD3-413D-AC1F-5732DA0CF665}" dt="2022-05-23T09:34:04.469" v="877"/>
        <pc:sldMkLst>
          <pc:docMk/>
          <pc:sldMk cId="1913469756" sldId="535"/>
        </pc:sldMkLst>
      </pc:sldChg>
      <pc:sldChg chg="delSp modSp add mod">
        <pc:chgData name="Yeo Xiong Wei, Jonathan" userId="ac2b658e-7ce1-44bb-9f9f-bf4198ceaa29" providerId="ADAL" clId="{453CC069-9AD3-413D-AC1F-5732DA0CF665}" dt="2022-05-26T08:35:02.950" v="4973" actId="20577"/>
        <pc:sldMkLst>
          <pc:docMk/>
          <pc:sldMk cId="2982498073" sldId="539"/>
        </pc:sldMkLst>
        <pc:spChg chg="mod">
          <ac:chgData name="Yeo Xiong Wei, Jonathan" userId="ac2b658e-7ce1-44bb-9f9f-bf4198ceaa29" providerId="ADAL" clId="{453CC069-9AD3-413D-AC1F-5732DA0CF665}" dt="2022-05-26T08:35:02.950" v="4973" actId="20577"/>
          <ac:spMkLst>
            <pc:docMk/>
            <pc:sldMk cId="2982498073" sldId="539"/>
            <ac:spMk id="5" creationId="{061BB625-FA9F-47AA-B90D-A911EB43A74D}"/>
          </ac:spMkLst>
        </pc:spChg>
        <pc:inkChg chg="del">
          <ac:chgData name="Yeo Xiong Wei, Jonathan" userId="ac2b658e-7ce1-44bb-9f9f-bf4198ceaa29" providerId="ADAL" clId="{453CC069-9AD3-413D-AC1F-5732DA0CF665}" dt="2022-05-23T09:35:33.109" v="882" actId="478"/>
          <ac:inkMkLst>
            <pc:docMk/>
            <pc:sldMk cId="2982498073" sldId="539"/>
            <ac:inkMk id="3" creationId="{484D251E-4888-4654-AEA0-67693A50E216}"/>
          </ac:inkMkLst>
        </pc:inkChg>
      </pc:sldChg>
      <pc:sldChg chg="modSp add mod">
        <pc:chgData name="Yeo Xiong Wei, Jonathan" userId="ac2b658e-7ce1-44bb-9f9f-bf4198ceaa29" providerId="ADAL" clId="{453CC069-9AD3-413D-AC1F-5732DA0CF665}" dt="2022-05-23T09:36:10.298" v="923" actId="20577"/>
        <pc:sldMkLst>
          <pc:docMk/>
          <pc:sldMk cId="4115062149" sldId="540"/>
        </pc:sldMkLst>
        <pc:spChg chg="mod">
          <ac:chgData name="Yeo Xiong Wei, Jonathan" userId="ac2b658e-7ce1-44bb-9f9f-bf4198ceaa29" providerId="ADAL" clId="{453CC069-9AD3-413D-AC1F-5732DA0CF665}" dt="2022-05-23T09:36:10.298" v="923" actId="20577"/>
          <ac:spMkLst>
            <pc:docMk/>
            <pc:sldMk cId="4115062149" sldId="540"/>
            <ac:spMk id="2" creationId="{AC01609E-06F3-4BC5-AAF3-53EBE98C380B}"/>
          </ac:spMkLst>
        </pc:spChg>
      </pc:sldChg>
      <pc:sldChg chg="modSp add modAnim">
        <pc:chgData name="Yeo Xiong Wei, Jonathan" userId="ac2b658e-7ce1-44bb-9f9f-bf4198ceaa29" providerId="ADAL" clId="{453CC069-9AD3-413D-AC1F-5732DA0CF665}" dt="2022-05-23T09:40:05.770" v="946" actId="20577"/>
        <pc:sldMkLst>
          <pc:docMk/>
          <pc:sldMk cId="687565736" sldId="541"/>
        </pc:sldMkLst>
        <pc:spChg chg="mod">
          <ac:chgData name="Yeo Xiong Wei, Jonathan" userId="ac2b658e-7ce1-44bb-9f9f-bf4198ceaa29" providerId="ADAL" clId="{453CC069-9AD3-413D-AC1F-5732DA0CF665}" dt="2022-05-23T09:40:05.770" v="946" actId="20577"/>
          <ac:spMkLst>
            <pc:docMk/>
            <pc:sldMk cId="687565736" sldId="541"/>
            <ac:spMk id="108546" creationId="{00000000-0000-0000-0000-000000000000}"/>
          </ac:spMkLst>
        </pc:spChg>
      </pc:sldChg>
      <pc:sldChg chg="modSp add mod">
        <pc:chgData name="Yeo Xiong Wei, Jonathan" userId="ac2b658e-7ce1-44bb-9f9f-bf4198ceaa29" providerId="ADAL" clId="{453CC069-9AD3-413D-AC1F-5732DA0CF665}" dt="2022-05-26T08:18:40.559" v="3643" actId="20577"/>
        <pc:sldMkLst>
          <pc:docMk/>
          <pc:sldMk cId="898706082" sldId="542"/>
        </pc:sldMkLst>
        <pc:spChg chg="mod">
          <ac:chgData name="Yeo Xiong Wei, Jonathan" userId="ac2b658e-7ce1-44bb-9f9f-bf4198ceaa29" providerId="ADAL" clId="{453CC069-9AD3-413D-AC1F-5732DA0CF665}" dt="2022-05-26T08:18:21.646" v="3623" actId="20577"/>
          <ac:spMkLst>
            <pc:docMk/>
            <pc:sldMk cId="898706082" sldId="542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453CC069-9AD3-413D-AC1F-5732DA0CF665}" dt="2022-05-26T08:18:40.559" v="3643" actId="20577"/>
          <ac:spMkLst>
            <pc:docMk/>
            <pc:sldMk cId="898706082" sldId="542"/>
            <ac:spMk id="108546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453CC069-9AD3-413D-AC1F-5732DA0CF665}" dt="2022-05-26T08:17:27.614" v="3595" actId="2696"/>
        <pc:sldMkLst>
          <pc:docMk/>
          <pc:sldMk cId="3994247441" sldId="542"/>
        </pc:sldMkLst>
        <pc:spChg chg="mod">
          <ac:chgData name="Yeo Xiong Wei, Jonathan" userId="ac2b658e-7ce1-44bb-9f9f-bf4198ceaa29" providerId="ADAL" clId="{453CC069-9AD3-413D-AC1F-5732DA0CF665}" dt="2022-05-23T09:51:52.625" v="981"/>
          <ac:spMkLst>
            <pc:docMk/>
            <pc:sldMk cId="3994247441" sldId="542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453CC069-9AD3-413D-AC1F-5732DA0CF665}" dt="2022-05-23T09:53:11.875" v="1275" actId="20577"/>
          <ac:spMkLst>
            <pc:docMk/>
            <pc:sldMk cId="3994247441" sldId="542"/>
            <ac:spMk id="108546" creationId="{00000000-0000-0000-0000-000000000000}"/>
          </ac:spMkLst>
        </pc:spChg>
      </pc:sldChg>
      <pc:sldChg chg="add del">
        <pc:chgData name="Yeo Xiong Wei, Jonathan" userId="ac2b658e-7ce1-44bb-9f9f-bf4198ceaa29" providerId="ADAL" clId="{453CC069-9AD3-413D-AC1F-5732DA0CF665}" dt="2022-05-26T08:18:05.793" v="3599" actId="47"/>
        <pc:sldMkLst>
          <pc:docMk/>
          <pc:sldMk cId="900253728" sldId="543"/>
        </pc:sldMkLst>
      </pc:sldChg>
      <pc:sldChg chg="modSp add del mod ord">
        <pc:chgData name="Yeo Xiong Wei, Jonathan" userId="ac2b658e-7ce1-44bb-9f9f-bf4198ceaa29" providerId="ADAL" clId="{453CC069-9AD3-413D-AC1F-5732DA0CF665}" dt="2022-05-26T08:17:27.614" v="3595" actId="2696"/>
        <pc:sldMkLst>
          <pc:docMk/>
          <pc:sldMk cId="2708417748" sldId="543"/>
        </pc:sldMkLst>
        <pc:spChg chg="mod">
          <ac:chgData name="Yeo Xiong Wei, Jonathan" userId="ac2b658e-7ce1-44bb-9f9f-bf4198ceaa29" providerId="ADAL" clId="{453CC069-9AD3-413D-AC1F-5732DA0CF665}" dt="2022-05-23T09:40:39.218" v="980" actId="20577"/>
          <ac:spMkLst>
            <pc:docMk/>
            <pc:sldMk cId="2708417748" sldId="543"/>
            <ac:spMk id="2" creationId="{AC01609E-06F3-4BC5-AAF3-53EBE98C380B}"/>
          </ac:spMkLst>
        </pc:spChg>
      </pc:sldChg>
      <pc:sldChg chg="addSp delSp modSp add del mod">
        <pc:chgData name="Yeo Xiong Wei, Jonathan" userId="ac2b658e-7ce1-44bb-9f9f-bf4198ceaa29" providerId="ADAL" clId="{453CC069-9AD3-413D-AC1F-5732DA0CF665}" dt="2022-05-26T07:50:06.178" v="1601" actId="20577"/>
        <pc:sldMkLst>
          <pc:docMk/>
          <pc:sldMk cId="559566683" sldId="544"/>
        </pc:sldMkLst>
        <pc:spChg chg="add mod">
          <ac:chgData name="Yeo Xiong Wei, Jonathan" userId="ac2b658e-7ce1-44bb-9f9f-bf4198ceaa29" providerId="ADAL" clId="{453CC069-9AD3-413D-AC1F-5732DA0CF665}" dt="2022-05-26T07:48:35.842" v="1569" actId="208"/>
          <ac:spMkLst>
            <pc:docMk/>
            <pc:sldMk cId="559566683" sldId="544"/>
            <ac:spMk id="3" creationId="{D75475EC-671B-D795-BF51-8D66766D58CC}"/>
          </ac:spMkLst>
        </pc:spChg>
        <pc:spChg chg="del">
          <ac:chgData name="Yeo Xiong Wei, Jonathan" userId="ac2b658e-7ce1-44bb-9f9f-bf4198ceaa29" providerId="ADAL" clId="{453CC069-9AD3-413D-AC1F-5732DA0CF665}" dt="2022-05-26T07:49:30.494" v="1578" actId="478"/>
          <ac:spMkLst>
            <pc:docMk/>
            <pc:sldMk cId="559566683" sldId="544"/>
            <ac:spMk id="10" creationId="{2973CC14-77AC-47E6-B887-F85DDEF3AD46}"/>
          </ac:spMkLst>
        </pc:spChg>
        <pc:spChg chg="mod">
          <ac:chgData name="Yeo Xiong Wei, Jonathan" userId="ac2b658e-7ce1-44bb-9f9f-bf4198ceaa29" providerId="ADAL" clId="{453CC069-9AD3-413D-AC1F-5732DA0CF665}" dt="2022-05-26T07:49:28.444" v="1577" actId="14100"/>
          <ac:spMkLst>
            <pc:docMk/>
            <pc:sldMk cId="559566683" sldId="544"/>
            <ac:spMk id="11" creationId="{1BB22FA3-61C3-4752-8695-1AF0A1BBE3D4}"/>
          </ac:spMkLst>
        </pc:spChg>
        <pc:spChg chg="mod">
          <ac:chgData name="Yeo Xiong Wei, Jonathan" userId="ac2b658e-7ce1-44bb-9f9f-bf4198ceaa29" providerId="ADAL" clId="{453CC069-9AD3-413D-AC1F-5732DA0CF665}" dt="2022-05-26T07:48:52.931" v="1573" actId="14100"/>
          <ac:spMkLst>
            <pc:docMk/>
            <pc:sldMk cId="559566683" sldId="544"/>
            <ac:spMk id="12" creationId="{F8FD2607-6F59-4B70-97A6-526C13628AFA}"/>
          </ac:spMkLst>
        </pc:spChg>
        <pc:spChg chg="mod">
          <ac:chgData name="Yeo Xiong Wei, Jonathan" userId="ac2b658e-7ce1-44bb-9f9f-bf4198ceaa29" providerId="ADAL" clId="{453CC069-9AD3-413D-AC1F-5732DA0CF665}" dt="2022-05-26T07:50:06.178" v="1601" actId="20577"/>
          <ac:spMkLst>
            <pc:docMk/>
            <pc:sldMk cId="559566683" sldId="544"/>
            <ac:spMk id="13" creationId="{311BA5A6-B861-4BFF-AB7F-53574F60940F}"/>
          </ac:spMkLst>
        </pc:spChg>
        <pc:spChg chg="add mod">
          <ac:chgData name="Yeo Xiong Wei, Jonathan" userId="ac2b658e-7ce1-44bb-9f9f-bf4198ceaa29" providerId="ADAL" clId="{453CC069-9AD3-413D-AC1F-5732DA0CF665}" dt="2022-05-26T07:49:41.564" v="1582" actId="14100"/>
          <ac:spMkLst>
            <pc:docMk/>
            <pc:sldMk cId="559566683" sldId="544"/>
            <ac:spMk id="14" creationId="{2D4CF792-9D7B-095C-6A6F-B49F7F7B91C1}"/>
          </ac:spMkLst>
        </pc:spChg>
        <pc:spChg chg="add mod">
          <ac:chgData name="Yeo Xiong Wei, Jonathan" userId="ac2b658e-7ce1-44bb-9f9f-bf4198ceaa29" providerId="ADAL" clId="{453CC069-9AD3-413D-AC1F-5732DA0CF665}" dt="2022-05-26T07:49:34.619" v="1580" actId="1076"/>
          <ac:spMkLst>
            <pc:docMk/>
            <pc:sldMk cId="559566683" sldId="544"/>
            <ac:spMk id="15" creationId="{C5DE1C01-54BD-76BA-464A-2C5F5C1F066B}"/>
          </ac:spMkLst>
        </pc:spChg>
        <pc:spChg chg="add mod">
          <ac:chgData name="Yeo Xiong Wei, Jonathan" userId="ac2b658e-7ce1-44bb-9f9f-bf4198ceaa29" providerId="ADAL" clId="{453CC069-9AD3-413D-AC1F-5732DA0CF665}" dt="2022-05-26T07:49:52.888" v="1590" actId="1035"/>
          <ac:spMkLst>
            <pc:docMk/>
            <pc:sldMk cId="559566683" sldId="544"/>
            <ac:spMk id="16" creationId="{DE528864-6B22-4DE7-AF78-FC0CC2DFA857}"/>
          </ac:spMkLst>
        </pc:spChg>
      </pc:sldChg>
      <pc:sldChg chg="delSp modSp add mod">
        <pc:chgData name="Yeo Xiong Wei, Jonathan" userId="ac2b658e-7ce1-44bb-9f9f-bf4198ceaa29" providerId="ADAL" clId="{453CC069-9AD3-413D-AC1F-5732DA0CF665}" dt="2022-05-26T08:08:22.744" v="2824" actId="20577"/>
        <pc:sldMkLst>
          <pc:docMk/>
          <pc:sldMk cId="239682003" sldId="545"/>
        </pc:sldMkLst>
        <pc:spChg chg="mod">
          <ac:chgData name="Yeo Xiong Wei, Jonathan" userId="ac2b658e-7ce1-44bb-9f9f-bf4198ceaa29" providerId="ADAL" clId="{453CC069-9AD3-413D-AC1F-5732DA0CF665}" dt="2022-05-26T08:08:22.744" v="2824" actId="20577"/>
          <ac:spMkLst>
            <pc:docMk/>
            <pc:sldMk cId="239682003" sldId="545"/>
            <ac:spMk id="11" creationId="{70E0456D-082A-4C39-8295-86EF554753DA}"/>
          </ac:spMkLst>
        </pc:spChg>
        <pc:spChg chg="del">
          <ac:chgData name="Yeo Xiong Wei, Jonathan" userId="ac2b658e-7ce1-44bb-9f9f-bf4198ceaa29" providerId="ADAL" clId="{453CC069-9AD3-413D-AC1F-5732DA0CF665}" dt="2022-05-26T08:00:27.619" v="2066" actId="478"/>
          <ac:spMkLst>
            <pc:docMk/>
            <pc:sldMk cId="239682003" sldId="545"/>
            <ac:spMk id="23" creationId="{152A6C56-E967-B365-CC5D-F762A5B53B88}"/>
          </ac:spMkLst>
        </pc:spChg>
        <pc:spChg chg="del">
          <ac:chgData name="Yeo Xiong Wei, Jonathan" userId="ac2b658e-7ce1-44bb-9f9f-bf4198ceaa29" providerId="ADAL" clId="{453CC069-9AD3-413D-AC1F-5732DA0CF665}" dt="2022-05-26T08:00:27.619" v="2066" actId="478"/>
          <ac:spMkLst>
            <pc:docMk/>
            <pc:sldMk cId="239682003" sldId="545"/>
            <ac:spMk id="24" creationId="{9109CB36-6D1F-AB99-1ED2-0E84BB9EB73C}"/>
          </ac:spMkLst>
        </pc:spChg>
        <pc:spChg chg="del">
          <ac:chgData name="Yeo Xiong Wei, Jonathan" userId="ac2b658e-7ce1-44bb-9f9f-bf4198ceaa29" providerId="ADAL" clId="{453CC069-9AD3-413D-AC1F-5732DA0CF665}" dt="2022-05-26T08:00:27.619" v="2066" actId="478"/>
          <ac:spMkLst>
            <pc:docMk/>
            <pc:sldMk cId="239682003" sldId="545"/>
            <ac:spMk id="25" creationId="{EC00C7D3-C59D-9D9D-404D-7B8C55350159}"/>
          </ac:spMkLst>
        </pc:spChg>
        <pc:spChg chg="del">
          <ac:chgData name="Yeo Xiong Wei, Jonathan" userId="ac2b658e-7ce1-44bb-9f9f-bf4198ceaa29" providerId="ADAL" clId="{453CC069-9AD3-413D-AC1F-5732DA0CF665}" dt="2022-05-26T08:00:27.619" v="2066" actId="478"/>
          <ac:spMkLst>
            <pc:docMk/>
            <pc:sldMk cId="239682003" sldId="545"/>
            <ac:spMk id="29" creationId="{63FF4906-009F-BC37-83E9-3EE4ACB13E50}"/>
          </ac:spMkLst>
        </pc:spChg>
        <pc:spChg chg="del">
          <ac:chgData name="Yeo Xiong Wei, Jonathan" userId="ac2b658e-7ce1-44bb-9f9f-bf4198ceaa29" providerId="ADAL" clId="{453CC069-9AD3-413D-AC1F-5732DA0CF665}" dt="2022-05-26T08:00:27.619" v="2066" actId="478"/>
          <ac:spMkLst>
            <pc:docMk/>
            <pc:sldMk cId="239682003" sldId="545"/>
            <ac:spMk id="30" creationId="{FC841216-685E-B4D7-22E4-03D5632C5A6A}"/>
          </ac:spMkLst>
        </pc:spChg>
        <pc:grpChg chg="del">
          <ac:chgData name="Yeo Xiong Wei, Jonathan" userId="ac2b658e-7ce1-44bb-9f9f-bf4198ceaa29" providerId="ADAL" clId="{453CC069-9AD3-413D-AC1F-5732DA0CF665}" dt="2022-05-26T08:00:27.619" v="2066" actId="478"/>
          <ac:grpSpMkLst>
            <pc:docMk/>
            <pc:sldMk cId="239682003" sldId="545"/>
            <ac:grpSpMk id="15" creationId="{9A49D43B-D0A4-A58E-B173-70A0D99F6CF7}"/>
          </ac:grpSpMkLst>
        </pc:grpChg>
        <pc:cxnChg chg="del">
          <ac:chgData name="Yeo Xiong Wei, Jonathan" userId="ac2b658e-7ce1-44bb-9f9f-bf4198ceaa29" providerId="ADAL" clId="{453CC069-9AD3-413D-AC1F-5732DA0CF665}" dt="2022-05-26T08:00:27.619" v="2066" actId="478"/>
          <ac:cxnSpMkLst>
            <pc:docMk/>
            <pc:sldMk cId="239682003" sldId="545"/>
            <ac:cxnSpMk id="21" creationId="{D0C853B9-3079-FD8C-7A3D-A5DB2490BF5A}"/>
          </ac:cxnSpMkLst>
        </pc:cxnChg>
        <pc:cxnChg chg="del">
          <ac:chgData name="Yeo Xiong Wei, Jonathan" userId="ac2b658e-7ce1-44bb-9f9f-bf4198ceaa29" providerId="ADAL" clId="{453CC069-9AD3-413D-AC1F-5732DA0CF665}" dt="2022-05-26T08:00:27.619" v="2066" actId="478"/>
          <ac:cxnSpMkLst>
            <pc:docMk/>
            <pc:sldMk cId="239682003" sldId="545"/>
            <ac:cxnSpMk id="22" creationId="{6D061299-93A9-CFE9-BEA6-7B09D7E8F063}"/>
          </ac:cxnSpMkLst>
        </pc:cxnChg>
        <pc:cxnChg chg="del">
          <ac:chgData name="Yeo Xiong Wei, Jonathan" userId="ac2b658e-7ce1-44bb-9f9f-bf4198ceaa29" providerId="ADAL" clId="{453CC069-9AD3-413D-AC1F-5732DA0CF665}" dt="2022-05-26T08:00:27.619" v="2066" actId="478"/>
          <ac:cxnSpMkLst>
            <pc:docMk/>
            <pc:sldMk cId="239682003" sldId="545"/>
            <ac:cxnSpMk id="26" creationId="{404F6544-9C20-139E-B733-07C5E7F5C78F}"/>
          </ac:cxnSpMkLst>
        </pc:cxnChg>
      </pc:sldChg>
      <pc:sldChg chg="modSp add mod">
        <pc:chgData name="Yeo Xiong Wei, Jonathan" userId="ac2b658e-7ce1-44bb-9f9f-bf4198ceaa29" providerId="ADAL" clId="{453CC069-9AD3-413D-AC1F-5732DA0CF665}" dt="2022-05-26T08:11:42.829" v="3263" actId="20577"/>
        <pc:sldMkLst>
          <pc:docMk/>
          <pc:sldMk cId="2518457947" sldId="546"/>
        </pc:sldMkLst>
        <pc:spChg chg="mod">
          <ac:chgData name="Yeo Xiong Wei, Jonathan" userId="ac2b658e-7ce1-44bb-9f9f-bf4198ceaa29" providerId="ADAL" clId="{453CC069-9AD3-413D-AC1F-5732DA0CF665}" dt="2022-05-26T08:11:42.829" v="3263" actId="20577"/>
          <ac:spMkLst>
            <pc:docMk/>
            <pc:sldMk cId="2518457947" sldId="546"/>
            <ac:spMk id="11" creationId="{70E0456D-082A-4C39-8295-86EF554753DA}"/>
          </ac:spMkLst>
        </pc:spChg>
      </pc:sldChg>
      <pc:sldChg chg="modSp add mod">
        <pc:chgData name="Yeo Xiong Wei, Jonathan" userId="ac2b658e-7ce1-44bb-9f9f-bf4198ceaa29" providerId="ADAL" clId="{453CC069-9AD3-413D-AC1F-5732DA0CF665}" dt="2022-05-26T08:16:33.244" v="3589" actId="20577"/>
        <pc:sldMkLst>
          <pc:docMk/>
          <pc:sldMk cId="2696927729" sldId="547"/>
        </pc:sldMkLst>
        <pc:spChg chg="mod">
          <ac:chgData name="Yeo Xiong Wei, Jonathan" userId="ac2b658e-7ce1-44bb-9f9f-bf4198ceaa29" providerId="ADAL" clId="{453CC069-9AD3-413D-AC1F-5732DA0CF665}" dt="2022-05-26T08:16:33.244" v="3589" actId="20577"/>
          <ac:spMkLst>
            <pc:docMk/>
            <pc:sldMk cId="2696927729" sldId="547"/>
            <ac:spMk id="11" creationId="{70E0456D-082A-4C39-8295-86EF554753DA}"/>
          </ac:spMkLst>
        </pc:spChg>
        <pc:spChg chg="mod">
          <ac:chgData name="Yeo Xiong Wei, Jonathan" userId="ac2b658e-7ce1-44bb-9f9f-bf4198ceaa29" providerId="ADAL" clId="{453CC069-9AD3-413D-AC1F-5732DA0CF665}" dt="2022-05-26T08:12:12.677" v="3274" actId="20577"/>
          <ac:spMkLst>
            <pc:docMk/>
            <pc:sldMk cId="2696927729" sldId="547"/>
            <ac:spMk id="52225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453CC069-9AD3-413D-AC1F-5732DA0CF665}" dt="2022-05-26T08:20:55.264" v="3918" actId="47"/>
        <pc:sldMkLst>
          <pc:docMk/>
          <pc:sldMk cId="2684605667" sldId="548"/>
        </pc:sldMkLst>
        <pc:spChg chg="mod">
          <ac:chgData name="Yeo Xiong Wei, Jonathan" userId="ac2b658e-7ce1-44bb-9f9f-bf4198ceaa29" providerId="ADAL" clId="{453CC069-9AD3-413D-AC1F-5732DA0CF665}" dt="2022-05-26T08:19:28.734" v="3711" actId="6549"/>
          <ac:spMkLst>
            <pc:docMk/>
            <pc:sldMk cId="2684605667" sldId="548"/>
            <ac:spMk id="108546" creationId="{00000000-0000-0000-0000-000000000000}"/>
          </ac:spMkLst>
        </pc:spChg>
      </pc:sldChg>
      <pc:sldChg chg="addSp delSp modSp add mod">
        <pc:chgData name="Yeo Xiong Wei, Jonathan" userId="ac2b658e-7ce1-44bb-9f9f-bf4198ceaa29" providerId="ADAL" clId="{453CC069-9AD3-413D-AC1F-5732DA0CF665}" dt="2022-05-26T08:25:19.863" v="4104" actId="1076"/>
        <pc:sldMkLst>
          <pc:docMk/>
          <pc:sldMk cId="344185582" sldId="549"/>
        </pc:sldMkLst>
        <pc:spChg chg="del mod">
          <ac:chgData name="Yeo Xiong Wei, Jonathan" userId="ac2b658e-7ce1-44bb-9f9f-bf4198ceaa29" providerId="ADAL" clId="{453CC069-9AD3-413D-AC1F-5732DA0CF665}" dt="2022-05-26T08:21:02.491" v="3921" actId="478"/>
          <ac:spMkLst>
            <pc:docMk/>
            <pc:sldMk cId="344185582" sldId="549"/>
            <ac:spMk id="8" creationId="{13479F63-17FA-E23A-48DD-933B6F525ECF}"/>
          </ac:spMkLst>
        </pc:spChg>
        <pc:spChg chg="mod">
          <ac:chgData name="Yeo Xiong Wei, Jonathan" userId="ac2b658e-7ce1-44bb-9f9f-bf4198ceaa29" providerId="ADAL" clId="{453CC069-9AD3-413D-AC1F-5732DA0CF665}" dt="2022-05-26T08:21:11.853" v="3941" actId="14100"/>
          <ac:spMkLst>
            <pc:docMk/>
            <pc:sldMk cId="344185582" sldId="549"/>
            <ac:spMk id="9" creationId="{DADE7C46-2B2C-6901-6422-2E4A2C3948B4}"/>
          </ac:spMkLst>
        </pc:spChg>
        <pc:spChg chg="mod">
          <ac:chgData name="Yeo Xiong Wei, Jonathan" userId="ac2b658e-7ce1-44bb-9f9f-bf4198ceaa29" providerId="ADAL" clId="{453CC069-9AD3-413D-AC1F-5732DA0CF665}" dt="2022-05-26T08:21:22.431" v="3952" actId="1037"/>
          <ac:spMkLst>
            <pc:docMk/>
            <pc:sldMk cId="344185582" sldId="549"/>
            <ac:spMk id="10" creationId="{74D71089-3A37-5CD1-2BB4-09E965A61F8B}"/>
          </ac:spMkLst>
        </pc:spChg>
        <pc:spChg chg="mod">
          <ac:chgData name="Yeo Xiong Wei, Jonathan" userId="ac2b658e-7ce1-44bb-9f9f-bf4198ceaa29" providerId="ADAL" clId="{453CC069-9AD3-413D-AC1F-5732DA0CF665}" dt="2022-05-26T08:21:54.698" v="3962" actId="20577"/>
          <ac:spMkLst>
            <pc:docMk/>
            <pc:sldMk cId="344185582" sldId="549"/>
            <ac:spMk id="14" creationId="{B005F5A5-E2CF-81B4-DA18-BC46E92D6D1F}"/>
          </ac:spMkLst>
        </pc:spChg>
        <pc:spChg chg="mod">
          <ac:chgData name="Yeo Xiong Wei, Jonathan" userId="ac2b658e-7ce1-44bb-9f9f-bf4198ceaa29" providerId="ADAL" clId="{453CC069-9AD3-413D-AC1F-5732DA0CF665}" dt="2022-05-26T08:21:58.171" v="3963" actId="20577"/>
          <ac:spMkLst>
            <pc:docMk/>
            <pc:sldMk cId="344185582" sldId="549"/>
            <ac:spMk id="15" creationId="{AC8BC453-AD9A-06DA-0E8F-46655C151A78}"/>
          </ac:spMkLst>
        </pc:spChg>
        <pc:spChg chg="mod">
          <ac:chgData name="Yeo Xiong Wei, Jonathan" userId="ac2b658e-7ce1-44bb-9f9f-bf4198ceaa29" providerId="ADAL" clId="{453CC069-9AD3-413D-AC1F-5732DA0CF665}" dt="2022-05-26T08:22:48.186" v="4063" actId="1076"/>
          <ac:spMkLst>
            <pc:docMk/>
            <pc:sldMk cId="344185582" sldId="549"/>
            <ac:spMk id="19" creationId="{41F56E24-51C7-2844-55BC-951A9B500C59}"/>
          </ac:spMkLst>
        </pc:spChg>
        <pc:spChg chg="mod">
          <ac:chgData name="Yeo Xiong Wei, Jonathan" userId="ac2b658e-7ce1-44bb-9f9f-bf4198ceaa29" providerId="ADAL" clId="{453CC069-9AD3-413D-AC1F-5732DA0CF665}" dt="2022-05-26T08:24:25.374" v="4088" actId="1076"/>
          <ac:spMkLst>
            <pc:docMk/>
            <pc:sldMk cId="344185582" sldId="549"/>
            <ac:spMk id="20" creationId="{18C0F449-99B4-8BE4-5499-AC99BE299301}"/>
          </ac:spMkLst>
        </pc:spChg>
        <pc:spChg chg="mod">
          <ac:chgData name="Yeo Xiong Wei, Jonathan" userId="ac2b658e-7ce1-44bb-9f9f-bf4198ceaa29" providerId="ADAL" clId="{453CC069-9AD3-413D-AC1F-5732DA0CF665}" dt="2022-05-26T08:24:30.157" v="4089" actId="1076"/>
          <ac:spMkLst>
            <pc:docMk/>
            <pc:sldMk cId="344185582" sldId="549"/>
            <ac:spMk id="24" creationId="{B256D378-6DDD-65CC-79B4-0678EB9AEA2C}"/>
          </ac:spMkLst>
        </pc:spChg>
        <pc:spChg chg="mod">
          <ac:chgData name="Yeo Xiong Wei, Jonathan" userId="ac2b658e-7ce1-44bb-9f9f-bf4198ceaa29" providerId="ADAL" clId="{453CC069-9AD3-413D-AC1F-5732DA0CF665}" dt="2022-05-26T08:23:00.627" v="4068" actId="1076"/>
          <ac:spMkLst>
            <pc:docMk/>
            <pc:sldMk cId="344185582" sldId="549"/>
            <ac:spMk id="25" creationId="{F62AC859-5188-B28A-F01F-E97E4AF75623}"/>
          </ac:spMkLst>
        </pc:spChg>
        <pc:spChg chg="mod">
          <ac:chgData name="Yeo Xiong Wei, Jonathan" userId="ac2b658e-7ce1-44bb-9f9f-bf4198ceaa29" providerId="ADAL" clId="{453CC069-9AD3-413D-AC1F-5732DA0CF665}" dt="2022-05-26T08:24:15.207" v="4085" actId="1076"/>
          <ac:spMkLst>
            <pc:docMk/>
            <pc:sldMk cId="344185582" sldId="549"/>
            <ac:spMk id="33" creationId="{8975D29A-7B10-F393-8F87-EE6D68BB893C}"/>
          </ac:spMkLst>
        </pc:spChg>
        <pc:spChg chg="mod">
          <ac:chgData name="Yeo Xiong Wei, Jonathan" userId="ac2b658e-7ce1-44bb-9f9f-bf4198ceaa29" providerId="ADAL" clId="{453CC069-9AD3-413D-AC1F-5732DA0CF665}" dt="2022-05-26T08:24:11.237" v="4084" actId="20577"/>
          <ac:spMkLst>
            <pc:docMk/>
            <pc:sldMk cId="344185582" sldId="549"/>
            <ac:spMk id="34" creationId="{DD1B3751-5F42-7544-BF6D-1D2971493D2D}"/>
          </ac:spMkLst>
        </pc:spChg>
        <pc:spChg chg="mod">
          <ac:chgData name="Yeo Xiong Wei, Jonathan" userId="ac2b658e-7ce1-44bb-9f9f-bf4198ceaa29" providerId="ADAL" clId="{453CC069-9AD3-413D-AC1F-5732DA0CF665}" dt="2022-05-26T08:24:17.908" v="4086" actId="1076"/>
          <ac:spMkLst>
            <pc:docMk/>
            <pc:sldMk cId="344185582" sldId="549"/>
            <ac:spMk id="37" creationId="{70816920-F836-947E-1953-8D255541CA2A}"/>
          </ac:spMkLst>
        </pc:spChg>
        <pc:spChg chg="mod">
          <ac:chgData name="Yeo Xiong Wei, Jonathan" userId="ac2b658e-7ce1-44bb-9f9f-bf4198ceaa29" providerId="ADAL" clId="{453CC069-9AD3-413D-AC1F-5732DA0CF665}" dt="2022-05-26T08:24:02.445" v="4082" actId="20577"/>
          <ac:spMkLst>
            <pc:docMk/>
            <pc:sldMk cId="344185582" sldId="549"/>
            <ac:spMk id="38" creationId="{F6B8A58E-0E10-B305-9FFA-3228457F5917}"/>
          </ac:spMkLst>
        </pc:spChg>
        <pc:spChg chg="mod">
          <ac:chgData name="Yeo Xiong Wei, Jonathan" userId="ac2b658e-7ce1-44bb-9f9f-bf4198ceaa29" providerId="ADAL" clId="{453CC069-9AD3-413D-AC1F-5732DA0CF665}" dt="2022-05-26T08:23:47.791" v="4079" actId="20577"/>
          <ac:spMkLst>
            <pc:docMk/>
            <pc:sldMk cId="344185582" sldId="549"/>
            <ac:spMk id="41" creationId="{50AF6FB9-8F64-CD03-BF4C-73321385A784}"/>
          </ac:spMkLst>
        </pc:spChg>
        <pc:spChg chg="mod">
          <ac:chgData name="Yeo Xiong Wei, Jonathan" userId="ac2b658e-7ce1-44bb-9f9f-bf4198ceaa29" providerId="ADAL" clId="{453CC069-9AD3-413D-AC1F-5732DA0CF665}" dt="2022-05-26T08:23:53.142" v="4080" actId="20577"/>
          <ac:spMkLst>
            <pc:docMk/>
            <pc:sldMk cId="344185582" sldId="549"/>
            <ac:spMk id="42" creationId="{D15AE566-3403-12C2-D291-6E6EC596E546}"/>
          </ac:spMkLst>
        </pc:spChg>
        <pc:spChg chg="mod">
          <ac:chgData name="Yeo Xiong Wei, Jonathan" userId="ac2b658e-7ce1-44bb-9f9f-bf4198ceaa29" providerId="ADAL" clId="{453CC069-9AD3-413D-AC1F-5732DA0CF665}" dt="2022-05-26T08:23:02.275" v="4070" actId="1076"/>
          <ac:spMkLst>
            <pc:docMk/>
            <pc:sldMk cId="344185582" sldId="549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453CC069-9AD3-413D-AC1F-5732DA0CF665}" dt="2022-05-26T08:25:13.312" v="4103" actId="20577"/>
          <ac:spMkLst>
            <pc:docMk/>
            <pc:sldMk cId="344185582" sldId="549"/>
            <ac:spMk id="108546" creationId="{00000000-0000-0000-0000-000000000000}"/>
          </ac:spMkLst>
        </pc:spChg>
        <pc:grpChg chg="add mod">
          <ac:chgData name="Yeo Xiong Wei, Jonathan" userId="ac2b658e-7ce1-44bb-9f9f-bf4198ceaa29" providerId="ADAL" clId="{453CC069-9AD3-413D-AC1F-5732DA0CF665}" dt="2022-05-26T08:25:19.863" v="4104" actId="1076"/>
          <ac:grpSpMkLst>
            <pc:docMk/>
            <pc:sldMk cId="344185582" sldId="549"/>
            <ac:grpSpMk id="2" creationId="{9FF0954B-B575-BBCE-6807-3D1C42223522}"/>
          </ac:grpSpMkLst>
        </pc:grpChg>
        <pc:grpChg chg="add mod">
          <ac:chgData name="Yeo Xiong Wei, Jonathan" userId="ac2b658e-7ce1-44bb-9f9f-bf4198ceaa29" providerId="ADAL" clId="{453CC069-9AD3-413D-AC1F-5732DA0CF665}" dt="2022-05-26T08:25:19.863" v="4104" actId="1076"/>
          <ac:grpSpMkLst>
            <pc:docMk/>
            <pc:sldMk cId="344185582" sldId="549"/>
            <ac:grpSpMk id="5" creationId="{E4BF2DE9-187C-AC43-B6A2-D024FDBCAE9D}"/>
          </ac:grpSpMkLst>
        </pc:grpChg>
        <pc:grpChg chg="add mod">
          <ac:chgData name="Yeo Xiong Wei, Jonathan" userId="ac2b658e-7ce1-44bb-9f9f-bf4198ceaa29" providerId="ADAL" clId="{453CC069-9AD3-413D-AC1F-5732DA0CF665}" dt="2022-05-26T08:23:15.401" v="4071" actId="164"/>
          <ac:grpSpMkLst>
            <pc:docMk/>
            <pc:sldMk cId="344185582" sldId="549"/>
            <ac:grpSpMk id="11" creationId="{DE6C01FD-9D3C-E8E9-EBA3-6A7A7C747A71}"/>
          </ac:grpSpMkLst>
        </pc:grpChg>
        <pc:grpChg chg="add mod">
          <ac:chgData name="Yeo Xiong Wei, Jonathan" userId="ac2b658e-7ce1-44bb-9f9f-bf4198ceaa29" providerId="ADAL" clId="{453CC069-9AD3-413D-AC1F-5732DA0CF665}" dt="2022-05-26T08:23:15.401" v="4071" actId="164"/>
          <ac:grpSpMkLst>
            <pc:docMk/>
            <pc:sldMk cId="344185582" sldId="549"/>
            <ac:grpSpMk id="16" creationId="{0E151819-B311-94DD-A49B-7DAB9605DD19}"/>
          </ac:grpSpMkLst>
        </pc:grpChg>
        <pc:grpChg chg="add mod">
          <ac:chgData name="Yeo Xiong Wei, Jonathan" userId="ac2b658e-7ce1-44bb-9f9f-bf4198ceaa29" providerId="ADAL" clId="{453CC069-9AD3-413D-AC1F-5732DA0CF665}" dt="2022-05-26T08:23:15.401" v="4071" actId="164"/>
          <ac:grpSpMkLst>
            <pc:docMk/>
            <pc:sldMk cId="344185582" sldId="549"/>
            <ac:grpSpMk id="21" creationId="{FDFA78CD-ACF1-B0A5-B56C-79B9740D48C7}"/>
          </ac:grpSpMkLst>
        </pc:grpChg>
        <pc:grpChg chg="add mod">
          <ac:chgData name="Yeo Xiong Wei, Jonathan" userId="ac2b658e-7ce1-44bb-9f9f-bf4198ceaa29" providerId="ADAL" clId="{453CC069-9AD3-413D-AC1F-5732DA0CF665}" dt="2022-05-26T08:25:19.863" v="4104" actId="1076"/>
          <ac:grpSpMkLst>
            <pc:docMk/>
            <pc:sldMk cId="344185582" sldId="549"/>
            <ac:grpSpMk id="27" creationId="{F1133C02-457C-1F37-35D1-37EFE9F1C861}"/>
          </ac:grpSpMkLst>
        </pc:grpChg>
        <pc:grpChg chg="mod">
          <ac:chgData name="Yeo Xiong Wei, Jonathan" userId="ac2b658e-7ce1-44bb-9f9f-bf4198ceaa29" providerId="ADAL" clId="{453CC069-9AD3-413D-AC1F-5732DA0CF665}" dt="2022-05-26T08:23:25.353" v="4074"/>
          <ac:grpSpMkLst>
            <pc:docMk/>
            <pc:sldMk cId="344185582" sldId="549"/>
            <ac:grpSpMk id="28" creationId="{2BD6C0AC-6969-6559-B294-6EBF376E35DA}"/>
          </ac:grpSpMkLst>
        </pc:grpChg>
        <pc:grpChg chg="mod">
          <ac:chgData name="Yeo Xiong Wei, Jonathan" userId="ac2b658e-7ce1-44bb-9f9f-bf4198ceaa29" providerId="ADAL" clId="{453CC069-9AD3-413D-AC1F-5732DA0CF665}" dt="2022-05-26T08:23:25.353" v="4074"/>
          <ac:grpSpMkLst>
            <pc:docMk/>
            <pc:sldMk cId="344185582" sldId="549"/>
            <ac:grpSpMk id="29" creationId="{ADF7D24A-73E8-60B8-0425-2F4F7DB98CEA}"/>
          </ac:grpSpMkLst>
        </pc:grpChg>
        <pc:grpChg chg="mod">
          <ac:chgData name="Yeo Xiong Wei, Jonathan" userId="ac2b658e-7ce1-44bb-9f9f-bf4198ceaa29" providerId="ADAL" clId="{453CC069-9AD3-413D-AC1F-5732DA0CF665}" dt="2022-05-26T08:23:25.353" v="4074"/>
          <ac:grpSpMkLst>
            <pc:docMk/>
            <pc:sldMk cId="344185582" sldId="549"/>
            <ac:grpSpMk id="30" creationId="{F26DB620-23D2-C0C1-DC43-41929CFB8E62}"/>
          </ac:grpSpMkLst>
        </pc:grpChg>
        <pc:cxnChg chg="mod">
          <ac:chgData name="Yeo Xiong Wei, Jonathan" userId="ac2b658e-7ce1-44bb-9f9f-bf4198ceaa29" providerId="ADAL" clId="{453CC069-9AD3-413D-AC1F-5732DA0CF665}" dt="2022-05-26T08:21:08.724" v="3934" actId="20577"/>
          <ac:cxnSpMkLst>
            <pc:docMk/>
            <pc:sldMk cId="344185582" sldId="549"/>
            <ac:cxnSpMk id="6" creationId="{E68EC2D8-F2EC-7066-E8CA-C85F0A7FEEA7}"/>
          </ac:cxnSpMkLst>
        </pc:cxnChg>
        <pc:cxnChg chg="mod">
          <ac:chgData name="Yeo Xiong Wei, Jonathan" userId="ac2b658e-7ce1-44bb-9f9f-bf4198ceaa29" providerId="ADAL" clId="{453CC069-9AD3-413D-AC1F-5732DA0CF665}" dt="2022-05-26T08:21:08.724" v="3934" actId="20577"/>
          <ac:cxnSpMkLst>
            <pc:docMk/>
            <pc:sldMk cId="344185582" sldId="549"/>
            <ac:cxnSpMk id="7" creationId="{E8CF42DF-2EF7-3075-01CA-D9C1ABC6DBC0}"/>
          </ac:cxnSpMkLst>
        </pc:cxnChg>
        <pc:cxnChg chg="mod">
          <ac:chgData name="Yeo Xiong Wei, Jonathan" userId="ac2b658e-7ce1-44bb-9f9f-bf4198ceaa29" providerId="ADAL" clId="{453CC069-9AD3-413D-AC1F-5732DA0CF665}" dt="2022-05-26T08:21:26.676" v="3953"/>
          <ac:cxnSpMkLst>
            <pc:docMk/>
            <pc:sldMk cId="344185582" sldId="549"/>
            <ac:cxnSpMk id="12" creationId="{70875242-8FA9-2351-E53D-38E7B4E1A57E}"/>
          </ac:cxnSpMkLst>
        </pc:cxnChg>
        <pc:cxnChg chg="mod">
          <ac:chgData name="Yeo Xiong Wei, Jonathan" userId="ac2b658e-7ce1-44bb-9f9f-bf4198ceaa29" providerId="ADAL" clId="{453CC069-9AD3-413D-AC1F-5732DA0CF665}" dt="2022-05-26T08:21:26.676" v="3953"/>
          <ac:cxnSpMkLst>
            <pc:docMk/>
            <pc:sldMk cId="344185582" sldId="549"/>
            <ac:cxnSpMk id="13" creationId="{CA78D2F9-7E10-752D-1283-3526761EC735}"/>
          </ac:cxnSpMkLst>
        </pc:cxnChg>
        <pc:cxnChg chg="mod">
          <ac:chgData name="Yeo Xiong Wei, Jonathan" userId="ac2b658e-7ce1-44bb-9f9f-bf4198ceaa29" providerId="ADAL" clId="{453CC069-9AD3-413D-AC1F-5732DA0CF665}" dt="2022-05-26T08:21:31.159" v="3955"/>
          <ac:cxnSpMkLst>
            <pc:docMk/>
            <pc:sldMk cId="344185582" sldId="549"/>
            <ac:cxnSpMk id="17" creationId="{23BFE36E-61D9-6A82-33A5-E2F43235B912}"/>
          </ac:cxnSpMkLst>
        </pc:cxnChg>
        <pc:cxnChg chg="mod">
          <ac:chgData name="Yeo Xiong Wei, Jonathan" userId="ac2b658e-7ce1-44bb-9f9f-bf4198ceaa29" providerId="ADAL" clId="{453CC069-9AD3-413D-AC1F-5732DA0CF665}" dt="2022-05-26T08:21:31.159" v="3955"/>
          <ac:cxnSpMkLst>
            <pc:docMk/>
            <pc:sldMk cId="344185582" sldId="549"/>
            <ac:cxnSpMk id="18" creationId="{76244178-BDFF-89A1-29F5-A3383C79C323}"/>
          </ac:cxnSpMkLst>
        </pc:cxnChg>
        <pc:cxnChg chg="mod">
          <ac:chgData name="Yeo Xiong Wei, Jonathan" userId="ac2b658e-7ce1-44bb-9f9f-bf4198ceaa29" providerId="ADAL" clId="{453CC069-9AD3-413D-AC1F-5732DA0CF665}" dt="2022-05-26T08:21:37.795" v="3957"/>
          <ac:cxnSpMkLst>
            <pc:docMk/>
            <pc:sldMk cId="344185582" sldId="549"/>
            <ac:cxnSpMk id="22" creationId="{756E8B4F-CD79-271C-4CFF-442E7414292A}"/>
          </ac:cxnSpMkLst>
        </pc:cxnChg>
        <pc:cxnChg chg="mod">
          <ac:chgData name="Yeo Xiong Wei, Jonathan" userId="ac2b658e-7ce1-44bb-9f9f-bf4198ceaa29" providerId="ADAL" clId="{453CC069-9AD3-413D-AC1F-5732DA0CF665}" dt="2022-05-26T08:21:37.795" v="3957"/>
          <ac:cxnSpMkLst>
            <pc:docMk/>
            <pc:sldMk cId="344185582" sldId="549"/>
            <ac:cxnSpMk id="23" creationId="{CB13CA49-2D62-7499-B0B4-14BD31CFBDB4}"/>
          </ac:cxnSpMkLst>
        </pc:cxnChg>
        <pc:cxnChg chg="add mod">
          <ac:chgData name="Yeo Xiong Wei, Jonathan" userId="ac2b658e-7ce1-44bb-9f9f-bf4198ceaa29" providerId="ADAL" clId="{453CC069-9AD3-413D-AC1F-5732DA0CF665}" dt="2022-05-26T08:25:19.863" v="4104" actId="1076"/>
          <ac:cxnSpMkLst>
            <pc:docMk/>
            <pc:sldMk cId="344185582" sldId="549"/>
            <ac:cxnSpMk id="26" creationId="{1C28F77C-AC94-21AA-75AD-0A2382871E26}"/>
          </ac:cxnSpMkLst>
        </pc:cxnChg>
        <pc:cxnChg chg="mod">
          <ac:chgData name="Yeo Xiong Wei, Jonathan" userId="ac2b658e-7ce1-44bb-9f9f-bf4198ceaa29" providerId="ADAL" clId="{453CC069-9AD3-413D-AC1F-5732DA0CF665}" dt="2022-05-26T08:23:25.353" v="4074"/>
          <ac:cxnSpMkLst>
            <pc:docMk/>
            <pc:sldMk cId="344185582" sldId="549"/>
            <ac:cxnSpMk id="31" creationId="{2F38BA52-D948-D567-ABF0-A5E71109245F}"/>
          </ac:cxnSpMkLst>
        </pc:cxnChg>
        <pc:cxnChg chg="mod">
          <ac:chgData name="Yeo Xiong Wei, Jonathan" userId="ac2b658e-7ce1-44bb-9f9f-bf4198ceaa29" providerId="ADAL" clId="{453CC069-9AD3-413D-AC1F-5732DA0CF665}" dt="2022-05-26T08:23:25.353" v="4074"/>
          <ac:cxnSpMkLst>
            <pc:docMk/>
            <pc:sldMk cId="344185582" sldId="549"/>
            <ac:cxnSpMk id="32" creationId="{6CF9D771-722A-2859-E8CE-CA44110AB85F}"/>
          </ac:cxnSpMkLst>
        </pc:cxnChg>
        <pc:cxnChg chg="mod">
          <ac:chgData name="Yeo Xiong Wei, Jonathan" userId="ac2b658e-7ce1-44bb-9f9f-bf4198ceaa29" providerId="ADAL" clId="{453CC069-9AD3-413D-AC1F-5732DA0CF665}" dt="2022-05-26T08:23:25.353" v="4074"/>
          <ac:cxnSpMkLst>
            <pc:docMk/>
            <pc:sldMk cId="344185582" sldId="549"/>
            <ac:cxnSpMk id="35" creationId="{3BBBE779-4D44-19A1-859B-E9261CF6F27A}"/>
          </ac:cxnSpMkLst>
        </pc:cxnChg>
        <pc:cxnChg chg="mod">
          <ac:chgData name="Yeo Xiong Wei, Jonathan" userId="ac2b658e-7ce1-44bb-9f9f-bf4198ceaa29" providerId="ADAL" clId="{453CC069-9AD3-413D-AC1F-5732DA0CF665}" dt="2022-05-26T08:23:25.353" v="4074"/>
          <ac:cxnSpMkLst>
            <pc:docMk/>
            <pc:sldMk cId="344185582" sldId="549"/>
            <ac:cxnSpMk id="36" creationId="{7D3B3D12-0177-7B77-A075-46638C90CC1E}"/>
          </ac:cxnSpMkLst>
        </pc:cxnChg>
        <pc:cxnChg chg="mod">
          <ac:chgData name="Yeo Xiong Wei, Jonathan" userId="ac2b658e-7ce1-44bb-9f9f-bf4198ceaa29" providerId="ADAL" clId="{453CC069-9AD3-413D-AC1F-5732DA0CF665}" dt="2022-05-26T08:23:25.353" v="4074"/>
          <ac:cxnSpMkLst>
            <pc:docMk/>
            <pc:sldMk cId="344185582" sldId="549"/>
            <ac:cxnSpMk id="39" creationId="{452D54A1-4244-8748-E63A-F95CC2A5062B}"/>
          </ac:cxnSpMkLst>
        </pc:cxnChg>
        <pc:cxnChg chg="mod">
          <ac:chgData name="Yeo Xiong Wei, Jonathan" userId="ac2b658e-7ce1-44bb-9f9f-bf4198ceaa29" providerId="ADAL" clId="{453CC069-9AD3-413D-AC1F-5732DA0CF665}" dt="2022-05-26T08:23:25.353" v="4074"/>
          <ac:cxnSpMkLst>
            <pc:docMk/>
            <pc:sldMk cId="344185582" sldId="549"/>
            <ac:cxnSpMk id="40" creationId="{7D2709BE-9573-D49A-D9F7-9B85EAE9107A}"/>
          </ac:cxnSpMkLst>
        </pc:cxnChg>
        <pc:cxnChg chg="add mod">
          <ac:chgData name="Yeo Xiong Wei, Jonathan" userId="ac2b658e-7ce1-44bb-9f9f-bf4198ceaa29" providerId="ADAL" clId="{453CC069-9AD3-413D-AC1F-5732DA0CF665}" dt="2022-05-26T08:25:19.863" v="4104" actId="1076"/>
          <ac:cxnSpMkLst>
            <pc:docMk/>
            <pc:sldMk cId="344185582" sldId="549"/>
            <ac:cxnSpMk id="45" creationId="{A6C84556-1F03-D29D-9039-0F521B5B1AA1}"/>
          </ac:cxnSpMkLst>
        </pc:cxnChg>
      </pc:sldChg>
      <pc:sldChg chg="addSp delSp modSp add mod">
        <pc:chgData name="Yeo Xiong Wei, Jonathan" userId="ac2b658e-7ce1-44bb-9f9f-bf4198ceaa29" providerId="ADAL" clId="{453CC069-9AD3-413D-AC1F-5732DA0CF665}" dt="2022-05-26T08:30:30.277" v="4870" actId="5793"/>
        <pc:sldMkLst>
          <pc:docMk/>
          <pc:sldMk cId="441330248" sldId="550"/>
        </pc:sldMkLst>
        <pc:spChg chg="add del">
          <ac:chgData name="Yeo Xiong Wei, Jonathan" userId="ac2b658e-7ce1-44bb-9f9f-bf4198ceaa29" providerId="ADAL" clId="{453CC069-9AD3-413D-AC1F-5732DA0CF665}" dt="2022-05-26T08:25:50.280" v="4123" actId="11529"/>
          <ac:spMkLst>
            <pc:docMk/>
            <pc:sldMk cId="441330248" sldId="550"/>
            <ac:spMk id="4" creationId="{F4CAA2DD-2EEB-ACA3-DDDB-D82475D37C4A}"/>
          </ac:spMkLst>
        </pc:spChg>
        <pc:spChg chg="add mod">
          <ac:chgData name="Yeo Xiong Wei, Jonathan" userId="ac2b658e-7ce1-44bb-9f9f-bf4198ceaa29" providerId="ADAL" clId="{453CC069-9AD3-413D-AC1F-5732DA0CF665}" dt="2022-05-26T08:26:08.815" v="4129" actId="14100"/>
          <ac:spMkLst>
            <pc:docMk/>
            <pc:sldMk cId="441330248" sldId="550"/>
            <ac:spMk id="46" creationId="{35CCB740-50BF-5E97-F2F4-BE0606D5E6DD}"/>
          </ac:spMkLst>
        </pc:spChg>
        <pc:spChg chg="add mod">
          <ac:chgData name="Yeo Xiong Wei, Jonathan" userId="ac2b658e-7ce1-44bb-9f9f-bf4198ceaa29" providerId="ADAL" clId="{453CC069-9AD3-413D-AC1F-5732DA0CF665}" dt="2022-05-26T08:26:13.068" v="4131" actId="1076"/>
          <ac:spMkLst>
            <pc:docMk/>
            <pc:sldMk cId="441330248" sldId="550"/>
            <ac:spMk id="47" creationId="{E76EA65F-A1AF-85E6-AA7B-D1DF56043C68}"/>
          </ac:spMkLst>
        </pc:spChg>
        <pc:spChg chg="add mod">
          <ac:chgData name="Yeo Xiong Wei, Jonathan" userId="ac2b658e-7ce1-44bb-9f9f-bf4198ceaa29" providerId="ADAL" clId="{453CC069-9AD3-413D-AC1F-5732DA0CF665}" dt="2022-05-26T08:26:33.844" v="4138" actId="14100"/>
          <ac:spMkLst>
            <pc:docMk/>
            <pc:sldMk cId="441330248" sldId="550"/>
            <ac:spMk id="48" creationId="{48B9E24B-1545-E6DD-7423-69F13B1E85F6}"/>
          </ac:spMkLst>
        </pc:spChg>
        <pc:spChg chg="add del mod">
          <ac:chgData name="Yeo Xiong Wei, Jonathan" userId="ac2b658e-7ce1-44bb-9f9f-bf4198ceaa29" providerId="ADAL" clId="{453CC069-9AD3-413D-AC1F-5732DA0CF665}" dt="2022-05-26T08:27:54.958" v="4384"/>
          <ac:spMkLst>
            <pc:docMk/>
            <pc:sldMk cId="441330248" sldId="550"/>
            <ac:spMk id="49" creationId="{23D6B697-AE5B-A8D2-512B-3C2957CF2268}"/>
          </ac:spMkLst>
        </pc:spChg>
        <pc:spChg chg="mod">
          <ac:chgData name="Yeo Xiong Wei, Jonathan" userId="ac2b658e-7ce1-44bb-9f9f-bf4198ceaa29" providerId="ADAL" clId="{453CC069-9AD3-413D-AC1F-5732DA0CF665}" dt="2022-05-26T08:25:36.373" v="4121" actId="20577"/>
          <ac:spMkLst>
            <pc:docMk/>
            <pc:sldMk cId="441330248" sldId="550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453CC069-9AD3-413D-AC1F-5732DA0CF665}" dt="2022-05-26T08:30:30.277" v="4870" actId="5793"/>
          <ac:spMkLst>
            <pc:docMk/>
            <pc:sldMk cId="441330248" sldId="550"/>
            <ac:spMk id="108546" creationId="{00000000-0000-0000-0000-000000000000}"/>
          </ac:spMkLst>
        </pc:spChg>
      </pc:sldChg>
      <pc:sldChg chg="modSp add mod">
        <pc:chgData name="Yeo Xiong Wei, Jonathan" userId="ac2b658e-7ce1-44bb-9f9f-bf4198ceaa29" providerId="ADAL" clId="{453CC069-9AD3-413D-AC1F-5732DA0CF665}" dt="2022-05-26T08:38:00.572" v="5179" actId="20577"/>
        <pc:sldMkLst>
          <pc:docMk/>
          <pc:sldMk cId="993021302" sldId="551"/>
        </pc:sldMkLst>
        <pc:spChg chg="mod">
          <ac:chgData name="Yeo Xiong Wei, Jonathan" userId="ac2b658e-7ce1-44bb-9f9f-bf4198ceaa29" providerId="ADAL" clId="{453CC069-9AD3-413D-AC1F-5732DA0CF665}" dt="2022-05-26T08:38:00.572" v="5179" actId="20577"/>
          <ac:spMkLst>
            <pc:docMk/>
            <pc:sldMk cId="993021302" sldId="551"/>
            <ac:spMk id="2" creationId="{AC01609E-06F3-4BC5-AAF3-53EBE98C380B}"/>
          </ac:spMkLst>
        </pc:spChg>
      </pc:sldChg>
      <pc:sldChg chg="modSp add mod ord">
        <pc:chgData name="Yeo Xiong Wei, Jonathan" userId="ac2b658e-7ce1-44bb-9f9f-bf4198ceaa29" providerId="ADAL" clId="{453CC069-9AD3-413D-AC1F-5732DA0CF665}" dt="2022-05-26T08:48:22.368" v="6197" actId="20577"/>
        <pc:sldMkLst>
          <pc:docMk/>
          <pc:sldMk cId="925087040" sldId="552"/>
        </pc:sldMkLst>
        <pc:spChg chg="mod">
          <ac:chgData name="Yeo Xiong Wei, Jonathan" userId="ac2b658e-7ce1-44bb-9f9f-bf4198ceaa29" providerId="ADAL" clId="{453CC069-9AD3-413D-AC1F-5732DA0CF665}" dt="2022-05-26T08:46:53.040" v="6131" actId="1076"/>
          <ac:spMkLst>
            <pc:docMk/>
            <pc:sldMk cId="925087040" sldId="552"/>
            <ac:spMk id="4" creationId="{18E05505-4EBE-4F48-ABBA-2C39236384B1}"/>
          </ac:spMkLst>
        </pc:spChg>
        <pc:spChg chg="mod">
          <ac:chgData name="Yeo Xiong Wei, Jonathan" userId="ac2b658e-7ce1-44bb-9f9f-bf4198ceaa29" providerId="ADAL" clId="{453CC069-9AD3-413D-AC1F-5732DA0CF665}" dt="2022-05-26T08:46:53.040" v="6131" actId="1076"/>
          <ac:spMkLst>
            <pc:docMk/>
            <pc:sldMk cId="925087040" sldId="552"/>
            <ac:spMk id="6" creationId="{F5C28873-EAE0-47B8-BD97-EFE8C8AD45CD}"/>
          </ac:spMkLst>
        </pc:spChg>
        <pc:spChg chg="mod">
          <ac:chgData name="Yeo Xiong Wei, Jonathan" userId="ac2b658e-7ce1-44bb-9f9f-bf4198ceaa29" providerId="ADAL" clId="{453CC069-9AD3-413D-AC1F-5732DA0CF665}" dt="2022-05-26T08:48:22.368" v="6197" actId="20577"/>
          <ac:spMkLst>
            <pc:docMk/>
            <pc:sldMk cId="925087040" sldId="552"/>
            <ac:spMk id="16" creationId="{DD99C6AA-4FB0-4001-819D-E2F987201D6E}"/>
          </ac:spMkLst>
        </pc:spChg>
        <pc:picChg chg="mod">
          <ac:chgData name="Yeo Xiong Wei, Jonathan" userId="ac2b658e-7ce1-44bb-9f9f-bf4198ceaa29" providerId="ADAL" clId="{453CC069-9AD3-413D-AC1F-5732DA0CF665}" dt="2022-05-26T08:46:53.040" v="6131" actId="1076"/>
          <ac:picMkLst>
            <pc:docMk/>
            <pc:sldMk cId="925087040" sldId="552"/>
            <ac:picMk id="5" creationId="{0C9D2D1B-0D7F-4846-ACF6-4056D6DDAA01}"/>
          </ac:picMkLst>
        </pc:picChg>
      </pc:sldChg>
    </pc:docChg>
  </pc:docChgLst>
  <pc:docChgLst>
    <pc:chgData name="Yeo Xiong Wei, Jonathan" userId="ac2b658e-7ce1-44bb-9f9f-bf4198ceaa29" providerId="ADAL" clId="{648572E5-92AB-4E99-B471-219C856E7FF1}"/>
    <pc:docChg chg="undo custSel addSld delSld modSld sldOrd modMainMaster">
      <pc:chgData name="Yeo Xiong Wei, Jonathan" userId="ac2b658e-7ce1-44bb-9f9f-bf4198ceaa29" providerId="ADAL" clId="{648572E5-92AB-4E99-B471-219C856E7FF1}" dt="2024-07-08T04:50:58.743" v="3174" actId="1076"/>
      <pc:docMkLst>
        <pc:docMk/>
      </pc:docMkLst>
      <pc:sldChg chg="addSp delSp modSp del mod addAnim delAnim">
        <pc:chgData name="Yeo Xiong Wei, Jonathan" userId="ac2b658e-7ce1-44bb-9f9f-bf4198ceaa29" providerId="ADAL" clId="{648572E5-92AB-4E99-B471-219C856E7FF1}" dt="2024-05-02T06:07:03.488" v="20" actId="47"/>
        <pc:sldMkLst>
          <pc:docMk/>
          <pc:sldMk cId="3252022029" sldId="256"/>
        </pc:sldMkLst>
        <pc:spChg chg="mod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2" creationId="{EF8B73FE-A455-4656-A476-6FFB3EF1C8A2}"/>
          </ac:spMkLst>
        </pc:spChg>
        <pc:spChg chg="mod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3" creationId="{0E6D8A6F-95BE-4FA0-BC49-0D8C36EA3819}"/>
          </ac:spMkLst>
        </pc:spChg>
        <pc:spChg chg="mod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4" creationId="{9D4DA3D7-5007-489B-86B7-1B459DCD1904}"/>
          </ac:spMkLst>
        </pc:spChg>
        <pc:spChg chg="add del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8" creationId="{1EADCAF8-8823-4E89-8612-21029831A4B2}"/>
          </ac:spMkLst>
        </pc:spChg>
        <pc:spChg chg="add del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10" creationId="{28CA07B2-0819-4B62-9425-7A52BBDD7070}"/>
          </ac:spMkLst>
        </pc:spChg>
        <pc:spChg chg="add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24" creationId="{FFD48BC7-DC40-47DE-87EE-9F4B6ECB9ABB}"/>
          </ac:spMkLst>
        </pc:spChg>
        <pc:spChg chg="add del">
          <ac:chgData name="Yeo Xiong Wei, Jonathan" userId="ac2b658e-7ce1-44bb-9f9f-bf4198ceaa29" providerId="ADAL" clId="{648572E5-92AB-4E99-B471-219C856E7FF1}" dt="2024-05-02T06:06:24.292" v="4" actId="26606"/>
          <ac:spMkLst>
            <pc:docMk/>
            <pc:sldMk cId="3252022029" sldId="256"/>
            <ac:spMk id="25" creationId="{E2BA2BD9-7B54-4190-8F06-3EF3658A0020}"/>
          </ac:spMkLst>
        </pc:spChg>
        <pc:spChg chg="add del">
          <ac:chgData name="Yeo Xiong Wei, Jonathan" userId="ac2b658e-7ce1-44bb-9f9f-bf4198ceaa29" providerId="ADAL" clId="{648572E5-92AB-4E99-B471-219C856E7FF1}" dt="2024-05-02T06:06:28.598" v="12" actId="26606"/>
          <ac:spMkLst>
            <pc:docMk/>
            <pc:sldMk cId="3252022029" sldId="256"/>
            <ac:spMk id="26" creationId="{A3363022-C969-41E9-8EB2-E4C94908C1FA}"/>
          </ac:spMkLst>
        </pc:spChg>
        <pc:spChg chg="add del">
          <ac:chgData name="Yeo Xiong Wei, Jonathan" userId="ac2b658e-7ce1-44bb-9f9f-bf4198ceaa29" providerId="ADAL" clId="{648572E5-92AB-4E99-B471-219C856E7FF1}" dt="2024-05-02T06:06:24.292" v="4" actId="26606"/>
          <ac:spMkLst>
            <pc:docMk/>
            <pc:sldMk cId="3252022029" sldId="256"/>
            <ac:spMk id="27" creationId="{184F9D61-9303-40B4-9F7E-66A9B4EDC458}"/>
          </ac:spMkLst>
        </pc:spChg>
        <pc:spChg chg="add del">
          <ac:chgData name="Yeo Xiong Wei, Jonathan" userId="ac2b658e-7ce1-44bb-9f9f-bf4198ceaa29" providerId="ADAL" clId="{648572E5-92AB-4E99-B471-219C856E7FF1}" dt="2024-05-02T06:06:28.598" v="12" actId="26606"/>
          <ac:spMkLst>
            <pc:docMk/>
            <pc:sldMk cId="3252022029" sldId="256"/>
            <ac:spMk id="28" creationId="{8D1AD6B3-BE88-4CEB-BA17-790657CC4729}"/>
          </ac:spMkLst>
        </pc:spChg>
        <pc:spChg chg="add del">
          <ac:chgData name="Yeo Xiong Wei, Jonathan" userId="ac2b658e-7ce1-44bb-9f9f-bf4198ceaa29" providerId="ADAL" clId="{648572E5-92AB-4E99-B471-219C856E7FF1}" dt="2024-05-02T06:06:24.292" v="4" actId="26606"/>
          <ac:spMkLst>
            <pc:docMk/>
            <pc:sldMk cId="3252022029" sldId="256"/>
            <ac:spMk id="29" creationId="{648D746A-0359-4EAE-8CF9-062E281698EC}"/>
          </ac:spMkLst>
        </pc:spChg>
        <pc:spChg chg="add del">
          <ac:chgData name="Yeo Xiong Wei, Jonathan" userId="ac2b658e-7ce1-44bb-9f9f-bf4198ceaa29" providerId="ADAL" clId="{648572E5-92AB-4E99-B471-219C856E7FF1}" dt="2024-05-02T06:06:25.093" v="7" actId="26606"/>
          <ac:spMkLst>
            <pc:docMk/>
            <pc:sldMk cId="3252022029" sldId="256"/>
            <ac:spMk id="31" creationId="{C1DD1A8A-57D5-4A81-AD04-532B043C5611}"/>
          </ac:spMkLst>
        </pc:spChg>
        <pc:spChg chg="add del">
          <ac:chgData name="Yeo Xiong Wei, Jonathan" userId="ac2b658e-7ce1-44bb-9f9f-bf4198ceaa29" providerId="ADAL" clId="{648572E5-92AB-4E99-B471-219C856E7FF1}" dt="2024-05-02T06:06:25.093" v="7" actId="26606"/>
          <ac:spMkLst>
            <pc:docMk/>
            <pc:sldMk cId="3252022029" sldId="256"/>
            <ac:spMk id="33" creationId="{007891EC-4501-44ED-A8C8-B11B6DB767AB}"/>
          </ac:spMkLst>
        </pc:spChg>
        <pc:spChg chg="add del">
          <ac:chgData name="Yeo Xiong Wei, Jonathan" userId="ac2b658e-7ce1-44bb-9f9f-bf4198ceaa29" providerId="ADAL" clId="{648572E5-92AB-4E99-B471-219C856E7FF1}" dt="2024-05-02T06:06:27.296" v="10" actId="26606"/>
          <ac:spMkLst>
            <pc:docMk/>
            <pc:sldMk cId="3252022029" sldId="256"/>
            <ac:spMk id="35" creationId="{E2BA2BD9-7B54-4190-8F06-3EF3658A0020}"/>
          </ac:spMkLst>
        </pc:spChg>
        <pc:spChg chg="add del">
          <ac:chgData name="Yeo Xiong Wei, Jonathan" userId="ac2b658e-7ce1-44bb-9f9f-bf4198ceaa29" providerId="ADAL" clId="{648572E5-92AB-4E99-B471-219C856E7FF1}" dt="2024-05-02T06:06:27.296" v="10" actId="26606"/>
          <ac:spMkLst>
            <pc:docMk/>
            <pc:sldMk cId="3252022029" sldId="256"/>
            <ac:spMk id="36" creationId="{184F9D61-9303-40B4-9F7E-66A9B4EDC458}"/>
          </ac:spMkLst>
        </pc:spChg>
        <pc:spChg chg="add del">
          <ac:chgData name="Yeo Xiong Wei, Jonathan" userId="ac2b658e-7ce1-44bb-9f9f-bf4198ceaa29" providerId="ADAL" clId="{648572E5-92AB-4E99-B471-219C856E7FF1}" dt="2024-05-02T06:06:27.296" v="10" actId="26606"/>
          <ac:spMkLst>
            <pc:docMk/>
            <pc:sldMk cId="3252022029" sldId="256"/>
            <ac:spMk id="38" creationId="{648D746A-0359-4EAE-8CF9-062E281698EC}"/>
          </ac:spMkLst>
        </pc:spChg>
        <pc:spChg chg="add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44" creationId="{E502BBC7-2C76-46F3-BC24-5985BC13DB88}"/>
          </ac:spMkLst>
        </pc:spChg>
        <pc:spChg chg="add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45" creationId="{C7F28D52-2A5F-4D23-81AE-7CB8B591C7AF}"/>
          </ac:spMkLst>
        </pc:spChg>
        <pc:spChg chg="add">
          <ac:chgData name="Yeo Xiong Wei, Jonathan" userId="ac2b658e-7ce1-44bb-9f9f-bf4198ceaa29" providerId="ADAL" clId="{648572E5-92AB-4E99-B471-219C856E7FF1}" dt="2024-05-02T06:06:28.605" v="13" actId="26606"/>
          <ac:spMkLst>
            <pc:docMk/>
            <pc:sldMk cId="3252022029" sldId="256"/>
            <ac:spMk id="46" creationId="{3629484E-3792-4B3D-89AD-7C8A1ED0E0D4}"/>
          </ac:spMkLst>
        </pc:spChg>
        <pc:grpChg chg="add del">
          <ac:chgData name="Yeo Xiong Wei, Jonathan" userId="ac2b658e-7ce1-44bb-9f9f-bf4198ceaa29" providerId="ADAL" clId="{648572E5-92AB-4E99-B471-219C856E7FF1}" dt="2024-05-02T06:06:28.605" v="13" actId="26606"/>
          <ac:grpSpMkLst>
            <pc:docMk/>
            <pc:sldMk cId="3252022029" sldId="256"/>
            <ac:grpSpMk id="12" creationId="{DA02BEE4-A5D4-40AF-882D-49D34B086FFF}"/>
          </ac:grpSpMkLst>
        </pc:grpChg>
        <pc:grpChg chg="add del">
          <ac:chgData name="Yeo Xiong Wei, Jonathan" userId="ac2b658e-7ce1-44bb-9f9f-bf4198ceaa29" providerId="ADAL" clId="{648572E5-92AB-4E99-B471-219C856E7FF1}" dt="2024-05-02T06:06:28.598" v="12" actId="26606"/>
          <ac:grpSpMkLst>
            <pc:docMk/>
            <pc:sldMk cId="3252022029" sldId="256"/>
            <ac:grpSpMk id="30" creationId="{89D1390B-7E13-4B4F-9CB2-391063412E54}"/>
          </ac:grpSpMkLst>
        </pc:grpChg>
        <pc:picChg chg="add del">
          <ac:chgData name="Yeo Xiong Wei, Jonathan" userId="ac2b658e-7ce1-44bb-9f9f-bf4198ceaa29" providerId="ADAL" clId="{648572E5-92AB-4E99-B471-219C856E7FF1}" dt="2024-05-02T06:06:24.292" v="4" actId="26606"/>
          <ac:picMkLst>
            <pc:docMk/>
            <pc:sldMk cId="3252022029" sldId="256"/>
            <ac:picMk id="21" creationId="{CAB12BED-30A1-595E-A371-0FD2A5AF154A}"/>
          </ac:picMkLst>
        </pc:picChg>
        <pc:picChg chg="add del">
          <ac:chgData name="Yeo Xiong Wei, Jonathan" userId="ac2b658e-7ce1-44bb-9f9f-bf4198ceaa29" providerId="ADAL" clId="{648572E5-92AB-4E99-B471-219C856E7FF1}" dt="2024-05-02T06:06:28.598" v="12" actId="26606"/>
          <ac:picMkLst>
            <pc:docMk/>
            <pc:sldMk cId="3252022029" sldId="256"/>
            <ac:picMk id="23" creationId="{929CF399-EE39-DD6A-2203-1B062A2AD762}"/>
          </ac:picMkLst>
        </pc:picChg>
        <pc:picChg chg="add del">
          <ac:chgData name="Yeo Xiong Wei, Jonathan" userId="ac2b658e-7ce1-44bb-9f9f-bf4198ceaa29" providerId="ADAL" clId="{648572E5-92AB-4E99-B471-219C856E7FF1}" dt="2024-05-02T06:06:25.093" v="7" actId="26606"/>
          <ac:picMkLst>
            <pc:docMk/>
            <pc:sldMk cId="3252022029" sldId="256"/>
            <ac:picMk id="32" creationId="{76782AE7-EC3B-A22D-2541-FB1D14FED457}"/>
          </ac:picMkLst>
        </pc:picChg>
        <pc:picChg chg="add del">
          <ac:chgData name="Yeo Xiong Wei, Jonathan" userId="ac2b658e-7ce1-44bb-9f9f-bf4198ceaa29" providerId="ADAL" clId="{648572E5-92AB-4E99-B471-219C856E7FF1}" dt="2024-05-02T06:06:27.296" v="10" actId="26606"/>
          <ac:picMkLst>
            <pc:docMk/>
            <pc:sldMk cId="3252022029" sldId="256"/>
            <ac:picMk id="37" creationId="{CAB12BED-30A1-595E-A371-0FD2A5AF154A}"/>
          </ac:picMkLst>
        </pc:picChg>
      </pc:sldChg>
      <pc:sldChg chg="modSp add mod ord">
        <pc:chgData name="Yeo Xiong Wei, Jonathan" userId="ac2b658e-7ce1-44bb-9f9f-bf4198ceaa29" providerId="ADAL" clId="{648572E5-92AB-4E99-B471-219C856E7FF1}" dt="2024-05-02T07:42:48.317" v="694" actId="20577"/>
        <pc:sldMkLst>
          <pc:docMk/>
          <pc:sldMk cId="2402952431" sldId="434"/>
        </pc:sldMkLst>
        <pc:spChg chg="mod">
          <ac:chgData name="Yeo Xiong Wei, Jonathan" userId="ac2b658e-7ce1-44bb-9f9f-bf4198ceaa29" providerId="ADAL" clId="{648572E5-92AB-4E99-B471-219C856E7FF1}" dt="2024-05-02T07:42:48.317" v="694" actId="20577"/>
          <ac:spMkLst>
            <pc:docMk/>
            <pc:sldMk cId="2402952431" sldId="434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648572E5-92AB-4E99-B471-219C856E7FF1}" dt="2024-05-02T07:42:29.347" v="687" actId="404"/>
          <ac:spMkLst>
            <pc:docMk/>
            <pc:sldMk cId="2402952431" sldId="434"/>
            <ac:spMk id="52225" creationId="{00000000-0000-0000-0000-000000000000}"/>
          </ac:spMkLst>
        </pc:spChg>
      </pc:sldChg>
      <pc:sldChg chg="modSp add mod ord">
        <pc:chgData name="Yeo Xiong Wei, Jonathan" userId="ac2b658e-7ce1-44bb-9f9f-bf4198ceaa29" providerId="ADAL" clId="{648572E5-92AB-4E99-B471-219C856E7FF1}" dt="2024-05-02T07:43:35.813" v="735" actId="20577"/>
        <pc:sldMkLst>
          <pc:docMk/>
          <pc:sldMk cId="3670485337" sldId="436"/>
        </pc:sldMkLst>
        <pc:spChg chg="mod">
          <ac:chgData name="Yeo Xiong Wei, Jonathan" userId="ac2b658e-7ce1-44bb-9f9f-bf4198ceaa29" providerId="ADAL" clId="{648572E5-92AB-4E99-B471-219C856E7FF1}" dt="2024-05-02T07:43:35.813" v="735" actId="20577"/>
          <ac:spMkLst>
            <pc:docMk/>
            <pc:sldMk cId="3670485337" sldId="436"/>
            <ac:spMk id="52225" creationId="{00000000-0000-0000-0000-000000000000}"/>
          </ac:spMkLst>
        </pc:spChg>
      </pc:sldChg>
      <pc:sldChg chg="del">
        <pc:chgData name="Yeo Xiong Wei, Jonathan" userId="ac2b658e-7ce1-44bb-9f9f-bf4198ceaa29" providerId="ADAL" clId="{648572E5-92AB-4E99-B471-219C856E7FF1}" dt="2024-05-02T07:44:04.635" v="738" actId="47"/>
        <pc:sldMkLst>
          <pc:docMk/>
          <pc:sldMk cId="1402189048" sldId="438"/>
        </pc:sldMkLst>
      </pc:sldChg>
      <pc:sldChg chg="modSp mod">
        <pc:chgData name="Yeo Xiong Wei, Jonathan" userId="ac2b658e-7ce1-44bb-9f9f-bf4198ceaa29" providerId="ADAL" clId="{648572E5-92AB-4E99-B471-219C856E7FF1}" dt="2024-05-02T08:12:08.385" v="2736" actId="20577"/>
        <pc:sldMkLst>
          <pc:docMk/>
          <pc:sldMk cId="4160036871" sldId="458"/>
        </pc:sldMkLst>
        <pc:spChg chg="mod">
          <ac:chgData name="Yeo Xiong Wei, Jonathan" userId="ac2b658e-7ce1-44bb-9f9f-bf4198ceaa29" providerId="ADAL" clId="{648572E5-92AB-4E99-B471-219C856E7FF1}" dt="2024-05-02T08:12:08.385" v="2736" actId="20577"/>
          <ac:spMkLst>
            <pc:docMk/>
            <pc:sldMk cId="4160036871" sldId="458"/>
            <ac:spMk id="16" creationId="{DD99C6AA-4FB0-4001-819D-E2F987201D6E}"/>
          </ac:spMkLst>
        </pc:spChg>
      </pc:sldChg>
      <pc:sldChg chg="modSp add mod ord">
        <pc:chgData name="Yeo Xiong Wei, Jonathan" userId="ac2b658e-7ce1-44bb-9f9f-bf4198ceaa29" providerId="ADAL" clId="{648572E5-92AB-4E99-B471-219C856E7FF1}" dt="2024-05-02T07:43:40.226" v="737"/>
        <pc:sldMkLst>
          <pc:docMk/>
          <pc:sldMk cId="3409404217" sldId="481"/>
        </pc:sldMkLst>
        <pc:spChg chg="mod">
          <ac:chgData name="Yeo Xiong Wei, Jonathan" userId="ac2b658e-7ce1-44bb-9f9f-bf4198ceaa29" providerId="ADAL" clId="{648572E5-92AB-4E99-B471-219C856E7FF1}" dt="2024-05-02T07:43:40.226" v="737"/>
          <ac:spMkLst>
            <pc:docMk/>
            <pc:sldMk cId="3409404217" sldId="481"/>
            <ac:spMk id="52225" creationId="{00000000-0000-0000-0000-000000000000}"/>
          </ac:spMkLst>
        </pc:spChg>
      </pc:sldChg>
      <pc:sldChg chg="modSp add mod ord">
        <pc:chgData name="Yeo Xiong Wei, Jonathan" userId="ac2b658e-7ce1-44bb-9f9f-bf4198ceaa29" providerId="ADAL" clId="{648572E5-92AB-4E99-B471-219C856E7FF1}" dt="2024-05-02T07:42:56.773" v="703" actId="20577"/>
        <pc:sldMkLst>
          <pc:docMk/>
          <pc:sldMk cId="217193348" sldId="482"/>
        </pc:sldMkLst>
        <pc:spChg chg="mod">
          <ac:chgData name="Yeo Xiong Wei, Jonathan" userId="ac2b658e-7ce1-44bb-9f9f-bf4198ceaa29" providerId="ADAL" clId="{648572E5-92AB-4E99-B471-219C856E7FF1}" dt="2024-05-02T07:39:20.330" v="588" actId="1076"/>
          <ac:spMkLst>
            <pc:docMk/>
            <pc:sldMk cId="217193348" sldId="482"/>
            <ac:spMk id="7" creationId="{C0E42650-81B5-4C50-81EB-66564AD673EA}"/>
          </ac:spMkLst>
        </pc:spChg>
        <pc:spChg chg="mod">
          <ac:chgData name="Yeo Xiong Wei, Jonathan" userId="ac2b658e-7ce1-44bb-9f9f-bf4198ceaa29" providerId="ADAL" clId="{648572E5-92AB-4E99-B471-219C856E7FF1}" dt="2024-05-02T07:39:20.330" v="588" actId="1076"/>
          <ac:spMkLst>
            <pc:docMk/>
            <pc:sldMk cId="217193348" sldId="482"/>
            <ac:spMk id="9" creationId="{F3A478C2-906F-4C71-93C3-E9A078BFBB67}"/>
          </ac:spMkLst>
        </pc:spChg>
        <pc:spChg chg="mod">
          <ac:chgData name="Yeo Xiong Wei, Jonathan" userId="ac2b658e-7ce1-44bb-9f9f-bf4198ceaa29" providerId="ADAL" clId="{648572E5-92AB-4E99-B471-219C856E7FF1}" dt="2024-05-02T07:42:56.773" v="703" actId="20577"/>
          <ac:spMkLst>
            <pc:docMk/>
            <pc:sldMk cId="217193348" sldId="482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648572E5-92AB-4E99-B471-219C856E7FF1}" dt="2024-05-02T07:40:47.901" v="618" actId="404"/>
          <ac:spMkLst>
            <pc:docMk/>
            <pc:sldMk cId="217193348" sldId="482"/>
            <ac:spMk id="52225" creationId="{00000000-0000-0000-0000-000000000000}"/>
          </ac:spMkLst>
        </pc:spChg>
        <pc:graphicFrameChg chg="mod">
          <ac:chgData name="Yeo Xiong Wei, Jonathan" userId="ac2b658e-7ce1-44bb-9f9f-bf4198ceaa29" providerId="ADAL" clId="{648572E5-92AB-4E99-B471-219C856E7FF1}" dt="2024-05-02T07:39:20.330" v="588" actId="1076"/>
          <ac:graphicFrameMkLst>
            <pc:docMk/>
            <pc:sldMk cId="217193348" sldId="482"/>
            <ac:graphicFrameMk id="5" creationId="{852CCDDB-5ED2-4AE0-AA49-6ACD4B85A7BD}"/>
          </ac:graphicFrameMkLst>
        </pc:graphicFrameChg>
      </pc:sldChg>
      <pc:sldChg chg="modSp add mod">
        <pc:chgData name="Yeo Xiong Wei, Jonathan" userId="ac2b658e-7ce1-44bb-9f9f-bf4198ceaa29" providerId="ADAL" clId="{648572E5-92AB-4E99-B471-219C856E7FF1}" dt="2024-05-02T07:43:31.280" v="729"/>
        <pc:sldMkLst>
          <pc:docMk/>
          <pc:sldMk cId="121939173" sldId="483"/>
        </pc:sldMkLst>
        <pc:spChg chg="mod">
          <ac:chgData name="Yeo Xiong Wei, Jonathan" userId="ac2b658e-7ce1-44bb-9f9f-bf4198ceaa29" providerId="ADAL" clId="{648572E5-92AB-4E99-B471-219C856E7FF1}" dt="2024-05-02T07:43:31.280" v="729"/>
          <ac:spMkLst>
            <pc:docMk/>
            <pc:sldMk cId="121939173" sldId="483"/>
            <ac:spMk id="52225" creationId="{00000000-0000-0000-0000-000000000000}"/>
          </ac:spMkLst>
        </pc:spChg>
      </pc:sldChg>
      <pc:sldChg chg="modSp mod">
        <pc:chgData name="Yeo Xiong Wei, Jonathan" userId="ac2b658e-7ce1-44bb-9f9f-bf4198ceaa29" providerId="ADAL" clId="{648572E5-92AB-4E99-B471-219C856E7FF1}" dt="2024-05-02T07:50:23.419" v="1203" actId="20577"/>
        <pc:sldMkLst>
          <pc:docMk/>
          <pc:sldMk cId="2741234032" sldId="484"/>
        </pc:sldMkLst>
        <pc:spChg chg="mod">
          <ac:chgData name="Yeo Xiong Wei, Jonathan" userId="ac2b658e-7ce1-44bb-9f9f-bf4198ceaa29" providerId="ADAL" clId="{648572E5-92AB-4E99-B471-219C856E7FF1}" dt="2024-05-02T07:50:23.419" v="1203" actId="20577"/>
          <ac:spMkLst>
            <pc:docMk/>
            <pc:sldMk cId="2741234032" sldId="484"/>
            <ac:spMk id="2" creationId="{AC01609E-06F3-4BC5-AAF3-53EBE98C380B}"/>
          </ac:spMkLst>
        </pc:spChg>
      </pc:sldChg>
      <pc:sldChg chg="addSp delSp modSp mod">
        <pc:chgData name="Yeo Xiong Wei, Jonathan" userId="ac2b658e-7ce1-44bb-9f9f-bf4198ceaa29" providerId="ADAL" clId="{648572E5-92AB-4E99-B471-219C856E7FF1}" dt="2024-05-02T07:55:13.279" v="1210" actId="1076"/>
        <pc:sldMkLst>
          <pc:docMk/>
          <pc:sldMk cId="1415672847" sldId="485"/>
        </pc:sldMkLst>
        <pc:spChg chg="add mod ord">
          <ac:chgData name="Yeo Xiong Wei, Jonathan" userId="ac2b658e-7ce1-44bb-9f9f-bf4198ceaa29" providerId="ADAL" clId="{648572E5-92AB-4E99-B471-219C856E7FF1}" dt="2024-05-02T07:55:13.279" v="1210" actId="1076"/>
          <ac:spMkLst>
            <pc:docMk/>
            <pc:sldMk cId="1415672847" sldId="485"/>
            <ac:spMk id="2" creationId="{4C08AE8F-391C-F017-6941-B1127361EEBE}"/>
          </ac:spMkLst>
        </pc:spChg>
        <pc:spChg chg="del">
          <ac:chgData name="Yeo Xiong Wei, Jonathan" userId="ac2b658e-7ce1-44bb-9f9f-bf4198ceaa29" providerId="ADAL" clId="{648572E5-92AB-4E99-B471-219C856E7FF1}" dt="2024-05-02T07:55:01.820" v="1204" actId="478"/>
          <ac:spMkLst>
            <pc:docMk/>
            <pc:sldMk cId="1415672847" sldId="485"/>
            <ac:spMk id="5" creationId="{04C547DD-13E3-435C-ADA1-4CE35D9BE6EC}"/>
          </ac:spMkLst>
        </pc:spChg>
      </pc:sldChg>
      <pc:sldChg chg="addSp modSp mod">
        <pc:chgData name="Yeo Xiong Wei, Jonathan" userId="ac2b658e-7ce1-44bb-9f9f-bf4198ceaa29" providerId="ADAL" clId="{648572E5-92AB-4E99-B471-219C856E7FF1}" dt="2024-05-02T08:12:59.333" v="2744" actId="14100"/>
        <pc:sldMkLst>
          <pc:docMk/>
          <pc:sldMk cId="2603056020" sldId="487"/>
        </pc:sldMkLst>
        <pc:spChg chg="add mod ord">
          <ac:chgData name="Yeo Xiong Wei, Jonathan" userId="ac2b658e-7ce1-44bb-9f9f-bf4198ceaa29" providerId="ADAL" clId="{648572E5-92AB-4E99-B471-219C856E7FF1}" dt="2024-05-02T08:12:59.333" v="2744" actId="14100"/>
          <ac:spMkLst>
            <pc:docMk/>
            <pc:sldMk cId="2603056020" sldId="487"/>
            <ac:spMk id="2" creationId="{500498D1-42EC-7417-F54A-B2AE0F1D1941}"/>
          </ac:spMkLst>
        </pc:spChg>
        <pc:spChg chg="mod">
          <ac:chgData name="Yeo Xiong Wei, Jonathan" userId="ac2b658e-7ce1-44bb-9f9f-bf4198ceaa29" providerId="ADAL" clId="{648572E5-92AB-4E99-B471-219C856E7FF1}" dt="2024-05-02T08:12:56.351" v="2742" actId="20577"/>
          <ac:spMkLst>
            <pc:docMk/>
            <pc:sldMk cId="2603056020" sldId="487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648572E5-92AB-4E99-B471-219C856E7FF1}" dt="2024-05-02T08:13:33.711" v="2757" actId="1076"/>
        <pc:sldMkLst>
          <pc:docMk/>
          <pc:sldMk cId="1092217493" sldId="488"/>
        </pc:sldMkLst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2" creationId="{252FB63B-0A30-4264-95B9-5B64B74705D7}"/>
          </ac:spMkLst>
        </pc:spChg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4" creationId="{1FA5841A-627C-4AFF-A02A-836512088505}"/>
          </ac:spMkLst>
        </pc:spChg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5" creationId="{738DC767-01D0-4863-9E96-B0CE04E7F640}"/>
          </ac:spMkLst>
        </pc:spChg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6" creationId="{0E220112-BAB6-4F58-B0E9-33E4DE8BDAB4}"/>
          </ac:spMkLst>
        </pc:spChg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10" creationId="{F2280A3B-ECB2-4E69-B504-4632405C20A4}"/>
          </ac:spMkLst>
        </pc:spChg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11" creationId="{7AA31826-D3CC-44B5-A0C7-111F51905E74}"/>
          </ac:spMkLst>
        </pc:spChg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13" creationId="{73DF7C3B-ED60-44DF-BBF5-DC5FF53BDBEC}"/>
          </ac:spMkLst>
        </pc:spChg>
        <pc:spChg chg="mod">
          <ac:chgData name="Yeo Xiong Wei, Jonathan" userId="ac2b658e-7ce1-44bb-9f9f-bf4198ceaa29" providerId="ADAL" clId="{648572E5-92AB-4E99-B471-219C856E7FF1}" dt="2024-05-02T08:13:33.711" v="2757" actId="1076"/>
          <ac:spMkLst>
            <pc:docMk/>
            <pc:sldMk cId="1092217493" sldId="488"/>
            <ac:spMk id="14" creationId="{C3FCEFB3-C4AB-40AF-9F11-9F86BBA7E3B5}"/>
          </ac:spMkLst>
        </pc:spChg>
        <pc:spChg chg="mod">
          <ac:chgData name="Yeo Xiong Wei, Jonathan" userId="ac2b658e-7ce1-44bb-9f9f-bf4198ceaa29" providerId="ADAL" clId="{648572E5-92AB-4E99-B471-219C856E7FF1}" dt="2024-05-02T08:13:28.277" v="2756" actId="255"/>
          <ac:spMkLst>
            <pc:docMk/>
            <pc:sldMk cId="1092217493" sldId="488"/>
            <ac:spMk id="16" creationId="{DD99C6AA-4FB0-4001-819D-E2F987201D6E}"/>
          </ac:spMkLst>
        </pc:spChg>
        <pc:picChg chg="mod">
          <ac:chgData name="Yeo Xiong Wei, Jonathan" userId="ac2b658e-7ce1-44bb-9f9f-bf4198ceaa29" providerId="ADAL" clId="{648572E5-92AB-4E99-B471-219C856E7FF1}" dt="2024-05-02T08:13:33.711" v="2757" actId="1076"/>
          <ac:picMkLst>
            <pc:docMk/>
            <pc:sldMk cId="1092217493" sldId="488"/>
            <ac:picMk id="3" creationId="{0CBD2E86-A838-4052-9A5F-C69CED66BE0E}"/>
          </ac:picMkLst>
        </pc:picChg>
        <pc:cxnChg chg="mod">
          <ac:chgData name="Yeo Xiong Wei, Jonathan" userId="ac2b658e-7ce1-44bb-9f9f-bf4198ceaa29" providerId="ADAL" clId="{648572E5-92AB-4E99-B471-219C856E7FF1}" dt="2024-05-02T08:13:33.711" v="2757" actId="1076"/>
          <ac:cxnSpMkLst>
            <pc:docMk/>
            <pc:sldMk cId="1092217493" sldId="488"/>
            <ac:cxnSpMk id="9" creationId="{7AE6C79C-B2C8-43CD-ACEE-D0B1EB75176F}"/>
          </ac:cxnSpMkLst>
        </pc:cxnChg>
      </pc:sldChg>
      <pc:sldChg chg="modSp mod">
        <pc:chgData name="Yeo Xiong Wei, Jonathan" userId="ac2b658e-7ce1-44bb-9f9f-bf4198ceaa29" providerId="ADAL" clId="{648572E5-92AB-4E99-B471-219C856E7FF1}" dt="2024-05-02T08:14:20.801" v="2763" actId="1076"/>
        <pc:sldMkLst>
          <pc:docMk/>
          <pc:sldMk cId="1009246360" sldId="490"/>
        </pc:sldMkLst>
        <pc:spChg chg="mod">
          <ac:chgData name="Yeo Xiong Wei, Jonathan" userId="ac2b658e-7ce1-44bb-9f9f-bf4198ceaa29" providerId="ADAL" clId="{648572E5-92AB-4E99-B471-219C856E7FF1}" dt="2024-05-02T08:14:16.298" v="2762" actId="1076"/>
          <ac:spMkLst>
            <pc:docMk/>
            <pc:sldMk cId="1009246360" sldId="490"/>
            <ac:spMk id="3" creationId="{17E5A998-2023-4CFD-A28C-7177B96B6632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5" creationId="{1B2E2274-5347-8CA0-659C-42F9A3299E72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23" creationId="{152A6C56-E967-B365-CC5D-F762A5B53B88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24" creationId="{9109CB36-6D1F-AB99-1ED2-0E84BB9EB73C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25" creationId="{EC00C7D3-C59D-9D9D-404D-7B8C55350159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29" creationId="{63FF4906-009F-BC37-83E9-3EE4ACB13E50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30" creationId="{FC841216-685E-B4D7-22E4-03D5632C5A6A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33" creationId="{22CEED89-D791-CF65-0C3A-ADC992D63B63}"/>
          </ac:spMkLst>
        </pc:spChg>
        <pc:spChg chg="mod">
          <ac:chgData name="Yeo Xiong Wei, Jonathan" userId="ac2b658e-7ce1-44bb-9f9f-bf4198ceaa29" providerId="ADAL" clId="{648572E5-92AB-4E99-B471-219C856E7FF1}" dt="2024-05-02T08:14:20.801" v="2763" actId="1076"/>
          <ac:spMkLst>
            <pc:docMk/>
            <pc:sldMk cId="1009246360" sldId="490"/>
            <ac:spMk id="34" creationId="{BF974F28-D457-827F-3E69-7C9AF1A3BC24}"/>
          </ac:spMkLst>
        </pc:spChg>
        <pc:grpChg chg="mod">
          <ac:chgData name="Yeo Xiong Wei, Jonathan" userId="ac2b658e-7ce1-44bb-9f9f-bf4198ceaa29" providerId="ADAL" clId="{648572E5-92AB-4E99-B471-219C856E7FF1}" dt="2024-05-02T08:14:20.801" v="2763" actId="1076"/>
          <ac:grpSpMkLst>
            <pc:docMk/>
            <pc:sldMk cId="1009246360" sldId="490"/>
            <ac:grpSpMk id="15" creationId="{9A49D43B-D0A4-A58E-B173-70A0D99F6CF7}"/>
          </ac:grpSpMkLst>
        </pc:grpChg>
        <pc:cxnChg chg="mod">
          <ac:chgData name="Yeo Xiong Wei, Jonathan" userId="ac2b658e-7ce1-44bb-9f9f-bf4198ceaa29" providerId="ADAL" clId="{648572E5-92AB-4E99-B471-219C856E7FF1}" dt="2024-05-02T08:14:20.801" v="2763" actId="1076"/>
          <ac:cxnSpMkLst>
            <pc:docMk/>
            <pc:sldMk cId="1009246360" sldId="490"/>
            <ac:cxnSpMk id="21" creationId="{D0C853B9-3079-FD8C-7A3D-A5DB2490BF5A}"/>
          </ac:cxnSpMkLst>
        </pc:cxnChg>
        <pc:cxnChg chg="mod">
          <ac:chgData name="Yeo Xiong Wei, Jonathan" userId="ac2b658e-7ce1-44bb-9f9f-bf4198ceaa29" providerId="ADAL" clId="{648572E5-92AB-4E99-B471-219C856E7FF1}" dt="2024-05-02T08:14:20.801" v="2763" actId="1076"/>
          <ac:cxnSpMkLst>
            <pc:docMk/>
            <pc:sldMk cId="1009246360" sldId="490"/>
            <ac:cxnSpMk id="22" creationId="{6D061299-93A9-CFE9-BEA6-7B09D7E8F063}"/>
          </ac:cxnSpMkLst>
        </pc:cxnChg>
        <pc:cxnChg chg="mod">
          <ac:chgData name="Yeo Xiong Wei, Jonathan" userId="ac2b658e-7ce1-44bb-9f9f-bf4198ceaa29" providerId="ADAL" clId="{648572E5-92AB-4E99-B471-219C856E7FF1}" dt="2024-05-02T08:14:20.801" v="2763" actId="1076"/>
          <ac:cxnSpMkLst>
            <pc:docMk/>
            <pc:sldMk cId="1009246360" sldId="490"/>
            <ac:cxnSpMk id="26" creationId="{404F6544-9C20-139E-B733-07C5E7F5C78F}"/>
          </ac:cxnSpMkLst>
        </pc:cxnChg>
      </pc:sldChg>
      <pc:sldChg chg="modSp mod">
        <pc:chgData name="Yeo Xiong Wei, Jonathan" userId="ac2b658e-7ce1-44bb-9f9f-bf4198ceaa29" providerId="ADAL" clId="{648572E5-92AB-4E99-B471-219C856E7FF1}" dt="2024-05-02T08:14:06.457" v="2760" actId="1076"/>
        <pc:sldMkLst>
          <pc:docMk/>
          <pc:sldMk cId="2393610499" sldId="491"/>
        </pc:sldMkLst>
        <pc:spChg chg="mod">
          <ac:chgData name="Yeo Xiong Wei, Jonathan" userId="ac2b658e-7ce1-44bb-9f9f-bf4198ceaa29" providerId="ADAL" clId="{648572E5-92AB-4E99-B471-219C856E7FF1}" dt="2024-05-02T08:14:04.409" v="2759" actId="14100"/>
          <ac:spMkLst>
            <pc:docMk/>
            <pc:sldMk cId="2393610499" sldId="491"/>
            <ac:spMk id="3" creationId="{5F1084EF-22C8-4EF1-B3AC-5CD9C82F5106}"/>
          </ac:spMkLst>
        </pc:spChg>
        <pc:graphicFrameChg chg="mod">
          <ac:chgData name="Yeo Xiong Wei, Jonathan" userId="ac2b658e-7ce1-44bb-9f9f-bf4198ceaa29" providerId="ADAL" clId="{648572E5-92AB-4E99-B471-219C856E7FF1}" dt="2024-05-02T08:14:06.457" v="2760" actId="1076"/>
          <ac:graphicFrameMkLst>
            <pc:docMk/>
            <pc:sldMk cId="2393610499" sldId="491"/>
            <ac:graphicFrameMk id="6" creationId="{153EF08D-1665-2C93-1C3D-779EA75C2574}"/>
          </ac:graphicFrameMkLst>
        </pc:graphicFrameChg>
      </pc:sldChg>
      <pc:sldChg chg="modSp">
        <pc:chgData name="Yeo Xiong Wei, Jonathan" userId="ac2b658e-7ce1-44bb-9f9f-bf4198ceaa29" providerId="ADAL" clId="{648572E5-92AB-4E99-B471-219C856E7FF1}" dt="2024-05-02T08:15:00.863" v="2765" actId="207"/>
        <pc:sldMkLst>
          <pc:docMk/>
          <pc:sldMk cId="249464891" sldId="492"/>
        </pc:sldMkLst>
        <pc:spChg chg="mod">
          <ac:chgData name="Yeo Xiong Wei, Jonathan" userId="ac2b658e-7ce1-44bb-9f9f-bf4198ceaa29" providerId="ADAL" clId="{648572E5-92AB-4E99-B471-219C856E7FF1}" dt="2024-05-02T08:15:00.863" v="2765" actId="207"/>
          <ac:spMkLst>
            <pc:docMk/>
            <pc:sldMk cId="249464891" sldId="492"/>
            <ac:spMk id="108546" creationId="{00000000-0000-0000-0000-000000000000}"/>
          </ac:spMkLst>
        </pc:spChg>
      </pc:sldChg>
      <pc:sldChg chg="del">
        <pc:chgData name="Yeo Xiong Wei, Jonathan" userId="ac2b658e-7ce1-44bb-9f9f-bf4198ceaa29" providerId="ADAL" clId="{648572E5-92AB-4E99-B471-219C856E7FF1}" dt="2024-05-02T08:15:59.647" v="2766" actId="47"/>
        <pc:sldMkLst>
          <pc:docMk/>
          <pc:sldMk cId="2967034777" sldId="496"/>
        </pc:sldMkLst>
      </pc:sldChg>
      <pc:sldChg chg="del">
        <pc:chgData name="Yeo Xiong Wei, Jonathan" userId="ac2b658e-7ce1-44bb-9f9f-bf4198ceaa29" providerId="ADAL" clId="{648572E5-92AB-4E99-B471-219C856E7FF1}" dt="2024-05-02T08:15:59.647" v="2766" actId="47"/>
        <pc:sldMkLst>
          <pc:docMk/>
          <pc:sldMk cId="2089737958" sldId="525"/>
        </pc:sldMkLst>
      </pc:sldChg>
      <pc:sldChg chg="del">
        <pc:chgData name="Yeo Xiong Wei, Jonathan" userId="ac2b658e-7ce1-44bb-9f9f-bf4198ceaa29" providerId="ADAL" clId="{648572E5-92AB-4E99-B471-219C856E7FF1}" dt="2024-05-02T08:15:59.647" v="2766" actId="47"/>
        <pc:sldMkLst>
          <pc:docMk/>
          <pc:sldMk cId="3072203509" sldId="534"/>
        </pc:sldMkLst>
      </pc:sldChg>
      <pc:sldChg chg="del">
        <pc:chgData name="Yeo Xiong Wei, Jonathan" userId="ac2b658e-7ce1-44bb-9f9f-bf4198ceaa29" providerId="ADAL" clId="{648572E5-92AB-4E99-B471-219C856E7FF1}" dt="2024-05-02T08:15:59.647" v="2766" actId="47"/>
        <pc:sldMkLst>
          <pc:docMk/>
          <pc:sldMk cId="1913469756" sldId="535"/>
        </pc:sldMkLst>
      </pc:sldChg>
      <pc:sldChg chg="del">
        <pc:chgData name="Yeo Xiong Wei, Jonathan" userId="ac2b658e-7ce1-44bb-9f9f-bf4198ceaa29" providerId="ADAL" clId="{648572E5-92AB-4E99-B471-219C856E7FF1}" dt="2024-05-02T08:15:59.647" v="2766" actId="47"/>
        <pc:sldMkLst>
          <pc:docMk/>
          <pc:sldMk cId="4115062149" sldId="540"/>
        </pc:sldMkLst>
      </pc:sldChg>
      <pc:sldChg chg="del">
        <pc:chgData name="Yeo Xiong Wei, Jonathan" userId="ac2b658e-7ce1-44bb-9f9f-bf4198ceaa29" providerId="ADAL" clId="{648572E5-92AB-4E99-B471-219C856E7FF1}" dt="2024-05-02T08:15:59.647" v="2766" actId="47"/>
        <pc:sldMkLst>
          <pc:docMk/>
          <pc:sldMk cId="3316400165" sldId="554"/>
        </pc:sldMkLst>
      </pc:sldChg>
      <pc:sldChg chg="modSp del mod">
        <pc:chgData name="Yeo Xiong Wei, Jonathan" userId="ac2b658e-7ce1-44bb-9f9f-bf4198ceaa29" providerId="ADAL" clId="{648572E5-92AB-4E99-B471-219C856E7FF1}" dt="2024-05-02T08:11:44.107" v="2721" actId="47"/>
        <pc:sldMkLst>
          <pc:docMk/>
          <pc:sldMk cId="925087040" sldId="560"/>
        </pc:sldMkLst>
        <pc:spChg chg="mod">
          <ac:chgData name="Yeo Xiong Wei, Jonathan" userId="ac2b658e-7ce1-44bb-9f9f-bf4198ceaa29" providerId="ADAL" clId="{648572E5-92AB-4E99-B471-219C856E7FF1}" dt="2024-05-02T07:56:36.802" v="1282" actId="6549"/>
          <ac:spMkLst>
            <pc:docMk/>
            <pc:sldMk cId="925087040" sldId="560"/>
            <ac:spMk id="16" creationId="{DD99C6AA-4FB0-4001-819D-E2F987201D6E}"/>
          </ac:spMkLst>
        </pc:spChg>
      </pc:sldChg>
      <pc:sldChg chg="addSp delSp modSp mod ord">
        <pc:chgData name="Yeo Xiong Wei, Jonathan" userId="ac2b658e-7ce1-44bb-9f9f-bf4198ceaa29" providerId="ADAL" clId="{648572E5-92AB-4E99-B471-219C856E7FF1}" dt="2024-07-08T04:50:58.743" v="3174" actId="1076"/>
        <pc:sldMkLst>
          <pc:docMk/>
          <pc:sldMk cId="3284525689" sldId="562"/>
        </pc:sldMkLst>
        <pc:spChg chg="mod">
          <ac:chgData name="Yeo Xiong Wei, Jonathan" userId="ac2b658e-7ce1-44bb-9f9f-bf4198ceaa29" providerId="ADAL" clId="{648572E5-92AB-4E99-B471-219C856E7FF1}" dt="2024-07-08T04:46:42.125" v="2817" actId="1076"/>
          <ac:spMkLst>
            <pc:docMk/>
            <pc:sldMk cId="3284525689" sldId="562"/>
            <ac:spMk id="2" creationId="{2CB5D650-87DA-40F9-8CA6-5134E768F879}"/>
          </ac:spMkLst>
        </pc:spChg>
        <pc:spChg chg="del">
          <ac:chgData name="Yeo Xiong Wei, Jonathan" userId="ac2b658e-7ce1-44bb-9f9f-bf4198ceaa29" providerId="ADAL" clId="{648572E5-92AB-4E99-B471-219C856E7FF1}" dt="2024-07-08T04:44:25.884" v="2777" actId="478"/>
          <ac:spMkLst>
            <pc:docMk/>
            <pc:sldMk cId="3284525689" sldId="562"/>
            <ac:spMk id="3" creationId="{5F1084EF-22C8-4EF1-B3AC-5CD9C82F5106}"/>
          </ac:spMkLst>
        </pc:spChg>
        <pc:spChg chg="del">
          <ac:chgData name="Yeo Xiong Wei, Jonathan" userId="ac2b658e-7ce1-44bb-9f9f-bf4198ceaa29" providerId="ADAL" clId="{648572E5-92AB-4E99-B471-219C856E7FF1}" dt="2024-07-08T04:44:35.069" v="2779" actId="478"/>
          <ac:spMkLst>
            <pc:docMk/>
            <pc:sldMk cId="3284525689" sldId="562"/>
            <ac:spMk id="7" creationId="{A4244EC2-6135-C9B2-BA9E-7DDB9D82210E}"/>
          </ac:spMkLst>
        </pc:spChg>
        <pc:spChg chg="del">
          <ac:chgData name="Yeo Xiong Wei, Jonathan" userId="ac2b658e-7ce1-44bb-9f9f-bf4198ceaa29" providerId="ADAL" clId="{648572E5-92AB-4E99-B471-219C856E7FF1}" dt="2024-07-08T04:44:35.069" v="2779" actId="478"/>
          <ac:spMkLst>
            <pc:docMk/>
            <pc:sldMk cId="3284525689" sldId="562"/>
            <ac:spMk id="8" creationId="{E3B897E0-FDE5-8215-5AB5-B896BAF64C28}"/>
          </ac:spMkLst>
        </pc:spChg>
        <pc:spChg chg="add del mod">
          <ac:chgData name="Yeo Xiong Wei, Jonathan" userId="ac2b658e-7ce1-44bb-9f9f-bf4198ceaa29" providerId="ADAL" clId="{648572E5-92AB-4E99-B471-219C856E7FF1}" dt="2024-07-08T04:44:29.003" v="2778" actId="478"/>
          <ac:spMkLst>
            <pc:docMk/>
            <pc:sldMk cId="3284525689" sldId="562"/>
            <ac:spMk id="9" creationId="{FF1FCB18-0AF7-D819-D5EC-A236D0D1231D}"/>
          </ac:spMkLst>
        </pc:spChg>
        <pc:spChg chg="mod">
          <ac:chgData name="Yeo Xiong Wei, Jonathan" userId="ac2b658e-7ce1-44bb-9f9f-bf4198ceaa29" providerId="ADAL" clId="{648572E5-92AB-4E99-B471-219C856E7FF1}" dt="2024-07-08T04:46:48.782" v="2818" actId="1582"/>
          <ac:spMkLst>
            <pc:docMk/>
            <pc:sldMk cId="3284525689" sldId="562"/>
            <ac:spMk id="14" creationId="{1F1EB6F2-A7A2-CD86-6591-CEE5B262857E}"/>
          </ac:spMkLst>
        </pc:spChg>
        <pc:spChg chg="mod">
          <ac:chgData name="Yeo Xiong Wei, Jonathan" userId="ac2b658e-7ce1-44bb-9f9f-bf4198ceaa29" providerId="ADAL" clId="{648572E5-92AB-4E99-B471-219C856E7FF1}" dt="2024-07-08T04:46:48.782" v="2818" actId="1582"/>
          <ac:spMkLst>
            <pc:docMk/>
            <pc:sldMk cId="3284525689" sldId="562"/>
            <ac:spMk id="18" creationId="{32678546-CA94-370C-C9B7-0947484414E6}"/>
          </ac:spMkLst>
        </pc:spChg>
        <pc:spChg chg="mod">
          <ac:chgData name="Yeo Xiong Wei, Jonathan" userId="ac2b658e-7ce1-44bb-9f9f-bf4198ceaa29" providerId="ADAL" clId="{648572E5-92AB-4E99-B471-219C856E7FF1}" dt="2024-07-08T04:46:48.782" v="2818" actId="1582"/>
          <ac:spMkLst>
            <pc:docMk/>
            <pc:sldMk cId="3284525689" sldId="562"/>
            <ac:spMk id="22" creationId="{C12D6D99-A85C-9E78-CF73-1FF11E0A0293}"/>
          </ac:spMkLst>
        </pc:spChg>
        <pc:spChg chg="mod">
          <ac:chgData name="Yeo Xiong Wei, Jonathan" userId="ac2b658e-7ce1-44bb-9f9f-bf4198ceaa29" providerId="ADAL" clId="{648572E5-92AB-4E99-B471-219C856E7FF1}" dt="2024-07-08T04:46:48.782" v="2818" actId="1582"/>
          <ac:spMkLst>
            <pc:docMk/>
            <pc:sldMk cId="3284525689" sldId="562"/>
            <ac:spMk id="26" creationId="{968233A0-38FF-E157-69D8-9ED223A4392A}"/>
          </ac:spMkLst>
        </pc:spChg>
        <pc:spChg chg="mod">
          <ac:chgData name="Yeo Xiong Wei, Jonathan" userId="ac2b658e-7ce1-44bb-9f9f-bf4198ceaa29" providerId="ADAL" clId="{648572E5-92AB-4E99-B471-219C856E7FF1}" dt="2024-07-08T04:46:48.782" v="2818" actId="1582"/>
          <ac:spMkLst>
            <pc:docMk/>
            <pc:sldMk cId="3284525689" sldId="562"/>
            <ac:spMk id="30" creationId="{0094C7CA-DBD6-B66A-3C05-E4F9AA07D4BE}"/>
          </ac:spMkLst>
        </pc:spChg>
        <pc:spChg chg="add">
          <ac:chgData name="Yeo Xiong Wei, Jonathan" userId="ac2b658e-7ce1-44bb-9f9f-bf4198ceaa29" providerId="ADAL" clId="{648572E5-92AB-4E99-B471-219C856E7FF1}" dt="2024-07-08T04:45:25.387" v="2780"/>
          <ac:spMkLst>
            <pc:docMk/>
            <pc:sldMk cId="3284525689" sldId="562"/>
            <ac:spMk id="31" creationId="{5797A529-4A0F-D1A6-B89E-B09BB8E72D57}"/>
          </ac:spMkLst>
        </pc:spChg>
        <pc:spChg chg="add">
          <ac:chgData name="Yeo Xiong Wei, Jonathan" userId="ac2b658e-7ce1-44bb-9f9f-bf4198ceaa29" providerId="ADAL" clId="{648572E5-92AB-4E99-B471-219C856E7FF1}" dt="2024-07-08T04:45:25.387" v="2780"/>
          <ac:spMkLst>
            <pc:docMk/>
            <pc:sldMk cId="3284525689" sldId="562"/>
            <ac:spMk id="32" creationId="{5CCA4D2B-F300-BC5B-779D-24F056252DF3}"/>
          </ac:spMkLst>
        </pc:spChg>
        <pc:spChg chg="add mod">
          <ac:chgData name="Yeo Xiong Wei, Jonathan" userId="ac2b658e-7ce1-44bb-9f9f-bf4198ceaa29" providerId="ADAL" clId="{648572E5-92AB-4E99-B471-219C856E7FF1}" dt="2024-07-08T04:50:58.743" v="3174" actId="1076"/>
          <ac:spMkLst>
            <pc:docMk/>
            <pc:sldMk cId="3284525689" sldId="562"/>
            <ac:spMk id="38" creationId="{73A7CEBB-A657-7387-2D2F-ECF4F51503E3}"/>
          </ac:spMkLst>
        </pc:spChg>
        <pc:grpChg chg="add mod">
          <ac:chgData name="Yeo Xiong Wei, Jonathan" userId="ac2b658e-7ce1-44bb-9f9f-bf4198ceaa29" providerId="ADAL" clId="{648572E5-92AB-4E99-B471-219C856E7FF1}" dt="2024-07-08T04:46:54.597" v="2819" actId="164"/>
          <ac:grpSpMkLst>
            <pc:docMk/>
            <pc:sldMk cId="3284525689" sldId="562"/>
            <ac:grpSpMk id="11" creationId="{03458EF2-8DF1-F775-C9F7-D20B48B6717B}"/>
          </ac:grpSpMkLst>
        </pc:grpChg>
        <pc:grpChg chg="add mod">
          <ac:chgData name="Yeo Xiong Wei, Jonathan" userId="ac2b658e-7ce1-44bb-9f9f-bf4198ceaa29" providerId="ADAL" clId="{648572E5-92AB-4E99-B471-219C856E7FF1}" dt="2024-07-08T04:46:54.597" v="2819" actId="164"/>
          <ac:grpSpMkLst>
            <pc:docMk/>
            <pc:sldMk cId="3284525689" sldId="562"/>
            <ac:grpSpMk id="15" creationId="{E90BB457-ECDD-8539-E14F-8CCC07036481}"/>
          </ac:grpSpMkLst>
        </pc:grpChg>
        <pc:grpChg chg="add mod">
          <ac:chgData name="Yeo Xiong Wei, Jonathan" userId="ac2b658e-7ce1-44bb-9f9f-bf4198ceaa29" providerId="ADAL" clId="{648572E5-92AB-4E99-B471-219C856E7FF1}" dt="2024-07-08T04:46:54.597" v="2819" actId="164"/>
          <ac:grpSpMkLst>
            <pc:docMk/>
            <pc:sldMk cId="3284525689" sldId="562"/>
            <ac:grpSpMk id="19" creationId="{50ABCC25-5CFB-C77D-E9A5-1407EC2C747A}"/>
          </ac:grpSpMkLst>
        </pc:grpChg>
        <pc:grpChg chg="add mod">
          <ac:chgData name="Yeo Xiong Wei, Jonathan" userId="ac2b658e-7ce1-44bb-9f9f-bf4198ceaa29" providerId="ADAL" clId="{648572E5-92AB-4E99-B471-219C856E7FF1}" dt="2024-07-08T04:46:54.597" v="2819" actId="164"/>
          <ac:grpSpMkLst>
            <pc:docMk/>
            <pc:sldMk cId="3284525689" sldId="562"/>
            <ac:grpSpMk id="23" creationId="{CD7306A4-6882-03F8-3780-878E317E8869}"/>
          </ac:grpSpMkLst>
        </pc:grpChg>
        <pc:grpChg chg="add mod">
          <ac:chgData name="Yeo Xiong Wei, Jonathan" userId="ac2b658e-7ce1-44bb-9f9f-bf4198ceaa29" providerId="ADAL" clId="{648572E5-92AB-4E99-B471-219C856E7FF1}" dt="2024-07-08T04:46:54.597" v="2819" actId="164"/>
          <ac:grpSpMkLst>
            <pc:docMk/>
            <pc:sldMk cId="3284525689" sldId="562"/>
            <ac:grpSpMk id="27" creationId="{0826819E-00C3-9C25-EAE2-E2ABD2D0B044}"/>
          </ac:grpSpMkLst>
        </pc:grpChg>
        <pc:grpChg chg="add mod">
          <ac:chgData name="Yeo Xiong Wei, Jonathan" userId="ac2b658e-7ce1-44bb-9f9f-bf4198ceaa29" providerId="ADAL" clId="{648572E5-92AB-4E99-B471-219C856E7FF1}" dt="2024-07-08T04:46:59.510" v="2821" actId="1076"/>
          <ac:grpSpMkLst>
            <pc:docMk/>
            <pc:sldMk cId="3284525689" sldId="562"/>
            <ac:grpSpMk id="37" creationId="{5B43FD5E-E16F-9BFD-288C-621C77B80F4F}"/>
          </ac:grpSpMkLst>
        </pc:grpChg>
        <pc:graphicFrameChg chg="del">
          <ac:chgData name="Yeo Xiong Wei, Jonathan" userId="ac2b658e-7ce1-44bb-9f9f-bf4198ceaa29" providerId="ADAL" clId="{648572E5-92AB-4E99-B471-219C856E7FF1}" dt="2024-07-08T04:44:35.069" v="2779" actId="478"/>
          <ac:graphicFrameMkLst>
            <pc:docMk/>
            <pc:sldMk cId="3284525689" sldId="562"/>
            <ac:graphicFrameMk id="5" creationId="{2B4D8162-DB2A-BACA-B131-C3EDF38D15E5}"/>
          </ac:graphicFrameMkLst>
        </pc:graphicFrameChg>
        <pc:picChg chg="add mod">
          <ac:chgData name="Yeo Xiong Wei, Jonathan" userId="ac2b658e-7ce1-44bb-9f9f-bf4198ceaa29" providerId="ADAL" clId="{648572E5-92AB-4E99-B471-219C856E7FF1}" dt="2024-07-08T04:50:55.329" v="3173" actId="1076"/>
          <ac:picMkLst>
            <pc:docMk/>
            <pc:sldMk cId="3284525689" sldId="562"/>
            <ac:picMk id="39" creationId="{97C6078E-8852-22DB-0B60-30976BBAE38F}"/>
          </ac:picMkLst>
        </pc:picChg>
        <pc:cxnChg chg="add mod">
          <ac:chgData name="Yeo Xiong Wei, Jonathan" userId="ac2b658e-7ce1-44bb-9f9f-bf4198ceaa29" providerId="ADAL" clId="{648572E5-92AB-4E99-B471-219C856E7FF1}" dt="2024-07-08T04:46:54.597" v="2819" actId="164"/>
          <ac:cxnSpMkLst>
            <pc:docMk/>
            <pc:sldMk cId="3284525689" sldId="562"/>
            <ac:cxnSpMk id="10" creationId="{E3C243CE-26D9-F62E-1877-DF404A684A6C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12" creationId="{9046FC61-3193-8264-B1CD-10999B3E17DC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13" creationId="{85B9B3C2-06D5-DB1A-353B-632D7D2AAEE9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16" creationId="{C6FB4C86-EDF5-75E1-E673-CAB8527BD326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17" creationId="{BAF6F2D8-0C24-7EE8-ABAB-A183AA3B30E6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20" creationId="{6A700380-58FE-F602-C4CC-716352FEF45A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21" creationId="{FCC566B9-5F9C-4B3D-2AC9-4F5E23943826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24" creationId="{485C03D9-4484-7A7D-2A5A-6DA1CAD57C13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25" creationId="{C22AD1BB-9C76-BF2A-833B-A3080238BD72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28" creationId="{BFEB036D-973D-313A-CE56-7A6D1E506739}"/>
          </ac:cxnSpMkLst>
        </pc:cxnChg>
        <pc:cxnChg chg="mod">
          <ac:chgData name="Yeo Xiong Wei, Jonathan" userId="ac2b658e-7ce1-44bb-9f9f-bf4198ceaa29" providerId="ADAL" clId="{648572E5-92AB-4E99-B471-219C856E7FF1}" dt="2024-07-08T04:46:48.782" v="2818" actId="1582"/>
          <ac:cxnSpMkLst>
            <pc:docMk/>
            <pc:sldMk cId="3284525689" sldId="562"/>
            <ac:cxnSpMk id="29" creationId="{01E827E6-DB56-BCD1-A971-B9C3927A2D7E}"/>
          </ac:cxnSpMkLst>
        </pc:cxnChg>
      </pc:sldChg>
      <pc:sldChg chg="del">
        <pc:chgData name="Yeo Xiong Wei, Jonathan" userId="ac2b658e-7ce1-44bb-9f9f-bf4198ceaa29" providerId="ADAL" clId="{648572E5-92AB-4E99-B471-219C856E7FF1}" dt="2024-04-26T09:00:57.484" v="1" actId="47"/>
        <pc:sldMkLst>
          <pc:docMk/>
          <pc:sldMk cId="3725813567" sldId="566"/>
        </pc:sldMkLst>
      </pc:sldChg>
      <pc:sldChg chg="del">
        <pc:chgData name="Yeo Xiong Wei, Jonathan" userId="ac2b658e-7ce1-44bb-9f9f-bf4198ceaa29" providerId="ADAL" clId="{648572E5-92AB-4E99-B471-219C856E7FF1}" dt="2024-05-02T07:41:32.458" v="622" actId="47"/>
        <pc:sldMkLst>
          <pc:docMk/>
          <pc:sldMk cId="4012931731" sldId="567"/>
        </pc:sldMkLst>
      </pc:sldChg>
      <pc:sldChg chg="modSp mod">
        <pc:chgData name="Yeo Xiong Wei, Jonathan" userId="ac2b658e-7ce1-44bb-9f9f-bf4198ceaa29" providerId="ADAL" clId="{648572E5-92AB-4E99-B471-219C856E7FF1}" dt="2024-05-02T07:46:48.555" v="990" actId="1076"/>
        <pc:sldMkLst>
          <pc:docMk/>
          <pc:sldMk cId="1243701666" sldId="568"/>
        </pc:sldMkLst>
        <pc:spChg chg="mod">
          <ac:chgData name="Yeo Xiong Wei, Jonathan" userId="ac2b658e-7ce1-44bb-9f9f-bf4198ceaa29" providerId="ADAL" clId="{648572E5-92AB-4E99-B471-219C856E7FF1}" dt="2024-05-02T07:46:48.555" v="990" actId="1076"/>
          <ac:spMkLst>
            <pc:docMk/>
            <pc:sldMk cId="1243701666" sldId="568"/>
            <ac:spMk id="8" creationId="{E3B897E0-FDE5-8215-5AB5-B896BAF64C28}"/>
          </ac:spMkLst>
        </pc:spChg>
        <pc:graphicFrameChg chg="mod">
          <ac:chgData name="Yeo Xiong Wei, Jonathan" userId="ac2b658e-7ce1-44bb-9f9f-bf4198ceaa29" providerId="ADAL" clId="{648572E5-92AB-4E99-B471-219C856E7FF1}" dt="2024-05-02T07:46:48.555" v="990" actId="1076"/>
          <ac:graphicFrameMkLst>
            <pc:docMk/>
            <pc:sldMk cId="1243701666" sldId="568"/>
            <ac:graphicFrameMk id="5" creationId="{2B4D8162-DB2A-BACA-B131-C3EDF38D15E5}"/>
          </ac:graphicFrameMkLst>
        </pc:graphicFrameChg>
      </pc:sldChg>
      <pc:sldChg chg="del">
        <pc:chgData name="Yeo Xiong Wei, Jonathan" userId="ac2b658e-7ce1-44bb-9f9f-bf4198ceaa29" providerId="ADAL" clId="{648572E5-92AB-4E99-B471-219C856E7FF1}" dt="2024-04-26T09:00:57.484" v="1" actId="47"/>
        <pc:sldMkLst>
          <pc:docMk/>
          <pc:sldMk cId="657825361" sldId="570"/>
        </pc:sldMkLst>
      </pc:sldChg>
      <pc:sldChg chg="modSp mod modNotesTx">
        <pc:chgData name="Yeo Xiong Wei, Jonathan" userId="ac2b658e-7ce1-44bb-9f9f-bf4198ceaa29" providerId="ADAL" clId="{648572E5-92AB-4E99-B471-219C856E7FF1}" dt="2024-05-02T07:46:37.422" v="989" actId="20577"/>
        <pc:sldMkLst>
          <pc:docMk/>
          <pc:sldMk cId="1178704377" sldId="571"/>
        </pc:sldMkLst>
        <pc:spChg chg="mod">
          <ac:chgData name="Yeo Xiong Wei, Jonathan" userId="ac2b658e-7ce1-44bb-9f9f-bf4198ceaa29" providerId="ADAL" clId="{648572E5-92AB-4E99-B471-219C856E7FF1}" dt="2024-05-02T07:44:46.265" v="762" actId="14100"/>
          <ac:spMkLst>
            <pc:docMk/>
            <pc:sldMk cId="1178704377" sldId="571"/>
            <ac:spMk id="9" creationId="{57AC2378-8AF5-F39B-106D-07BEDB422C09}"/>
          </ac:spMkLst>
        </pc:spChg>
        <pc:spChg chg="mod">
          <ac:chgData name="Yeo Xiong Wei, Jonathan" userId="ac2b658e-7ce1-44bb-9f9f-bf4198ceaa29" providerId="ADAL" clId="{648572E5-92AB-4E99-B471-219C856E7FF1}" dt="2024-05-02T07:45:46.646" v="811" actId="20577"/>
          <ac:spMkLst>
            <pc:docMk/>
            <pc:sldMk cId="1178704377" sldId="571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648572E5-92AB-4E99-B471-219C856E7FF1}" dt="2024-05-02T07:44:20.055" v="739"/>
          <ac:spMkLst>
            <pc:docMk/>
            <pc:sldMk cId="1178704377" sldId="571"/>
            <ac:spMk id="52225" creationId="{00000000-0000-0000-0000-000000000000}"/>
          </ac:spMkLst>
        </pc:spChg>
      </pc:sldChg>
      <pc:sldChg chg="modSp add mod">
        <pc:chgData name="Yeo Xiong Wei, Jonathan" userId="ac2b658e-7ce1-44bb-9f9f-bf4198ceaa29" providerId="ADAL" clId="{648572E5-92AB-4E99-B471-219C856E7FF1}" dt="2024-05-02T07:43:24.995" v="727" actId="20577"/>
        <pc:sldMkLst>
          <pc:docMk/>
          <pc:sldMk cId="606937929" sldId="573"/>
        </pc:sldMkLst>
        <pc:spChg chg="mod">
          <ac:chgData name="Yeo Xiong Wei, Jonathan" userId="ac2b658e-7ce1-44bb-9f9f-bf4198ceaa29" providerId="ADAL" clId="{648572E5-92AB-4E99-B471-219C856E7FF1}" dt="2024-05-02T07:28:12.910" v="491" actId="1076"/>
          <ac:spMkLst>
            <pc:docMk/>
            <pc:sldMk cId="606937929" sldId="573"/>
            <ac:spMk id="4" creationId="{18E05505-4EBE-4F48-ABBA-2C39236384B1}"/>
          </ac:spMkLst>
        </pc:spChg>
        <pc:spChg chg="mod">
          <ac:chgData name="Yeo Xiong Wei, Jonathan" userId="ac2b658e-7ce1-44bb-9f9f-bf4198ceaa29" providerId="ADAL" clId="{648572E5-92AB-4E99-B471-219C856E7FF1}" dt="2024-05-02T07:28:12.910" v="491" actId="1076"/>
          <ac:spMkLst>
            <pc:docMk/>
            <pc:sldMk cId="606937929" sldId="573"/>
            <ac:spMk id="6" creationId="{F5C28873-EAE0-47B8-BD97-EFE8C8AD45CD}"/>
          </ac:spMkLst>
        </pc:spChg>
        <pc:spChg chg="mod">
          <ac:chgData name="Yeo Xiong Wei, Jonathan" userId="ac2b658e-7ce1-44bb-9f9f-bf4198ceaa29" providerId="ADAL" clId="{648572E5-92AB-4E99-B471-219C856E7FF1}" dt="2024-05-02T07:43:24.995" v="727" actId="20577"/>
          <ac:spMkLst>
            <pc:docMk/>
            <pc:sldMk cId="606937929" sldId="573"/>
            <ac:spMk id="52225" creationId="{00000000-0000-0000-0000-000000000000}"/>
          </ac:spMkLst>
        </pc:spChg>
        <pc:picChg chg="mod">
          <ac:chgData name="Yeo Xiong Wei, Jonathan" userId="ac2b658e-7ce1-44bb-9f9f-bf4198ceaa29" providerId="ADAL" clId="{648572E5-92AB-4E99-B471-219C856E7FF1}" dt="2024-05-02T07:28:12.910" v="491" actId="1076"/>
          <ac:picMkLst>
            <pc:docMk/>
            <pc:sldMk cId="606937929" sldId="573"/>
            <ac:picMk id="3" creationId="{B4343AE7-B6BE-4AD4-AF4E-C2D2914E7122}"/>
          </ac:picMkLst>
        </pc:picChg>
      </pc:sldChg>
      <pc:sldChg chg="addSp delSp modSp add mod setBg modAnim delDesignElem">
        <pc:chgData name="Yeo Xiong Wei, Jonathan" userId="ac2b658e-7ce1-44bb-9f9f-bf4198ceaa29" providerId="ADAL" clId="{648572E5-92AB-4E99-B471-219C856E7FF1}" dt="2024-05-02T06:07:08.490" v="21"/>
        <pc:sldMkLst>
          <pc:docMk/>
          <pc:sldMk cId="420709046" sldId="574"/>
        </pc:sldMkLst>
        <pc:spChg chg="mod">
          <ac:chgData name="Yeo Xiong Wei, Jonathan" userId="ac2b658e-7ce1-44bb-9f9f-bf4198ceaa29" providerId="ADAL" clId="{648572E5-92AB-4E99-B471-219C856E7FF1}" dt="2024-05-02T06:06:59.533" v="19" actId="20577"/>
          <ac:spMkLst>
            <pc:docMk/>
            <pc:sldMk cId="420709046" sldId="574"/>
            <ac:spMk id="2" creationId="{EF8B73FE-A455-4656-A476-6FFB3EF1C8A2}"/>
          </ac:spMkLst>
        </pc:spChg>
        <pc:spChg chg="mo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3" creationId="{0E6D8A6F-95BE-4FA0-BC49-0D8C36EA3819}"/>
          </ac:spMkLst>
        </pc:spChg>
        <pc:spChg chg="mo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4" creationId="{9D4DA3D7-5007-489B-86B7-1B459DCD1904}"/>
          </ac:spMkLst>
        </pc:spChg>
        <pc:spChg chg="ad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14" creationId="{362D44EE-C852-4460-B8B5-C4F2BC20510C}"/>
          </ac:spMkLst>
        </pc:spChg>
        <pc:spChg chg="ad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16" creationId="{658970D8-8D1D-4B5C-894B-E871CC86543D}"/>
          </ac:spMkLst>
        </pc:spChg>
        <pc:spChg chg="ad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18" creationId="{F227E5B6-9132-43CA-B503-37A18562ADF2}"/>
          </ac:spMkLst>
        </pc:spChg>
        <pc:spChg chg="ad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20" creationId="{03C2051E-A88D-48E5-BACF-AAED17892722}"/>
          </ac:spMkLst>
        </pc:spChg>
        <pc:spChg chg="ad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22" creationId="{7821A508-2985-4905-874A-527429BAABFA}"/>
          </ac:spMkLst>
        </pc:spChg>
        <pc:spChg chg="ad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24" creationId="{D2929CB1-0E3C-4B2D-ADC5-0154FB33BA44}"/>
          </ac:spMkLst>
        </pc:spChg>
        <pc:spChg chg="add">
          <ac:chgData name="Yeo Xiong Wei, Jonathan" userId="ac2b658e-7ce1-44bb-9f9f-bf4198ceaa29" providerId="ADAL" clId="{648572E5-92AB-4E99-B471-219C856E7FF1}" dt="2024-05-02T06:06:55.308" v="16" actId="26606"/>
          <ac:spMkLst>
            <pc:docMk/>
            <pc:sldMk cId="420709046" sldId="574"/>
            <ac:spMk id="26" creationId="{5F2F0C84-BE8C-4DC2-A6D3-30349A801D5C}"/>
          </ac:spMkLst>
        </pc:spChg>
        <pc:spChg chg="del">
          <ac:chgData name="Yeo Xiong Wei, Jonathan" userId="ac2b658e-7ce1-44bb-9f9f-bf4198ceaa29" providerId="ADAL" clId="{648572E5-92AB-4E99-B471-219C856E7FF1}" dt="2024-05-02T06:06:39.220" v="15"/>
          <ac:spMkLst>
            <pc:docMk/>
            <pc:sldMk cId="420709046" sldId="574"/>
            <ac:spMk id="42" creationId="{9B7AD9F6-8CE7-4299-8FC6-328F4DCD3FF9}"/>
          </ac:spMkLst>
        </pc:spChg>
        <pc:spChg chg="del">
          <ac:chgData name="Yeo Xiong Wei, Jonathan" userId="ac2b658e-7ce1-44bb-9f9f-bf4198ceaa29" providerId="ADAL" clId="{648572E5-92AB-4E99-B471-219C856E7FF1}" dt="2024-05-02T06:06:39.220" v="15"/>
          <ac:spMkLst>
            <pc:docMk/>
            <pc:sldMk cId="420709046" sldId="574"/>
            <ac:spMk id="43" creationId="{F49775AF-8896-43EE-92C6-83497D6DC56F}"/>
          </ac:spMkLst>
        </pc:spChg>
        <pc:picChg chg="mod">
          <ac:chgData name="Yeo Xiong Wei, Jonathan" userId="ac2b658e-7ce1-44bb-9f9f-bf4198ceaa29" providerId="ADAL" clId="{648572E5-92AB-4E99-B471-219C856E7FF1}" dt="2024-05-02T06:06:55.308" v="16" actId="26606"/>
          <ac:picMkLst>
            <pc:docMk/>
            <pc:sldMk cId="420709046" sldId="574"/>
            <ac:picMk id="9" creationId="{26AC0E25-16D5-BD06-51B9-D0AF2CF04B64}"/>
          </ac:picMkLst>
        </pc:picChg>
      </pc:sldChg>
      <pc:sldChg chg="delSp modSp add mod">
        <pc:chgData name="Yeo Xiong Wei, Jonathan" userId="ac2b658e-7ce1-44bb-9f9f-bf4198ceaa29" providerId="ADAL" clId="{648572E5-92AB-4E99-B471-219C856E7FF1}" dt="2024-05-02T06:11:01.003" v="488" actId="20577"/>
        <pc:sldMkLst>
          <pc:docMk/>
          <pc:sldMk cId="3675124220" sldId="575"/>
        </pc:sldMkLst>
        <pc:spChg chg="del">
          <ac:chgData name="Yeo Xiong Wei, Jonathan" userId="ac2b658e-7ce1-44bb-9f9f-bf4198ceaa29" providerId="ADAL" clId="{648572E5-92AB-4E99-B471-219C856E7FF1}" dt="2024-05-02T06:07:59.774" v="34" actId="478"/>
          <ac:spMkLst>
            <pc:docMk/>
            <pc:sldMk cId="3675124220" sldId="575"/>
            <ac:spMk id="7" creationId="{C0E42650-81B5-4C50-81EB-66564AD673EA}"/>
          </ac:spMkLst>
        </pc:spChg>
        <pc:spChg chg="del">
          <ac:chgData name="Yeo Xiong Wei, Jonathan" userId="ac2b658e-7ce1-44bb-9f9f-bf4198ceaa29" providerId="ADAL" clId="{648572E5-92AB-4E99-B471-219C856E7FF1}" dt="2024-05-02T06:08:00.821" v="35" actId="478"/>
          <ac:spMkLst>
            <pc:docMk/>
            <pc:sldMk cId="3675124220" sldId="575"/>
            <ac:spMk id="9" creationId="{F3A478C2-906F-4C71-93C3-E9A078BFBB67}"/>
          </ac:spMkLst>
        </pc:spChg>
        <pc:spChg chg="mod">
          <ac:chgData name="Yeo Xiong Wei, Jonathan" userId="ac2b658e-7ce1-44bb-9f9f-bf4198ceaa29" providerId="ADAL" clId="{648572E5-92AB-4E99-B471-219C856E7FF1}" dt="2024-05-02T06:11:01.003" v="488" actId="20577"/>
          <ac:spMkLst>
            <pc:docMk/>
            <pc:sldMk cId="3675124220" sldId="575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648572E5-92AB-4E99-B471-219C856E7FF1}" dt="2024-05-02T06:07:54.701" v="32" actId="113"/>
          <ac:spMkLst>
            <pc:docMk/>
            <pc:sldMk cId="3675124220" sldId="575"/>
            <ac:spMk id="52225" creationId="{00000000-0000-0000-0000-000000000000}"/>
          </ac:spMkLst>
        </pc:spChg>
        <pc:graphicFrameChg chg="del">
          <ac:chgData name="Yeo Xiong Wei, Jonathan" userId="ac2b658e-7ce1-44bb-9f9f-bf4198ceaa29" providerId="ADAL" clId="{648572E5-92AB-4E99-B471-219C856E7FF1}" dt="2024-05-02T06:07:58.746" v="33" actId="478"/>
          <ac:graphicFrameMkLst>
            <pc:docMk/>
            <pc:sldMk cId="3675124220" sldId="575"/>
            <ac:graphicFrameMk id="5" creationId="{852CCDDB-5ED2-4AE0-AA49-6ACD4B85A7BD}"/>
          </ac:graphicFrameMkLst>
        </pc:graphicFrameChg>
      </pc:sldChg>
      <pc:sldChg chg="modSp add mod">
        <pc:chgData name="Yeo Xiong Wei, Jonathan" userId="ac2b658e-7ce1-44bb-9f9f-bf4198ceaa29" providerId="ADAL" clId="{648572E5-92AB-4E99-B471-219C856E7FF1}" dt="2024-05-02T07:47:27.024" v="1059" actId="20577"/>
        <pc:sldMkLst>
          <pc:docMk/>
          <pc:sldMk cId="3221669667" sldId="576"/>
        </pc:sldMkLst>
        <pc:spChg chg="mod">
          <ac:chgData name="Yeo Xiong Wei, Jonathan" userId="ac2b658e-7ce1-44bb-9f9f-bf4198ceaa29" providerId="ADAL" clId="{648572E5-92AB-4E99-B471-219C856E7FF1}" dt="2024-05-02T07:47:27.024" v="1059" actId="20577"/>
          <ac:spMkLst>
            <pc:docMk/>
            <pc:sldMk cId="3221669667" sldId="576"/>
            <ac:spMk id="2" creationId="{AC01609E-06F3-4BC5-AAF3-53EBE98C380B}"/>
          </ac:spMkLst>
        </pc:spChg>
      </pc:sldChg>
      <pc:sldChg chg="modSp add mod">
        <pc:chgData name="Yeo Xiong Wei, Jonathan" userId="ac2b658e-7ce1-44bb-9f9f-bf4198ceaa29" providerId="ADAL" clId="{648572E5-92AB-4E99-B471-219C856E7FF1}" dt="2024-05-02T07:47:20.156" v="1058" actId="20577"/>
        <pc:sldMkLst>
          <pc:docMk/>
          <pc:sldMk cId="1168125400" sldId="577"/>
        </pc:sldMkLst>
        <pc:spChg chg="mod">
          <ac:chgData name="Yeo Xiong Wei, Jonathan" userId="ac2b658e-7ce1-44bb-9f9f-bf4198ceaa29" providerId="ADAL" clId="{648572E5-92AB-4E99-B471-219C856E7FF1}" dt="2024-05-02T07:47:20.156" v="1058" actId="20577"/>
          <ac:spMkLst>
            <pc:docMk/>
            <pc:sldMk cId="1168125400" sldId="577"/>
            <ac:spMk id="2" creationId="{AC01609E-06F3-4BC5-AAF3-53EBE98C380B}"/>
          </ac:spMkLst>
        </pc:spChg>
      </pc:sldChg>
      <pc:sldChg chg="addSp delSp modSp new mod ord">
        <pc:chgData name="Yeo Xiong Wei, Jonathan" userId="ac2b658e-7ce1-44bb-9f9f-bf4198ceaa29" providerId="ADAL" clId="{648572E5-92AB-4E99-B471-219C856E7FF1}" dt="2024-05-02T08:11:23.071" v="2720" actId="1076"/>
        <pc:sldMkLst>
          <pc:docMk/>
          <pc:sldMk cId="3534442698" sldId="578"/>
        </pc:sldMkLst>
        <pc:spChg chg="mod">
          <ac:chgData name="Yeo Xiong Wei, Jonathan" userId="ac2b658e-7ce1-44bb-9f9f-bf4198ceaa29" providerId="ADAL" clId="{648572E5-92AB-4E99-B471-219C856E7FF1}" dt="2024-05-02T08:00:47.737" v="1546"/>
          <ac:spMkLst>
            <pc:docMk/>
            <pc:sldMk cId="3534442698" sldId="578"/>
            <ac:spMk id="2" creationId="{044A5880-E7FF-F23A-4A52-E6B450627633}"/>
          </ac:spMkLst>
        </pc:spChg>
        <pc:spChg chg="mod">
          <ac:chgData name="Yeo Xiong Wei, Jonathan" userId="ac2b658e-7ce1-44bb-9f9f-bf4198ceaa29" providerId="ADAL" clId="{648572E5-92AB-4E99-B471-219C856E7FF1}" dt="2024-05-02T08:11:05.445" v="2710" actId="6549"/>
          <ac:spMkLst>
            <pc:docMk/>
            <pc:sldMk cId="3534442698" sldId="578"/>
            <ac:spMk id="3" creationId="{2FBBCCAB-EAE2-BEBC-61B0-7EA78852E9B3}"/>
          </ac:spMkLst>
        </pc:spChg>
        <pc:spChg chg="add del mod">
          <ac:chgData name="Yeo Xiong Wei, Jonathan" userId="ac2b658e-7ce1-44bb-9f9f-bf4198ceaa29" providerId="ADAL" clId="{648572E5-92AB-4E99-B471-219C856E7FF1}" dt="2024-05-02T08:02:58.889" v="1785" actId="478"/>
          <ac:spMkLst>
            <pc:docMk/>
            <pc:sldMk cId="3534442698" sldId="578"/>
            <ac:spMk id="6" creationId="{B45643A3-57F7-4AD0-F3CD-3BA5A3FBC523}"/>
          </ac:spMkLst>
        </pc:spChg>
        <pc:spChg chg="add del mod">
          <ac:chgData name="Yeo Xiong Wei, Jonathan" userId="ac2b658e-7ce1-44bb-9f9f-bf4198ceaa29" providerId="ADAL" clId="{648572E5-92AB-4E99-B471-219C856E7FF1}" dt="2024-05-02T08:03:00.036" v="1786" actId="478"/>
          <ac:spMkLst>
            <pc:docMk/>
            <pc:sldMk cId="3534442698" sldId="578"/>
            <ac:spMk id="7" creationId="{17AEB58D-27EE-8E47-2222-6C7BA21AC455}"/>
          </ac:spMkLst>
        </pc:spChg>
        <pc:spChg chg="add mod">
          <ac:chgData name="Yeo Xiong Wei, Jonathan" userId="ac2b658e-7ce1-44bb-9f9f-bf4198ceaa29" providerId="ADAL" clId="{648572E5-92AB-4E99-B471-219C856E7FF1}" dt="2024-05-02T08:11:23.071" v="2720" actId="1076"/>
          <ac:spMkLst>
            <pc:docMk/>
            <pc:sldMk cId="3534442698" sldId="578"/>
            <ac:spMk id="9" creationId="{A207BB37-2A15-351C-5F6E-95A83514C248}"/>
          </ac:spMkLst>
        </pc:spChg>
        <pc:spChg chg="add mod">
          <ac:chgData name="Yeo Xiong Wei, Jonathan" userId="ac2b658e-7ce1-44bb-9f9f-bf4198ceaa29" providerId="ADAL" clId="{648572E5-92AB-4E99-B471-219C856E7FF1}" dt="2024-05-02T08:11:23.071" v="2720" actId="1076"/>
          <ac:spMkLst>
            <pc:docMk/>
            <pc:sldMk cId="3534442698" sldId="578"/>
            <ac:spMk id="10" creationId="{87687DA3-2922-C910-F7D0-B908740632F7}"/>
          </ac:spMkLst>
        </pc:spChg>
        <pc:picChg chg="add del mod">
          <ac:chgData name="Yeo Xiong Wei, Jonathan" userId="ac2b658e-7ce1-44bb-9f9f-bf4198ceaa29" providerId="ADAL" clId="{648572E5-92AB-4E99-B471-219C856E7FF1}" dt="2024-05-02T08:02:57.227" v="1784" actId="478"/>
          <ac:picMkLst>
            <pc:docMk/>
            <pc:sldMk cId="3534442698" sldId="578"/>
            <ac:picMk id="5" creationId="{26E0CFD2-00BC-ED31-B548-45E1DB82004A}"/>
          </ac:picMkLst>
        </pc:picChg>
        <pc:picChg chg="add mod">
          <ac:chgData name="Yeo Xiong Wei, Jonathan" userId="ac2b658e-7ce1-44bb-9f9f-bf4198ceaa29" providerId="ADAL" clId="{648572E5-92AB-4E99-B471-219C856E7FF1}" dt="2024-05-02T08:11:23.071" v="2720" actId="1076"/>
          <ac:picMkLst>
            <pc:docMk/>
            <pc:sldMk cId="3534442698" sldId="578"/>
            <ac:picMk id="8" creationId="{41AD8FFB-B878-6C1C-C249-C1EEA9AF4EF3}"/>
          </ac:picMkLst>
        </pc:picChg>
      </pc:sldChg>
      <pc:sldChg chg="modSp add mod">
        <pc:chgData name="Yeo Xiong Wei, Jonathan" userId="ac2b658e-7ce1-44bb-9f9f-bf4198ceaa29" providerId="ADAL" clId="{648572E5-92AB-4E99-B471-219C856E7FF1}" dt="2024-07-08T04:44:21.303" v="2776" actId="20577"/>
        <pc:sldMkLst>
          <pc:docMk/>
          <pc:sldMk cId="2555579867" sldId="579"/>
        </pc:sldMkLst>
        <pc:spChg chg="mod">
          <ac:chgData name="Yeo Xiong Wei, Jonathan" userId="ac2b658e-7ce1-44bb-9f9f-bf4198ceaa29" providerId="ADAL" clId="{648572E5-92AB-4E99-B471-219C856E7FF1}" dt="2024-07-08T04:44:21.303" v="2776" actId="20577"/>
          <ac:spMkLst>
            <pc:docMk/>
            <pc:sldMk cId="2555579867" sldId="579"/>
            <ac:spMk id="2" creationId="{2CB5D650-87DA-40F9-8CA6-5134E768F879}"/>
          </ac:spMkLst>
        </pc:spChg>
      </pc:sldChg>
      <pc:sldMasterChg chg="addSp modSp mod">
        <pc:chgData name="Yeo Xiong Wei, Jonathan" userId="ac2b658e-7ce1-44bb-9f9f-bf4198ceaa29" providerId="ADAL" clId="{648572E5-92AB-4E99-B471-219C856E7FF1}" dt="2024-05-02T06:07:38.387" v="25" actId="207"/>
        <pc:sldMasterMkLst>
          <pc:docMk/>
          <pc:sldMasterMk cId="2479556434" sldId="2147483648"/>
        </pc:sldMasterMkLst>
        <pc:spChg chg="mod">
          <ac:chgData name="Yeo Xiong Wei, Jonathan" userId="ac2b658e-7ce1-44bb-9f9f-bf4198ceaa29" providerId="ADAL" clId="{648572E5-92AB-4E99-B471-219C856E7FF1}" dt="2024-05-02T06:07:38.387" v="25" actId="207"/>
          <ac:spMkLst>
            <pc:docMk/>
            <pc:sldMasterMk cId="2479556434" sldId="2147483648"/>
            <ac:spMk id="6" creationId="{D8CD3AE5-A1D8-4FF6-9CB3-6FFEC472B29A}"/>
          </ac:spMkLst>
        </pc:spChg>
        <pc:spChg chg="add mod ord">
          <ac:chgData name="Yeo Xiong Wei, Jonathan" userId="ac2b658e-7ce1-44bb-9f9f-bf4198ceaa29" providerId="ADAL" clId="{648572E5-92AB-4E99-B471-219C856E7FF1}" dt="2024-05-02T06:07:31.362" v="23" actId="167"/>
          <ac:spMkLst>
            <pc:docMk/>
            <pc:sldMasterMk cId="2479556434" sldId="2147483648"/>
            <ac:spMk id="7" creationId="{63D76B3F-721D-8DAB-C260-94C40C72FE40}"/>
          </ac:spMkLst>
        </pc:spChg>
        <pc:spChg chg="add mod ord">
          <ac:chgData name="Yeo Xiong Wei, Jonathan" userId="ac2b658e-7ce1-44bb-9f9f-bf4198ceaa29" providerId="ADAL" clId="{648572E5-92AB-4E99-B471-219C856E7FF1}" dt="2024-05-02T06:07:31.362" v="23" actId="167"/>
          <ac:spMkLst>
            <pc:docMk/>
            <pc:sldMasterMk cId="2479556434" sldId="2147483648"/>
            <ac:spMk id="8" creationId="{807BC4CB-0AF6-72AE-979B-8BD72B799015}"/>
          </ac:spMkLst>
        </pc:spChg>
      </pc:sldMasterChg>
    </pc:docChg>
  </pc:docChgLst>
  <pc:docChgLst>
    <pc:chgData name="Yeo Xiong Wei, Jonathan" userId="ac2b658e-7ce1-44bb-9f9f-bf4198ceaa29" providerId="ADAL" clId="{EDE27805-D214-4CEB-8602-AFB3ECDDA019}"/>
    <pc:docChg chg="undo custSel addSld modSld">
      <pc:chgData name="Yeo Xiong Wei, Jonathan" userId="ac2b658e-7ce1-44bb-9f9f-bf4198ceaa29" providerId="ADAL" clId="{EDE27805-D214-4CEB-8602-AFB3ECDDA019}" dt="2022-08-04T06:44:21.895" v="1457" actId="20577"/>
      <pc:docMkLst>
        <pc:docMk/>
      </pc:docMkLst>
      <pc:sldChg chg="addSp delSp modSp mod">
        <pc:chgData name="Yeo Xiong Wei, Jonathan" userId="ac2b658e-7ce1-44bb-9f9f-bf4198ceaa29" providerId="ADAL" clId="{EDE27805-D214-4CEB-8602-AFB3ECDDA019}" dt="2022-08-04T02:55:00.005" v="1337" actId="6549"/>
        <pc:sldMkLst>
          <pc:docMk/>
          <pc:sldMk cId="2954974908" sldId="480"/>
        </pc:sldMkLst>
        <pc:spChg chg="add del mod">
          <ac:chgData name="Yeo Xiong Wei, Jonathan" userId="ac2b658e-7ce1-44bb-9f9f-bf4198ceaa29" providerId="ADAL" clId="{EDE27805-D214-4CEB-8602-AFB3ECDDA019}" dt="2022-08-04T02:54:56.832" v="1336" actId="478"/>
          <ac:spMkLst>
            <pc:docMk/>
            <pc:sldMk cId="2954974908" sldId="480"/>
            <ac:spMk id="3" creationId="{ACCD2EC4-D869-2656-696B-EB10107EECD0}"/>
          </ac:spMkLst>
        </pc:spChg>
        <pc:spChg chg="add del mod">
          <ac:chgData name="Yeo Xiong Wei, Jonathan" userId="ac2b658e-7ce1-44bb-9f9f-bf4198ceaa29" providerId="ADAL" clId="{EDE27805-D214-4CEB-8602-AFB3ECDDA019}" dt="2022-08-04T02:48:57.968" v="267" actId="478"/>
          <ac:spMkLst>
            <pc:docMk/>
            <pc:sldMk cId="2954974908" sldId="480"/>
            <ac:spMk id="8" creationId="{09081E4D-0783-B0B9-FB85-DE85AED24822}"/>
          </ac:spMkLst>
        </pc:spChg>
        <pc:spChg chg="mod">
          <ac:chgData name="Yeo Xiong Wei, Jonathan" userId="ac2b658e-7ce1-44bb-9f9f-bf4198ceaa29" providerId="ADAL" clId="{EDE27805-D214-4CEB-8602-AFB3ECDDA019}" dt="2022-08-04T02:55:00.005" v="1337" actId="6549"/>
          <ac:spMkLst>
            <pc:docMk/>
            <pc:sldMk cId="2954974908" sldId="480"/>
            <ac:spMk id="13" creationId="{311BA5A6-B861-4BFF-AB7F-53574F60940F}"/>
          </ac:spMkLst>
        </pc:spChg>
        <pc:picChg chg="mod">
          <ac:chgData name="Yeo Xiong Wei, Jonathan" userId="ac2b658e-7ce1-44bb-9f9f-bf4198ceaa29" providerId="ADAL" clId="{EDE27805-D214-4CEB-8602-AFB3ECDDA019}" dt="2022-08-04T02:48:50.205" v="203" actId="1076"/>
          <ac:picMkLst>
            <pc:docMk/>
            <pc:sldMk cId="2954974908" sldId="480"/>
            <ac:picMk id="9" creationId="{1701C58F-D0FB-4867-88B0-3A848F5050A7}"/>
          </ac:picMkLst>
        </pc:picChg>
      </pc:sldChg>
      <pc:sldChg chg="modSp mod modAnim">
        <pc:chgData name="Yeo Xiong Wei, Jonathan" userId="ac2b658e-7ce1-44bb-9f9f-bf4198ceaa29" providerId="ADAL" clId="{EDE27805-D214-4CEB-8602-AFB3ECDDA019}" dt="2022-08-04T02:48:21.575" v="193" actId="5793"/>
        <pc:sldMkLst>
          <pc:docMk/>
          <pc:sldMk cId="1415672847" sldId="485"/>
        </pc:sldMkLst>
        <pc:spChg chg="mod">
          <ac:chgData name="Yeo Xiong Wei, Jonathan" userId="ac2b658e-7ce1-44bb-9f9f-bf4198ceaa29" providerId="ADAL" clId="{EDE27805-D214-4CEB-8602-AFB3ECDDA019}" dt="2022-08-04T02:48:21.575" v="193" actId="5793"/>
          <ac:spMkLst>
            <pc:docMk/>
            <pc:sldMk cId="1415672847" sldId="485"/>
            <ac:spMk id="16" creationId="{DD99C6AA-4FB0-4001-819D-E2F987201D6E}"/>
          </ac:spMkLst>
        </pc:spChg>
      </pc:sldChg>
      <pc:sldChg chg="addSp delSp modSp add mod">
        <pc:chgData name="Yeo Xiong Wei, Jonathan" userId="ac2b658e-7ce1-44bb-9f9f-bf4198ceaa29" providerId="ADAL" clId="{EDE27805-D214-4CEB-8602-AFB3ECDDA019}" dt="2022-08-04T06:44:21.895" v="1457" actId="20577"/>
        <pc:sldMkLst>
          <pc:docMk/>
          <pc:sldMk cId="212532562" sldId="558"/>
        </pc:sldMkLst>
        <pc:spChg chg="add del">
          <ac:chgData name="Yeo Xiong Wei, Jonathan" userId="ac2b658e-7ce1-44bb-9f9f-bf4198ceaa29" providerId="ADAL" clId="{EDE27805-D214-4CEB-8602-AFB3ECDDA019}" dt="2022-08-04T02:52:16.630" v="963" actId="478"/>
          <ac:spMkLst>
            <pc:docMk/>
            <pc:sldMk cId="212532562" sldId="558"/>
            <ac:spMk id="3" creationId="{ACCD2EC4-D869-2656-696B-EB10107EECD0}"/>
          </ac:spMkLst>
        </pc:spChg>
        <pc:spChg chg="add del mod">
          <ac:chgData name="Yeo Xiong Wei, Jonathan" userId="ac2b658e-7ce1-44bb-9f9f-bf4198ceaa29" providerId="ADAL" clId="{EDE27805-D214-4CEB-8602-AFB3ECDDA019}" dt="2022-08-04T02:51:12.872" v="677" actId="478"/>
          <ac:spMkLst>
            <pc:docMk/>
            <pc:sldMk cId="212532562" sldId="558"/>
            <ac:spMk id="4" creationId="{CF4DA2C2-4D38-270F-1423-BD1FBF1C2DE2}"/>
          </ac:spMkLst>
        </pc:spChg>
        <pc:spChg chg="del">
          <ac:chgData name="Yeo Xiong Wei, Jonathan" userId="ac2b658e-7ce1-44bb-9f9f-bf4198ceaa29" providerId="ADAL" clId="{EDE27805-D214-4CEB-8602-AFB3ECDDA019}" dt="2022-08-04T02:49:40.023" v="279" actId="478"/>
          <ac:spMkLst>
            <pc:docMk/>
            <pc:sldMk cId="212532562" sldId="558"/>
            <ac:spMk id="10" creationId="{2973CC14-77AC-47E6-B887-F85DDEF3AD46}"/>
          </ac:spMkLst>
        </pc:spChg>
        <pc:spChg chg="del">
          <ac:chgData name="Yeo Xiong Wei, Jonathan" userId="ac2b658e-7ce1-44bb-9f9f-bf4198ceaa29" providerId="ADAL" clId="{EDE27805-D214-4CEB-8602-AFB3ECDDA019}" dt="2022-08-04T02:49:36.670" v="278" actId="478"/>
          <ac:spMkLst>
            <pc:docMk/>
            <pc:sldMk cId="212532562" sldId="558"/>
            <ac:spMk id="11" creationId="{1BB22FA3-61C3-4752-8695-1AF0A1BBE3D4}"/>
          </ac:spMkLst>
        </pc:spChg>
        <pc:spChg chg="del">
          <ac:chgData name="Yeo Xiong Wei, Jonathan" userId="ac2b658e-7ce1-44bb-9f9f-bf4198ceaa29" providerId="ADAL" clId="{EDE27805-D214-4CEB-8602-AFB3ECDDA019}" dt="2022-08-04T02:54:03.074" v="1265" actId="478"/>
          <ac:spMkLst>
            <pc:docMk/>
            <pc:sldMk cId="212532562" sldId="558"/>
            <ac:spMk id="12" creationId="{F8FD2607-6F59-4B70-97A6-526C13628AFA}"/>
          </ac:spMkLst>
        </pc:spChg>
        <pc:spChg chg="mod">
          <ac:chgData name="Yeo Xiong Wei, Jonathan" userId="ac2b658e-7ce1-44bb-9f9f-bf4198ceaa29" providerId="ADAL" clId="{EDE27805-D214-4CEB-8602-AFB3ECDDA019}" dt="2022-08-04T06:44:21.895" v="1457" actId="20577"/>
          <ac:spMkLst>
            <pc:docMk/>
            <pc:sldMk cId="212532562" sldId="558"/>
            <ac:spMk id="13" creationId="{311BA5A6-B861-4BFF-AB7F-53574F60940F}"/>
          </ac:spMkLst>
        </pc:spChg>
        <pc:spChg chg="add del mod">
          <ac:chgData name="Yeo Xiong Wei, Jonathan" userId="ac2b658e-7ce1-44bb-9f9f-bf4198ceaa29" providerId="ADAL" clId="{EDE27805-D214-4CEB-8602-AFB3ECDDA019}" dt="2022-08-04T02:51:27.228" v="719" actId="478"/>
          <ac:spMkLst>
            <pc:docMk/>
            <pc:sldMk cId="212532562" sldId="558"/>
            <ac:spMk id="14" creationId="{A98725DD-09A8-2E31-1F97-73A0670B29F8}"/>
          </ac:spMkLst>
        </pc:spChg>
        <pc:spChg chg="add del mod">
          <ac:chgData name="Yeo Xiong Wei, Jonathan" userId="ac2b658e-7ce1-44bb-9f9f-bf4198ceaa29" providerId="ADAL" clId="{EDE27805-D214-4CEB-8602-AFB3ECDDA019}" dt="2022-08-04T02:51:20.583" v="680" actId="478"/>
          <ac:spMkLst>
            <pc:docMk/>
            <pc:sldMk cId="212532562" sldId="558"/>
            <ac:spMk id="15" creationId="{806F2094-32A3-828B-319B-9C42E768DFC5}"/>
          </ac:spMkLst>
        </pc:spChg>
        <pc:spChg chg="add mod">
          <ac:chgData name="Yeo Xiong Wei, Jonathan" userId="ac2b658e-7ce1-44bb-9f9f-bf4198ceaa29" providerId="ADAL" clId="{EDE27805-D214-4CEB-8602-AFB3ECDDA019}" dt="2022-08-04T02:51:18.198" v="678" actId="14100"/>
          <ac:spMkLst>
            <pc:docMk/>
            <pc:sldMk cId="212532562" sldId="558"/>
            <ac:spMk id="16" creationId="{1F077558-D45B-2BA4-D608-EE12FDAD7712}"/>
          </ac:spMkLst>
        </pc:spChg>
        <pc:spChg chg="add del mod">
          <ac:chgData name="Yeo Xiong Wei, Jonathan" userId="ac2b658e-7ce1-44bb-9f9f-bf4198ceaa29" providerId="ADAL" clId="{EDE27805-D214-4CEB-8602-AFB3ECDDA019}" dt="2022-08-04T02:50:23.037" v="611" actId="478"/>
          <ac:spMkLst>
            <pc:docMk/>
            <pc:sldMk cId="212532562" sldId="558"/>
            <ac:spMk id="17" creationId="{50251011-ADD7-7427-6245-83FBE48F1C3A}"/>
          </ac:spMkLst>
        </pc:spChg>
        <pc:spChg chg="add mod">
          <ac:chgData name="Yeo Xiong Wei, Jonathan" userId="ac2b658e-7ce1-44bb-9f9f-bf4198ceaa29" providerId="ADAL" clId="{EDE27805-D214-4CEB-8602-AFB3ECDDA019}" dt="2022-08-04T02:51:24.943" v="718" actId="1037"/>
          <ac:spMkLst>
            <pc:docMk/>
            <pc:sldMk cId="212532562" sldId="558"/>
            <ac:spMk id="18" creationId="{A488B381-8C8F-5467-A69F-54EE902DBBDE}"/>
          </ac:spMkLst>
        </pc:spChg>
        <pc:spChg chg="add del mod">
          <ac:chgData name="Yeo Xiong Wei, Jonathan" userId="ac2b658e-7ce1-44bb-9f9f-bf4198ceaa29" providerId="ADAL" clId="{EDE27805-D214-4CEB-8602-AFB3ECDDA019}" dt="2022-08-04T02:52:12.752" v="962" actId="478"/>
          <ac:spMkLst>
            <pc:docMk/>
            <pc:sldMk cId="212532562" sldId="558"/>
            <ac:spMk id="19" creationId="{2E28C6E3-6890-D081-F623-DAC0E4680ED2}"/>
          </ac:spMkLst>
        </pc:spChg>
        <pc:spChg chg="add del mod">
          <ac:chgData name="Yeo Xiong Wei, Jonathan" userId="ac2b658e-7ce1-44bb-9f9f-bf4198ceaa29" providerId="ADAL" clId="{EDE27805-D214-4CEB-8602-AFB3ECDDA019}" dt="2022-08-04T02:51:37.221" v="780"/>
          <ac:spMkLst>
            <pc:docMk/>
            <pc:sldMk cId="212532562" sldId="558"/>
            <ac:spMk id="20" creationId="{E351BDF0-3D51-0CA7-7340-571CE1BB8B1E}"/>
          </ac:spMkLst>
        </pc:spChg>
        <pc:spChg chg="add del mod">
          <ac:chgData name="Yeo Xiong Wei, Jonathan" userId="ac2b658e-7ce1-44bb-9f9f-bf4198ceaa29" providerId="ADAL" clId="{EDE27805-D214-4CEB-8602-AFB3ECDDA019}" dt="2022-08-04T02:52:06.887" v="954"/>
          <ac:spMkLst>
            <pc:docMk/>
            <pc:sldMk cId="212532562" sldId="558"/>
            <ac:spMk id="21" creationId="{2A209C5C-F24A-4613-5489-242D732D430D}"/>
          </ac:spMkLst>
        </pc:spChg>
        <pc:spChg chg="add del mod">
          <ac:chgData name="Yeo Xiong Wei, Jonathan" userId="ac2b658e-7ce1-44bb-9f9f-bf4198ceaa29" providerId="ADAL" clId="{EDE27805-D214-4CEB-8602-AFB3ECDDA019}" dt="2022-08-04T02:52:04.849" v="947"/>
          <ac:spMkLst>
            <pc:docMk/>
            <pc:sldMk cId="212532562" sldId="558"/>
            <ac:spMk id="22" creationId="{E6E017F3-5012-A2F0-D8B7-1D1424FDC5C5}"/>
          </ac:spMkLst>
        </pc:spChg>
        <pc:spChg chg="add del mod">
          <ac:chgData name="Yeo Xiong Wei, Jonathan" userId="ac2b658e-7ce1-44bb-9f9f-bf4198ceaa29" providerId="ADAL" clId="{EDE27805-D214-4CEB-8602-AFB3ECDDA019}" dt="2022-08-04T02:51:57.168" v="902"/>
          <ac:spMkLst>
            <pc:docMk/>
            <pc:sldMk cId="212532562" sldId="558"/>
            <ac:spMk id="23" creationId="{E986025D-20E5-AF73-FE4B-784D51BAB267}"/>
          </ac:spMkLst>
        </pc:spChg>
        <pc:spChg chg="add del mod">
          <ac:chgData name="Yeo Xiong Wei, Jonathan" userId="ac2b658e-7ce1-44bb-9f9f-bf4198ceaa29" providerId="ADAL" clId="{EDE27805-D214-4CEB-8602-AFB3ECDDA019}" dt="2022-08-04T02:52:02.383" v="943"/>
          <ac:spMkLst>
            <pc:docMk/>
            <pc:sldMk cId="212532562" sldId="558"/>
            <ac:spMk id="24" creationId="{CC4733E4-738E-788A-A52C-1DA078B04C84}"/>
          </ac:spMkLst>
        </pc:spChg>
        <pc:spChg chg="add mod">
          <ac:chgData name="Yeo Xiong Wei, Jonathan" userId="ac2b658e-7ce1-44bb-9f9f-bf4198ceaa29" providerId="ADAL" clId="{EDE27805-D214-4CEB-8602-AFB3ECDDA019}" dt="2022-08-04T02:52:23.485" v="1031" actId="1035"/>
          <ac:spMkLst>
            <pc:docMk/>
            <pc:sldMk cId="212532562" sldId="558"/>
            <ac:spMk id="25" creationId="{9DFB42F6-7D2D-02F3-66EB-885C1903B160}"/>
          </ac:spMkLst>
        </pc:spChg>
      </pc:sldChg>
    </pc:docChg>
  </pc:docChgLst>
  <pc:docChgLst>
    <pc:chgData name="Yeo Xiong Wei, Jonathan" userId="ac2b658e-7ce1-44bb-9f9f-bf4198ceaa29" providerId="ADAL" clId="{368D971C-2FC8-47B8-8A11-8E628BED7931}"/>
    <pc:docChg chg="undo redo custSel addSld delSld modSld sldOrd">
      <pc:chgData name="Yeo Xiong Wei, Jonathan" userId="ac2b658e-7ce1-44bb-9f9f-bf4198ceaa29" providerId="ADAL" clId="{368D971C-2FC8-47B8-8A11-8E628BED7931}" dt="2023-09-01T10:42:12.084" v="5717" actId="20577"/>
      <pc:docMkLst>
        <pc:docMk/>
      </pc:docMkLst>
      <pc:sldChg chg="delSp modSp mod modAnim">
        <pc:chgData name="Yeo Xiong Wei, Jonathan" userId="ac2b658e-7ce1-44bb-9f9f-bf4198ceaa29" providerId="ADAL" clId="{368D971C-2FC8-47B8-8A11-8E628BED7931}" dt="2023-08-23T07:33:16.966" v="1251" actId="1076"/>
        <pc:sldMkLst>
          <pc:docMk/>
          <pc:sldMk cId="406670790" sldId="457"/>
        </pc:sldMkLst>
        <pc:spChg chg="del mod">
          <ac:chgData name="Yeo Xiong Wei, Jonathan" userId="ac2b658e-7ce1-44bb-9f9f-bf4198ceaa29" providerId="ADAL" clId="{368D971C-2FC8-47B8-8A11-8E628BED7931}" dt="2023-08-23T07:33:09.996" v="1249" actId="478"/>
          <ac:spMkLst>
            <pc:docMk/>
            <pc:sldMk cId="406670790" sldId="457"/>
            <ac:spMk id="2" creationId="{6C515CA3-B38E-D692-296C-7AAACC2B8D2C}"/>
          </ac:spMkLst>
        </pc:spChg>
        <pc:spChg chg="mod">
          <ac:chgData name="Yeo Xiong Wei, Jonathan" userId="ac2b658e-7ce1-44bb-9f9f-bf4198ceaa29" providerId="ADAL" clId="{368D971C-2FC8-47B8-8A11-8E628BED7931}" dt="2023-08-23T07:33:14.670" v="1250" actId="1076"/>
          <ac:spMkLst>
            <pc:docMk/>
            <pc:sldMk cId="406670790" sldId="457"/>
            <ac:spMk id="8" creationId="{D4118E9C-A803-4FEE-99D6-48C69184A3D2}"/>
          </ac:spMkLst>
        </pc:spChg>
        <pc:spChg chg="mod">
          <ac:chgData name="Yeo Xiong Wei, Jonathan" userId="ac2b658e-7ce1-44bb-9f9f-bf4198ceaa29" providerId="ADAL" clId="{368D971C-2FC8-47B8-8A11-8E628BED7931}" dt="2023-08-23T07:33:14.670" v="1250" actId="1076"/>
          <ac:spMkLst>
            <pc:docMk/>
            <pc:sldMk cId="406670790" sldId="457"/>
            <ac:spMk id="9" creationId="{F0B04BDA-9DAE-43A1-9957-B902E4DD2FF3}"/>
          </ac:spMkLst>
        </pc:spChg>
        <pc:spChg chg="mod">
          <ac:chgData name="Yeo Xiong Wei, Jonathan" userId="ac2b658e-7ce1-44bb-9f9f-bf4198ceaa29" providerId="ADAL" clId="{368D971C-2FC8-47B8-8A11-8E628BED7931}" dt="2023-08-23T07:33:16.966" v="1251" actId="1076"/>
          <ac:spMkLst>
            <pc:docMk/>
            <pc:sldMk cId="406670790" sldId="457"/>
            <ac:spMk id="16" creationId="{DD99C6AA-4FB0-4001-819D-E2F987201D6E}"/>
          </ac:spMkLst>
        </pc:spChg>
        <pc:graphicFrameChg chg="mod">
          <ac:chgData name="Yeo Xiong Wei, Jonathan" userId="ac2b658e-7ce1-44bb-9f9f-bf4198ceaa29" providerId="ADAL" clId="{368D971C-2FC8-47B8-8A11-8E628BED7931}" dt="2023-08-23T07:33:14.670" v="1250" actId="1076"/>
          <ac:graphicFrameMkLst>
            <pc:docMk/>
            <pc:sldMk cId="406670790" sldId="457"/>
            <ac:graphicFrameMk id="7" creationId="{F0522C14-E18D-4199-BAA4-4065FCC27040}"/>
          </ac:graphicFrameMkLst>
        </pc:graphicFrameChg>
      </pc:sldChg>
      <pc:sldChg chg="addSp delSp modSp mod addAnim delAnim modAnim">
        <pc:chgData name="Yeo Xiong Wei, Jonathan" userId="ac2b658e-7ce1-44bb-9f9f-bf4198ceaa29" providerId="ADAL" clId="{368D971C-2FC8-47B8-8A11-8E628BED7931}" dt="2023-08-27T01:48:53.573" v="2733" actId="207"/>
        <pc:sldMkLst>
          <pc:docMk/>
          <pc:sldMk cId="4160036871" sldId="458"/>
        </pc:sldMkLst>
        <pc:spChg chg="del mod">
          <ac:chgData name="Yeo Xiong Wei, Jonathan" userId="ac2b658e-7ce1-44bb-9f9f-bf4198ceaa29" providerId="ADAL" clId="{368D971C-2FC8-47B8-8A11-8E628BED7931}" dt="2023-08-23T07:48:16.807" v="1354" actId="478"/>
          <ac:spMkLst>
            <pc:docMk/>
            <pc:sldMk cId="4160036871" sldId="458"/>
            <ac:spMk id="2" creationId="{DF83E124-C722-5718-89F8-0A8DF65EBB56}"/>
          </ac:spMkLst>
        </pc:spChg>
        <pc:spChg chg="add mod">
          <ac:chgData name="Yeo Xiong Wei, Jonathan" userId="ac2b658e-7ce1-44bb-9f9f-bf4198ceaa29" providerId="ADAL" clId="{368D971C-2FC8-47B8-8A11-8E628BED7931}" dt="2023-08-23T07:51:38.427" v="1405" actId="1076"/>
          <ac:spMkLst>
            <pc:docMk/>
            <pc:sldMk cId="4160036871" sldId="458"/>
            <ac:spMk id="5" creationId="{31554B31-51B0-A271-F31F-4044D8457EF1}"/>
          </ac:spMkLst>
        </pc:spChg>
        <pc:spChg chg="add mod">
          <ac:chgData name="Yeo Xiong Wei, Jonathan" userId="ac2b658e-7ce1-44bb-9f9f-bf4198ceaa29" providerId="ADAL" clId="{368D971C-2FC8-47B8-8A11-8E628BED7931}" dt="2023-08-23T07:51:38.427" v="1405" actId="1076"/>
          <ac:spMkLst>
            <pc:docMk/>
            <pc:sldMk cId="4160036871" sldId="458"/>
            <ac:spMk id="6" creationId="{8B7E07C4-65F6-FB3F-AC85-28E1E15F6EAF}"/>
          </ac:spMkLst>
        </pc:spChg>
        <pc:spChg chg="mod">
          <ac:chgData name="Yeo Xiong Wei, Jonathan" userId="ac2b658e-7ce1-44bb-9f9f-bf4198ceaa29" providerId="ADAL" clId="{368D971C-2FC8-47B8-8A11-8E628BED7931}" dt="2023-08-23T07:53:28.999" v="1425" actId="1076"/>
          <ac:spMkLst>
            <pc:docMk/>
            <pc:sldMk cId="4160036871" sldId="458"/>
            <ac:spMk id="7" creationId="{59EB3CBF-81A9-4689-863D-43F065AC2006}"/>
          </ac:spMkLst>
        </pc:spChg>
        <pc:spChg chg="del mod">
          <ac:chgData name="Yeo Xiong Wei, Jonathan" userId="ac2b658e-7ce1-44bb-9f9f-bf4198ceaa29" providerId="ADAL" clId="{368D971C-2FC8-47B8-8A11-8E628BED7931}" dt="2023-08-23T07:48:16.807" v="1354" actId="478"/>
          <ac:spMkLst>
            <pc:docMk/>
            <pc:sldMk cId="4160036871" sldId="458"/>
            <ac:spMk id="9" creationId="{9AAA7FAF-DB3A-074B-0029-6A2FE557DDAF}"/>
          </ac:spMkLst>
        </pc:spChg>
        <pc:spChg chg="del mod">
          <ac:chgData name="Yeo Xiong Wei, Jonathan" userId="ac2b658e-7ce1-44bb-9f9f-bf4198ceaa29" providerId="ADAL" clId="{368D971C-2FC8-47B8-8A11-8E628BED7931}" dt="2023-08-23T07:48:16.807" v="1354" actId="478"/>
          <ac:spMkLst>
            <pc:docMk/>
            <pc:sldMk cId="4160036871" sldId="458"/>
            <ac:spMk id="10" creationId="{A078C304-EEC7-8CA8-D0C5-50C16BA4E595}"/>
          </ac:spMkLst>
        </pc:spChg>
        <pc:spChg chg="add del mod">
          <ac:chgData name="Yeo Xiong Wei, Jonathan" userId="ac2b658e-7ce1-44bb-9f9f-bf4198ceaa29" providerId="ADAL" clId="{368D971C-2FC8-47B8-8A11-8E628BED7931}" dt="2023-08-23T07:48:45.746" v="1362" actId="478"/>
          <ac:spMkLst>
            <pc:docMk/>
            <pc:sldMk cId="4160036871" sldId="458"/>
            <ac:spMk id="11" creationId="{88819343-5562-2FB9-1B5D-6AE37349D778}"/>
          </ac:spMkLst>
        </pc:spChg>
        <pc:spChg chg="add del mod">
          <ac:chgData name="Yeo Xiong Wei, Jonathan" userId="ac2b658e-7ce1-44bb-9f9f-bf4198ceaa29" providerId="ADAL" clId="{368D971C-2FC8-47B8-8A11-8E628BED7931}" dt="2023-08-23T07:48:47.460" v="1363" actId="478"/>
          <ac:spMkLst>
            <pc:docMk/>
            <pc:sldMk cId="4160036871" sldId="458"/>
            <ac:spMk id="12" creationId="{A83CFE3B-B6D2-A02D-6B3F-8473A3996FA6}"/>
          </ac:spMkLst>
        </pc:spChg>
        <pc:spChg chg="add mod">
          <ac:chgData name="Yeo Xiong Wei, Jonathan" userId="ac2b658e-7ce1-44bb-9f9f-bf4198ceaa29" providerId="ADAL" clId="{368D971C-2FC8-47B8-8A11-8E628BED7931}" dt="2023-08-23T07:51:38.427" v="1405" actId="1076"/>
          <ac:spMkLst>
            <pc:docMk/>
            <pc:sldMk cId="4160036871" sldId="458"/>
            <ac:spMk id="15" creationId="{02A2FB87-CC0F-55AD-4C51-427B7D55B758}"/>
          </ac:spMkLst>
        </pc:spChg>
        <pc:spChg chg="mod">
          <ac:chgData name="Yeo Xiong Wei, Jonathan" userId="ac2b658e-7ce1-44bb-9f9f-bf4198ceaa29" providerId="ADAL" clId="{368D971C-2FC8-47B8-8A11-8E628BED7931}" dt="2023-08-27T01:48:53.573" v="2733" actId="207"/>
          <ac:spMkLst>
            <pc:docMk/>
            <pc:sldMk cId="4160036871" sldId="458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368D971C-2FC8-47B8-8A11-8E628BED7931}" dt="2023-08-23T07:52:40.153" v="1418" actId="1076"/>
          <ac:spMkLst>
            <pc:docMk/>
            <pc:sldMk cId="4160036871" sldId="458"/>
            <ac:spMk id="18" creationId="{871EAD6F-2B4C-CD36-D51D-609057C7F81F}"/>
          </ac:spMkLst>
        </pc:spChg>
        <pc:spChg chg="add mod">
          <ac:chgData name="Yeo Xiong Wei, Jonathan" userId="ac2b658e-7ce1-44bb-9f9f-bf4198ceaa29" providerId="ADAL" clId="{368D971C-2FC8-47B8-8A11-8E628BED7931}" dt="2023-08-23T07:51:38.427" v="1405" actId="1076"/>
          <ac:spMkLst>
            <pc:docMk/>
            <pc:sldMk cId="4160036871" sldId="458"/>
            <ac:spMk id="19" creationId="{731D19BD-9221-1FDD-C10E-4825D543E4AF}"/>
          </ac:spMkLst>
        </pc:spChg>
        <pc:spChg chg="add mod">
          <ac:chgData name="Yeo Xiong Wei, Jonathan" userId="ac2b658e-7ce1-44bb-9f9f-bf4198ceaa29" providerId="ADAL" clId="{368D971C-2FC8-47B8-8A11-8E628BED7931}" dt="2023-08-23T07:51:38.427" v="1405" actId="1076"/>
          <ac:spMkLst>
            <pc:docMk/>
            <pc:sldMk cId="4160036871" sldId="458"/>
            <ac:spMk id="26" creationId="{98371A9D-277C-B820-F526-00051FCEF032}"/>
          </ac:spMkLst>
        </pc:spChg>
        <pc:spChg chg="add del mod">
          <ac:chgData name="Yeo Xiong Wei, Jonathan" userId="ac2b658e-7ce1-44bb-9f9f-bf4198ceaa29" providerId="ADAL" clId="{368D971C-2FC8-47B8-8A11-8E628BED7931}" dt="2023-08-23T07:48:59.578" v="1365" actId="478"/>
          <ac:spMkLst>
            <pc:docMk/>
            <pc:sldMk cId="4160036871" sldId="458"/>
            <ac:spMk id="27" creationId="{B6FDEA30-6D66-9F83-476E-9BF1A9B2A0AD}"/>
          </ac:spMkLst>
        </pc:spChg>
        <pc:graphicFrameChg chg="add mod modGraphic">
          <ac:chgData name="Yeo Xiong Wei, Jonathan" userId="ac2b658e-7ce1-44bb-9f9f-bf4198ceaa29" providerId="ADAL" clId="{368D971C-2FC8-47B8-8A11-8E628BED7931}" dt="2023-08-23T07:53:18.926" v="1424" actId="115"/>
          <ac:graphicFrameMkLst>
            <pc:docMk/>
            <pc:sldMk cId="4160036871" sldId="458"/>
            <ac:graphicFrameMk id="4" creationId="{FB1329C4-D361-8DB4-412F-584CE8D39D42}"/>
          </ac:graphicFrameMkLst>
        </pc:graphicFrameChg>
        <pc:graphicFrameChg chg="del mod modGraphic">
          <ac:chgData name="Yeo Xiong Wei, Jonathan" userId="ac2b658e-7ce1-44bb-9f9f-bf4198ceaa29" providerId="ADAL" clId="{368D971C-2FC8-47B8-8A11-8E628BED7931}" dt="2023-08-23T07:48:16.807" v="1354" actId="478"/>
          <ac:graphicFrameMkLst>
            <pc:docMk/>
            <pc:sldMk cId="4160036871" sldId="458"/>
            <ac:graphicFrameMk id="8" creationId="{787428C0-CAD3-1810-1907-0E539025C14D}"/>
          </ac:graphicFrameMkLst>
        </pc:graphicFrameChg>
        <pc:picChg chg="add mod">
          <ac:chgData name="Yeo Xiong Wei, Jonathan" userId="ac2b658e-7ce1-44bb-9f9f-bf4198ceaa29" providerId="ADAL" clId="{368D971C-2FC8-47B8-8A11-8E628BED7931}" dt="2023-08-23T07:51:38.427" v="1405" actId="1076"/>
          <ac:picMkLst>
            <pc:docMk/>
            <pc:sldMk cId="4160036871" sldId="458"/>
            <ac:picMk id="13" creationId="{9B21C087-7F29-7461-A7DA-4A62888ECEDE}"/>
          </ac:picMkLst>
        </pc:picChg>
        <pc:cxnChg chg="del mod">
          <ac:chgData name="Yeo Xiong Wei, Jonathan" userId="ac2b658e-7ce1-44bb-9f9f-bf4198ceaa29" providerId="ADAL" clId="{368D971C-2FC8-47B8-8A11-8E628BED7931}" dt="2023-08-23T07:48:16.807" v="1354" actId="478"/>
          <ac:cxnSpMkLst>
            <pc:docMk/>
            <pc:sldMk cId="4160036871" sldId="458"/>
            <ac:cxnSpMk id="14" creationId="{6AD6BC24-DD9B-8A58-8B93-C5A56BB0BD39}"/>
          </ac:cxnSpMkLst>
        </pc:cxnChg>
        <pc:cxnChg chg="del mod">
          <ac:chgData name="Yeo Xiong Wei, Jonathan" userId="ac2b658e-7ce1-44bb-9f9f-bf4198ceaa29" providerId="ADAL" clId="{368D971C-2FC8-47B8-8A11-8E628BED7931}" dt="2023-08-23T07:48:16.807" v="1354" actId="478"/>
          <ac:cxnSpMkLst>
            <pc:docMk/>
            <pc:sldMk cId="4160036871" sldId="458"/>
            <ac:cxnSpMk id="17" creationId="{F00BF3D4-E65A-AC86-9052-F1B45F4EFB5F}"/>
          </ac:cxnSpMkLst>
        </pc:cxnChg>
        <pc:cxnChg chg="add mod">
          <ac:chgData name="Yeo Xiong Wei, Jonathan" userId="ac2b658e-7ce1-44bb-9f9f-bf4198ceaa29" providerId="ADAL" clId="{368D971C-2FC8-47B8-8A11-8E628BED7931}" dt="2023-08-23T07:51:38.427" v="1405" actId="1076"/>
          <ac:cxnSpMkLst>
            <pc:docMk/>
            <pc:sldMk cId="4160036871" sldId="458"/>
            <ac:cxnSpMk id="20" creationId="{43E20336-036F-D68B-E627-40BBED9DAD20}"/>
          </ac:cxnSpMkLst>
        </pc:cxnChg>
        <pc:cxnChg chg="add del mod">
          <ac:chgData name="Yeo Xiong Wei, Jonathan" userId="ac2b658e-7ce1-44bb-9f9f-bf4198ceaa29" providerId="ADAL" clId="{368D971C-2FC8-47B8-8A11-8E628BED7931}" dt="2023-08-23T07:48:29.775" v="1360" actId="478"/>
          <ac:cxnSpMkLst>
            <pc:docMk/>
            <pc:sldMk cId="4160036871" sldId="458"/>
            <ac:cxnSpMk id="21" creationId="{91A16820-6046-C267-9069-F4D65FFAD739}"/>
          </ac:cxnSpMkLst>
        </pc:cxnChg>
        <pc:cxnChg chg="add del mod">
          <ac:chgData name="Yeo Xiong Wei, Jonathan" userId="ac2b658e-7ce1-44bb-9f9f-bf4198ceaa29" providerId="ADAL" clId="{368D971C-2FC8-47B8-8A11-8E628BED7931}" dt="2023-08-23T07:48:30.806" v="1361" actId="478"/>
          <ac:cxnSpMkLst>
            <pc:docMk/>
            <pc:sldMk cId="4160036871" sldId="458"/>
            <ac:cxnSpMk id="22" creationId="{72106EB1-0A0F-9D7D-6719-A6EB41A195FC}"/>
          </ac:cxnSpMkLst>
        </pc:cxnChg>
        <pc:cxnChg chg="add mod">
          <ac:chgData name="Yeo Xiong Wei, Jonathan" userId="ac2b658e-7ce1-44bb-9f9f-bf4198ceaa29" providerId="ADAL" clId="{368D971C-2FC8-47B8-8A11-8E628BED7931}" dt="2023-08-23T07:51:38.427" v="1405" actId="1076"/>
          <ac:cxnSpMkLst>
            <pc:docMk/>
            <pc:sldMk cId="4160036871" sldId="458"/>
            <ac:cxnSpMk id="23" creationId="{7BDC459F-31BB-25F5-36F8-EAEE323BDDA8}"/>
          </ac:cxnSpMkLst>
        </pc:cxnChg>
        <pc:cxnChg chg="add mod">
          <ac:chgData name="Yeo Xiong Wei, Jonathan" userId="ac2b658e-7ce1-44bb-9f9f-bf4198ceaa29" providerId="ADAL" clId="{368D971C-2FC8-47B8-8A11-8E628BED7931}" dt="2023-08-23T07:51:38.427" v="1405" actId="1076"/>
          <ac:cxnSpMkLst>
            <pc:docMk/>
            <pc:sldMk cId="4160036871" sldId="458"/>
            <ac:cxnSpMk id="24" creationId="{1630A52B-518E-347F-9E20-59DA613B6E4F}"/>
          </ac:cxnSpMkLst>
        </pc:cxnChg>
        <pc:cxnChg chg="add mod">
          <ac:chgData name="Yeo Xiong Wei, Jonathan" userId="ac2b658e-7ce1-44bb-9f9f-bf4198ceaa29" providerId="ADAL" clId="{368D971C-2FC8-47B8-8A11-8E628BED7931}" dt="2023-08-23T07:51:38.427" v="1405" actId="1076"/>
          <ac:cxnSpMkLst>
            <pc:docMk/>
            <pc:sldMk cId="4160036871" sldId="458"/>
            <ac:cxnSpMk id="25" creationId="{10C68382-2842-CF84-B194-3F319C9AC5C3}"/>
          </ac:cxnSpMkLst>
        </pc:cxnChg>
      </pc:sldChg>
      <pc:sldChg chg="modSp mod">
        <pc:chgData name="Yeo Xiong Wei, Jonathan" userId="ac2b658e-7ce1-44bb-9f9f-bf4198ceaa29" providerId="ADAL" clId="{368D971C-2FC8-47B8-8A11-8E628BED7931}" dt="2023-08-23T07:57:20.148" v="1465" actId="114"/>
        <pc:sldMkLst>
          <pc:docMk/>
          <pc:sldMk cId="2954974908" sldId="480"/>
        </pc:sldMkLst>
        <pc:spChg chg="mod">
          <ac:chgData name="Yeo Xiong Wei, Jonathan" userId="ac2b658e-7ce1-44bb-9f9f-bf4198ceaa29" providerId="ADAL" clId="{368D971C-2FC8-47B8-8A11-8E628BED7931}" dt="2023-08-23T07:57:20.148" v="1465" actId="114"/>
          <ac:spMkLst>
            <pc:docMk/>
            <pc:sldMk cId="2954974908" sldId="480"/>
            <ac:spMk id="13" creationId="{311BA5A6-B861-4BFF-AB7F-53574F60940F}"/>
          </ac:spMkLst>
        </pc:spChg>
      </pc:sldChg>
      <pc:sldChg chg="modSp mod modNotesTx">
        <pc:chgData name="Yeo Xiong Wei, Jonathan" userId="ac2b658e-7ce1-44bb-9f9f-bf4198ceaa29" providerId="ADAL" clId="{368D971C-2FC8-47B8-8A11-8E628BED7931}" dt="2023-08-27T01:51:40.862" v="2738" actId="207"/>
        <pc:sldMkLst>
          <pc:docMk/>
          <pc:sldMk cId="1415672847" sldId="485"/>
        </pc:sldMkLst>
        <pc:spChg chg="mod">
          <ac:chgData name="Yeo Xiong Wei, Jonathan" userId="ac2b658e-7ce1-44bb-9f9f-bf4198ceaa29" providerId="ADAL" clId="{368D971C-2FC8-47B8-8A11-8E628BED7931}" dt="2023-08-27T01:50:10.196" v="2734" actId="1076"/>
          <ac:spMkLst>
            <pc:docMk/>
            <pc:sldMk cId="1415672847" sldId="485"/>
            <ac:spMk id="5" creationId="{04C547DD-13E3-435C-ADA1-4CE35D9BE6EC}"/>
          </ac:spMkLst>
        </pc:spChg>
        <pc:spChg chg="mod">
          <ac:chgData name="Yeo Xiong Wei, Jonathan" userId="ac2b658e-7ce1-44bb-9f9f-bf4198ceaa29" providerId="ADAL" clId="{368D971C-2FC8-47B8-8A11-8E628BED7931}" dt="2023-08-27T01:51:40.862" v="2738" actId="207"/>
          <ac:spMkLst>
            <pc:docMk/>
            <pc:sldMk cId="1415672847" sldId="485"/>
            <ac:spMk id="16" creationId="{DD99C6AA-4FB0-4001-819D-E2F987201D6E}"/>
          </ac:spMkLst>
        </pc:spChg>
      </pc:sldChg>
      <pc:sldChg chg="modSp mod modAnim">
        <pc:chgData name="Yeo Xiong Wei, Jonathan" userId="ac2b658e-7ce1-44bb-9f9f-bf4198ceaa29" providerId="ADAL" clId="{368D971C-2FC8-47B8-8A11-8E628BED7931}" dt="2023-08-27T09:56:01.188" v="3786" actId="20577"/>
        <pc:sldMkLst>
          <pc:docMk/>
          <pc:sldMk cId="2603056020" sldId="487"/>
        </pc:sldMkLst>
        <pc:spChg chg="mod">
          <ac:chgData name="Yeo Xiong Wei, Jonathan" userId="ac2b658e-7ce1-44bb-9f9f-bf4198ceaa29" providerId="ADAL" clId="{368D971C-2FC8-47B8-8A11-8E628BED7931}" dt="2023-08-27T09:56:01.188" v="3786" actId="20577"/>
          <ac:spMkLst>
            <pc:docMk/>
            <pc:sldMk cId="2603056020" sldId="487"/>
            <ac:spMk id="16" creationId="{DD99C6AA-4FB0-4001-819D-E2F987201D6E}"/>
          </ac:spMkLst>
        </pc:spChg>
      </pc:sldChg>
      <pc:sldChg chg="modSp mod modAnim">
        <pc:chgData name="Yeo Xiong Wei, Jonathan" userId="ac2b658e-7ce1-44bb-9f9f-bf4198ceaa29" providerId="ADAL" clId="{368D971C-2FC8-47B8-8A11-8E628BED7931}" dt="2023-08-27T01:54:15.906" v="2781" actId="20577"/>
        <pc:sldMkLst>
          <pc:docMk/>
          <pc:sldMk cId="1092217493" sldId="488"/>
        </pc:sldMkLst>
        <pc:spChg chg="mod">
          <ac:chgData name="Yeo Xiong Wei, Jonathan" userId="ac2b658e-7ce1-44bb-9f9f-bf4198ceaa29" providerId="ADAL" clId="{368D971C-2FC8-47B8-8A11-8E628BED7931}" dt="2023-08-27T01:54:01.319" v="2773" actId="20577"/>
          <ac:spMkLst>
            <pc:docMk/>
            <pc:sldMk cId="1092217493" sldId="488"/>
            <ac:spMk id="6" creationId="{0E220112-BAB6-4F58-B0E9-33E4DE8BDAB4}"/>
          </ac:spMkLst>
        </pc:spChg>
        <pc:spChg chg="mod">
          <ac:chgData name="Yeo Xiong Wei, Jonathan" userId="ac2b658e-7ce1-44bb-9f9f-bf4198ceaa29" providerId="ADAL" clId="{368D971C-2FC8-47B8-8A11-8E628BED7931}" dt="2023-08-27T01:54:15.906" v="2781" actId="20577"/>
          <ac:spMkLst>
            <pc:docMk/>
            <pc:sldMk cId="1092217493" sldId="488"/>
            <ac:spMk id="13" creationId="{73DF7C3B-ED60-44DF-BBF5-DC5FF53BDBEC}"/>
          </ac:spMkLst>
        </pc:spChg>
        <pc:spChg chg="mod">
          <ac:chgData name="Yeo Xiong Wei, Jonathan" userId="ac2b658e-7ce1-44bb-9f9f-bf4198ceaa29" providerId="ADAL" clId="{368D971C-2FC8-47B8-8A11-8E628BED7931}" dt="2023-08-27T01:54:14.501" v="2780" actId="20577"/>
          <ac:spMkLst>
            <pc:docMk/>
            <pc:sldMk cId="1092217493" sldId="488"/>
            <ac:spMk id="14" creationId="{C3FCEFB3-C4AB-40AF-9F11-9F86BBA7E3B5}"/>
          </ac:spMkLst>
        </pc:spChg>
        <pc:picChg chg="mod">
          <ac:chgData name="Yeo Xiong Wei, Jonathan" userId="ac2b658e-7ce1-44bb-9f9f-bf4198ceaa29" providerId="ADAL" clId="{368D971C-2FC8-47B8-8A11-8E628BED7931}" dt="2023-08-23T07:59:27.505" v="1479" actId="1076"/>
          <ac:picMkLst>
            <pc:docMk/>
            <pc:sldMk cId="1092217493" sldId="488"/>
            <ac:picMk id="3" creationId="{0CBD2E86-A838-4052-9A5F-C69CED66BE0E}"/>
          </ac:picMkLst>
        </pc:picChg>
      </pc:sldChg>
      <pc:sldChg chg="modSp">
        <pc:chgData name="Yeo Xiong Wei, Jonathan" userId="ac2b658e-7ce1-44bb-9f9f-bf4198ceaa29" providerId="ADAL" clId="{368D971C-2FC8-47B8-8A11-8E628BED7931}" dt="2023-08-23T08:00:29.084" v="1482" actId="115"/>
        <pc:sldMkLst>
          <pc:docMk/>
          <pc:sldMk cId="109609381" sldId="489"/>
        </pc:sldMkLst>
        <pc:spChg chg="mod">
          <ac:chgData name="Yeo Xiong Wei, Jonathan" userId="ac2b658e-7ce1-44bb-9f9f-bf4198ceaa29" providerId="ADAL" clId="{368D971C-2FC8-47B8-8A11-8E628BED7931}" dt="2023-08-23T08:00:29.084" v="1482" actId="115"/>
          <ac:spMkLst>
            <pc:docMk/>
            <pc:sldMk cId="109609381" sldId="489"/>
            <ac:spMk id="11" creationId="{70E0456D-082A-4C39-8295-86EF554753DA}"/>
          </ac:spMkLst>
        </pc:spChg>
      </pc:sldChg>
      <pc:sldChg chg="modSp mod">
        <pc:chgData name="Yeo Xiong Wei, Jonathan" userId="ac2b658e-7ce1-44bb-9f9f-bf4198ceaa29" providerId="ADAL" clId="{368D971C-2FC8-47B8-8A11-8E628BED7931}" dt="2023-08-27T01:53:33.747" v="2756" actId="114"/>
        <pc:sldMkLst>
          <pc:docMk/>
          <pc:sldMk cId="1009246360" sldId="490"/>
        </pc:sldMkLst>
        <pc:spChg chg="mod">
          <ac:chgData name="Yeo Xiong Wei, Jonathan" userId="ac2b658e-7ce1-44bb-9f9f-bf4198ceaa29" providerId="ADAL" clId="{368D971C-2FC8-47B8-8A11-8E628BED7931}" dt="2023-08-27T01:53:33.747" v="2756" actId="114"/>
          <ac:spMkLst>
            <pc:docMk/>
            <pc:sldMk cId="1009246360" sldId="490"/>
            <ac:spMk id="11" creationId="{70E0456D-082A-4C39-8295-86EF554753DA}"/>
          </ac:spMkLst>
        </pc:spChg>
      </pc:sldChg>
      <pc:sldChg chg="addSp modSp mod">
        <pc:chgData name="Yeo Xiong Wei, Jonathan" userId="ac2b658e-7ce1-44bb-9f9f-bf4198ceaa29" providerId="ADAL" clId="{368D971C-2FC8-47B8-8A11-8E628BED7931}" dt="2023-08-27T01:52:48.613" v="2749" actId="1076"/>
        <pc:sldMkLst>
          <pc:docMk/>
          <pc:sldMk cId="2393610499" sldId="491"/>
        </pc:sldMkLst>
        <pc:spChg chg="mod">
          <ac:chgData name="Yeo Xiong Wei, Jonathan" userId="ac2b658e-7ce1-44bb-9f9f-bf4198ceaa29" providerId="ADAL" clId="{368D971C-2FC8-47B8-8A11-8E628BED7931}" dt="2023-08-23T08:55:26.571" v="2115" actId="20577"/>
          <ac:spMkLst>
            <pc:docMk/>
            <pc:sldMk cId="2393610499" sldId="491"/>
            <ac:spMk id="2" creationId="{2CB5D650-87DA-40F9-8CA6-5134E768F879}"/>
          </ac:spMkLst>
        </pc:spChg>
        <pc:spChg chg="mod">
          <ac:chgData name="Yeo Xiong Wei, Jonathan" userId="ac2b658e-7ce1-44bb-9f9f-bf4198ceaa29" providerId="ADAL" clId="{368D971C-2FC8-47B8-8A11-8E628BED7931}" dt="2023-08-23T08:07:35.402" v="1517" actId="14100"/>
          <ac:spMkLst>
            <pc:docMk/>
            <pc:sldMk cId="2393610499" sldId="491"/>
            <ac:spMk id="3" creationId="{5F1084EF-22C8-4EF1-B3AC-5CD9C82F5106}"/>
          </ac:spMkLst>
        </pc:spChg>
        <pc:graphicFrameChg chg="mod">
          <ac:chgData name="Yeo Xiong Wei, Jonathan" userId="ac2b658e-7ce1-44bb-9f9f-bf4198ceaa29" providerId="ADAL" clId="{368D971C-2FC8-47B8-8A11-8E628BED7931}" dt="2023-08-23T08:07:18.001" v="1514" actId="1076"/>
          <ac:graphicFrameMkLst>
            <pc:docMk/>
            <pc:sldMk cId="2393610499" sldId="491"/>
            <ac:graphicFrameMk id="6" creationId="{153EF08D-1665-2C93-1C3D-779EA75C2574}"/>
          </ac:graphicFrameMkLst>
        </pc:graphicFrameChg>
        <pc:picChg chg="add mod">
          <ac:chgData name="Yeo Xiong Wei, Jonathan" userId="ac2b658e-7ce1-44bb-9f9f-bf4198ceaa29" providerId="ADAL" clId="{368D971C-2FC8-47B8-8A11-8E628BED7931}" dt="2023-08-27T01:52:48.613" v="2749" actId="1076"/>
          <ac:picMkLst>
            <pc:docMk/>
            <pc:sldMk cId="2393610499" sldId="491"/>
            <ac:picMk id="7" creationId="{3A68469C-124C-9D4D-418D-F1D7A33C4B2A}"/>
          </ac:picMkLst>
        </pc:picChg>
      </pc:sldChg>
      <pc:sldChg chg="modSp modAnim">
        <pc:chgData name="Yeo Xiong Wei, Jonathan" userId="ac2b658e-7ce1-44bb-9f9f-bf4198ceaa29" providerId="ADAL" clId="{368D971C-2FC8-47B8-8A11-8E628BED7931}" dt="2023-08-23T08:56:19.881" v="2119" actId="20577"/>
        <pc:sldMkLst>
          <pc:docMk/>
          <pc:sldMk cId="249464891" sldId="492"/>
        </pc:sldMkLst>
        <pc:spChg chg="mod">
          <ac:chgData name="Yeo Xiong Wei, Jonathan" userId="ac2b658e-7ce1-44bb-9f9f-bf4198ceaa29" providerId="ADAL" clId="{368D971C-2FC8-47B8-8A11-8E628BED7931}" dt="2023-08-23T08:56:19.881" v="2119" actId="20577"/>
          <ac:spMkLst>
            <pc:docMk/>
            <pc:sldMk cId="249464891" sldId="492"/>
            <ac:spMk id="108546" creationId="{00000000-0000-0000-0000-000000000000}"/>
          </ac:spMkLst>
        </pc:spChg>
      </pc:sldChg>
      <pc:sldChg chg="modSp">
        <pc:chgData name="Yeo Xiong Wei, Jonathan" userId="ac2b658e-7ce1-44bb-9f9f-bf4198ceaa29" providerId="ADAL" clId="{368D971C-2FC8-47B8-8A11-8E628BED7931}" dt="2023-09-01T10:08:07.240" v="4003" actId="113"/>
        <pc:sldMkLst>
          <pc:docMk/>
          <pc:sldMk cId="704588980" sldId="493"/>
        </pc:sldMkLst>
        <pc:spChg chg="mod">
          <ac:chgData name="Yeo Xiong Wei, Jonathan" userId="ac2b658e-7ce1-44bb-9f9f-bf4198ceaa29" providerId="ADAL" clId="{368D971C-2FC8-47B8-8A11-8E628BED7931}" dt="2023-09-01T10:08:07.240" v="4003" actId="113"/>
          <ac:spMkLst>
            <pc:docMk/>
            <pc:sldMk cId="704588980" sldId="493"/>
            <ac:spMk id="11" creationId="{C5E7D71C-AAC7-489B-9C0C-D9D2A38BD18C}"/>
          </ac:spMkLst>
        </pc:spChg>
      </pc:sldChg>
      <pc:sldChg chg="modSp">
        <pc:chgData name="Yeo Xiong Wei, Jonathan" userId="ac2b658e-7ce1-44bb-9f9f-bf4198ceaa29" providerId="ADAL" clId="{368D971C-2FC8-47B8-8A11-8E628BED7931}" dt="2023-08-23T08:57:08.692" v="2123" actId="404"/>
        <pc:sldMkLst>
          <pc:docMk/>
          <pc:sldMk cId="4054737768" sldId="494"/>
        </pc:sldMkLst>
        <pc:spChg chg="mod">
          <ac:chgData name="Yeo Xiong Wei, Jonathan" userId="ac2b658e-7ce1-44bb-9f9f-bf4198ceaa29" providerId="ADAL" clId="{368D971C-2FC8-47B8-8A11-8E628BED7931}" dt="2023-08-23T08:57:08.692" v="2123" actId="404"/>
          <ac:spMkLst>
            <pc:docMk/>
            <pc:sldMk cId="4054737768" sldId="494"/>
            <ac:spMk id="108546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368D971C-2FC8-47B8-8A11-8E628BED7931}" dt="2023-09-01T10:42:12.084" v="5717" actId="20577"/>
        <pc:sldMkLst>
          <pc:docMk/>
          <pc:sldMk cId="3029065762" sldId="495"/>
        </pc:sldMkLst>
        <pc:spChg chg="mod">
          <ac:chgData name="Yeo Xiong Wei, Jonathan" userId="ac2b658e-7ce1-44bb-9f9f-bf4198ceaa29" providerId="ADAL" clId="{368D971C-2FC8-47B8-8A11-8E628BED7931}" dt="2023-09-01T10:42:12.084" v="5717" actId="20577"/>
          <ac:spMkLst>
            <pc:docMk/>
            <pc:sldMk cId="3029065762" sldId="495"/>
            <ac:spMk id="108546" creationId="{00000000-0000-0000-0000-000000000000}"/>
          </ac:spMkLst>
        </pc:spChg>
      </pc:sldChg>
      <pc:sldChg chg="modAnim">
        <pc:chgData name="Yeo Xiong Wei, Jonathan" userId="ac2b658e-7ce1-44bb-9f9f-bf4198ceaa29" providerId="ADAL" clId="{368D971C-2FC8-47B8-8A11-8E628BED7931}" dt="2023-08-23T08:59:14.826" v="2140"/>
        <pc:sldMkLst>
          <pc:docMk/>
          <pc:sldMk cId="2967034777" sldId="496"/>
        </pc:sldMkLst>
      </pc:sldChg>
      <pc:sldChg chg="modSp mod">
        <pc:chgData name="Yeo Xiong Wei, Jonathan" userId="ac2b658e-7ce1-44bb-9f9f-bf4198ceaa29" providerId="ADAL" clId="{368D971C-2FC8-47B8-8A11-8E628BED7931}" dt="2023-08-27T01:54:28.289" v="2795" actId="20577"/>
        <pc:sldMkLst>
          <pc:docMk/>
          <pc:sldMk cId="1498065960" sldId="518"/>
        </pc:sldMkLst>
        <pc:spChg chg="mod">
          <ac:chgData name="Yeo Xiong Wei, Jonathan" userId="ac2b658e-7ce1-44bb-9f9f-bf4198ceaa29" providerId="ADAL" clId="{368D971C-2FC8-47B8-8A11-8E628BED7931}" dt="2023-08-27T01:54:28.289" v="2795" actId="20577"/>
          <ac:spMkLst>
            <pc:docMk/>
            <pc:sldMk cId="1498065960" sldId="518"/>
            <ac:spMk id="14" creationId="{C3FCEFB3-C4AB-40AF-9F11-9F86BBA7E3B5}"/>
          </ac:spMkLst>
        </pc:spChg>
        <pc:spChg chg="mod">
          <ac:chgData name="Yeo Xiong Wei, Jonathan" userId="ac2b658e-7ce1-44bb-9f9f-bf4198ceaa29" providerId="ADAL" clId="{368D971C-2FC8-47B8-8A11-8E628BED7931}" dt="2023-08-27T01:54:26.161" v="2794" actId="20577"/>
          <ac:spMkLst>
            <pc:docMk/>
            <pc:sldMk cId="1498065960" sldId="518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368D971C-2FC8-47B8-8A11-8E628BED7931}" dt="2023-08-27T01:54:37.732" v="2817" actId="20577"/>
        <pc:sldMkLst>
          <pc:docMk/>
          <pc:sldMk cId="3167182406" sldId="519"/>
        </pc:sldMkLst>
        <pc:spChg chg="mod">
          <ac:chgData name="Yeo Xiong Wei, Jonathan" userId="ac2b658e-7ce1-44bb-9f9f-bf4198ceaa29" providerId="ADAL" clId="{368D971C-2FC8-47B8-8A11-8E628BED7931}" dt="2023-08-27T01:54:37.732" v="2817" actId="20577"/>
          <ac:spMkLst>
            <pc:docMk/>
            <pc:sldMk cId="3167182406" sldId="519"/>
            <ac:spMk id="14" creationId="{C3FCEFB3-C4AB-40AF-9F11-9F86BBA7E3B5}"/>
          </ac:spMkLst>
        </pc:spChg>
        <pc:spChg chg="mod">
          <ac:chgData name="Yeo Xiong Wei, Jonathan" userId="ac2b658e-7ce1-44bb-9f9f-bf4198ceaa29" providerId="ADAL" clId="{368D971C-2FC8-47B8-8A11-8E628BED7931}" dt="2023-08-27T01:54:33.814" v="2806" actId="20577"/>
          <ac:spMkLst>
            <pc:docMk/>
            <pc:sldMk cId="3167182406" sldId="519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368D971C-2FC8-47B8-8A11-8E628BED7931}" dt="2023-08-27T01:54:52.324" v="2847" actId="20577"/>
        <pc:sldMkLst>
          <pc:docMk/>
          <pc:sldMk cId="3681824628" sldId="520"/>
        </pc:sldMkLst>
        <pc:spChg chg="mod">
          <ac:chgData name="Yeo Xiong Wei, Jonathan" userId="ac2b658e-7ce1-44bb-9f9f-bf4198ceaa29" providerId="ADAL" clId="{368D971C-2FC8-47B8-8A11-8E628BED7931}" dt="2023-08-27T01:54:52.324" v="2847" actId="20577"/>
          <ac:spMkLst>
            <pc:docMk/>
            <pc:sldMk cId="3681824628" sldId="520"/>
            <ac:spMk id="6" creationId="{0E220112-BAB6-4F58-B0E9-33E4DE8BDAB4}"/>
          </ac:spMkLst>
        </pc:spChg>
        <pc:spChg chg="mod">
          <ac:chgData name="Yeo Xiong Wei, Jonathan" userId="ac2b658e-7ce1-44bb-9f9f-bf4198ceaa29" providerId="ADAL" clId="{368D971C-2FC8-47B8-8A11-8E628BED7931}" dt="2023-08-27T01:54:45.873" v="2828" actId="20577"/>
          <ac:spMkLst>
            <pc:docMk/>
            <pc:sldMk cId="3681824628" sldId="520"/>
            <ac:spMk id="16" creationId="{DD99C6AA-4FB0-4001-819D-E2F987201D6E}"/>
          </ac:spMkLst>
        </pc:spChg>
      </pc:sldChg>
      <pc:sldChg chg="modSp">
        <pc:chgData name="Yeo Xiong Wei, Jonathan" userId="ac2b658e-7ce1-44bb-9f9f-bf4198ceaa29" providerId="ADAL" clId="{368D971C-2FC8-47B8-8A11-8E628BED7931}" dt="2023-08-23T08:58:30.024" v="2137" actId="20577"/>
        <pc:sldMkLst>
          <pc:docMk/>
          <pc:sldMk cId="1913469756" sldId="535"/>
        </pc:sldMkLst>
        <pc:spChg chg="mod">
          <ac:chgData name="Yeo Xiong Wei, Jonathan" userId="ac2b658e-7ce1-44bb-9f9f-bf4198ceaa29" providerId="ADAL" clId="{368D971C-2FC8-47B8-8A11-8E628BED7931}" dt="2023-08-23T08:58:30.024" v="2137" actId="20577"/>
          <ac:spMkLst>
            <pc:docMk/>
            <pc:sldMk cId="1913469756" sldId="535"/>
            <ac:spMk id="3" creationId="{F6166362-5747-4CF8-8778-889699D343D3}"/>
          </ac:spMkLst>
        </pc:spChg>
      </pc:sldChg>
      <pc:sldChg chg="modSp mod">
        <pc:chgData name="Yeo Xiong Wei, Jonathan" userId="ac2b658e-7ce1-44bb-9f9f-bf4198ceaa29" providerId="ADAL" clId="{368D971C-2FC8-47B8-8A11-8E628BED7931}" dt="2023-08-23T08:13:22.337" v="1599" actId="114"/>
        <pc:sldMkLst>
          <pc:docMk/>
          <pc:sldMk cId="898706082" sldId="542"/>
        </pc:sldMkLst>
        <pc:spChg chg="mod">
          <ac:chgData name="Yeo Xiong Wei, Jonathan" userId="ac2b658e-7ce1-44bb-9f9f-bf4198ceaa29" providerId="ADAL" clId="{368D971C-2FC8-47B8-8A11-8E628BED7931}" dt="2023-08-23T08:13:22.337" v="1599" actId="114"/>
          <ac:spMkLst>
            <pc:docMk/>
            <pc:sldMk cId="898706082" sldId="542"/>
            <ac:spMk id="108546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368D971C-2FC8-47B8-8A11-8E628BED7931}" dt="2023-08-23T08:11:02.616" v="1579"/>
        <pc:sldMkLst>
          <pc:docMk/>
          <pc:sldMk cId="239682003" sldId="545"/>
        </pc:sldMkLst>
        <pc:spChg chg="mod">
          <ac:chgData name="Yeo Xiong Wei, Jonathan" userId="ac2b658e-7ce1-44bb-9f9f-bf4198ceaa29" providerId="ADAL" clId="{368D971C-2FC8-47B8-8A11-8E628BED7931}" dt="2023-08-23T08:10:59.055" v="1578" actId="20577"/>
          <ac:spMkLst>
            <pc:docMk/>
            <pc:sldMk cId="239682003" sldId="545"/>
            <ac:spMk id="11" creationId="{70E0456D-082A-4C39-8295-86EF554753DA}"/>
          </ac:spMkLst>
        </pc:spChg>
      </pc:sldChg>
      <pc:sldChg chg="modSp mod modAnim">
        <pc:chgData name="Yeo Xiong Wei, Jonathan" userId="ac2b658e-7ce1-44bb-9f9f-bf4198ceaa29" providerId="ADAL" clId="{368D971C-2FC8-47B8-8A11-8E628BED7931}" dt="2023-08-23T08:12:39.299" v="1594"/>
        <pc:sldMkLst>
          <pc:docMk/>
          <pc:sldMk cId="2518457947" sldId="546"/>
        </pc:sldMkLst>
        <pc:spChg chg="mod">
          <ac:chgData name="Yeo Xiong Wei, Jonathan" userId="ac2b658e-7ce1-44bb-9f9f-bf4198ceaa29" providerId="ADAL" clId="{368D971C-2FC8-47B8-8A11-8E628BED7931}" dt="2023-08-23T08:11:36.033" v="1590" actId="20577"/>
          <ac:spMkLst>
            <pc:docMk/>
            <pc:sldMk cId="2518457947" sldId="546"/>
            <ac:spMk id="11" creationId="{70E0456D-082A-4C39-8295-86EF554753DA}"/>
          </ac:spMkLst>
        </pc:spChg>
      </pc:sldChg>
      <pc:sldChg chg="modSp mod">
        <pc:chgData name="Yeo Xiong Wei, Jonathan" userId="ac2b658e-7ce1-44bb-9f9f-bf4198ceaa29" providerId="ADAL" clId="{368D971C-2FC8-47B8-8A11-8E628BED7931}" dt="2023-08-23T08:12:18.326" v="1592" actId="115"/>
        <pc:sldMkLst>
          <pc:docMk/>
          <pc:sldMk cId="2696927729" sldId="547"/>
        </pc:sldMkLst>
        <pc:spChg chg="mod">
          <ac:chgData name="Yeo Xiong Wei, Jonathan" userId="ac2b658e-7ce1-44bb-9f9f-bf4198ceaa29" providerId="ADAL" clId="{368D971C-2FC8-47B8-8A11-8E628BED7931}" dt="2023-08-23T08:12:18.326" v="1592" actId="115"/>
          <ac:spMkLst>
            <pc:docMk/>
            <pc:sldMk cId="2696927729" sldId="547"/>
            <ac:spMk id="11" creationId="{70E0456D-082A-4C39-8295-86EF554753DA}"/>
          </ac:spMkLst>
        </pc:spChg>
      </pc:sldChg>
      <pc:sldChg chg="modSp mod">
        <pc:chgData name="Yeo Xiong Wei, Jonathan" userId="ac2b658e-7ce1-44bb-9f9f-bf4198ceaa29" providerId="ADAL" clId="{368D971C-2FC8-47B8-8A11-8E628BED7931}" dt="2023-08-23T08:13:50.105" v="1600" actId="113"/>
        <pc:sldMkLst>
          <pc:docMk/>
          <pc:sldMk cId="441330248" sldId="550"/>
        </pc:sldMkLst>
        <pc:spChg chg="mod">
          <ac:chgData name="Yeo Xiong Wei, Jonathan" userId="ac2b658e-7ce1-44bb-9f9f-bf4198ceaa29" providerId="ADAL" clId="{368D971C-2FC8-47B8-8A11-8E628BED7931}" dt="2023-08-23T08:13:50.105" v="1600" actId="113"/>
          <ac:spMkLst>
            <pc:docMk/>
            <pc:sldMk cId="441330248" sldId="550"/>
            <ac:spMk id="108546" creationId="{00000000-0000-0000-0000-000000000000}"/>
          </ac:spMkLst>
        </pc:spChg>
      </pc:sldChg>
      <pc:sldChg chg="modSp">
        <pc:chgData name="Yeo Xiong Wei, Jonathan" userId="ac2b658e-7ce1-44bb-9f9f-bf4198ceaa29" providerId="ADAL" clId="{368D971C-2FC8-47B8-8A11-8E628BED7931}" dt="2023-08-27T01:51:30.711" v="2736" actId="207"/>
        <pc:sldMkLst>
          <pc:docMk/>
          <pc:sldMk cId="1949981418" sldId="553"/>
        </pc:sldMkLst>
        <pc:spChg chg="mod">
          <ac:chgData name="Yeo Xiong Wei, Jonathan" userId="ac2b658e-7ce1-44bb-9f9f-bf4198ceaa29" providerId="ADAL" clId="{368D971C-2FC8-47B8-8A11-8E628BED7931}" dt="2023-08-27T01:51:30.711" v="2736" actId="207"/>
          <ac:spMkLst>
            <pc:docMk/>
            <pc:sldMk cId="1949981418" sldId="553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368D971C-2FC8-47B8-8A11-8E628BED7931}" dt="2023-08-27T01:58:07.885" v="2849" actId="404"/>
        <pc:sldMkLst>
          <pc:docMk/>
          <pc:sldMk cId="1074021624" sldId="556"/>
        </pc:sldMkLst>
        <pc:spChg chg="mod">
          <ac:chgData name="Yeo Xiong Wei, Jonathan" userId="ac2b658e-7ce1-44bb-9f9f-bf4198ceaa29" providerId="ADAL" clId="{368D971C-2FC8-47B8-8A11-8E628BED7931}" dt="2023-08-27T01:58:07.885" v="2849" actId="404"/>
          <ac:spMkLst>
            <pc:docMk/>
            <pc:sldMk cId="1074021624" sldId="556"/>
            <ac:spMk id="12" creationId="{4213F190-B2B0-43F1-B1CA-727BDFB3A022}"/>
          </ac:spMkLst>
        </pc:spChg>
      </pc:sldChg>
      <pc:sldChg chg="del">
        <pc:chgData name="Yeo Xiong Wei, Jonathan" userId="ac2b658e-7ce1-44bb-9f9f-bf4198ceaa29" providerId="ADAL" clId="{368D971C-2FC8-47B8-8A11-8E628BED7931}" dt="2023-08-23T08:58:48.009" v="2138" actId="47"/>
        <pc:sldMkLst>
          <pc:docMk/>
          <pc:sldMk cId="593893286" sldId="557"/>
        </pc:sldMkLst>
      </pc:sldChg>
      <pc:sldChg chg="delSp modSp mod delAnim">
        <pc:chgData name="Yeo Xiong Wei, Jonathan" userId="ac2b658e-7ce1-44bb-9f9f-bf4198ceaa29" providerId="ADAL" clId="{368D971C-2FC8-47B8-8A11-8E628BED7931}" dt="2023-08-23T07:56:21.021" v="1459" actId="478"/>
        <pc:sldMkLst>
          <pc:docMk/>
          <pc:sldMk cId="212532562" sldId="558"/>
        </pc:sldMkLst>
        <pc:spChg chg="mod">
          <ac:chgData name="Yeo Xiong Wei, Jonathan" userId="ac2b658e-7ce1-44bb-9f9f-bf4198ceaa29" providerId="ADAL" clId="{368D971C-2FC8-47B8-8A11-8E628BED7931}" dt="2023-08-23T07:56:09.327" v="1456" actId="1076"/>
          <ac:spMkLst>
            <pc:docMk/>
            <pc:sldMk cId="212532562" sldId="558"/>
            <ac:spMk id="5" creationId="{5B141BFD-75B9-CE2D-BC17-0F3C257EC0ED}"/>
          </ac:spMkLst>
        </pc:spChg>
        <pc:spChg chg="del">
          <ac:chgData name="Yeo Xiong Wei, Jonathan" userId="ac2b658e-7ce1-44bb-9f9f-bf4198ceaa29" providerId="ADAL" clId="{368D971C-2FC8-47B8-8A11-8E628BED7931}" dt="2023-08-23T07:56:21.021" v="1459" actId="478"/>
          <ac:spMkLst>
            <pc:docMk/>
            <pc:sldMk cId="212532562" sldId="558"/>
            <ac:spMk id="25" creationId="{9DFB42F6-7D2D-02F3-66EB-885C1903B160}"/>
          </ac:spMkLst>
        </pc:spChg>
        <pc:picChg chg="mod">
          <ac:chgData name="Yeo Xiong Wei, Jonathan" userId="ac2b658e-7ce1-44bb-9f9f-bf4198ceaa29" providerId="ADAL" clId="{368D971C-2FC8-47B8-8A11-8E628BED7931}" dt="2023-08-23T07:56:12.822" v="1458" actId="1076"/>
          <ac:picMkLst>
            <pc:docMk/>
            <pc:sldMk cId="212532562" sldId="558"/>
            <ac:picMk id="9" creationId="{1701C58F-D0FB-4867-88B0-3A848F5050A7}"/>
          </ac:picMkLst>
        </pc:picChg>
      </pc:sldChg>
      <pc:sldChg chg="delSp modSp mod">
        <pc:chgData name="Yeo Xiong Wei, Jonathan" userId="ac2b658e-7ce1-44bb-9f9f-bf4198ceaa29" providerId="ADAL" clId="{368D971C-2FC8-47B8-8A11-8E628BED7931}" dt="2023-08-23T07:56:30.456" v="1464" actId="20577"/>
        <pc:sldMkLst>
          <pc:docMk/>
          <pc:sldMk cId="2835186569" sldId="559"/>
        </pc:sldMkLst>
        <pc:spChg chg="mod">
          <ac:chgData name="Yeo Xiong Wei, Jonathan" userId="ac2b658e-7ce1-44bb-9f9f-bf4198ceaa29" providerId="ADAL" clId="{368D971C-2FC8-47B8-8A11-8E628BED7931}" dt="2023-08-23T07:56:30.456" v="1464" actId="20577"/>
          <ac:spMkLst>
            <pc:docMk/>
            <pc:sldMk cId="2835186569" sldId="559"/>
            <ac:spMk id="13" creationId="{311BA5A6-B861-4BFF-AB7F-53574F60940F}"/>
          </ac:spMkLst>
        </pc:spChg>
        <pc:spChg chg="del">
          <ac:chgData name="Yeo Xiong Wei, Jonathan" userId="ac2b658e-7ce1-44bb-9f9f-bf4198ceaa29" providerId="ADAL" clId="{368D971C-2FC8-47B8-8A11-8E628BED7931}" dt="2023-08-23T07:56:28.770" v="1460" actId="478"/>
          <ac:spMkLst>
            <pc:docMk/>
            <pc:sldMk cId="2835186569" sldId="559"/>
            <ac:spMk id="25" creationId="{9DFB42F6-7D2D-02F3-66EB-885C1903B160}"/>
          </ac:spMkLst>
        </pc:spChg>
      </pc:sldChg>
      <pc:sldChg chg="modSp mod">
        <pc:chgData name="Yeo Xiong Wei, Jonathan" userId="ac2b658e-7ce1-44bb-9f9f-bf4198ceaa29" providerId="ADAL" clId="{368D971C-2FC8-47B8-8A11-8E628BED7931}" dt="2023-08-23T07:42:18.449" v="1286" actId="1076"/>
        <pc:sldMkLst>
          <pc:docMk/>
          <pc:sldMk cId="925087040" sldId="560"/>
        </pc:sldMkLst>
        <pc:spChg chg="mod">
          <ac:chgData name="Yeo Xiong Wei, Jonathan" userId="ac2b658e-7ce1-44bb-9f9f-bf4198ceaa29" providerId="ADAL" clId="{368D971C-2FC8-47B8-8A11-8E628BED7931}" dt="2023-08-23T07:42:14.187" v="1284" actId="20577"/>
          <ac:spMkLst>
            <pc:docMk/>
            <pc:sldMk cId="925087040" sldId="560"/>
            <ac:spMk id="16" creationId="{DD99C6AA-4FB0-4001-819D-E2F987201D6E}"/>
          </ac:spMkLst>
        </pc:spChg>
        <pc:picChg chg="mod">
          <ac:chgData name="Yeo Xiong Wei, Jonathan" userId="ac2b658e-7ce1-44bb-9f9f-bf4198ceaa29" providerId="ADAL" clId="{368D971C-2FC8-47B8-8A11-8E628BED7931}" dt="2023-08-23T07:42:18.449" v="1286" actId="1076"/>
          <ac:picMkLst>
            <pc:docMk/>
            <pc:sldMk cId="925087040" sldId="560"/>
            <ac:picMk id="5" creationId="{0C9D2D1B-0D7F-4846-ACF6-4056D6DDAA01}"/>
          </ac:picMkLst>
        </pc:picChg>
      </pc:sldChg>
      <pc:sldChg chg="addSp delSp modSp mod">
        <pc:chgData name="Yeo Xiong Wei, Jonathan" userId="ac2b658e-7ce1-44bb-9f9f-bf4198ceaa29" providerId="ADAL" clId="{368D971C-2FC8-47B8-8A11-8E628BED7931}" dt="2023-09-01T10:40:13.268" v="5580" actId="1037"/>
        <pc:sldMkLst>
          <pc:docMk/>
          <pc:sldMk cId="898455515" sldId="561"/>
        </pc:sldMkLst>
        <pc:spChg chg="mod">
          <ac:chgData name="Yeo Xiong Wei, Jonathan" userId="ac2b658e-7ce1-44bb-9f9f-bf4198ceaa29" providerId="ADAL" clId="{368D971C-2FC8-47B8-8A11-8E628BED7931}" dt="2023-09-01T10:39:56.765" v="5579" actId="1076"/>
          <ac:spMkLst>
            <pc:docMk/>
            <pc:sldMk cId="898455515" sldId="561"/>
            <ac:spMk id="2" creationId="{4A8F9CD4-3B6B-8D2F-E0AE-C86428EBA8D1}"/>
          </ac:spMkLst>
        </pc:spChg>
        <pc:spChg chg="mod">
          <ac:chgData name="Yeo Xiong Wei, Jonathan" userId="ac2b658e-7ce1-44bb-9f9f-bf4198ceaa29" providerId="ADAL" clId="{368D971C-2FC8-47B8-8A11-8E628BED7931}" dt="2023-09-01T10:36:36.022" v="5415" actId="1076"/>
          <ac:spMkLst>
            <pc:docMk/>
            <pc:sldMk cId="898455515" sldId="561"/>
            <ac:spMk id="4" creationId="{0D956A65-0A76-4C0C-97B9-59C666894763}"/>
          </ac:spMkLst>
        </pc:spChg>
        <pc:spChg chg="mod">
          <ac:chgData name="Yeo Xiong Wei, Jonathan" userId="ac2b658e-7ce1-44bb-9f9f-bf4198ceaa29" providerId="ADAL" clId="{368D971C-2FC8-47B8-8A11-8E628BED7931}" dt="2023-09-01T10:01:43.070" v="3806"/>
          <ac:spMkLst>
            <pc:docMk/>
            <pc:sldMk cId="898455515" sldId="561"/>
            <ac:spMk id="10" creationId="{70DBCC4F-F84D-58DA-BC2A-120E5BDC00E8}"/>
          </ac:spMkLst>
        </pc:spChg>
        <pc:spChg chg="mod">
          <ac:chgData name="Yeo Xiong Wei, Jonathan" userId="ac2b658e-7ce1-44bb-9f9f-bf4198ceaa29" providerId="ADAL" clId="{368D971C-2FC8-47B8-8A11-8E628BED7931}" dt="2023-09-01T10:01:43.070" v="3806"/>
          <ac:spMkLst>
            <pc:docMk/>
            <pc:sldMk cId="898455515" sldId="561"/>
            <ac:spMk id="11" creationId="{009C979C-EBF3-43B2-E768-830986A70E9F}"/>
          </ac:spMkLst>
        </pc:spChg>
        <pc:spChg chg="mod">
          <ac:chgData name="Yeo Xiong Wei, Jonathan" userId="ac2b658e-7ce1-44bb-9f9f-bf4198ceaa29" providerId="ADAL" clId="{368D971C-2FC8-47B8-8A11-8E628BED7931}" dt="2023-09-01T10:01:43.070" v="3806"/>
          <ac:spMkLst>
            <pc:docMk/>
            <pc:sldMk cId="898455515" sldId="561"/>
            <ac:spMk id="14" creationId="{41A86074-D554-873C-9C4A-A191B6175D6D}"/>
          </ac:spMkLst>
        </pc:spChg>
        <pc:spChg chg="mod">
          <ac:chgData name="Yeo Xiong Wei, Jonathan" userId="ac2b658e-7ce1-44bb-9f9f-bf4198ceaa29" providerId="ADAL" clId="{368D971C-2FC8-47B8-8A11-8E628BED7931}" dt="2023-09-01T10:01:43.070" v="3806"/>
          <ac:spMkLst>
            <pc:docMk/>
            <pc:sldMk cId="898455515" sldId="561"/>
            <ac:spMk id="15" creationId="{8A698E70-46DD-2812-76CC-DF05826EAB6B}"/>
          </ac:spMkLst>
        </pc:spChg>
        <pc:spChg chg="mod">
          <ac:chgData name="Yeo Xiong Wei, Jonathan" userId="ac2b658e-7ce1-44bb-9f9f-bf4198ceaa29" providerId="ADAL" clId="{368D971C-2FC8-47B8-8A11-8E628BED7931}" dt="2023-09-01T10:01:43.070" v="3806"/>
          <ac:spMkLst>
            <pc:docMk/>
            <pc:sldMk cId="898455515" sldId="561"/>
            <ac:spMk id="18" creationId="{7E8E74E8-3E27-8A64-82D0-6D13E5B35CE5}"/>
          </ac:spMkLst>
        </pc:spChg>
        <pc:spChg chg="mod">
          <ac:chgData name="Yeo Xiong Wei, Jonathan" userId="ac2b658e-7ce1-44bb-9f9f-bf4198ceaa29" providerId="ADAL" clId="{368D971C-2FC8-47B8-8A11-8E628BED7931}" dt="2023-09-01T10:01:43.070" v="3806"/>
          <ac:spMkLst>
            <pc:docMk/>
            <pc:sldMk cId="898455515" sldId="561"/>
            <ac:spMk id="19" creationId="{86C58236-806B-41C9-FE0A-A74DB925BA15}"/>
          </ac:spMkLst>
        </pc:spChg>
        <pc:spChg chg="mod">
          <ac:chgData name="Yeo Xiong Wei, Jonathan" userId="ac2b658e-7ce1-44bb-9f9f-bf4198ceaa29" providerId="ADAL" clId="{368D971C-2FC8-47B8-8A11-8E628BED7931}" dt="2023-09-01T10:04:08.816" v="3857" actId="1076"/>
          <ac:spMkLst>
            <pc:docMk/>
            <pc:sldMk cId="898455515" sldId="561"/>
            <ac:spMk id="26" creationId="{42B4BD6B-6246-5C37-B89C-B47D19C57B2B}"/>
          </ac:spMkLst>
        </pc:spChg>
        <pc:spChg chg="mod">
          <ac:chgData name="Yeo Xiong Wei, Jonathan" userId="ac2b658e-7ce1-44bb-9f9f-bf4198ceaa29" providerId="ADAL" clId="{368D971C-2FC8-47B8-8A11-8E628BED7931}" dt="2023-09-01T10:02:25.784" v="3822" actId="1076"/>
          <ac:spMkLst>
            <pc:docMk/>
            <pc:sldMk cId="898455515" sldId="561"/>
            <ac:spMk id="27" creationId="{71C6B6E9-C660-30A9-4E8C-0EB7143CD228}"/>
          </ac:spMkLst>
        </pc:spChg>
        <pc:spChg chg="mod">
          <ac:chgData name="Yeo Xiong Wei, Jonathan" userId="ac2b658e-7ce1-44bb-9f9f-bf4198ceaa29" providerId="ADAL" clId="{368D971C-2FC8-47B8-8A11-8E628BED7931}" dt="2023-09-01T10:02:15.332" v="3815" actId="20577"/>
          <ac:spMkLst>
            <pc:docMk/>
            <pc:sldMk cId="898455515" sldId="561"/>
            <ac:spMk id="30" creationId="{E25BF1A3-33D3-2E5C-1372-AD1C6A2C3B32}"/>
          </ac:spMkLst>
        </pc:spChg>
        <pc:spChg chg="mod">
          <ac:chgData name="Yeo Xiong Wei, Jonathan" userId="ac2b658e-7ce1-44bb-9f9f-bf4198ceaa29" providerId="ADAL" clId="{368D971C-2FC8-47B8-8A11-8E628BED7931}" dt="2023-09-01T10:04:10.839" v="3858" actId="1076"/>
          <ac:spMkLst>
            <pc:docMk/>
            <pc:sldMk cId="898455515" sldId="561"/>
            <ac:spMk id="31" creationId="{ACFE31C6-6DAD-F68F-85BA-AB3048D5C174}"/>
          </ac:spMkLst>
        </pc:spChg>
        <pc:spChg chg="mod">
          <ac:chgData name="Yeo Xiong Wei, Jonathan" userId="ac2b658e-7ce1-44bb-9f9f-bf4198ceaa29" providerId="ADAL" clId="{368D971C-2FC8-47B8-8A11-8E628BED7931}" dt="2023-09-01T10:02:10.246" v="3811" actId="20577"/>
          <ac:spMkLst>
            <pc:docMk/>
            <pc:sldMk cId="898455515" sldId="561"/>
            <ac:spMk id="34" creationId="{AB621091-EACA-1850-3524-B964FEF140AC}"/>
          </ac:spMkLst>
        </pc:spChg>
        <pc:spChg chg="mod">
          <ac:chgData name="Yeo Xiong Wei, Jonathan" userId="ac2b658e-7ce1-44bb-9f9f-bf4198ceaa29" providerId="ADAL" clId="{368D971C-2FC8-47B8-8A11-8E628BED7931}" dt="2023-09-01T10:02:12.612" v="3813" actId="20577"/>
          <ac:spMkLst>
            <pc:docMk/>
            <pc:sldMk cId="898455515" sldId="561"/>
            <ac:spMk id="35" creationId="{19588D1B-295A-1251-6F8D-D05970174A11}"/>
          </ac:spMkLst>
        </pc:spChg>
        <pc:spChg chg="mod">
          <ac:chgData name="Yeo Xiong Wei, Jonathan" userId="ac2b658e-7ce1-44bb-9f9f-bf4198ceaa29" providerId="ADAL" clId="{368D971C-2FC8-47B8-8A11-8E628BED7931}" dt="2023-09-01T10:02:40.747" v="3826"/>
          <ac:spMkLst>
            <pc:docMk/>
            <pc:sldMk cId="898455515" sldId="561"/>
            <ac:spMk id="46" creationId="{E44EB6D6-0B66-2B1B-2375-65C82B9E4092}"/>
          </ac:spMkLst>
        </pc:spChg>
        <pc:spChg chg="mod">
          <ac:chgData name="Yeo Xiong Wei, Jonathan" userId="ac2b658e-7ce1-44bb-9f9f-bf4198ceaa29" providerId="ADAL" clId="{368D971C-2FC8-47B8-8A11-8E628BED7931}" dt="2023-09-01T10:02:40.747" v="3826"/>
          <ac:spMkLst>
            <pc:docMk/>
            <pc:sldMk cId="898455515" sldId="561"/>
            <ac:spMk id="47" creationId="{2E5A776F-7107-4459-304E-F6FEB2FD38A9}"/>
          </ac:spMkLst>
        </pc:spChg>
        <pc:spChg chg="mod">
          <ac:chgData name="Yeo Xiong Wei, Jonathan" userId="ac2b658e-7ce1-44bb-9f9f-bf4198ceaa29" providerId="ADAL" clId="{368D971C-2FC8-47B8-8A11-8E628BED7931}" dt="2023-09-01T10:02:40.747" v="3826"/>
          <ac:spMkLst>
            <pc:docMk/>
            <pc:sldMk cId="898455515" sldId="561"/>
            <ac:spMk id="50" creationId="{5CA2B859-C8CB-59FD-9144-EB5A08F73C65}"/>
          </ac:spMkLst>
        </pc:spChg>
        <pc:spChg chg="mod">
          <ac:chgData name="Yeo Xiong Wei, Jonathan" userId="ac2b658e-7ce1-44bb-9f9f-bf4198ceaa29" providerId="ADAL" clId="{368D971C-2FC8-47B8-8A11-8E628BED7931}" dt="2023-09-01T10:02:40.747" v="3826"/>
          <ac:spMkLst>
            <pc:docMk/>
            <pc:sldMk cId="898455515" sldId="561"/>
            <ac:spMk id="51" creationId="{7588774C-0EEA-E1E0-7AE1-4CF49313CC52}"/>
          </ac:spMkLst>
        </pc:spChg>
        <pc:spChg chg="mod">
          <ac:chgData name="Yeo Xiong Wei, Jonathan" userId="ac2b658e-7ce1-44bb-9f9f-bf4198ceaa29" providerId="ADAL" clId="{368D971C-2FC8-47B8-8A11-8E628BED7931}" dt="2023-09-01T10:02:40.747" v="3826"/>
          <ac:spMkLst>
            <pc:docMk/>
            <pc:sldMk cId="898455515" sldId="561"/>
            <ac:spMk id="54" creationId="{38550BB4-5B81-A90E-41AD-AF27FDBF2DB2}"/>
          </ac:spMkLst>
        </pc:spChg>
        <pc:spChg chg="mod">
          <ac:chgData name="Yeo Xiong Wei, Jonathan" userId="ac2b658e-7ce1-44bb-9f9f-bf4198ceaa29" providerId="ADAL" clId="{368D971C-2FC8-47B8-8A11-8E628BED7931}" dt="2023-09-01T10:02:40.747" v="3826"/>
          <ac:spMkLst>
            <pc:docMk/>
            <pc:sldMk cId="898455515" sldId="561"/>
            <ac:spMk id="55" creationId="{024551D6-7B30-A74F-758D-EE4DA3DDA701}"/>
          </ac:spMkLst>
        </pc:spChg>
        <pc:spChg chg="mod">
          <ac:chgData name="Yeo Xiong Wei, Jonathan" userId="ac2b658e-7ce1-44bb-9f9f-bf4198ceaa29" providerId="ADAL" clId="{368D971C-2FC8-47B8-8A11-8E628BED7931}" dt="2023-09-01T10:02:56.546" v="3834"/>
          <ac:spMkLst>
            <pc:docMk/>
            <pc:sldMk cId="898455515" sldId="561"/>
            <ac:spMk id="53248" creationId="{B7569E75-2A50-9D33-394E-32A32F8CA5C7}"/>
          </ac:spMkLst>
        </pc:spChg>
        <pc:spChg chg="del mod">
          <ac:chgData name="Yeo Xiong Wei, Jonathan" userId="ac2b658e-7ce1-44bb-9f9f-bf4198ceaa29" providerId="ADAL" clId="{368D971C-2FC8-47B8-8A11-8E628BED7931}" dt="2023-09-01T10:33:05.949" v="4922" actId="478"/>
          <ac:spMkLst>
            <pc:docMk/>
            <pc:sldMk cId="898455515" sldId="561"/>
            <ac:spMk id="53249" creationId="{00000000-0000-0000-0000-000000000000}"/>
          </ac:spMkLst>
        </pc:spChg>
        <pc:spChg chg="mod">
          <ac:chgData name="Yeo Xiong Wei, Jonathan" userId="ac2b658e-7ce1-44bb-9f9f-bf4198ceaa29" providerId="ADAL" clId="{368D971C-2FC8-47B8-8A11-8E628BED7931}" dt="2023-09-01T10:02:56.546" v="3834"/>
          <ac:spMkLst>
            <pc:docMk/>
            <pc:sldMk cId="898455515" sldId="561"/>
            <ac:spMk id="53250" creationId="{91BBFACE-C471-1009-E737-F7A2F1A5CF14}"/>
          </ac:spMkLst>
        </pc:spChg>
        <pc:spChg chg="mod">
          <ac:chgData name="Yeo Xiong Wei, Jonathan" userId="ac2b658e-7ce1-44bb-9f9f-bf4198ceaa29" providerId="ADAL" clId="{368D971C-2FC8-47B8-8A11-8E628BED7931}" dt="2023-09-01T10:02:56.546" v="3834"/>
          <ac:spMkLst>
            <pc:docMk/>
            <pc:sldMk cId="898455515" sldId="561"/>
            <ac:spMk id="53253" creationId="{F3901040-DDFB-D903-86AA-9031CAF4E20E}"/>
          </ac:spMkLst>
        </pc:spChg>
        <pc:spChg chg="mod">
          <ac:chgData name="Yeo Xiong Wei, Jonathan" userId="ac2b658e-7ce1-44bb-9f9f-bf4198ceaa29" providerId="ADAL" clId="{368D971C-2FC8-47B8-8A11-8E628BED7931}" dt="2023-09-01T10:02:56.546" v="3834"/>
          <ac:spMkLst>
            <pc:docMk/>
            <pc:sldMk cId="898455515" sldId="561"/>
            <ac:spMk id="53254" creationId="{E6590FA3-C464-000D-7FA9-91532FDE6175}"/>
          </ac:spMkLst>
        </pc:spChg>
        <pc:spChg chg="mod">
          <ac:chgData name="Yeo Xiong Wei, Jonathan" userId="ac2b658e-7ce1-44bb-9f9f-bf4198ceaa29" providerId="ADAL" clId="{368D971C-2FC8-47B8-8A11-8E628BED7931}" dt="2023-09-01T10:02:56.546" v="3834"/>
          <ac:spMkLst>
            <pc:docMk/>
            <pc:sldMk cId="898455515" sldId="561"/>
            <ac:spMk id="53257" creationId="{75B54B32-7E2E-2C34-6B4C-67E07CA8E4D3}"/>
          </ac:spMkLst>
        </pc:spChg>
        <pc:spChg chg="mod">
          <ac:chgData name="Yeo Xiong Wei, Jonathan" userId="ac2b658e-7ce1-44bb-9f9f-bf4198ceaa29" providerId="ADAL" clId="{368D971C-2FC8-47B8-8A11-8E628BED7931}" dt="2023-09-01T10:02:56.546" v="3834"/>
          <ac:spMkLst>
            <pc:docMk/>
            <pc:sldMk cId="898455515" sldId="561"/>
            <ac:spMk id="53258" creationId="{729F189F-680B-4ED9-E76E-47F6950FDD64}"/>
          </ac:spMkLst>
        </pc:spChg>
        <pc:spChg chg="mod">
          <ac:chgData name="Yeo Xiong Wei, Jonathan" userId="ac2b658e-7ce1-44bb-9f9f-bf4198ceaa29" providerId="ADAL" clId="{368D971C-2FC8-47B8-8A11-8E628BED7931}" dt="2023-09-01T10:03:02.233" v="3838"/>
          <ac:spMkLst>
            <pc:docMk/>
            <pc:sldMk cId="898455515" sldId="561"/>
            <ac:spMk id="53267" creationId="{3E336624-C771-37BF-DCA8-B1311A42E912}"/>
          </ac:spMkLst>
        </pc:spChg>
        <pc:spChg chg="mod">
          <ac:chgData name="Yeo Xiong Wei, Jonathan" userId="ac2b658e-7ce1-44bb-9f9f-bf4198ceaa29" providerId="ADAL" clId="{368D971C-2FC8-47B8-8A11-8E628BED7931}" dt="2023-09-01T10:03:02.233" v="3838"/>
          <ac:spMkLst>
            <pc:docMk/>
            <pc:sldMk cId="898455515" sldId="561"/>
            <ac:spMk id="53268" creationId="{8009CECA-F411-F837-1F35-9227CCF9ABCE}"/>
          </ac:spMkLst>
        </pc:spChg>
        <pc:spChg chg="mod">
          <ac:chgData name="Yeo Xiong Wei, Jonathan" userId="ac2b658e-7ce1-44bb-9f9f-bf4198ceaa29" providerId="ADAL" clId="{368D971C-2FC8-47B8-8A11-8E628BED7931}" dt="2023-09-01T10:03:02.233" v="3838"/>
          <ac:spMkLst>
            <pc:docMk/>
            <pc:sldMk cId="898455515" sldId="561"/>
            <ac:spMk id="53271" creationId="{D19CF017-B53E-EE52-3BAA-A04A79EE9A5B}"/>
          </ac:spMkLst>
        </pc:spChg>
        <pc:spChg chg="mod">
          <ac:chgData name="Yeo Xiong Wei, Jonathan" userId="ac2b658e-7ce1-44bb-9f9f-bf4198ceaa29" providerId="ADAL" clId="{368D971C-2FC8-47B8-8A11-8E628BED7931}" dt="2023-09-01T10:03:02.233" v="3838"/>
          <ac:spMkLst>
            <pc:docMk/>
            <pc:sldMk cId="898455515" sldId="561"/>
            <ac:spMk id="53272" creationId="{0ED667B9-E4D4-C9ED-4DC5-4472EF59BA57}"/>
          </ac:spMkLst>
        </pc:spChg>
        <pc:spChg chg="mod">
          <ac:chgData name="Yeo Xiong Wei, Jonathan" userId="ac2b658e-7ce1-44bb-9f9f-bf4198ceaa29" providerId="ADAL" clId="{368D971C-2FC8-47B8-8A11-8E628BED7931}" dt="2023-09-01T10:03:02.233" v="3838"/>
          <ac:spMkLst>
            <pc:docMk/>
            <pc:sldMk cId="898455515" sldId="561"/>
            <ac:spMk id="53275" creationId="{7756769B-412B-5742-CB2B-E5E0119D0A9E}"/>
          </ac:spMkLst>
        </pc:spChg>
        <pc:spChg chg="mod">
          <ac:chgData name="Yeo Xiong Wei, Jonathan" userId="ac2b658e-7ce1-44bb-9f9f-bf4198ceaa29" providerId="ADAL" clId="{368D971C-2FC8-47B8-8A11-8E628BED7931}" dt="2023-09-01T10:03:02.233" v="3838"/>
          <ac:spMkLst>
            <pc:docMk/>
            <pc:sldMk cId="898455515" sldId="561"/>
            <ac:spMk id="53276" creationId="{6E99D1BF-3FBE-3ADF-39A5-B3E9E3A4B49B}"/>
          </ac:spMkLst>
        </pc:spChg>
        <pc:spChg chg="mod">
          <ac:chgData name="Yeo Xiong Wei, Jonathan" userId="ac2b658e-7ce1-44bb-9f9f-bf4198ceaa29" providerId="ADAL" clId="{368D971C-2FC8-47B8-8A11-8E628BED7931}" dt="2023-09-01T10:03:15.697" v="3847"/>
          <ac:spMkLst>
            <pc:docMk/>
            <pc:sldMk cId="898455515" sldId="561"/>
            <ac:spMk id="53285" creationId="{C3F67F2C-FC15-3CB8-58E2-3C6F7047E233}"/>
          </ac:spMkLst>
        </pc:spChg>
        <pc:spChg chg="mod">
          <ac:chgData name="Yeo Xiong Wei, Jonathan" userId="ac2b658e-7ce1-44bb-9f9f-bf4198ceaa29" providerId="ADAL" clId="{368D971C-2FC8-47B8-8A11-8E628BED7931}" dt="2023-09-01T10:03:15.697" v="3847"/>
          <ac:spMkLst>
            <pc:docMk/>
            <pc:sldMk cId="898455515" sldId="561"/>
            <ac:spMk id="53286" creationId="{1DF6C984-40D6-BFCC-9BD9-3B9F6261E706}"/>
          </ac:spMkLst>
        </pc:spChg>
        <pc:spChg chg="mod">
          <ac:chgData name="Yeo Xiong Wei, Jonathan" userId="ac2b658e-7ce1-44bb-9f9f-bf4198ceaa29" providerId="ADAL" clId="{368D971C-2FC8-47B8-8A11-8E628BED7931}" dt="2023-09-01T10:03:15.697" v="3847"/>
          <ac:spMkLst>
            <pc:docMk/>
            <pc:sldMk cId="898455515" sldId="561"/>
            <ac:spMk id="53289" creationId="{B9E9990B-9091-4F84-AEB9-3CA35B6A95B5}"/>
          </ac:spMkLst>
        </pc:spChg>
        <pc:spChg chg="mod">
          <ac:chgData name="Yeo Xiong Wei, Jonathan" userId="ac2b658e-7ce1-44bb-9f9f-bf4198ceaa29" providerId="ADAL" clId="{368D971C-2FC8-47B8-8A11-8E628BED7931}" dt="2023-09-01T10:03:15.697" v="3847"/>
          <ac:spMkLst>
            <pc:docMk/>
            <pc:sldMk cId="898455515" sldId="561"/>
            <ac:spMk id="53290" creationId="{3EDAA727-6347-B630-5B66-7E05DBC01381}"/>
          </ac:spMkLst>
        </pc:spChg>
        <pc:spChg chg="mod">
          <ac:chgData name="Yeo Xiong Wei, Jonathan" userId="ac2b658e-7ce1-44bb-9f9f-bf4198ceaa29" providerId="ADAL" clId="{368D971C-2FC8-47B8-8A11-8E628BED7931}" dt="2023-09-01T10:03:15.697" v="3847"/>
          <ac:spMkLst>
            <pc:docMk/>
            <pc:sldMk cId="898455515" sldId="561"/>
            <ac:spMk id="53293" creationId="{2220FBC7-C6F6-9690-248E-EEAEBE91740A}"/>
          </ac:spMkLst>
        </pc:spChg>
        <pc:spChg chg="mod">
          <ac:chgData name="Yeo Xiong Wei, Jonathan" userId="ac2b658e-7ce1-44bb-9f9f-bf4198ceaa29" providerId="ADAL" clId="{368D971C-2FC8-47B8-8A11-8E628BED7931}" dt="2023-09-01T10:04:01.838" v="3855" actId="1076"/>
          <ac:spMkLst>
            <pc:docMk/>
            <pc:sldMk cId="898455515" sldId="561"/>
            <ac:spMk id="53294" creationId="{8E776282-0EF4-AF6D-53E4-20BA7EF0DDD6}"/>
          </ac:spMkLst>
        </pc:spChg>
        <pc:spChg chg="mod">
          <ac:chgData name="Yeo Xiong Wei, Jonathan" userId="ac2b658e-7ce1-44bb-9f9f-bf4198ceaa29" providerId="ADAL" clId="{368D971C-2FC8-47B8-8A11-8E628BED7931}" dt="2023-09-01T10:03:18.335" v="3849"/>
          <ac:spMkLst>
            <pc:docMk/>
            <pc:sldMk cId="898455515" sldId="561"/>
            <ac:spMk id="53303" creationId="{FDD05564-7110-D82C-D908-8DBCC23C9A8D}"/>
          </ac:spMkLst>
        </pc:spChg>
        <pc:spChg chg="mod">
          <ac:chgData name="Yeo Xiong Wei, Jonathan" userId="ac2b658e-7ce1-44bb-9f9f-bf4198ceaa29" providerId="ADAL" clId="{368D971C-2FC8-47B8-8A11-8E628BED7931}" dt="2023-09-01T10:03:18.335" v="3849"/>
          <ac:spMkLst>
            <pc:docMk/>
            <pc:sldMk cId="898455515" sldId="561"/>
            <ac:spMk id="53304" creationId="{F6D07B1A-21EB-3D7A-9A3B-0B8E6D9308F4}"/>
          </ac:spMkLst>
        </pc:spChg>
        <pc:spChg chg="mod">
          <ac:chgData name="Yeo Xiong Wei, Jonathan" userId="ac2b658e-7ce1-44bb-9f9f-bf4198ceaa29" providerId="ADAL" clId="{368D971C-2FC8-47B8-8A11-8E628BED7931}" dt="2023-09-01T10:03:18.335" v="3849"/>
          <ac:spMkLst>
            <pc:docMk/>
            <pc:sldMk cId="898455515" sldId="561"/>
            <ac:spMk id="53307" creationId="{0E520F29-95B5-2734-4F2B-18A1F8F5CEED}"/>
          </ac:spMkLst>
        </pc:spChg>
        <pc:spChg chg="mod">
          <ac:chgData name="Yeo Xiong Wei, Jonathan" userId="ac2b658e-7ce1-44bb-9f9f-bf4198ceaa29" providerId="ADAL" clId="{368D971C-2FC8-47B8-8A11-8E628BED7931}" dt="2023-09-01T10:03:18.335" v="3849"/>
          <ac:spMkLst>
            <pc:docMk/>
            <pc:sldMk cId="898455515" sldId="561"/>
            <ac:spMk id="53308" creationId="{9DD70616-05F0-02A0-9D95-6851984C3767}"/>
          </ac:spMkLst>
        </pc:spChg>
        <pc:spChg chg="mod">
          <ac:chgData name="Yeo Xiong Wei, Jonathan" userId="ac2b658e-7ce1-44bb-9f9f-bf4198ceaa29" providerId="ADAL" clId="{368D971C-2FC8-47B8-8A11-8E628BED7931}" dt="2023-09-01T10:03:18.335" v="3849"/>
          <ac:spMkLst>
            <pc:docMk/>
            <pc:sldMk cId="898455515" sldId="561"/>
            <ac:spMk id="53311" creationId="{0E7BEDBA-F4D7-34A2-110E-D92F02ED6EDF}"/>
          </ac:spMkLst>
        </pc:spChg>
        <pc:spChg chg="mod">
          <ac:chgData name="Yeo Xiong Wei, Jonathan" userId="ac2b658e-7ce1-44bb-9f9f-bf4198ceaa29" providerId="ADAL" clId="{368D971C-2FC8-47B8-8A11-8E628BED7931}" dt="2023-09-01T10:03:59.347" v="3854" actId="1076"/>
          <ac:spMkLst>
            <pc:docMk/>
            <pc:sldMk cId="898455515" sldId="561"/>
            <ac:spMk id="53312" creationId="{0058A1E7-D04E-219D-79FF-0DB4B3FA447E}"/>
          </ac:spMkLst>
        </pc:spChg>
        <pc:spChg chg="mod">
          <ac:chgData name="Yeo Xiong Wei, Jonathan" userId="ac2b658e-7ce1-44bb-9f9f-bf4198ceaa29" providerId="ADAL" clId="{368D971C-2FC8-47B8-8A11-8E628BED7931}" dt="2023-09-01T10:04:11.365" v="3859"/>
          <ac:spMkLst>
            <pc:docMk/>
            <pc:sldMk cId="898455515" sldId="561"/>
            <ac:spMk id="53323" creationId="{57497B01-2F4E-D214-5D27-AA9410D493E7}"/>
          </ac:spMkLst>
        </pc:spChg>
        <pc:spChg chg="mod">
          <ac:chgData name="Yeo Xiong Wei, Jonathan" userId="ac2b658e-7ce1-44bb-9f9f-bf4198ceaa29" providerId="ADAL" clId="{368D971C-2FC8-47B8-8A11-8E628BED7931}" dt="2023-09-01T10:04:11.365" v="3859"/>
          <ac:spMkLst>
            <pc:docMk/>
            <pc:sldMk cId="898455515" sldId="561"/>
            <ac:spMk id="53324" creationId="{A3757572-1496-8AA0-F7FA-40D5AA226E38}"/>
          </ac:spMkLst>
        </pc:spChg>
        <pc:spChg chg="mod">
          <ac:chgData name="Yeo Xiong Wei, Jonathan" userId="ac2b658e-7ce1-44bb-9f9f-bf4198ceaa29" providerId="ADAL" clId="{368D971C-2FC8-47B8-8A11-8E628BED7931}" dt="2023-09-01T10:04:11.365" v="3859"/>
          <ac:spMkLst>
            <pc:docMk/>
            <pc:sldMk cId="898455515" sldId="561"/>
            <ac:spMk id="53327" creationId="{1B8C6146-6F74-BEAC-78C9-C42D6471705D}"/>
          </ac:spMkLst>
        </pc:spChg>
        <pc:spChg chg="mod">
          <ac:chgData name="Yeo Xiong Wei, Jonathan" userId="ac2b658e-7ce1-44bb-9f9f-bf4198ceaa29" providerId="ADAL" clId="{368D971C-2FC8-47B8-8A11-8E628BED7931}" dt="2023-09-01T10:04:11.365" v="3859"/>
          <ac:spMkLst>
            <pc:docMk/>
            <pc:sldMk cId="898455515" sldId="561"/>
            <ac:spMk id="53328" creationId="{16E3E8F2-D7BD-9FA2-8186-024B7E97A0A2}"/>
          </ac:spMkLst>
        </pc:spChg>
        <pc:spChg chg="mod">
          <ac:chgData name="Yeo Xiong Wei, Jonathan" userId="ac2b658e-7ce1-44bb-9f9f-bf4198ceaa29" providerId="ADAL" clId="{368D971C-2FC8-47B8-8A11-8E628BED7931}" dt="2023-09-01T10:04:11.365" v="3859"/>
          <ac:spMkLst>
            <pc:docMk/>
            <pc:sldMk cId="898455515" sldId="561"/>
            <ac:spMk id="53331" creationId="{B664E8FB-1E86-71A4-E5CA-B647B968A031}"/>
          </ac:spMkLst>
        </pc:spChg>
        <pc:spChg chg="mod">
          <ac:chgData name="Yeo Xiong Wei, Jonathan" userId="ac2b658e-7ce1-44bb-9f9f-bf4198ceaa29" providerId="ADAL" clId="{368D971C-2FC8-47B8-8A11-8E628BED7931}" dt="2023-09-01T10:04:11.365" v="3859"/>
          <ac:spMkLst>
            <pc:docMk/>
            <pc:sldMk cId="898455515" sldId="561"/>
            <ac:spMk id="53332" creationId="{10850D95-0F4B-A91B-9AF5-9F3CB3A060A6}"/>
          </ac:spMkLst>
        </pc:spChg>
        <pc:spChg chg="mod">
          <ac:chgData name="Yeo Xiong Wei, Jonathan" userId="ac2b658e-7ce1-44bb-9f9f-bf4198ceaa29" providerId="ADAL" clId="{368D971C-2FC8-47B8-8A11-8E628BED7931}" dt="2023-09-01T10:04:15.888" v="3861"/>
          <ac:spMkLst>
            <pc:docMk/>
            <pc:sldMk cId="898455515" sldId="561"/>
            <ac:spMk id="53341" creationId="{A713F4CB-5377-10C9-598D-D6459DE0689D}"/>
          </ac:spMkLst>
        </pc:spChg>
        <pc:spChg chg="mod">
          <ac:chgData name="Yeo Xiong Wei, Jonathan" userId="ac2b658e-7ce1-44bb-9f9f-bf4198ceaa29" providerId="ADAL" clId="{368D971C-2FC8-47B8-8A11-8E628BED7931}" dt="2023-09-01T10:04:15.888" v="3861"/>
          <ac:spMkLst>
            <pc:docMk/>
            <pc:sldMk cId="898455515" sldId="561"/>
            <ac:spMk id="53342" creationId="{3068D093-93CB-1F31-D3FA-F449B723C52D}"/>
          </ac:spMkLst>
        </pc:spChg>
        <pc:spChg chg="mod">
          <ac:chgData name="Yeo Xiong Wei, Jonathan" userId="ac2b658e-7ce1-44bb-9f9f-bf4198ceaa29" providerId="ADAL" clId="{368D971C-2FC8-47B8-8A11-8E628BED7931}" dt="2023-09-01T10:04:15.888" v="3861"/>
          <ac:spMkLst>
            <pc:docMk/>
            <pc:sldMk cId="898455515" sldId="561"/>
            <ac:spMk id="53345" creationId="{8C8312FD-38B8-6011-D689-969CD5B8AB75}"/>
          </ac:spMkLst>
        </pc:spChg>
        <pc:spChg chg="mod">
          <ac:chgData name="Yeo Xiong Wei, Jonathan" userId="ac2b658e-7ce1-44bb-9f9f-bf4198ceaa29" providerId="ADAL" clId="{368D971C-2FC8-47B8-8A11-8E628BED7931}" dt="2023-09-01T10:04:15.888" v="3861"/>
          <ac:spMkLst>
            <pc:docMk/>
            <pc:sldMk cId="898455515" sldId="561"/>
            <ac:spMk id="53346" creationId="{CDF4BA48-A5E0-C669-973F-4531B1403786}"/>
          </ac:spMkLst>
        </pc:spChg>
        <pc:spChg chg="mod">
          <ac:chgData name="Yeo Xiong Wei, Jonathan" userId="ac2b658e-7ce1-44bb-9f9f-bf4198ceaa29" providerId="ADAL" clId="{368D971C-2FC8-47B8-8A11-8E628BED7931}" dt="2023-09-01T10:04:15.888" v="3861"/>
          <ac:spMkLst>
            <pc:docMk/>
            <pc:sldMk cId="898455515" sldId="561"/>
            <ac:spMk id="53349" creationId="{04EF03E8-7FF9-7D59-C058-789E40E40D3A}"/>
          </ac:spMkLst>
        </pc:spChg>
        <pc:spChg chg="mod">
          <ac:chgData name="Yeo Xiong Wei, Jonathan" userId="ac2b658e-7ce1-44bb-9f9f-bf4198ceaa29" providerId="ADAL" clId="{368D971C-2FC8-47B8-8A11-8E628BED7931}" dt="2023-09-01T10:04:15.888" v="3861"/>
          <ac:spMkLst>
            <pc:docMk/>
            <pc:sldMk cId="898455515" sldId="561"/>
            <ac:spMk id="53350" creationId="{D6AF3EB3-23F4-EE48-68B7-92BEF927E5F7}"/>
          </ac:spMkLst>
        </pc:spChg>
        <pc:spChg chg="del mod">
          <ac:chgData name="Yeo Xiong Wei, Jonathan" userId="ac2b658e-7ce1-44bb-9f9f-bf4198ceaa29" providerId="ADAL" clId="{368D971C-2FC8-47B8-8A11-8E628BED7931}" dt="2023-09-01T10:04:55.746" v="3872" actId="478"/>
          <ac:spMkLst>
            <pc:docMk/>
            <pc:sldMk cId="898455515" sldId="561"/>
            <ac:spMk id="53359" creationId="{30D4DCAC-5F0B-8AE1-827C-996DE72A4C20}"/>
          </ac:spMkLst>
        </pc:spChg>
        <pc:spChg chg="del mod">
          <ac:chgData name="Yeo Xiong Wei, Jonathan" userId="ac2b658e-7ce1-44bb-9f9f-bf4198ceaa29" providerId="ADAL" clId="{368D971C-2FC8-47B8-8A11-8E628BED7931}" dt="2023-09-01T10:04:47.860" v="3869" actId="478"/>
          <ac:spMkLst>
            <pc:docMk/>
            <pc:sldMk cId="898455515" sldId="561"/>
            <ac:spMk id="53360" creationId="{08C69A28-EB59-9ABB-1D88-700ADBD673E5}"/>
          </ac:spMkLst>
        </pc:spChg>
        <pc:spChg chg="del mod">
          <ac:chgData name="Yeo Xiong Wei, Jonathan" userId="ac2b658e-7ce1-44bb-9f9f-bf4198ceaa29" providerId="ADAL" clId="{368D971C-2FC8-47B8-8A11-8E628BED7931}" dt="2023-09-01T10:04:51.097" v="3870" actId="478"/>
          <ac:spMkLst>
            <pc:docMk/>
            <pc:sldMk cId="898455515" sldId="561"/>
            <ac:spMk id="53363" creationId="{313808AC-B81B-4E1C-F9E0-61EE59E8573C}"/>
          </ac:spMkLst>
        </pc:spChg>
        <pc:spChg chg="del mod">
          <ac:chgData name="Yeo Xiong Wei, Jonathan" userId="ac2b658e-7ce1-44bb-9f9f-bf4198ceaa29" providerId="ADAL" clId="{368D971C-2FC8-47B8-8A11-8E628BED7931}" dt="2023-09-01T10:04:53.978" v="3871" actId="478"/>
          <ac:spMkLst>
            <pc:docMk/>
            <pc:sldMk cId="898455515" sldId="561"/>
            <ac:spMk id="53364" creationId="{F939460B-4BC3-382E-5B75-3A188ED3F957}"/>
          </ac:spMkLst>
        </pc:spChg>
        <pc:spChg chg="del mod">
          <ac:chgData name="Yeo Xiong Wei, Jonathan" userId="ac2b658e-7ce1-44bb-9f9f-bf4198ceaa29" providerId="ADAL" clId="{368D971C-2FC8-47B8-8A11-8E628BED7931}" dt="2023-09-01T10:04:36.529" v="3867" actId="478"/>
          <ac:spMkLst>
            <pc:docMk/>
            <pc:sldMk cId="898455515" sldId="561"/>
            <ac:spMk id="53367" creationId="{9EF68632-FCB2-9EAF-3C55-129C2782266E}"/>
          </ac:spMkLst>
        </pc:spChg>
        <pc:spChg chg="del mod">
          <ac:chgData name="Yeo Xiong Wei, Jonathan" userId="ac2b658e-7ce1-44bb-9f9f-bf4198ceaa29" providerId="ADAL" clId="{368D971C-2FC8-47B8-8A11-8E628BED7931}" dt="2023-09-01T10:04:37.898" v="3868" actId="478"/>
          <ac:spMkLst>
            <pc:docMk/>
            <pc:sldMk cId="898455515" sldId="561"/>
            <ac:spMk id="53368" creationId="{C45B5BBD-799C-717D-ACB4-0BA570927127}"/>
          </ac:spMkLst>
        </pc:spChg>
        <pc:spChg chg="mod">
          <ac:chgData name="Yeo Xiong Wei, Jonathan" userId="ac2b658e-7ce1-44bb-9f9f-bf4198ceaa29" providerId="ADAL" clId="{368D971C-2FC8-47B8-8A11-8E628BED7931}" dt="2023-09-01T10:08:50.798" v="4016"/>
          <ac:spMkLst>
            <pc:docMk/>
            <pc:sldMk cId="898455515" sldId="561"/>
            <ac:spMk id="53391" creationId="{4A74E99C-5B34-9368-C077-F0D93E7E3EDF}"/>
          </ac:spMkLst>
        </pc:spChg>
        <pc:spChg chg="mod">
          <ac:chgData name="Yeo Xiong Wei, Jonathan" userId="ac2b658e-7ce1-44bb-9f9f-bf4198ceaa29" providerId="ADAL" clId="{368D971C-2FC8-47B8-8A11-8E628BED7931}" dt="2023-09-01T10:08:50.798" v="4016"/>
          <ac:spMkLst>
            <pc:docMk/>
            <pc:sldMk cId="898455515" sldId="561"/>
            <ac:spMk id="53392" creationId="{7063A20C-4421-2C23-598D-4D7282F8FB3B}"/>
          </ac:spMkLst>
        </pc:spChg>
        <pc:spChg chg="mod">
          <ac:chgData name="Yeo Xiong Wei, Jonathan" userId="ac2b658e-7ce1-44bb-9f9f-bf4198ceaa29" providerId="ADAL" clId="{368D971C-2FC8-47B8-8A11-8E628BED7931}" dt="2023-09-01T10:08:50.798" v="4016"/>
          <ac:spMkLst>
            <pc:docMk/>
            <pc:sldMk cId="898455515" sldId="561"/>
            <ac:spMk id="53395" creationId="{C7C04825-5BBC-252A-2532-2B043D148C05}"/>
          </ac:spMkLst>
        </pc:spChg>
        <pc:spChg chg="mod">
          <ac:chgData name="Yeo Xiong Wei, Jonathan" userId="ac2b658e-7ce1-44bb-9f9f-bf4198ceaa29" providerId="ADAL" clId="{368D971C-2FC8-47B8-8A11-8E628BED7931}" dt="2023-09-01T10:08:50.798" v="4016"/>
          <ac:spMkLst>
            <pc:docMk/>
            <pc:sldMk cId="898455515" sldId="561"/>
            <ac:spMk id="53396" creationId="{AF5533F5-E069-6BE0-1812-5194E192DAB3}"/>
          </ac:spMkLst>
        </pc:spChg>
        <pc:spChg chg="mod">
          <ac:chgData name="Yeo Xiong Wei, Jonathan" userId="ac2b658e-7ce1-44bb-9f9f-bf4198ceaa29" providerId="ADAL" clId="{368D971C-2FC8-47B8-8A11-8E628BED7931}" dt="2023-09-01T10:08:50.798" v="4016"/>
          <ac:spMkLst>
            <pc:docMk/>
            <pc:sldMk cId="898455515" sldId="561"/>
            <ac:spMk id="53399" creationId="{5418A3D6-2611-7926-73F0-90BCFE7A03F2}"/>
          </ac:spMkLst>
        </pc:spChg>
        <pc:spChg chg="mod">
          <ac:chgData name="Yeo Xiong Wei, Jonathan" userId="ac2b658e-7ce1-44bb-9f9f-bf4198ceaa29" providerId="ADAL" clId="{368D971C-2FC8-47B8-8A11-8E628BED7931}" dt="2023-09-01T10:08:50.798" v="4016"/>
          <ac:spMkLst>
            <pc:docMk/>
            <pc:sldMk cId="898455515" sldId="561"/>
            <ac:spMk id="53400" creationId="{CFC36990-3886-C730-8572-4433F982F42A}"/>
          </ac:spMkLst>
        </pc:spChg>
        <pc:spChg chg="mod">
          <ac:chgData name="Yeo Xiong Wei, Jonathan" userId="ac2b658e-7ce1-44bb-9f9f-bf4198ceaa29" providerId="ADAL" clId="{368D971C-2FC8-47B8-8A11-8E628BED7931}" dt="2023-09-01T10:09:03.360" v="4020"/>
          <ac:spMkLst>
            <pc:docMk/>
            <pc:sldMk cId="898455515" sldId="561"/>
            <ac:spMk id="53409" creationId="{6F9EEA7B-D953-A208-D510-EC28612B102F}"/>
          </ac:spMkLst>
        </pc:spChg>
        <pc:spChg chg="mod">
          <ac:chgData name="Yeo Xiong Wei, Jonathan" userId="ac2b658e-7ce1-44bb-9f9f-bf4198ceaa29" providerId="ADAL" clId="{368D971C-2FC8-47B8-8A11-8E628BED7931}" dt="2023-09-01T10:09:03.360" v="4020"/>
          <ac:spMkLst>
            <pc:docMk/>
            <pc:sldMk cId="898455515" sldId="561"/>
            <ac:spMk id="53410" creationId="{DFE7F152-8A15-596F-5BA5-2C9C97332130}"/>
          </ac:spMkLst>
        </pc:spChg>
        <pc:spChg chg="del mod">
          <ac:chgData name="Yeo Xiong Wei, Jonathan" userId="ac2b658e-7ce1-44bb-9f9f-bf4198ceaa29" providerId="ADAL" clId="{368D971C-2FC8-47B8-8A11-8E628BED7931}" dt="2023-09-01T10:09:13.466" v="4024" actId="478"/>
          <ac:spMkLst>
            <pc:docMk/>
            <pc:sldMk cId="898455515" sldId="561"/>
            <ac:spMk id="53413" creationId="{556945AE-CFC8-4737-5370-B71AA43C4875}"/>
          </ac:spMkLst>
        </pc:spChg>
        <pc:spChg chg="mod">
          <ac:chgData name="Yeo Xiong Wei, Jonathan" userId="ac2b658e-7ce1-44bb-9f9f-bf4198ceaa29" providerId="ADAL" clId="{368D971C-2FC8-47B8-8A11-8E628BED7931}" dt="2023-09-01T10:09:03.360" v="4020"/>
          <ac:spMkLst>
            <pc:docMk/>
            <pc:sldMk cId="898455515" sldId="561"/>
            <ac:spMk id="53414" creationId="{90777E86-6E97-24F9-9E53-FBBF4C2806E8}"/>
          </ac:spMkLst>
        </pc:spChg>
        <pc:spChg chg="mod">
          <ac:chgData name="Yeo Xiong Wei, Jonathan" userId="ac2b658e-7ce1-44bb-9f9f-bf4198ceaa29" providerId="ADAL" clId="{368D971C-2FC8-47B8-8A11-8E628BED7931}" dt="2023-09-01T10:09:03.360" v="4020"/>
          <ac:spMkLst>
            <pc:docMk/>
            <pc:sldMk cId="898455515" sldId="561"/>
            <ac:spMk id="53417" creationId="{CE8F7F6B-ED6C-8B61-025C-53641C98EFED}"/>
          </ac:spMkLst>
        </pc:spChg>
        <pc:spChg chg="mod">
          <ac:chgData name="Yeo Xiong Wei, Jonathan" userId="ac2b658e-7ce1-44bb-9f9f-bf4198ceaa29" providerId="ADAL" clId="{368D971C-2FC8-47B8-8A11-8E628BED7931}" dt="2023-09-01T10:09:03.360" v="4020"/>
          <ac:spMkLst>
            <pc:docMk/>
            <pc:sldMk cId="898455515" sldId="561"/>
            <ac:spMk id="53418" creationId="{7723C755-D49A-833C-8A71-D56B1F2D9C1D}"/>
          </ac:spMkLst>
        </pc:spChg>
        <pc:spChg chg="mod">
          <ac:chgData name="Yeo Xiong Wei, Jonathan" userId="ac2b658e-7ce1-44bb-9f9f-bf4198ceaa29" providerId="ADAL" clId="{368D971C-2FC8-47B8-8A11-8E628BED7931}" dt="2023-09-01T10:09:17.636" v="4026"/>
          <ac:spMkLst>
            <pc:docMk/>
            <pc:sldMk cId="898455515" sldId="561"/>
            <ac:spMk id="53427" creationId="{43BD7CA5-3BE7-FE44-EB53-190B14879DF6}"/>
          </ac:spMkLst>
        </pc:spChg>
        <pc:spChg chg="mod">
          <ac:chgData name="Yeo Xiong Wei, Jonathan" userId="ac2b658e-7ce1-44bb-9f9f-bf4198ceaa29" providerId="ADAL" clId="{368D971C-2FC8-47B8-8A11-8E628BED7931}" dt="2023-09-01T10:09:17.636" v="4026"/>
          <ac:spMkLst>
            <pc:docMk/>
            <pc:sldMk cId="898455515" sldId="561"/>
            <ac:spMk id="53428" creationId="{4215DA74-0E37-2A9C-52DB-A4219B25F677}"/>
          </ac:spMkLst>
        </pc:spChg>
        <pc:spChg chg="mod">
          <ac:chgData name="Yeo Xiong Wei, Jonathan" userId="ac2b658e-7ce1-44bb-9f9f-bf4198ceaa29" providerId="ADAL" clId="{368D971C-2FC8-47B8-8A11-8E628BED7931}" dt="2023-09-01T10:09:17.636" v="4026"/>
          <ac:spMkLst>
            <pc:docMk/>
            <pc:sldMk cId="898455515" sldId="561"/>
            <ac:spMk id="53431" creationId="{A5968064-991D-FA84-E09E-A19A3A8D45AE}"/>
          </ac:spMkLst>
        </pc:spChg>
        <pc:spChg chg="mod">
          <ac:chgData name="Yeo Xiong Wei, Jonathan" userId="ac2b658e-7ce1-44bb-9f9f-bf4198ceaa29" providerId="ADAL" clId="{368D971C-2FC8-47B8-8A11-8E628BED7931}" dt="2023-09-01T10:09:17.636" v="4026"/>
          <ac:spMkLst>
            <pc:docMk/>
            <pc:sldMk cId="898455515" sldId="561"/>
            <ac:spMk id="53432" creationId="{EBBB18DB-713A-BD49-729C-28963E01B30A}"/>
          </ac:spMkLst>
        </pc:spChg>
        <pc:spChg chg="mod">
          <ac:chgData name="Yeo Xiong Wei, Jonathan" userId="ac2b658e-7ce1-44bb-9f9f-bf4198ceaa29" providerId="ADAL" clId="{368D971C-2FC8-47B8-8A11-8E628BED7931}" dt="2023-09-01T10:09:17.636" v="4026"/>
          <ac:spMkLst>
            <pc:docMk/>
            <pc:sldMk cId="898455515" sldId="561"/>
            <ac:spMk id="53435" creationId="{A0B0426F-13AE-0ED7-568B-EC1D37213FB0}"/>
          </ac:spMkLst>
        </pc:spChg>
        <pc:spChg chg="mod">
          <ac:chgData name="Yeo Xiong Wei, Jonathan" userId="ac2b658e-7ce1-44bb-9f9f-bf4198ceaa29" providerId="ADAL" clId="{368D971C-2FC8-47B8-8A11-8E628BED7931}" dt="2023-09-01T10:09:17.636" v="4026"/>
          <ac:spMkLst>
            <pc:docMk/>
            <pc:sldMk cId="898455515" sldId="561"/>
            <ac:spMk id="53436" creationId="{3D6F4C5D-9D44-0011-0F71-7FBAD1316900}"/>
          </ac:spMkLst>
        </pc:spChg>
        <pc:spChg chg="mod">
          <ac:chgData name="Yeo Xiong Wei, Jonathan" userId="ac2b658e-7ce1-44bb-9f9f-bf4198ceaa29" providerId="ADAL" clId="{368D971C-2FC8-47B8-8A11-8E628BED7931}" dt="2023-09-01T10:09:22.644" v="4029"/>
          <ac:spMkLst>
            <pc:docMk/>
            <pc:sldMk cId="898455515" sldId="561"/>
            <ac:spMk id="53445" creationId="{0123B5E2-089A-FF39-1CE4-FC4F33276CC4}"/>
          </ac:spMkLst>
        </pc:spChg>
        <pc:spChg chg="mod">
          <ac:chgData name="Yeo Xiong Wei, Jonathan" userId="ac2b658e-7ce1-44bb-9f9f-bf4198ceaa29" providerId="ADAL" clId="{368D971C-2FC8-47B8-8A11-8E628BED7931}" dt="2023-09-01T10:09:22.644" v="4029"/>
          <ac:spMkLst>
            <pc:docMk/>
            <pc:sldMk cId="898455515" sldId="561"/>
            <ac:spMk id="53446" creationId="{0B02767A-35A6-81B9-0315-03B218C80FBA}"/>
          </ac:spMkLst>
        </pc:spChg>
        <pc:spChg chg="mod">
          <ac:chgData name="Yeo Xiong Wei, Jonathan" userId="ac2b658e-7ce1-44bb-9f9f-bf4198ceaa29" providerId="ADAL" clId="{368D971C-2FC8-47B8-8A11-8E628BED7931}" dt="2023-09-01T10:09:22.644" v="4029"/>
          <ac:spMkLst>
            <pc:docMk/>
            <pc:sldMk cId="898455515" sldId="561"/>
            <ac:spMk id="53449" creationId="{5A0F3A23-E4B6-A2C0-9EE0-16E46BB21F9B}"/>
          </ac:spMkLst>
        </pc:spChg>
        <pc:spChg chg="mod">
          <ac:chgData name="Yeo Xiong Wei, Jonathan" userId="ac2b658e-7ce1-44bb-9f9f-bf4198ceaa29" providerId="ADAL" clId="{368D971C-2FC8-47B8-8A11-8E628BED7931}" dt="2023-09-01T10:09:22.644" v="4029"/>
          <ac:spMkLst>
            <pc:docMk/>
            <pc:sldMk cId="898455515" sldId="561"/>
            <ac:spMk id="53450" creationId="{273CD2C7-891B-0178-3BB5-05D5843AC7C2}"/>
          </ac:spMkLst>
        </pc:spChg>
        <pc:spChg chg="mod">
          <ac:chgData name="Yeo Xiong Wei, Jonathan" userId="ac2b658e-7ce1-44bb-9f9f-bf4198ceaa29" providerId="ADAL" clId="{368D971C-2FC8-47B8-8A11-8E628BED7931}" dt="2023-09-01T10:09:22.644" v="4029"/>
          <ac:spMkLst>
            <pc:docMk/>
            <pc:sldMk cId="898455515" sldId="561"/>
            <ac:spMk id="53453" creationId="{2B919F0C-F6AA-5221-3E7F-274E28FE2DCF}"/>
          </ac:spMkLst>
        </pc:spChg>
        <pc:spChg chg="mod">
          <ac:chgData name="Yeo Xiong Wei, Jonathan" userId="ac2b658e-7ce1-44bb-9f9f-bf4198ceaa29" providerId="ADAL" clId="{368D971C-2FC8-47B8-8A11-8E628BED7931}" dt="2023-09-01T10:09:22.644" v="4029"/>
          <ac:spMkLst>
            <pc:docMk/>
            <pc:sldMk cId="898455515" sldId="561"/>
            <ac:spMk id="53454" creationId="{8F037AE0-40D4-CDAD-3519-F1C7E15E3A90}"/>
          </ac:spMkLst>
        </pc:spChg>
        <pc:spChg chg="mod">
          <ac:chgData name="Yeo Xiong Wei, Jonathan" userId="ac2b658e-7ce1-44bb-9f9f-bf4198ceaa29" providerId="ADAL" clId="{368D971C-2FC8-47B8-8A11-8E628BED7931}" dt="2023-09-01T10:09:27.680" v="4031"/>
          <ac:spMkLst>
            <pc:docMk/>
            <pc:sldMk cId="898455515" sldId="561"/>
            <ac:spMk id="53463" creationId="{5EB78FFC-B715-A954-588A-5EC991F2F13A}"/>
          </ac:spMkLst>
        </pc:spChg>
        <pc:spChg chg="mod">
          <ac:chgData name="Yeo Xiong Wei, Jonathan" userId="ac2b658e-7ce1-44bb-9f9f-bf4198ceaa29" providerId="ADAL" clId="{368D971C-2FC8-47B8-8A11-8E628BED7931}" dt="2023-09-01T10:09:27.680" v="4031"/>
          <ac:spMkLst>
            <pc:docMk/>
            <pc:sldMk cId="898455515" sldId="561"/>
            <ac:spMk id="53464" creationId="{A6D222BF-109B-C26D-E3FC-9E453C918335}"/>
          </ac:spMkLst>
        </pc:spChg>
        <pc:spChg chg="mod">
          <ac:chgData name="Yeo Xiong Wei, Jonathan" userId="ac2b658e-7ce1-44bb-9f9f-bf4198ceaa29" providerId="ADAL" clId="{368D971C-2FC8-47B8-8A11-8E628BED7931}" dt="2023-09-01T10:09:27.680" v="4031"/>
          <ac:spMkLst>
            <pc:docMk/>
            <pc:sldMk cId="898455515" sldId="561"/>
            <ac:spMk id="53467" creationId="{7BE80C2D-B395-2D15-772F-7A69084E3E2F}"/>
          </ac:spMkLst>
        </pc:spChg>
        <pc:spChg chg="mod">
          <ac:chgData name="Yeo Xiong Wei, Jonathan" userId="ac2b658e-7ce1-44bb-9f9f-bf4198ceaa29" providerId="ADAL" clId="{368D971C-2FC8-47B8-8A11-8E628BED7931}" dt="2023-09-01T10:09:27.680" v="4031"/>
          <ac:spMkLst>
            <pc:docMk/>
            <pc:sldMk cId="898455515" sldId="561"/>
            <ac:spMk id="53468" creationId="{DCC2F24A-974A-F32F-2AB1-995ADA3284D5}"/>
          </ac:spMkLst>
        </pc:spChg>
        <pc:spChg chg="mod">
          <ac:chgData name="Yeo Xiong Wei, Jonathan" userId="ac2b658e-7ce1-44bb-9f9f-bf4198ceaa29" providerId="ADAL" clId="{368D971C-2FC8-47B8-8A11-8E628BED7931}" dt="2023-09-01T10:09:27.680" v="4031"/>
          <ac:spMkLst>
            <pc:docMk/>
            <pc:sldMk cId="898455515" sldId="561"/>
            <ac:spMk id="53471" creationId="{C7AD0DE8-8F72-DB3F-098B-186F4ED734D5}"/>
          </ac:spMkLst>
        </pc:spChg>
        <pc:spChg chg="mod">
          <ac:chgData name="Yeo Xiong Wei, Jonathan" userId="ac2b658e-7ce1-44bb-9f9f-bf4198ceaa29" providerId="ADAL" clId="{368D971C-2FC8-47B8-8A11-8E628BED7931}" dt="2023-09-01T10:09:27.680" v="4031"/>
          <ac:spMkLst>
            <pc:docMk/>
            <pc:sldMk cId="898455515" sldId="561"/>
            <ac:spMk id="53472" creationId="{2415973D-4B96-5360-E292-4913E70BC2AB}"/>
          </ac:spMkLst>
        </pc:spChg>
        <pc:spChg chg="mod">
          <ac:chgData name="Yeo Xiong Wei, Jonathan" userId="ac2b658e-7ce1-44bb-9f9f-bf4198ceaa29" providerId="ADAL" clId="{368D971C-2FC8-47B8-8A11-8E628BED7931}" dt="2023-09-01T10:09:34.442" v="4039"/>
          <ac:spMkLst>
            <pc:docMk/>
            <pc:sldMk cId="898455515" sldId="561"/>
            <ac:spMk id="53481" creationId="{41E4749B-9575-E979-EEF2-6347D8805F9B}"/>
          </ac:spMkLst>
        </pc:spChg>
        <pc:spChg chg="mod">
          <ac:chgData name="Yeo Xiong Wei, Jonathan" userId="ac2b658e-7ce1-44bb-9f9f-bf4198ceaa29" providerId="ADAL" clId="{368D971C-2FC8-47B8-8A11-8E628BED7931}" dt="2023-09-01T10:09:34.442" v="4039"/>
          <ac:spMkLst>
            <pc:docMk/>
            <pc:sldMk cId="898455515" sldId="561"/>
            <ac:spMk id="53482" creationId="{E8BBB33B-10B0-80AF-B1DA-D4CEF4E39865}"/>
          </ac:spMkLst>
        </pc:spChg>
        <pc:spChg chg="add del mod">
          <ac:chgData name="Yeo Xiong Wei, Jonathan" userId="ac2b658e-7ce1-44bb-9f9f-bf4198ceaa29" providerId="ADAL" clId="{368D971C-2FC8-47B8-8A11-8E628BED7931}" dt="2023-09-01T10:09:47.975" v="4049" actId="478"/>
          <ac:spMkLst>
            <pc:docMk/>
            <pc:sldMk cId="898455515" sldId="561"/>
            <ac:spMk id="53485" creationId="{682EE5D8-BC9B-5775-DABC-C88DD94B87C5}"/>
          </ac:spMkLst>
        </pc:spChg>
        <pc:spChg chg="add del mod">
          <ac:chgData name="Yeo Xiong Wei, Jonathan" userId="ac2b658e-7ce1-44bb-9f9f-bf4198ceaa29" providerId="ADAL" clId="{368D971C-2FC8-47B8-8A11-8E628BED7931}" dt="2023-09-01T10:09:47.794" v="4048" actId="478"/>
          <ac:spMkLst>
            <pc:docMk/>
            <pc:sldMk cId="898455515" sldId="561"/>
            <ac:spMk id="53486" creationId="{CC647746-C95A-4694-AC07-63F468565BD3}"/>
          </ac:spMkLst>
        </pc:spChg>
        <pc:spChg chg="add del mod">
          <ac:chgData name="Yeo Xiong Wei, Jonathan" userId="ac2b658e-7ce1-44bb-9f9f-bf4198ceaa29" providerId="ADAL" clId="{368D971C-2FC8-47B8-8A11-8E628BED7931}" dt="2023-09-01T10:09:48.162" v="4050" actId="478"/>
          <ac:spMkLst>
            <pc:docMk/>
            <pc:sldMk cId="898455515" sldId="561"/>
            <ac:spMk id="53489" creationId="{E4D14E3B-1838-85A0-B6B3-FF4E82AC6125}"/>
          </ac:spMkLst>
        </pc:spChg>
        <pc:spChg chg="add del mod">
          <ac:chgData name="Yeo Xiong Wei, Jonathan" userId="ac2b658e-7ce1-44bb-9f9f-bf4198ceaa29" providerId="ADAL" clId="{368D971C-2FC8-47B8-8A11-8E628BED7931}" dt="2023-09-01T10:09:47.600" v="4047" actId="478"/>
          <ac:spMkLst>
            <pc:docMk/>
            <pc:sldMk cId="898455515" sldId="561"/>
            <ac:spMk id="53490" creationId="{E272BBF1-306B-15A3-3AD4-9219533C8D38}"/>
          </ac:spMkLst>
        </pc:spChg>
        <pc:spChg chg="del mod">
          <ac:chgData name="Yeo Xiong Wei, Jonathan" userId="ac2b658e-7ce1-44bb-9f9f-bf4198ceaa29" providerId="ADAL" clId="{368D971C-2FC8-47B8-8A11-8E628BED7931}" dt="2023-09-01T10:10:04.996" v="4059" actId="478"/>
          <ac:spMkLst>
            <pc:docMk/>
            <pc:sldMk cId="898455515" sldId="561"/>
            <ac:spMk id="53499" creationId="{015FD86A-FC92-DDDC-8E01-C11F3D37C277}"/>
          </ac:spMkLst>
        </pc:spChg>
        <pc:spChg chg="del mod">
          <ac:chgData name="Yeo Xiong Wei, Jonathan" userId="ac2b658e-7ce1-44bb-9f9f-bf4198ceaa29" providerId="ADAL" clId="{368D971C-2FC8-47B8-8A11-8E628BED7931}" dt="2023-09-01T10:10:03.456" v="4058" actId="478"/>
          <ac:spMkLst>
            <pc:docMk/>
            <pc:sldMk cId="898455515" sldId="561"/>
            <ac:spMk id="53500" creationId="{9B7A2738-07E5-A286-D763-A2DC50B0CF45}"/>
          </ac:spMkLst>
        </pc:spChg>
        <pc:spChg chg="del mod">
          <ac:chgData name="Yeo Xiong Wei, Jonathan" userId="ac2b658e-7ce1-44bb-9f9f-bf4198ceaa29" providerId="ADAL" clId="{368D971C-2FC8-47B8-8A11-8E628BED7931}" dt="2023-09-01T10:10:02.197" v="4057" actId="478"/>
          <ac:spMkLst>
            <pc:docMk/>
            <pc:sldMk cId="898455515" sldId="561"/>
            <ac:spMk id="53503" creationId="{0AA24B8B-5B51-1A17-D567-5D64DB39EA66}"/>
          </ac:spMkLst>
        </pc:spChg>
        <pc:spChg chg="del mod">
          <ac:chgData name="Yeo Xiong Wei, Jonathan" userId="ac2b658e-7ce1-44bb-9f9f-bf4198ceaa29" providerId="ADAL" clId="{368D971C-2FC8-47B8-8A11-8E628BED7931}" dt="2023-09-01T10:10:21.243" v="4065" actId="478"/>
          <ac:spMkLst>
            <pc:docMk/>
            <pc:sldMk cId="898455515" sldId="561"/>
            <ac:spMk id="53504" creationId="{D4A445D6-70BC-CE46-7952-F3A8C5DA3A49}"/>
          </ac:spMkLst>
        </pc:spChg>
        <pc:spChg chg="del mod">
          <ac:chgData name="Yeo Xiong Wei, Jonathan" userId="ac2b658e-7ce1-44bb-9f9f-bf4198ceaa29" providerId="ADAL" clId="{368D971C-2FC8-47B8-8A11-8E628BED7931}" dt="2023-09-01T10:10:08.065" v="4061" actId="478"/>
          <ac:spMkLst>
            <pc:docMk/>
            <pc:sldMk cId="898455515" sldId="561"/>
            <ac:spMk id="53507" creationId="{D7AA759A-FC06-2ADE-C84C-E6CDC6655B56}"/>
          </ac:spMkLst>
        </pc:spChg>
        <pc:spChg chg="del mod">
          <ac:chgData name="Yeo Xiong Wei, Jonathan" userId="ac2b658e-7ce1-44bb-9f9f-bf4198ceaa29" providerId="ADAL" clId="{368D971C-2FC8-47B8-8A11-8E628BED7931}" dt="2023-09-01T10:10:06.216" v="4060" actId="478"/>
          <ac:spMkLst>
            <pc:docMk/>
            <pc:sldMk cId="898455515" sldId="561"/>
            <ac:spMk id="53508" creationId="{2786C2D6-706A-1167-2CF4-835B5A4506C5}"/>
          </ac:spMkLst>
        </pc:spChg>
        <pc:spChg chg="mod">
          <ac:chgData name="Yeo Xiong Wei, Jonathan" userId="ac2b658e-7ce1-44bb-9f9f-bf4198ceaa29" providerId="ADAL" clId="{368D971C-2FC8-47B8-8A11-8E628BED7931}" dt="2023-09-01T10:12:44.926" v="4128"/>
          <ac:spMkLst>
            <pc:docMk/>
            <pc:sldMk cId="898455515" sldId="561"/>
            <ac:spMk id="53667" creationId="{99F61C45-5213-47B1-C84A-E2A63DF69464}"/>
          </ac:spMkLst>
        </pc:spChg>
        <pc:spChg chg="mod">
          <ac:chgData name="Yeo Xiong Wei, Jonathan" userId="ac2b658e-7ce1-44bb-9f9f-bf4198ceaa29" providerId="ADAL" clId="{368D971C-2FC8-47B8-8A11-8E628BED7931}" dt="2023-09-01T10:12:44.926" v="4128"/>
          <ac:spMkLst>
            <pc:docMk/>
            <pc:sldMk cId="898455515" sldId="561"/>
            <ac:spMk id="53668" creationId="{DFB1E11E-D4FD-590A-E5DD-CFB19EFCEA5A}"/>
          </ac:spMkLst>
        </pc:spChg>
        <pc:spChg chg="mod">
          <ac:chgData name="Yeo Xiong Wei, Jonathan" userId="ac2b658e-7ce1-44bb-9f9f-bf4198ceaa29" providerId="ADAL" clId="{368D971C-2FC8-47B8-8A11-8E628BED7931}" dt="2023-09-01T10:12:44.926" v="4128"/>
          <ac:spMkLst>
            <pc:docMk/>
            <pc:sldMk cId="898455515" sldId="561"/>
            <ac:spMk id="53671" creationId="{F8070377-BE9F-503A-6440-E4935997B396}"/>
          </ac:spMkLst>
        </pc:spChg>
        <pc:spChg chg="mod">
          <ac:chgData name="Yeo Xiong Wei, Jonathan" userId="ac2b658e-7ce1-44bb-9f9f-bf4198ceaa29" providerId="ADAL" clId="{368D971C-2FC8-47B8-8A11-8E628BED7931}" dt="2023-09-01T10:12:44.926" v="4128"/>
          <ac:spMkLst>
            <pc:docMk/>
            <pc:sldMk cId="898455515" sldId="561"/>
            <ac:spMk id="53672" creationId="{9318620D-8C59-B86B-7197-42B85A525B40}"/>
          </ac:spMkLst>
        </pc:spChg>
        <pc:spChg chg="mod">
          <ac:chgData name="Yeo Xiong Wei, Jonathan" userId="ac2b658e-7ce1-44bb-9f9f-bf4198ceaa29" providerId="ADAL" clId="{368D971C-2FC8-47B8-8A11-8E628BED7931}" dt="2023-09-01T10:12:44.926" v="4128"/>
          <ac:spMkLst>
            <pc:docMk/>
            <pc:sldMk cId="898455515" sldId="561"/>
            <ac:spMk id="53675" creationId="{D5A945EE-4A42-3969-C515-D7500943E93C}"/>
          </ac:spMkLst>
        </pc:spChg>
        <pc:spChg chg="mod">
          <ac:chgData name="Yeo Xiong Wei, Jonathan" userId="ac2b658e-7ce1-44bb-9f9f-bf4198ceaa29" providerId="ADAL" clId="{368D971C-2FC8-47B8-8A11-8E628BED7931}" dt="2023-09-01T10:12:44.926" v="4128"/>
          <ac:spMkLst>
            <pc:docMk/>
            <pc:sldMk cId="898455515" sldId="561"/>
            <ac:spMk id="53676" creationId="{0AAD28C7-09D5-0713-1AD4-DEE2440D0A9B}"/>
          </ac:spMkLst>
        </pc:spChg>
        <pc:spChg chg="mod">
          <ac:chgData name="Yeo Xiong Wei, Jonathan" userId="ac2b658e-7ce1-44bb-9f9f-bf4198ceaa29" providerId="ADAL" clId="{368D971C-2FC8-47B8-8A11-8E628BED7931}" dt="2023-09-01T10:12:48.514" v="4130"/>
          <ac:spMkLst>
            <pc:docMk/>
            <pc:sldMk cId="898455515" sldId="561"/>
            <ac:spMk id="53733" creationId="{9A8A1237-93D6-42AB-83CC-3FE0E2042CB9}"/>
          </ac:spMkLst>
        </pc:spChg>
        <pc:spChg chg="mod">
          <ac:chgData name="Yeo Xiong Wei, Jonathan" userId="ac2b658e-7ce1-44bb-9f9f-bf4198ceaa29" providerId="ADAL" clId="{368D971C-2FC8-47B8-8A11-8E628BED7931}" dt="2023-09-01T10:12:48.514" v="4130"/>
          <ac:spMkLst>
            <pc:docMk/>
            <pc:sldMk cId="898455515" sldId="561"/>
            <ac:spMk id="53734" creationId="{BA6C1C08-E1D0-9D8A-87B8-F774A8878761}"/>
          </ac:spMkLst>
        </pc:spChg>
        <pc:spChg chg="mod">
          <ac:chgData name="Yeo Xiong Wei, Jonathan" userId="ac2b658e-7ce1-44bb-9f9f-bf4198ceaa29" providerId="ADAL" clId="{368D971C-2FC8-47B8-8A11-8E628BED7931}" dt="2023-09-01T10:12:48.514" v="4130"/>
          <ac:spMkLst>
            <pc:docMk/>
            <pc:sldMk cId="898455515" sldId="561"/>
            <ac:spMk id="53737" creationId="{E87CC1BD-61EF-1A90-BE8D-95DFC25C5F6E}"/>
          </ac:spMkLst>
        </pc:spChg>
        <pc:spChg chg="mod">
          <ac:chgData name="Yeo Xiong Wei, Jonathan" userId="ac2b658e-7ce1-44bb-9f9f-bf4198ceaa29" providerId="ADAL" clId="{368D971C-2FC8-47B8-8A11-8E628BED7931}" dt="2023-09-01T10:12:48.514" v="4130"/>
          <ac:spMkLst>
            <pc:docMk/>
            <pc:sldMk cId="898455515" sldId="561"/>
            <ac:spMk id="53738" creationId="{C72E3D4D-48E3-CCF7-7FA1-CC5F1BE5D3AC}"/>
          </ac:spMkLst>
        </pc:spChg>
        <pc:spChg chg="mod">
          <ac:chgData name="Yeo Xiong Wei, Jonathan" userId="ac2b658e-7ce1-44bb-9f9f-bf4198ceaa29" providerId="ADAL" clId="{368D971C-2FC8-47B8-8A11-8E628BED7931}" dt="2023-09-01T10:12:48.514" v="4130"/>
          <ac:spMkLst>
            <pc:docMk/>
            <pc:sldMk cId="898455515" sldId="561"/>
            <ac:spMk id="53741" creationId="{10CB255E-FE0A-EBAB-E4E6-D8E640C29BB4}"/>
          </ac:spMkLst>
        </pc:spChg>
        <pc:spChg chg="mod">
          <ac:chgData name="Yeo Xiong Wei, Jonathan" userId="ac2b658e-7ce1-44bb-9f9f-bf4198ceaa29" providerId="ADAL" clId="{368D971C-2FC8-47B8-8A11-8E628BED7931}" dt="2023-09-01T10:12:48.514" v="4130"/>
          <ac:spMkLst>
            <pc:docMk/>
            <pc:sldMk cId="898455515" sldId="561"/>
            <ac:spMk id="53742" creationId="{4C8C7956-227F-013A-EAC6-608A9B89111B}"/>
          </ac:spMkLst>
        </pc:spChg>
        <pc:spChg chg="mod">
          <ac:chgData name="Yeo Xiong Wei, Jonathan" userId="ac2b658e-7ce1-44bb-9f9f-bf4198ceaa29" providerId="ADAL" clId="{368D971C-2FC8-47B8-8A11-8E628BED7931}" dt="2023-09-01T10:12:59.464" v="4134"/>
          <ac:spMkLst>
            <pc:docMk/>
            <pc:sldMk cId="898455515" sldId="561"/>
            <ac:spMk id="53799" creationId="{568CB276-3280-BD5C-FE8D-7B5D896B7070}"/>
          </ac:spMkLst>
        </pc:spChg>
        <pc:spChg chg="mod">
          <ac:chgData name="Yeo Xiong Wei, Jonathan" userId="ac2b658e-7ce1-44bb-9f9f-bf4198ceaa29" providerId="ADAL" clId="{368D971C-2FC8-47B8-8A11-8E628BED7931}" dt="2023-09-01T10:12:59.464" v="4134"/>
          <ac:spMkLst>
            <pc:docMk/>
            <pc:sldMk cId="898455515" sldId="561"/>
            <ac:spMk id="53800" creationId="{298F11BF-966B-CF93-8F02-7A4C2BE6CABC}"/>
          </ac:spMkLst>
        </pc:spChg>
        <pc:spChg chg="mod">
          <ac:chgData name="Yeo Xiong Wei, Jonathan" userId="ac2b658e-7ce1-44bb-9f9f-bf4198ceaa29" providerId="ADAL" clId="{368D971C-2FC8-47B8-8A11-8E628BED7931}" dt="2023-09-01T10:12:59.464" v="4134"/>
          <ac:spMkLst>
            <pc:docMk/>
            <pc:sldMk cId="898455515" sldId="561"/>
            <ac:spMk id="53803" creationId="{B1CCB838-0C42-633C-B990-59B458C7C44A}"/>
          </ac:spMkLst>
        </pc:spChg>
        <pc:spChg chg="mod">
          <ac:chgData name="Yeo Xiong Wei, Jonathan" userId="ac2b658e-7ce1-44bb-9f9f-bf4198ceaa29" providerId="ADAL" clId="{368D971C-2FC8-47B8-8A11-8E628BED7931}" dt="2023-09-01T10:12:59.464" v="4134"/>
          <ac:spMkLst>
            <pc:docMk/>
            <pc:sldMk cId="898455515" sldId="561"/>
            <ac:spMk id="53804" creationId="{9F40AB55-73ED-2BC4-E626-279999733B61}"/>
          </ac:spMkLst>
        </pc:spChg>
        <pc:spChg chg="mod">
          <ac:chgData name="Yeo Xiong Wei, Jonathan" userId="ac2b658e-7ce1-44bb-9f9f-bf4198ceaa29" providerId="ADAL" clId="{368D971C-2FC8-47B8-8A11-8E628BED7931}" dt="2023-09-01T10:12:59.464" v="4134"/>
          <ac:spMkLst>
            <pc:docMk/>
            <pc:sldMk cId="898455515" sldId="561"/>
            <ac:spMk id="53807" creationId="{20C5CD20-2187-3C57-E1D6-6D96250D4FA0}"/>
          </ac:spMkLst>
        </pc:spChg>
        <pc:spChg chg="mod">
          <ac:chgData name="Yeo Xiong Wei, Jonathan" userId="ac2b658e-7ce1-44bb-9f9f-bf4198ceaa29" providerId="ADAL" clId="{368D971C-2FC8-47B8-8A11-8E628BED7931}" dt="2023-09-01T10:12:59.464" v="4134"/>
          <ac:spMkLst>
            <pc:docMk/>
            <pc:sldMk cId="898455515" sldId="561"/>
            <ac:spMk id="53808" creationId="{249B7AFA-ABB7-38C9-1DA3-89770CE30087}"/>
          </ac:spMkLst>
        </pc:spChg>
        <pc:spChg chg="add mod">
          <ac:chgData name="Yeo Xiong Wei, Jonathan" userId="ac2b658e-7ce1-44bb-9f9f-bf4198ceaa29" providerId="ADAL" clId="{368D971C-2FC8-47B8-8A11-8E628BED7931}" dt="2023-09-01T10:36:54.931" v="5425" actId="14100"/>
          <ac:spMkLst>
            <pc:docMk/>
            <pc:sldMk cId="898455515" sldId="561"/>
            <ac:spMk id="53859" creationId="{E5EFFAF2-2E42-32B4-F4C1-6D523CC47EEC}"/>
          </ac:spMkLst>
        </pc:spChg>
        <pc:spChg chg="add mod">
          <ac:chgData name="Yeo Xiong Wei, Jonathan" userId="ac2b658e-7ce1-44bb-9f9f-bf4198ceaa29" providerId="ADAL" clId="{368D971C-2FC8-47B8-8A11-8E628BED7931}" dt="2023-09-01T10:36:47.083" v="5418" actId="1076"/>
          <ac:spMkLst>
            <pc:docMk/>
            <pc:sldMk cId="898455515" sldId="561"/>
            <ac:spMk id="53860" creationId="{322B847E-1D47-D005-530A-BD1636B1F1C2}"/>
          </ac:spMkLst>
        </pc:spChg>
        <pc:spChg chg="add mod">
          <ac:chgData name="Yeo Xiong Wei, Jonathan" userId="ac2b658e-7ce1-44bb-9f9f-bf4198ceaa29" providerId="ADAL" clId="{368D971C-2FC8-47B8-8A11-8E628BED7931}" dt="2023-09-01T10:36:47.083" v="5418" actId="1076"/>
          <ac:spMkLst>
            <pc:docMk/>
            <pc:sldMk cId="898455515" sldId="561"/>
            <ac:spMk id="53861" creationId="{55B0691F-2405-4321-7087-121D07934E7F}"/>
          </ac:spMkLst>
        </pc:spChg>
        <pc:spChg chg="mod">
          <ac:chgData name="Yeo Xiong Wei, Jonathan" userId="ac2b658e-7ce1-44bb-9f9f-bf4198ceaa29" providerId="ADAL" clId="{368D971C-2FC8-47B8-8A11-8E628BED7931}" dt="2023-09-01T10:17:25.117" v="4245"/>
          <ac:spMkLst>
            <pc:docMk/>
            <pc:sldMk cId="898455515" sldId="561"/>
            <ac:spMk id="53876" creationId="{12CF5C16-6DBB-03CF-9B6E-907E35FBB5AD}"/>
          </ac:spMkLst>
        </pc:spChg>
        <pc:spChg chg="mod">
          <ac:chgData name="Yeo Xiong Wei, Jonathan" userId="ac2b658e-7ce1-44bb-9f9f-bf4198ceaa29" providerId="ADAL" clId="{368D971C-2FC8-47B8-8A11-8E628BED7931}" dt="2023-09-01T10:17:25.117" v="4245"/>
          <ac:spMkLst>
            <pc:docMk/>
            <pc:sldMk cId="898455515" sldId="561"/>
            <ac:spMk id="53877" creationId="{D28263C5-7D70-EFE1-EDE6-6DFBFF634530}"/>
          </ac:spMkLst>
        </pc:spChg>
        <pc:spChg chg="mod">
          <ac:chgData name="Yeo Xiong Wei, Jonathan" userId="ac2b658e-7ce1-44bb-9f9f-bf4198ceaa29" providerId="ADAL" clId="{368D971C-2FC8-47B8-8A11-8E628BED7931}" dt="2023-09-01T10:17:25.117" v="4245"/>
          <ac:spMkLst>
            <pc:docMk/>
            <pc:sldMk cId="898455515" sldId="561"/>
            <ac:spMk id="53880" creationId="{7FB79941-CC78-7274-9F4C-D1FFC84B63B2}"/>
          </ac:spMkLst>
        </pc:spChg>
        <pc:spChg chg="mod">
          <ac:chgData name="Yeo Xiong Wei, Jonathan" userId="ac2b658e-7ce1-44bb-9f9f-bf4198ceaa29" providerId="ADAL" clId="{368D971C-2FC8-47B8-8A11-8E628BED7931}" dt="2023-09-01T10:17:25.117" v="4245"/>
          <ac:spMkLst>
            <pc:docMk/>
            <pc:sldMk cId="898455515" sldId="561"/>
            <ac:spMk id="53881" creationId="{6242C9C6-B55E-9E85-981B-F0B0FFB15378}"/>
          </ac:spMkLst>
        </pc:spChg>
        <pc:spChg chg="mod">
          <ac:chgData name="Yeo Xiong Wei, Jonathan" userId="ac2b658e-7ce1-44bb-9f9f-bf4198ceaa29" providerId="ADAL" clId="{368D971C-2FC8-47B8-8A11-8E628BED7931}" dt="2023-09-01T10:17:25.117" v="4245"/>
          <ac:spMkLst>
            <pc:docMk/>
            <pc:sldMk cId="898455515" sldId="561"/>
            <ac:spMk id="53884" creationId="{F77F6ACE-2F38-FCB9-C9D9-A4720454BF4E}"/>
          </ac:spMkLst>
        </pc:spChg>
        <pc:spChg chg="mod">
          <ac:chgData name="Yeo Xiong Wei, Jonathan" userId="ac2b658e-7ce1-44bb-9f9f-bf4198ceaa29" providerId="ADAL" clId="{368D971C-2FC8-47B8-8A11-8E628BED7931}" dt="2023-09-01T10:17:25.117" v="4245"/>
          <ac:spMkLst>
            <pc:docMk/>
            <pc:sldMk cId="898455515" sldId="561"/>
            <ac:spMk id="53885" creationId="{D0CA1046-756C-41CA-1355-D333B730CF35}"/>
          </ac:spMkLst>
        </pc:spChg>
        <pc:spChg chg="mod">
          <ac:chgData name="Yeo Xiong Wei, Jonathan" userId="ac2b658e-7ce1-44bb-9f9f-bf4198ceaa29" providerId="ADAL" clId="{368D971C-2FC8-47B8-8A11-8E628BED7931}" dt="2023-09-01T10:17:28.769" v="4247"/>
          <ac:spMkLst>
            <pc:docMk/>
            <pc:sldMk cId="898455515" sldId="561"/>
            <ac:spMk id="53942" creationId="{1F7419E5-63C9-FAEE-F9C9-4215163807ED}"/>
          </ac:spMkLst>
        </pc:spChg>
        <pc:spChg chg="mod">
          <ac:chgData name="Yeo Xiong Wei, Jonathan" userId="ac2b658e-7ce1-44bb-9f9f-bf4198ceaa29" providerId="ADAL" clId="{368D971C-2FC8-47B8-8A11-8E628BED7931}" dt="2023-09-01T10:17:28.769" v="4247"/>
          <ac:spMkLst>
            <pc:docMk/>
            <pc:sldMk cId="898455515" sldId="561"/>
            <ac:spMk id="53943" creationId="{16360C05-BB0B-8A75-B9CC-5E5B909AD3F8}"/>
          </ac:spMkLst>
        </pc:spChg>
        <pc:spChg chg="mod">
          <ac:chgData name="Yeo Xiong Wei, Jonathan" userId="ac2b658e-7ce1-44bb-9f9f-bf4198ceaa29" providerId="ADAL" clId="{368D971C-2FC8-47B8-8A11-8E628BED7931}" dt="2023-09-01T10:17:28.769" v="4247"/>
          <ac:spMkLst>
            <pc:docMk/>
            <pc:sldMk cId="898455515" sldId="561"/>
            <ac:spMk id="53946" creationId="{BE90E62B-A298-7F80-BB96-9C056C06EBF5}"/>
          </ac:spMkLst>
        </pc:spChg>
        <pc:spChg chg="mod">
          <ac:chgData name="Yeo Xiong Wei, Jonathan" userId="ac2b658e-7ce1-44bb-9f9f-bf4198ceaa29" providerId="ADAL" clId="{368D971C-2FC8-47B8-8A11-8E628BED7931}" dt="2023-09-01T10:17:28.769" v="4247"/>
          <ac:spMkLst>
            <pc:docMk/>
            <pc:sldMk cId="898455515" sldId="561"/>
            <ac:spMk id="53947" creationId="{DC8A46D5-69E0-181B-0D7B-B1A569CCB0EE}"/>
          </ac:spMkLst>
        </pc:spChg>
        <pc:spChg chg="mod">
          <ac:chgData name="Yeo Xiong Wei, Jonathan" userId="ac2b658e-7ce1-44bb-9f9f-bf4198ceaa29" providerId="ADAL" clId="{368D971C-2FC8-47B8-8A11-8E628BED7931}" dt="2023-09-01T10:17:28.769" v="4247"/>
          <ac:spMkLst>
            <pc:docMk/>
            <pc:sldMk cId="898455515" sldId="561"/>
            <ac:spMk id="53950" creationId="{21695125-47C9-35E9-7EFC-46B05523782C}"/>
          </ac:spMkLst>
        </pc:spChg>
        <pc:spChg chg="mod">
          <ac:chgData name="Yeo Xiong Wei, Jonathan" userId="ac2b658e-7ce1-44bb-9f9f-bf4198ceaa29" providerId="ADAL" clId="{368D971C-2FC8-47B8-8A11-8E628BED7931}" dt="2023-09-01T10:17:28.769" v="4247"/>
          <ac:spMkLst>
            <pc:docMk/>
            <pc:sldMk cId="898455515" sldId="561"/>
            <ac:spMk id="53951" creationId="{4181522A-15F9-F11D-020C-11453C5623DB}"/>
          </ac:spMkLst>
        </pc:spChg>
        <pc:spChg chg="mod">
          <ac:chgData name="Yeo Xiong Wei, Jonathan" userId="ac2b658e-7ce1-44bb-9f9f-bf4198ceaa29" providerId="ADAL" clId="{368D971C-2FC8-47B8-8A11-8E628BED7931}" dt="2023-09-01T10:17:32.479" v="4249"/>
          <ac:spMkLst>
            <pc:docMk/>
            <pc:sldMk cId="898455515" sldId="561"/>
            <ac:spMk id="54008" creationId="{C998FC23-6671-E98C-9071-667BD8D8D87D}"/>
          </ac:spMkLst>
        </pc:spChg>
        <pc:spChg chg="mod">
          <ac:chgData name="Yeo Xiong Wei, Jonathan" userId="ac2b658e-7ce1-44bb-9f9f-bf4198ceaa29" providerId="ADAL" clId="{368D971C-2FC8-47B8-8A11-8E628BED7931}" dt="2023-09-01T10:17:32.479" v="4249"/>
          <ac:spMkLst>
            <pc:docMk/>
            <pc:sldMk cId="898455515" sldId="561"/>
            <ac:spMk id="54009" creationId="{906948A9-A4EE-A27F-70C0-D17FD6DC4979}"/>
          </ac:spMkLst>
        </pc:spChg>
        <pc:spChg chg="mod">
          <ac:chgData name="Yeo Xiong Wei, Jonathan" userId="ac2b658e-7ce1-44bb-9f9f-bf4198ceaa29" providerId="ADAL" clId="{368D971C-2FC8-47B8-8A11-8E628BED7931}" dt="2023-09-01T10:17:32.479" v="4249"/>
          <ac:spMkLst>
            <pc:docMk/>
            <pc:sldMk cId="898455515" sldId="561"/>
            <ac:spMk id="54012" creationId="{7D3ECC79-04BD-DC6A-4AB4-5548233FB46D}"/>
          </ac:spMkLst>
        </pc:spChg>
        <pc:spChg chg="mod">
          <ac:chgData name="Yeo Xiong Wei, Jonathan" userId="ac2b658e-7ce1-44bb-9f9f-bf4198ceaa29" providerId="ADAL" clId="{368D971C-2FC8-47B8-8A11-8E628BED7931}" dt="2023-09-01T10:17:32.479" v="4249"/>
          <ac:spMkLst>
            <pc:docMk/>
            <pc:sldMk cId="898455515" sldId="561"/>
            <ac:spMk id="54013" creationId="{8864C414-CD7E-9876-217E-1FA182986D77}"/>
          </ac:spMkLst>
        </pc:spChg>
        <pc:spChg chg="mod">
          <ac:chgData name="Yeo Xiong Wei, Jonathan" userId="ac2b658e-7ce1-44bb-9f9f-bf4198ceaa29" providerId="ADAL" clId="{368D971C-2FC8-47B8-8A11-8E628BED7931}" dt="2023-09-01T10:17:32.479" v="4249"/>
          <ac:spMkLst>
            <pc:docMk/>
            <pc:sldMk cId="898455515" sldId="561"/>
            <ac:spMk id="54016" creationId="{FD28206E-6668-ACE6-C83B-7E1658B38E67}"/>
          </ac:spMkLst>
        </pc:spChg>
        <pc:spChg chg="mod">
          <ac:chgData name="Yeo Xiong Wei, Jonathan" userId="ac2b658e-7ce1-44bb-9f9f-bf4198ceaa29" providerId="ADAL" clId="{368D971C-2FC8-47B8-8A11-8E628BED7931}" dt="2023-09-01T10:17:32.479" v="4249"/>
          <ac:spMkLst>
            <pc:docMk/>
            <pc:sldMk cId="898455515" sldId="561"/>
            <ac:spMk id="54017" creationId="{81C2CD25-750E-0B97-8CCA-FE7AA6402F17}"/>
          </ac:spMkLst>
        </pc:spChg>
        <pc:spChg chg="mod">
          <ac:chgData name="Yeo Xiong Wei, Jonathan" userId="ac2b658e-7ce1-44bb-9f9f-bf4198ceaa29" providerId="ADAL" clId="{368D971C-2FC8-47B8-8A11-8E628BED7931}" dt="2023-09-01T10:19:06.912" v="4274"/>
          <ac:spMkLst>
            <pc:docMk/>
            <pc:sldMk cId="898455515" sldId="561"/>
            <ac:spMk id="54076" creationId="{D759D7AF-0921-D08C-6743-45BE0C3A912B}"/>
          </ac:spMkLst>
        </pc:spChg>
        <pc:spChg chg="mod">
          <ac:chgData name="Yeo Xiong Wei, Jonathan" userId="ac2b658e-7ce1-44bb-9f9f-bf4198ceaa29" providerId="ADAL" clId="{368D971C-2FC8-47B8-8A11-8E628BED7931}" dt="2023-09-01T10:19:06.912" v="4274"/>
          <ac:spMkLst>
            <pc:docMk/>
            <pc:sldMk cId="898455515" sldId="561"/>
            <ac:spMk id="54077" creationId="{0FB49E02-C4FF-B69A-D219-B2C68988243D}"/>
          </ac:spMkLst>
        </pc:spChg>
        <pc:spChg chg="mod">
          <ac:chgData name="Yeo Xiong Wei, Jonathan" userId="ac2b658e-7ce1-44bb-9f9f-bf4198ceaa29" providerId="ADAL" clId="{368D971C-2FC8-47B8-8A11-8E628BED7931}" dt="2023-09-01T10:19:06.912" v="4274"/>
          <ac:spMkLst>
            <pc:docMk/>
            <pc:sldMk cId="898455515" sldId="561"/>
            <ac:spMk id="54080" creationId="{7B43D2A3-CDE3-1E54-E9BA-BAB41E0341BC}"/>
          </ac:spMkLst>
        </pc:spChg>
        <pc:spChg chg="mod">
          <ac:chgData name="Yeo Xiong Wei, Jonathan" userId="ac2b658e-7ce1-44bb-9f9f-bf4198ceaa29" providerId="ADAL" clId="{368D971C-2FC8-47B8-8A11-8E628BED7931}" dt="2023-09-01T10:19:06.912" v="4274"/>
          <ac:spMkLst>
            <pc:docMk/>
            <pc:sldMk cId="898455515" sldId="561"/>
            <ac:spMk id="54081" creationId="{76007C16-1041-7C65-FED4-EEBF35A3B721}"/>
          </ac:spMkLst>
        </pc:spChg>
        <pc:spChg chg="mod">
          <ac:chgData name="Yeo Xiong Wei, Jonathan" userId="ac2b658e-7ce1-44bb-9f9f-bf4198ceaa29" providerId="ADAL" clId="{368D971C-2FC8-47B8-8A11-8E628BED7931}" dt="2023-09-01T10:19:06.912" v="4274"/>
          <ac:spMkLst>
            <pc:docMk/>
            <pc:sldMk cId="898455515" sldId="561"/>
            <ac:spMk id="54084" creationId="{F4B1AC1E-2155-1C25-1481-C9DF583FA71C}"/>
          </ac:spMkLst>
        </pc:spChg>
        <pc:spChg chg="mod">
          <ac:chgData name="Yeo Xiong Wei, Jonathan" userId="ac2b658e-7ce1-44bb-9f9f-bf4198ceaa29" providerId="ADAL" clId="{368D971C-2FC8-47B8-8A11-8E628BED7931}" dt="2023-09-01T10:19:06.912" v="4274"/>
          <ac:spMkLst>
            <pc:docMk/>
            <pc:sldMk cId="898455515" sldId="561"/>
            <ac:spMk id="54085" creationId="{D0A254F8-8675-E01E-D273-51966E5A93AB}"/>
          </ac:spMkLst>
        </pc:spChg>
        <pc:spChg chg="mod">
          <ac:chgData name="Yeo Xiong Wei, Jonathan" userId="ac2b658e-7ce1-44bb-9f9f-bf4198ceaa29" providerId="ADAL" clId="{368D971C-2FC8-47B8-8A11-8E628BED7931}" dt="2023-09-01T10:19:13.028" v="4276"/>
          <ac:spMkLst>
            <pc:docMk/>
            <pc:sldMk cId="898455515" sldId="561"/>
            <ac:spMk id="54142" creationId="{ADB1889C-0FE2-D4CC-F8A4-9A8142514810}"/>
          </ac:spMkLst>
        </pc:spChg>
        <pc:spChg chg="mod">
          <ac:chgData name="Yeo Xiong Wei, Jonathan" userId="ac2b658e-7ce1-44bb-9f9f-bf4198ceaa29" providerId="ADAL" clId="{368D971C-2FC8-47B8-8A11-8E628BED7931}" dt="2023-09-01T10:19:13.028" v="4276"/>
          <ac:spMkLst>
            <pc:docMk/>
            <pc:sldMk cId="898455515" sldId="561"/>
            <ac:spMk id="54143" creationId="{581FF405-CE27-ADFD-8C7F-B72EF7217665}"/>
          </ac:spMkLst>
        </pc:spChg>
        <pc:spChg chg="mod">
          <ac:chgData name="Yeo Xiong Wei, Jonathan" userId="ac2b658e-7ce1-44bb-9f9f-bf4198ceaa29" providerId="ADAL" clId="{368D971C-2FC8-47B8-8A11-8E628BED7931}" dt="2023-09-01T10:19:13.028" v="4276"/>
          <ac:spMkLst>
            <pc:docMk/>
            <pc:sldMk cId="898455515" sldId="561"/>
            <ac:spMk id="54146" creationId="{F926397B-92C4-DF10-94E6-572AAD8EC251}"/>
          </ac:spMkLst>
        </pc:spChg>
        <pc:spChg chg="mod">
          <ac:chgData name="Yeo Xiong Wei, Jonathan" userId="ac2b658e-7ce1-44bb-9f9f-bf4198ceaa29" providerId="ADAL" clId="{368D971C-2FC8-47B8-8A11-8E628BED7931}" dt="2023-09-01T10:19:13.028" v="4276"/>
          <ac:spMkLst>
            <pc:docMk/>
            <pc:sldMk cId="898455515" sldId="561"/>
            <ac:spMk id="54147" creationId="{8D76BB31-13C8-B2E3-EE57-C75D29F1E832}"/>
          </ac:spMkLst>
        </pc:spChg>
        <pc:spChg chg="mod">
          <ac:chgData name="Yeo Xiong Wei, Jonathan" userId="ac2b658e-7ce1-44bb-9f9f-bf4198ceaa29" providerId="ADAL" clId="{368D971C-2FC8-47B8-8A11-8E628BED7931}" dt="2023-09-01T10:19:13.028" v="4276"/>
          <ac:spMkLst>
            <pc:docMk/>
            <pc:sldMk cId="898455515" sldId="561"/>
            <ac:spMk id="54150" creationId="{BA70DDC8-0CFF-A06E-52C4-8882D88A0CF2}"/>
          </ac:spMkLst>
        </pc:spChg>
        <pc:spChg chg="mod">
          <ac:chgData name="Yeo Xiong Wei, Jonathan" userId="ac2b658e-7ce1-44bb-9f9f-bf4198ceaa29" providerId="ADAL" clId="{368D971C-2FC8-47B8-8A11-8E628BED7931}" dt="2023-09-01T10:19:13.028" v="4276"/>
          <ac:spMkLst>
            <pc:docMk/>
            <pc:sldMk cId="898455515" sldId="561"/>
            <ac:spMk id="54151" creationId="{A774C552-9334-55ED-71E1-0D0E282B642E}"/>
          </ac:spMkLst>
        </pc:spChg>
        <pc:spChg chg="mod">
          <ac:chgData name="Yeo Xiong Wei, Jonathan" userId="ac2b658e-7ce1-44bb-9f9f-bf4198ceaa29" providerId="ADAL" clId="{368D971C-2FC8-47B8-8A11-8E628BED7931}" dt="2023-09-01T10:19:17.482" v="4278"/>
          <ac:spMkLst>
            <pc:docMk/>
            <pc:sldMk cId="898455515" sldId="561"/>
            <ac:spMk id="54208" creationId="{356D0A47-EE99-C289-EADA-8789C0D627CD}"/>
          </ac:spMkLst>
        </pc:spChg>
        <pc:spChg chg="mod">
          <ac:chgData name="Yeo Xiong Wei, Jonathan" userId="ac2b658e-7ce1-44bb-9f9f-bf4198ceaa29" providerId="ADAL" clId="{368D971C-2FC8-47B8-8A11-8E628BED7931}" dt="2023-09-01T10:19:17.482" v="4278"/>
          <ac:spMkLst>
            <pc:docMk/>
            <pc:sldMk cId="898455515" sldId="561"/>
            <ac:spMk id="54209" creationId="{1CBA8A9F-A7B6-1817-7270-B7E86EFE486D}"/>
          </ac:spMkLst>
        </pc:spChg>
        <pc:spChg chg="mod">
          <ac:chgData name="Yeo Xiong Wei, Jonathan" userId="ac2b658e-7ce1-44bb-9f9f-bf4198ceaa29" providerId="ADAL" clId="{368D971C-2FC8-47B8-8A11-8E628BED7931}" dt="2023-09-01T10:19:17.482" v="4278"/>
          <ac:spMkLst>
            <pc:docMk/>
            <pc:sldMk cId="898455515" sldId="561"/>
            <ac:spMk id="54212" creationId="{F36384F7-2CE2-1F41-2F8C-DBD69A8D1549}"/>
          </ac:spMkLst>
        </pc:spChg>
        <pc:spChg chg="mod">
          <ac:chgData name="Yeo Xiong Wei, Jonathan" userId="ac2b658e-7ce1-44bb-9f9f-bf4198ceaa29" providerId="ADAL" clId="{368D971C-2FC8-47B8-8A11-8E628BED7931}" dt="2023-09-01T10:19:17.482" v="4278"/>
          <ac:spMkLst>
            <pc:docMk/>
            <pc:sldMk cId="898455515" sldId="561"/>
            <ac:spMk id="54213" creationId="{2B1A4D37-4E3D-5188-590A-0D8A4330F3A4}"/>
          </ac:spMkLst>
        </pc:spChg>
        <pc:spChg chg="mod">
          <ac:chgData name="Yeo Xiong Wei, Jonathan" userId="ac2b658e-7ce1-44bb-9f9f-bf4198ceaa29" providerId="ADAL" clId="{368D971C-2FC8-47B8-8A11-8E628BED7931}" dt="2023-09-01T10:19:17.482" v="4278"/>
          <ac:spMkLst>
            <pc:docMk/>
            <pc:sldMk cId="898455515" sldId="561"/>
            <ac:spMk id="54216" creationId="{D317C8CD-A8B3-73E7-F9A2-755D9601C04F}"/>
          </ac:spMkLst>
        </pc:spChg>
        <pc:spChg chg="mod">
          <ac:chgData name="Yeo Xiong Wei, Jonathan" userId="ac2b658e-7ce1-44bb-9f9f-bf4198ceaa29" providerId="ADAL" clId="{368D971C-2FC8-47B8-8A11-8E628BED7931}" dt="2023-09-01T10:19:17.482" v="4278"/>
          <ac:spMkLst>
            <pc:docMk/>
            <pc:sldMk cId="898455515" sldId="561"/>
            <ac:spMk id="54217" creationId="{BD2B58BB-1D55-B79E-726E-0721CE2480D0}"/>
          </ac:spMkLst>
        </pc:spChg>
        <pc:spChg chg="mod">
          <ac:chgData name="Yeo Xiong Wei, Jonathan" userId="ac2b658e-7ce1-44bb-9f9f-bf4198ceaa29" providerId="ADAL" clId="{368D971C-2FC8-47B8-8A11-8E628BED7931}" dt="2023-09-01T10:19:22.607" v="4282"/>
          <ac:spMkLst>
            <pc:docMk/>
            <pc:sldMk cId="898455515" sldId="561"/>
            <ac:spMk id="54274" creationId="{D5A53907-8E2A-3AD7-9934-BB76237665E6}"/>
          </ac:spMkLst>
        </pc:spChg>
        <pc:spChg chg="mod">
          <ac:chgData name="Yeo Xiong Wei, Jonathan" userId="ac2b658e-7ce1-44bb-9f9f-bf4198ceaa29" providerId="ADAL" clId="{368D971C-2FC8-47B8-8A11-8E628BED7931}" dt="2023-09-01T10:19:22.607" v="4282"/>
          <ac:spMkLst>
            <pc:docMk/>
            <pc:sldMk cId="898455515" sldId="561"/>
            <ac:spMk id="54275" creationId="{B9411B87-764F-D16A-B976-E03A3ADD6BC8}"/>
          </ac:spMkLst>
        </pc:spChg>
        <pc:spChg chg="mod">
          <ac:chgData name="Yeo Xiong Wei, Jonathan" userId="ac2b658e-7ce1-44bb-9f9f-bf4198ceaa29" providerId="ADAL" clId="{368D971C-2FC8-47B8-8A11-8E628BED7931}" dt="2023-09-01T10:19:22.607" v="4282"/>
          <ac:spMkLst>
            <pc:docMk/>
            <pc:sldMk cId="898455515" sldId="561"/>
            <ac:spMk id="54278" creationId="{C75DAD32-7A27-7BA3-4071-6DFE6631F0A7}"/>
          </ac:spMkLst>
        </pc:spChg>
        <pc:spChg chg="mod">
          <ac:chgData name="Yeo Xiong Wei, Jonathan" userId="ac2b658e-7ce1-44bb-9f9f-bf4198ceaa29" providerId="ADAL" clId="{368D971C-2FC8-47B8-8A11-8E628BED7931}" dt="2023-09-01T10:19:22.607" v="4282"/>
          <ac:spMkLst>
            <pc:docMk/>
            <pc:sldMk cId="898455515" sldId="561"/>
            <ac:spMk id="54279" creationId="{E73819E2-9341-C3C2-7ABC-26FCCD9D4794}"/>
          </ac:spMkLst>
        </pc:spChg>
        <pc:spChg chg="mod">
          <ac:chgData name="Yeo Xiong Wei, Jonathan" userId="ac2b658e-7ce1-44bb-9f9f-bf4198ceaa29" providerId="ADAL" clId="{368D971C-2FC8-47B8-8A11-8E628BED7931}" dt="2023-09-01T10:19:22.607" v="4282"/>
          <ac:spMkLst>
            <pc:docMk/>
            <pc:sldMk cId="898455515" sldId="561"/>
            <ac:spMk id="54282" creationId="{2F9D1C0C-0CED-5BB0-C00C-AD506EE33D31}"/>
          </ac:spMkLst>
        </pc:spChg>
        <pc:spChg chg="mod">
          <ac:chgData name="Yeo Xiong Wei, Jonathan" userId="ac2b658e-7ce1-44bb-9f9f-bf4198ceaa29" providerId="ADAL" clId="{368D971C-2FC8-47B8-8A11-8E628BED7931}" dt="2023-09-01T10:19:22.607" v="4282"/>
          <ac:spMkLst>
            <pc:docMk/>
            <pc:sldMk cId="898455515" sldId="561"/>
            <ac:spMk id="54283" creationId="{DD659300-E72E-A688-D034-3700FC8DAFEF}"/>
          </ac:spMkLst>
        </pc:spChg>
        <pc:spChg chg="add del mod">
          <ac:chgData name="Yeo Xiong Wei, Jonathan" userId="ac2b658e-7ce1-44bb-9f9f-bf4198ceaa29" providerId="ADAL" clId="{368D971C-2FC8-47B8-8A11-8E628BED7931}" dt="2023-09-01T10:33:12.587" v="4924" actId="478"/>
          <ac:spMkLst>
            <pc:docMk/>
            <pc:sldMk cId="898455515" sldId="561"/>
            <ac:spMk id="54332" creationId="{B981745B-47C2-2A7B-0109-7491A6F1C1C3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333" creationId="{A5FAF7E1-9DC8-99B4-923A-B6A61F755F08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346" creationId="{4C0DDCF6-2A85-DA0F-FA0D-F8471CF354D6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347" creationId="{FC2C4FE1-9BA5-F14C-AD41-C2C2790A76CD}"/>
          </ac:spMkLst>
        </pc:spChg>
        <pc:spChg chg="mod">
          <ac:chgData name="Yeo Xiong Wei, Jonathan" userId="ac2b658e-7ce1-44bb-9f9f-bf4198ceaa29" providerId="ADAL" clId="{368D971C-2FC8-47B8-8A11-8E628BED7931}" dt="2023-09-01T10:24:35.671" v="4612"/>
          <ac:spMkLst>
            <pc:docMk/>
            <pc:sldMk cId="898455515" sldId="561"/>
            <ac:spMk id="54356" creationId="{8B6A2015-C297-69E8-A6CF-0D674795E532}"/>
          </ac:spMkLst>
        </pc:spChg>
        <pc:spChg chg="mod">
          <ac:chgData name="Yeo Xiong Wei, Jonathan" userId="ac2b658e-7ce1-44bb-9f9f-bf4198ceaa29" providerId="ADAL" clId="{368D971C-2FC8-47B8-8A11-8E628BED7931}" dt="2023-09-01T10:24:35.671" v="4612"/>
          <ac:spMkLst>
            <pc:docMk/>
            <pc:sldMk cId="898455515" sldId="561"/>
            <ac:spMk id="54357" creationId="{F7B688AF-9F7F-CF7D-7E57-069CD609D775}"/>
          </ac:spMkLst>
        </pc:spChg>
        <pc:spChg chg="mod">
          <ac:chgData name="Yeo Xiong Wei, Jonathan" userId="ac2b658e-7ce1-44bb-9f9f-bf4198ceaa29" providerId="ADAL" clId="{368D971C-2FC8-47B8-8A11-8E628BED7931}" dt="2023-09-01T10:24:35.671" v="4612"/>
          <ac:spMkLst>
            <pc:docMk/>
            <pc:sldMk cId="898455515" sldId="561"/>
            <ac:spMk id="54360" creationId="{F57B7974-6074-B9F3-EC29-4619781281CF}"/>
          </ac:spMkLst>
        </pc:spChg>
        <pc:spChg chg="mod">
          <ac:chgData name="Yeo Xiong Wei, Jonathan" userId="ac2b658e-7ce1-44bb-9f9f-bf4198ceaa29" providerId="ADAL" clId="{368D971C-2FC8-47B8-8A11-8E628BED7931}" dt="2023-09-01T10:24:35.671" v="4612"/>
          <ac:spMkLst>
            <pc:docMk/>
            <pc:sldMk cId="898455515" sldId="561"/>
            <ac:spMk id="54361" creationId="{BD68C87C-5711-27B6-145C-A1158E3FF50E}"/>
          </ac:spMkLst>
        </pc:spChg>
        <pc:spChg chg="mod">
          <ac:chgData name="Yeo Xiong Wei, Jonathan" userId="ac2b658e-7ce1-44bb-9f9f-bf4198ceaa29" providerId="ADAL" clId="{368D971C-2FC8-47B8-8A11-8E628BED7931}" dt="2023-09-01T10:24:35.671" v="4612"/>
          <ac:spMkLst>
            <pc:docMk/>
            <pc:sldMk cId="898455515" sldId="561"/>
            <ac:spMk id="54364" creationId="{20F0CF4F-A560-7E2D-FE7F-8AE223200804}"/>
          </ac:spMkLst>
        </pc:spChg>
        <pc:spChg chg="mod">
          <ac:chgData name="Yeo Xiong Wei, Jonathan" userId="ac2b658e-7ce1-44bb-9f9f-bf4198ceaa29" providerId="ADAL" clId="{368D971C-2FC8-47B8-8A11-8E628BED7931}" dt="2023-09-01T10:24:35.671" v="4612"/>
          <ac:spMkLst>
            <pc:docMk/>
            <pc:sldMk cId="898455515" sldId="561"/>
            <ac:spMk id="54365" creationId="{B2605AFA-3032-F7A5-0753-2C8C24C127B5}"/>
          </ac:spMkLst>
        </pc:spChg>
        <pc:spChg chg="add del mod">
          <ac:chgData name="Yeo Xiong Wei, Jonathan" userId="ac2b658e-7ce1-44bb-9f9f-bf4198ceaa29" providerId="ADAL" clId="{368D971C-2FC8-47B8-8A11-8E628BED7931}" dt="2023-09-01T10:25:43.850" v="4624" actId="478"/>
          <ac:spMkLst>
            <pc:docMk/>
            <pc:sldMk cId="898455515" sldId="561"/>
            <ac:spMk id="54414" creationId="{944FC22A-7960-482B-05D7-0AEA3430E671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15" creationId="{383BEE8C-3093-6DCF-68B7-8E78F9B21659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16" creationId="{2D29EFFD-EFF6-A948-B2E0-14FC181102CC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17" creationId="{D6971B85-3224-DCA7-1756-B3D0207646F8}"/>
          </ac:spMkLst>
        </pc:spChg>
        <pc:spChg chg="add del mod">
          <ac:chgData name="Yeo Xiong Wei, Jonathan" userId="ac2b658e-7ce1-44bb-9f9f-bf4198ceaa29" providerId="ADAL" clId="{368D971C-2FC8-47B8-8A11-8E628BED7931}" dt="2023-09-01T10:28:15.234" v="4704" actId="478"/>
          <ac:spMkLst>
            <pc:docMk/>
            <pc:sldMk cId="898455515" sldId="561"/>
            <ac:spMk id="54418" creationId="{E2EA6610-554E-14B4-84C8-EC1C1C964CA4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19" creationId="{7882BC44-9A94-F30B-3D89-8AFE7130B4C2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20" creationId="{A9D68036-C63C-9656-80EE-AA8C5D1B3B8E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21" creationId="{A2F6598F-33BD-24F3-4C16-D84BB258B76D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22" creationId="{85CD7E0D-ED1F-8EB5-E28F-61EDC77AAD7A}"/>
          </ac:spMkLst>
        </pc:spChg>
        <pc:spChg chg="add del mod">
          <ac:chgData name="Yeo Xiong Wei, Jonathan" userId="ac2b658e-7ce1-44bb-9f9f-bf4198ceaa29" providerId="ADAL" clId="{368D971C-2FC8-47B8-8A11-8E628BED7931}" dt="2023-09-01T10:33:16.148" v="4925" actId="478"/>
          <ac:spMkLst>
            <pc:docMk/>
            <pc:sldMk cId="898455515" sldId="561"/>
            <ac:spMk id="54423" creationId="{3F4268CE-E7C1-C230-FE2F-A543376324E0}"/>
          </ac:spMkLst>
        </pc:spChg>
        <pc:spChg chg="add del mod">
          <ac:chgData name="Yeo Xiong Wei, Jonathan" userId="ac2b658e-7ce1-44bb-9f9f-bf4198ceaa29" providerId="ADAL" clId="{368D971C-2FC8-47B8-8A11-8E628BED7931}" dt="2023-09-01T10:33:08.355" v="4923" actId="478"/>
          <ac:spMkLst>
            <pc:docMk/>
            <pc:sldMk cId="898455515" sldId="561"/>
            <ac:spMk id="54473" creationId="{CFEB8F3E-C67A-F334-83E1-BBD591514646}"/>
          </ac:spMkLst>
        </pc:spChg>
        <pc:spChg chg="add mod">
          <ac:chgData name="Yeo Xiong Wei, Jonathan" userId="ac2b658e-7ce1-44bb-9f9f-bf4198ceaa29" providerId="ADAL" clId="{368D971C-2FC8-47B8-8A11-8E628BED7931}" dt="2023-09-01T10:36:47.083" v="5418" actId="1076"/>
          <ac:spMkLst>
            <pc:docMk/>
            <pc:sldMk cId="898455515" sldId="561"/>
            <ac:spMk id="54474" creationId="{B1C8DA7A-87E3-B8A8-15AB-41A3CA341E31}"/>
          </ac:spMkLst>
        </pc:spChg>
        <pc:spChg chg="add mod">
          <ac:chgData name="Yeo Xiong Wei, Jonathan" userId="ac2b658e-7ce1-44bb-9f9f-bf4198ceaa29" providerId="ADAL" clId="{368D971C-2FC8-47B8-8A11-8E628BED7931}" dt="2023-09-01T10:36:47.083" v="5418" actId="1076"/>
          <ac:spMkLst>
            <pc:docMk/>
            <pc:sldMk cId="898455515" sldId="561"/>
            <ac:spMk id="54475" creationId="{C7F39787-D68F-FEEF-3F23-72FA948BA8C7}"/>
          </ac:spMkLst>
        </pc:spChg>
        <pc:spChg chg="add mod">
          <ac:chgData name="Yeo Xiong Wei, Jonathan" userId="ac2b658e-7ce1-44bb-9f9f-bf4198ceaa29" providerId="ADAL" clId="{368D971C-2FC8-47B8-8A11-8E628BED7931}" dt="2023-09-01T10:36:47.083" v="5418" actId="1076"/>
          <ac:spMkLst>
            <pc:docMk/>
            <pc:sldMk cId="898455515" sldId="561"/>
            <ac:spMk id="54476" creationId="{B6AE7817-5EA5-F87D-F351-4A2887F30C40}"/>
          </ac:spMkLst>
        </pc:spChg>
        <pc:spChg chg="add mod">
          <ac:chgData name="Yeo Xiong Wei, Jonathan" userId="ac2b658e-7ce1-44bb-9f9f-bf4198ceaa29" providerId="ADAL" clId="{368D971C-2FC8-47B8-8A11-8E628BED7931}" dt="2023-09-01T10:40:13.268" v="5580" actId="1037"/>
          <ac:spMkLst>
            <pc:docMk/>
            <pc:sldMk cId="898455515" sldId="561"/>
            <ac:spMk id="54477" creationId="{965FB008-3EB4-17C2-9EEF-C04689F28E47}"/>
          </ac:spMkLst>
        </pc:spChg>
        <pc:spChg chg="add mod">
          <ac:chgData name="Yeo Xiong Wei, Jonathan" userId="ac2b658e-7ce1-44bb-9f9f-bf4198ceaa29" providerId="ADAL" clId="{368D971C-2FC8-47B8-8A11-8E628BED7931}" dt="2023-09-01T10:35:54.575" v="5381" actId="20577"/>
          <ac:spMkLst>
            <pc:docMk/>
            <pc:sldMk cId="898455515" sldId="561"/>
            <ac:spMk id="54478" creationId="{DA87ED57-CF71-CB66-BCC3-7E0FE5B8BD1A}"/>
          </ac:spMkLst>
        </pc:spChg>
        <pc:spChg chg="add mod">
          <ac:chgData name="Yeo Xiong Wei, Jonathan" userId="ac2b658e-7ce1-44bb-9f9f-bf4198ceaa29" providerId="ADAL" clId="{368D971C-2FC8-47B8-8A11-8E628BED7931}" dt="2023-09-01T10:36:05.049" v="5388" actId="20577"/>
          <ac:spMkLst>
            <pc:docMk/>
            <pc:sldMk cId="898455515" sldId="561"/>
            <ac:spMk id="54479" creationId="{D0D81E23-4DB6-E124-2849-F71A37BA3C5C}"/>
          </ac:spMkLst>
        </pc:spChg>
        <pc:spChg chg="add mod">
          <ac:chgData name="Yeo Xiong Wei, Jonathan" userId="ac2b658e-7ce1-44bb-9f9f-bf4198ceaa29" providerId="ADAL" clId="{368D971C-2FC8-47B8-8A11-8E628BED7931}" dt="2023-09-01T10:36:13.389" v="5396" actId="20577"/>
          <ac:spMkLst>
            <pc:docMk/>
            <pc:sldMk cId="898455515" sldId="561"/>
            <ac:spMk id="54480" creationId="{6DF7CFFA-37E4-DEB0-504B-22F6981C3365}"/>
          </ac:spMkLst>
        </pc:spChg>
        <pc:spChg chg="add mod">
          <ac:chgData name="Yeo Xiong Wei, Jonathan" userId="ac2b658e-7ce1-44bb-9f9f-bf4198ceaa29" providerId="ADAL" clId="{368D971C-2FC8-47B8-8A11-8E628BED7931}" dt="2023-09-01T10:36:23.072" v="5401" actId="20577"/>
          <ac:spMkLst>
            <pc:docMk/>
            <pc:sldMk cId="898455515" sldId="561"/>
            <ac:spMk id="54481" creationId="{5F62CD05-163D-7275-1A2F-3E1AC09AA04F}"/>
          </ac:spMkLst>
        </pc:spChg>
        <pc:spChg chg="add mod">
          <ac:chgData name="Yeo Xiong Wei, Jonathan" userId="ac2b658e-7ce1-44bb-9f9f-bf4198ceaa29" providerId="ADAL" clId="{368D971C-2FC8-47B8-8A11-8E628BED7931}" dt="2023-09-01T10:36:43.451" v="5417" actId="1076"/>
          <ac:spMkLst>
            <pc:docMk/>
            <pc:sldMk cId="898455515" sldId="561"/>
            <ac:spMk id="54482" creationId="{0FDF7FFD-4AEC-BC51-257E-3127B1CA0AD9}"/>
          </ac:spMkLst>
        </pc:spChg>
        <pc:spChg chg="add mod">
          <ac:chgData name="Yeo Xiong Wei, Jonathan" userId="ac2b658e-7ce1-44bb-9f9f-bf4198ceaa29" providerId="ADAL" clId="{368D971C-2FC8-47B8-8A11-8E628BED7931}" dt="2023-09-01T10:39:03.549" v="5566" actId="1076"/>
          <ac:spMkLst>
            <pc:docMk/>
            <pc:sldMk cId="898455515" sldId="561"/>
            <ac:spMk id="54483" creationId="{4DBC3674-45D1-0DFB-FD64-BC5770BFFB70}"/>
          </ac:spMkLst>
        </pc:spChg>
        <pc:spChg chg="add mod">
          <ac:chgData name="Yeo Xiong Wei, Jonathan" userId="ac2b658e-7ce1-44bb-9f9f-bf4198ceaa29" providerId="ADAL" clId="{368D971C-2FC8-47B8-8A11-8E628BED7931}" dt="2023-09-01T10:39:56.765" v="5579" actId="1076"/>
          <ac:spMkLst>
            <pc:docMk/>
            <pc:sldMk cId="898455515" sldId="561"/>
            <ac:spMk id="54484" creationId="{0F01B24C-E536-46E8-268F-9931E9601418}"/>
          </ac:spMkLst>
        </pc:spChg>
        <pc:grpChg chg="add del mod">
          <ac:chgData name="Yeo Xiong Wei, Jonathan" userId="ac2b658e-7ce1-44bb-9f9f-bf4198ceaa29" providerId="ADAL" clId="{368D971C-2FC8-47B8-8A11-8E628BED7931}" dt="2023-09-01T10:01:45.926" v="3807"/>
          <ac:grpSpMkLst>
            <pc:docMk/>
            <pc:sldMk cId="898455515" sldId="561"/>
            <ac:grpSpMk id="3" creationId="{0DF1978D-951C-7E3B-468F-4EE7E901FDE6}"/>
          </ac:grpSpMkLst>
        </pc:grpChg>
        <pc:grpChg chg="mod">
          <ac:chgData name="Yeo Xiong Wei, Jonathan" userId="ac2b658e-7ce1-44bb-9f9f-bf4198ceaa29" providerId="ADAL" clId="{368D971C-2FC8-47B8-8A11-8E628BED7931}" dt="2023-09-01T10:01:43.070" v="3806"/>
          <ac:grpSpMkLst>
            <pc:docMk/>
            <pc:sldMk cId="898455515" sldId="561"/>
            <ac:grpSpMk id="5" creationId="{BD16EE24-B146-083B-A046-F4E31BC756AB}"/>
          </ac:grpSpMkLst>
        </pc:grpChg>
        <pc:grpChg chg="mod">
          <ac:chgData name="Yeo Xiong Wei, Jonathan" userId="ac2b658e-7ce1-44bb-9f9f-bf4198ceaa29" providerId="ADAL" clId="{368D971C-2FC8-47B8-8A11-8E628BED7931}" dt="2023-09-01T10:01:43.070" v="3806"/>
          <ac:grpSpMkLst>
            <pc:docMk/>
            <pc:sldMk cId="898455515" sldId="561"/>
            <ac:grpSpMk id="6" creationId="{ABB34721-EB49-2DF8-4055-DF748855BD1A}"/>
          </ac:grpSpMkLst>
        </pc:grpChg>
        <pc:grpChg chg="mod">
          <ac:chgData name="Yeo Xiong Wei, Jonathan" userId="ac2b658e-7ce1-44bb-9f9f-bf4198ceaa29" providerId="ADAL" clId="{368D971C-2FC8-47B8-8A11-8E628BED7931}" dt="2023-09-01T10:01:43.070" v="3806"/>
          <ac:grpSpMkLst>
            <pc:docMk/>
            <pc:sldMk cId="898455515" sldId="561"/>
            <ac:grpSpMk id="7" creationId="{3AA76212-23CA-BF2C-9F6D-344BB92C2AFE}"/>
          </ac:grpSpMkLst>
        </pc:grpChg>
        <pc:grpChg chg="add mod">
          <ac:chgData name="Yeo Xiong Wei, Jonathan" userId="ac2b658e-7ce1-44bb-9f9f-bf4198ceaa29" providerId="ADAL" clId="{368D971C-2FC8-47B8-8A11-8E628BED7931}" dt="2023-09-01T10:02:31.615" v="3823" actId="164"/>
          <ac:grpSpMkLst>
            <pc:docMk/>
            <pc:sldMk cId="898455515" sldId="561"/>
            <ac:grpSpMk id="20" creationId="{85B6913A-5DD7-2009-2C73-4F559C402819}"/>
          </ac:grpSpMkLst>
        </pc:grpChg>
        <pc:grpChg chg="mod">
          <ac:chgData name="Yeo Xiong Wei, Jonathan" userId="ac2b658e-7ce1-44bb-9f9f-bf4198ceaa29" providerId="ADAL" clId="{368D971C-2FC8-47B8-8A11-8E628BED7931}" dt="2023-09-01T10:01:53.664" v="3808"/>
          <ac:grpSpMkLst>
            <pc:docMk/>
            <pc:sldMk cId="898455515" sldId="561"/>
            <ac:grpSpMk id="21" creationId="{AFEFF78D-1CD0-0805-C36C-60C58C7971F1}"/>
          </ac:grpSpMkLst>
        </pc:grpChg>
        <pc:grpChg chg="mod">
          <ac:chgData name="Yeo Xiong Wei, Jonathan" userId="ac2b658e-7ce1-44bb-9f9f-bf4198ceaa29" providerId="ADAL" clId="{368D971C-2FC8-47B8-8A11-8E628BED7931}" dt="2023-09-01T10:01:53.664" v="3808"/>
          <ac:grpSpMkLst>
            <pc:docMk/>
            <pc:sldMk cId="898455515" sldId="561"/>
            <ac:grpSpMk id="22" creationId="{851E73FB-4999-52CB-2088-B16466D9761D}"/>
          </ac:grpSpMkLst>
        </pc:grpChg>
        <pc:grpChg chg="mod">
          <ac:chgData name="Yeo Xiong Wei, Jonathan" userId="ac2b658e-7ce1-44bb-9f9f-bf4198ceaa29" providerId="ADAL" clId="{368D971C-2FC8-47B8-8A11-8E628BED7931}" dt="2023-09-01T10:01:53.664" v="3808"/>
          <ac:grpSpMkLst>
            <pc:docMk/>
            <pc:sldMk cId="898455515" sldId="561"/>
            <ac:grpSpMk id="23" creationId="{35600401-9F77-1A14-1099-23A7F7942709}"/>
          </ac:grpSpMkLst>
        </pc:grpChg>
        <pc:grpChg chg="add mod">
          <ac:chgData name="Yeo Xiong Wei, Jonathan" userId="ac2b658e-7ce1-44bb-9f9f-bf4198ceaa29" providerId="ADAL" clId="{368D971C-2FC8-47B8-8A11-8E628BED7931}" dt="2023-09-01T10:15:25.542" v="4217" actId="1076"/>
          <ac:grpSpMkLst>
            <pc:docMk/>
            <pc:sldMk cId="898455515" sldId="561"/>
            <ac:grpSpMk id="37" creationId="{8675534C-EA36-3C26-0198-BCBC2376B9FF}"/>
          </ac:grpSpMkLst>
        </pc:grpChg>
        <pc:grpChg chg="add del mod">
          <ac:chgData name="Yeo Xiong Wei, Jonathan" userId="ac2b658e-7ce1-44bb-9f9f-bf4198ceaa29" providerId="ADAL" clId="{368D971C-2FC8-47B8-8A11-8E628BED7931}" dt="2023-09-01T10:02:48.227" v="3829"/>
          <ac:grpSpMkLst>
            <pc:docMk/>
            <pc:sldMk cId="898455515" sldId="561"/>
            <ac:grpSpMk id="38" creationId="{D5A5F642-ACBB-E785-5D3F-B245CE205A0E}"/>
          </ac:grpSpMkLst>
        </pc:grpChg>
        <pc:grpChg chg="mod">
          <ac:chgData name="Yeo Xiong Wei, Jonathan" userId="ac2b658e-7ce1-44bb-9f9f-bf4198ceaa29" providerId="ADAL" clId="{368D971C-2FC8-47B8-8A11-8E628BED7931}" dt="2023-09-01T10:02:40.747" v="3826"/>
          <ac:grpSpMkLst>
            <pc:docMk/>
            <pc:sldMk cId="898455515" sldId="561"/>
            <ac:grpSpMk id="39" creationId="{BD245867-2FF4-2AAE-1564-7F1237CB4A65}"/>
          </ac:grpSpMkLst>
        </pc:grpChg>
        <pc:grpChg chg="mod">
          <ac:chgData name="Yeo Xiong Wei, Jonathan" userId="ac2b658e-7ce1-44bb-9f9f-bf4198ceaa29" providerId="ADAL" clId="{368D971C-2FC8-47B8-8A11-8E628BED7931}" dt="2023-09-01T10:02:40.747" v="3826"/>
          <ac:grpSpMkLst>
            <pc:docMk/>
            <pc:sldMk cId="898455515" sldId="561"/>
            <ac:grpSpMk id="41" creationId="{63B2075B-07BD-E39B-892A-F80861A166C2}"/>
          </ac:grpSpMkLst>
        </pc:grpChg>
        <pc:grpChg chg="mod">
          <ac:chgData name="Yeo Xiong Wei, Jonathan" userId="ac2b658e-7ce1-44bb-9f9f-bf4198ceaa29" providerId="ADAL" clId="{368D971C-2FC8-47B8-8A11-8E628BED7931}" dt="2023-09-01T10:02:40.747" v="3826"/>
          <ac:grpSpMkLst>
            <pc:docMk/>
            <pc:sldMk cId="898455515" sldId="561"/>
            <ac:grpSpMk id="42" creationId="{2359052D-9830-4DCF-92BB-E585CDBE9190}"/>
          </ac:grpSpMkLst>
        </pc:grpChg>
        <pc:grpChg chg="mod">
          <ac:chgData name="Yeo Xiong Wei, Jonathan" userId="ac2b658e-7ce1-44bb-9f9f-bf4198ceaa29" providerId="ADAL" clId="{368D971C-2FC8-47B8-8A11-8E628BED7931}" dt="2023-09-01T10:02:40.747" v="3826"/>
          <ac:grpSpMkLst>
            <pc:docMk/>
            <pc:sldMk cId="898455515" sldId="561"/>
            <ac:grpSpMk id="43" creationId="{27DC14F8-C1A7-07B9-C1F8-568F75958F0F}"/>
          </ac:grpSpMkLst>
        </pc:grpChg>
        <pc:grpChg chg="add del mod">
          <ac:chgData name="Yeo Xiong Wei, Jonathan" userId="ac2b658e-7ce1-44bb-9f9f-bf4198ceaa29" providerId="ADAL" clId="{368D971C-2FC8-47B8-8A11-8E628BED7931}" dt="2023-09-01T10:03:14.340" v="3846" actId="478"/>
          <ac:grpSpMkLst>
            <pc:docMk/>
            <pc:sldMk cId="898455515" sldId="561"/>
            <ac:grpSpMk id="56" creationId="{C4371E9B-412F-151A-F3FB-4CB9DC321BF4}"/>
          </ac:grpSpMkLst>
        </pc:grpChg>
        <pc:grpChg chg="mod">
          <ac:chgData name="Yeo Xiong Wei, Jonathan" userId="ac2b658e-7ce1-44bb-9f9f-bf4198ceaa29" providerId="ADAL" clId="{368D971C-2FC8-47B8-8A11-8E628BED7931}" dt="2023-09-01T10:02:56.546" v="3834"/>
          <ac:grpSpMkLst>
            <pc:docMk/>
            <pc:sldMk cId="898455515" sldId="561"/>
            <ac:grpSpMk id="57" creationId="{8ACD8B5F-78AD-2093-9127-61A454F5C4B9}"/>
          </ac:grpSpMkLst>
        </pc:grpChg>
        <pc:grpChg chg="mod">
          <ac:chgData name="Yeo Xiong Wei, Jonathan" userId="ac2b658e-7ce1-44bb-9f9f-bf4198ceaa29" providerId="ADAL" clId="{368D971C-2FC8-47B8-8A11-8E628BED7931}" dt="2023-09-01T10:02:56.546" v="3834"/>
          <ac:grpSpMkLst>
            <pc:docMk/>
            <pc:sldMk cId="898455515" sldId="561"/>
            <ac:grpSpMk id="59" creationId="{70B86A34-116D-5359-DF84-975A459DA306}"/>
          </ac:grpSpMkLst>
        </pc:grpChg>
        <pc:grpChg chg="mod">
          <ac:chgData name="Yeo Xiong Wei, Jonathan" userId="ac2b658e-7ce1-44bb-9f9f-bf4198ceaa29" providerId="ADAL" clId="{368D971C-2FC8-47B8-8A11-8E628BED7931}" dt="2023-09-01T10:02:56.546" v="3834"/>
          <ac:grpSpMkLst>
            <pc:docMk/>
            <pc:sldMk cId="898455515" sldId="561"/>
            <ac:grpSpMk id="60" creationId="{C7C49415-5D5D-CC22-97CF-FFA735FF4ABD}"/>
          </ac:grpSpMkLst>
        </pc:grpChg>
        <pc:grpChg chg="mod">
          <ac:chgData name="Yeo Xiong Wei, Jonathan" userId="ac2b658e-7ce1-44bb-9f9f-bf4198ceaa29" providerId="ADAL" clId="{368D971C-2FC8-47B8-8A11-8E628BED7931}" dt="2023-09-01T10:02:56.546" v="3834"/>
          <ac:grpSpMkLst>
            <pc:docMk/>
            <pc:sldMk cId="898455515" sldId="561"/>
            <ac:grpSpMk id="61" creationId="{247928DD-4B1E-B788-849C-1738AC5EC601}"/>
          </ac:grpSpMkLst>
        </pc:grpChg>
        <pc:grpChg chg="add del mod">
          <ac:chgData name="Yeo Xiong Wei, Jonathan" userId="ac2b658e-7ce1-44bb-9f9f-bf4198ceaa29" providerId="ADAL" clId="{368D971C-2FC8-47B8-8A11-8E628BED7931}" dt="2023-09-01T10:03:13.717" v="3845" actId="478"/>
          <ac:grpSpMkLst>
            <pc:docMk/>
            <pc:sldMk cId="898455515" sldId="561"/>
            <ac:grpSpMk id="53259" creationId="{A5C631D4-4B0D-942C-E60F-B3DE39559A6D}"/>
          </ac:grpSpMkLst>
        </pc:grpChg>
        <pc:grpChg chg="mod">
          <ac:chgData name="Yeo Xiong Wei, Jonathan" userId="ac2b658e-7ce1-44bb-9f9f-bf4198ceaa29" providerId="ADAL" clId="{368D971C-2FC8-47B8-8A11-8E628BED7931}" dt="2023-09-01T10:03:02.233" v="3838"/>
          <ac:grpSpMkLst>
            <pc:docMk/>
            <pc:sldMk cId="898455515" sldId="561"/>
            <ac:grpSpMk id="53260" creationId="{048BA0A8-124B-1CFA-15EB-8E9B982DA1A8}"/>
          </ac:grpSpMkLst>
        </pc:grpChg>
        <pc:grpChg chg="mod">
          <ac:chgData name="Yeo Xiong Wei, Jonathan" userId="ac2b658e-7ce1-44bb-9f9f-bf4198ceaa29" providerId="ADAL" clId="{368D971C-2FC8-47B8-8A11-8E628BED7931}" dt="2023-09-01T10:03:02.233" v="3838"/>
          <ac:grpSpMkLst>
            <pc:docMk/>
            <pc:sldMk cId="898455515" sldId="561"/>
            <ac:grpSpMk id="53262" creationId="{5A898D2B-5EC7-C7B1-9AE0-F0CD5A97EB6C}"/>
          </ac:grpSpMkLst>
        </pc:grpChg>
        <pc:grpChg chg="mod">
          <ac:chgData name="Yeo Xiong Wei, Jonathan" userId="ac2b658e-7ce1-44bb-9f9f-bf4198ceaa29" providerId="ADAL" clId="{368D971C-2FC8-47B8-8A11-8E628BED7931}" dt="2023-09-01T10:03:02.233" v="3838"/>
          <ac:grpSpMkLst>
            <pc:docMk/>
            <pc:sldMk cId="898455515" sldId="561"/>
            <ac:grpSpMk id="53263" creationId="{A734283A-8C2A-B7BD-8C00-66E830DBB93F}"/>
          </ac:grpSpMkLst>
        </pc:grpChg>
        <pc:grpChg chg="mod">
          <ac:chgData name="Yeo Xiong Wei, Jonathan" userId="ac2b658e-7ce1-44bb-9f9f-bf4198ceaa29" providerId="ADAL" clId="{368D971C-2FC8-47B8-8A11-8E628BED7931}" dt="2023-09-01T10:03:02.233" v="3838"/>
          <ac:grpSpMkLst>
            <pc:docMk/>
            <pc:sldMk cId="898455515" sldId="561"/>
            <ac:grpSpMk id="53264" creationId="{20A6FD15-BA79-3C1C-D94E-0B4C83633CA2}"/>
          </ac:grpSpMkLst>
        </pc:grpChg>
        <pc:grpChg chg="add del mod">
          <ac:chgData name="Yeo Xiong Wei, Jonathan" userId="ac2b658e-7ce1-44bb-9f9f-bf4198ceaa29" providerId="ADAL" clId="{368D971C-2FC8-47B8-8A11-8E628BED7931}" dt="2023-09-01T10:08:44.301" v="4012" actId="478"/>
          <ac:grpSpMkLst>
            <pc:docMk/>
            <pc:sldMk cId="898455515" sldId="561"/>
            <ac:grpSpMk id="53277" creationId="{1297A270-4163-F081-8088-3A2E0DA43442}"/>
          </ac:grpSpMkLst>
        </pc:grpChg>
        <pc:grpChg chg="mod">
          <ac:chgData name="Yeo Xiong Wei, Jonathan" userId="ac2b658e-7ce1-44bb-9f9f-bf4198ceaa29" providerId="ADAL" clId="{368D971C-2FC8-47B8-8A11-8E628BED7931}" dt="2023-09-01T10:03:15.697" v="3847"/>
          <ac:grpSpMkLst>
            <pc:docMk/>
            <pc:sldMk cId="898455515" sldId="561"/>
            <ac:grpSpMk id="53278" creationId="{391B6F55-15D0-70A0-AF4E-A1D289DE2DBF}"/>
          </ac:grpSpMkLst>
        </pc:grpChg>
        <pc:grpChg chg="mod">
          <ac:chgData name="Yeo Xiong Wei, Jonathan" userId="ac2b658e-7ce1-44bb-9f9f-bf4198ceaa29" providerId="ADAL" clId="{368D971C-2FC8-47B8-8A11-8E628BED7931}" dt="2023-09-01T10:03:15.697" v="3847"/>
          <ac:grpSpMkLst>
            <pc:docMk/>
            <pc:sldMk cId="898455515" sldId="561"/>
            <ac:grpSpMk id="53280" creationId="{DAFB6201-D651-7A77-2A6B-C465B4C62764}"/>
          </ac:grpSpMkLst>
        </pc:grpChg>
        <pc:grpChg chg="mod">
          <ac:chgData name="Yeo Xiong Wei, Jonathan" userId="ac2b658e-7ce1-44bb-9f9f-bf4198ceaa29" providerId="ADAL" clId="{368D971C-2FC8-47B8-8A11-8E628BED7931}" dt="2023-09-01T10:03:15.697" v="3847"/>
          <ac:grpSpMkLst>
            <pc:docMk/>
            <pc:sldMk cId="898455515" sldId="561"/>
            <ac:grpSpMk id="53281" creationId="{8AF059BA-8EA7-E0D4-57BD-F7372E3B48F3}"/>
          </ac:grpSpMkLst>
        </pc:grpChg>
        <pc:grpChg chg="mod">
          <ac:chgData name="Yeo Xiong Wei, Jonathan" userId="ac2b658e-7ce1-44bb-9f9f-bf4198ceaa29" providerId="ADAL" clId="{368D971C-2FC8-47B8-8A11-8E628BED7931}" dt="2023-09-01T10:03:15.697" v="3847"/>
          <ac:grpSpMkLst>
            <pc:docMk/>
            <pc:sldMk cId="898455515" sldId="561"/>
            <ac:grpSpMk id="53282" creationId="{B36D2DFC-DEC2-9194-673D-93F23294C09A}"/>
          </ac:grpSpMkLst>
        </pc:grpChg>
        <pc:grpChg chg="add del mod">
          <ac:chgData name="Yeo Xiong Wei, Jonathan" userId="ac2b658e-7ce1-44bb-9f9f-bf4198ceaa29" providerId="ADAL" clId="{368D971C-2FC8-47B8-8A11-8E628BED7931}" dt="2023-09-01T10:08:48.216" v="4015" actId="478"/>
          <ac:grpSpMkLst>
            <pc:docMk/>
            <pc:sldMk cId="898455515" sldId="561"/>
            <ac:grpSpMk id="53295" creationId="{3F8E630E-F0FA-3098-54F0-436816B73C22}"/>
          </ac:grpSpMkLst>
        </pc:grpChg>
        <pc:grpChg chg="mod">
          <ac:chgData name="Yeo Xiong Wei, Jonathan" userId="ac2b658e-7ce1-44bb-9f9f-bf4198ceaa29" providerId="ADAL" clId="{368D971C-2FC8-47B8-8A11-8E628BED7931}" dt="2023-09-01T10:03:18.335" v="3849"/>
          <ac:grpSpMkLst>
            <pc:docMk/>
            <pc:sldMk cId="898455515" sldId="561"/>
            <ac:grpSpMk id="53296" creationId="{B5F676BD-3299-8515-7DB2-FFE711A3C5AD}"/>
          </ac:grpSpMkLst>
        </pc:grpChg>
        <pc:grpChg chg="mod">
          <ac:chgData name="Yeo Xiong Wei, Jonathan" userId="ac2b658e-7ce1-44bb-9f9f-bf4198ceaa29" providerId="ADAL" clId="{368D971C-2FC8-47B8-8A11-8E628BED7931}" dt="2023-09-01T10:03:18.335" v="3849"/>
          <ac:grpSpMkLst>
            <pc:docMk/>
            <pc:sldMk cId="898455515" sldId="561"/>
            <ac:grpSpMk id="53298" creationId="{469A831D-A89E-5A9E-0E82-27ABD0D01419}"/>
          </ac:grpSpMkLst>
        </pc:grpChg>
        <pc:grpChg chg="mod">
          <ac:chgData name="Yeo Xiong Wei, Jonathan" userId="ac2b658e-7ce1-44bb-9f9f-bf4198ceaa29" providerId="ADAL" clId="{368D971C-2FC8-47B8-8A11-8E628BED7931}" dt="2023-09-01T10:03:18.335" v="3849"/>
          <ac:grpSpMkLst>
            <pc:docMk/>
            <pc:sldMk cId="898455515" sldId="561"/>
            <ac:grpSpMk id="53299" creationId="{C77375DA-889A-383A-4845-18FC129881DB}"/>
          </ac:grpSpMkLst>
        </pc:grpChg>
        <pc:grpChg chg="mod">
          <ac:chgData name="Yeo Xiong Wei, Jonathan" userId="ac2b658e-7ce1-44bb-9f9f-bf4198ceaa29" providerId="ADAL" clId="{368D971C-2FC8-47B8-8A11-8E628BED7931}" dt="2023-09-01T10:03:18.335" v="3849"/>
          <ac:grpSpMkLst>
            <pc:docMk/>
            <pc:sldMk cId="898455515" sldId="561"/>
            <ac:grpSpMk id="53300" creationId="{E1A14554-3EE1-E17A-5D1F-298ACCB27609}"/>
          </ac:grpSpMkLst>
        </pc:grpChg>
        <pc:grpChg chg="add del mod">
          <ac:chgData name="Yeo Xiong Wei, Jonathan" userId="ac2b658e-7ce1-44bb-9f9f-bf4198ceaa29" providerId="ADAL" clId="{368D971C-2FC8-47B8-8A11-8E628BED7931}" dt="2023-09-01T10:08:48.216" v="4015" actId="478"/>
          <ac:grpSpMkLst>
            <pc:docMk/>
            <pc:sldMk cId="898455515" sldId="561"/>
            <ac:grpSpMk id="53315" creationId="{CB221234-D330-DD7C-7F96-49E946A95E47}"/>
          </ac:grpSpMkLst>
        </pc:grpChg>
        <pc:grpChg chg="mod">
          <ac:chgData name="Yeo Xiong Wei, Jonathan" userId="ac2b658e-7ce1-44bb-9f9f-bf4198ceaa29" providerId="ADAL" clId="{368D971C-2FC8-47B8-8A11-8E628BED7931}" dt="2023-09-01T10:04:11.365" v="3859"/>
          <ac:grpSpMkLst>
            <pc:docMk/>
            <pc:sldMk cId="898455515" sldId="561"/>
            <ac:grpSpMk id="53316" creationId="{8AEF8D11-269B-EE8C-7828-5D180A59F781}"/>
          </ac:grpSpMkLst>
        </pc:grpChg>
        <pc:grpChg chg="mod">
          <ac:chgData name="Yeo Xiong Wei, Jonathan" userId="ac2b658e-7ce1-44bb-9f9f-bf4198ceaa29" providerId="ADAL" clId="{368D971C-2FC8-47B8-8A11-8E628BED7931}" dt="2023-09-01T10:04:11.365" v="3859"/>
          <ac:grpSpMkLst>
            <pc:docMk/>
            <pc:sldMk cId="898455515" sldId="561"/>
            <ac:grpSpMk id="53318" creationId="{BD45B162-69F7-F2C7-3FF0-0386C67605FE}"/>
          </ac:grpSpMkLst>
        </pc:grpChg>
        <pc:grpChg chg="mod">
          <ac:chgData name="Yeo Xiong Wei, Jonathan" userId="ac2b658e-7ce1-44bb-9f9f-bf4198ceaa29" providerId="ADAL" clId="{368D971C-2FC8-47B8-8A11-8E628BED7931}" dt="2023-09-01T10:04:11.365" v="3859"/>
          <ac:grpSpMkLst>
            <pc:docMk/>
            <pc:sldMk cId="898455515" sldId="561"/>
            <ac:grpSpMk id="53319" creationId="{2E3AF9E7-F69E-FD86-0D95-BC019736AC11}"/>
          </ac:grpSpMkLst>
        </pc:grpChg>
        <pc:grpChg chg="mod">
          <ac:chgData name="Yeo Xiong Wei, Jonathan" userId="ac2b658e-7ce1-44bb-9f9f-bf4198ceaa29" providerId="ADAL" clId="{368D971C-2FC8-47B8-8A11-8E628BED7931}" dt="2023-09-01T10:04:11.365" v="3859"/>
          <ac:grpSpMkLst>
            <pc:docMk/>
            <pc:sldMk cId="898455515" sldId="561"/>
            <ac:grpSpMk id="53320" creationId="{65BDE50F-4117-6D1C-1181-C3FB2CCC2E90}"/>
          </ac:grpSpMkLst>
        </pc:grpChg>
        <pc:grpChg chg="add del mod">
          <ac:chgData name="Yeo Xiong Wei, Jonathan" userId="ac2b658e-7ce1-44bb-9f9f-bf4198ceaa29" providerId="ADAL" clId="{368D971C-2FC8-47B8-8A11-8E628BED7931}" dt="2023-09-01T10:08:48.216" v="4015" actId="478"/>
          <ac:grpSpMkLst>
            <pc:docMk/>
            <pc:sldMk cId="898455515" sldId="561"/>
            <ac:grpSpMk id="53333" creationId="{30FE6AF7-B80C-0995-C166-023B641A1DA6}"/>
          </ac:grpSpMkLst>
        </pc:grpChg>
        <pc:grpChg chg="mod">
          <ac:chgData name="Yeo Xiong Wei, Jonathan" userId="ac2b658e-7ce1-44bb-9f9f-bf4198ceaa29" providerId="ADAL" clId="{368D971C-2FC8-47B8-8A11-8E628BED7931}" dt="2023-09-01T10:04:15.888" v="3861"/>
          <ac:grpSpMkLst>
            <pc:docMk/>
            <pc:sldMk cId="898455515" sldId="561"/>
            <ac:grpSpMk id="53334" creationId="{85DBFFC0-AB9D-61AB-775F-990791821944}"/>
          </ac:grpSpMkLst>
        </pc:grpChg>
        <pc:grpChg chg="mod">
          <ac:chgData name="Yeo Xiong Wei, Jonathan" userId="ac2b658e-7ce1-44bb-9f9f-bf4198ceaa29" providerId="ADAL" clId="{368D971C-2FC8-47B8-8A11-8E628BED7931}" dt="2023-09-01T10:04:15.888" v="3861"/>
          <ac:grpSpMkLst>
            <pc:docMk/>
            <pc:sldMk cId="898455515" sldId="561"/>
            <ac:grpSpMk id="53336" creationId="{94878FCA-DEF8-67F1-ED98-0D4EEB636C68}"/>
          </ac:grpSpMkLst>
        </pc:grpChg>
        <pc:grpChg chg="mod">
          <ac:chgData name="Yeo Xiong Wei, Jonathan" userId="ac2b658e-7ce1-44bb-9f9f-bf4198ceaa29" providerId="ADAL" clId="{368D971C-2FC8-47B8-8A11-8E628BED7931}" dt="2023-09-01T10:04:15.888" v="3861"/>
          <ac:grpSpMkLst>
            <pc:docMk/>
            <pc:sldMk cId="898455515" sldId="561"/>
            <ac:grpSpMk id="53337" creationId="{B174B145-5779-1547-6855-1C0092302F88}"/>
          </ac:grpSpMkLst>
        </pc:grpChg>
        <pc:grpChg chg="mod">
          <ac:chgData name="Yeo Xiong Wei, Jonathan" userId="ac2b658e-7ce1-44bb-9f9f-bf4198ceaa29" providerId="ADAL" clId="{368D971C-2FC8-47B8-8A11-8E628BED7931}" dt="2023-09-01T10:04:15.888" v="3861"/>
          <ac:grpSpMkLst>
            <pc:docMk/>
            <pc:sldMk cId="898455515" sldId="561"/>
            <ac:grpSpMk id="53338" creationId="{83CF6254-7C9C-0BBE-ADF5-4A5560BD978A}"/>
          </ac:grpSpMkLst>
        </pc:grpChg>
        <pc:grpChg chg="add del mod">
          <ac:chgData name="Yeo Xiong Wei, Jonathan" userId="ac2b658e-7ce1-44bb-9f9f-bf4198ceaa29" providerId="ADAL" clId="{368D971C-2FC8-47B8-8A11-8E628BED7931}" dt="2023-09-01T10:08:46.791" v="4014" actId="478"/>
          <ac:grpSpMkLst>
            <pc:docMk/>
            <pc:sldMk cId="898455515" sldId="561"/>
            <ac:grpSpMk id="53351" creationId="{C79570CB-7B87-B360-2E1E-55EC071BA09F}"/>
          </ac:grpSpMkLst>
        </pc:grpChg>
        <pc:grpChg chg="mod">
          <ac:chgData name="Yeo Xiong Wei, Jonathan" userId="ac2b658e-7ce1-44bb-9f9f-bf4198ceaa29" providerId="ADAL" clId="{368D971C-2FC8-47B8-8A11-8E628BED7931}" dt="2023-09-01T10:04:27.051" v="3864"/>
          <ac:grpSpMkLst>
            <pc:docMk/>
            <pc:sldMk cId="898455515" sldId="561"/>
            <ac:grpSpMk id="53352" creationId="{E76FB148-FF78-B02A-2A3E-6BF288AE7F1F}"/>
          </ac:grpSpMkLst>
        </pc:grpChg>
        <pc:grpChg chg="mod">
          <ac:chgData name="Yeo Xiong Wei, Jonathan" userId="ac2b658e-7ce1-44bb-9f9f-bf4198ceaa29" providerId="ADAL" clId="{368D971C-2FC8-47B8-8A11-8E628BED7931}" dt="2023-09-01T10:04:27.051" v="3864"/>
          <ac:grpSpMkLst>
            <pc:docMk/>
            <pc:sldMk cId="898455515" sldId="561"/>
            <ac:grpSpMk id="53354" creationId="{6DE29F6F-D70E-5692-11F5-3266D0675D89}"/>
          </ac:grpSpMkLst>
        </pc:grpChg>
        <pc:grpChg chg="mod">
          <ac:chgData name="Yeo Xiong Wei, Jonathan" userId="ac2b658e-7ce1-44bb-9f9f-bf4198ceaa29" providerId="ADAL" clId="{368D971C-2FC8-47B8-8A11-8E628BED7931}" dt="2023-09-01T10:04:27.051" v="3864"/>
          <ac:grpSpMkLst>
            <pc:docMk/>
            <pc:sldMk cId="898455515" sldId="561"/>
            <ac:grpSpMk id="53355" creationId="{68029C01-85CC-31FE-1CA1-0F7E24F13BD8}"/>
          </ac:grpSpMkLst>
        </pc:grpChg>
        <pc:grpChg chg="mod">
          <ac:chgData name="Yeo Xiong Wei, Jonathan" userId="ac2b658e-7ce1-44bb-9f9f-bf4198ceaa29" providerId="ADAL" clId="{368D971C-2FC8-47B8-8A11-8E628BED7931}" dt="2023-09-01T10:04:27.051" v="3864"/>
          <ac:grpSpMkLst>
            <pc:docMk/>
            <pc:sldMk cId="898455515" sldId="561"/>
            <ac:grpSpMk id="53356" creationId="{A4548F8B-177E-84C5-4652-F3F130D77E9E}"/>
          </ac:grpSpMkLst>
        </pc:grpChg>
        <pc:grpChg chg="add del mod">
          <ac:chgData name="Yeo Xiong Wei, Jonathan" userId="ac2b658e-7ce1-44bb-9f9f-bf4198ceaa29" providerId="ADAL" clId="{368D971C-2FC8-47B8-8A11-8E628BED7931}" dt="2023-09-01T10:08:45.845" v="4013" actId="478"/>
          <ac:grpSpMkLst>
            <pc:docMk/>
            <pc:sldMk cId="898455515" sldId="561"/>
            <ac:grpSpMk id="53369" creationId="{1CD512BA-8D26-DB27-3F77-A4C2E7D75D5F}"/>
          </ac:grpSpMkLst>
        </pc:grpChg>
        <pc:grpChg chg="mod">
          <ac:chgData name="Yeo Xiong Wei, Jonathan" userId="ac2b658e-7ce1-44bb-9f9f-bf4198ceaa29" providerId="ADAL" clId="{368D971C-2FC8-47B8-8A11-8E628BED7931}" dt="2023-09-01T10:08:17.811" v="4007"/>
          <ac:grpSpMkLst>
            <pc:docMk/>
            <pc:sldMk cId="898455515" sldId="561"/>
            <ac:grpSpMk id="53370" creationId="{064ECDA8-9ED5-BAB2-F61E-7C7B5145245B}"/>
          </ac:grpSpMkLst>
        </pc:grpChg>
        <pc:grpChg chg="mod">
          <ac:chgData name="Yeo Xiong Wei, Jonathan" userId="ac2b658e-7ce1-44bb-9f9f-bf4198ceaa29" providerId="ADAL" clId="{368D971C-2FC8-47B8-8A11-8E628BED7931}" dt="2023-09-01T10:08:17.811" v="4007"/>
          <ac:grpSpMkLst>
            <pc:docMk/>
            <pc:sldMk cId="898455515" sldId="561"/>
            <ac:grpSpMk id="53372" creationId="{DDA59151-105B-BBDD-BD62-8D4F1A6A1A60}"/>
          </ac:grpSpMkLst>
        </pc:grpChg>
        <pc:grpChg chg="mod">
          <ac:chgData name="Yeo Xiong Wei, Jonathan" userId="ac2b658e-7ce1-44bb-9f9f-bf4198ceaa29" providerId="ADAL" clId="{368D971C-2FC8-47B8-8A11-8E628BED7931}" dt="2023-09-01T10:08:17.811" v="4007"/>
          <ac:grpSpMkLst>
            <pc:docMk/>
            <pc:sldMk cId="898455515" sldId="561"/>
            <ac:grpSpMk id="53373" creationId="{DF02B8E8-CA44-D40A-92DB-5D809CD96212}"/>
          </ac:grpSpMkLst>
        </pc:grpChg>
        <pc:grpChg chg="mod">
          <ac:chgData name="Yeo Xiong Wei, Jonathan" userId="ac2b658e-7ce1-44bb-9f9f-bf4198ceaa29" providerId="ADAL" clId="{368D971C-2FC8-47B8-8A11-8E628BED7931}" dt="2023-09-01T10:08:17.811" v="4007"/>
          <ac:grpSpMkLst>
            <pc:docMk/>
            <pc:sldMk cId="898455515" sldId="561"/>
            <ac:grpSpMk id="53374" creationId="{EAE7AEB1-99B6-5C69-2F3E-88569921561F}"/>
          </ac:grpSpMkLst>
        </pc:grpChg>
        <pc:grpChg chg="add del mod">
          <ac:chgData name="Yeo Xiong Wei, Jonathan" userId="ac2b658e-7ce1-44bb-9f9f-bf4198ceaa29" providerId="ADAL" clId="{368D971C-2FC8-47B8-8A11-8E628BED7931}" dt="2023-09-01T10:12:58.570" v="4133" actId="478"/>
          <ac:grpSpMkLst>
            <pc:docMk/>
            <pc:sldMk cId="898455515" sldId="561"/>
            <ac:grpSpMk id="53383" creationId="{95D17DDB-44BD-9EF7-4464-A6C89775739C}"/>
          </ac:grpSpMkLst>
        </pc:grpChg>
        <pc:grpChg chg="mod">
          <ac:chgData name="Yeo Xiong Wei, Jonathan" userId="ac2b658e-7ce1-44bb-9f9f-bf4198ceaa29" providerId="ADAL" clId="{368D971C-2FC8-47B8-8A11-8E628BED7931}" dt="2023-09-01T10:08:50.798" v="4016"/>
          <ac:grpSpMkLst>
            <pc:docMk/>
            <pc:sldMk cId="898455515" sldId="561"/>
            <ac:grpSpMk id="53384" creationId="{A4122869-7CA5-16A8-0844-90CCA6747F10}"/>
          </ac:grpSpMkLst>
        </pc:grpChg>
        <pc:grpChg chg="mod">
          <ac:chgData name="Yeo Xiong Wei, Jonathan" userId="ac2b658e-7ce1-44bb-9f9f-bf4198ceaa29" providerId="ADAL" clId="{368D971C-2FC8-47B8-8A11-8E628BED7931}" dt="2023-09-01T10:08:50.798" v="4016"/>
          <ac:grpSpMkLst>
            <pc:docMk/>
            <pc:sldMk cId="898455515" sldId="561"/>
            <ac:grpSpMk id="53386" creationId="{261309B4-ACD2-D09C-6DDD-56B03EA129EF}"/>
          </ac:grpSpMkLst>
        </pc:grpChg>
        <pc:grpChg chg="mod">
          <ac:chgData name="Yeo Xiong Wei, Jonathan" userId="ac2b658e-7ce1-44bb-9f9f-bf4198ceaa29" providerId="ADAL" clId="{368D971C-2FC8-47B8-8A11-8E628BED7931}" dt="2023-09-01T10:08:50.798" v="4016"/>
          <ac:grpSpMkLst>
            <pc:docMk/>
            <pc:sldMk cId="898455515" sldId="561"/>
            <ac:grpSpMk id="53387" creationId="{4DB48E44-D047-AD3A-BD6F-3156D8102078}"/>
          </ac:grpSpMkLst>
        </pc:grpChg>
        <pc:grpChg chg="mod">
          <ac:chgData name="Yeo Xiong Wei, Jonathan" userId="ac2b658e-7ce1-44bb-9f9f-bf4198ceaa29" providerId="ADAL" clId="{368D971C-2FC8-47B8-8A11-8E628BED7931}" dt="2023-09-01T10:08:50.798" v="4016"/>
          <ac:grpSpMkLst>
            <pc:docMk/>
            <pc:sldMk cId="898455515" sldId="561"/>
            <ac:grpSpMk id="53388" creationId="{351379AA-7015-6AB2-55B0-B1DD875347B6}"/>
          </ac:grpSpMkLst>
        </pc:grpChg>
        <pc:grpChg chg="add del mod">
          <ac:chgData name="Yeo Xiong Wei, Jonathan" userId="ac2b658e-7ce1-44bb-9f9f-bf4198ceaa29" providerId="ADAL" clId="{368D971C-2FC8-47B8-8A11-8E628BED7931}" dt="2023-09-01T10:09:15.840" v="4025" actId="478"/>
          <ac:grpSpMkLst>
            <pc:docMk/>
            <pc:sldMk cId="898455515" sldId="561"/>
            <ac:grpSpMk id="53401" creationId="{719DA925-4530-A70E-4760-B36442FB034C}"/>
          </ac:grpSpMkLst>
        </pc:grpChg>
        <pc:grpChg chg="mod">
          <ac:chgData name="Yeo Xiong Wei, Jonathan" userId="ac2b658e-7ce1-44bb-9f9f-bf4198ceaa29" providerId="ADAL" clId="{368D971C-2FC8-47B8-8A11-8E628BED7931}" dt="2023-09-01T10:09:03.360" v="4020"/>
          <ac:grpSpMkLst>
            <pc:docMk/>
            <pc:sldMk cId="898455515" sldId="561"/>
            <ac:grpSpMk id="53402" creationId="{200E9F3F-0133-CEEF-8F57-6220DC244483}"/>
          </ac:grpSpMkLst>
        </pc:grpChg>
        <pc:grpChg chg="mod">
          <ac:chgData name="Yeo Xiong Wei, Jonathan" userId="ac2b658e-7ce1-44bb-9f9f-bf4198ceaa29" providerId="ADAL" clId="{368D971C-2FC8-47B8-8A11-8E628BED7931}" dt="2023-09-01T10:09:03.360" v="4020"/>
          <ac:grpSpMkLst>
            <pc:docMk/>
            <pc:sldMk cId="898455515" sldId="561"/>
            <ac:grpSpMk id="53404" creationId="{03E02BF6-6BEC-4174-B6D1-0D8FFEC3E986}"/>
          </ac:grpSpMkLst>
        </pc:grpChg>
        <pc:grpChg chg="mod">
          <ac:chgData name="Yeo Xiong Wei, Jonathan" userId="ac2b658e-7ce1-44bb-9f9f-bf4198ceaa29" providerId="ADAL" clId="{368D971C-2FC8-47B8-8A11-8E628BED7931}" dt="2023-09-01T10:09:03.360" v="4020"/>
          <ac:grpSpMkLst>
            <pc:docMk/>
            <pc:sldMk cId="898455515" sldId="561"/>
            <ac:grpSpMk id="53405" creationId="{F0C02C48-FDE4-26F2-4397-56227583A8D1}"/>
          </ac:grpSpMkLst>
        </pc:grpChg>
        <pc:grpChg chg="mod">
          <ac:chgData name="Yeo Xiong Wei, Jonathan" userId="ac2b658e-7ce1-44bb-9f9f-bf4198ceaa29" providerId="ADAL" clId="{368D971C-2FC8-47B8-8A11-8E628BED7931}" dt="2023-09-01T10:09:03.360" v="4020"/>
          <ac:grpSpMkLst>
            <pc:docMk/>
            <pc:sldMk cId="898455515" sldId="561"/>
            <ac:grpSpMk id="53406" creationId="{8C024641-787E-AAFF-3A38-7F8CDFD02BD0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419" creationId="{08C67047-8072-32E4-DDEA-06F777CAD793}"/>
          </ac:grpSpMkLst>
        </pc:grpChg>
        <pc:grpChg chg="mod">
          <ac:chgData name="Yeo Xiong Wei, Jonathan" userId="ac2b658e-7ce1-44bb-9f9f-bf4198ceaa29" providerId="ADAL" clId="{368D971C-2FC8-47B8-8A11-8E628BED7931}" dt="2023-09-01T10:09:17.636" v="4026"/>
          <ac:grpSpMkLst>
            <pc:docMk/>
            <pc:sldMk cId="898455515" sldId="561"/>
            <ac:grpSpMk id="53420" creationId="{6B07FAF4-8529-AE91-24C2-E62E076DEA7D}"/>
          </ac:grpSpMkLst>
        </pc:grpChg>
        <pc:grpChg chg="mod">
          <ac:chgData name="Yeo Xiong Wei, Jonathan" userId="ac2b658e-7ce1-44bb-9f9f-bf4198ceaa29" providerId="ADAL" clId="{368D971C-2FC8-47B8-8A11-8E628BED7931}" dt="2023-09-01T10:09:17.636" v="4026"/>
          <ac:grpSpMkLst>
            <pc:docMk/>
            <pc:sldMk cId="898455515" sldId="561"/>
            <ac:grpSpMk id="53422" creationId="{A35C7C79-3DAB-E4C8-426B-C45AB5770705}"/>
          </ac:grpSpMkLst>
        </pc:grpChg>
        <pc:grpChg chg="mod">
          <ac:chgData name="Yeo Xiong Wei, Jonathan" userId="ac2b658e-7ce1-44bb-9f9f-bf4198ceaa29" providerId="ADAL" clId="{368D971C-2FC8-47B8-8A11-8E628BED7931}" dt="2023-09-01T10:09:17.636" v="4026"/>
          <ac:grpSpMkLst>
            <pc:docMk/>
            <pc:sldMk cId="898455515" sldId="561"/>
            <ac:grpSpMk id="53423" creationId="{B6C9D217-4B84-943C-AAC1-6DA512A8FD2A}"/>
          </ac:grpSpMkLst>
        </pc:grpChg>
        <pc:grpChg chg="mod">
          <ac:chgData name="Yeo Xiong Wei, Jonathan" userId="ac2b658e-7ce1-44bb-9f9f-bf4198ceaa29" providerId="ADAL" clId="{368D971C-2FC8-47B8-8A11-8E628BED7931}" dt="2023-09-01T10:09:17.636" v="4026"/>
          <ac:grpSpMkLst>
            <pc:docMk/>
            <pc:sldMk cId="898455515" sldId="561"/>
            <ac:grpSpMk id="53424" creationId="{D9DADEE0-861A-2B57-D2CD-F26A250BF0A7}"/>
          </ac:grpSpMkLst>
        </pc:grpChg>
        <pc:grpChg chg="add del mod">
          <ac:chgData name="Yeo Xiong Wei, Jonathan" userId="ac2b658e-7ce1-44bb-9f9f-bf4198ceaa29" providerId="ADAL" clId="{368D971C-2FC8-47B8-8A11-8E628BED7931}" dt="2023-09-01T10:12:43.128" v="4126" actId="478"/>
          <ac:grpSpMkLst>
            <pc:docMk/>
            <pc:sldMk cId="898455515" sldId="561"/>
            <ac:grpSpMk id="53437" creationId="{15E78A17-48C8-C928-7917-DB01A47B83F7}"/>
          </ac:grpSpMkLst>
        </pc:grpChg>
        <pc:grpChg chg="mod">
          <ac:chgData name="Yeo Xiong Wei, Jonathan" userId="ac2b658e-7ce1-44bb-9f9f-bf4198ceaa29" providerId="ADAL" clId="{368D971C-2FC8-47B8-8A11-8E628BED7931}" dt="2023-09-01T10:09:22.644" v="4029"/>
          <ac:grpSpMkLst>
            <pc:docMk/>
            <pc:sldMk cId="898455515" sldId="561"/>
            <ac:grpSpMk id="53438" creationId="{F756734A-36A4-8217-2641-075FBD73E8A7}"/>
          </ac:grpSpMkLst>
        </pc:grpChg>
        <pc:grpChg chg="mod">
          <ac:chgData name="Yeo Xiong Wei, Jonathan" userId="ac2b658e-7ce1-44bb-9f9f-bf4198ceaa29" providerId="ADAL" clId="{368D971C-2FC8-47B8-8A11-8E628BED7931}" dt="2023-09-01T10:09:22.644" v="4029"/>
          <ac:grpSpMkLst>
            <pc:docMk/>
            <pc:sldMk cId="898455515" sldId="561"/>
            <ac:grpSpMk id="53440" creationId="{E4725A6A-A98D-A548-F17F-0F0F04BDA2DD}"/>
          </ac:grpSpMkLst>
        </pc:grpChg>
        <pc:grpChg chg="mod">
          <ac:chgData name="Yeo Xiong Wei, Jonathan" userId="ac2b658e-7ce1-44bb-9f9f-bf4198ceaa29" providerId="ADAL" clId="{368D971C-2FC8-47B8-8A11-8E628BED7931}" dt="2023-09-01T10:09:22.644" v="4029"/>
          <ac:grpSpMkLst>
            <pc:docMk/>
            <pc:sldMk cId="898455515" sldId="561"/>
            <ac:grpSpMk id="53441" creationId="{7FBFAA00-B01F-87AC-5E1D-E3BCDC9AEE75}"/>
          </ac:grpSpMkLst>
        </pc:grpChg>
        <pc:grpChg chg="mod">
          <ac:chgData name="Yeo Xiong Wei, Jonathan" userId="ac2b658e-7ce1-44bb-9f9f-bf4198ceaa29" providerId="ADAL" clId="{368D971C-2FC8-47B8-8A11-8E628BED7931}" dt="2023-09-01T10:09:22.644" v="4029"/>
          <ac:grpSpMkLst>
            <pc:docMk/>
            <pc:sldMk cId="898455515" sldId="561"/>
            <ac:grpSpMk id="53442" creationId="{2F09F5B7-43A5-CB10-A79C-B99FF66D04A3}"/>
          </ac:grpSpMkLst>
        </pc:grpChg>
        <pc:grpChg chg="add del mod">
          <ac:chgData name="Yeo Xiong Wei, Jonathan" userId="ac2b658e-7ce1-44bb-9f9f-bf4198ceaa29" providerId="ADAL" clId="{368D971C-2FC8-47B8-8A11-8E628BED7931}" dt="2023-09-01T10:12:44.230" v="4127" actId="478"/>
          <ac:grpSpMkLst>
            <pc:docMk/>
            <pc:sldMk cId="898455515" sldId="561"/>
            <ac:grpSpMk id="53455" creationId="{E0B0BF31-FC0C-8F4D-D523-49DD4D83EA5A}"/>
          </ac:grpSpMkLst>
        </pc:grpChg>
        <pc:grpChg chg="mod">
          <ac:chgData name="Yeo Xiong Wei, Jonathan" userId="ac2b658e-7ce1-44bb-9f9f-bf4198ceaa29" providerId="ADAL" clId="{368D971C-2FC8-47B8-8A11-8E628BED7931}" dt="2023-09-01T10:09:27.680" v="4031"/>
          <ac:grpSpMkLst>
            <pc:docMk/>
            <pc:sldMk cId="898455515" sldId="561"/>
            <ac:grpSpMk id="53456" creationId="{63146F5E-1F85-F746-509A-BCFD857742AA}"/>
          </ac:grpSpMkLst>
        </pc:grpChg>
        <pc:grpChg chg="mod">
          <ac:chgData name="Yeo Xiong Wei, Jonathan" userId="ac2b658e-7ce1-44bb-9f9f-bf4198ceaa29" providerId="ADAL" clId="{368D971C-2FC8-47B8-8A11-8E628BED7931}" dt="2023-09-01T10:09:27.680" v="4031"/>
          <ac:grpSpMkLst>
            <pc:docMk/>
            <pc:sldMk cId="898455515" sldId="561"/>
            <ac:grpSpMk id="53458" creationId="{9FDBDE46-4625-7712-1443-8FF4F7FD2BA9}"/>
          </ac:grpSpMkLst>
        </pc:grpChg>
        <pc:grpChg chg="mod">
          <ac:chgData name="Yeo Xiong Wei, Jonathan" userId="ac2b658e-7ce1-44bb-9f9f-bf4198ceaa29" providerId="ADAL" clId="{368D971C-2FC8-47B8-8A11-8E628BED7931}" dt="2023-09-01T10:09:27.680" v="4031"/>
          <ac:grpSpMkLst>
            <pc:docMk/>
            <pc:sldMk cId="898455515" sldId="561"/>
            <ac:grpSpMk id="53459" creationId="{06554D56-46AB-C8C1-7F41-B874D02EA11D}"/>
          </ac:grpSpMkLst>
        </pc:grpChg>
        <pc:grpChg chg="mod">
          <ac:chgData name="Yeo Xiong Wei, Jonathan" userId="ac2b658e-7ce1-44bb-9f9f-bf4198ceaa29" providerId="ADAL" clId="{368D971C-2FC8-47B8-8A11-8E628BED7931}" dt="2023-09-01T10:09:27.680" v="4031"/>
          <ac:grpSpMkLst>
            <pc:docMk/>
            <pc:sldMk cId="898455515" sldId="561"/>
            <ac:grpSpMk id="53460" creationId="{3D184B30-89B7-7A9D-93F7-E5D660558B1B}"/>
          </ac:grpSpMkLst>
        </pc:grpChg>
        <pc:grpChg chg="add del mod">
          <ac:chgData name="Yeo Xiong Wei, Jonathan" userId="ac2b658e-7ce1-44bb-9f9f-bf4198ceaa29" providerId="ADAL" clId="{368D971C-2FC8-47B8-8A11-8E628BED7931}" dt="2023-09-01T10:09:51.699" v="4052" actId="478"/>
          <ac:grpSpMkLst>
            <pc:docMk/>
            <pc:sldMk cId="898455515" sldId="561"/>
            <ac:grpSpMk id="53473" creationId="{CF296167-23B1-C27D-C1C9-FA9C6AA606DB}"/>
          </ac:grpSpMkLst>
        </pc:grpChg>
        <pc:grpChg chg="mod">
          <ac:chgData name="Yeo Xiong Wei, Jonathan" userId="ac2b658e-7ce1-44bb-9f9f-bf4198ceaa29" providerId="ADAL" clId="{368D971C-2FC8-47B8-8A11-8E628BED7931}" dt="2023-09-01T10:09:34.442" v="4039"/>
          <ac:grpSpMkLst>
            <pc:docMk/>
            <pc:sldMk cId="898455515" sldId="561"/>
            <ac:grpSpMk id="53474" creationId="{5AC056E5-4732-E882-EFEF-3B117BE5B7BB}"/>
          </ac:grpSpMkLst>
        </pc:grpChg>
        <pc:grpChg chg="mod">
          <ac:chgData name="Yeo Xiong Wei, Jonathan" userId="ac2b658e-7ce1-44bb-9f9f-bf4198ceaa29" providerId="ADAL" clId="{368D971C-2FC8-47B8-8A11-8E628BED7931}" dt="2023-09-01T10:09:34.442" v="4039"/>
          <ac:grpSpMkLst>
            <pc:docMk/>
            <pc:sldMk cId="898455515" sldId="561"/>
            <ac:grpSpMk id="53476" creationId="{5F0BFD30-D7B3-2812-91CE-6E11DEEE2F9C}"/>
          </ac:grpSpMkLst>
        </pc:grpChg>
        <pc:grpChg chg="mod">
          <ac:chgData name="Yeo Xiong Wei, Jonathan" userId="ac2b658e-7ce1-44bb-9f9f-bf4198ceaa29" providerId="ADAL" clId="{368D971C-2FC8-47B8-8A11-8E628BED7931}" dt="2023-09-01T10:09:34.442" v="4039"/>
          <ac:grpSpMkLst>
            <pc:docMk/>
            <pc:sldMk cId="898455515" sldId="561"/>
            <ac:grpSpMk id="53477" creationId="{C243165F-78A2-E4A8-F538-AB6C8FEB4101}"/>
          </ac:grpSpMkLst>
        </pc:grpChg>
        <pc:grpChg chg="mod">
          <ac:chgData name="Yeo Xiong Wei, Jonathan" userId="ac2b658e-7ce1-44bb-9f9f-bf4198ceaa29" providerId="ADAL" clId="{368D971C-2FC8-47B8-8A11-8E628BED7931}" dt="2023-09-01T10:09:34.442" v="4039"/>
          <ac:grpSpMkLst>
            <pc:docMk/>
            <pc:sldMk cId="898455515" sldId="561"/>
            <ac:grpSpMk id="53478" creationId="{AB6116EF-37BA-A72A-FC3F-894B89EE5A39}"/>
          </ac:grpSpMkLst>
        </pc:grpChg>
        <pc:grpChg chg="add del mod">
          <ac:chgData name="Yeo Xiong Wei, Jonathan" userId="ac2b658e-7ce1-44bb-9f9f-bf4198ceaa29" providerId="ADAL" clId="{368D971C-2FC8-47B8-8A11-8E628BED7931}" dt="2023-09-01T10:12:56.735" v="4132" actId="478"/>
          <ac:grpSpMkLst>
            <pc:docMk/>
            <pc:sldMk cId="898455515" sldId="561"/>
            <ac:grpSpMk id="53491" creationId="{D8F6C1A8-740E-1F99-4C29-9E5C0A0552EB}"/>
          </ac:grpSpMkLst>
        </pc:grpChg>
        <pc:grpChg chg="mod">
          <ac:chgData name="Yeo Xiong Wei, Jonathan" userId="ac2b658e-7ce1-44bb-9f9f-bf4198ceaa29" providerId="ADAL" clId="{368D971C-2FC8-47B8-8A11-8E628BED7931}" dt="2023-09-01T10:09:52.713" v="4053"/>
          <ac:grpSpMkLst>
            <pc:docMk/>
            <pc:sldMk cId="898455515" sldId="561"/>
            <ac:grpSpMk id="53492" creationId="{D736A759-2826-EFCB-6F4C-F90522459E4D}"/>
          </ac:grpSpMkLst>
        </pc:grpChg>
        <pc:grpChg chg="mod">
          <ac:chgData name="Yeo Xiong Wei, Jonathan" userId="ac2b658e-7ce1-44bb-9f9f-bf4198ceaa29" providerId="ADAL" clId="{368D971C-2FC8-47B8-8A11-8E628BED7931}" dt="2023-09-01T10:09:52.713" v="4053"/>
          <ac:grpSpMkLst>
            <pc:docMk/>
            <pc:sldMk cId="898455515" sldId="561"/>
            <ac:grpSpMk id="53494" creationId="{EA2887EE-C782-2A7B-5C42-772B91E29EBF}"/>
          </ac:grpSpMkLst>
        </pc:grpChg>
        <pc:grpChg chg="mod">
          <ac:chgData name="Yeo Xiong Wei, Jonathan" userId="ac2b658e-7ce1-44bb-9f9f-bf4198ceaa29" providerId="ADAL" clId="{368D971C-2FC8-47B8-8A11-8E628BED7931}" dt="2023-09-01T10:09:52.713" v="4053"/>
          <ac:grpSpMkLst>
            <pc:docMk/>
            <pc:sldMk cId="898455515" sldId="561"/>
            <ac:grpSpMk id="53495" creationId="{80E53F32-56AD-26AD-B237-E422273C6F5E}"/>
          </ac:grpSpMkLst>
        </pc:grpChg>
        <pc:grpChg chg="add del mod">
          <ac:chgData name="Yeo Xiong Wei, Jonathan" userId="ac2b658e-7ce1-44bb-9f9f-bf4198ceaa29" providerId="ADAL" clId="{368D971C-2FC8-47B8-8A11-8E628BED7931}" dt="2023-09-01T10:10:11.811" v="4063" actId="478"/>
          <ac:grpSpMkLst>
            <pc:docMk/>
            <pc:sldMk cId="898455515" sldId="561"/>
            <ac:grpSpMk id="53496" creationId="{D5FC9EBF-A9A7-A347-C8B6-7C5AB846E6D8}"/>
          </ac:grpSpMkLst>
        </pc:grpChg>
        <pc:grpChg chg="add del mod">
          <ac:chgData name="Yeo Xiong Wei, Jonathan" userId="ac2b658e-7ce1-44bb-9f9f-bf4198ceaa29" providerId="ADAL" clId="{368D971C-2FC8-47B8-8A11-8E628BED7931}" dt="2023-09-01T10:10:39.877" v="4076"/>
          <ac:grpSpMkLst>
            <pc:docMk/>
            <pc:sldMk cId="898455515" sldId="561"/>
            <ac:grpSpMk id="53509" creationId="{BA550C8A-DD07-2382-C9B1-8835513EEB55}"/>
          </ac:grpSpMkLst>
        </pc:grpChg>
        <pc:grpChg chg="mod">
          <ac:chgData name="Yeo Xiong Wei, Jonathan" userId="ac2b658e-7ce1-44bb-9f9f-bf4198ceaa29" providerId="ADAL" clId="{368D971C-2FC8-47B8-8A11-8E628BED7931}" dt="2023-09-01T10:10:32.172" v="4069"/>
          <ac:grpSpMkLst>
            <pc:docMk/>
            <pc:sldMk cId="898455515" sldId="561"/>
            <ac:grpSpMk id="53510" creationId="{1F134376-4148-8122-6D51-C325EA5AAE92}"/>
          </ac:grpSpMkLst>
        </pc:grpChg>
        <pc:grpChg chg="mod">
          <ac:chgData name="Yeo Xiong Wei, Jonathan" userId="ac2b658e-7ce1-44bb-9f9f-bf4198ceaa29" providerId="ADAL" clId="{368D971C-2FC8-47B8-8A11-8E628BED7931}" dt="2023-09-01T10:10:32.172" v="4069"/>
          <ac:grpSpMkLst>
            <pc:docMk/>
            <pc:sldMk cId="898455515" sldId="561"/>
            <ac:grpSpMk id="53512" creationId="{A712DAD6-8877-A34D-C50D-E50DF2F6CBEE}"/>
          </ac:grpSpMkLst>
        </pc:grpChg>
        <pc:grpChg chg="mod">
          <ac:chgData name="Yeo Xiong Wei, Jonathan" userId="ac2b658e-7ce1-44bb-9f9f-bf4198ceaa29" providerId="ADAL" clId="{368D971C-2FC8-47B8-8A11-8E628BED7931}" dt="2023-09-01T10:10:32.172" v="4069"/>
          <ac:grpSpMkLst>
            <pc:docMk/>
            <pc:sldMk cId="898455515" sldId="561"/>
            <ac:grpSpMk id="53513" creationId="{C80CC0CA-A79F-AD4B-FD8D-3925DA13E970}"/>
          </ac:grpSpMkLst>
        </pc:grpChg>
        <pc:grpChg chg="mod">
          <ac:chgData name="Yeo Xiong Wei, Jonathan" userId="ac2b658e-7ce1-44bb-9f9f-bf4198ceaa29" providerId="ADAL" clId="{368D971C-2FC8-47B8-8A11-8E628BED7931}" dt="2023-09-01T10:10:32.172" v="4069"/>
          <ac:grpSpMkLst>
            <pc:docMk/>
            <pc:sldMk cId="898455515" sldId="561"/>
            <ac:grpSpMk id="53514" creationId="{7B42C129-1547-B122-CD64-C10777C637BA}"/>
          </ac:grpSpMkLst>
        </pc:grpChg>
        <pc:grpChg chg="add del mod">
          <ac:chgData name="Yeo Xiong Wei, Jonathan" userId="ac2b658e-7ce1-44bb-9f9f-bf4198ceaa29" providerId="ADAL" clId="{368D971C-2FC8-47B8-8A11-8E628BED7931}" dt="2023-09-01T10:10:39.268" v="4074"/>
          <ac:grpSpMkLst>
            <pc:docMk/>
            <pc:sldMk cId="898455515" sldId="561"/>
            <ac:grpSpMk id="53521" creationId="{B35C5084-E8CB-DC20-1CA8-098FA73E0080}"/>
          </ac:grpSpMkLst>
        </pc:grpChg>
        <pc:grpChg chg="mod">
          <ac:chgData name="Yeo Xiong Wei, Jonathan" userId="ac2b658e-7ce1-44bb-9f9f-bf4198ceaa29" providerId="ADAL" clId="{368D971C-2FC8-47B8-8A11-8E628BED7931}" dt="2023-09-01T10:10:35.898" v="4071"/>
          <ac:grpSpMkLst>
            <pc:docMk/>
            <pc:sldMk cId="898455515" sldId="561"/>
            <ac:grpSpMk id="53522" creationId="{08833F32-F3E4-7B04-BF22-57AFDD6DA08C}"/>
          </ac:grpSpMkLst>
        </pc:grpChg>
        <pc:grpChg chg="mod">
          <ac:chgData name="Yeo Xiong Wei, Jonathan" userId="ac2b658e-7ce1-44bb-9f9f-bf4198ceaa29" providerId="ADAL" clId="{368D971C-2FC8-47B8-8A11-8E628BED7931}" dt="2023-09-01T10:10:35.898" v="4071"/>
          <ac:grpSpMkLst>
            <pc:docMk/>
            <pc:sldMk cId="898455515" sldId="561"/>
            <ac:grpSpMk id="53524" creationId="{3D747D52-7454-D2C6-5B17-91E0F7E37F77}"/>
          </ac:grpSpMkLst>
        </pc:grpChg>
        <pc:grpChg chg="mod">
          <ac:chgData name="Yeo Xiong Wei, Jonathan" userId="ac2b658e-7ce1-44bb-9f9f-bf4198ceaa29" providerId="ADAL" clId="{368D971C-2FC8-47B8-8A11-8E628BED7931}" dt="2023-09-01T10:10:35.898" v="4071"/>
          <ac:grpSpMkLst>
            <pc:docMk/>
            <pc:sldMk cId="898455515" sldId="561"/>
            <ac:grpSpMk id="53525" creationId="{40373393-DBA0-F6B1-97CC-CC2C005C9645}"/>
          </ac:grpSpMkLst>
        </pc:grpChg>
        <pc:grpChg chg="mod">
          <ac:chgData name="Yeo Xiong Wei, Jonathan" userId="ac2b658e-7ce1-44bb-9f9f-bf4198ceaa29" providerId="ADAL" clId="{368D971C-2FC8-47B8-8A11-8E628BED7931}" dt="2023-09-01T10:10:35.898" v="4071"/>
          <ac:grpSpMkLst>
            <pc:docMk/>
            <pc:sldMk cId="898455515" sldId="561"/>
            <ac:grpSpMk id="53526" creationId="{47204C7D-FAA3-8327-A813-3AC4F1FA79B4}"/>
          </ac:grpSpMkLst>
        </pc:grpChg>
        <pc:grpChg chg="add del mod">
          <ac:chgData name="Yeo Xiong Wei, Jonathan" userId="ac2b658e-7ce1-44bb-9f9f-bf4198ceaa29" providerId="ADAL" clId="{368D971C-2FC8-47B8-8A11-8E628BED7931}" dt="2023-09-01T10:10:59.074" v="4092"/>
          <ac:grpSpMkLst>
            <pc:docMk/>
            <pc:sldMk cId="898455515" sldId="561"/>
            <ac:grpSpMk id="53533" creationId="{ACF59FF7-B570-E78F-F481-C2C297F93738}"/>
          </ac:grpSpMkLst>
        </pc:grpChg>
        <pc:grpChg chg="mod">
          <ac:chgData name="Yeo Xiong Wei, Jonathan" userId="ac2b658e-7ce1-44bb-9f9f-bf4198ceaa29" providerId="ADAL" clId="{368D971C-2FC8-47B8-8A11-8E628BED7931}" dt="2023-09-01T10:10:49.227" v="4085"/>
          <ac:grpSpMkLst>
            <pc:docMk/>
            <pc:sldMk cId="898455515" sldId="561"/>
            <ac:grpSpMk id="53534" creationId="{7E1835A9-67F9-2939-BEFD-D16F9F076882}"/>
          </ac:grpSpMkLst>
        </pc:grpChg>
        <pc:grpChg chg="mod">
          <ac:chgData name="Yeo Xiong Wei, Jonathan" userId="ac2b658e-7ce1-44bb-9f9f-bf4198ceaa29" providerId="ADAL" clId="{368D971C-2FC8-47B8-8A11-8E628BED7931}" dt="2023-09-01T10:10:49.227" v="4085"/>
          <ac:grpSpMkLst>
            <pc:docMk/>
            <pc:sldMk cId="898455515" sldId="561"/>
            <ac:grpSpMk id="53536" creationId="{B5D2773D-1ECB-BD47-2319-3221C60D45D7}"/>
          </ac:grpSpMkLst>
        </pc:grpChg>
        <pc:grpChg chg="mod">
          <ac:chgData name="Yeo Xiong Wei, Jonathan" userId="ac2b658e-7ce1-44bb-9f9f-bf4198ceaa29" providerId="ADAL" clId="{368D971C-2FC8-47B8-8A11-8E628BED7931}" dt="2023-09-01T10:10:49.227" v="4085"/>
          <ac:grpSpMkLst>
            <pc:docMk/>
            <pc:sldMk cId="898455515" sldId="561"/>
            <ac:grpSpMk id="53537" creationId="{A90B6332-1BA8-2E7A-B9A3-E95C499A1197}"/>
          </ac:grpSpMkLst>
        </pc:grpChg>
        <pc:grpChg chg="mod">
          <ac:chgData name="Yeo Xiong Wei, Jonathan" userId="ac2b658e-7ce1-44bb-9f9f-bf4198ceaa29" providerId="ADAL" clId="{368D971C-2FC8-47B8-8A11-8E628BED7931}" dt="2023-09-01T10:10:49.227" v="4085"/>
          <ac:grpSpMkLst>
            <pc:docMk/>
            <pc:sldMk cId="898455515" sldId="561"/>
            <ac:grpSpMk id="53538" creationId="{82053A0D-5A3A-B75A-EED5-36051C84696D}"/>
          </ac:grpSpMkLst>
        </pc:grpChg>
        <pc:grpChg chg="add del mod">
          <ac:chgData name="Yeo Xiong Wei, Jonathan" userId="ac2b658e-7ce1-44bb-9f9f-bf4198ceaa29" providerId="ADAL" clId="{368D971C-2FC8-47B8-8A11-8E628BED7931}" dt="2023-09-01T10:10:58.396" v="4090"/>
          <ac:grpSpMkLst>
            <pc:docMk/>
            <pc:sldMk cId="898455515" sldId="561"/>
            <ac:grpSpMk id="53545" creationId="{8BB90B4E-DC33-FDF0-4A69-BEAC9CADDA6D}"/>
          </ac:grpSpMkLst>
        </pc:grpChg>
        <pc:grpChg chg="mod">
          <ac:chgData name="Yeo Xiong Wei, Jonathan" userId="ac2b658e-7ce1-44bb-9f9f-bf4198ceaa29" providerId="ADAL" clId="{368D971C-2FC8-47B8-8A11-8E628BED7931}" dt="2023-09-01T10:10:55.594" v="4087"/>
          <ac:grpSpMkLst>
            <pc:docMk/>
            <pc:sldMk cId="898455515" sldId="561"/>
            <ac:grpSpMk id="53546" creationId="{E3973944-1B9B-A361-9D9B-5BE43C7EB955}"/>
          </ac:grpSpMkLst>
        </pc:grpChg>
        <pc:grpChg chg="mod">
          <ac:chgData name="Yeo Xiong Wei, Jonathan" userId="ac2b658e-7ce1-44bb-9f9f-bf4198ceaa29" providerId="ADAL" clId="{368D971C-2FC8-47B8-8A11-8E628BED7931}" dt="2023-09-01T10:10:55.594" v="4087"/>
          <ac:grpSpMkLst>
            <pc:docMk/>
            <pc:sldMk cId="898455515" sldId="561"/>
            <ac:grpSpMk id="53548" creationId="{711FBF68-7F87-CD31-1ADD-D1FDE77F95E8}"/>
          </ac:grpSpMkLst>
        </pc:grpChg>
        <pc:grpChg chg="mod">
          <ac:chgData name="Yeo Xiong Wei, Jonathan" userId="ac2b658e-7ce1-44bb-9f9f-bf4198ceaa29" providerId="ADAL" clId="{368D971C-2FC8-47B8-8A11-8E628BED7931}" dt="2023-09-01T10:10:55.594" v="4087"/>
          <ac:grpSpMkLst>
            <pc:docMk/>
            <pc:sldMk cId="898455515" sldId="561"/>
            <ac:grpSpMk id="53549" creationId="{F5BB92A6-167F-207A-F08D-98E3B1062A45}"/>
          </ac:grpSpMkLst>
        </pc:grpChg>
        <pc:grpChg chg="mod">
          <ac:chgData name="Yeo Xiong Wei, Jonathan" userId="ac2b658e-7ce1-44bb-9f9f-bf4198ceaa29" providerId="ADAL" clId="{368D971C-2FC8-47B8-8A11-8E628BED7931}" dt="2023-09-01T10:10:55.594" v="4087"/>
          <ac:grpSpMkLst>
            <pc:docMk/>
            <pc:sldMk cId="898455515" sldId="561"/>
            <ac:grpSpMk id="53550" creationId="{063D59C2-5F88-E096-DE0C-739F98F4754F}"/>
          </ac:grpSpMkLst>
        </pc:grpChg>
        <pc:grpChg chg="add del mod">
          <ac:chgData name="Yeo Xiong Wei, Jonathan" userId="ac2b658e-7ce1-44bb-9f9f-bf4198ceaa29" providerId="ADAL" clId="{368D971C-2FC8-47B8-8A11-8E628BED7931}" dt="2023-09-01T10:12:56.735" v="4132" actId="478"/>
          <ac:grpSpMkLst>
            <pc:docMk/>
            <pc:sldMk cId="898455515" sldId="561"/>
            <ac:grpSpMk id="53558" creationId="{526E5CA1-7292-5BC7-F67E-48C62A80F939}"/>
          </ac:grpSpMkLst>
        </pc:grpChg>
        <pc:grpChg chg="mod">
          <ac:chgData name="Yeo Xiong Wei, Jonathan" userId="ac2b658e-7ce1-44bb-9f9f-bf4198ceaa29" providerId="ADAL" clId="{368D971C-2FC8-47B8-8A11-8E628BED7931}" dt="2023-09-01T10:11:08.241" v="4097"/>
          <ac:grpSpMkLst>
            <pc:docMk/>
            <pc:sldMk cId="898455515" sldId="561"/>
            <ac:grpSpMk id="53559" creationId="{3D997DAE-A4DF-D0BD-5454-A0BD644D23E2}"/>
          </ac:grpSpMkLst>
        </pc:grpChg>
        <pc:grpChg chg="mod">
          <ac:chgData name="Yeo Xiong Wei, Jonathan" userId="ac2b658e-7ce1-44bb-9f9f-bf4198ceaa29" providerId="ADAL" clId="{368D971C-2FC8-47B8-8A11-8E628BED7931}" dt="2023-09-01T10:11:08.241" v="4097"/>
          <ac:grpSpMkLst>
            <pc:docMk/>
            <pc:sldMk cId="898455515" sldId="561"/>
            <ac:grpSpMk id="53561" creationId="{490D432E-B957-C177-16FF-24A7EEB77C7D}"/>
          </ac:grpSpMkLst>
        </pc:grpChg>
        <pc:grpChg chg="mod">
          <ac:chgData name="Yeo Xiong Wei, Jonathan" userId="ac2b658e-7ce1-44bb-9f9f-bf4198ceaa29" providerId="ADAL" clId="{368D971C-2FC8-47B8-8A11-8E628BED7931}" dt="2023-09-01T10:11:08.241" v="4097"/>
          <ac:grpSpMkLst>
            <pc:docMk/>
            <pc:sldMk cId="898455515" sldId="561"/>
            <ac:grpSpMk id="53562" creationId="{D1765772-60B6-ADAA-E6A8-88BAFFEAF919}"/>
          </ac:grpSpMkLst>
        </pc:grpChg>
        <pc:grpChg chg="mod">
          <ac:chgData name="Yeo Xiong Wei, Jonathan" userId="ac2b658e-7ce1-44bb-9f9f-bf4198ceaa29" providerId="ADAL" clId="{368D971C-2FC8-47B8-8A11-8E628BED7931}" dt="2023-09-01T10:11:08.241" v="4097"/>
          <ac:grpSpMkLst>
            <pc:docMk/>
            <pc:sldMk cId="898455515" sldId="561"/>
            <ac:grpSpMk id="53563" creationId="{AAD4292E-D488-0AF8-8010-91E089A9661A}"/>
          </ac:grpSpMkLst>
        </pc:grpChg>
        <pc:grpChg chg="add del mod">
          <ac:chgData name="Yeo Xiong Wei, Jonathan" userId="ac2b658e-7ce1-44bb-9f9f-bf4198ceaa29" providerId="ADAL" clId="{368D971C-2FC8-47B8-8A11-8E628BED7931}" dt="2023-09-01T10:12:56.735" v="4132" actId="478"/>
          <ac:grpSpMkLst>
            <pc:docMk/>
            <pc:sldMk cId="898455515" sldId="561"/>
            <ac:grpSpMk id="53570" creationId="{7AABEFCD-E543-3672-A2CD-8256E6AD2D7B}"/>
          </ac:grpSpMkLst>
        </pc:grpChg>
        <pc:grpChg chg="mod">
          <ac:chgData name="Yeo Xiong Wei, Jonathan" userId="ac2b658e-7ce1-44bb-9f9f-bf4198ceaa29" providerId="ADAL" clId="{368D971C-2FC8-47B8-8A11-8E628BED7931}" dt="2023-09-01T10:11:16.887" v="4105"/>
          <ac:grpSpMkLst>
            <pc:docMk/>
            <pc:sldMk cId="898455515" sldId="561"/>
            <ac:grpSpMk id="53571" creationId="{A8FC0735-80A8-657F-BD63-F814717C9D1F}"/>
          </ac:grpSpMkLst>
        </pc:grpChg>
        <pc:grpChg chg="mod">
          <ac:chgData name="Yeo Xiong Wei, Jonathan" userId="ac2b658e-7ce1-44bb-9f9f-bf4198ceaa29" providerId="ADAL" clId="{368D971C-2FC8-47B8-8A11-8E628BED7931}" dt="2023-09-01T10:11:16.887" v="4105"/>
          <ac:grpSpMkLst>
            <pc:docMk/>
            <pc:sldMk cId="898455515" sldId="561"/>
            <ac:grpSpMk id="53573" creationId="{32164A95-AAE6-D822-BE4F-6F71112B0071}"/>
          </ac:grpSpMkLst>
        </pc:grpChg>
        <pc:grpChg chg="mod">
          <ac:chgData name="Yeo Xiong Wei, Jonathan" userId="ac2b658e-7ce1-44bb-9f9f-bf4198ceaa29" providerId="ADAL" clId="{368D971C-2FC8-47B8-8A11-8E628BED7931}" dt="2023-09-01T10:11:16.887" v="4105"/>
          <ac:grpSpMkLst>
            <pc:docMk/>
            <pc:sldMk cId="898455515" sldId="561"/>
            <ac:grpSpMk id="53574" creationId="{6E136003-8721-E78D-C30B-0139CC1F06F0}"/>
          </ac:grpSpMkLst>
        </pc:grpChg>
        <pc:grpChg chg="mod">
          <ac:chgData name="Yeo Xiong Wei, Jonathan" userId="ac2b658e-7ce1-44bb-9f9f-bf4198ceaa29" providerId="ADAL" clId="{368D971C-2FC8-47B8-8A11-8E628BED7931}" dt="2023-09-01T10:11:16.887" v="4105"/>
          <ac:grpSpMkLst>
            <pc:docMk/>
            <pc:sldMk cId="898455515" sldId="561"/>
            <ac:grpSpMk id="53575" creationId="{50974BEA-BF8C-8D2A-C4DB-1E625903B0E0}"/>
          </ac:grpSpMkLst>
        </pc:grpChg>
        <pc:grpChg chg="add del mod">
          <ac:chgData name="Yeo Xiong Wei, Jonathan" userId="ac2b658e-7ce1-44bb-9f9f-bf4198ceaa29" providerId="ADAL" clId="{368D971C-2FC8-47B8-8A11-8E628BED7931}" dt="2023-09-01T10:12:56.735" v="4132" actId="478"/>
          <ac:grpSpMkLst>
            <pc:docMk/>
            <pc:sldMk cId="898455515" sldId="561"/>
            <ac:grpSpMk id="53582" creationId="{CE0993B7-70AB-6CD3-A481-B0BD2A7DD8E0}"/>
          </ac:grpSpMkLst>
        </pc:grpChg>
        <pc:grpChg chg="mod">
          <ac:chgData name="Yeo Xiong Wei, Jonathan" userId="ac2b658e-7ce1-44bb-9f9f-bf4198ceaa29" providerId="ADAL" clId="{368D971C-2FC8-47B8-8A11-8E628BED7931}" dt="2023-09-01T10:11:22.260" v="4108"/>
          <ac:grpSpMkLst>
            <pc:docMk/>
            <pc:sldMk cId="898455515" sldId="561"/>
            <ac:grpSpMk id="53583" creationId="{E27BF4CA-6C50-4FB4-0703-62212D97D271}"/>
          </ac:grpSpMkLst>
        </pc:grpChg>
        <pc:grpChg chg="mod">
          <ac:chgData name="Yeo Xiong Wei, Jonathan" userId="ac2b658e-7ce1-44bb-9f9f-bf4198ceaa29" providerId="ADAL" clId="{368D971C-2FC8-47B8-8A11-8E628BED7931}" dt="2023-09-01T10:11:22.260" v="4108"/>
          <ac:grpSpMkLst>
            <pc:docMk/>
            <pc:sldMk cId="898455515" sldId="561"/>
            <ac:grpSpMk id="53585" creationId="{E10F02A7-1B2F-68C5-0810-D53F12E776A0}"/>
          </ac:grpSpMkLst>
        </pc:grpChg>
        <pc:grpChg chg="mod">
          <ac:chgData name="Yeo Xiong Wei, Jonathan" userId="ac2b658e-7ce1-44bb-9f9f-bf4198ceaa29" providerId="ADAL" clId="{368D971C-2FC8-47B8-8A11-8E628BED7931}" dt="2023-09-01T10:11:22.260" v="4108"/>
          <ac:grpSpMkLst>
            <pc:docMk/>
            <pc:sldMk cId="898455515" sldId="561"/>
            <ac:grpSpMk id="53586" creationId="{B9811533-1C93-A48F-4DF3-62988CA4B134}"/>
          </ac:grpSpMkLst>
        </pc:grpChg>
        <pc:grpChg chg="mod">
          <ac:chgData name="Yeo Xiong Wei, Jonathan" userId="ac2b658e-7ce1-44bb-9f9f-bf4198ceaa29" providerId="ADAL" clId="{368D971C-2FC8-47B8-8A11-8E628BED7931}" dt="2023-09-01T10:11:22.260" v="4108"/>
          <ac:grpSpMkLst>
            <pc:docMk/>
            <pc:sldMk cId="898455515" sldId="561"/>
            <ac:grpSpMk id="53587" creationId="{520F8FE5-8A42-CF3D-BD91-23AEF657DA0A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597" creationId="{508821AB-0A8A-47F6-0A08-9A969EF293D2}"/>
          </ac:grpSpMkLst>
        </pc:grpChg>
        <pc:grpChg chg="mod">
          <ac:chgData name="Yeo Xiong Wei, Jonathan" userId="ac2b658e-7ce1-44bb-9f9f-bf4198ceaa29" providerId="ADAL" clId="{368D971C-2FC8-47B8-8A11-8E628BED7931}" dt="2023-09-01T10:11:58.745" v="4114"/>
          <ac:grpSpMkLst>
            <pc:docMk/>
            <pc:sldMk cId="898455515" sldId="561"/>
            <ac:grpSpMk id="53598" creationId="{748AA20C-1795-583F-E2AE-65D68EF87CC1}"/>
          </ac:grpSpMkLst>
        </pc:grpChg>
        <pc:grpChg chg="mod">
          <ac:chgData name="Yeo Xiong Wei, Jonathan" userId="ac2b658e-7ce1-44bb-9f9f-bf4198ceaa29" providerId="ADAL" clId="{368D971C-2FC8-47B8-8A11-8E628BED7931}" dt="2023-09-01T10:11:58.745" v="4114"/>
          <ac:grpSpMkLst>
            <pc:docMk/>
            <pc:sldMk cId="898455515" sldId="561"/>
            <ac:grpSpMk id="53600" creationId="{65A25AD5-116D-7C73-A365-720A6B000E17}"/>
          </ac:grpSpMkLst>
        </pc:grpChg>
        <pc:grpChg chg="mod">
          <ac:chgData name="Yeo Xiong Wei, Jonathan" userId="ac2b658e-7ce1-44bb-9f9f-bf4198ceaa29" providerId="ADAL" clId="{368D971C-2FC8-47B8-8A11-8E628BED7931}" dt="2023-09-01T10:11:58.745" v="4114"/>
          <ac:grpSpMkLst>
            <pc:docMk/>
            <pc:sldMk cId="898455515" sldId="561"/>
            <ac:grpSpMk id="53601" creationId="{36C254AF-8779-8592-8159-AD34FAA5A989}"/>
          </ac:grpSpMkLst>
        </pc:grpChg>
        <pc:grpChg chg="mod">
          <ac:chgData name="Yeo Xiong Wei, Jonathan" userId="ac2b658e-7ce1-44bb-9f9f-bf4198ceaa29" providerId="ADAL" clId="{368D971C-2FC8-47B8-8A11-8E628BED7931}" dt="2023-09-01T10:11:58.745" v="4114"/>
          <ac:grpSpMkLst>
            <pc:docMk/>
            <pc:sldMk cId="898455515" sldId="561"/>
            <ac:grpSpMk id="53602" creationId="{1BC44AB8-6696-3A03-1DE3-7D72195A2AF5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609" creationId="{905F005A-669D-8748-8FFD-49AAE65A2F84}"/>
          </ac:grpSpMkLst>
        </pc:grpChg>
        <pc:grpChg chg="mod">
          <ac:chgData name="Yeo Xiong Wei, Jonathan" userId="ac2b658e-7ce1-44bb-9f9f-bf4198ceaa29" providerId="ADAL" clId="{368D971C-2FC8-47B8-8A11-8E628BED7931}" dt="2023-09-01T10:12:06.674" v="4116"/>
          <ac:grpSpMkLst>
            <pc:docMk/>
            <pc:sldMk cId="898455515" sldId="561"/>
            <ac:grpSpMk id="53610" creationId="{E36A3500-6BB8-F215-2376-2FACC0949FF0}"/>
          </ac:grpSpMkLst>
        </pc:grpChg>
        <pc:grpChg chg="mod">
          <ac:chgData name="Yeo Xiong Wei, Jonathan" userId="ac2b658e-7ce1-44bb-9f9f-bf4198ceaa29" providerId="ADAL" clId="{368D971C-2FC8-47B8-8A11-8E628BED7931}" dt="2023-09-01T10:12:06.674" v="4116"/>
          <ac:grpSpMkLst>
            <pc:docMk/>
            <pc:sldMk cId="898455515" sldId="561"/>
            <ac:grpSpMk id="53612" creationId="{93D9224B-4352-87AE-65D2-890B62AED4FE}"/>
          </ac:grpSpMkLst>
        </pc:grpChg>
        <pc:grpChg chg="mod">
          <ac:chgData name="Yeo Xiong Wei, Jonathan" userId="ac2b658e-7ce1-44bb-9f9f-bf4198ceaa29" providerId="ADAL" clId="{368D971C-2FC8-47B8-8A11-8E628BED7931}" dt="2023-09-01T10:12:06.674" v="4116"/>
          <ac:grpSpMkLst>
            <pc:docMk/>
            <pc:sldMk cId="898455515" sldId="561"/>
            <ac:grpSpMk id="53613" creationId="{C0BB7E2F-C266-FBEC-08B5-DEACFBC3D20C}"/>
          </ac:grpSpMkLst>
        </pc:grpChg>
        <pc:grpChg chg="mod">
          <ac:chgData name="Yeo Xiong Wei, Jonathan" userId="ac2b658e-7ce1-44bb-9f9f-bf4198ceaa29" providerId="ADAL" clId="{368D971C-2FC8-47B8-8A11-8E628BED7931}" dt="2023-09-01T10:12:06.674" v="4116"/>
          <ac:grpSpMkLst>
            <pc:docMk/>
            <pc:sldMk cId="898455515" sldId="561"/>
            <ac:grpSpMk id="53614" creationId="{06CB83DC-C88E-A350-60F0-545B21F9F648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622" creationId="{B4DFAA8A-64DD-6C9A-079F-C06222D4BE07}"/>
          </ac:grpSpMkLst>
        </pc:grpChg>
        <pc:grpChg chg="mod">
          <ac:chgData name="Yeo Xiong Wei, Jonathan" userId="ac2b658e-7ce1-44bb-9f9f-bf4198ceaa29" providerId="ADAL" clId="{368D971C-2FC8-47B8-8A11-8E628BED7931}" dt="2023-09-01T10:12:24.155" v="4120"/>
          <ac:grpSpMkLst>
            <pc:docMk/>
            <pc:sldMk cId="898455515" sldId="561"/>
            <ac:grpSpMk id="53623" creationId="{DAE2319A-48A5-58F7-5637-FE21B6B794AD}"/>
          </ac:grpSpMkLst>
        </pc:grpChg>
        <pc:grpChg chg="mod">
          <ac:chgData name="Yeo Xiong Wei, Jonathan" userId="ac2b658e-7ce1-44bb-9f9f-bf4198ceaa29" providerId="ADAL" clId="{368D971C-2FC8-47B8-8A11-8E628BED7931}" dt="2023-09-01T10:12:24.155" v="4120"/>
          <ac:grpSpMkLst>
            <pc:docMk/>
            <pc:sldMk cId="898455515" sldId="561"/>
            <ac:grpSpMk id="53625" creationId="{E3D6D7B8-3104-2962-2720-49E37BF16D2C}"/>
          </ac:grpSpMkLst>
        </pc:grpChg>
        <pc:grpChg chg="mod">
          <ac:chgData name="Yeo Xiong Wei, Jonathan" userId="ac2b658e-7ce1-44bb-9f9f-bf4198ceaa29" providerId="ADAL" clId="{368D971C-2FC8-47B8-8A11-8E628BED7931}" dt="2023-09-01T10:12:24.155" v="4120"/>
          <ac:grpSpMkLst>
            <pc:docMk/>
            <pc:sldMk cId="898455515" sldId="561"/>
            <ac:grpSpMk id="53626" creationId="{16574E62-1060-0FF0-63FE-51429D0961DA}"/>
          </ac:grpSpMkLst>
        </pc:grpChg>
        <pc:grpChg chg="mod">
          <ac:chgData name="Yeo Xiong Wei, Jonathan" userId="ac2b658e-7ce1-44bb-9f9f-bf4198ceaa29" providerId="ADAL" clId="{368D971C-2FC8-47B8-8A11-8E628BED7931}" dt="2023-09-01T10:12:24.155" v="4120"/>
          <ac:grpSpMkLst>
            <pc:docMk/>
            <pc:sldMk cId="898455515" sldId="561"/>
            <ac:grpSpMk id="53627" creationId="{2B572955-1CD7-9916-F5DF-A7F30E8AC6C7}"/>
          </ac:grpSpMkLst>
        </pc:grpChg>
        <pc:grpChg chg="add del mod">
          <ac:chgData name="Yeo Xiong Wei, Jonathan" userId="ac2b658e-7ce1-44bb-9f9f-bf4198ceaa29" providerId="ADAL" clId="{368D971C-2FC8-47B8-8A11-8E628BED7931}" dt="2023-09-01T10:12:56.735" v="4132" actId="478"/>
          <ac:grpSpMkLst>
            <pc:docMk/>
            <pc:sldMk cId="898455515" sldId="561"/>
            <ac:grpSpMk id="53634" creationId="{365575A3-B5B1-0B34-C4DA-EB4FB688EB46}"/>
          </ac:grpSpMkLst>
        </pc:grpChg>
        <pc:grpChg chg="mod">
          <ac:chgData name="Yeo Xiong Wei, Jonathan" userId="ac2b658e-7ce1-44bb-9f9f-bf4198ceaa29" providerId="ADAL" clId="{368D971C-2FC8-47B8-8A11-8E628BED7931}" dt="2023-09-01T10:12:30.363" v="4122"/>
          <ac:grpSpMkLst>
            <pc:docMk/>
            <pc:sldMk cId="898455515" sldId="561"/>
            <ac:grpSpMk id="53635" creationId="{24FC82BC-CE5B-CD5F-64AE-AC06628AFCFB}"/>
          </ac:grpSpMkLst>
        </pc:grpChg>
        <pc:grpChg chg="mod">
          <ac:chgData name="Yeo Xiong Wei, Jonathan" userId="ac2b658e-7ce1-44bb-9f9f-bf4198ceaa29" providerId="ADAL" clId="{368D971C-2FC8-47B8-8A11-8E628BED7931}" dt="2023-09-01T10:12:30.363" v="4122"/>
          <ac:grpSpMkLst>
            <pc:docMk/>
            <pc:sldMk cId="898455515" sldId="561"/>
            <ac:grpSpMk id="53637" creationId="{8A04D203-26DA-2359-3701-23E760D206E4}"/>
          </ac:grpSpMkLst>
        </pc:grpChg>
        <pc:grpChg chg="mod">
          <ac:chgData name="Yeo Xiong Wei, Jonathan" userId="ac2b658e-7ce1-44bb-9f9f-bf4198ceaa29" providerId="ADAL" clId="{368D971C-2FC8-47B8-8A11-8E628BED7931}" dt="2023-09-01T10:12:30.363" v="4122"/>
          <ac:grpSpMkLst>
            <pc:docMk/>
            <pc:sldMk cId="898455515" sldId="561"/>
            <ac:grpSpMk id="53638" creationId="{A41FFD28-B814-075D-ED82-E4E5DEEE92A3}"/>
          </ac:grpSpMkLst>
        </pc:grpChg>
        <pc:grpChg chg="mod">
          <ac:chgData name="Yeo Xiong Wei, Jonathan" userId="ac2b658e-7ce1-44bb-9f9f-bf4198ceaa29" providerId="ADAL" clId="{368D971C-2FC8-47B8-8A11-8E628BED7931}" dt="2023-09-01T10:12:30.363" v="4122"/>
          <ac:grpSpMkLst>
            <pc:docMk/>
            <pc:sldMk cId="898455515" sldId="561"/>
            <ac:grpSpMk id="53639" creationId="{0F3DC2C2-DDB0-A04A-4A8B-FF4EACA82730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647" creationId="{54A9B486-C3EF-D6F2-F5BB-82EEF291BE93}"/>
          </ac:grpSpMkLst>
        </pc:grpChg>
        <pc:grpChg chg="mod">
          <ac:chgData name="Yeo Xiong Wei, Jonathan" userId="ac2b658e-7ce1-44bb-9f9f-bf4198ceaa29" providerId="ADAL" clId="{368D971C-2FC8-47B8-8A11-8E628BED7931}" dt="2023-09-01T10:12:34.763" v="4124"/>
          <ac:grpSpMkLst>
            <pc:docMk/>
            <pc:sldMk cId="898455515" sldId="561"/>
            <ac:grpSpMk id="53648" creationId="{617F66F1-27C4-EA4F-55F7-D48C358659DF}"/>
          </ac:grpSpMkLst>
        </pc:grpChg>
        <pc:grpChg chg="mod">
          <ac:chgData name="Yeo Xiong Wei, Jonathan" userId="ac2b658e-7ce1-44bb-9f9f-bf4198ceaa29" providerId="ADAL" clId="{368D971C-2FC8-47B8-8A11-8E628BED7931}" dt="2023-09-01T10:12:34.763" v="4124"/>
          <ac:grpSpMkLst>
            <pc:docMk/>
            <pc:sldMk cId="898455515" sldId="561"/>
            <ac:grpSpMk id="53650" creationId="{755CC416-EB0A-E684-4271-DA042D8DC7E9}"/>
          </ac:grpSpMkLst>
        </pc:grpChg>
        <pc:grpChg chg="mod">
          <ac:chgData name="Yeo Xiong Wei, Jonathan" userId="ac2b658e-7ce1-44bb-9f9f-bf4198ceaa29" providerId="ADAL" clId="{368D971C-2FC8-47B8-8A11-8E628BED7931}" dt="2023-09-01T10:12:34.763" v="4124"/>
          <ac:grpSpMkLst>
            <pc:docMk/>
            <pc:sldMk cId="898455515" sldId="561"/>
            <ac:grpSpMk id="53651" creationId="{EDC066AF-C6C2-9953-4E3E-311130A95F04}"/>
          </ac:grpSpMkLst>
        </pc:grpChg>
        <pc:grpChg chg="mod">
          <ac:chgData name="Yeo Xiong Wei, Jonathan" userId="ac2b658e-7ce1-44bb-9f9f-bf4198ceaa29" providerId="ADAL" clId="{368D971C-2FC8-47B8-8A11-8E628BED7931}" dt="2023-09-01T10:12:34.763" v="4124"/>
          <ac:grpSpMkLst>
            <pc:docMk/>
            <pc:sldMk cId="898455515" sldId="561"/>
            <ac:grpSpMk id="53652" creationId="{98A48492-B338-237D-A660-A58069041259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659" creationId="{DBDC162E-2450-7242-A97E-2F0038A5A5CB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60" creationId="{3863300A-3DF7-0DE7-2E4B-DFC4E442A43C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62" creationId="{FE92A401-A5A6-1038-CB78-F22AAB23861D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63" creationId="{7CD8C35F-83B2-04E2-64C1-5881E043EFEE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64" creationId="{08A67A23-D84A-F6E8-F9AA-0D13B3306C8E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677" creationId="{0EED4A40-9240-764B-8ED2-EEE759887569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78" creationId="{E794803E-2953-DDCA-E3BF-8037C2A92943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80" creationId="{3F790E4C-9C96-3AC8-0D6E-6D36FA1985D9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81" creationId="{A4C19423-0500-DB00-0945-EC57E5258DD1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82" creationId="{C373D017-F539-46C5-6E9C-5356165AFE64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689" creationId="{8F86CAEE-6CB8-9D72-90F9-802C422D8F83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90" creationId="{CA2B460B-340D-1AB2-DF20-07F358F6B920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92" creationId="{C552B91E-ADB9-1A92-9E31-EC28EB269984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93" creationId="{D04307E1-661A-C117-02CA-EE0C01DA20CD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694" creationId="{BE865FEE-D72C-94A2-277C-AA54610D23C0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701" creationId="{42AC9C7C-FD5E-A7B3-F340-9501E8809640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02" creationId="{771F0B74-2819-EBA4-8C11-E621B6CDFF7E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04" creationId="{C5016FF1-4C6B-963C-3C12-951E659B52B7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05" creationId="{90B3EB9F-61FA-D4B3-2875-2684EB50CFF4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06" creationId="{F22B6493-6590-52DE-A299-5C2647D50246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713" creationId="{4B546E4A-F5AA-9372-0613-5A2524D42580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14" creationId="{8613C4AA-D8BB-AD6A-93BA-72F269E32443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16" creationId="{9DCC68B0-0ED1-449E-B79C-5869D4994EBF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17" creationId="{2DA6963B-0CB0-0F1D-8EA0-4282140C3437}"/>
          </ac:grpSpMkLst>
        </pc:grpChg>
        <pc:grpChg chg="mod">
          <ac:chgData name="Yeo Xiong Wei, Jonathan" userId="ac2b658e-7ce1-44bb-9f9f-bf4198ceaa29" providerId="ADAL" clId="{368D971C-2FC8-47B8-8A11-8E628BED7931}" dt="2023-09-01T10:12:44.926" v="4128"/>
          <ac:grpSpMkLst>
            <pc:docMk/>
            <pc:sldMk cId="898455515" sldId="561"/>
            <ac:grpSpMk id="53718" creationId="{CD00127D-730C-1CFD-038A-1FA97EFCB0C4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3725" creationId="{8758D8E3-CE61-CA86-B3AE-63E96CD32EE5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26" creationId="{47D68648-AA5B-7A31-0020-73B21935F0DB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28" creationId="{F5306F3A-A903-1C33-252C-C6F9BDAAD641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29" creationId="{C83AEB83-6C48-91DA-E1BD-9D877604D609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30" creationId="{3A865C6F-8CC1-2412-40C0-573BBC41D136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3743" creationId="{7F46D282-FF20-C6B5-0BE3-B98F7759E758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44" creationId="{29E0EB97-1378-03B9-CE6B-F9833F54BDED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46" creationId="{7A1FC72A-79D6-B717-5516-1D18F92A0F20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47" creationId="{D0A8AB97-8A70-8AF2-B4A8-537E84DD1F6A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48" creationId="{FC9DEB4D-93EF-AE27-9393-AA97A3EDC5DD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3755" creationId="{52F8A9A5-E06B-E078-8A8E-31A66588A405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56" creationId="{3AA42856-B53F-ABA3-147E-8EC976E35654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58" creationId="{554C05CA-E10C-EDA1-F744-E14FEB52CD9B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59" creationId="{B6474657-900E-0AC9-9946-5A1D587AD88F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60" creationId="{B42E6BAD-C12D-B0DE-6511-B94AD8B25F7D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3767" creationId="{406E9EDB-4E22-BDE3-57E2-7F425B834EEB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68" creationId="{CD7B016F-6C5F-4DBB-F851-DB0153B52AE0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70" creationId="{A91F274F-DDD6-7F8A-55BA-76B1937E0E8B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71" creationId="{C6C9C891-5730-4C02-E105-70EE30CB9759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72" creationId="{FCBAEB09-04C8-5D50-9A34-3F6C7FD6A0D4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3779" creationId="{81EA765B-C63B-B1AA-3239-B96A189A8F59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80" creationId="{36365717-2171-049A-DC1C-6DEE33F4BDD0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82" creationId="{843587C7-C3AA-A61E-61E1-68E2FA1BC51C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83" creationId="{34755504-7F7E-558F-21CB-A018FC365EC7}"/>
          </ac:grpSpMkLst>
        </pc:grpChg>
        <pc:grpChg chg="mod">
          <ac:chgData name="Yeo Xiong Wei, Jonathan" userId="ac2b658e-7ce1-44bb-9f9f-bf4198ceaa29" providerId="ADAL" clId="{368D971C-2FC8-47B8-8A11-8E628BED7931}" dt="2023-09-01T10:12:48.514" v="4130"/>
          <ac:grpSpMkLst>
            <pc:docMk/>
            <pc:sldMk cId="898455515" sldId="561"/>
            <ac:grpSpMk id="53784" creationId="{A35AF410-31FE-D8B6-5A07-8AE3C1D0E7B6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791" creationId="{276FE2AF-12C8-FBAE-3DBE-67D7DC122C2C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792" creationId="{34B37AC3-CC9F-5F23-831A-79AE7B5E492F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794" creationId="{CB168BCE-B6A4-68CA-270C-05FF1235BF93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795" creationId="{34155476-5023-EFC4-E12F-CB80A6F098BB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796" creationId="{C9D38A1E-B83E-7FD0-5482-BF0B586FD5EA}"/>
          </ac:grpSpMkLst>
        </pc:grpChg>
        <pc:grpChg chg="add del mod">
          <ac:chgData name="Yeo Xiong Wei, Jonathan" userId="ac2b658e-7ce1-44bb-9f9f-bf4198ceaa29" providerId="ADAL" clId="{368D971C-2FC8-47B8-8A11-8E628BED7931}" dt="2023-09-01T10:17:21.127" v="4244" actId="478"/>
          <ac:grpSpMkLst>
            <pc:docMk/>
            <pc:sldMk cId="898455515" sldId="561"/>
            <ac:grpSpMk id="53809" creationId="{868FB7BD-798B-EB21-C127-470BE167218F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10" creationId="{DA3EDC14-5A14-2E79-D1DA-DF5F00B5BC7A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12" creationId="{5E141345-F906-159D-F2B4-A90CD4BC0E48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13" creationId="{57BA8012-ACEC-CDD5-6C7E-942F523C1123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14" creationId="{35B8BA12-89B0-E790-531E-906CA73B3A9C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821" creationId="{D3929A9A-85A1-7523-33B8-A79FEECA756E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22" creationId="{9B780E65-BF93-556F-05A8-9658F2E0D2BA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24" creationId="{188F6F2A-9B5D-F612-F526-7C707B2EBFB2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25" creationId="{5999DCBA-DE7D-6E50-8FB6-A0FB89F1C92E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26" creationId="{A094C6F2-418D-4C74-F9D9-665C30C479CB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833" creationId="{E44C4231-E96F-9DC2-D49A-99AADE674CE1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34" creationId="{2EC48760-C9AA-9208-52CD-ECD02B40BAE4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36" creationId="{847E025E-53DC-0ADC-7978-088A6E094872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37" creationId="{9AFD56F2-307F-DBA0-5E75-BDA0A628F9E7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38" creationId="{4ED4B51B-BCCF-094E-DFC0-03DDFA42B8BD}"/>
          </ac:grpSpMkLst>
        </pc:grpChg>
        <pc:grpChg chg="add del mod">
          <ac:chgData name="Yeo Xiong Wei, Jonathan" userId="ac2b658e-7ce1-44bb-9f9f-bf4198ceaa29" providerId="ADAL" clId="{368D971C-2FC8-47B8-8A11-8E628BED7931}" dt="2023-09-01T10:17:19.039" v="4243" actId="478"/>
          <ac:grpSpMkLst>
            <pc:docMk/>
            <pc:sldMk cId="898455515" sldId="561"/>
            <ac:grpSpMk id="53845" creationId="{8AD8D65E-1406-251E-5439-6B52DD46D290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46" creationId="{EDCAB202-20FA-F90A-D5D2-86DFC75F42B5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48" creationId="{F018F236-31AE-5AE6-86FC-9A33CEFF3C7A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49" creationId="{684EF832-D690-F323-A2CD-BD7343CCD938}"/>
          </ac:grpSpMkLst>
        </pc:grpChg>
        <pc:grpChg chg="mod">
          <ac:chgData name="Yeo Xiong Wei, Jonathan" userId="ac2b658e-7ce1-44bb-9f9f-bf4198ceaa29" providerId="ADAL" clId="{368D971C-2FC8-47B8-8A11-8E628BED7931}" dt="2023-09-01T10:12:59.464" v="4134"/>
          <ac:grpSpMkLst>
            <pc:docMk/>
            <pc:sldMk cId="898455515" sldId="561"/>
            <ac:grpSpMk id="53850" creationId="{42F8DE36-8DF9-0E24-622C-CDFEF689F7E8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868" creationId="{22907F06-D08A-27A6-E601-9C2992CB83B2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69" creationId="{0D4DD0AE-E0C8-9EC0-D6C6-005A3BFFB9DD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71" creationId="{FDA77AF2-E076-011D-F76A-47DD3C1A7D2A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72" creationId="{B2B712A0-463A-E44B-7289-5D4D8556AAC0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73" creationId="{EFBC8500-D872-2CD3-C43F-209C46BDB967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886" creationId="{2DDB5C82-41A4-EAFF-9FD1-C1DF6C2D46D3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87" creationId="{9E2FD661-E32F-C62C-DD3B-78CF32F9F2DD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89" creationId="{91E7634D-5AA7-D002-73A9-CE84CEC8E8EE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90" creationId="{779E8808-6127-BAB9-991D-0CE0FB6ACF91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91" creationId="{46624584-4877-013F-6150-900DA8ECD4B4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898" creationId="{F5D17D84-9339-5344-B5B1-1EB90706A635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899" creationId="{3565C38F-DB88-AF88-C3E8-15B68F4DDAF5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01" creationId="{E0443BFC-62AC-B790-8901-C532BED4F067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02" creationId="{47ECAD74-B96C-0B92-C813-665CF0C395DB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03" creationId="{32FFAB20-5BE0-BB75-5652-0BD0275FC138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910" creationId="{1E2D4529-C4D8-CC35-C963-33DFED6BDE96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11" creationId="{B40CE5C8-33D8-403E-34D3-CA37B150C5C5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13" creationId="{0185D981-2B72-5599-4AC9-C3C8BD1536BF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14" creationId="{851D275F-9994-B9FD-4D8F-D9B377A18A66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15" creationId="{F5FD0FC1-15F2-5DA9-C0C9-E8E91671B70F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922" creationId="{BD0A0815-C058-4170-3334-722916AD0FE3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23" creationId="{AB8A5438-7DCF-5311-5A14-A0B7B69DFBF9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25" creationId="{EDF258AC-B4A7-00D5-6A90-35DECE007C4D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26" creationId="{6E105E00-F8DB-6A15-E467-B20BBDAD666C}"/>
          </ac:grpSpMkLst>
        </pc:grpChg>
        <pc:grpChg chg="mod">
          <ac:chgData name="Yeo Xiong Wei, Jonathan" userId="ac2b658e-7ce1-44bb-9f9f-bf4198ceaa29" providerId="ADAL" clId="{368D971C-2FC8-47B8-8A11-8E628BED7931}" dt="2023-09-01T10:17:25.117" v="4245"/>
          <ac:grpSpMkLst>
            <pc:docMk/>
            <pc:sldMk cId="898455515" sldId="561"/>
            <ac:grpSpMk id="53927" creationId="{2CB75951-F08C-E4A1-9C3F-5ADB02045862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934" creationId="{1B3F8098-6304-C458-4604-030E8135E42E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35" creationId="{AC68115F-257A-90CF-7AF5-C34CF9834B05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37" creationId="{745243F9-DB01-825D-0813-E7CBCC454989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38" creationId="{AAC6F9E8-C7AA-94AE-EC57-3ABEEBB80046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39" creationId="{819850D7-BB54-E477-5125-8C83AD85B6D3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952" creationId="{6D67CBCB-FAD3-A9B7-6565-C1CF1FE05FFF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53" creationId="{58FD154C-9800-5422-1FD4-D137E1F79617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55" creationId="{530D060E-8ECF-4CC0-2B03-305634324443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56" creationId="{BF088B8F-C406-9A27-90F8-182821B42AE8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57" creationId="{EC938014-8F41-6760-959F-27702BBFC494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964" creationId="{A752004E-FB26-0BC7-5146-B38E422A298F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65" creationId="{76A3C629-B8F3-0224-83D1-6F9C8A0523DA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67" creationId="{78F12A9E-AC49-F5B5-3C9E-04C48EF133C4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68" creationId="{2B79FEDA-51EC-E594-ED8C-986B9F3B32EB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69" creationId="{64B8AAD6-9136-61D3-AAD6-F08CE74F5B27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976" creationId="{445CFAB3-9F3B-EA9A-85ED-1BC03CF09F13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77" creationId="{91A1AC9B-4529-C5F7-FBB3-1C327EA2177F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79" creationId="{1FD57C63-FE80-A433-0C00-EBC3AB73CA35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80" creationId="{A76D6BD4-0C07-27FC-6646-1017959600EC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81" creationId="{DB150F78-BFE0-9129-B0BA-293C520B259F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3988" creationId="{0C5EB167-EC0A-B984-E1CC-14611D9640AE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89" creationId="{C488AD87-E82B-597C-765A-372FC23BEBFA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91" creationId="{DE14F685-1564-6AFF-BD2A-1184B3C49B50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92" creationId="{6B69BE05-DB76-0017-FC8F-397C4902F623}"/>
          </ac:grpSpMkLst>
        </pc:grpChg>
        <pc:grpChg chg="mod">
          <ac:chgData name="Yeo Xiong Wei, Jonathan" userId="ac2b658e-7ce1-44bb-9f9f-bf4198ceaa29" providerId="ADAL" clId="{368D971C-2FC8-47B8-8A11-8E628BED7931}" dt="2023-09-01T10:17:28.769" v="4247"/>
          <ac:grpSpMkLst>
            <pc:docMk/>
            <pc:sldMk cId="898455515" sldId="561"/>
            <ac:grpSpMk id="53993" creationId="{C5517D80-4EB6-0161-1544-E8274A6D9978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4000" creationId="{2171AA1A-4AF2-CBAA-74AD-A2D8F5A5D6A2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01" creationId="{EE0F842C-01DA-3D29-B269-358911B0F72C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03" creationId="{244171FD-5F4F-DD53-DB2B-D7C465043289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04" creationId="{263D5A7D-0B02-EB93-419B-CB1B8188EC57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05" creationId="{9B9D6DBA-2E9B-08B6-566F-9FE438B872E9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4018" creationId="{1AF130A2-7F04-1A43-801B-E20824B0DE0A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19" creationId="{B785CC36-59FC-2A2F-B393-DEB2A5325987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21" creationId="{B67ACFA6-0F05-F2A9-19C9-513659D9FA07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22" creationId="{AE79FC88-4362-4B16-9533-6FE3E71DF5B1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23" creationId="{A9E894FA-FD3E-1EF0-2820-992A3881B18B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4030" creationId="{3AAC04D7-ACB6-9F92-A3D9-156314E2F333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31" creationId="{7D3E92BA-C314-7FD1-4D51-A3A2ADB7DE05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33" creationId="{CD599A0A-5B5A-DE1B-1BBC-DF090DEE377E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34" creationId="{ADE1D47A-623B-7AAB-655A-82962EB6F80F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35" creationId="{28407304-3F23-259C-18F7-9163C55EEEF8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4042" creationId="{3878DE61-2A1A-5D06-59A8-DD61950692F7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43" creationId="{740B8724-BD99-7AE7-2EEE-C41431FB6491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45" creationId="{6A244296-46C2-12D0-3E11-32947540A78B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46" creationId="{32B4B5B1-B4C9-E124-9640-CFA9B16D5B42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47" creationId="{773104B6-992E-52F5-B6D0-6C483964C547}"/>
          </ac:grpSpMkLst>
        </pc:grpChg>
        <pc:grpChg chg="add del mod">
          <ac:chgData name="Yeo Xiong Wei, Jonathan" userId="ac2b658e-7ce1-44bb-9f9f-bf4198ceaa29" providerId="ADAL" clId="{368D971C-2FC8-47B8-8A11-8E628BED7931}" dt="2023-09-01T10:18:22.132" v="4259" actId="478"/>
          <ac:grpSpMkLst>
            <pc:docMk/>
            <pc:sldMk cId="898455515" sldId="561"/>
            <ac:grpSpMk id="54054" creationId="{17F1C558-6215-4DAB-84CE-772D4AC13181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55" creationId="{7631923A-C8F5-171D-F747-C59D2A2F1158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57" creationId="{987A8BBE-F8E0-F986-3DCB-9E66381EE03E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58" creationId="{CC170230-9AD5-6525-4CC6-1EEE5F3946BA}"/>
          </ac:grpSpMkLst>
        </pc:grpChg>
        <pc:grpChg chg="mod">
          <ac:chgData name="Yeo Xiong Wei, Jonathan" userId="ac2b658e-7ce1-44bb-9f9f-bf4198ceaa29" providerId="ADAL" clId="{368D971C-2FC8-47B8-8A11-8E628BED7931}" dt="2023-09-01T10:17:32.479" v="4249"/>
          <ac:grpSpMkLst>
            <pc:docMk/>
            <pc:sldMk cId="898455515" sldId="561"/>
            <ac:grpSpMk id="54059" creationId="{A4675C03-4904-F5CD-47B2-1A976215D22E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068" creationId="{DE337A99-AC28-1D01-0F44-F308914027B9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69" creationId="{0B2DDB26-47CA-D70E-1685-F2738986C6D2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71" creationId="{70B75741-6041-D322-63BA-616EAE102542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72" creationId="{AB6C4BD4-A40A-17E2-53AD-FD98360409EF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73" creationId="{53800A3B-EFFD-B2C6-DB1D-3F4880F29528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086" creationId="{1C1F6A72-8C10-563A-363B-9450434C099F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87" creationId="{F992B831-D031-2903-E56B-39395468F713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89" creationId="{BD90456F-A92B-7AEA-D29F-EB82314B9102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90" creationId="{01F0FA13-4062-F388-29CB-3D76DE129D84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91" creationId="{3C229628-4924-A35A-2D93-ECBE60B3A566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098" creationId="{FAF228CC-F25A-640C-6AF5-75236626FB40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099" creationId="{93C59DBB-91CB-FEC6-C8A3-E00D5F0DAA28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01" creationId="{4EA425AE-8B11-8A70-EFB4-BD1939607745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02" creationId="{31658818-23E3-5908-56AE-98AB5FC42AC5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03" creationId="{3B560549-DB50-DF08-E780-1911AF76E4ED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110" creationId="{F11AFCD4-697E-BAE5-CAFB-DBDA429436B9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11" creationId="{D376EEB1-A3C3-116B-04E0-F98DED419993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13" creationId="{F372DBF4-8671-8890-68DF-AF869E4782A8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14" creationId="{F0F45CEA-9F91-9440-0C08-5CD138023F11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15" creationId="{167AF83C-79C0-6883-218B-4C6C79C38E67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122" creationId="{EC5F3CBF-0A5E-CF8F-0D1B-797D92554A77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23" creationId="{B63975BB-121E-D69B-B2C8-2C337B45A083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25" creationId="{8ABEB0BE-40B5-3B65-A965-9F15446F9144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26" creationId="{D9CA105C-864A-E64D-EFB2-1DF1AACA3F52}"/>
          </ac:grpSpMkLst>
        </pc:grpChg>
        <pc:grpChg chg="mod">
          <ac:chgData name="Yeo Xiong Wei, Jonathan" userId="ac2b658e-7ce1-44bb-9f9f-bf4198ceaa29" providerId="ADAL" clId="{368D971C-2FC8-47B8-8A11-8E628BED7931}" dt="2023-09-01T10:19:06.912" v="4274"/>
          <ac:grpSpMkLst>
            <pc:docMk/>
            <pc:sldMk cId="898455515" sldId="561"/>
            <ac:grpSpMk id="54127" creationId="{64B40297-0C68-834A-97A8-D7E720DCC217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134" creationId="{8BD44DAD-C9C2-EB00-8590-84BE8BB9DA86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35" creationId="{F17EF5AB-ED40-DABA-C6AF-A35FC51AEFBE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37" creationId="{B2CC2AE8-F12A-B9CB-B574-64E83FD449D7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38" creationId="{DDE3440D-43F4-3AB9-86A4-FBB8D9109227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39" creationId="{EFC96B3A-3A8A-6755-9931-6F6C6D32C97A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152" creationId="{36F5BAFA-1462-228B-28D6-317CB484EEEF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53" creationId="{963BB286-A865-1879-AF31-FF87417ACC98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55" creationId="{0A0CBE38-52EA-D176-6367-F7CC2748352D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56" creationId="{20BE0388-8302-2F20-C659-F6069ACACFA1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57" creationId="{3F6D99E4-58CF-4A16-0740-B930D72ADC3E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164" creationId="{AAB0F8BA-80E2-AC61-8C47-40720E4A79EB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65" creationId="{86B05E63-120B-F6C7-DDB4-CC94A4A635EB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67" creationId="{05EF826D-5E64-44AD-BE6E-C21266FC955B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68" creationId="{91165B16-5A43-2400-A615-049B4F122CB8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69" creationId="{D2FD04D9-CBD8-37C3-2330-8A62B55094D6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176" creationId="{1B13EDF9-823D-D313-C13D-E3739AF9B02C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77" creationId="{3A9E22D2-E52D-1C0A-CE95-AC7C39270238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79" creationId="{07AEAEC6-B935-9304-C33C-81ED2BB9EDB5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80" creationId="{B5234D3E-2295-F77A-BBF4-D34CED173BA2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81" creationId="{427223AA-F3C4-517A-6239-2AFB0A779404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188" creationId="{7913C888-E2E7-90C3-8A81-1168015C2841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89" creationId="{37BB0EE4-8950-CC88-8568-FFEA77BBEE34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91" creationId="{27EC5F80-20CD-0472-E298-5226C7CAEAD1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92" creationId="{4AF383CC-1B4A-5E04-38B8-D758F3A485FB}"/>
          </ac:grpSpMkLst>
        </pc:grpChg>
        <pc:grpChg chg="mod">
          <ac:chgData name="Yeo Xiong Wei, Jonathan" userId="ac2b658e-7ce1-44bb-9f9f-bf4198ceaa29" providerId="ADAL" clId="{368D971C-2FC8-47B8-8A11-8E628BED7931}" dt="2023-09-01T10:19:13.028" v="4276"/>
          <ac:grpSpMkLst>
            <pc:docMk/>
            <pc:sldMk cId="898455515" sldId="561"/>
            <ac:grpSpMk id="54193" creationId="{4F92DB9C-40F9-1721-FD32-76DF68C9A511}"/>
          </ac:grpSpMkLst>
        </pc:grpChg>
        <pc:grpChg chg="add del mod">
          <ac:chgData name="Yeo Xiong Wei, Jonathan" userId="ac2b658e-7ce1-44bb-9f9f-bf4198ceaa29" providerId="ADAL" clId="{368D971C-2FC8-47B8-8A11-8E628BED7931}" dt="2023-09-01T10:19:21.835" v="4281"/>
          <ac:grpSpMkLst>
            <pc:docMk/>
            <pc:sldMk cId="898455515" sldId="561"/>
            <ac:grpSpMk id="54200" creationId="{4E7382EB-31A2-DCE7-7E6F-AA6545EA108E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01" creationId="{4D682265-0493-E101-8D2E-BF8095B46AF0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03" creationId="{484F4A86-D392-FFA6-61A3-D6EDF4DF147E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04" creationId="{239B959A-C573-8A3D-9D22-88B59183766A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05" creationId="{8D192A42-DE40-D4DA-0D41-3DCC9305E228}"/>
          </ac:grpSpMkLst>
        </pc:grpChg>
        <pc:grpChg chg="add del mod">
          <ac:chgData name="Yeo Xiong Wei, Jonathan" userId="ac2b658e-7ce1-44bb-9f9f-bf4198ceaa29" providerId="ADAL" clId="{368D971C-2FC8-47B8-8A11-8E628BED7931}" dt="2023-09-01T10:19:21.835" v="4281"/>
          <ac:grpSpMkLst>
            <pc:docMk/>
            <pc:sldMk cId="898455515" sldId="561"/>
            <ac:grpSpMk id="54218" creationId="{B039B9BB-3F76-F837-EADF-366DBADF77FC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19" creationId="{8E8C29D5-D691-AC04-9A1D-5BFE10F0F670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21" creationId="{BEC4208D-4C4E-D4CB-3D54-5EAD3913F0C3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22" creationId="{DC8DF2DF-71F9-E9BD-4531-DFBCC7AD3600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23" creationId="{4EF6B707-B279-9F3E-9A7F-0C69F731518E}"/>
          </ac:grpSpMkLst>
        </pc:grpChg>
        <pc:grpChg chg="add del mod">
          <ac:chgData name="Yeo Xiong Wei, Jonathan" userId="ac2b658e-7ce1-44bb-9f9f-bf4198ceaa29" providerId="ADAL" clId="{368D971C-2FC8-47B8-8A11-8E628BED7931}" dt="2023-09-01T10:19:21.835" v="4281"/>
          <ac:grpSpMkLst>
            <pc:docMk/>
            <pc:sldMk cId="898455515" sldId="561"/>
            <ac:grpSpMk id="54230" creationId="{F6CE4064-D866-C121-6875-37261341E6CF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31" creationId="{4976C7AD-4C79-723D-B1ED-6645CA3B1D4D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33" creationId="{BA1EABF4-D45F-2F69-F5DE-319F3F531BCA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34" creationId="{082582C3-1B94-22D4-C2AF-7D3B9CEF3D6F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35" creationId="{9569EADE-D30B-9218-3955-EE6153D92EBC}"/>
          </ac:grpSpMkLst>
        </pc:grpChg>
        <pc:grpChg chg="add del mod">
          <ac:chgData name="Yeo Xiong Wei, Jonathan" userId="ac2b658e-7ce1-44bb-9f9f-bf4198ceaa29" providerId="ADAL" clId="{368D971C-2FC8-47B8-8A11-8E628BED7931}" dt="2023-09-01T10:19:21.835" v="4281"/>
          <ac:grpSpMkLst>
            <pc:docMk/>
            <pc:sldMk cId="898455515" sldId="561"/>
            <ac:grpSpMk id="54242" creationId="{D84FBBD5-41EC-2816-02B3-B6888A6E2CB6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43" creationId="{BCEF1B7F-6871-9108-8D03-6DD6BE8E1B0F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45" creationId="{00A2EC18-2B87-CCC8-296E-E00D31B8F002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46" creationId="{5919FFE1-2FA4-DC2D-D17B-697E92EF5893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47" creationId="{8BC4A4BA-E5AE-F623-E6B7-8779B881864B}"/>
          </ac:grpSpMkLst>
        </pc:grpChg>
        <pc:grpChg chg="add del mod">
          <ac:chgData name="Yeo Xiong Wei, Jonathan" userId="ac2b658e-7ce1-44bb-9f9f-bf4198ceaa29" providerId="ADAL" clId="{368D971C-2FC8-47B8-8A11-8E628BED7931}" dt="2023-09-01T10:19:21.835" v="4281"/>
          <ac:grpSpMkLst>
            <pc:docMk/>
            <pc:sldMk cId="898455515" sldId="561"/>
            <ac:grpSpMk id="54254" creationId="{82E95EC6-84E4-AB8E-DCAF-3483901DCDAA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55" creationId="{5DF0CDFE-2675-E398-B4FA-A9AD1C9CE97E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57" creationId="{D3760210-EE6D-F4F7-F20F-E35690C5227D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58" creationId="{3620B615-FB9D-2A94-DA51-EA94A1CC5500}"/>
          </ac:grpSpMkLst>
        </pc:grpChg>
        <pc:grpChg chg="mod">
          <ac:chgData name="Yeo Xiong Wei, Jonathan" userId="ac2b658e-7ce1-44bb-9f9f-bf4198ceaa29" providerId="ADAL" clId="{368D971C-2FC8-47B8-8A11-8E628BED7931}" dt="2023-09-01T10:19:17.482" v="4278"/>
          <ac:grpSpMkLst>
            <pc:docMk/>
            <pc:sldMk cId="898455515" sldId="561"/>
            <ac:grpSpMk id="54259" creationId="{03E03CB5-F280-76C1-1249-35E1479B0F32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266" creationId="{A224A3E9-6A6F-0721-BB8B-AC4516A7934A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67" creationId="{830DBD89-B035-912A-919C-651A823E4029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69" creationId="{82C640CC-2467-E66C-1CFD-770E8AE0C533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70" creationId="{D739F29C-8FE3-9442-4829-B071F58C39F4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71" creationId="{1042A60A-F3BC-BE40-320E-E5086AAE8F9A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284" creationId="{DCE0C3EB-503B-AB7C-E96E-0C957A5FD2AD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85" creationId="{E0345A8C-570D-B7C8-1323-24ADE13140C0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87" creationId="{48B07426-5FA2-7887-2D18-9705A7775D0C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88" creationId="{3E5E7204-1DFF-D29A-F25C-2E8784A2FEE2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89" creationId="{6DF2F0D5-3E03-4926-A773-282C9A7306CD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296" creationId="{BC22FC2B-E08D-D0FD-B9EE-B11A91761B4E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97" creationId="{7DD11889-EBEC-3F2E-ED47-E8BAAD99D5CD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299" creationId="{811BB072-89F9-058A-65D2-F984F55D6C12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00" creationId="{7BAB0938-0A3C-BEB8-AC0C-760659442EA0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01" creationId="{2B353F26-3422-95F0-E79C-6264419FD8D0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308" creationId="{3E69DABF-BC5C-0F25-B34D-38736BB47E8F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09" creationId="{8C7FF2ED-1D3B-0D7B-E109-A9E88D5168E9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11" creationId="{6FEE8AD6-B8B7-A764-D999-DEE678E22A82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12" creationId="{ED160B3B-2740-E208-3512-128555FF2F01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13" creationId="{8545B8C1-89E5-CB6F-880C-C292B90246C6}"/>
          </ac:grpSpMkLst>
        </pc:grpChg>
        <pc:grpChg chg="add mod">
          <ac:chgData name="Yeo Xiong Wei, Jonathan" userId="ac2b658e-7ce1-44bb-9f9f-bf4198ceaa29" providerId="ADAL" clId="{368D971C-2FC8-47B8-8A11-8E628BED7931}" dt="2023-09-01T10:36:47.083" v="5418" actId="1076"/>
          <ac:grpSpMkLst>
            <pc:docMk/>
            <pc:sldMk cId="898455515" sldId="561"/>
            <ac:grpSpMk id="54320" creationId="{1040391F-A872-DCBE-6CDB-3319F846A45E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21" creationId="{43165580-7DDE-665F-1245-22EBE46DDCA3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23" creationId="{31783049-1C6F-6006-8BB3-272D1A38A5A1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24" creationId="{0041C3EE-ECAF-3B46-1D27-E6275F71E911}"/>
          </ac:grpSpMkLst>
        </pc:grpChg>
        <pc:grpChg chg="mod">
          <ac:chgData name="Yeo Xiong Wei, Jonathan" userId="ac2b658e-7ce1-44bb-9f9f-bf4198ceaa29" providerId="ADAL" clId="{368D971C-2FC8-47B8-8A11-8E628BED7931}" dt="2023-09-01T10:19:22.607" v="4282"/>
          <ac:grpSpMkLst>
            <pc:docMk/>
            <pc:sldMk cId="898455515" sldId="561"/>
            <ac:grpSpMk id="54325" creationId="{A0E33AA7-3CBA-1FB7-1721-4E07E07FA115}"/>
          </ac:grpSpMkLst>
        </pc:grpChg>
        <pc:grpChg chg="add del mod">
          <ac:chgData name="Yeo Xiong Wei, Jonathan" userId="ac2b658e-7ce1-44bb-9f9f-bf4198ceaa29" providerId="ADAL" clId="{368D971C-2FC8-47B8-8A11-8E628BED7931}" dt="2023-09-01T10:33:16.148" v="4925" actId="478"/>
          <ac:grpSpMkLst>
            <pc:docMk/>
            <pc:sldMk cId="898455515" sldId="561"/>
            <ac:grpSpMk id="54334" creationId="{CFBC86B6-0643-DC3F-A820-F8BAFC1D1EBC}"/>
          </ac:grpSpMkLst>
        </pc:grpChg>
        <pc:grpChg chg="mod">
          <ac:chgData name="Yeo Xiong Wei, Jonathan" userId="ac2b658e-7ce1-44bb-9f9f-bf4198ceaa29" providerId="ADAL" clId="{368D971C-2FC8-47B8-8A11-8E628BED7931}" dt="2023-09-01T10:21:49.688" v="4551"/>
          <ac:grpSpMkLst>
            <pc:docMk/>
            <pc:sldMk cId="898455515" sldId="561"/>
            <ac:grpSpMk id="54335" creationId="{68FDCC96-9CC6-4D87-DCF6-560D77B385E7}"/>
          </ac:grpSpMkLst>
        </pc:grpChg>
        <pc:grpChg chg="mod">
          <ac:chgData name="Yeo Xiong Wei, Jonathan" userId="ac2b658e-7ce1-44bb-9f9f-bf4198ceaa29" providerId="ADAL" clId="{368D971C-2FC8-47B8-8A11-8E628BED7931}" dt="2023-09-01T10:21:49.688" v="4551"/>
          <ac:grpSpMkLst>
            <pc:docMk/>
            <pc:sldMk cId="898455515" sldId="561"/>
            <ac:grpSpMk id="54337" creationId="{BD4E0537-D0DC-9093-2F84-DA2C34AC20EA}"/>
          </ac:grpSpMkLst>
        </pc:grpChg>
        <pc:grpChg chg="mod">
          <ac:chgData name="Yeo Xiong Wei, Jonathan" userId="ac2b658e-7ce1-44bb-9f9f-bf4198ceaa29" providerId="ADAL" clId="{368D971C-2FC8-47B8-8A11-8E628BED7931}" dt="2023-09-01T10:21:49.688" v="4551"/>
          <ac:grpSpMkLst>
            <pc:docMk/>
            <pc:sldMk cId="898455515" sldId="561"/>
            <ac:grpSpMk id="54338" creationId="{8B43A45F-7CCE-DD24-E0BF-5F7CF14AB618}"/>
          </ac:grpSpMkLst>
        </pc:grpChg>
        <pc:grpChg chg="mod">
          <ac:chgData name="Yeo Xiong Wei, Jonathan" userId="ac2b658e-7ce1-44bb-9f9f-bf4198ceaa29" providerId="ADAL" clId="{368D971C-2FC8-47B8-8A11-8E628BED7931}" dt="2023-09-01T10:21:49.688" v="4551"/>
          <ac:grpSpMkLst>
            <pc:docMk/>
            <pc:sldMk cId="898455515" sldId="561"/>
            <ac:grpSpMk id="54339" creationId="{2F8C1110-11A1-599C-C494-EFDAFD001499}"/>
          </ac:grpSpMkLst>
        </pc:grpChg>
        <pc:grpChg chg="add del mod">
          <ac:chgData name="Yeo Xiong Wei, Jonathan" userId="ac2b658e-7ce1-44bb-9f9f-bf4198ceaa29" providerId="ADAL" clId="{368D971C-2FC8-47B8-8A11-8E628BED7931}" dt="2023-09-01T10:33:16.148" v="4925" actId="478"/>
          <ac:grpSpMkLst>
            <pc:docMk/>
            <pc:sldMk cId="898455515" sldId="561"/>
            <ac:grpSpMk id="54348" creationId="{936A26F6-139D-60E5-B81C-7BD823B3E99F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49" creationId="{3F14680C-43EF-BE3F-21EA-CEC817D92678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51" creationId="{57905846-F927-CB27-E303-A958C972F813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52" creationId="{DA121B40-8882-45FA-A69B-9C45184DC755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53" creationId="{F2076729-CC88-1728-0B2C-77B031ACF97F}"/>
          </ac:grpSpMkLst>
        </pc:grpChg>
        <pc:grpChg chg="add del mod">
          <ac:chgData name="Yeo Xiong Wei, Jonathan" userId="ac2b658e-7ce1-44bb-9f9f-bf4198ceaa29" providerId="ADAL" clId="{368D971C-2FC8-47B8-8A11-8E628BED7931}" dt="2023-09-01T10:26:24.966" v="4628" actId="478"/>
          <ac:grpSpMkLst>
            <pc:docMk/>
            <pc:sldMk cId="898455515" sldId="561"/>
            <ac:grpSpMk id="54366" creationId="{EAB0C984-722B-C33F-F801-54B2ADF89C4F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67" creationId="{42E85756-70FE-D09D-68AE-BDBC81B7EFA7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69" creationId="{8B7E8E48-E49D-8FD4-C04D-70DE7C0196B3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70" creationId="{DBA5F334-ADE5-C78E-FF7E-336760FB4E87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71" creationId="{9804AAE8-6576-D05D-2BCC-5BB5C4970288}"/>
          </ac:grpSpMkLst>
        </pc:grpChg>
        <pc:grpChg chg="add del mod">
          <ac:chgData name="Yeo Xiong Wei, Jonathan" userId="ac2b658e-7ce1-44bb-9f9f-bf4198ceaa29" providerId="ADAL" clId="{368D971C-2FC8-47B8-8A11-8E628BED7931}" dt="2023-09-01T10:26:26.150" v="4629" actId="478"/>
          <ac:grpSpMkLst>
            <pc:docMk/>
            <pc:sldMk cId="898455515" sldId="561"/>
            <ac:grpSpMk id="54378" creationId="{C7E99349-6315-7EAC-4728-2C1C62465D53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79" creationId="{8F428DDF-2BAA-ADA9-9B31-99DF13E078C2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81" creationId="{A7B8C6BD-9399-0151-E38B-F522D8AFE080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82" creationId="{BD9C5614-DFA0-FEBD-8896-4CEE23C31A57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83" creationId="{0725EEDE-D11E-3ED1-2523-5A643DD06EB8}"/>
          </ac:grpSpMkLst>
        </pc:grpChg>
        <pc:grpChg chg="add del mod">
          <ac:chgData name="Yeo Xiong Wei, Jonathan" userId="ac2b658e-7ce1-44bb-9f9f-bf4198ceaa29" providerId="ADAL" clId="{368D971C-2FC8-47B8-8A11-8E628BED7931}" dt="2023-09-01T10:26:26.884" v="4630" actId="478"/>
          <ac:grpSpMkLst>
            <pc:docMk/>
            <pc:sldMk cId="898455515" sldId="561"/>
            <ac:grpSpMk id="54390" creationId="{C757DEBD-5470-5CCD-FD66-9A0855621F14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91" creationId="{849E1EDB-FDB5-A70B-3A32-6A6C25CDB2B1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93" creationId="{A47CFC0A-75C8-57BB-1C5C-56A4972CDBDF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94" creationId="{2252001C-D5DF-7F1C-A72D-AC1D866063B4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395" creationId="{11A29B2B-9DAB-4249-94D5-AAA03D43BF6D}"/>
          </ac:grpSpMkLst>
        </pc:grpChg>
        <pc:grpChg chg="add del mod">
          <ac:chgData name="Yeo Xiong Wei, Jonathan" userId="ac2b658e-7ce1-44bb-9f9f-bf4198ceaa29" providerId="ADAL" clId="{368D971C-2FC8-47B8-8A11-8E628BED7931}" dt="2023-09-01T10:26:27.788" v="4631" actId="478"/>
          <ac:grpSpMkLst>
            <pc:docMk/>
            <pc:sldMk cId="898455515" sldId="561"/>
            <ac:grpSpMk id="54402" creationId="{03EC315C-7994-82C0-70DE-CCE63E750519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403" creationId="{8BAEDE71-C147-A250-5AFB-84E94BD52134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405" creationId="{489B392D-03D4-D00C-9181-CFC6EA6DCF29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406" creationId="{96AF3698-40D6-3203-7176-319F369678ED}"/>
          </ac:grpSpMkLst>
        </pc:grpChg>
        <pc:grpChg chg="mod">
          <ac:chgData name="Yeo Xiong Wei, Jonathan" userId="ac2b658e-7ce1-44bb-9f9f-bf4198ceaa29" providerId="ADAL" clId="{368D971C-2FC8-47B8-8A11-8E628BED7931}" dt="2023-09-01T10:24:35.671" v="4612"/>
          <ac:grpSpMkLst>
            <pc:docMk/>
            <pc:sldMk cId="898455515" sldId="561"/>
            <ac:grpSpMk id="54407" creationId="{1D3D41C6-F455-FE3F-ED52-45FAF7278BC6}"/>
          </ac:grpSpMkLst>
        </pc:grpChg>
        <pc:grpChg chg="add del mod">
          <ac:chgData name="Yeo Xiong Wei, Jonathan" userId="ac2b658e-7ce1-44bb-9f9f-bf4198ceaa29" providerId="ADAL" clId="{368D971C-2FC8-47B8-8A11-8E628BED7931}" dt="2023-09-01T10:33:16.148" v="4925" actId="478"/>
          <ac:grpSpMkLst>
            <pc:docMk/>
            <pc:sldMk cId="898455515" sldId="561"/>
            <ac:grpSpMk id="54424" creationId="{70818FA1-E42F-C91A-9320-6BFECD72EEF6}"/>
          </ac:grpSpMkLst>
        </pc:grpChg>
        <pc:grpChg chg="mod">
          <ac:chgData name="Yeo Xiong Wei, Jonathan" userId="ac2b658e-7ce1-44bb-9f9f-bf4198ceaa29" providerId="ADAL" clId="{368D971C-2FC8-47B8-8A11-8E628BED7931}" dt="2023-09-01T10:31:11.223" v="4834"/>
          <ac:grpSpMkLst>
            <pc:docMk/>
            <pc:sldMk cId="898455515" sldId="561"/>
            <ac:grpSpMk id="54425" creationId="{75F79246-E7FC-467A-E3DB-021A59D17378}"/>
          </ac:grpSpMkLst>
        </pc:grpChg>
        <pc:grpChg chg="mod">
          <ac:chgData name="Yeo Xiong Wei, Jonathan" userId="ac2b658e-7ce1-44bb-9f9f-bf4198ceaa29" providerId="ADAL" clId="{368D971C-2FC8-47B8-8A11-8E628BED7931}" dt="2023-09-01T10:31:11.223" v="4834"/>
          <ac:grpSpMkLst>
            <pc:docMk/>
            <pc:sldMk cId="898455515" sldId="561"/>
            <ac:grpSpMk id="54427" creationId="{B998018C-3475-C012-B51E-09661313411E}"/>
          </ac:grpSpMkLst>
        </pc:grpChg>
        <pc:grpChg chg="mod">
          <ac:chgData name="Yeo Xiong Wei, Jonathan" userId="ac2b658e-7ce1-44bb-9f9f-bf4198ceaa29" providerId="ADAL" clId="{368D971C-2FC8-47B8-8A11-8E628BED7931}" dt="2023-09-01T10:31:11.223" v="4834"/>
          <ac:grpSpMkLst>
            <pc:docMk/>
            <pc:sldMk cId="898455515" sldId="561"/>
            <ac:grpSpMk id="54428" creationId="{A53AA22A-30BD-9B50-415A-7DE48D51BD3F}"/>
          </ac:grpSpMkLst>
        </pc:grpChg>
        <pc:grpChg chg="mod">
          <ac:chgData name="Yeo Xiong Wei, Jonathan" userId="ac2b658e-7ce1-44bb-9f9f-bf4198ceaa29" providerId="ADAL" clId="{368D971C-2FC8-47B8-8A11-8E628BED7931}" dt="2023-09-01T10:31:11.223" v="4834"/>
          <ac:grpSpMkLst>
            <pc:docMk/>
            <pc:sldMk cId="898455515" sldId="561"/>
            <ac:grpSpMk id="54429" creationId="{983F81B7-F655-BB7C-F6E2-827E73FCE8CC}"/>
          </ac:grpSpMkLst>
        </pc:grpChg>
        <pc:grpChg chg="add del mod">
          <ac:chgData name="Yeo Xiong Wei, Jonathan" userId="ac2b658e-7ce1-44bb-9f9f-bf4198ceaa29" providerId="ADAL" clId="{368D971C-2FC8-47B8-8A11-8E628BED7931}" dt="2023-09-01T10:33:16.148" v="4925" actId="478"/>
          <ac:grpSpMkLst>
            <pc:docMk/>
            <pc:sldMk cId="898455515" sldId="561"/>
            <ac:grpSpMk id="54436" creationId="{EF47C0DE-75AC-41E0-73E0-643A1B6BA2BB}"/>
          </ac:grpSpMkLst>
        </pc:grpChg>
        <pc:grpChg chg="mod">
          <ac:chgData name="Yeo Xiong Wei, Jonathan" userId="ac2b658e-7ce1-44bb-9f9f-bf4198ceaa29" providerId="ADAL" clId="{368D971C-2FC8-47B8-8A11-8E628BED7931}" dt="2023-09-01T10:31:19.692" v="4837"/>
          <ac:grpSpMkLst>
            <pc:docMk/>
            <pc:sldMk cId="898455515" sldId="561"/>
            <ac:grpSpMk id="54437" creationId="{CF37631D-D2DB-4F78-AADD-6A72BE7BA609}"/>
          </ac:grpSpMkLst>
        </pc:grpChg>
        <pc:grpChg chg="mod">
          <ac:chgData name="Yeo Xiong Wei, Jonathan" userId="ac2b658e-7ce1-44bb-9f9f-bf4198ceaa29" providerId="ADAL" clId="{368D971C-2FC8-47B8-8A11-8E628BED7931}" dt="2023-09-01T10:31:19.692" v="4837"/>
          <ac:grpSpMkLst>
            <pc:docMk/>
            <pc:sldMk cId="898455515" sldId="561"/>
            <ac:grpSpMk id="54439" creationId="{9E297F91-56DB-EA33-41FF-2F36A33AB186}"/>
          </ac:grpSpMkLst>
        </pc:grpChg>
        <pc:grpChg chg="mod">
          <ac:chgData name="Yeo Xiong Wei, Jonathan" userId="ac2b658e-7ce1-44bb-9f9f-bf4198ceaa29" providerId="ADAL" clId="{368D971C-2FC8-47B8-8A11-8E628BED7931}" dt="2023-09-01T10:31:19.692" v="4837"/>
          <ac:grpSpMkLst>
            <pc:docMk/>
            <pc:sldMk cId="898455515" sldId="561"/>
            <ac:grpSpMk id="54440" creationId="{BA4B0EC7-7EE0-E58B-3B89-8323D5BD2991}"/>
          </ac:grpSpMkLst>
        </pc:grpChg>
        <pc:grpChg chg="mod">
          <ac:chgData name="Yeo Xiong Wei, Jonathan" userId="ac2b658e-7ce1-44bb-9f9f-bf4198ceaa29" providerId="ADAL" clId="{368D971C-2FC8-47B8-8A11-8E628BED7931}" dt="2023-09-01T10:31:19.692" v="4837"/>
          <ac:grpSpMkLst>
            <pc:docMk/>
            <pc:sldMk cId="898455515" sldId="561"/>
            <ac:grpSpMk id="54441" creationId="{DECF74C2-1D1A-A6E5-1E1A-DD31E064BE88}"/>
          </ac:grpSpMkLst>
        </pc:grpChg>
        <pc:grpChg chg="add del mod">
          <ac:chgData name="Yeo Xiong Wei, Jonathan" userId="ac2b658e-7ce1-44bb-9f9f-bf4198ceaa29" providerId="ADAL" clId="{368D971C-2FC8-47B8-8A11-8E628BED7931}" dt="2023-09-01T10:33:16.148" v="4925" actId="478"/>
          <ac:grpSpMkLst>
            <pc:docMk/>
            <pc:sldMk cId="898455515" sldId="561"/>
            <ac:grpSpMk id="54448" creationId="{C4841A1B-8CEB-A3F2-865E-D7D70FB38D96}"/>
          </ac:grpSpMkLst>
        </pc:grpChg>
        <pc:grpChg chg="mod">
          <ac:chgData name="Yeo Xiong Wei, Jonathan" userId="ac2b658e-7ce1-44bb-9f9f-bf4198ceaa29" providerId="ADAL" clId="{368D971C-2FC8-47B8-8A11-8E628BED7931}" dt="2023-09-01T10:31:23.991" v="4839"/>
          <ac:grpSpMkLst>
            <pc:docMk/>
            <pc:sldMk cId="898455515" sldId="561"/>
            <ac:grpSpMk id="54449" creationId="{0A13DDF3-84F8-1D39-F483-DEF25E561298}"/>
          </ac:grpSpMkLst>
        </pc:grpChg>
        <pc:grpChg chg="mod">
          <ac:chgData name="Yeo Xiong Wei, Jonathan" userId="ac2b658e-7ce1-44bb-9f9f-bf4198ceaa29" providerId="ADAL" clId="{368D971C-2FC8-47B8-8A11-8E628BED7931}" dt="2023-09-01T10:31:23.991" v="4839"/>
          <ac:grpSpMkLst>
            <pc:docMk/>
            <pc:sldMk cId="898455515" sldId="561"/>
            <ac:grpSpMk id="54451" creationId="{6BD6D87E-708E-564B-9B36-1C9C6C69AC67}"/>
          </ac:grpSpMkLst>
        </pc:grpChg>
        <pc:grpChg chg="mod">
          <ac:chgData name="Yeo Xiong Wei, Jonathan" userId="ac2b658e-7ce1-44bb-9f9f-bf4198ceaa29" providerId="ADAL" clId="{368D971C-2FC8-47B8-8A11-8E628BED7931}" dt="2023-09-01T10:31:23.991" v="4839"/>
          <ac:grpSpMkLst>
            <pc:docMk/>
            <pc:sldMk cId="898455515" sldId="561"/>
            <ac:grpSpMk id="54452" creationId="{2927EFB6-BBCC-53C2-4604-4D9F20D9B41E}"/>
          </ac:grpSpMkLst>
        </pc:grpChg>
        <pc:grpChg chg="mod">
          <ac:chgData name="Yeo Xiong Wei, Jonathan" userId="ac2b658e-7ce1-44bb-9f9f-bf4198ceaa29" providerId="ADAL" clId="{368D971C-2FC8-47B8-8A11-8E628BED7931}" dt="2023-09-01T10:31:23.991" v="4839"/>
          <ac:grpSpMkLst>
            <pc:docMk/>
            <pc:sldMk cId="898455515" sldId="561"/>
            <ac:grpSpMk id="54453" creationId="{96C06832-C509-6DFE-DC91-BF7CDE21A6A6}"/>
          </ac:grpSpMkLst>
        </pc:grpChg>
        <pc:grpChg chg="add del mod">
          <ac:chgData name="Yeo Xiong Wei, Jonathan" userId="ac2b658e-7ce1-44bb-9f9f-bf4198ceaa29" providerId="ADAL" clId="{368D971C-2FC8-47B8-8A11-8E628BED7931}" dt="2023-09-01T10:33:16.148" v="4925" actId="478"/>
          <ac:grpSpMkLst>
            <pc:docMk/>
            <pc:sldMk cId="898455515" sldId="561"/>
            <ac:grpSpMk id="54460" creationId="{AD7CC139-3EED-B27A-D0FD-21CB573C594E}"/>
          </ac:grpSpMkLst>
        </pc:grpChg>
        <pc:grpChg chg="mod">
          <ac:chgData name="Yeo Xiong Wei, Jonathan" userId="ac2b658e-7ce1-44bb-9f9f-bf4198ceaa29" providerId="ADAL" clId="{368D971C-2FC8-47B8-8A11-8E628BED7931}" dt="2023-09-01T10:31:26.519" v="4841"/>
          <ac:grpSpMkLst>
            <pc:docMk/>
            <pc:sldMk cId="898455515" sldId="561"/>
            <ac:grpSpMk id="54461" creationId="{CEDAE5AB-55A1-A695-2639-1C09356613F8}"/>
          </ac:grpSpMkLst>
        </pc:grpChg>
        <pc:grpChg chg="mod">
          <ac:chgData name="Yeo Xiong Wei, Jonathan" userId="ac2b658e-7ce1-44bb-9f9f-bf4198ceaa29" providerId="ADAL" clId="{368D971C-2FC8-47B8-8A11-8E628BED7931}" dt="2023-09-01T10:31:26.519" v="4841"/>
          <ac:grpSpMkLst>
            <pc:docMk/>
            <pc:sldMk cId="898455515" sldId="561"/>
            <ac:grpSpMk id="54463" creationId="{AF1510D8-8659-293F-DD53-7BCE1FCB6D5C}"/>
          </ac:grpSpMkLst>
        </pc:grpChg>
        <pc:grpChg chg="mod">
          <ac:chgData name="Yeo Xiong Wei, Jonathan" userId="ac2b658e-7ce1-44bb-9f9f-bf4198ceaa29" providerId="ADAL" clId="{368D971C-2FC8-47B8-8A11-8E628BED7931}" dt="2023-09-01T10:31:26.519" v="4841"/>
          <ac:grpSpMkLst>
            <pc:docMk/>
            <pc:sldMk cId="898455515" sldId="561"/>
            <ac:grpSpMk id="54464" creationId="{19914BE9-44AC-517E-A8EA-51CF6B8107BF}"/>
          </ac:grpSpMkLst>
        </pc:grpChg>
        <pc:grpChg chg="mod">
          <ac:chgData name="Yeo Xiong Wei, Jonathan" userId="ac2b658e-7ce1-44bb-9f9f-bf4198ceaa29" providerId="ADAL" clId="{368D971C-2FC8-47B8-8A11-8E628BED7931}" dt="2023-09-01T10:31:26.519" v="4841"/>
          <ac:grpSpMkLst>
            <pc:docMk/>
            <pc:sldMk cId="898455515" sldId="561"/>
            <ac:grpSpMk id="54465" creationId="{4DAD2A91-2F6A-35A0-2705-5C5A58DB1A9E}"/>
          </ac:grpSpMkLst>
        </pc:grpChg>
        <pc:inkChg chg="add del">
          <ac:chgData name="Yeo Xiong Wei, Jonathan" userId="ac2b658e-7ce1-44bb-9f9f-bf4198ceaa29" providerId="ADAL" clId="{368D971C-2FC8-47B8-8A11-8E628BED7931}" dt="2023-09-01T10:16:24.411" v="4229" actId="9405"/>
          <ac:inkMkLst>
            <pc:docMk/>
            <pc:sldMk cId="898455515" sldId="561"/>
            <ac:inkMk id="53862" creationId="{882DE8FB-1FC3-DFC0-AC59-1B7AF47A1665}"/>
          </ac:inkMkLst>
        </pc:inkChg>
        <pc:inkChg chg="add del">
          <ac:chgData name="Yeo Xiong Wei, Jonathan" userId="ac2b658e-7ce1-44bb-9f9f-bf4198ceaa29" providerId="ADAL" clId="{368D971C-2FC8-47B8-8A11-8E628BED7931}" dt="2023-09-01T10:16:24.207" v="4228" actId="9405"/>
          <ac:inkMkLst>
            <pc:docMk/>
            <pc:sldMk cId="898455515" sldId="561"/>
            <ac:inkMk id="53863" creationId="{27CA8406-EA7B-65A9-CA39-45A4CB00C16D}"/>
          </ac:inkMkLst>
        </pc:inkChg>
        <pc:inkChg chg="add del">
          <ac:chgData name="Yeo Xiong Wei, Jonathan" userId="ac2b658e-7ce1-44bb-9f9f-bf4198ceaa29" providerId="ADAL" clId="{368D971C-2FC8-47B8-8A11-8E628BED7931}" dt="2023-09-01T10:16:22.278" v="4227" actId="9405"/>
          <ac:inkMkLst>
            <pc:docMk/>
            <pc:sldMk cId="898455515" sldId="561"/>
            <ac:inkMk id="53864" creationId="{E2E79AF5-EB04-CEED-2E30-158382E7A48D}"/>
          </ac:inkMkLst>
        </pc:inkChg>
        <pc:inkChg chg="add del">
          <ac:chgData name="Yeo Xiong Wei, Jonathan" userId="ac2b658e-7ce1-44bb-9f9f-bf4198ceaa29" providerId="ADAL" clId="{368D971C-2FC8-47B8-8A11-8E628BED7931}" dt="2023-09-01T10:16:30.699" v="4235" actId="9405"/>
          <ac:inkMkLst>
            <pc:docMk/>
            <pc:sldMk cId="898455515" sldId="561"/>
            <ac:inkMk id="53865" creationId="{91B1549E-E54B-5E28-C5D0-1E0974A00E12}"/>
          </ac:inkMkLst>
        </pc:inkChg>
        <pc:inkChg chg="add del">
          <ac:chgData name="Yeo Xiong Wei, Jonathan" userId="ac2b658e-7ce1-44bb-9f9f-bf4198ceaa29" providerId="ADAL" clId="{368D971C-2FC8-47B8-8A11-8E628BED7931}" dt="2023-09-01T10:16:30.244" v="4234" actId="9405"/>
          <ac:inkMkLst>
            <pc:docMk/>
            <pc:sldMk cId="898455515" sldId="561"/>
            <ac:inkMk id="53866" creationId="{E3C2AB17-D531-2D60-5A24-10D62C4338FC}"/>
          </ac:inkMkLst>
        </pc:inkChg>
        <pc:inkChg chg="add del">
          <ac:chgData name="Yeo Xiong Wei, Jonathan" userId="ac2b658e-7ce1-44bb-9f9f-bf4198ceaa29" providerId="ADAL" clId="{368D971C-2FC8-47B8-8A11-8E628BED7931}" dt="2023-09-01T10:16:30.001" v="4233" actId="9405"/>
          <ac:inkMkLst>
            <pc:docMk/>
            <pc:sldMk cId="898455515" sldId="561"/>
            <ac:inkMk id="53867" creationId="{5045B2B9-AE26-2025-2657-97A169A09EFE}"/>
          </ac:inkMkLst>
        </pc:inkChg>
        <pc:cxnChg chg="mod">
          <ac:chgData name="Yeo Xiong Wei, Jonathan" userId="ac2b658e-7ce1-44bb-9f9f-bf4198ceaa29" providerId="ADAL" clId="{368D971C-2FC8-47B8-8A11-8E628BED7931}" dt="2023-09-01T10:01:43.070" v="3806"/>
          <ac:cxnSpMkLst>
            <pc:docMk/>
            <pc:sldMk cId="898455515" sldId="561"/>
            <ac:cxnSpMk id="8" creationId="{8835203F-F20C-53EF-7210-45DEE7C5C6FA}"/>
          </ac:cxnSpMkLst>
        </pc:cxnChg>
        <pc:cxnChg chg="mod">
          <ac:chgData name="Yeo Xiong Wei, Jonathan" userId="ac2b658e-7ce1-44bb-9f9f-bf4198ceaa29" providerId="ADAL" clId="{368D971C-2FC8-47B8-8A11-8E628BED7931}" dt="2023-09-01T10:01:43.070" v="3806"/>
          <ac:cxnSpMkLst>
            <pc:docMk/>
            <pc:sldMk cId="898455515" sldId="561"/>
            <ac:cxnSpMk id="9" creationId="{AE855945-2F37-70E8-884C-635B8792A33E}"/>
          </ac:cxnSpMkLst>
        </pc:cxnChg>
        <pc:cxnChg chg="mod">
          <ac:chgData name="Yeo Xiong Wei, Jonathan" userId="ac2b658e-7ce1-44bb-9f9f-bf4198ceaa29" providerId="ADAL" clId="{368D971C-2FC8-47B8-8A11-8E628BED7931}" dt="2023-09-01T10:01:43.070" v="3806"/>
          <ac:cxnSpMkLst>
            <pc:docMk/>
            <pc:sldMk cId="898455515" sldId="561"/>
            <ac:cxnSpMk id="12" creationId="{7D394E94-E2FE-E186-9BED-2E2197988D12}"/>
          </ac:cxnSpMkLst>
        </pc:cxnChg>
        <pc:cxnChg chg="mod">
          <ac:chgData name="Yeo Xiong Wei, Jonathan" userId="ac2b658e-7ce1-44bb-9f9f-bf4198ceaa29" providerId="ADAL" clId="{368D971C-2FC8-47B8-8A11-8E628BED7931}" dt="2023-09-01T10:01:43.070" v="3806"/>
          <ac:cxnSpMkLst>
            <pc:docMk/>
            <pc:sldMk cId="898455515" sldId="561"/>
            <ac:cxnSpMk id="13" creationId="{28DAAD43-65A6-BDCB-5AE5-FDFA84113275}"/>
          </ac:cxnSpMkLst>
        </pc:cxnChg>
        <pc:cxnChg chg="mod">
          <ac:chgData name="Yeo Xiong Wei, Jonathan" userId="ac2b658e-7ce1-44bb-9f9f-bf4198ceaa29" providerId="ADAL" clId="{368D971C-2FC8-47B8-8A11-8E628BED7931}" dt="2023-09-01T10:01:43.070" v="3806"/>
          <ac:cxnSpMkLst>
            <pc:docMk/>
            <pc:sldMk cId="898455515" sldId="561"/>
            <ac:cxnSpMk id="16" creationId="{8EDDDAE3-B55F-173A-CF58-C718F229A467}"/>
          </ac:cxnSpMkLst>
        </pc:cxnChg>
        <pc:cxnChg chg="mod">
          <ac:chgData name="Yeo Xiong Wei, Jonathan" userId="ac2b658e-7ce1-44bb-9f9f-bf4198ceaa29" providerId="ADAL" clId="{368D971C-2FC8-47B8-8A11-8E628BED7931}" dt="2023-09-01T10:01:43.070" v="3806"/>
          <ac:cxnSpMkLst>
            <pc:docMk/>
            <pc:sldMk cId="898455515" sldId="561"/>
            <ac:cxnSpMk id="17" creationId="{85AD76E4-24C3-E930-EB95-38309FB2E52E}"/>
          </ac:cxnSpMkLst>
        </pc:cxnChg>
        <pc:cxnChg chg="mod">
          <ac:chgData name="Yeo Xiong Wei, Jonathan" userId="ac2b658e-7ce1-44bb-9f9f-bf4198ceaa29" providerId="ADAL" clId="{368D971C-2FC8-47B8-8A11-8E628BED7931}" dt="2023-09-01T10:04:05.894" v="3856" actId="14100"/>
          <ac:cxnSpMkLst>
            <pc:docMk/>
            <pc:sldMk cId="898455515" sldId="561"/>
            <ac:cxnSpMk id="24" creationId="{A319C28F-1E33-2E55-9DB9-69FFA41D1789}"/>
          </ac:cxnSpMkLst>
        </pc:cxnChg>
        <pc:cxnChg chg="mod">
          <ac:chgData name="Yeo Xiong Wei, Jonathan" userId="ac2b658e-7ce1-44bb-9f9f-bf4198ceaa29" providerId="ADAL" clId="{368D971C-2FC8-47B8-8A11-8E628BED7931}" dt="2023-09-01T10:18:01.755" v="4257" actId="208"/>
          <ac:cxnSpMkLst>
            <pc:docMk/>
            <pc:sldMk cId="898455515" sldId="561"/>
            <ac:cxnSpMk id="25" creationId="{7DA33BD1-C6BC-0A37-431E-0770C2766379}"/>
          </ac:cxnSpMkLst>
        </pc:cxnChg>
        <pc:cxnChg chg="mod">
          <ac:chgData name="Yeo Xiong Wei, Jonathan" userId="ac2b658e-7ce1-44bb-9f9f-bf4198ceaa29" providerId="ADAL" clId="{368D971C-2FC8-47B8-8A11-8E628BED7931}" dt="2023-09-01T10:17:45.470" v="4252" actId="14100"/>
          <ac:cxnSpMkLst>
            <pc:docMk/>
            <pc:sldMk cId="898455515" sldId="561"/>
            <ac:cxnSpMk id="28" creationId="{EE76129A-D5BC-44FF-5B63-AEE59D205469}"/>
          </ac:cxnSpMkLst>
        </pc:cxnChg>
        <pc:cxnChg chg="mod">
          <ac:chgData name="Yeo Xiong Wei, Jonathan" userId="ac2b658e-7ce1-44bb-9f9f-bf4198ceaa29" providerId="ADAL" clId="{368D971C-2FC8-47B8-8A11-8E628BED7931}" dt="2023-09-01T10:17:58.577" v="4256" actId="208"/>
          <ac:cxnSpMkLst>
            <pc:docMk/>
            <pc:sldMk cId="898455515" sldId="561"/>
            <ac:cxnSpMk id="29" creationId="{3DCB1022-41C3-4590-52B9-6865499C79CF}"/>
          </ac:cxnSpMkLst>
        </pc:cxnChg>
        <pc:cxnChg chg="mod">
          <ac:chgData name="Yeo Xiong Wei, Jonathan" userId="ac2b658e-7ce1-44bb-9f9f-bf4198ceaa29" providerId="ADAL" clId="{368D971C-2FC8-47B8-8A11-8E628BED7931}" dt="2023-09-01T10:01:53.664" v="3808"/>
          <ac:cxnSpMkLst>
            <pc:docMk/>
            <pc:sldMk cId="898455515" sldId="561"/>
            <ac:cxnSpMk id="32" creationId="{C6BFE93F-4D8E-0343-B327-73F2BE8BADD7}"/>
          </ac:cxnSpMkLst>
        </pc:cxnChg>
        <pc:cxnChg chg="mod">
          <ac:chgData name="Yeo Xiong Wei, Jonathan" userId="ac2b658e-7ce1-44bb-9f9f-bf4198ceaa29" providerId="ADAL" clId="{368D971C-2FC8-47B8-8A11-8E628BED7931}" dt="2023-09-01T10:18:04.116" v="4258" actId="208"/>
          <ac:cxnSpMkLst>
            <pc:docMk/>
            <pc:sldMk cId="898455515" sldId="561"/>
            <ac:cxnSpMk id="33" creationId="{58F5630F-69F5-1C63-BA08-E7236FC23756}"/>
          </ac:cxnSpMkLst>
        </pc:cxnChg>
        <pc:cxnChg chg="add mod">
          <ac:chgData name="Yeo Xiong Wei, Jonathan" userId="ac2b658e-7ce1-44bb-9f9f-bf4198ceaa29" providerId="ADAL" clId="{368D971C-2FC8-47B8-8A11-8E628BED7931}" dt="2023-09-01T10:02:31.615" v="3823" actId="164"/>
          <ac:cxnSpMkLst>
            <pc:docMk/>
            <pc:sldMk cId="898455515" sldId="561"/>
            <ac:cxnSpMk id="36" creationId="{DEDA035B-B03E-DB8E-36FF-BEE898F0CEC6}"/>
          </ac:cxnSpMkLst>
        </pc:cxnChg>
        <pc:cxnChg chg="mod">
          <ac:chgData name="Yeo Xiong Wei, Jonathan" userId="ac2b658e-7ce1-44bb-9f9f-bf4198ceaa29" providerId="ADAL" clId="{368D971C-2FC8-47B8-8A11-8E628BED7931}" dt="2023-09-01T10:02:40.747" v="3826"/>
          <ac:cxnSpMkLst>
            <pc:docMk/>
            <pc:sldMk cId="898455515" sldId="561"/>
            <ac:cxnSpMk id="40" creationId="{52E213DA-7FC9-494F-2235-71329F5C378D}"/>
          </ac:cxnSpMkLst>
        </pc:cxnChg>
        <pc:cxnChg chg="mod">
          <ac:chgData name="Yeo Xiong Wei, Jonathan" userId="ac2b658e-7ce1-44bb-9f9f-bf4198ceaa29" providerId="ADAL" clId="{368D971C-2FC8-47B8-8A11-8E628BED7931}" dt="2023-09-01T10:02:40.747" v="3826"/>
          <ac:cxnSpMkLst>
            <pc:docMk/>
            <pc:sldMk cId="898455515" sldId="561"/>
            <ac:cxnSpMk id="44" creationId="{A938683D-9E49-A813-555B-BB4BB76F3B70}"/>
          </ac:cxnSpMkLst>
        </pc:cxnChg>
        <pc:cxnChg chg="mod">
          <ac:chgData name="Yeo Xiong Wei, Jonathan" userId="ac2b658e-7ce1-44bb-9f9f-bf4198ceaa29" providerId="ADAL" clId="{368D971C-2FC8-47B8-8A11-8E628BED7931}" dt="2023-09-01T10:02:40.747" v="3826"/>
          <ac:cxnSpMkLst>
            <pc:docMk/>
            <pc:sldMk cId="898455515" sldId="561"/>
            <ac:cxnSpMk id="45" creationId="{76977E47-72AC-E4D5-BA9A-68A8E6A8EDDD}"/>
          </ac:cxnSpMkLst>
        </pc:cxnChg>
        <pc:cxnChg chg="mod">
          <ac:chgData name="Yeo Xiong Wei, Jonathan" userId="ac2b658e-7ce1-44bb-9f9f-bf4198ceaa29" providerId="ADAL" clId="{368D971C-2FC8-47B8-8A11-8E628BED7931}" dt="2023-09-01T10:02:40.747" v="3826"/>
          <ac:cxnSpMkLst>
            <pc:docMk/>
            <pc:sldMk cId="898455515" sldId="561"/>
            <ac:cxnSpMk id="48" creationId="{C9969A03-58D1-24DC-583D-99E40B73C68E}"/>
          </ac:cxnSpMkLst>
        </pc:cxnChg>
        <pc:cxnChg chg="mod">
          <ac:chgData name="Yeo Xiong Wei, Jonathan" userId="ac2b658e-7ce1-44bb-9f9f-bf4198ceaa29" providerId="ADAL" clId="{368D971C-2FC8-47B8-8A11-8E628BED7931}" dt="2023-09-01T10:02:40.747" v="3826"/>
          <ac:cxnSpMkLst>
            <pc:docMk/>
            <pc:sldMk cId="898455515" sldId="561"/>
            <ac:cxnSpMk id="49" creationId="{30570B96-CACF-8BF8-F017-83E3A58562DB}"/>
          </ac:cxnSpMkLst>
        </pc:cxnChg>
        <pc:cxnChg chg="mod">
          <ac:chgData name="Yeo Xiong Wei, Jonathan" userId="ac2b658e-7ce1-44bb-9f9f-bf4198ceaa29" providerId="ADAL" clId="{368D971C-2FC8-47B8-8A11-8E628BED7931}" dt="2023-09-01T10:02:40.747" v="3826"/>
          <ac:cxnSpMkLst>
            <pc:docMk/>
            <pc:sldMk cId="898455515" sldId="561"/>
            <ac:cxnSpMk id="52" creationId="{64200497-5C51-B985-CA6F-43708AECE091}"/>
          </ac:cxnSpMkLst>
        </pc:cxnChg>
        <pc:cxnChg chg="mod">
          <ac:chgData name="Yeo Xiong Wei, Jonathan" userId="ac2b658e-7ce1-44bb-9f9f-bf4198ceaa29" providerId="ADAL" clId="{368D971C-2FC8-47B8-8A11-8E628BED7931}" dt="2023-09-01T10:02:40.747" v="3826"/>
          <ac:cxnSpMkLst>
            <pc:docMk/>
            <pc:sldMk cId="898455515" sldId="561"/>
            <ac:cxnSpMk id="53" creationId="{4B06BB81-7FBB-724F-2CC3-4880FC186AE5}"/>
          </ac:cxnSpMkLst>
        </pc:cxnChg>
        <pc:cxnChg chg="mod">
          <ac:chgData name="Yeo Xiong Wei, Jonathan" userId="ac2b658e-7ce1-44bb-9f9f-bf4198ceaa29" providerId="ADAL" clId="{368D971C-2FC8-47B8-8A11-8E628BED7931}" dt="2023-09-01T10:02:56.546" v="3834"/>
          <ac:cxnSpMkLst>
            <pc:docMk/>
            <pc:sldMk cId="898455515" sldId="561"/>
            <ac:cxnSpMk id="58" creationId="{7B6F6B5B-EB97-D032-3EF9-247AB3C8B334}"/>
          </ac:cxnSpMkLst>
        </pc:cxnChg>
        <pc:cxnChg chg="mod">
          <ac:chgData name="Yeo Xiong Wei, Jonathan" userId="ac2b658e-7ce1-44bb-9f9f-bf4198ceaa29" providerId="ADAL" clId="{368D971C-2FC8-47B8-8A11-8E628BED7931}" dt="2023-09-01T10:02:56.546" v="3834"/>
          <ac:cxnSpMkLst>
            <pc:docMk/>
            <pc:sldMk cId="898455515" sldId="561"/>
            <ac:cxnSpMk id="62" creationId="{291C9B61-92DD-34AC-2DAD-F5AC6835747C}"/>
          </ac:cxnSpMkLst>
        </pc:cxnChg>
        <pc:cxnChg chg="mod">
          <ac:chgData name="Yeo Xiong Wei, Jonathan" userId="ac2b658e-7ce1-44bb-9f9f-bf4198ceaa29" providerId="ADAL" clId="{368D971C-2FC8-47B8-8A11-8E628BED7931}" dt="2023-09-01T10:02:56.546" v="3834"/>
          <ac:cxnSpMkLst>
            <pc:docMk/>
            <pc:sldMk cId="898455515" sldId="561"/>
            <ac:cxnSpMk id="63" creationId="{C094A840-6D31-4C7E-E1EE-59C67D06C624}"/>
          </ac:cxnSpMkLst>
        </pc:cxnChg>
        <pc:cxnChg chg="mod">
          <ac:chgData name="Yeo Xiong Wei, Jonathan" userId="ac2b658e-7ce1-44bb-9f9f-bf4198ceaa29" providerId="ADAL" clId="{368D971C-2FC8-47B8-8A11-8E628BED7931}" dt="2023-09-01T10:02:56.546" v="3834"/>
          <ac:cxnSpMkLst>
            <pc:docMk/>
            <pc:sldMk cId="898455515" sldId="561"/>
            <ac:cxnSpMk id="53251" creationId="{45C20FFD-A815-8A46-5BF7-6675DC2FC358}"/>
          </ac:cxnSpMkLst>
        </pc:cxnChg>
        <pc:cxnChg chg="mod">
          <ac:chgData name="Yeo Xiong Wei, Jonathan" userId="ac2b658e-7ce1-44bb-9f9f-bf4198ceaa29" providerId="ADAL" clId="{368D971C-2FC8-47B8-8A11-8E628BED7931}" dt="2023-09-01T10:02:56.546" v="3834"/>
          <ac:cxnSpMkLst>
            <pc:docMk/>
            <pc:sldMk cId="898455515" sldId="561"/>
            <ac:cxnSpMk id="53252" creationId="{401B568E-0668-EAF0-B357-8644C9BC4AD9}"/>
          </ac:cxnSpMkLst>
        </pc:cxnChg>
        <pc:cxnChg chg="mod">
          <ac:chgData name="Yeo Xiong Wei, Jonathan" userId="ac2b658e-7ce1-44bb-9f9f-bf4198ceaa29" providerId="ADAL" clId="{368D971C-2FC8-47B8-8A11-8E628BED7931}" dt="2023-09-01T10:02:56.546" v="3834"/>
          <ac:cxnSpMkLst>
            <pc:docMk/>
            <pc:sldMk cId="898455515" sldId="561"/>
            <ac:cxnSpMk id="53255" creationId="{54A8571F-138D-551E-BE41-5B675CDC61A9}"/>
          </ac:cxnSpMkLst>
        </pc:cxnChg>
        <pc:cxnChg chg="mod">
          <ac:chgData name="Yeo Xiong Wei, Jonathan" userId="ac2b658e-7ce1-44bb-9f9f-bf4198ceaa29" providerId="ADAL" clId="{368D971C-2FC8-47B8-8A11-8E628BED7931}" dt="2023-09-01T10:02:56.546" v="3834"/>
          <ac:cxnSpMkLst>
            <pc:docMk/>
            <pc:sldMk cId="898455515" sldId="561"/>
            <ac:cxnSpMk id="53256" creationId="{47EED021-CC44-79E2-ACA8-FA95C78E6844}"/>
          </ac:cxnSpMkLst>
        </pc:cxnChg>
        <pc:cxnChg chg="mod">
          <ac:chgData name="Yeo Xiong Wei, Jonathan" userId="ac2b658e-7ce1-44bb-9f9f-bf4198ceaa29" providerId="ADAL" clId="{368D971C-2FC8-47B8-8A11-8E628BED7931}" dt="2023-09-01T10:03:02.233" v="3838"/>
          <ac:cxnSpMkLst>
            <pc:docMk/>
            <pc:sldMk cId="898455515" sldId="561"/>
            <ac:cxnSpMk id="53261" creationId="{5929E510-DB2E-91A4-641A-8F75C0BD8F91}"/>
          </ac:cxnSpMkLst>
        </pc:cxnChg>
        <pc:cxnChg chg="mod">
          <ac:chgData name="Yeo Xiong Wei, Jonathan" userId="ac2b658e-7ce1-44bb-9f9f-bf4198ceaa29" providerId="ADAL" clId="{368D971C-2FC8-47B8-8A11-8E628BED7931}" dt="2023-09-01T10:03:02.233" v="3838"/>
          <ac:cxnSpMkLst>
            <pc:docMk/>
            <pc:sldMk cId="898455515" sldId="561"/>
            <ac:cxnSpMk id="53265" creationId="{829FD205-5E9F-62C2-8362-2E971C3BC80D}"/>
          </ac:cxnSpMkLst>
        </pc:cxnChg>
        <pc:cxnChg chg="mod">
          <ac:chgData name="Yeo Xiong Wei, Jonathan" userId="ac2b658e-7ce1-44bb-9f9f-bf4198ceaa29" providerId="ADAL" clId="{368D971C-2FC8-47B8-8A11-8E628BED7931}" dt="2023-09-01T10:03:02.233" v="3838"/>
          <ac:cxnSpMkLst>
            <pc:docMk/>
            <pc:sldMk cId="898455515" sldId="561"/>
            <ac:cxnSpMk id="53266" creationId="{BB19B441-38AC-E0A7-4436-A97DF64F1DE6}"/>
          </ac:cxnSpMkLst>
        </pc:cxnChg>
        <pc:cxnChg chg="mod">
          <ac:chgData name="Yeo Xiong Wei, Jonathan" userId="ac2b658e-7ce1-44bb-9f9f-bf4198ceaa29" providerId="ADAL" clId="{368D971C-2FC8-47B8-8A11-8E628BED7931}" dt="2023-09-01T10:03:02.233" v="3838"/>
          <ac:cxnSpMkLst>
            <pc:docMk/>
            <pc:sldMk cId="898455515" sldId="561"/>
            <ac:cxnSpMk id="53269" creationId="{01B110BE-EC38-1239-C5C3-EDB9953547CA}"/>
          </ac:cxnSpMkLst>
        </pc:cxnChg>
        <pc:cxnChg chg="mod">
          <ac:chgData name="Yeo Xiong Wei, Jonathan" userId="ac2b658e-7ce1-44bb-9f9f-bf4198ceaa29" providerId="ADAL" clId="{368D971C-2FC8-47B8-8A11-8E628BED7931}" dt="2023-09-01T10:03:02.233" v="3838"/>
          <ac:cxnSpMkLst>
            <pc:docMk/>
            <pc:sldMk cId="898455515" sldId="561"/>
            <ac:cxnSpMk id="53270" creationId="{9C2D92FA-2277-E621-D028-EA150BF7A697}"/>
          </ac:cxnSpMkLst>
        </pc:cxnChg>
        <pc:cxnChg chg="mod">
          <ac:chgData name="Yeo Xiong Wei, Jonathan" userId="ac2b658e-7ce1-44bb-9f9f-bf4198ceaa29" providerId="ADAL" clId="{368D971C-2FC8-47B8-8A11-8E628BED7931}" dt="2023-09-01T10:03:02.233" v="3838"/>
          <ac:cxnSpMkLst>
            <pc:docMk/>
            <pc:sldMk cId="898455515" sldId="561"/>
            <ac:cxnSpMk id="53273" creationId="{2549C340-82F9-8B17-1806-D03F5AD142BD}"/>
          </ac:cxnSpMkLst>
        </pc:cxnChg>
        <pc:cxnChg chg="mod">
          <ac:chgData name="Yeo Xiong Wei, Jonathan" userId="ac2b658e-7ce1-44bb-9f9f-bf4198ceaa29" providerId="ADAL" clId="{368D971C-2FC8-47B8-8A11-8E628BED7931}" dt="2023-09-01T10:03:02.233" v="3838"/>
          <ac:cxnSpMkLst>
            <pc:docMk/>
            <pc:sldMk cId="898455515" sldId="561"/>
            <ac:cxnSpMk id="53274" creationId="{2B09E99C-CECC-330B-842F-DAEF0D7215DF}"/>
          </ac:cxnSpMkLst>
        </pc:cxnChg>
        <pc:cxnChg chg="mod">
          <ac:chgData name="Yeo Xiong Wei, Jonathan" userId="ac2b658e-7ce1-44bb-9f9f-bf4198ceaa29" providerId="ADAL" clId="{368D971C-2FC8-47B8-8A11-8E628BED7931}" dt="2023-09-01T10:03:15.697" v="3847"/>
          <ac:cxnSpMkLst>
            <pc:docMk/>
            <pc:sldMk cId="898455515" sldId="561"/>
            <ac:cxnSpMk id="53279" creationId="{3E5D86D8-5AFA-7E16-6306-EBB33B076FB6}"/>
          </ac:cxnSpMkLst>
        </pc:cxnChg>
        <pc:cxnChg chg="mod">
          <ac:chgData name="Yeo Xiong Wei, Jonathan" userId="ac2b658e-7ce1-44bb-9f9f-bf4198ceaa29" providerId="ADAL" clId="{368D971C-2FC8-47B8-8A11-8E628BED7931}" dt="2023-09-01T10:08:40.525" v="4011" actId="14100"/>
          <ac:cxnSpMkLst>
            <pc:docMk/>
            <pc:sldMk cId="898455515" sldId="561"/>
            <ac:cxnSpMk id="53283" creationId="{8DF5AED5-6F36-0D72-3823-CAC7859D0A64}"/>
          </ac:cxnSpMkLst>
        </pc:cxnChg>
        <pc:cxnChg chg="mod">
          <ac:chgData name="Yeo Xiong Wei, Jonathan" userId="ac2b658e-7ce1-44bb-9f9f-bf4198ceaa29" providerId="ADAL" clId="{368D971C-2FC8-47B8-8A11-8E628BED7931}" dt="2023-09-01T10:03:15.697" v="3847"/>
          <ac:cxnSpMkLst>
            <pc:docMk/>
            <pc:sldMk cId="898455515" sldId="561"/>
            <ac:cxnSpMk id="53284" creationId="{9EB5EB09-BF6E-9688-B417-E1387A303B3E}"/>
          </ac:cxnSpMkLst>
        </pc:cxnChg>
        <pc:cxnChg chg="mod">
          <ac:chgData name="Yeo Xiong Wei, Jonathan" userId="ac2b658e-7ce1-44bb-9f9f-bf4198ceaa29" providerId="ADAL" clId="{368D971C-2FC8-47B8-8A11-8E628BED7931}" dt="2023-09-01T10:03:15.697" v="3847"/>
          <ac:cxnSpMkLst>
            <pc:docMk/>
            <pc:sldMk cId="898455515" sldId="561"/>
            <ac:cxnSpMk id="53287" creationId="{B178BA4D-8838-01CA-E7DD-EFD3CF8A38B8}"/>
          </ac:cxnSpMkLst>
        </pc:cxnChg>
        <pc:cxnChg chg="mod">
          <ac:chgData name="Yeo Xiong Wei, Jonathan" userId="ac2b658e-7ce1-44bb-9f9f-bf4198ceaa29" providerId="ADAL" clId="{368D971C-2FC8-47B8-8A11-8E628BED7931}" dt="2023-09-01T10:08:30.565" v="4009" actId="14100"/>
          <ac:cxnSpMkLst>
            <pc:docMk/>
            <pc:sldMk cId="898455515" sldId="561"/>
            <ac:cxnSpMk id="53288" creationId="{5386E757-BC65-DDFA-43A4-75A606ACCC22}"/>
          </ac:cxnSpMkLst>
        </pc:cxnChg>
        <pc:cxnChg chg="mod">
          <ac:chgData name="Yeo Xiong Wei, Jonathan" userId="ac2b658e-7ce1-44bb-9f9f-bf4198ceaa29" providerId="ADAL" clId="{368D971C-2FC8-47B8-8A11-8E628BED7931}" dt="2023-09-01T10:03:15.697" v="3847"/>
          <ac:cxnSpMkLst>
            <pc:docMk/>
            <pc:sldMk cId="898455515" sldId="561"/>
            <ac:cxnSpMk id="53291" creationId="{CF574D12-F165-F94F-2139-AE9765BF356D}"/>
          </ac:cxnSpMkLst>
        </pc:cxnChg>
        <pc:cxnChg chg="mod">
          <ac:chgData name="Yeo Xiong Wei, Jonathan" userId="ac2b658e-7ce1-44bb-9f9f-bf4198ceaa29" providerId="ADAL" clId="{368D971C-2FC8-47B8-8A11-8E628BED7931}" dt="2023-09-01T10:03:15.697" v="3847"/>
          <ac:cxnSpMkLst>
            <pc:docMk/>
            <pc:sldMk cId="898455515" sldId="561"/>
            <ac:cxnSpMk id="53292" creationId="{695F6EE2-51F9-B54E-113F-BFFBB6DCEE90}"/>
          </ac:cxnSpMkLst>
        </pc:cxnChg>
        <pc:cxnChg chg="mod">
          <ac:chgData name="Yeo Xiong Wei, Jonathan" userId="ac2b658e-7ce1-44bb-9f9f-bf4198ceaa29" providerId="ADAL" clId="{368D971C-2FC8-47B8-8A11-8E628BED7931}" dt="2023-09-01T10:03:18.335" v="3849"/>
          <ac:cxnSpMkLst>
            <pc:docMk/>
            <pc:sldMk cId="898455515" sldId="561"/>
            <ac:cxnSpMk id="53297" creationId="{6EFFE730-033A-0D48-AD83-BDF8CB54A5CD}"/>
          </ac:cxnSpMkLst>
        </pc:cxnChg>
        <pc:cxnChg chg="mod">
          <ac:chgData name="Yeo Xiong Wei, Jonathan" userId="ac2b658e-7ce1-44bb-9f9f-bf4198ceaa29" providerId="ADAL" clId="{368D971C-2FC8-47B8-8A11-8E628BED7931}" dt="2023-09-01T10:03:18.335" v="3849"/>
          <ac:cxnSpMkLst>
            <pc:docMk/>
            <pc:sldMk cId="898455515" sldId="561"/>
            <ac:cxnSpMk id="53301" creationId="{A48C7F5C-E61D-7BCA-E81A-5921B466F953}"/>
          </ac:cxnSpMkLst>
        </pc:cxnChg>
        <pc:cxnChg chg="mod">
          <ac:chgData name="Yeo Xiong Wei, Jonathan" userId="ac2b658e-7ce1-44bb-9f9f-bf4198ceaa29" providerId="ADAL" clId="{368D971C-2FC8-47B8-8A11-8E628BED7931}" dt="2023-09-01T10:03:18.335" v="3849"/>
          <ac:cxnSpMkLst>
            <pc:docMk/>
            <pc:sldMk cId="898455515" sldId="561"/>
            <ac:cxnSpMk id="53302" creationId="{5C074DA7-1AE5-D1C1-0A41-4F2A2A4DBE49}"/>
          </ac:cxnSpMkLst>
        </pc:cxnChg>
        <pc:cxnChg chg="mod">
          <ac:chgData name="Yeo Xiong Wei, Jonathan" userId="ac2b658e-7ce1-44bb-9f9f-bf4198ceaa29" providerId="ADAL" clId="{368D971C-2FC8-47B8-8A11-8E628BED7931}" dt="2023-09-01T10:03:18.335" v="3849"/>
          <ac:cxnSpMkLst>
            <pc:docMk/>
            <pc:sldMk cId="898455515" sldId="561"/>
            <ac:cxnSpMk id="53305" creationId="{12E6D438-63BE-2864-4F67-1B8DDF9B68CD}"/>
          </ac:cxnSpMkLst>
        </pc:cxnChg>
        <pc:cxnChg chg="mod">
          <ac:chgData name="Yeo Xiong Wei, Jonathan" userId="ac2b658e-7ce1-44bb-9f9f-bf4198ceaa29" providerId="ADAL" clId="{368D971C-2FC8-47B8-8A11-8E628BED7931}" dt="2023-09-01T10:03:18.335" v="3849"/>
          <ac:cxnSpMkLst>
            <pc:docMk/>
            <pc:sldMk cId="898455515" sldId="561"/>
            <ac:cxnSpMk id="53306" creationId="{10FC36D7-3D32-371A-4A09-D74BAA1BF7BE}"/>
          </ac:cxnSpMkLst>
        </pc:cxnChg>
        <pc:cxnChg chg="mod">
          <ac:chgData name="Yeo Xiong Wei, Jonathan" userId="ac2b658e-7ce1-44bb-9f9f-bf4198ceaa29" providerId="ADAL" clId="{368D971C-2FC8-47B8-8A11-8E628BED7931}" dt="2023-09-01T10:03:18.335" v="3849"/>
          <ac:cxnSpMkLst>
            <pc:docMk/>
            <pc:sldMk cId="898455515" sldId="561"/>
            <ac:cxnSpMk id="53309" creationId="{6E157BC6-BE6C-5C07-1640-21215C6CD884}"/>
          </ac:cxnSpMkLst>
        </pc:cxnChg>
        <pc:cxnChg chg="mod">
          <ac:chgData name="Yeo Xiong Wei, Jonathan" userId="ac2b658e-7ce1-44bb-9f9f-bf4198ceaa29" providerId="ADAL" clId="{368D971C-2FC8-47B8-8A11-8E628BED7931}" dt="2023-09-01T10:03:18.335" v="3849"/>
          <ac:cxnSpMkLst>
            <pc:docMk/>
            <pc:sldMk cId="898455515" sldId="561"/>
            <ac:cxnSpMk id="53310" creationId="{AB871DB6-6821-76EE-539E-0D7152E59392}"/>
          </ac:cxnSpMkLst>
        </pc:cxnChg>
        <pc:cxnChg chg="mod">
          <ac:chgData name="Yeo Xiong Wei, Jonathan" userId="ac2b658e-7ce1-44bb-9f9f-bf4198ceaa29" providerId="ADAL" clId="{368D971C-2FC8-47B8-8A11-8E628BED7931}" dt="2023-09-01T10:04:11.365" v="3859"/>
          <ac:cxnSpMkLst>
            <pc:docMk/>
            <pc:sldMk cId="898455515" sldId="561"/>
            <ac:cxnSpMk id="53317" creationId="{D11397CB-C719-F45F-ECBD-02F42C8EAF6F}"/>
          </ac:cxnSpMkLst>
        </pc:cxnChg>
        <pc:cxnChg chg="mod">
          <ac:chgData name="Yeo Xiong Wei, Jonathan" userId="ac2b658e-7ce1-44bb-9f9f-bf4198ceaa29" providerId="ADAL" clId="{368D971C-2FC8-47B8-8A11-8E628BED7931}" dt="2023-09-01T10:04:11.365" v="3859"/>
          <ac:cxnSpMkLst>
            <pc:docMk/>
            <pc:sldMk cId="898455515" sldId="561"/>
            <ac:cxnSpMk id="53321" creationId="{672DBB11-C0D0-FCBB-C3F7-B69B66A807E9}"/>
          </ac:cxnSpMkLst>
        </pc:cxnChg>
        <pc:cxnChg chg="mod">
          <ac:chgData name="Yeo Xiong Wei, Jonathan" userId="ac2b658e-7ce1-44bb-9f9f-bf4198ceaa29" providerId="ADAL" clId="{368D971C-2FC8-47B8-8A11-8E628BED7931}" dt="2023-09-01T10:04:11.365" v="3859"/>
          <ac:cxnSpMkLst>
            <pc:docMk/>
            <pc:sldMk cId="898455515" sldId="561"/>
            <ac:cxnSpMk id="53322" creationId="{38A74505-7FDA-31F6-DC4F-C691CD505B35}"/>
          </ac:cxnSpMkLst>
        </pc:cxnChg>
        <pc:cxnChg chg="mod">
          <ac:chgData name="Yeo Xiong Wei, Jonathan" userId="ac2b658e-7ce1-44bb-9f9f-bf4198ceaa29" providerId="ADAL" clId="{368D971C-2FC8-47B8-8A11-8E628BED7931}" dt="2023-09-01T10:04:11.365" v="3859"/>
          <ac:cxnSpMkLst>
            <pc:docMk/>
            <pc:sldMk cId="898455515" sldId="561"/>
            <ac:cxnSpMk id="53325" creationId="{2A1BDA42-B086-032A-1C6B-19BA7CFF23F1}"/>
          </ac:cxnSpMkLst>
        </pc:cxnChg>
        <pc:cxnChg chg="mod">
          <ac:chgData name="Yeo Xiong Wei, Jonathan" userId="ac2b658e-7ce1-44bb-9f9f-bf4198ceaa29" providerId="ADAL" clId="{368D971C-2FC8-47B8-8A11-8E628BED7931}" dt="2023-09-01T10:04:11.365" v="3859"/>
          <ac:cxnSpMkLst>
            <pc:docMk/>
            <pc:sldMk cId="898455515" sldId="561"/>
            <ac:cxnSpMk id="53326" creationId="{7785D3E6-247C-B508-4671-6A03675C1E37}"/>
          </ac:cxnSpMkLst>
        </pc:cxnChg>
        <pc:cxnChg chg="mod">
          <ac:chgData name="Yeo Xiong Wei, Jonathan" userId="ac2b658e-7ce1-44bb-9f9f-bf4198ceaa29" providerId="ADAL" clId="{368D971C-2FC8-47B8-8A11-8E628BED7931}" dt="2023-09-01T10:04:11.365" v="3859"/>
          <ac:cxnSpMkLst>
            <pc:docMk/>
            <pc:sldMk cId="898455515" sldId="561"/>
            <ac:cxnSpMk id="53329" creationId="{253AE64D-2A22-0271-5285-9DB2D5F2DC30}"/>
          </ac:cxnSpMkLst>
        </pc:cxnChg>
        <pc:cxnChg chg="mod">
          <ac:chgData name="Yeo Xiong Wei, Jonathan" userId="ac2b658e-7ce1-44bb-9f9f-bf4198ceaa29" providerId="ADAL" clId="{368D971C-2FC8-47B8-8A11-8E628BED7931}" dt="2023-09-01T10:04:11.365" v="3859"/>
          <ac:cxnSpMkLst>
            <pc:docMk/>
            <pc:sldMk cId="898455515" sldId="561"/>
            <ac:cxnSpMk id="53330" creationId="{D7B94E3D-83E1-93F6-041C-994A8DBD9A69}"/>
          </ac:cxnSpMkLst>
        </pc:cxnChg>
        <pc:cxnChg chg="mod">
          <ac:chgData name="Yeo Xiong Wei, Jonathan" userId="ac2b658e-7ce1-44bb-9f9f-bf4198ceaa29" providerId="ADAL" clId="{368D971C-2FC8-47B8-8A11-8E628BED7931}" dt="2023-09-01T10:04:15.888" v="3861"/>
          <ac:cxnSpMkLst>
            <pc:docMk/>
            <pc:sldMk cId="898455515" sldId="561"/>
            <ac:cxnSpMk id="53335" creationId="{32BA47FD-DF6B-A92C-BD5B-5CFC3CDEC42F}"/>
          </ac:cxnSpMkLst>
        </pc:cxnChg>
        <pc:cxnChg chg="mod">
          <ac:chgData name="Yeo Xiong Wei, Jonathan" userId="ac2b658e-7ce1-44bb-9f9f-bf4198ceaa29" providerId="ADAL" clId="{368D971C-2FC8-47B8-8A11-8E628BED7931}" dt="2023-09-01T10:04:15.888" v="3861"/>
          <ac:cxnSpMkLst>
            <pc:docMk/>
            <pc:sldMk cId="898455515" sldId="561"/>
            <ac:cxnSpMk id="53339" creationId="{B75AEDD5-4FB1-64B7-6FCF-FBC10F29269C}"/>
          </ac:cxnSpMkLst>
        </pc:cxnChg>
        <pc:cxnChg chg="mod">
          <ac:chgData name="Yeo Xiong Wei, Jonathan" userId="ac2b658e-7ce1-44bb-9f9f-bf4198ceaa29" providerId="ADAL" clId="{368D971C-2FC8-47B8-8A11-8E628BED7931}" dt="2023-09-01T10:04:15.888" v="3861"/>
          <ac:cxnSpMkLst>
            <pc:docMk/>
            <pc:sldMk cId="898455515" sldId="561"/>
            <ac:cxnSpMk id="53340" creationId="{67214F85-8185-6437-2CC9-FCD03794DF18}"/>
          </ac:cxnSpMkLst>
        </pc:cxnChg>
        <pc:cxnChg chg="mod">
          <ac:chgData name="Yeo Xiong Wei, Jonathan" userId="ac2b658e-7ce1-44bb-9f9f-bf4198ceaa29" providerId="ADAL" clId="{368D971C-2FC8-47B8-8A11-8E628BED7931}" dt="2023-09-01T10:04:15.888" v="3861"/>
          <ac:cxnSpMkLst>
            <pc:docMk/>
            <pc:sldMk cId="898455515" sldId="561"/>
            <ac:cxnSpMk id="53343" creationId="{9059A143-0CF3-7D87-E3B6-753B68C0ED5C}"/>
          </ac:cxnSpMkLst>
        </pc:cxnChg>
        <pc:cxnChg chg="mod">
          <ac:chgData name="Yeo Xiong Wei, Jonathan" userId="ac2b658e-7ce1-44bb-9f9f-bf4198ceaa29" providerId="ADAL" clId="{368D971C-2FC8-47B8-8A11-8E628BED7931}" dt="2023-09-01T10:04:15.888" v="3861"/>
          <ac:cxnSpMkLst>
            <pc:docMk/>
            <pc:sldMk cId="898455515" sldId="561"/>
            <ac:cxnSpMk id="53344" creationId="{A0D0D8A2-45E6-81B0-A9F3-34B0A322C19A}"/>
          </ac:cxnSpMkLst>
        </pc:cxnChg>
        <pc:cxnChg chg="mod">
          <ac:chgData name="Yeo Xiong Wei, Jonathan" userId="ac2b658e-7ce1-44bb-9f9f-bf4198ceaa29" providerId="ADAL" clId="{368D971C-2FC8-47B8-8A11-8E628BED7931}" dt="2023-09-01T10:04:15.888" v="3861"/>
          <ac:cxnSpMkLst>
            <pc:docMk/>
            <pc:sldMk cId="898455515" sldId="561"/>
            <ac:cxnSpMk id="53347" creationId="{8D620F27-7712-5E56-B77A-F7B54D1C721E}"/>
          </ac:cxnSpMkLst>
        </pc:cxnChg>
        <pc:cxnChg chg="mod">
          <ac:chgData name="Yeo Xiong Wei, Jonathan" userId="ac2b658e-7ce1-44bb-9f9f-bf4198ceaa29" providerId="ADAL" clId="{368D971C-2FC8-47B8-8A11-8E628BED7931}" dt="2023-09-01T10:04:15.888" v="3861"/>
          <ac:cxnSpMkLst>
            <pc:docMk/>
            <pc:sldMk cId="898455515" sldId="561"/>
            <ac:cxnSpMk id="53348" creationId="{DC937B82-9737-7EA0-EED3-26C6F5C6EC30}"/>
          </ac:cxnSpMkLst>
        </pc:cxnChg>
        <pc:cxnChg chg="mod">
          <ac:chgData name="Yeo Xiong Wei, Jonathan" userId="ac2b658e-7ce1-44bb-9f9f-bf4198ceaa29" providerId="ADAL" clId="{368D971C-2FC8-47B8-8A11-8E628BED7931}" dt="2023-09-01T10:04:27.051" v="3864"/>
          <ac:cxnSpMkLst>
            <pc:docMk/>
            <pc:sldMk cId="898455515" sldId="561"/>
            <ac:cxnSpMk id="53353" creationId="{81AC7F18-8C7B-941E-92A6-4A0CEB17B8A6}"/>
          </ac:cxnSpMkLst>
        </pc:cxnChg>
        <pc:cxnChg chg="mod">
          <ac:chgData name="Yeo Xiong Wei, Jonathan" userId="ac2b658e-7ce1-44bb-9f9f-bf4198ceaa29" providerId="ADAL" clId="{368D971C-2FC8-47B8-8A11-8E628BED7931}" dt="2023-09-01T10:04:27.051" v="3864"/>
          <ac:cxnSpMkLst>
            <pc:docMk/>
            <pc:sldMk cId="898455515" sldId="561"/>
            <ac:cxnSpMk id="53357" creationId="{3C3917BA-D688-79CA-C669-81220750B6CC}"/>
          </ac:cxnSpMkLst>
        </pc:cxnChg>
        <pc:cxnChg chg="mod">
          <ac:chgData name="Yeo Xiong Wei, Jonathan" userId="ac2b658e-7ce1-44bb-9f9f-bf4198ceaa29" providerId="ADAL" clId="{368D971C-2FC8-47B8-8A11-8E628BED7931}" dt="2023-09-01T10:04:27.051" v="3864"/>
          <ac:cxnSpMkLst>
            <pc:docMk/>
            <pc:sldMk cId="898455515" sldId="561"/>
            <ac:cxnSpMk id="53358" creationId="{041A1B18-E21E-A757-44EA-D9DF215965D0}"/>
          </ac:cxnSpMkLst>
        </pc:cxnChg>
        <pc:cxnChg chg="mod">
          <ac:chgData name="Yeo Xiong Wei, Jonathan" userId="ac2b658e-7ce1-44bb-9f9f-bf4198ceaa29" providerId="ADAL" clId="{368D971C-2FC8-47B8-8A11-8E628BED7931}" dt="2023-09-01T10:04:27.051" v="3864"/>
          <ac:cxnSpMkLst>
            <pc:docMk/>
            <pc:sldMk cId="898455515" sldId="561"/>
            <ac:cxnSpMk id="53361" creationId="{A5CC873B-D6F5-6298-F2C5-DE1327884CAD}"/>
          </ac:cxnSpMkLst>
        </pc:cxnChg>
        <pc:cxnChg chg="mod">
          <ac:chgData name="Yeo Xiong Wei, Jonathan" userId="ac2b658e-7ce1-44bb-9f9f-bf4198ceaa29" providerId="ADAL" clId="{368D971C-2FC8-47B8-8A11-8E628BED7931}" dt="2023-09-01T10:04:27.051" v="3864"/>
          <ac:cxnSpMkLst>
            <pc:docMk/>
            <pc:sldMk cId="898455515" sldId="561"/>
            <ac:cxnSpMk id="53362" creationId="{7AF8C8EA-0070-A114-17FA-647A512B75D0}"/>
          </ac:cxnSpMkLst>
        </pc:cxnChg>
        <pc:cxnChg chg="mod">
          <ac:chgData name="Yeo Xiong Wei, Jonathan" userId="ac2b658e-7ce1-44bb-9f9f-bf4198ceaa29" providerId="ADAL" clId="{368D971C-2FC8-47B8-8A11-8E628BED7931}" dt="2023-09-01T10:04:27.051" v="3864"/>
          <ac:cxnSpMkLst>
            <pc:docMk/>
            <pc:sldMk cId="898455515" sldId="561"/>
            <ac:cxnSpMk id="53365" creationId="{52F39318-1EDA-59F2-C01A-C7A61F60CBB1}"/>
          </ac:cxnSpMkLst>
        </pc:cxnChg>
        <pc:cxnChg chg="mod">
          <ac:chgData name="Yeo Xiong Wei, Jonathan" userId="ac2b658e-7ce1-44bb-9f9f-bf4198ceaa29" providerId="ADAL" clId="{368D971C-2FC8-47B8-8A11-8E628BED7931}" dt="2023-09-01T10:04:27.051" v="3864"/>
          <ac:cxnSpMkLst>
            <pc:docMk/>
            <pc:sldMk cId="898455515" sldId="561"/>
            <ac:cxnSpMk id="53366" creationId="{1C85ACC0-99C3-0E9F-881B-CF108FFCB587}"/>
          </ac:cxnSpMkLst>
        </pc:cxnChg>
        <pc:cxnChg chg="mod">
          <ac:chgData name="Yeo Xiong Wei, Jonathan" userId="ac2b658e-7ce1-44bb-9f9f-bf4198ceaa29" providerId="ADAL" clId="{368D971C-2FC8-47B8-8A11-8E628BED7931}" dt="2023-09-01T10:08:17.811" v="4007"/>
          <ac:cxnSpMkLst>
            <pc:docMk/>
            <pc:sldMk cId="898455515" sldId="561"/>
            <ac:cxnSpMk id="53371" creationId="{5FB1D5E7-6972-5BDF-7994-699F3666C049}"/>
          </ac:cxnSpMkLst>
        </pc:cxnChg>
        <pc:cxnChg chg="mod">
          <ac:chgData name="Yeo Xiong Wei, Jonathan" userId="ac2b658e-7ce1-44bb-9f9f-bf4198ceaa29" providerId="ADAL" clId="{368D971C-2FC8-47B8-8A11-8E628BED7931}" dt="2023-09-01T10:08:17.811" v="4007"/>
          <ac:cxnSpMkLst>
            <pc:docMk/>
            <pc:sldMk cId="898455515" sldId="561"/>
            <ac:cxnSpMk id="53375" creationId="{61B72FA2-3B18-75B0-CE04-96E77453EF38}"/>
          </ac:cxnSpMkLst>
        </pc:cxnChg>
        <pc:cxnChg chg="mod">
          <ac:chgData name="Yeo Xiong Wei, Jonathan" userId="ac2b658e-7ce1-44bb-9f9f-bf4198ceaa29" providerId="ADAL" clId="{368D971C-2FC8-47B8-8A11-8E628BED7931}" dt="2023-09-01T10:08:17.811" v="4007"/>
          <ac:cxnSpMkLst>
            <pc:docMk/>
            <pc:sldMk cId="898455515" sldId="561"/>
            <ac:cxnSpMk id="53376" creationId="{A2B27F0C-5EF0-118F-2223-4E4D7D171B6A}"/>
          </ac:cxnSpMkLst>
        </pc:cxnChg>
        <pc:cxnChg chg="mod">
          <ac:chgData name="Yeo Xiong Wei, Jonathan" userId="ac2b658e-7ce1-44bb-9f9f-bf4198ceaa29" providerId="ADAL" clId="{368D971C-2FC8-47B8-8A11-8E628BED7931}" dt="2023-09-01T10:08:17.811" v="4007"/>
          <ac:cxnSpMkLst>
            <pc:docMk/>
            <pc:sldMk cId="898455515" sldId="561"/>
            <ac:cxnSpMk id="53377" creationId="{DAE479B4-C1FF-C5C1-7DFE-4A122F8CC1E9}"/>
          </ac:cxnSpMkLst>
        </pc:cxnChg>
        <pc:cxnChg chg="mod">
          <ac:chgData name="Yeo Xiong Wei, Jonathan" userId="ac2b658e-7ce1-44bb-9f9f-bf4198ceaa29" providerId="ADAL" clId="{368D971C-2FC8-47B8-8A11-8E628BED7931}" dt="2023-09-01T10:08:17.811" v="4007"/>
          <ac:cxnSpMkLst>
            <pc:docMk/>
            <pc:sldMk cId="898455515" sldId="561"/>
            <ac:cxnSpMk id="53378" creationId="{1BE8D54E-8895-F9F1-D13C-95282507E5F0}"/>
          </ac:cxnSpMkLst>
        </pc:cxnChg>
        <pc:cxnChg chg="mod">
          <ac:chgData name="Yeo Xiong Wei, Jonathan" userId="ac2b658e-7ce1-44bb-9f9f-bf4198ceaa29" providerId="ADAL" clId="{368D971C-2FC8-47B8-8A11-8E628BED7931}" dt="2023-09-01T10:08:17.811" v="4007"/>
          <ac:cxnSpMkLst>
            <pc:docMk/>
            <pc:sldMk cId="898455515" sldId="561"/>
            <ac:cxnSpMk id="53379" creationId="{4D66B378-43AC-B696-DCEB-7EE808D470D9}"/>
          </ac:cxnSpMkLst>
        </pc:cxnChg>
        <pc:cxnChg chg="mod">
          <ac:chgData name="Yeo Xiong Wei, Jonathan" userId="ac2b658e-7ce1-44bb-9f9f-bf4198ceaa29" providerId="ADAL" clId="{368D971C-2FC8-47B8-8A11-8E628BED7931}" dt="2023-09-01T10:08:17.811" v="4007"/>
          <ac:cxnSpMkLst>
            <pc:docMk/>
            <pc:sldMk cId="898455515" sldId="561"/>
            <ac:cxnSpMk id="53380" creationId="{47C7FE06-13A6-8C54-55BA-7745995CBDBE}"/>
          </ac:cxnSpMkLst>
        </pc:cxnChg>
        <pc:cxnChg chg="mod">
          <ac:chgData name="Yeo Xiong Wei, Jonathan" userId="ac2b658e-7ce1-44bb-9f9f-bf4198ceaa29" providerId="ADAL" clId="{368D971C-2FC8-47B8-8A11-8E628BED7931}" dt="2023-09-01T10:08:50.798" v="4016"/>
          <ac:cxnSpMkLst>
            <pc:docMk/>
            <pc:sldMk cId="898455515" sldId="561"/>
            <ac:cxnSpMk id="53385" creationId="{245FAAB2-5815-8556-1F73-DA6F97302C9D}"/>
          </ac:cxnSpMkLst>
        </pc:cxnChg>
        <pc:cxnChg chg="mod">
          <ac:chgData name="Yeo Xiong Wei, Jonathan" userId="ac2b658e-7ce1-44bb-9f9f-bf4198ceaa29" providerId="ADAL" clId="{368D971C-2FC8-47B8-8A11-8E628BED7931}" dt="2023-09-01T10:08:50.798" v="4016"/>
          <ac:cxnSpMkLst>
            <pc:docMk/>
            <pc:sldMk cId="898455515" sldId="561"/>
            <ac:cxnSpMk id="53389" creationId="{07ED27A6-F0D3-1DB0-9CB5-647CDA723FF8}"/>
          </ac:cxnSpMkLst>
        </pc:cxnChg>
        <pc:cxnChg chg="mod">
          <ac:chgData name="Yeo Xiong Wei, Jonathan" userId="ac2b658e-7ce1-44bb-9f9f-bf4198ceaa29" providerId="ADAL" clId="{368D971C-2FC8-47B8-8A11-8E628BED7931}" dt="2023-09-01T10:11:51.524" v="4111" actId="14100"/>
          <ac:cxnSpMkLst>
            <pc:docMk/>
            <pc:sldMk cId="898455515" sldId="561"/>
            <ac:cxnSpMk id="53390" creationId="{AA812BD5-E20E-2A67-D942-E01E372D4891}"/>
          </ac:cxnSpMkLst>
        </pc:cxnChg>
        <pc:cxnChg chg="mod">
          <ac:chgData name="Yeo Xiong Wei, Jonathan" userId="ac2b658e-7ce1-44bb-9f9f-bf4198ceaa29" providerId="ADAL" clId="{368D971C-2FC8-47B8-8A11-8E628BED7931}" dt="2023-09-01T10:08:50.798" v="4016"/>
          <ac:cxnSpMkLst>
            <pc:docMk/>
            <pc:sldMk cId="898455515" sldId="561"/>
            <ac:cxnSpMk id="53393" creationId="{0D7602D1-7BBD-AB99-88EF-CC016B29CD23}"/>
          </ac:cxnSpMkLst>
        </pc:cxnChg>
        <pc:cxnChg chg="mod">
          <ac:chgData name="Yeo Xiong Wei, Jonathan" userId="ac2b658e-7ce1-44bb-9f9f-bf4198ceaa29" providerId="ADAL" clId="{368D971C-2FC8-47B8-8A11-8E628BED7931}" dt="2023-09-01T10:08:50.798" v="4016"/>
          <ac:cxnSpMkLst>
            <pc:docMk/>
            <pc:sldMk cId="898455515" sldId="561"/>
            <ac:cxnSpMk id="53394" creationId="{5B24AB68-2478-C95D-A654-CFD961873F2D}"/>
          </ac:cxnSpMkLst>
        </pc:cxnChg>
        <pc:cxnChg chg="mod">
          <ac:chgData name="Yeo Xiong Wei, Jonathan" userId="ac2b658e-7ce1-44bb-9f9f-bf4198ceaa29" providerId="ADAL" clId="{368D971C-2FC8-47B8-8A11-8E628BED7931}" dt="2023-09-01T10:08:50.798" v="4016"/>
          <ac:cxnSpMkLst>
            <pc:docMk/>
            <pc:sldMk cId="898455515" sldId="561"/>
            <ac:cxnSpMk id="53397" creationId="{40B49CE3-1161-C25C-CBCF-DB060D1B1387}"/>
          </ac:cxnSpMkLst>
        </pc:cxnChg>
        <pc:cxnChg chg="mod">
          <ac:chgData name="Yeo Xiong Wei, Jonathan" userId="ac2b658e-7ce1-44bb-9f9f-bf4198ceaa29" providerId="ADAL" clId="{368D971C-2FC8-47B8-8A11-8E628BED7931}" dt="2023-09-01T10:08:50.798" v="4016"/>
          <ac:cxnSpMkLst>
            <pc:docMk/>
            <pc:sldMk cId="898455515" sldId="561"/>
            <ac:cxnSpMk id="53398" creationId="{E03E8C2E-B309-A575-69E2-CA32DED32C15}"/>
          </ac:cxnSpMkLst>
        </pc:cxnChg>
        <pc:cxnChg chg="mod">
          <ac:chgData name="Yeo Xiong Wei, Jonathan" userId="ac2b658e-7ce1-44bb-9f9f-bf4198ceaa29" providerId="ADAL" clId="{368D971C-2FC8-47B8-8A11-8E628BED7931}" dt="2023-09-01T10:09:03.360" v="4020"/>
          <ac:cxnSpMkLst>
            <pc:docMk/>
            <pc:sldMk cId="898455515" sldId="561"/>
            <ac:cxnSpMk id="53403" creationId="{4128A8C8-7107-1ACF-E213-8D5DC15BD7CD}"/>
          </ac:cxnSpMkLst>
        </pc:cxnChg>
        <pc:cxnChg chg="mod">
          <ac:chgData name="Yeo Xiong Wei, Jonathan" userId="ac2b658e-7ce1-44bb-9f9f-bf4198ceaa29" providerId="ADAL" clId="{368D971C-2FC8-47B8-8A11-8E628BED7931}" dt="2023-09-01T10:09:03.360" v="4020"/>
          <ac:cxnSpMkLst>
            <pc:docMk/>
            <pc:sldMk cId="898455515" sldId="561"/>
            <ac:cxnSpMk id="53407" creationId="{84EB9B76-6989-8A4C-CB65-F7B05E0B1C94}"/>
          </ac:cxnSpMkLst>
        </pc:cxnChg>
        <pc:cxnChg chg="mod">
          <ac:chgData name="Yeo Xiong Wei, Jonathan" userId="ac2b658e-7ce1-44bb-9f9f-bf4198ceaa29" providerId="ADAL" clId="{368D971C-2FC8-47B8-8A11-8E628BED7931}" dt="2023-09-01T10:09:03.360" v="4020"/>
          <ac:cxnSpMkLst>
            <pc:docMk/>
            <pc:sldMk cId="898455515" sldId="561"/>
            <ac:cxnSpMk id="53408" creationId="{31E9518F-68E1-F69E-32CF-1B7A0B7B37F8}"/>
          </ac:cxnSpMkLst>
        </pc:cxnChg>
        <pc:cxnChg chg="mod">
          <ac:chgData name="Yeo Xiong Wei, Jonathan" userId="ac2b658e-7ce1-44bb-9f9f-bf4198ceaa29" providerId="ADAL" clId="{368D971C-2FC8-47B8-8A11-8E628BED7931}" dt="2023-09-01T10:09:03.360" v="4020"/>
          <ac:cxnSpMkLst>
            <pc:docMk/>
            <pc:sldMk cId="898455515" sldId="561"/>
            <ac:cxnSpMk id="53411" creationId="{F40BCAAB-EA88-235B-9759-81C98A881681}"/>
          </ac:cxnSpMkLst>
        </pc:cxnChg>
        <pc:cxnChg chg="mod">
          <ac:chgData name="Yeo Xiong Wei, Jonathan" userId="ac2b658e-7ce1-44bb-9f9f-bf4198ceaa29" providerId="ADAL" clId="{368D971C-2FC8-47B8-8A11-8E628BED7931}" dt="2023-09-01T10:09:03.360" v="4020"/>
          <ac:cxnSpMkLst>
            <pc:docMk/>
            <pc:sldMk cId="898455515" sldId="561"/>
            <ac:cxnSpMk id="53412" creationId="{8C1E3ED9-0F55-EDA3-C49F-D95642B1047A}"/>
          </ac:cxnSpMkLst>
        </pc:cxnChg>
        <pc:cxnChg chg="mod">
          <ac:chgData name="Yeo Xiong Wei, Jonathan" userId="ac2b658e-7ce1-44bb-9f9f-bf4198ceaa29" providerId="ADAL" clId="{368D971C-2FC8-47B8-8A11-8E628BED7931}" dt="2023-09-01T10:09:03.360" v="4020"/>
          <ac:cxnSpMkLst>
            <pc:docMk/>
            <pc:sldMk cId="898455515" sldId="561"/>
            <ac:cxnSpMk id="53415" creationId="{B1FBE087-5A49-BC6C-7D75-DD5BAFEA4543}"/>
          </ac:cxnSpMkLst>
        </pc:cxnChg>
        <pc:cxnChg chg="mod">
          <ac:chgData name="Yeo Xiong Wei, Jonathan" userId="ac2b658e-7ce1-44bb-9f9f-bf4198ceaa29" providerId="ADAL" clId="{368D971C-2FC8-47B8-8A11-8E628BED7931}" dt="2023-09-01T10:09:03.360" v="4020"/>
          <ac:cxnSpMkLst>
            <pc:docMk/>
            <pc:sldMk cId="898455515" sldId="561"/>
            <ac:cxnSpMk id="53416" creationId="{BB0DE4FD-777E-8B26-CFA8-5AA390CE706A}"/>
          </ac:cxnSpMkLst>
        </pc:cxnChg>
        <pc:cxnChg chg="mod">
          <ac:chgData name="Yeo Xiong Wei, Jonathan" userId="ac2b658e-7ce1-44bb-9f9f-bf4198ceaa29" providerId="ADAL" clId="{368D971C-2FC8-47B8-8A11-8E628BED7931}" dt="2023-09-01T10:09:17.636" v="4026"/>
          <ac:cxnSpMkLst>
            <pc:docMk/>
            <pc:sldMk cId="898455515" sldId="561"/>
            <ac:cxnSpMk id="53421" creationId="{3C9E1D3A-58D2-D122-A058-438991D03AE6}"/>
          </ac:cxnSpMkLst>
        </pc:cxnChg>
        <pc:cxnChg chg="mod">
          <ac:chgData name="Yeo Xiong Wei, Jonathan" userId="ac2b658e-7ce1-44bb-9f9f-bf4198ceaa29" providerId="ADAL" clId="{368D971C-2FC8-47B8-8A11-8E628BED7931}" dt="2023-09-01T10:09:17.636" v="4026"/>
          <ac:cxnSpMkLst>
            <pc:docMk/>
            <pc:sldMk cId="898455515" sldId="561"/>
            <ac:cxnSpMk id="53425" creationId="{F357024E-70C3-B25A-CB4F-049FA1989364}"/>
          </ac:cxnSpMkLst>
        </pc:cxnChg>
        <pc:cxnChg chg="mod">
          <ac:chgData name="Yeo Xiong Wei, Jonathan" userId="ac2b658e-7ce1-44bb-9f9f-bf4198ceaa29" providerId="ADAL" clId="{368D971C-2FC8-47B8-8A11-8E628BED7931}" dt="2023-09-01T10:12:34.313" v="4123" actId="14100"/>
          <ac:cxnSpMkLst>
            <pc:docMk/>
            <pc:sldMk cId="898455515" sldId="561"/>
            <ac:cxnSpMk id="53426" creationId="{4D54E0DF-E03A-07F7-A61E-78565D6A6038}"/>
          </ac:cxnSpMkLst>
        </pc:cxnChg>
        <pc:cxnChg chg="mod">
          <ac:chgData name="Yeo Xiong Wei, Jonathan" userId="ac2b658e-7ce1-44bb-9f9f-bf4198ceaa29" providerId="ADAL" clId="{368D971C-2FC8-47B8-8A11-8E628BED7931}" dt="2023-09-01T10:12:20.980" v="4118" actId="14100"/>
          <ac:cxnSpMkLst>
            <pc:docMk/>
            <pc:sldMk cId="898455515" sldId="561"/>
            <ac:cxnSpMk id="53429" creationId="{19836512-FCDB-269E-33F7-01F61E082A0D}"/>
          </ac:cxnSpMkLst>
        </pc:cxnChg>
        <pc:cxnChg chg="mod">
          <ac:chgData name="Yeo Xiong Wei, Jonathan" userId="ac2b658e-7ce1-44bb-9f9f-bf4198ceaa29" providerId="ADAL" clId="{368D971C-2FC8-47B8-8A11-8E628BED7931}" dt="2023-09-01T10:11:58.128" v="4113" actId="14100"/>
          <ac:cxnSpMkLst>
            <pc:docMk/>
            <pc:sldMk cId="898455515" sldId="561"/>
            <ac:cxnSpMk id="53430" creationId="{4C2B6F93-449A-9379-29C8-616746A20441}"/>
          </ac:cxnSpMkLst>
        </pc:cxnChg>
        <pc:cxnChg chg="mod">
          <ac:chgData name="Yeo Xiong Wei, Jonathan" userId="ac2b658e-7ce1-44bb-9f9f-bf4198ceaa29" providerId="ADAL" clId="{368D971C-2FC8-47B8-8A11-8E628BED7931}" dt="2023-09-01T10:09:17.636" v="4026"/>
          <ac:cxnSpMkLst>
            <pc:docMk/>
            <pc:sldMk cId="898455515" sldId="561"/>
            <ac:cxnSpMk id="53433" creationId="{5204C28E-09B5-1A79-3617-9FF8BD4BA9F1}"/>
          </ac:cxnSpMkLst>
        </pc:cxnChg>
        <pc:cxnChg chg="mod">
          <ac:chgData name="Yeo Xiong Wei, Jonathan" userId="ac2b658e-7ce1-44bb-9f9f-bf4198ceaa29" providerId="ADAL" clId="{368D971C-2FC8-47B8-8A11-8E628BED7931}" dt="2023-09-01T10:09:17.636" v="4026"/>
          <ac:cxnSpMkLst>
            <pc:docMk/>
            <pc:sldMk cId="898455515" sldId="561"/>
            <ac:cxnSpMk id="53434" creationId="{B0AF7E98-E37B-12B9-E86B-00A03EC44517}"/>
          </ac:cxnSpMkLst>
        </pc:cxnChg>
        <pc:cxnChg chg="mod">
          <ac:chgData name="Yeo Xiong Wei, Jonathan" userId="ac2b658e-7ce1-44bb-9f9f-bf4198ceaa29" providerId="ADAL" clId="{368D971C-2FC8-47B8-8A11-8E628BED7931}" dt="2023-09-01T10:09:22.644" v="4029"/>
          <ac:cxnSpMkLst>
            <pc:docMk/>
            <pc:sldMk cId="898455515" sldId="561"/>
            <ac:cxnSpMk id="53439" creationId="{9EACED2F-C619-98BF-A1C4-15D4CAE3499C}"/>
          </ac:cxnSpMkLst>
        </pc:cxnChg>
        <pc:cxnChg chg="mod">
          <ac:chgData name="Yeo Xiong Wei, Jonathan" userId="ac2b658e-7ce1-44bb-9f9f-bf4198ceaa29" providerId="ADAL" clId="{368D971C-2FC8-47B8-8A11-8E628BED7931}" dt="2023-09-01T10:09:22.644" v="4029"/>
          <ac:cxnSpMkLst>
            <pc:docMk/>
            <pc:sldMk cId="898455515" sldId="561"/>
            <ac:cxnSpMk id="53443" creationId="{5D3FE00C-3ADE-7EF3-889F-8387DCE939C0}"/>
          </ac:cxnSpMkLst>
        </pc:cxnChg>
        <pc:cxnChg chg="mod">
          <ac:chgData name="Yeo Xiong Wei, Jonathan" userId="ac2b658e-7ce1-44bb-9f9f-bf4198ceaa29" providerId="ADAL" clId="{368D971C-2FC8-47B8-8A11-8E628BED7931}" dt="2023-09-01T10:09:22.644" v="4029"/>
          <ac:cxnSpMkLst>
            <pc:docMk/>
            <pc:sldMk cId="898455515" sldId="561"/>
            <ac:cxnSpMk id="53444" creationId="{43D7BFD1-E981-74AB-9A5D-FDD2F4F7113A}"/>
          </ac:cxnSpMkLst>
        </pc:cxnChg>
        <pc:cxnChg chg="mod">
          <ac:chgData name="Yeo Xiong Wei, Jonathan" userId="ac2b658e-7ce1-44bb-9f9f-bf4198ceaa29" providerId="ADAL" clId="{368D971C-2FC8-47B8-8A11-8E628BED7931}" dt="2023-09-01T10:09:22.644" v="4029"/>
          <ac:cxnSpMkLst>
            <pc:docMk/>
            <pc:sldMk cId="898455515" sldId="561"/>
            <ac:cxnSpMk id="53447" creationId="{A763D307-6C57-1B69-A1E0-39ED195BFC73}"/>
          </ac:cxnSpMkLst>
        </pc:cxnChg>
        <pc:cxnChg chg="mod">
          <ac:chgData name="Yeo Xiong Wei, Jonathan" userId="ac2b658e-7ce1-44bb-9f9f-bf4198ceaa29" providerId="ADAL" clId="{368D971C-2FC8-47B8-8A11-8E628BED7931}" dt="2023-09-01T10:09:22.644" v="4029"/>
          <ac:cxnSpMkLst>
            <pc:docMk/>
            <pc:sldMk cId="898455515" sldId="561"/>
            <ac:cxnSpMk id="53448" creationId="{0D771BC2-0A6B-AD97-8124-F5E382820F30}"/>
          </ac:cxnSpMkLst>
        </pc:cxnChg>
        <pc:cxnChg chg="mod">
          <ac:chgData name="Yeo Xiong Wei, Jonathan" userId="ac2b658e-7ce1-44bb-9f9f-bf4198ceaa29" providerId="ADAL" clId="{368D971C-2FC8-47B8-8A11-8E628BED7931}" dt="2023-09-01T10:09:22.644" v="4029"/>
          <ac:cxnSpMkLst>
            <pc:docMk/>
            <pc:sldMk cId="898455515" sldId="561"/>
            <ac:cxnSpMk id="53451" creationId="{8A072196-B367-CC6E-CF2F-4324069968A8}"/>
          </ac:cxnSpMkLst>
        </pc:cxnChg>
        <pc:cxnChg chg="mod">
          <ac:chgData name="Yeo Xiong Wei, Jonathan" userId="ac2b658e-7ce1-44bb-9f9f-bf4198ceaa29" providerId="ADAL" clId="{368D971C-2FC8-47B8-8A11-8E628BED7931}" dt="2023-09-01T10:09:22.644" v="4029"/>
          <ac:cxnSpMkLst>
            <pc:docMk/>
            <pc:sldMk cId="898455515" sldId="561"/>
            <ac:cxnSpMk id="53452" creationId="{B7FBFB5F-C3B1-4A33-C960-72A2FD30F95B}"/>
          </ac:cxnSpMkLst>
        </pc:cxnChg>
        <pc:cxnChg chg="mod">
          <ac:chgData name="Yeo Xiong Wei, Jonathan" userId="ac2b658e-7ce1-44bb-9f9f-bf4198ceaa29" providerId="ADAL" clId="{368D971C-2FC8-47B8-8A11-8E628BED7931}" dt="2023-09-01T10:09:27.680" v="4031"/>
          <ac:cxnSpMkLst>
            <pc:docMk/>
            <pc:sldMk cId="898455515" sldId="561"/>
            <ac:cxnSpMk id="53457" creationId="{1BF706D5-7598-C69A-1224-76733E7C6860}"/>
          </ac:cxnSpMkLst>
        </pc:cxnChg>
        <pc:cxnChg chg="mod">
          <ac:chgData name="Yeo Xiong Wei, Jonathan" userId="ac2b658e-7ce1-44bb-9f9f-bf4198ceaa29" providerId="ADAL" clId="{368D971C-2FC8-47B8-8A11-8E628BED7931}" dt="2023-09-01T10:09:27.680" v="4031"/>
          <ac:cxnSpMkLst>
            <pc:docMk/>
            <pc:sldMk cId="898455515" sldId="561"/>
            <ac:cxnSpMk id="53461" creationId="{42246499-416B-0A35-FFF9-2794FF3D790A}"/>
          </ac:cxnSpMkLst>
        </pc:cxnChg>
        <pc:cxnChg chg="mod">
          <ac:chgData name="Yeo Xiong Wei, Jonathan" userId="ac2b658e-7ce1-44bb-9f9f-bf4198ceaa29" providerId="ADAL" clId="{368D971C-2FC8-47B8-8A11-8E628BED7931}" dt="2023-09-01T10:09:27.680" v="4031"/>
          <ac:cxnSpMkLst>
            <pc:docMk/>
            <pc:sldMk cId="898455515" sldId="561"/>
            <ac:cxnSpMk id="53462" creationId="{A2930677-6BD7-0484-5E08-511C7ABE952B}"/>
          </ac:cxnSpMkLst>
        </pc:cxnChg>
        <pc:cxnChg chg="mod">
          <ac:chgData name="Yeo Xiong Wei, Jonathan" userId="ac2b658e-7ce1-44bb-9f9f-bf4198ceaa29" providerId="ADAL" clId="{368D971C-2FC8-47B8-8A11-8E628BED7931}" dt="2023-09-01T10:09:27.680" v="4031"/>
          <ac:cxnSpMkLst>
            <pc:docMk/>
            <pc:sldMk cId="898455515" sldId="561"/>
            <ac:cxnSpMk id="53465" creationId="{90B7AF76-787F-BB8A-C9B7-A709765C62F0}"/>
          </ac:cxnSpMkLst>
        </pc:cxnChg>
        <pc:cxnChg chg="mod">
          <ac:chgData name="Yeo Xiong Wei, Jonathan" userId="ac2b658e-7ce1-44bb-9f9f-bf4198ceaa29" providerId="ADAL" clId="{368D971C-2FC8-47B8-8A11-8E628BED7931}" dt="2023-09-01T10:09:27.680" v="4031"/>
          <ac:cxnSpMkLst>
            <pc:docMk/>
            <pc:sldMk cId="898455515" sldId="561"/>
            <ac:cxnSpMk id="53466" creationId="{1D3CFB29-E8C3-FF5A-68DF-5F3BAFBB7CD9}"/>
          </ac:cxnSpMkLst>
        </pc:cxnChg>
        <pc:cxnChg chg="mod">
          <ac:chgData name="Yeo Xiong Wei, Jonathan" userId="ac2b658e-7ce1-44bb-9f9f-bf4198ceaa29" providerId="ADAL" clId="{368D971C-2FC8-47B8-8A11-8E628BED7931}" dt="2023-09-01T10:09:27.680" v="4031"/>
          <ac:cxnSpMkLst>
            <pc:docMk/>
            <pc:sldMk cId="898455515" sldId="561"/>
            <ac:cxnSpMk id="53469" creationId="{0289984C-3DE8-A94A-3751-BBE16E42A757}"/>
          </ac:cxnSpMkLst>
        </pc:cxnChg>
        <pc:cxnChg chg="mod">
          <ac:chgData name="Yeo Xiong Wei, Jonathan" userId="ac2b658e-7ce1-44bb-9f9f-bf4198ceaa29" providerId="ADAL" clId="{368D971C-2FC8-47B8-8A11-8E628BED7931}" dt="2023-09-01T10:09:27.680" v="4031"/>
          <ac:cxnSpMkLst>
            <pc:docMk/>
            <pc:sldMk cId="898455515" sldId="561"/>
            <ac:cxnSpMk id="53470" creationId="{AAAA3C1E-40F5-9B12-B39E-20B4D94E7851}"/>
          </ac:cxnSpMkLst>
        </pc:cxnChg>
        <pc:cxnChg chg="mod">
          <ac:chgData name="Yeo Xiong Wei, Jonathan" userId="ac2b658e-7ce1-44bb-9f9f-bf4198ceaa29" providerId="ADAL" clId="{368D971C-2FC8-47B8-8A11-8E628BED7931}" dt="2023-09-01T10:09:34.442" v="4039"/>
          <ac:cxnSpMkLst>
            <pc:docMk/>
            <pc:sldMk cId="898455515" sldId="561"/>
            <ac:cxnSpMk id="53475" creationId="{1A3E54D6-C749-DD06-4B6C-3F45329F4AFB}"/>
          </ac:cxnSpMkLst>
        </pc:cxnChg>
        <pc:cxnChg chg="mod">
          <ac:chgData name="Yeo Xiong Wei, Jonathan" userId="ac2b658e-7ce1-44bb-9f9f-bf4198ceaa29" providerId="ADAL" clId="{368D971C-2FC8-47B8-8A11-8E628BED7931}" dt="2023-09-01T10:09:34.442" v="4039"/>
          <ac:cxnSpMkLst>
            <pc:docMk/>
            <pc:sldMk cId="898455515" sldId="561"/>
            <ac:cxnSpMk id="53479" creationId="{9045CE21-862C-87C8-A389-DF4BC44DD88A}"/>
          </ac:cxnSpMkLst>
        </pc:cxnChg>
        <pc:cxnChg chg="mod">
          <ac:chgData name="Yeo Xiong Wei, Jonathan" userId="ac2b658e-7ce1-44bb-9f9f-bf4198ceaa29" providerId="ADAL" clId="{368D971C-2FC8-47B8-8A11-8E628BED7931}" dt="2023-09-01T10:09:34.442" v="4039"/>
          <ac:cxnSpMkLst>
            <pc:docMk/>
            <pc:sldMk cId="898455515" sldId="561"/>
            <ac:cxnSpMk id="53480" creationId="{1FF05EF0-AE83-A8FB-2F12-3CC64FB174E4}"/>
          </ac:cxnSpMkLst>
        </pc:cxnChg>
        <pc:cxnChg chg="mod">
          <ac:chgData name="Yeo Xiong Wei, Jonathan" userId="ac2b658e-7ce1-44bb-9f9f-bf4198ceaa29" providerId="ADAL" clId="{368D971C-2FC8-47B8-8A11-8E628BED7931}" dt="2023-09-01T10:09:34.442" v="4039"/>
          <ac:cxnSpMkLst>
            <pc:docMk/>
            <pc:sldMk cId="898455515" sldId="561"/>
            <ac:cxnSpMk id="53483" creationId="{4A9DADDF-EDAF-C93F-8011-0A7878AE544F}"/>
          </ac:cxnSpMkLst>
        </pc:cxnChg>
        <pc:cxnChg chg="mod">
          <ac:chgData name="Yeo Xiong Wei, Jonathan" userId="ac2b658e-7ce1-44bb-9f9f-bf4198ceaa29" providerId="ADAL" clId="{368D971C-2FC8-47B8-8A11-8E628BED7931}" dt="2023-09-01T10:09:34.442" v="4039"/>
          <ac:cxnSpMkLst>
            <pc:docMk/>
            <pc:sldMk cId="898455515" sldId="561"/>
            <ac:cxnSpMk id="53484" creationId="{66565B24-09B3-89A4-9496-F88188BE0112}"/>
          </ac:cxnSpMkLst>
        </pc:cxnChg>
        <pc:cxnChg chg="mod">
          <ac:chgData name="Yeo Xiong Wei, Jonathan" userId="ac2b658e-7ce1-44bb-9f9f-bf4198ceaa29" providerId="ADAL" clId="{368D971C-2FC8-47B8-8A11-8E628BED7931}" dt="2023-09-01T10:09:34.442" v="4039"/>
          <ac:cxnSpMkLst>
            <pc:docMk/>
            <pc:sldMk cId="898455515" sldId="561"/>
            <ac:cxnSpMk id="53487" creationId="{DF1D517B-29D0-6D5D-5369-8E0F2BBB83AF}"/>
          </ac:cxnSpMkLst>
        </pc:cxnChg>
        <pc:cxnChg chg="mod">
          <ac:chgData name="Yeo Xiong Wei, Jonathan" userId="ac2b658e-7ce1-44bb-9f9f-bf4198ceaa29" providerId="ADAL" clId="{368D971C-2FC8-47B8-8A11-8E628BED7931}" dt="2023-09-01T10:09:34.442" v="4039"/>
          <ac:cxnSpMkLst>
            <pc:docMk/>
            <pc:sldMk cId="898455515" sldId="561"/>
            <ac:cxnSpMk id="53488" creationId="{D89BCABA-7ED4-BD3C-E5C1-4D8807E8D75C}"/>
          </ac:cxnSpMkLst>
        </pc:cxnChg>
        <pc:cxnChg chg="mod">
          <ac:chgData name="Yeo Xiong Wei, Jonathan" userId="ac2b658e-7ce1-44bb-9f9f-bf4198ceaa29" providerId="ADAL" clId="{368D971C-2FC8-47B8-8A11-8E628BED7931}" dt="2023-09-01T10:09:52.713" v="4053"/>
          <ac:cxnSpMkLst>
            <pc:docMk/>
            <pc:sldMk cId="898455515" sldId="561"/>
            <ac:cxnSpMk id="53493" creationId="{B5C460B3-9203-20C1-7D8F-CC553A9D88A3}"/>
          </ac:cxnSpMkLst>
        </pc:cxnChg>
        <pc:cxnChg chg="add del mod">
          <ac:chgData name="Yeo Xiong Wei, Jonathan" userId="ac2b658e-7ce1-44bb-9f9f-bf4198ceaa29" providerId="ADAL" clId="{368D971C-2FC8-47B8-8A11-8E628BED7931}" dt="2023-09-01T10:10:11.811" v="4063" actId="478"/>
          <ac:cxnSpMkLst>
            <pc:docMk/>
            <pc:sldMk cId="898455515" sldId="561"/>
            <ac:cxnSpMk id="53497" creationId="{65CE6A93-BBC2-9238-75B9-0A9D072F8015}"/>
          </ac:cxnSpMkLst>
        </pc:cxnChg>
        <pc:cxnChg chg="mod">
          <ac:chgData name="Yeo Xiong Wei, Jonathan" userId="ac2b658e-7ce1-44bb-9f9f-bf4198ceaa29" providerId="ADAL" clId="{368D971C-2FC8-47B8-8A11-8E628BED7931}" dt="2023-09-01T10:10:11.811" v="4063" actId="478"/>
          <ac:cxnSpMkLst>
            <pc:docMk/>
            <pc:sldMk cId="898455515" sldId="561"/>
            <ac:cxnSpMk id="53498" creationId="{01AB2AA2-B80F-B716-50A0-51744D3C0A69}"/>
          </ac:cxnSpMkLst>
        </pc:cxnChg>
        <pc:cxnChg chg="mod">
          <ac:chgData name="Yeo Xiong Wei, Jonathan" userId="ac2b658e-7ce1-44bb-9f9f-bf4198ceaa29" providerId="ADAL" clId="{368D971C-2FC8-47B8-8A11-8E628BED7931}" dt="2023-09-01T10:09:52.713" v="4053"/>
          <ac:cxnSpMkLst>
            <pc:docMk/>
            <pc:sldMk cId="898455515" sldId="561"/>
            <ac:cxnSpMk id="53501" creationId="{AB4028A2-342D-F64E-6F2C-195D3F6DC186}"/>
          </ac:cxnSpMkLst>
        </pc:cxnChg>
        <pc:cxnChg chg="mod">
          <ac:chgData name="Yeo Xiong Wei, Jonathan" userId="ac2b658e-7ce1-44bb-9f9f-bf4198ceaa29" providerId="ADAL" clId="{368D971C-2FC8-47B8-8A11-8E628BED7931}" dt="2023-09-01T10:09:52.713" v="4053"/>
          <ac:cxnSpMkLst>
            <pc:docMk/>
            <pc:sldMk cId="898455515" sldId="561"/>
            <ac:cxnSpMk id="53502" creationId="{5E113FF8-3310-3AC2-1228-ED9361E50A72}"/>
          </ac:cxnSpMkLst>
        </pc:cxnChg>
        <pc:cxnChg chg="mod">
          <ac:chgData name="Yeo Xiong Wei, Jonathan" userId="ac2b658e-7ce1-44bb-9f9f-bf4198ceaa29" providerId="ADAL" clId="{368D971C-2FC8-47B8-8A11-8E628BED7931}" dt="2023-09-01T10:09:52.713" v="4053"/>
          <ac:cxnSpMkLst>
            <pc:docMk/>
            <pc:sldMk cId="898455515" sldId="561"/>
            <ac:cxnSpMk id="53505" creationId="{63A03963-6B9C-90B3-46E8-9D24D0A518D0}"/>
          </ac:cxnSpMkLst>
        </pc:cxnChg>
        <pc:cxnChg chg="mod">
          <ac:chgData name="Yeo Xiong Wei, Jonathan" userId="ac2b658e-7ce1-44bb-9f9f-bf4198ceaa29" providerId="ADAL" clId="{368D971C-2FC8-47B8-8A11-8E628BED7931}" dt="2023-09-01T10:09:52.713" v="4053"/>
          <ac:cxnSpMkLst>
            <pc:docMk/>
            <pc:sldMk cId="898455515" sldId="561"/>
            <ac:cxnSpMk id="53506" creationId="{89C41B50-6C36-999A-0405-D75C90338ACD}"/>
          </ac:cxnSpMkLst>
        </pc:cxnChg>
        <pc:cxnChg chg="mod">
          <ac:chgData name="Yeo Xiong Wei, Jonathan" userId="ac2b658e-7ce1-44bb-9f9f-bf4198ceaa29" providerId="ADAL" clId="{368D971C-2FC8-47B8-8A11-8E628BED7931}" dt="2023-09-01T10:10:32.172" v="4069"/>
          <ac:cxnSpMkLst>
            <pc:docMk/>
            <pc:sldMk cId="898455515" sldId="561"/>
            <ac:cxnSpMk id="53511" creationId="{3F3A66D2-772F-E560-38DA-2F7068280D60}"/>
          </ac:cxnSpMkLst>
        </pc:cxnChg>
        <pc:cxnChg chg="mod">
          <ac:chgData name="Yeo Xiong Wei, Jonathan" userId="ac2b658e-7ce1-44bb-9f9f-bf4198ceaa29" providerId="ADAL" clId="{368D971C-2FC8-47B8-8A11-8E628BED7931}" dt="2023-09-01T10:10:32.172" v="4069"/>
          <ac:cxnSpMkLst>
            <pc:docMk/>
            <pc:sldMk cId="898455515" sldId="561"/>
            <ac:cxnSpMk id="53515" creationId="{E488A212-F398-BF7A-EAEF-56ED26DC0453}"/>
          </ac:cxnSpMkLst>
        </pc:cxnChg>
        <pc:cxnChg chg="mod">
          <ac:chgData name="Yeo Xiong Wei, Jonathan" userId="ac2b658e-7ce1-44bb-9f9f-bf4198ceaa29" providerId="ADAL" clId="{368D971C-2FC8-47B8-8A11-8E628BED7931}" dt="2023-09-01T10:10:32.172" v="4069"/>
          <ac:cxnSpMkLst>
            <pc:docMk/>
            <pc:sldMk cId="898455515" sldId="561"/>
            <ac:cxnSpMk id="53516" creationId="{5AE8F5C2-5F9D-CD82-C8F7-0073A32C6FEF}"/>
          </ac:cxnSpMkLst>
        </pc:cxnChg>
        <pc:cxnChg chg="mod">
          <ac:chgData name="Yeo Xiong Wei, Jonathan" userId="ac2b658e-7ce1-44bb-9f9f-bf4198ceaa29" providerId="ADAL" clId="{368D971C-2FC8-47B8-8A11-8E628BED7931}" dt="2023-09-01T10:10:32.172" v="4069"/>
          <ac:cxnSpMkLst>
            <pc:docMk/>
            <pc:sldMk cId="898455515" sldId="561"/>
            <ac:cxnSpMk id="53517" creationId="{9C947EC1-AAAA-83EA-1327-4CB640EA6D38}"/>
          </ac:cxnSpMkLst>
        </pc:cxnChg>
        <pc:cxnChg chg="mod">
          <ac:chgData name="Yeo Xiong Wei, Jonathan" userId="ac2b658e-7ce1-44bb-9f9f-bf4198ceaa29" providerId="ADAL" clId="{368D971C-2FC8-47B8-8A11-8E628BED7931}" dt="2023-09-01T10:10:32.172" v="4069"/>
          <ac:cxnSpMkLst>
            <pc:docMk/>
            <pc:sldMk cId="898455515" sldId="561"/>
            <ac:cxnSpMk id="53518" creationId="{88EA92DF-186D-10A4-1E3C-9220B6B1BAA4}"/>
          </ac:cxnSpMkLst>
        </pc:cxnChg>
        <pc:cxnChg chg="mod">
          <ac:chgData name="Yeo Xiong Wei, Jonathan" userId="ac2b658e-7ce1-44bb-9f9f-bf4198ceaa29" providerId="ADAL" clId="{368D971C-2FC8-47B8-8A11-8E628BED7931}" dt="2023-09-01T10:10:32.172" v="4069"/>
          <ac:cxnSpMkLst>
            <pc:docMk/>
            <pc:sldMk cId="898455515" sldId="561"/>
            <ac:cxnSpMk id="53519" creationId="{373A72E8-4B2F-28FE-12C4-F542C0866F19}"/>
          </ac:cxnSpMkLst>
        </pc:cxnChg>
        <pc:cxnChg chg="mod">
          <ac:chgData name="Yeo Xiong Wei, Jonathan" userId="ac2b658e-7ce1-44bb-9f9f-bf4198ceaa29" providerId="ADAL" clId="{368D971C-2FC8-47B8-8A11-8E628BED7931}" dt="2023-09-01T10:10:32.172" v="4069"/>
          <ac:cxnSpMkLst>
            <pc:docMk/>
            <pc:sldMk cId="898455515" sldId="561"/>
            <ac:cxnSpMk id="53520" creationId="{F7C67CE5-D8E3-64A2-C97F-A0EE2612366B}"/>
          </ac:cxnSpMkLst>
        </pc:cxnChg>
        <pc:cxnChg chg="mod">
          <ac:chgData name="Yeo Xiong Wei, Jonathan" userId="ac2b658e-7ce1-44bb-9f9f-bf4198ceaa29" providerId="ADAL" clId="{368D971C-2FC8-47B8-8A11-8E628BED7931}" dt="2023-09-01T10:10:35.898" v="4071"/>
          <ac:cxnSpMkLst>
            <pc:docMk/>
            <pc:sldMk cId="898455515" sldId="561"/>
            <ac:cxnSpMk id="53523" creationId="{5B94E570-1315-E995-E358-9E409948B299}"/>
          </ac:cxnSpMkLst>
        </pc:cxnChg>
        <pc:cxnChg chg="mod">
          <ac:chgData name="Yeo Xiong Wei, Jonathan" userId="ac2b658e-7ce1-44bb-9f9f-bf4198ceaa29" providerId="ADAL" clId="{368D971C-2FC8-47B8-8A11-8E628BED7931}" dt="2023-09-01T10:10:35.898" v="4071"/>
          <ac:cxnSpMkLst>
            <pc:docMk/>
            <pc:sldMk cId="898455515" sldId="561"/>
            <ac:cxnSpMk id="53527" creationId="{4F66A9FB-2767-F850-379A-9E8F4942396A}"/>
          </ac:cxnSpMkLst>
        </pc:cxnChg>
        <pc:cxnChg chg="mod">
          <ac:chgData name="Yeo Xiong Wei, Jonathan" userId="ac2b658e-7ce1-44bb-9f9f-bf4198ceaa29" providerId="ADAL" clId="{368D971C-2FC8-47B8-8A11-8E628BED7931}" dt="2023-09-01T10:10:35.898" v="4071"/>
          <ac:cxnSpMkLst>
            <pc:docMk/>
            <pc:sldMk cId="898455515" sldId="561"/>
            <ac:cxnSpMk id="53528" creationId="{580A87A3-99E5-BCDF-2B98-BB848526310E}"/>
          </ac:cxnSpMkLst>
        </pc:cxnChg>
        <pc:cxnChg chg="mod">
          <ac:chgData name="Yeo Xiong Wei, Jonathan" userId="ac2b658e-7ce1-44bb-9f9f-bf4198ceaa29" providerId="ADAL" clId="{368D971C-2FC8-47B8-8A11-8E628BED7931}" dt="2023-09-01T10:10:35.898" v="4071"/>
          <ac:cxnSpMkLst>
            <pc:docMk/>
            <pc:sldMk cId="898455515" sldId="561"/>
            <ac:cxnSpMk id="53529" creationId="{08DA7F0B-2CBA-7DD0-3525-5F0945F01FBC}"/>
          </ac:cxnSpMkLst>
        </pc:cxnChg>
        <pc:cxnChg chg="mod">
          <ac:chgData name="Yeo Xiong Wei, Jonathan" userId="ac2b658e-7ce1-44bb-9f9f-bf4198ceaa29" providerId="ADAL" clId="{368D971C-2FC8-47B8-8A11-8E628BED7931}" dt="2023-09-01T10:10:35.898" v="4071"/>
          <ac:cxnSpMkLst>
            <pc:docMk/>
            <pc:sldMk cId="898455515" sldId="561"/>
            <ac:cxnSpMk id="53530" creationId="{F6E8EDBC-4826-0BE6-E928-81E965A53296}"/>
          </ac:cxnSpMkLst>
        </pc:cxnChg>
        <pc:cxnChg chg="mod">
          <ac:chgData name="Yeo Xiong Wei, Jonathan" userId="ac2b658e-7ce1-44bb-9f9f-bf4198ceaa29" providerId="ADAL" clId="{368D971C-2FC8-47B8-8A11-8E628BED7931}" dt="2023-09-01T10:10:35.898" v="4071"/>
          <ac:cxnSpMkLst>
            <pc:docMk/>
            <pc:sldMk cId="898455515" sldId="561"/>
            <ac:cxnSpMk id="53531" creationId="{03881ADA-3E7A-3137-D868-0B3671ABEC78}"/>
          </ac:cxnSpMkLst>
        </pc:cxnChg>
        <pc:cxnChg chg="mod">
          <ac:chgData name="Yeo Xiong Wei, Jonathan" userId="ac2b658e-7ce1-44bb-9f9f-bf4198ceaa29" providerId="ADAL" clId="{368D971C-2FC8-47B8-8A11-8E628BED7931}" dt="2023-09-01T10:10:35.898" v="4071"/>
          <ac:cxnSpMkLst>
            <pc:docMk/>
            <pc:sldMk cId="898455515" sldId="561"/>
            <ac:cxnSpMk id="53532" creationId="{48845AFC-1B4D-50BB-013A-9D8D979427CD}"/>
          </ac:cxnSpMkLst>
        </pc:cxnChg>
        <pc:cxnChg chg="mod">
          <ac:chgData name="Yeo Xiong Wei, Jonathan" userId="ac2b658e-7ce1-44bb-9f9f-bf4198ceaa29" providerId="ADAL" clId="{368D971C-2FC8-47B8-8A11-8E628BED7931}" dt="2023-09-01T10:10:49.227" v="4085"/>
          <ac:cxnSpMkLst>
            <pc:docMk/>
            <pc:sldMk cId="898455515" sldId="561"/>
            <ac:cxnSpMk id="53535" creationId="{4D336268-04FB-26C1-C818-BEE6B675603A}"/>
          </ac:cxnSpMkLst>
        </pc:cxnChg>
        <pc:cxnChg chg="mod">
          <ac:chgData name="Yeo Xiong Wei, Jonathan" userId="ac2b658e-7ce1-44bb-9f9f-bf4198ceaa29" providerId="ADAL" clId="{368D971C-2FC8-47B8-8A11-8E628BED7931}" dt="2023-09-01T10:10:49.227" v="4085"/>
          <ac:cxnSpMkLst>
            <pc:docMk/>
            <pc:sldMk cId="898455515" sldId="561"/>
            <ac:cxnSpMk id="53539" creationId="{1231BD37-E56D-79A6-5B84-DC468B712289}"/>
          </ac:cxnSpMkLst>
        </pc:cxnChg>
        <pc:cxnChg chg="mod">
          <ac:chgData name="Yeo Xiong Wei, Jonathan" userId="ac2b658e-7ce1-44bb-9f9f-bf4198ceaa29" providerId="ADAL" clId="{368D971C-2FC8-47B8-8A11-8E628BED7931}" dt="2023-09-01T10:10:49.227" v="4085"/>
          <ac:cxnSpMkLst>
            <pc:docMk/>
            <pc:sldMk cId="898455515" sldId="561"/>
            <ac:cxnSpMk id="53540" creationId="{F7E12573-0A52-8875-45E6-C1C3BAC597C4}"/>
          </ac:cxnSpMkLst>
        </pc:cxnChg>
        <pc:cxnChg chg="mod">
          <ac:chgData name="Yeo Xiong Wei, Jonathan" userId="ac2b658e-7ce1-44bb-9f9f-bf4198ceaa29" providerId="ADAL" clId="{368D971C-2FC8-47B8-8A11-8E628BED7931}" dt="2023-09-01T10:10:49.227" v="4085"/>
          <ac:cxnSpMkLst>
            <pc:docMk/>
            <pc:sldMk cId="898455515" sldId="561"/>
            <ac:cxnSpMk id="53541" creationId="{C4B146A0-58CF-E46D-A996-61D50FFA5957}"/>
          </ac:cxnSpMkLst>
        </pc:cxnChg>
        <pc:cxnChg chg="mod">
          <ac:chgData name="Yeo Xiong Wei, Jonathan" userId="ac2b658e-7ce1-44bb-9f9f-bf4198ceaa29" providerId="ADAL" clId="{368D971C-2FC8-47B8-8A11-8E628BED7931}" dt="2023-09-01T10:10:49.227" v="4085"/>
          <ac:cxnSpMkLst>
            <pc:docMk/>
            <pc:sldMk cId="898455515" sldId="561"/>
            <ac:cxnSpMk id="53542" creationId="{FC897D13-26B9-8DCB-0F5C-8526D5D498A2}"/>
          </ac:cxnSpMkLst>
        </pc:cxnChg>
        <pc:cxnChg chg="mod">
          <ac:chgData name="Yeo Xiong Wei, Jonathan" userId="ac2b658e-7ce1-44bb-9f9f-bf4198ceaa29" providerId="ADAL" clId="{368D971C-2FC8-47B8-8A11-8E628BED7931}" dt="2023-09-01T10:10:49.227" v="4085"/>
          <ac:cxnSpMkLst>
            <pc:docMk/>
            <pc:sldMk cId="898455515" sldId="561"/>
            <ac:cxnSpMk id="53543" creationId="{8326012E-2F7C-A42C-5A9D-A0C4BD88C019}"/>
          </ac:cxnSpMkLst>
        </pc:cxnChg>
        <pc:cxnChg chg="mod">
          <ac:chgData name="Yeo Xiong Wei, Jonathan" userId="ac2b658e-7ce1-44bb-9f9f-bf4198ceaa29" providerId="ADAL" clId="{368D971C-2FC8-47B8-8A11-8E628BED7931}" dt="2023-09-01T10:10:49.227" v="4085"/>
          <ac:cxnSpMkLst>
            <pc:docMk/>
            <pc:sldMk cId="898455515" sldId="561"/>
            <ac:cxnSpMk id="53544" creationId="{018239CD-8192-AAA3-43AA-05AD83C708F8}"/>
          </ac:cxnSpMkLst>
        </pc:cxnChg>
        <pc:cxnChg chg="mod">
          <ac:chgData name="Yeo Xiong Wei, Jonathan" userId="ac2b658e-7ce1-44bb-9f9f-bf4198ceaa29" providerId="ADAL" clId="{368D971C-2FC8-47B8-8A11-8E628BED7931}" dt="2023-09-01T10:10:55.594" v="4087"/>
          <ac:cxnSpMkLst>
            <pc:docMk/>
            <pc:sldMk cId="898455515" sldId="561"/>
            <ac:cxnSpMk id="53547" creationId="{45569901-9DB0-7C73-4471-225A22D09EBC}"/>
          </ac:cxnSpMkLst>
        </pc:cxnChg>
        <pc:cxnChg chg="mod">
          <ac:chgData name="Yeo Xiong Wei, Jonathan" userId="ac2b658e-7ce1-44bb-9f9f-bf4198ceaa29" providerId="ADAL" clId="{368D971C-2FC8-47B8-8A11-8E628BED7931}" dt="2023-09-01T10:10:55.594" v="4087"/>
          <ac:cxnSpMkLst>
            <pc:docMk/>
            <pc:sldMk cId="898455515" sldId="561"/>
            <ac:cxnSpMk id="53551" creationId="{52CCE2D3-9999-8CA3-D4C2-B0D201AD8602}"/>
          </ac:cxnSpMkLst>
        </pc:cxnChg>
        <pc:cxnChg chg="mod">
          <ac:chgData name="Yeo Xiong Wei, Jonathan" userId="ac2b658e-7ce1-44bb-9f9f-bf4198ceaa29" providerId="ADAL" clId="{368D971C-2FC8-47B8-8A11-8E628BED7931}" dt="2023-09-01T10:10:55.594" v="4087"/>
          <ac:cxnSpMkLst>
            <pc:docMk/>
            <pc:sldMk cId="898455515" sldId="561"/>
            <ac:cxnSpMk id="53552" creationId="{82913152-0350-4DB3-E2D5-85C8FEE03085}"/>
          </ac:cxnSpMkLst>
        </pc:cxnChg>
        <pc:cxnChg chg="mod">
          <ac:chgData name="Yeo Xiong Wei, Jonathan" userId="ac2b658e-7ce1-44bb-9f9f-bf4198ceaa29" providerId="ADAL" clId="{368D971C-2FC8-47B8-8A11-8E628BED7931}" dt="2023-09-01T10:10:55.594" v="4087"/>
          <ac:cxnSpMkLst>
            <pc:docMk/>
            <pc:sldMk cId="898455515" sldId="561"/>
            <ac:cxnSpMk id="53553" creationId="{CB07885E-86BE-BE49-56A7-4BF33D16BAC5}"/>
          </ac:cxnSpMkLst>
        </pc:cxnChg>
        <pc:cxnChg chg="mod">
          <ac:chgData name="Yeo Xiong Wei, Jonathan" userId="ac2b658e-7ce1-44bb-9f9f-bf4198ceaa29" providerId="ADAL" clId="{368D971C-2FC8-47B8-8A11-8E628BED7931}" dt="2023-09-01T10:10:55.594" v="4087"/>
          <ac:cxnSpMkLst>
            <pc:docMk/>
            <pc:sldMk cId="898455515" sldId="561"/>
            <ac:cxnSpMk id="53554" creationId="{645D295B-8963-458A-AD24-28F6B6E850CB}"/>
          </ac:cxnSpMkLst>
        </pc:cxnChg>
        <pc:cxnChg chg="mod">
          <ac:chgData name="Yeo Xiong Wei, Jonathan" userId="ac2b658e-7ce1-44bb-9f9f-bf4198ceaa29" providerId="ADAL" clId="{368D971C-2FC8-47B8-8A11-8E628BED7931}" dt="2023-09-01T10:10:55.594" v="4087"/>
          <ac:cxnSpMkLst>
            <pc:docMk/>
            <pc:sldMk cId="898455515" sldId="561"/>
            <ac:cxnSpMk id="53555" creationId="{4FCC0FF1-14ED-97B0-CFC6-E05A3B91A7BC}"/>
          </ac:cxnSpMkLst>
        </pc:cxnChg>
        <pc:cxnChg chg="mod">
          <ac:chgData name="Yeo Xiong Wei, Jonathan" userId="ac2b658e-7ce1-44bb-9f9f-bf4198ceaa29" providerId="ADAL" clId="{368D971C-2FC8-47B8-8A11-8E628BED7931}" dt="2023-09-01T10:10:55.594" v="4087"/>
          <ac:cxnSpMkLst>
            <pc:docMk/>
            <pc:sldMk cId="898455515" sldId="561"/>
            <ac:cxnSpMk id="53556" creationId="{D0CB1FB3-F41B-1562-5E2E-25BAF295A0DF}"/>
          </ac:cxnSpMkLst>
        </pc:cxnChg>
        <pc:cxnChg chg="add del mod">
          <ac:chgData name="Yeo Xiong Wei, Jonathan" userId="ac2b658e-7ce1-44bb-9f9f-bf4198ceaa29" providerId="ADAL" clId="{368D971C-2FC8-47B8-8A11-8E628BED7931}" dt="2023-09-01T10:11:05.988" v="4096"/>
          <ac:cxnSpMkLst>
            <pc:docMk/>
            <pc:sldMk cId="898455515" sldId="561"/>
            <ac:cxnSpMk id="53557" creationId="{BB2BFAE2-0C8A-EF72-A908-945C912B6209}"/>
          </ac:cxnSpMkLst>
        </pc:cxnChg>
        <pc:cxnChg chg="mod">
          <ac:chgData name="Yeo Xiong Wei, Jonathan" userId="ac2b658e-7ce1-44bb-9f9f-bf4198ceaa29" providerId="ADAL" clId="{368D971C-2FC8-47B8-8A11-8E628BED7931}" dt="2023-09-01T10:11:08.241" v="4097"/>
          <ac:cxnSpMkLst>
            <pc:docMk/>
            <pc:sldMk cId="898455515" sldId="561"/>
            <ac:cxnSpMk id="53560" creationId="{29B94AC1-7D4B-7624-1EDA-A199AB8D9497}"/>
          </ac:cxnSpMkLst>
        </pc:cxnChg>
        <pc:cxnChg chg="mod">
          <ac:chgData name="Yeo Xiong Wei, Jonathan" userId="ac2b658e-7ce1-44bb-9f9f-bf4198ceaa29" providerId="ADAL" clId="{368D971C-2FC8-47B8-8A11-8E628BED7931}" dt="2023-09-01T10:11:08.241" v="4097"/>
          <ac:cxnSpMkLst>
            <pc:docMk/>
            <pc:sldMk cId="898455515" sldId="561"/>
            <ac:cxnSpMk id="53564" creationId="{1F54BA19-31B2-C840-02DF-2CF18BC2211E}"/>
          </ac:cxnSpMkLst>
        </pc:cxnChg>
        <pc:cxnChg chg="mod">
          <ac:chgData name="Yeo Xiong Wei, Jonathan" userId="ac2b658e-7ce1-44bb-9f9f-bf4198ceaa29" providerId="ADAL" clId="{368D971C-2FC8-47B8-8A11-8E628BED7931}" dt="2023-09-01T10:11:08.241" v="4097"/>
          <ac:cxnSpMkLst>
            <pc:docMk/>
            <pc:sldMk cId="898455515" sldId="561"/>
            <ac:cxnSpMk id="53565" creationId="{999BF5E0-0FC0-4464-D539-9AD38953F6CD}"/>
          </ac:cxnSpMkLst>
        </pc:cxnChg>
        <pc:cxnChg chg="mod">
          <ac:chgData name="Yeo Xiong Wei, Jonathan" userId="ac2b658e-7ce1-44bb-9f9f-bf4198ceaa29" providerId="ADAL" clId="{368D971C-2FC8-47B8-8A11-8E628BED7931}" dt="2023-09-01T10:11:08.241" v="4097"/>
          <ac:cxnSpMkLst>
            <pc:docMk/>
            <pc:sldMk cId="898455515" sldId="561"/>
            <ac:cxnSpMk id="53566" creationId="{6CCCE4C8-47AE-46F6-FB71-66DA1B80DC0C}"/>
          </ac:cxnSpMkLst>
        </pc:cxnChg>
        <pc:cxnChg chg="mod">
          <ac:chgData name="Yeo Xiong Wei, Jonathan" userId="ac2b658e-7ce1-44bb-9f9f-bf4198ceaa29" providerId="ADAL" clId="{368D971C-2FC8-47B8-8A11-8E628BED7931}" dt="2023-09-01T10:11:08.241" v="4097"/>
          <ac:cxnSpMkLst>
            <pc:docMk/>
            <pc:sldMk cId="898455515" sldId="561"/>
            <ac:cxnSpMk id="53567" creationId="{BE403E52-3C8A-D03D-2E99-2F5BEDF3A870}"/>
          </ac:cxnSpMkLst>
        </pc:cxnChg>
        <pc:cxnChg chg="mod">
          <ac:chgData name="Yeo Xiong Wei, Jonathan" userId="ac2b658e-7ce1-44bb-9f9f-bf4198ceaa29" providerId="ADAL" clId="{368D971C-2FC8-47B8-8A11-8E628BED7931}" dt="2023-09-01T10:11:08.241" v="4097"/>
          <ac:cxnSpMkLst>
            <pc:docMk/>
            <pc:sldMk cId="898455515" sldId="561"/>
            <ac:cxnSpMk id="53568" creationId="{D58083CF-CDBE-444B-DAB4-59DD9F25A420}"/>
          </ac:cxnSpMkLst>
        </pc:cxnChg>
        <pc:cxnChg chg="mod">
          <ac:chgData name="Yeo Xiong Wei, Jonathan" userId="ac2b658e-7ce1-44bb-9f9f-bf4198ceaa29" providerId="ADAL" clId="{368D971C-2FC8-47B8-8A11-8E628BED7931}" dt="2023-09-01T10:11:08.241" v="4097"/>
          <ac:cxnSpMkLst>
            <pc:docMk/>
            <pc:sldMk cId="898455515" sldId="561"/>
            <ac:cxnSpMk id="53569" creationId="{DCBFF0D7-8929-1890-9F46-7657512C4EEC}"/>
          </ac:cxnSpMkLst>
        </pc:cxnChg>
        <pc:cxnChg chg="mod">
          <ac:chgData name="Yeo Xiong Wei, Jonathan" userId="ac2b658e-7ce1-44bb-9f9f-bf4198ceaa29" providerId="ADAL" clId="{368D971C-2FC8-47B8-8A11-8E628BED7931}" dt="2023-09-01T10:11:16.887" v="4105"/>
          <ac:cxnSpMkLst>
            <pc:docMk/>
            <pc:sldMk cId="898455515" sldId="561"/>
            <ac:cxnSpMk id="53572" creationId="{B5E25CA7-4070-9F09-0EDB-302EC3EA7E0C}"/>
          </ac:cxnSpMkLst>
        </pc:cxnChg>
        <pc:cxnChg chg="mod">
          <ac:chgData name="Yeo Xiong Wei, Jonathan" userId="ac2b658e-7ce1-44bb-9f9f-bf4198ceaa29" providerId="ADAL" clId="{368D971C-2FC8-47B8-8A11-8E628BED7931}" dt="2023-09-01T10:11:16.887" v="4105"/>
          <ac:cxnSpMkLst>
            <pc:docMk/>
            <pc:sldMk cId="898455515" sldId="561"/>
            <ac:cxnSpMk id="53576" creationId="{C0E9F744-0455-CE76-D43E-57B2D8626657}"/>
          </ac:cxnSpMkLst>
        </pc:cxnChg>
        <pc:cxnChg chg="mod">
          <ac:chgData name="Yeo Xiong Wei, Jonathan" userId="ac2b658e-7ce1-44bb-9f9f-bf4198ceaa29" providerId="ADAL" clId="{368D971C-2FC8-47B8-8A11-8E628BED7931}" dt="2023-09-01T10:11:16.887" v="4105"/>
          <ac:cxnSpMkLst>
            <pc:docMk/>
            <pc:sldMk cId="898455515" sldId="561"/>
            <ac:cxnSpMk id="53577" creationId="{BB254E10-BA3D-4CF4-00AF-66BB0D0B4433}"/>
          </ac:cxnSpMkLst>
        </pc:cxnChg>
        <pc:cxnChg chg="mod">
          <ac:chgData name="Yeo Xiong Wei, Jonathan" userId="ac2b658e-7ce1-44bb-9f9f-bf4198ceaa29" providerId="ADAL" clId="{368D971C-2FC8-47B8-8A11-8E628BED7931}" dt="2023-09-01T10:11:16.887" v="4105"/>
          <ac:cxnSpMkLst>
            <pc:docMk/>
            <pc:sldMk cId="898455515" sldId="561"/>
            <ac:cxnSpMk id="53578" creationId="{06A12625-22B0-B7C5-E53B-B652D22C43E6}"/>
          </ac:cxnSpMkLst>
        </pc:cxnChg>
        <pc:cxnChg chg="mod">
          <ac:chgData name="Yeo Xiong Wei, Jonathan" userId="ac2b658e-7ce1-44bb-9f9f-bf4198ceaa29" providerId="ADAL" clId="{368D971C-2FC8-47B8-8A11-8E628BED7931}" dt="2023-09-01T10:11:16.887" v="4105"/>
          <ac:cxnSpMkLst>
            <pc:docMk/>
            <pc:sldMk cId="898455515" sldId="561"/>
            <ac:cxnSpMk id="53579" creationId="{D33002AE-B8F8-F373-671A-A67D6923859F}"/>
          </ac:cxnSpMkLst>
        </pc:cxnChg>
        <pc:cxnChg chg="mod">
          <ac:chgData name="Yeo Xiong Wei, Jonathan" userId="ac2b658e-7ce1-44bb-9f9f-bf4198ceaa29" providerId="ADAL" clId="{368D971C-2FC8-47B8-8A11-8E628BED7931}" dt="2023-09-01T10:11:16.887" v="4105"/>
          <ac:cxnSpMkLst>
            <pc:docMk/>
            <pc:sldMk cId="898455515" sldId="561"/>
            <ac:cxnSpMk id="53580" creationId="{350BB9E5-9B0E-A9CE-78AB-9479701F5D1A}"/>
          </ac:cxnSpMkLst>
        </pc:cxnChg>
        <pc:cxnChg chg="mod">
          <ac:chgData name="Yeo Xiong Wei, Jonathan" userId="ac2b658e-7ce1-44bb-9f9f-bf4198ceaa29" providerId="ADAL" clId="{368D971C-2FC8-47B8-8A11-8E628BED7931}" dt="2023-09-01T10:11:16.887" v="4105"/>
          <ac:cxnSpMkLst>
            <pc:docMk/>
            <pc:sldMk cId="898455515" sldId="561"/>
            <ac:cxnSpMk id="53581" creationId="{34A4BF81-42BD-5697-E6D0-1E8A4A49E9BE}"/>
          </ac:cxnSpMkLst>
        </pc:cxnChg>
        <pc:cxnChg chg="mod">
          <ac:chgData name="Yeo Xiong Wei, Jonathan" userId="ac2b658e-7ce1-44bb-9f9f-bf4198ceaa29" providerId="ADAL" clId="{368D971C-2FC8-47B8-8A11-8E628BED7931}" dt="2023-09-01T10:11:22.260" v="4108"/>
          <ac:cxnSpMkLst>
            <pc:docMk/>
            <pc:sldMk cId="898455515" sldId="561"/>
            <ac:cxnSpMk id="53584" creationId="{5F267ECD-3670-C034-7750-AD99C6211A68}"/>
          </ac:cxnSpMkLst>
        </pc:cxnChg>
        <pc:cxnChg chg="mod">
          <ac:chgData name="Yeo Xiong Wei, Jonathan" userId="ac2b658e-7ce1-44bb-9f9f-bf4198ceaa29" providerId="ADAL" clId="{368D971C-2FC8-47B8-8A11-8E628BED7931}" dt="2023-09-01T10:11:22.260" v="4108"/>
          <ac:cxnSpMkLst>
            <pc:docMk/>
            <pc:sldMk cId="898455515" sldId="561"/>
            <ac:cxnSpMk id="53588" creationId="{A59FE780-98AF-43DD-D13A-247F8C51322F}"/>
          </ac:cxnSpMkLst>
        </pc:cxnChg>
        <pc:cxnChg chg="mod">
          <ac:chgData name="Yeo Xiong Wei, Jonathan" userId="ac2b658e-7ce1-44bb-9f9f-bf4198ceaa29" providerId="ADAL" clId="{368D971C-2FC8-47B8-8A11-8E628BED7931}" dt="2023-09-01T10:11:22.260" v="4108"/>
          <ac:cxnSpMkLst>
            <pc:docMk/>
            <pc:sldMk cId="898455515" sldId="561"/>
            <ac:cxnSpMk id="53589" creationId="{E69464E5-8198-78EE-AF12-142444B8A40B}"/>
          </ac:cxnSpMkLst>
        </pc:cxnChg>
        <pc:cxnChg chg="mod">
          <ac:chgData name="Yeo Xiong Wei, Jonathan" userId="ac2b658e-7ce1-44bb-9f9f-bf4198ceaa29" providerId="ADAL" clId="{368D971C-2FC8-47B8-8A11-8E628BED7931}" dt="2023-09-01T10:11:22.260" v="4108"/>
          <ac:cxnSpMkLst>
            <pc:docMk/>
            <pc:sldMk cId="898455515" sldId="561"/>
            <ac:cxnSpMk id="53590" creationId="{F1275D92-79FE-DE00-12A8-92118BAF5401}"/>
          </ac:cxnSpMkLst>
        </pc:cxnChg>
        <pc:cxnChg chg="mod">
          <ac:chgData name="Yeo Xiong Wei, Jonathan" userId="ac2b658e-7ce1-44bb-9f9f-bf4198ceaa29" providerId="ADAL" clId="{368D971C-2FC8-47B8-8A11-8E628BED7931}" dt="2023-09-01T10:11:22.260" v="4108"/>
          <ac:cxnSpMkLst>
            <pc:docMk/>
            <pc:sldMk cId="898455515" sldId="561"/>
            <ac:cxnSpMk id="53591" creationId="{BFDD955F-2DAD-1BC4-86BC-653A38CAA5D2}"/>
          </ac:cxnSpMkLst>
        </pc:cxnChg>
        <pc:cxnChg chg="mod">
          <ac:chgData name="Yeo Xiong Wei, Jonathan" userId="ac2b658e-7ce1-44bb-9f9f-bf4198ceaa29" providerId="ADAL" clId="{368D971C-2FC8-47B8-8A11-8E628BED7931}" dt="2023-09-01T10:11:22.260" v="4108"/>
          <ac:cxnSpMkLst>
            <pc:docMk/>
            <pc:sldMk cId="898455515" sldId="561"/>
            <ac:cxnSpMk id="53592" creationId="{985BED98-1B52-6122-ED31-4B14AE6D9854}"/>
          </ac:cxnSpMkLst>
        </pc:cxnChg>
        <pc:cxnChg chg="mod">
          <ac:chgData name="Yeo Xiong Wei, Jonathan" userId="ac2b658e-7ce1-44bb-9f9f-bf4198ceaa29" providerId="ADAL" clId="{368D971C-2FC8-47B8-8A11-8E628BED7931}" dt="2023-09-01T10:11:22.260" v="4108"/>
          <ac:cxnSpMkLst>
            <pc:docMk/>
            <pc:sldMk cId="898455515" sldId="561"/>
            <ac:cxnSpMk id="53593" creationId="{11B8BEC4-3FAB-E102-31DD-79856871AA7F}"/>
          </ac:cxnSpMkLst>
        </pc:cxnChg>
        <pc:cxnChg chg="mod">
          <ac:chgData name="Yeo Xiong Wei, Jonathan" userId="ac2b658e-7ce1-44bb-9f9f-bf4198ceaa29" providerId="ADAL" clId="{368D971C-2FC8-47B8-8A11-8E628BED7931}" dt="2023-09-01T10:11:58.745" v="4114"/>
          <ac:cxnSpMkLst>
            <pc:docMk/>
            <pc:sldMk cId="898455515" sldId="561"/>
            <ac:cxnSpMk id="53599" creationId="{B21458B0-4D97-447A-98D3-EF8DE2021F7B}"/>
          </ac:cxnSpMkLst>
        </pc:cxnChg>
        <pc:cxnChg chg="mod">
          <ac:chgData name="Yeo Xiong Wei, Jonathan" userId="ac2b658e-7ce1-44bb-9f9f-bf4198ceaa29" providerId="ADAL" clId="{368D971C-2FC8-47B8-8A11-8E628BED7931}" dt="2023-09-01T10:11:58.745" v="4114"/>
          <ac:cxnSpMkLst>
            <pc:docMk/>
            <pc:sldMk cId="898455515" sldId="561"/>
            <ac:cxnSpMk id="53603" creationId="{DCED3B2B-9DAC-1584-0EED-E6C2DE78C975}"/>
          </ac:cxnSpMkLst>
        </pc:cxnChg>
        <pc:cxnChg chg="mod">
          <ac:chgData name="Yeo Xiong Wei, Jonathan" userId="ac2b658e-7ce1-44bb-9f9f-bf4198ceaa29" providerId="ADAL" clId="{368D971C-2FC8-47B8-8A11-8E628BED7931}" dt="2023-09-01T10:11:58.745" v="4114"/>
          <ac:cxnSpMkLst>
            <pc:docMk/>
            <pc:sldMk cId="898455515" sldId="561"/>
            <ac:cxnSpMk id="53604" creationId="{B891E6D0-77EF-7CA1-8520-38FA51B01DFD}"/>
          </ac:cxnSpMkLst>
        </pc:cxnChg>
        <pc:cxnChg chg="mod">
          <ac:chgData name="Yeo Xiong Wei, Jonathan" userId="ac2b658e-7ce1-44bb-9f9f-bf4198ceaa29" providerId="ADAL" clId="{368D971C-2FC8-47B8-8A11-8E628BED7931}" dt="2023-09-01T10:11:58.745" v="4114"/>
          <ac:cxnSpMkLst>
            <pc:docMk/>
            <pc:sldMk cId="898455515" sldId="561"/>
            <ac:cxnSpMk id="53605" creationId="{06CA1634-7BA8-9F59-7829-0561AA49EAAE}"/>
          </ac:cxnSpMkLst>
        </pc:cxnChg>
        <pc:cxnChg chg="mod">
          <ac:chgData name="Yeo Xiong Wei, Jonathan" userId="ac2b658e-7ce1-44bb-9f9f-bf4198ceaa29" providerId="ADAL" clId="{368D971C-2FC8-47B8-8A11-8E628BED7931}" dt="2023-09-01T10:11:58.745" v="4114"/>
          <ac:cxnSpMkLst>
            <pc:docMk/>
            <pc:sldMk cId="898455515" sldId="561"/>
            <ac:cxnSpMk id="53606" creationId="{26A53DB9-BCE6-3A5C-A128-E7693F8843A0}"/>
          </ac:cxnSpMkLst>
        </pc:cxnChg>
        <pc:cxnChg chg="mod">
          <ac:chgData name="Yeo Xiong Wei, Jonathan" userId="ac2b658e-7ce1-44bb-9f9f-bf4198ceaa29" providerId="ADAL" clId="{368D971C-2FC8-47B8-8A11-8E628BED7931}" dt="2023-09-01T10:11:58.745" v="4114"/>
          <ac:cxnSpMkLst>
            <pc:docMk/>
            <pc:sldMk cId="898455515" sldId="561"/>
            <ac:cxnSpMk id="53607" creationId="{F18C5112-BD20-DB5F-AB51-A6D2A1CCA24D}"/>
          </ac:cxnSpMkLst>
        </pc:cxnChg>
        <pc:cxnChg chg="mod">
          <ac:chgData name="Yeo Xiong Wei, Jonathan" userId="ac2b658e-7ce1-44bb-9f9f-bf4198ceaa29" providerId="ADAL" clId="{368D971C-2FC8-47B8-8A11-8E628BED7931}" dt="2023-09-01T10:11:58.745" v="4114"/>
          <ac:cxnSpMkLst>
            <pc:docMk/>
            <pc:sldMk cId="898455515" sldId="561"/>
            <ac:cxnSpMk id="53608" creationId="{64D25952-57A3-DA9B-098C-00BA4A85ABCD}"/>
          </ac:cxnSpMkLst>
        </pc:cxnChg>
        <pc:cxnChg chg="mod">
          <ac:chgData name="Yeo Xiong Wei, Jonathan" userId="ac2b658e-7ce1-44bb-9f9f-bf4198ceaa29" providerId="ADAL" clId="{368D971C-2FC8-47B8-8A11-8E628BED7931}" dt="2023-09-01T10:12:06.674" v="4116"/>
          <ac:cxnSpMkLst>
            <pc:docMk/>
            <pc:sldMk cId="898455515" sldId="561"/>
            <ac:cxnSpMk id="53611" creationId="{1D32B8C9-7A84-3110-E827-5291912B4D22}"/>
          </ac:cxnSpMkLst>
        </pc:cxnChg>
        <pc:cxnChg chg="mod">
          <ac:chgData name="Yeo Xiong Wei, Jonathan" userId="ac2b658e-7ce1-44bb-9f9f-bf4198ceaa29" providerId="ADAL" clId="{368D971C-2FC8-47B8-8A11-8E628BED7931}" dt="2023-09-01T10:12:06.674" v="4116"/>
          <ac:cxnSpMkLst>
            <pc:docMk/>
            <pc:sldMk cId="898455515" sldId="561"/>
            <ac:cxnSpMk id="53615" creationId="{1E5CB49A-CDA4-4E9C-1B5D-671647E34C92}"/>
          </ac:cxnSpMkLst>
        </pc:cxnChg>
        <pc:cxnChg chg="mod">
          <ac:chgData name="Yeo Xiong Wei, Jonathan" userId="ac2b658e-7ce1-44bb-9f9f-bf4198ceaa29" providerId="ADAL" clId="{368D971C-2FC8-47B8-8A11-8E628BED7931}" dt="2023-09-01T10:12:06.674" v="4116"/>
          <ac:cxnSpMkLst>
            <pc:docMk/>
            <pc:sldMk cId="898455515" sldId="561"/>
            <ac:cxnSpMk id="53616" creationId="{DD1CC3B5-9487-EA57-01FA-F8034CE5B3D0}"/>
          </ac:cxnSpMkLst>
        </pc:cxnChg>
        <pc:cxnChg chg="mod">
          <ac:chgData name="Yeo Xiong Wei, Jonathan" userId="ac2b658e-7ce1-44bb-9f9f-bf4198ceaa29" providerId="ADAL" clId="{368D971C-2FC8-47B8-8A11-8E628BED7931}" dt="2023-09-01T10:12:06.674" v="4116"/>
          <ac:cxnSpMkLst>
            <pc:docMk/>
            <pc:sldMk cId="898455515" sldId="561"/>
            <ac:cxnSpMk id="53617" creationId="{0B56C971-D173-8F84-AECB-A2FF1F80CFD6}"/>
          </ac:cxnSpMkLst>
        </pc:cxnChg>
        <pc:cxnChg chg="mod">
          <ac:chgData name="Yeo Xiong Wei, Jonathan" userId="ac2b658e-7ce1-44bb-9f9f-bf4198ceaa29" providerId="ADAL" clId="{368D971C-2FC8-47B8-8A11-8E628BED7931}" dt="2023-09-01T10:12:06.674" v="4116"/>
          <ac:cxnSpMkLst>
            <pc:docMk/>
            <pc:sldMk cId="898455515" sldId="561"/>
            <ac:cxnSpMk id="53618" creationId="{D47E5E4F-5D80-AE00-5DEC-9D1D30B7F83D}"/>
          </ac:cxnSpMkLst>
        </pc:cxnChg>
        <pc:cxnChg chg="mod">
          <ac:chgData name="Yeo Xiong Wei, Jonathan" userId="ac2b658e-7ce1-44bb-9f9f-bf4198ceaa29" providerId="ADAL" clId="{368D971C-2FC8-47B8-8A11-8E628BED7931}" dt="2023-09-01T10:12:06.674" v="4116"/>
          <ac:cxnSpMkLst>
            <pc:docMk/>
            <pc:sldMk cId="898455515" sldId="561"/>
            <ac:cxnSpMk id="53619" creationId="{FB5F1656-4A51-3975-692D-F74064AF9208}"/>
          </ac:cxnSpMkLst>
        </pc:cxnChg>
        <pc:cxnChg chg="mod">
          <ac:chgData name="Yeo Xiong Wei, Jonathan" userId="ac2b658e-7ce1-44bb-9f9f-bf4198ceaa29" providerId="ADAL" clId="{368D971C-2FC8-47B8-8A11-8E628BED7931}" dt="2023-09-01T10:12:06.674" v="4116"/>
          <ac:cxnSpMkLst>
            <pc:docMk/>
            <pc:sldMk cId="898455515" sldId="561"/>
            <ac:cxnSpMk id="53620" creationId="{E6D23EED-BCD7-1091-9AE5-BDFBF8A33A80}"/>
          </ac:cxnSpMkLst>
        </pc:cxnChg>
        <pc:cxnChg chg="mod">
          <ac:chgData name="Yeo Xiong Wei, Jonathan" userId="ac2b658e-7ce1-44bb-9f9f-bf4198ceaa29" providerId="ADAL" clId="{368D971C-2FC8-47B8-8A11-8E628BED7931}" dt="2023-09-01T10:12:24.155" v="4120"/>
          <ac:cxnSpMkLst>
            <pc:docMk/>
            <pc:sldMk cId="898455515" sldId="561"/>
            <ac:cxnSpMk id="53624" creationId="{350259CB-D7B4-5625-A31B-00F626D64819}"/>
          </ac:cxnSpMkLst>
        </pc:cxnChg>
        <pc:cxnChg chg="mod">
          <ac:chgData name="Yeo Xiong Wei, Jonathan" userId="ac2b658e-7ce1-44bb-9f9f-bf4198ceaa29" providerId="ADAL" clId="{368D971C-2FC8-47B8-8A11-8E628BED7931}" dt="2023-09-01T10:12:24.155" v="4120"/>
          <ac:cxnSpMkLst>
            <pc:docMk/>
            <pc:sldMk cId="898455515" sldId="561"/>
            <ac:cxnSpMk id="53628" creationId="{BF60BC1E-33D4-DA5A-F5CD-90A28F1682C4}"/>
          </ac:cxnSpMkLst>
        </pc:cxnChg>
        <pc:cxnChg chg="mod">
          <ac:chgData name="Yeo Xiong Wei, Jonathan" userId="ac2b658e-7ce1-44bb-9f9f-bf4198ceaa29" providerId="ADAL" clId="{368D971C-2FC8-47B8-8A11-8E628BED7931}" dt="2023-09-01T10:12:24.155" v="4120"/>
          <ac:cxnSpMkLst>
            <pc:docMk/>
            <pc:sldMk cId="898455515" sldId="561"/>
            <ac:cxnSpMk id="53629" creationId="{EFE52C52-9BDA-0B2A-7F12-8EB5E50D0A35}"/>
          </ac:cxnSpMkLst>
        </pc:cxnChg>
        <pc:cxnChg chg="mod">
          <ac:chgData name="Yeo Xiong Wei, Jonathan" userId="ac2b658e-7ce1-44bb-9f9f-bf4198ceaa29" providerId="ADAL" clId="{368D971C-2FC8-47B8-8A11-8E628BED7931}" dt="2023-09-01T10:12:24.155" v="4120"/>
          <ac:cxnSpMkLst>
            <pc:docMk/>
            <pc:sldMk cId="898455515" sldId="561"/>
            <ac:cxnSpMk id="53630" creationId="{BA0DE6A4-EF5E-C574-4AD2-E8A5664C30CA}"/>
          </ac:cxnSpMkLst>
        </pc:cxnChg>
        <pc:cxnChg chg="mod">
          <ac:chgData name="Yeo Xiong Wei, Jonathan" userId="ac2b658e-7ce1-44bb-9f9f-bf4198ceaa29" providerId="ADAL" clId="{368D971C-2FC8-47B8-8A11-8E628BED7931}" dt="2023-09-01T10:12:24.155" v="4120"/>
          <ac:cxnSpMkLst>
            <pc:docMk/>
            <pc:sldMk cId="898455515" sldId="561"/>
            <ac:cxnSpMk id="53631" creationId="{E4A0FED7-C40D-9AE0-D84F-C07411996143}"/>
          </ac:cxnSpMkLst>
        </pc:cxnChg>
        <pc:cxnChg chg="mod">
          <ac:chgData name="Yeo Xiong Wei, Jonathan" userId="ac2b658e-7ce1-44bb-9f9f-bf4198ceaa29" providerId="ADAL" clId="{368D971C-2FC8-47B8-8A11-8E628BED7931}" dt="2023-09-01T10:12:24.155" v="4120"/>
          <ac:cxnSpMkLst>
            <pc:docMk/>
            <pc:sldMk cId="898455515" sldId="561"/>
            <ac:cxnSpMk id="53632" creationId="{51B04D3B-CE4F-B91B-43C2-55F081AF2562}"/>
          </ac:cxnSpMkLst>
        </pc:cxnChg>
        <pc:cxnChg chg="mod">
          <ac:chgData name="Yeo Xiong Wei, Jonathan" userId="ac2b658e-7ce1-44bb-9f9f-bf4198ceaa29" providerId="ADAL" clId="{368D971C-2FC8-47B8-8A11-8E628BED7931}" dt="2023-09-01T10:12:24.155" v="4120"/>
          <ac:cxnSpMkLst>
            <pc:docMk/>
            <pc:sldMk cId="898455515" sldId="561"/>
            <ac:cxnSpMk id="53633" creationId="{3434F3A7-6DCC-49C4-A796-526EC1357268}"/>
          </ac:cxnSpMkLst>
        </pc:cxnChg>
        <pc:cxnChg chg="mod">
          <ac:chgData name="Yeo Xiong Wei, Jonathan" userId="ac2b658e-7ce1-44bb-9f9f-bf4198ceaa29" providerId="ADAL" clId="{368D971C-2FC8-47B8-8A11-8E628BED7931}" dt="2023-09-01T10:12:30.363" v="4122"/>
          <ac:cxnSpMkLst>
            <pc:docMk/>
            <pc:sldMk cId="898455515" sldId="561"/>
            <ac:cxnSpMk id="53636" creationId="{DDE6D53E-0D1B-05DB-50F5-528480BF4485}"/>
          </ac:cxnSpMkLst>
        </pc:cxnChg>
        <pc:cxnChg chg="mod">
          <ac:chgData name="Yeo Xiong Wei, Jonathan" userId="ac2b658e-7ce1-44bb-9f9f-bf4198ceaa29" providerId="ADAL" clId="{368D971C-2FC8-47B8-8A11-8E628BED7931}" dt="2023-09-01T10:12:30.363" v="4122"/>
          <ac:cxnSpMkLst>
            <pc:docMk/>
            <pc:sldMk cId="898455515" sldId="561"/>
            <ac:cxnSpMk id="53640" creationId="{40268989-BAF2-141F-5AB5-944583950D13}"/>
          </ac:cxnSpMkLst>
        </pc:cxnChg>
        <pc:cxnChg chg="mod">
          <ac:chgData name="Yeo Xiong Wei, Jonathan" userId="ac2b658e-7ce1-44bb-9f9f-bf4198ceaa29" providerId="ADAL" clId="{368D971C-2FC8-47B8-8A11-8E628BED7931}" dt="2023-09-01T10:12:30.363" v="4122"/>
          <ac:cxnSpMkLst>
            <pc:docMk/>
            <pc:sldMk cId="898455515" sldId="561"/>
            <ac:cxnSpMk id="53641" creationId="{95DCFB07-6FD7-1FFC-726B-8A27EAA60481}"/>
          </ac:cxnSpMkLst>
        </pc:cxnChg>
        <pc:cxnChg chg="mod">
          <ac:chgData name="Yeo Xiong Wei, Jonathan" userId="ac2b658e-7ce1-44bb-9f9f-bf4198ceaa29" providerId="ADAL" clId="{368D971C-2FC8-47B8-8A11-8E628BED7931}" dt="2023-09-01T10:12:30.363" v="4122"/>
          <ac:cxnSpMkLst>
            <pc:docMk/>
            <pc:sldMk cId="898455515" sldId="561"/>
            <ac:cxnSpMk id="53642" creationId="{01EA7FDA-6793-6519-50DB-D8732B2D5D2B}"/>
          </ac:cxnSpMkLst>
        </pc:cxnChg>
        <pc:cxnChg chg="mod">
          <ac:chgData name="Yeo Xiong Wei, Jonathan" userId="ac2b658e-7ce1-44bb-9f9f-bf4198ceaa29" providerId="ADAL" clId="{368D971C-2FC8-47B8-8A11-8E628BED7931}" dt="2023-09-01T10:12:30.363" v="4122"/>
          <ac:cxnSpMkLst>
            <pc:docMk/>
            <pc:sldMk cId="898455515" sldId="561"/>
            <ac:cxnSpMk id="53643" creationId="{25ED4480-EAC2-B9C4-8382-25884782B9C7}"/>
          </ac:cxnSpMkLst>
        </pc:cxnChg>
        <pc:cxnChg chg="mod">
          <ac:chgData name="Yeo Xiong Wei, Jonathan" userId="ac2b658e-7ce1-44bb-9f9f-bf4198ceaa29" providerId="ADAL" clId="{368D971C-2FC8-47B8-8A11-8E628BED7931}" dt="2023-09-01T10:12:30.363" v="4122"/>
          <ac:cxnSpMkLst>
            <pc:docMk/>
            <pc:sldMk cId="898455515" sldId="561"/>
            <ac:cxnSpMk id="53644" creationId="{ADB46535-8EFD-4697-B3C3-B89094AE0057}"/>
          </ac:cxnSpMkLst>
        </pc:cxnChg>
        <pc:cxnChg chg="mod">
          <ac:chgData name="Yeo Xiong Wei, Jonathan" userId="ac2b658e-7ce1-44bb-9f9f-bf4198ceaa29" providerId="ADAL" clId="{368D971C-2FC8-47B8-8A11-8E628BED7931}" dt="2023-09-01T10:12:30.363" v="4122"/>
          <ac:cxnSpMkLst>
            <pc:docMk/>
            <pc:sldMk cId="898455515" sldId="561"/>
            <ac:cxnSpMk id="53645" creationId="{3F4C05B4-5015-48FD-4B42-FEE6A725C3DB}"/>
          </ac:cxnSpMkLst>
        </pc:cxnChg>
        <pc:cxnChg chg="mod">
          <ac:chgData name="Yeo Xiong Wei, Jonathan" userId="ac2b658e-7ce1-44bb-9f9f-bf4198ceaa29" providerId="ADAL" clId="{368D971C-2FC8-47B8-8A11-8E628BED7931}" dt="2023-09-01T10:12:34.763" v="4124"/>
          <ac:cxnSpMkLst>
            <pc:docMk/>
            <pc:sldMk cId="898455515" sldId="561"/>
            <ac:cxnSpMk id="53649" creationId="{6151A6B6-8DF7-7901-30D0-125178CCA90D}"/>
          </ac:cxnSpMkLst>
        </pc:cxnChg>
        <pc:cxnChg chg="mod">
          <ac:chgData name="Yeo Xiong Wei, Jonathan" userId="ac2b658e-7ce1-44bb-9f9f-bf4198ceaa29" providerId="ADAL" clId="{368D971C-2FC8-47B8-8A11-8E628BED7931}" dt="2023-09-01T10:12:34.763" v="4124"/>
          <ac:cxnSpMkLst>
            <pc:docMk/>
            <pc:sldMk cId="898455515" sldId="561"/>
            <ac:cxnSpMk id="53653" creationId="{51B71A44-17E9-4BC1-3E26-4A96FA7A4FAF}"/>
          </ac:cxnSpMkLst>
        </pc:cxnChg>
        <pc:cxnChg chg="mod">
          <ac:chgData name="Yeo Xiong Wei, Jonathan" userId="ac2b658e-7ce1-44bb-9f9f-bf4198ceaa29" providerId="ADAL" clId="{368D971C-2FC8-47B8-8A11-8E628BED7931}" dt="2023-09-01T10:12:34.763" v="4124"/>
          <ac:cxnSpMkLst>
            <pc:docMk/>
            <pc:sldMk cId="898455515" sldId="561"/>
            <ac:cxnSpMk id="53654" creationId="{B296B585-8DDF-4FE5-0A42-F34BF159F6D1}"/>
          </ac:cxnSpMkLst>
        </pc:cxnChg>
        <pc:cxnChg chg="mod">
          <ac:chgData name="Yeo Xiong Wei, Jonathan" userId="ac2b658e-7ce1-44bb-9f9f-bf4198ceaa29" providerId="ADAL" clId="{368D971C-2FC8-47B8-8A11-8E628BED7931}" dt="2023-09-01T10:12:34.763" v="4124"/>
          <ac:cxnSpMkLst>
            <pc:docMk/>
            <pc:sldMk cId="898455515" sldId="561"/>
            <ac:cxnSpMk id="53655" creationId="{9D9DD8C9-1474-7715-8692-48F460129069}"/>
          </ac:cxnSpMkLst>
        </pc:cxnChg>
        <pc:cxnChg chg="mod">
          <ac:chgData name="Yeo Xiong Wei, Jonathan" userId="ac2b658e-7ce1-44bb-9f9f-bf4198ceaa29" providerId="ADAL" clId="{368D971C-2FC8-47B8-8A11-8E628BED7931}" dt="2023-09-01T10:12:34.763" v="4124"/>
          <ac:cxnSpMkLst>
            <pc:docMk/>
            <pc:sldMk cId="898455515" sldId="561"/>
            <ac:cxnSpMk id="53656" creationId="{C9FA7A25-C8AF-3E68-F6A3-63875223A204}"/>
          </ac:cxnSpMkLst>
        </pc:cxnChg>
        <pc:cxnChg chg="mod">
          <ac:chgData name="Yeo Xiong Wei, Jonathan" userId="ac2b658e-7ce1-44bb-9f9f-bf4198ceaa29" providerId="ADAL" clId="{368D971C-2FC8-47B8-8A11-8E628BED7931}" dt="2023-09-01T10:12:34.763" v="4124"/>
          <ac:cxnSpMkLst>
            <pc:docMk/>
            <pc:sldMk cId="898455515" sldId="561"/>
            <ac:cxnSpMk id="53657" creationId="{6CEF9DC2-BB91-67FA-B589-0DA0F11800AE}"/>
          </ac:cxnSpMkLst>
        </pc:cxnChg>
        <pc:cxnChg chg="mod">
          <ac:chgData name="Yeo Xiong Wei, Jonathan" userId="ac2b658e-7ce1-44bb-9f9f-bf4198ceaa29" providerId="ADAL" clId="{368D971C-2FC8-47B8-8A11-8E628BED7931}" dt="2023-09-01T10:12:34.763" v="4124"/>
          <ac:cxnSpMkLst>
            <pc:docMk/>
            <pc:sldMk cId="898455515" sldId="561"/>
            <ac:cxnSpMk id="53658" creationId="{CAE265EF-6A3A-BC11-AD77-6E2C76A3CD3B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61" creationId="{1E953FA1-06F5-65ED-05A7-A037E6CDC768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65" creationId="{EDE31467-0270-9895-14B9-439E37F13E6B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66" creationId="{676F7E4F-4331-15A9-48BC-CEF2FBF6D1D7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69" creationId="{E4ADFD0A-8F49-5F42-8D94-9F2AB95413C5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70" creationId="{92E0A881-4E10-C4C5-200C-577A74E6064E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73" creationId="{031266B8-9CE4-72DE-FA7F-E256B0549D20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74" creationId="{2F45FD0D-7010-D358-62BC-794037D3E3CB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79" creationId="{67E679C3-467E-FBDF-1AC3-E0EB4951198C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83" creationId="{A11B575C-2BB8-B21D-4FC6-E306B552568F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84" creationId="{CAFB12A9-75E7-1817-A83D-C97DF533467B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85" creationId="{846D4CCF-6D05-3749-271D-2F6A1B63EAAC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86" creationId="{BBD6FFAF-8CE9-A943-2920-35A694EFD991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87" creationId="{4920F7B0-9061-D5B0-A633-062C9872A593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88" creationId="{2CDE8753-62D8-3832-F0A1-931CA62F8E79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91" creationId="{4BC35629-2EEA-6363-3E87-059A39BFA169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95" creationId="{8B1DC346-96D8-5F8E-2D49-8418104204EC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96" creationId="{36549B44-FA04-402F-D9AD-3E7AB52650F7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97" creationId="{DA14F390-8205-703E-2870-EF86C8E0C632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98" creationId="{435CA295-6ED6-0975-821C-940CF8E62400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699" creationId="{02E4B142-B308-20CB-1D95-4FB90118FFA3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00" creationId="{8E6F22BC-FE96-4EB3-D68B-86B1F0EB3F04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03" creationId="{FDA18CB3-EC2F-1536-5BEE-9DE7138109D7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07" creationId="{1EC9CE2B-AE10-43D6-B982-9A037D8E0522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08" creationId="{8469DC0C-7AAC-2E9C-81EA-C344DE7E2159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09" creationId="{4E801860-1912-D438-5A19-B487806D938F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10" creationId="{143260F6-F583-810A-FA0B-5E14AA312B84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11" creationId="{C8C9DED1-78BE-4E9E-4A11-DFAA682E7AAE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12" creationId="{78132D09-3430-C507-9EA1-DD213DA6E7B6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15" creationId="{DD306E8E-6C63-17A6-32F5-6D2788BF5B60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19" creationId="{2DB02B70-508A-932A-3E2D-2AD757E64713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20" creationId="{E9D81937-DC04-BBCD-FFED-CCEF6905AD1A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21" creationId="{F19057DA-C104-D5BB-34C1-A3CD5A77AF00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22" creationId="{B28AE5E3-6A6A-2056-6E82-FE6F65BA8AF3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23" creationId="{6A62036D-61CE-5056-2881-44AF3DE957AB}"/>
          </ac:cxnSpMkLst>
        </pc:cxnChg>
        <pc:cxnChg chg="mod">
          <ac:chgData name="Yeo Xiong Wei, Jonathan" userId="ac2b658e-7ce1-44bb-9f9f-bf4198ceaa29" providerId="ADAL" clId="{368D971C-2FC8-47B8-8A11-8E628BED7931}" dt="2023-09-01T10:12:44.926" v="4128"/>
          <ac:cxnSpMkLst>
            <pc:docMk/>
            <pc:sldMk cId="898455515" sldId="561"/>
            <ac:cxnSpMk id="53724" creationId="{3B82ABB7-2123-6BAD-A469-DF00675E720C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27" creationId="{FA22C9C1-740B-C48E-4B8E-C9AF8B633677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31" creationId="{688BBD8D-7CAA-A977-CDD3-C82AA166D217}"/>
          </ac:cxnSpMkLst>
        </pc:cxnChg>
        <pc:cxnChg chg="mod">
          <ac:chgData name="Yeo Xiong Wei, Jonathan" userId="ac2b658e-7ce1-44bb-9f9f-bf4198ceaa29" providerId="ADAL" clId="{368D971C-2FC8-47B8-8A11-8E628BED7931}" dt="2023-09-01T10:17:01.222" v="4240" actId="208"/>
          <ac:cxnSpMkLst>
            <pc:docMk/>
            <pc:sldMk cId="898455515" sldId="561"/>
            <ac:cxnSpMk id="53732" creationId="{12E60B3C-FAF8-01B4-DECA-9FD43BA448D6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35" creationId="{A792A21C-2013-0F34-99D2-1EFA93695699}"/>
          </ac:cxnSpMkLst>
        </pc:cxnChg>
        <pc:cxnChg chg="mod">
          <ac:chgData name="Yeo Xiong Wei, Jonathan" userId="ac2b658e-7ce1-44bb-9f9f-bf4198ceaa29" providerId="ADAL" clId="{368D971C-2FC8-47B8-8A11-8E628BED7931}" dt="2023-09-01T10:17:04.274" v="4241" actId="208"/>
          <ac:cxnSpMkLst>
            <pc:docMk/>
            <pc:sldMk cId="898455515" sldId="561"/>
            <ac:cxnSpMk id="53736" creationId="{EAF61D6D-B66A-2863-4675-69BA013429F3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39" creationId="{FC41CE6C-D0BE-8F80-59DE-5B1A04130B45}"/>
          </ac:cxnSpMkLst>
        </pc:cxnChg>
        <pc:cxnChg chg="mod">
          <ac:chgData name="Yeo Xiong Wei, Jonathan" userId="ac2b658e-7ce1-44bb-9f9f-bf4198ceaa29" providerId="ADAL" clId="{368D971C-2FC8-47B8-8A11-8E628BED7931}" dt="2023-09-01T10:17:07.070" v="4242" actId="208"/>
          <ac:cxnSpMkLst>
            <pc:docMk/>
            <pc:sldMk cId="898455515" sldId="561"/>
            <ac:cxnSpMk id="53740" creationId="{4E5B306E-CC65-4504-954D-E48A29A98E8E}"/>
          </ac:cxnSpMkLst>
        </pc:cxnChg>
        <pc:cxnChg chg="mod">
          <ac:chgData name="Yeo Xiong Wei, Jonathan" userId="ac2b658e-7ce1-44bb-9f9f-bf4198ceaa29" providerId="ADAL" clId="{368D971C-2FC8-47B8-8A11-8E628BED7931}" dt="2023-09-01T10:18:43.386" v="4265" actId="208"/>
          <ac:cxnSpMkLst>
            <pc:docMk/>
            <pc:sldMk cId="898455515" sldId="561"/>
            <ac:cxnSpMk id="53745" creationId="{63AD6637-A68B-E512-7E98-38F4362E0882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49" creationId="{9BA18114-D771-72FE-85F1-8F5F407CDB80}"/>
          </ac:cxnSpMkLst>
        </pc:cxnChg>
        <pc:cxnChg chg="mod">
          <ac:chgData name="Yeo Xiong Wei, Jonathan" userId="ac2b658e-7ce1-44bb-9f9f-bf4198ceaa29" providerId="ADAL" clId="{368D971C-2FC8-47B8-8A11-8E628BED7931}" dt="2023-09-01T10:16:57.651" v="4239" actId="208"/>
          <ac:cxnSpMkLst>
            <pc:docMk/>
            <pc:sldMk cId="898455515" sldId="561"/>
            <ac:cxnSpMk id="53750" creationId="{1F8E5A5F-7DB6-6B03-3BA8-0FB777C25EB9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51" creationId="{37CCFBC7-1A2A-3A84-F50B-398887AB7EDC}"/>
          </ac:cxnSpMkLst>
        </pc:cxnChg>
        <pc:cxnChg chg="mod">
          <ac:chgData name="Yeo Xiong Wei, Jonathan" userId="ac2b658e-7ce1-44bb-9f9f-bf4198ceaa29" providerId="ADAL" clId="{368D971C-2FC8-47B8-8A11-8E628BED7931}" dt="2023-09-01T10:18:38.133" v="4263" actId="208"/>
          <ac:cxnSpMkLst>
            <pc:docMk/>
            <pc:sldMk cId="898455515" sldId="561"/>
            <ac:cxnSpMk id="53752" creationId="{E6E2BF83-81C6-A798-9BBB-9217C76D20F8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53" creationId="{14A5BFD5-0696-4D1C-DC52-65C8D635E1AB}"/>
          </ac:cxnSpMkLst>
        </pc:cxnChg>
        <pc:cxnChg chg="mod">
          <ac:chgData name="Yeo Xiong Wei, Jonathan" userId="ac2b658e-7ce1-44bb-9f9f-bf4198ceaa29" providerId="ADAL" clId="{368D971C-2FC8-47B8-8A11-8E628BED7931}" dt="2023-09-01T10:18:46.812" v="4266" actId="208"/>
          <ac:cxnSpMkLst>
            <pc:docMk/>
            <pc:sldMk cId="898455515" sldId="561"/>
            <ac:cxnSpMk id="53754" creationId="{2C9B5359-499A-D463-C91E-361C12C8D866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57" creationId="{CBCDD87A-44EC-A975-7DFE-5C7F90A054EC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61" creationId="{2A48E44F-B287-AB44-5B95-F8FF4FE51852}"/>
          </ac:cxnSpMkLst>
        </pc:cxnChg>
        <pc:cxnChg chg="mod">
          <ac:chgData name="Yeo Xiong Wei, Jonathan" userId="ac2b658e-7ce1-44bb-9f9f-bf4198ceaa29" providerId="ADAL" clId="{368D971C-2FC8-47B8-8A11-8E628BED7931}" dt="2023-09-01T10:16:54.568" v="4238" actId="208"/>
          <ac:cxnSpMkLst>
            <pc:docMk/>
            <pc:sldMk cId="898455515" sldId="561"/>
            <ac:cxnSpMk id="53762" creationId="{BEC6DFD2-9249-3C1E-0969-7D2945EB36C2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63" creationId="{87DC3C9A-2082-030B-A215-FB9045E8AA84}"/>
          </ac:cxnSpMkLst>
        </pc:cxnChg>
        <pc:cxnChg chg="mod">
          <ac:chgData name="Yeo Xiong Wei, Jonathan" userId="ac2b658e-7ce1-44bb-9f9f-bf4198ceaa29" providerId="ADAL" clId="{368D971C-2FC8-47B8-8A11-8E628BED7931}" dt="2023-09-01T10:18:35.109" v="4262" actId="208"/>
          <ac:cxnSpMkLst>
            <pc:docMk/>
            <pc:sldMk cId="898455515" sldId="561"/>
            <ac:cxnSpMk id="53764" creationId="{EE34657A-97BA-C16B-7E22-B51D786EB3FA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65" creationId="{D6F2CDCC-7B94-4ABD-02D8-4C76ED94252C}"/>
          </ac:cxnSpMkLst>
        </pc:cxnChg>
        <pc:cxnChg chg="mod">
          <ac:chgData name="Yeo Xiong Wei, Jonathan" userId="ac2b658e-7ce1-44bb-9f9f-bf4198ceaa29" providerId="ADAL" clId="{368D971C-2FC8-47B8-8A11-8E628BED7931}" dt="2023-09-01T10:18:49.495" v="4267" actId="208"/>
          <ac:cxnSpMkLst>
            <pc:docMk/>
            <pc:sldMk cId="898455515" sldId="561"/>
            <ac:cxnSpMk id="53766" creationId="{369C8CF3-0D0A-29BC-5815-FC557F241FDF}"/>
          </ac:cxnSpMkLst>
        </pc:cxnChg>
        <pc:cxnChg chg="mod">
          <ac:chgData name="Yeo Xiong Wei, Jonathan" userId="ac2b658e-7ce1-44bb-9f9f-bf4198ceaa29" providerId="ADAL" clId="{368D971C-2FC8-47B8-8A11-8E628BED7931}" dt="2023-09-01T10:18:57.306" v="4271" actId="208"/>
          <ac:cxnSpMkLst>
            <pc:docMk/>
            <pc:sldMk cId="898455515" sldId="561"/>
            <ac:cxnSpMk id="53769" creationId="{4B442125-132E-3099-76E4-18E0C13DF76B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73" creationId="{9C75E5D0-CBF0-9378-A412-E2858B918BF4}"/>
          </ac:cxnSpMkLst>
        </pc:cxnChg>
        <pc:cxnChg chg="mod">
          <ac:chgData name="Yeo Xiong Wei, Jonathan" userId="ac2b658e-7ce1-44bb-9f9f-bf4198ceaa29" providerId="ADAL" clId="{368D971C-2FC8-47B8-8A11-8E628BED7931}" dt="2023-09-01T10:16:51.580" v="4237" actId="208"/>
          <ac:cxnSpMkLst>
            <pc:docMk/>
            <pc:sldMk cId="898455515" sldId="561"/>
            <ac:cxnSpMk id="53774" creationId="{4EA4DAA9-04D5-068C-321E-CDCDEE5C7F5F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75" creationId="{6F513EB8-872C-8060-164F-CEE00637DF47}"/>
          </ac:cxnSpMkLst>
        </pc:cxnChg>
        <pc:cxnChg chg="mod">
          <ac:chgData name="Yeo Xiong Wei, Jonathan" userId="ac2b658e-7ce1-44bb-9f9f-bf4198ceaa29" providerId="ADAL" clId="{368D971C-2FC8-47B8-8A11-8E628BED7931}" dt="2023-09-01T10:18:31.661" v="4261" actId="208"/>
          <ac:cxnSpMkLst>
            <pc:docMk/>
            <pc:sldMk cId="898455515" sldId="561"/>
            <ac:cxnSpMk id="53776" creationId="{35ED9E94-EDF8-53A4-EC28-2B9D6DF9D2AB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77" creationId="{A2AD8350-17F9-BB75-03D5-16178520D046}"/>
          </ac:cxnSpMkLst>
        </pc:cxnChg>
        <pc:cxnChg chg="mod">
          <ac:chgData name="Yeo Xiong Wei, Jonathan" userId="ac2b658e-7ce1-44bb-9f9f-bf4198ceaa29" providerId="ADAL" clId="{368D971C-2FC8-47B8-8A11-8E628BED7931}" dt="2023-09-01T10:19:01.054" v="4272" actId="208"/>
          <ac:cxnSpMkLst>
            <pc:docMk/>
            <pc:sldMk cId="898455515" sldId="561"/>
            <ac:cxnSpMk id="53778" creationId="{5B3D944C-D7E6-9D34-C816-843A5E68CDCF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81" creationId="{D14CD470-5C8D-E989-155B-8569A5AE7A9B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85" creationId="{888C6D28-E269-3817-D946-3C4DEEC2E0C1}"/>
          </ac:cxnSpMkLst>
        </pc:cxnChg>
        <pc:cxnChg chg="mod">
          <ac:chgData name="Yeo Xiong Wei, Jonathan" userId="ac2b658e-7ce1-44bb-9f9f-bf4198ceaa29" providerId="ADAL" clId="{368D971C-2FC8-47B8-8A11-8E628BED7931}" dt="2023-09-01T10:16:48.072" v="4236" actId="208"/>
          <ac:cxnSpMkLst>
            <pc:docMk/>
            <pc:sldMk cId="898455515" sldId="561"/>
            <ac:cxnSpMk id="53786" creationId="{204CEA65-B6B1-7E7B-2F0E-D21180F4381C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87" creationId="{037A0BCA-8A28-CA0A-AB44-6600A3877341}"/>
          </ac:cxnSpMkLst>
        </pc:cxnChg>
        <pc:cxnChg chg="mod">
          <ac:chgData name="Yeo Xiong Wei, Jonathan" userId="ac2b658e-7ce1-44bb-9f9f-bf4198ceaa29" providerId="ADAL" clId="{368D971C-2FC8-47B8-8A11-8E628BED7931}" dt="2023-09-01T10:18:27.481" v="4260" actId="208"/>
          <ac:cxnSpMkLst>
            <pc:docMk/>
            <pc:sldMk cId="898455515" sldId="561"/>
            <ac:cxnSpMk id="53788" creationId="{BD9D9067-6255-4F5D-914D-25450A384C43}"/>
          </ac:cxnSpMkLst>
        </pc:cxnChg>
        <pc:cxnChg chg="mod">
          <ac:chgData name="Yeo Xiong Wei, Jonathan" userId="ac2b658e-7ce1-44bb-9f9f-bf4198ceaa29" providerId="ADAL" clId="{368D971C-2FC8-47B8-8A11-8E628BED7931}" dt="2023-09-01T10:12:48.514" v="4130"/>
          <ac:cxnSpMkLst>
            <pc:docMk/>
            <pc:sldMk cId="898455515" sldId="561"/>
            <ac:cxnSpMk id="53789" creationId="{10D485A2-50A4-EA0D-CCEC-AECE3EB30972}"/>
          </ac:cxnSpMkLst>
        </pc:cxnChg>
        <pc:cxnChg chg="mod">
          <ac:chgData name="Yeo Xiong Wei, Jonathan" userId="ac2b658e-7ce1-44bb-9f9f-bf4198ceaa29" providerId="ADAL" clId="{368D971C-2FC8-47B8-8A11-8E628BED7931}" dt="2023-09-01T10:19:03.915" v="4273" actId="208"/>
          <ac:cxnSpMkLst>
            <pc:docMk/>
            <pc:sldMk cId="898455515" sldId="561"/>
            <ac:cxnSpMk id="53790" creationId="{E7A6A456-A17D-C25D-D997-A628A6717AD9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793" creationId="{57144974-E75E-A68E-31A8-4BA3889E6A48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797" creationId="{F9CD0270-4A53-BE76-498C-D1F183FD5D81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798" creationId="{268A8EA0-BF66-0D44-6056-024527E921A0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01" creationId="{F0593E8F-A97C-5C75-91B8-1F24E1D1FDAE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02" creationId="{FF48A50D-97B0-2A9A-F622-0D86BE1F4F02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05" creationId="{66D04F60-0B8F-B295-3FF5-655194FE4DCE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06" creationId="{FD972FCA-0AA1-2F9C-85B8-EBCB9FBA7BEA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11" creationId="{F1D36174-A1AA-EF08-08D1-74DDBE790685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15" creationId="{41C2FFF2-1DEB-F77D-E5DE-2E4AE79DF7F0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16" creationId="{873A051E-E676-9B3D-8ABD-9D7E68CD2630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17" creationId="{E6C0A578-AB4E-D8B8-042C-38C54B351DBC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18" creationId="{ED9DDEF8-4FBA-4E01-B1B8-267C438547EB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19" creationId="{E32B4539-2E69-D613-5530-853421D7868E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20" creationId="{CBF2B1D8-A9FE-509D-E7D1-30BB8DEB842A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23" creationId="{7EEEACF8-1AB6-39BE-F777-3153E99A1686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27" creationId="{ACA06580-4455-8E0E-F624-CED3407D65FC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28" creationId="{7A047886-4950-85C6-88A9-5C13A1BAEF13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29" creationId="{99DD01F3-61DE-9435-1B90-EA37A3B36A32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30" creationId="{80EAF789-6672-535D-39BC-80387728AC50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31" creationId="{08671874-62CF-47A5-9A6C-AE6554D0B422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32" creationId="{C829A64A-8606-8AF9-9AE4-027D4B970E9F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35" creationId="{F9130CC5-E4B9-9F11-9986-F8A93F8933A1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39" creationId="{D368A8ED-29DC-1A02-E571-59AB3095E7C9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40" creationId="{310BF372-3A7C-673B-A454-29661CA12CD0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41" creationId="{283129CA-B3FB-A220-D86D-4941817DDDCC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42" creationId="{A8540898-C0D6-AFF9-8EDF-367D8E1C0FC6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43" creationId="{241D05D0-5CB8-AB4C-A81A-847C54FAA3B7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44" creationId="{0257A332-BA3D-48BD-E2F7-58885760B995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47" creationId="{C97DA895-33B7-B18D-ED07-EDF827767BA2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51" creationId="{5851F3D5-346E-68E2-D800-561A6403E8D4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52" creationId="{1D447017-DCE9-DB95-D326-605909DCF3B1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53" creationId="{B04CF01D-A001-D885-CBB6-7F0BF130F234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54" creationId="{FDB8B5FE-A185-6935-1AA3-3189C5228020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55" creationId="{6AC35CAE-6557-C37B-4F8B-8473EB53ECE3}"/>
          </ac:cxnSpMkLst>
        </pc:cxnChg>
        <pc:cxnChg chg="mod">
          <ac:chgData name="Yeo Xiong Wei, Jonathan" userId="ac2b658e-7ce1-44bb-9f9f-bf4198ceaa29" providerId="ADAL" clId="{368D971C-2FC8-47B8-8A11-8E628BED7931}" dt="2023-09-01T10:12:59.464" v="4134"/>
          <ac:cxnSpMkLst>
            <pc:docMk/>
            <pc:sldMk cId="898455515" sldId="561"/>
            <ac:cxnSpMk id="53856" creationId="{CD4A5665-E7E8-B7C2-4CFC-38CDAC6AA842}"/>
          </ac:cxnSpMkLst>
        </pc:cxnChg>
        <pc:cxnChg chg="add del">
          <ac:chgData name="Yeo Xiong Wei, Jonathan" userId="ac2b658e-7ce1-44bb-9f9f-bf4198ceaa29" providerId="ADAL" clId="{368D971C-2FC8-47B8-8A11-8E628BED7931}" dt="2023-09-01T10:13:40.737" v="4138" actId="478"/>
          <ac:cxnSpMkLst>
            <pc:docMk/>
            <pc:sldMk cId="898455515" sldId="561"/>
            <ac:cxnSpMk id="53858" creationId="{0737C4B3-64D8-2CEA-C747-B6F032DDCD3D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70" creationId="{F4B9711E-443D-EFE4-2272-A77FB4087E2A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74" creationId="{F4263542-7DDF-1BC2-1F69-55A6E1F0AED8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75" creationId="{C66B450A-FCE0-2BB1-FCAC-06C010417D43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78" creationId="{0CD78800-97D3-D513-4A4D-E3622E1EB82F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79" creationId="{44F6F066-0A1C-67B9-BE98-EFAA86B34D16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82" creationId="{81BBBB13-535E-9CFA-B1C4-2BAAFD9B122E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83" creationId="{A15E8C85-AC2B-57C3-0EA6-DA5EA5D7BF0A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88" creationId="{C42214DF-9420-1958-BF43-086E8CF34D89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92" creationId="{56DEF39D-AA4A-3245-7478-8FAD66B7BE8B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93" creationId="{8F99DBAB-BE65-80DD-E074-34D4B9296C92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94" creationId="{7559E56D-2FE7-06C6-C99C-046D6A77A4DC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95" creationId="{48998A36-239F-6A0F-380A-DB803E3445FB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96" creationId="{4DA0086A-DC0A-D224-8F25-1EC16B047794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897" creationId="{955328E2-303A-ED3A-53BB-D3F836C11878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00" creationId="{0AC1907E-0EEC-D8AE-EAEB-76BB851677CF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04" creationId="{A388F338-01C4-11BA-FC5C-8EFA718FD8A9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05" creationId="{B1F983EF-5BAE-41BE-AD2B-D17314492619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06" creationId="{9D2B1EE5-4BAF-CFE8-5486-3F5A4962FBCE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07" creationId="{F28E51FA-3589-E7D7-4563-CA7932CD4351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08" creationId="{DB4CDC04-2483-DBB0-C1E1-6ACE19B8265D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09" creationId="{314EFAEE-7171-E322-AF06-0320D448B32A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12" creationId="{DCAFCF45-F208-201D-84D1-6A7EE58F2FAA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16" creationId="{209E8CE6-5253-A13E-5C13-4108DC8168A6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17" creationId="{D9CDBA95-437A-C5E9-5F4D-5209DC02000E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18" creationId="{AB31BDB0-409C-C1EE-F5E9-E571A974EC3F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19" creationId="{B2B77058-718A-E230-8F0B-5F4E399AC08E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20" creationId="{F0F6F740-409E-68BC-6670-FD6C8D5FA96A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21" creationId="{864788E9-CF98-00DA-0DAB-E4ADEB930223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24" creationId="{4882FD9D-0EBD-F18D-9DDC-284C34A925D6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28" creationId="{6FA5BB47-BB69-B3E1-2813-D8D5C3F7C03F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29" creationId="{DCBA0C04-44B1-36C3-6407-2DEECBC6361B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30" creationId="{8C1C69F8-5FF2-EF02-FF17-8EA823A11E0D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31" creationId="{17E1BF9D-06FC-DA73-F628-051768A0D404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32" creationId="{4333AB26-B04D-CB3A-9510-BAF3F0D90A3A}"/>
          </ac:cxnSpMkLst>
        </pc:cxnChg>
        <pc:cxnChg chg="mod">
          <ac:chgData name="Yeo Xiong Wei, Jonathan" userId="ac2b658e-7ce1-44bb-9f9f-bf4198ceaa29" providerId="ADAL" clId="{368D971C-2FC8-47B8-8A11-8E628BED7931}" dt="2023-09-01T10:17:25.117" v="4245"/>
          <ac:cxnSpMkLst>
            <pc:docMk/>
            <pc:sldMk cId="898455515" sldId="561"/>
            <ac:cxnSpMk id="53933" creationId="{C2525724-7333-5016-87A0-8F6D47DAD147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36" creationId="{58A2A866-DE19-AABA-7A51-9BD48958F815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40" creationId="{48A66AAA-ECD0-3E6E-D6EE-1240827A2B19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41" creationId="{48442F1D-7E57-C8CD-1AA1-3ABF3478BCA7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44" creationId="{20FBC5EC-52DA-853F-1D33-CE1A3B1B2231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45" creationId="{DC70B161-E782-1ADC-E824-CCCBB256D227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48" creationId="{D5095274-F9A5-8089-50D1-CB46D3C5683F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49" creationId="{7D136664-A4DB-B677-D490-CC92AAC63B62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54" creationId="{4C59AAFC-B320-E09C-FFBE-0ED4B251F71D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58" creationId="{35FDEA4A-C8C0-A73A-4D3E-03F2EA073373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59" creationId="{453F52CD-D395-F3CD-946A-A4E3C933CDFB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60" creationId="{EBC531AF-44E8-E3A8-89FC-F67DDAAA51A4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61" creationId="{6B59CD76-C78A-9380-DAE7-6B6E118D456A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62" creationId="{6B23EEE4-DB7F-3542-74C0-682A815F49D2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63" creationId="{D230254E-C204-F9B0-8663-BA4C072354DE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66" creationId="{288F3750-F708-4FF7-F646-22A889119028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70" creationId="{A0B96CA0-2957-B3C4-34E5-DF4416A65E25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71" creationId="{44FE657A-7256-84DB-C640-6C580DA07B14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72" creationId="{37B302BF-63EB-7395-F3EA-AFE6C5288695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73" creationId="{2A9061C0-5725-CC2C-0754-03D20425A0F9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74" creationId="{A0DF85C8-C718-B3D7-EBB8-35F75604A10C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75" creationId="{358D4583-8E4F-AA7D-C849-1A1159BD82E0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78" creationId="{201CAC7B-324E-7A10-6F43-3B58D7869DB1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82" creationId="{6DD9CF73-F8CA-8457-9F55-3AA17D36F93A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83" creationId="{F6A2CC89-9CB1-2C03-47FF-C562D942DAC7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84" creationId="{8A3392C2-F87C-960E-B0E1-C5AF54B996B4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85" creationId="{06D45438-D312-511C-05B3-AC1B11D036C7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86" creationId="{CE75585C-FFB5-BD7E-90AE-1864A375D35E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87" creationId="{329D7BC4-2B36-DCDD-54E6-7DB29587CD48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90" creationId="{86552A0E-3519-5433-7799-D0AA316DF638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94" creationId="{7C8963E9-7B8F-60DF-2A44-CF900B5FC2AC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95" creationId="{F6C52B1D-A6B7-E4A4-14B1-2C171FA00EF2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96" creationId="{17DB4D9F-CB8D-058C-F800-5FA8B4417103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97" creationId="{1EB4FB93-3501-5EFD-7F8F-06EEDA88D038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98" creationId="{B0F4C3B2-BF8C-0C70-8F84-723F66E381E8}"/>
          </ac:cxnSpMkLst>
        </pc:cxnChg>
        <pc:cxnChg chg="mod">
          <ac:chgData name="Yeo Xiong Wei, Jonathan" userId="ac2b658e-7ce1-44bb-9f9f-bf4198ceaa29" providerId="ADAL" clId="{368D971C-2FC8-47B8-8A11-8E628BED7931}" dt="2023-09-01T10:17:28.769" v="4247"/>
          <ac:cxnSpMkLst>
            <pc:docMk/>
            <pc:sldMk cId="898455515" sldId="561"/>
            <ac:cxnSpMk id="53999" creationId="{6F6A756D-402D-0B59-32E9-8747B0F5B99D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02" creationId="{8E706F11-F1BD-5745-AA14-D5E65FBAC08E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06" creationId="{8D09D5BD-A8E3-0CD6-B3C5-55B48568DC13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07" creationId="{E49E07C9-029A-75F2-F87F-C39B42A72565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10" creationId="{BC8014A2-1F6D-55B5-2B7C-2671055621DD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11" creationId="{D9D5D2EB-6291-8B81-4F6E-6ED7BEFFC13C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14" creationId="{260FBD24-9DD8-0731-B56C-C237055E24AB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15" creationId="{EAD9288C-DAD1-6B97-F4E9-C8831A4591D8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20" creationId="{F4F0798B-3A6D-6118-BB51-29F233433A7C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24" creationId="{B2DCC508-7C23-D92B-61D0-23F4040D7713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25" creationId="{7B6F4855-D65F-127D-D02D-D303B1D6E554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26" creationId="{19759EA5-D78F-C51B-68DF-BEAD99356083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27" creationId="{BB6DE69C-AAAA-D475-7ACD-E95A6527967C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28" creationId="{6495DD58-A6DC-D49F-C560-CBA087B551D8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29" creationId="{17E88088-9817-7DC9-B394-E624688B201D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32" creationId="{5F4AD200-7C3D-1766-1720-596D19B50C14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36" creationId="{4F00B85C-985A-853C-C21E-B39EBB4286BD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37" creationId="{50F0C22E-DC6C-6851-126C-02329B232806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38" creationId="{9D0857C3-E95A-6650-F528-5ADB43BB3835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39" creationId="{B0A5617A-A2B9-E79D-B24D-DA5603F783ED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40" creationId="{69A0A831-AD93-535E-F476-2BEB39CAF99E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41" creationId="{E878DE61-540A-F759-EC57-9230A7801C4A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44" creationId="{D58B19DB-F14F-A7C4-59FF-616D44606787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48" creationId="{99483853-188B-5E51-6243-AF166E653712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49" creationId="{7F5B01B8-2EE7-A2A0-13EB-1CE57C971C8E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50" creationId="{F01EB530-3579-1E1B-A369-7272DA6EC7EE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51" creationId="{39094906-9329-89BE-4872-DEDE9FE53C8C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52" creationId="{3DBD2CAB-F3F1-6F41-8052-9DDE7D59AEC6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53" creationId="{38232F0E-3A35-1F83-7C31-0AC4D20B86E1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56" creationId="{FFFDCE70-8F67-3470-A4D3-DF41E2734219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60" creationId="{F692E32B-0FCD-DA84-B016-9A0B91AA0A1E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61" creationId="{0E2A7826-C69F-76A4-DFBA-86D8C1129041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62" creationId="{19A5AEF6-C4ED-2893-0009-DDAA12AF3ACA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63" creationId="{61B258B9-641E-0309-1419-50E076EDFCA0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64" creationId="{2D672D56-B4E1-5549-5BCE-16C8BE2D63C5}"/>
          </ac:cxnSpMkLst>
        </pc:cxnChg>
        <pc:cxnChg chg="mod">
          <ac:chgData name="Yeo Xiong Wei, Jonathan" userId="ac2b658e-7ce1-44bb-9f9f-bf4198ceaa29" providerId="ADAL" clId="{368D971C-2FC8-47B8-8A11-8E628BED7931}" dt="2023-09-01T10:17:32.479" v="4249"/>
          <ac:cxnSpMkLst>
            <pc:docMk/>
            <pc:sldMk cId="898455515" sldId="561"/>
            <ac:cxnSpMk id="54065" creationId="{57C9743F-8ADE-85DF-04A1-0F26479A0930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70" creationId="{742C0D1F-5A9D-246E-6690-3ED860A1A599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74" creationId="{36835706-9284-8457-D836-57AA1B4A1907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75" creationId="{4FDEDFF2-9D4D-CE21-97A3-8C30FF0AA2BA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78" creationId="{5C2CE8B6-A205-BBED-F94F-1D3D36176A65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79" creationId="{BF771240-A675-756E-67B4-8F20D1E5A71F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82" creationId="{12C70B0A-28FF-49BC-B056-E1D5FF191471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83" creationId="{B2963F38-81CB-7917-AD13-8EDC19747C2E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88" creationId="{ACD62435-AB96-B3C5-820F-24A29AE5F569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92" creationId="{30E91018-34BD-8B90-EC40-3CF7187E1905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93" creationId="{A846F5A2-FAB9-3648-3904-4D670CD53B5E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94" creationId="{8F37B434-54E9-5748-B408-96DA0A432291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95" creationId="{E182CB31-23C2-5523-D225-82FB3F6FC026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96" creationId="{1008D9DF-6982-F893-9EF7-BDF9E4621F21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097" creationId="{0370ED06-0B69-2221-01EA-E2F69B47A3FF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00" creationId="{262290FE-4508-BDDC-B172-0220FD57ED74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04" creationId="{D9564AE5-A0FB-79B4-77E6-AC50361B8E2D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05" creationId="{01491881-8B32-9B2E-E010-E56A261C8EC6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06" creationId="{93194E7D-933A-FF7E-903F-E73B64A1B2D1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07" creationId="{A18398EF-4A2D-BB8E-CCE8-8D433212CDAB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08" creationId="{B4FC26B1-4DC9-7990-D25A-AA2E7D245A9D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09" creationId="{7D8A291F-C62A-F43C-832F-F45C22C3AA50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12" creationId="{E1FF29F5-5DFA-3916-FE3B-74C396F65998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16" creationId="{523E3D40-19EF-A6E2-45B3-FE7D6611EEFF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17" creationId="{509D1041-36CB-E4B4-9560-7F49E1067012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18" creationId="{3FFDB502-D0DC-217A-977A-AB9EC0848DEB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19" creationId="{BE5A67DA-9E12-DC46-F67F-4CDE5895AA32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20" creationId="{17FA28F6-5275-A7BD-C5EA-59A220D7D172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21" creationId="{8321173A-8BD7-65BC-0BEB-935B3CA8C9BB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24" creationId="{8AB7082A-A296-DE36-EA28-E792F2924D91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28" creationId="{96A2C185-7C74-22F5-DA87-8A4148314F4B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29" creationId="{6FD9E411-259E-5ACB-E021-DAF4AAC342BE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30" creationId="{FDDD9DBA-205C-2490-6D5A-5272CB8015EF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31" creationId="{5ED9E35F-76FE-9356-AD8B-9E6CEAD400A3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32" creationId="{3E7B60EE-A9C5-58F8-C395-99CB46991657}"/>
          </ac:cxnSpMkLst>
        </pc:cxnChg>
        <pc:cxnChg chg="mod">
          <ac:chgData name="Yeo Xiong Wei, Jonathan" userId="ac2b658e-7ce1-44bb-9f9f-bf4198ceaa29" providerId="ADAL" clId="{368D971C-2FC8-47B8-8A11-8E628BED7931}" dt="2023-09-01T10:19:06.912" v="4274"/>
          <ac:cxnSpMkLst>
            <pc:docMk/>
            <pc:sldMk cId="898455515" sldId="561"/>
            <ac:cxnSpMk id="54133" creationId="{250C2CFF-E8CC-D504-E3C2-61803AB506E6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36" creationId="{80FEFF8C-588C-39AE-CB55-35ABA648A1ED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40" creationId="{AE811453-C1F3-D0E5-2FF5-3952F6EC6655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41" creationId="{61C3885B-F077-0562-8B7F-D749566AE48A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44" creationId="{EB0EB247-C5D9-5ACC-AA01-5BC25CFDF50B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45" creationId="{B8903080-4CC0-6942-1166-830A19691EC2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48" creationId="{39C43E77-01D0-9B43-FDB5-89BE1A22CD00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49" creationId="{6286BD53-0E16-F176-DBF4-955CE9039081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54" creationId="{621057DE-F43E-C2C1-C500-47A3D83BCE7A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58" creationId="{902D33FD-0450-0A2F-2087-9E4FE277C74A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59" creationId="{73CC79DF-6F3D-EC0D-1C37-6FACAB5A5AE9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60" creationId="{B9CD5485-432A-FE4A-55FB-B15E480D7542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61" creationId="{90F5739F-63DC-5A0A-2C0F-F24B498B73A5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62" creationId="{094767DA-5929-6A8A-A05F-3F5F60546791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63" creationId="{DCD6150B-A27F-C84F-100E-D4385EF42C6F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66" creationId="{302D2D0F-7254-57BC-24AE-8DF80A94F68E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70" creationId="{14F38191-C251-5DF7-A9F3-3D2FF2552571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71" creationId="{5FFEC056-17AA-D00A-EBDE-446252B8391D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72" creationId="{BA21CB77-5B7A-2CED-BA4A-0AEAE41CC703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73" creationId="{20FE2C55-97BF-BFC1-C154-302E87C5323C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74" creationId="{A297DEE7-6138-F1A2-EC45-55B6FF7F9FCD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75" creationId="{E0D27F46-8A58-12ED-388D-2C96F5E33FAC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78" creationId="{22E59E27-ED09-08B2-5584-5C30A6AEBAF5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82" creationId="{6DFC21D1-BC7A-7788-33D6-0102FB85D398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83" creationId="{059D1828-AFBE-43B9-93AC-F2C9C2F1B6CE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84" creationId="{932D3EDE-82F8-17C3-DE7F-9DBDA746A8B4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85" creationId="{42F67195-ED30-CF96-1F81-AFF9DB8E49CB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86" creationId="{AA8CFA0F-BDB5-1881-FD72-EEB9F85FF62C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87" creationId="{87D3B5E0-FFC4-F1B2-18AE-FC9CB3E20A7D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90" creationId="{42513519-0CD6-143B-4AB7-2F714BE53279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94" creationId="{3B50570B-0823-FCA6-B215-F5CA015C26A3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95" creationId="{8E61EE2F-8879-BC67-5DA6-5B8C1ED7A1E0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96" creationId="{E1C57AB0-0EEC-2503-CC9E-357A3AD40E19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97" creationId="{D18B7FA8-970D-4504-1D01-F0D9BD0F425B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98" creationId="{393CA10D-1C37-04DA-16D2-DE38C858930A}"/>
          </ac:cxnSpMkLst>
        </pc:cxnChg>
        <pc:cxnChg chg="mod">
          <ac:chgData name="Yeo Xiong Wei, Jonathan" userId="ac2b658e-7ce1-44bb-9f9f-bf4198ceaa29" providerId="ADAL" clId="{368D971C-2FC8-47B8-8A11-8E628BED7931}" dt="2023-09-01T10:19:13.028" v="4276"/>
          <ac:cxnSpMkLst>
            <pc:docMk/>
            <pc:sldMk cId="898455515" sldId="561"/>
            <ac:cxnSpMk id="54199" creationId="{3B80984B-0B64-1B6A-7F1E-D296571CA360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02" creationId="{84A14ED7-7969-B998-9F75-D2565813ADAC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06" creationId="{6F331355-13EB-3E8C-A09A-6C90914E094D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07" creationId="{44C70F23-6C0B-2990-E6E4-ED81F2836E08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10" creationId="{70B4B753-B864-84F5-226D-65883744DAB3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11" creationId="{479736AC-9AF3-06AA-11D7-A4F1A0A362A5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14" creationId="{AB26FEF2-A64B-F0FB-2AB5-925402623AD3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15" creationId="{F570E558-240A-0A7B-8435-E378992A3B33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20" creationId="{75ED3C54-FCAC-63AC-2BAD-5B8843BCB222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24" creationId="{D6BB56CC-01E6-8E43-EFD9-2D307853C627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25" creationId="{A89821FC-1F94-ED24-A0A6-6B78E462AF4F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26" creationId="{39B28146-4B20-C35B-8F90-143FB6571559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27" creationId="{D8DEC142-45C6-EBA0-71C3-F47EB4531102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28" creationId="{859E962A-F518-B8AA-25CC-F603756E7A3C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29" creationId="{4EA0FCB8-A41F-8CEC-5F9D-F70AD53D7A52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32" creationId="{955CACDA-B634-9BB2-DE50-95A650D7B74E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36" creationId="{EFD562EA-42F1-4890-7CBD-D34D51A29BF1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37" creationId="{461A35F0-5188-1D10-ADD3-13462FD96C96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38" creationId="{F9AED1C5-9386-087B-3AD1-DEB7AC1E748A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39" creationId="{087F9C52-C773-C4E7-6C23-1B193FDEEB55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40" creationId="{B3FD16B3-EB9B-2C89-4557-DBECF11B1593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41" creationId="{D1614F97-2236-B7E3-D96A-0D7BCAD43244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44" creationId="{F6CBA86E-8E86-DE58-ACD6-7F700EE4AC2D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48" creationId="{E81600BC-175D-C258-FDD7-F1E49FA7E581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49" creationId="{F34DA6BF-A09A-D9FF-C5A8-E517622EF42C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50" creationId="{10393D51-89EF-6F0B-C2DE-E931A6BE2F32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51" creationId="{CE479D9E-497E-0F4E-9454-A5C17CB0A5EC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52" creationId="{F32C3BB0-FDD2-652B-0AF7-E561CCAF3E9F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53" creationId="{146CBE38-85E3-A3FE-F6D7-E88453632D7F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56" creationId="{66B817C9-4988-4E71-9BE1-50204033CD60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60" creationId="{D14CBDD6-CC42-10BC-C27B-F6C05A5F384D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61" creationId="{BA3EAEB4-9521-C01F-7550-D88639690A89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62" creationId="{E6B35D14-9A75-2907-D977-835F0408E6C3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63" creationId="{BE43FE47-FB10-F9B5-21DC-47EC04B80D1D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64" creationId="{BCCC06AD-93E9-9CAB-6D61-8B12C840EE68}"/>
          </ac:cxnSpMkLst>
        </pc:cxnChg>
        <pc:cxnChg chg="mod">
          <ac:chgData name="Yeo Xiong Wei, Jonathan" userId="ac2b658e-7ce1-44bb-9f9f-bf4198ceaa29" providerId="ADAL" clId="{368D971C-2FC8-47B8-8A11-8E628BED7931}" dt="2023-09-01T10:19:17.482" v="4278"/>
          <ac:cxnSpMkLst>
            <pc:docMk/>
            <pc:sldMk cId="898455515" sldId="561"/>
            <ac:cxnSpMk id="54265" creationId="{81F81A2A-9404-2B32-3285-3E8F36ECB0C3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68" creationId="{74543933-237D-C454-DFA0-19794663E287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72" creationId="{ED597026-95EE-DDAC-31D2-79CB8D2038A8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73" creationId="{79C8598E-7160-4F51-B16F-4CAB770563B6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76" creationId="{0FC6B1D6-C1D6-4D68-07C0-3151ADFA8900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77" creationId="{3314A6B9-7411-8C97-C20C-A4338DCEADA1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80" creationId="{864BD7BF-395C-BD98-44EF-4E4CA6CBC2B2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81" creationId="{06241E4E-7379-05D2-4512-019A879EE587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86" creationId="{9EB74ECB-4E6F-906E-F96F-0214DA0BF0BF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90" creationId="{0F5BBF5F-E1EA-4D34-AF17-17338E1480F7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91" creationId="{15160F7F-B593-80FC-AB0B-607136C2DE20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92" creationId="{40D09C6F-7950-43B5-75F4-A63949AA87CC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93" creationId="{1FC4A5F8-59A2-C265-EDB3-1D4B5DC5CB2B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94" creationId="{923E84B3-034B-932C-AA41-6CC236B02A5A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95" creationId="{AC19C2E7-CB5A-9AC5-C015-2F1DC311DCF9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298" creationId="{87E95048-DB9B-F8D6-D53C-DCF1139E4016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02" creationId="{91C0C9D3-041E-2815-7910-E1421EE3C20B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03" creationId="{7DBA7AB7-8C5A-77D9-E525-309002934EB8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04" creationId="{1439EB0A-FC0D-7FC6-9D1E-9EB3AD295DE5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05" creationId="{1F7880F8-A052-47D7-1685-5023D13D012E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06" creationId="{B62B878B-0815-81BD-A755-24FF74FD35DA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07" creationId="{7762889A-2290-BC1C-7E7C-93262502861B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10" creationId="{E0F4831B-984D-B5B2-E467-BE972E412DB8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14" creationId="{088A560F-73B1-D3E6-F6B1-A44F5C2CB172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15" creationId="{093677D5-3D57-102E-3B48-7D4D78D11D5D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16" creationId="{AFDA381C-37D5-74DB-0D5E-BB647E1779F5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17" creationId="{D251476D-A6A1-FE2A-C6A2-50B5CE8A839D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18" creationId="{07AEC15D-77ED-EAE1-59AA-040D51382D4E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19" creationId="{4D8BB7AD-8DE6-7785-561C-DEB8BA701E90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22" creationId="{355D5FEC-3F0F-B9D3-543F-B03C6CE7B93B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26" creationId="{4B0FF248-109F-A5F0-A068-1E58B74BBA9E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27" creationId="{B108B443-B1CB-9325-6BA9-F29BB602A635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28" creationId="{FCAB5454-07FF-5845-B93C-77301DF54F86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29" creationId="{492ACF97-9A43-7980-A4F0-9380557568BE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30" creationId="{D3A1FEBD-C30B-F006-5C76-91D2EFED917B}"/>
          </ac:cxnSpMkLst>
        </pc:cxnChg>
        <pc:cxnChg chg="mod">
          <ac:chgData name="Yeo Xiong Wei, Jonathan" userId="ac2b658e-7ce1-44bb-9f9f-bf4198ceaa29" providerId="ADAL" clId="{368D971C-2FC8-47B8-8A11-8E628BED7931}" dt="2023-09-01T10:19:22.607" v="4282"/>
          <ac:cxnSpMkLst>
            <pc:docMk/>
            <pc:sldMk cId="898455515" sldId="561"/>
            <ac:cxnSpMk id="54331" creationId="{23C67E90-4930-C5F4-7372-74ABFAA1AED2}"/>
          </ac:cxnSpMkLst>
        </pc:cxnChg>
        <pc:cxnChg chg="mod">
          <ac:chgData name="Yeo Xiong Wei, Jonathan" userId="ac2b658e-7ce1-44bb-9f9f-bf4198ceaa29" providerId="ADAL" clId="{368D971C-2FC8-47B8-8A11-8E628BED7931}" dt="2023-09-01T10:21:49.688" v="4551"/>
          <ac:cxnSpMkLst>
            <pc:docMk/>
            <pc:sldMk cId="898455515" sldId="561"/>
            <ac:cxnSpMk id="54336" creationId="{B0343D7F-0DCE-C76C-44EF-DCEF694700B5}"/>
          </ac:cxnSpMkLst>
        </pc:cxnChg>
        <pc:cxnChg chg="mod">
          <ac:chgData name="Yeo Xiong Wei, Jonathan" userId="ac2b658e-7ce1-44bb-9f9f-bf4198ceaa29" providerId="ADAL" clId="{368D971C-2FC8-47B8-8A11-8E628BED7931}" dt="2023-09-01T10:21:49.688" v="4551"/>
          <ac:cxnSpMkLst>
            <pc:docMk/>
            <pc:sldMk cId="898455515" sldId="561"/>
            <ac:cxnSpMk id="54340" creationId="{8A4B485B-210F-575B-C711-EE5F85759093}"/>
          </ac:cxnSpMkLst>
        </pc:cxnChg>
        <pc:cxnChg chg="mod">
          <ac:chgData name="Yeo Xiong Wei, Jonathan" userId="ac2b658e-7ce1-44bb-9f9f-bf4198ceaa29" providerId="ADAL" clId="{368D971C-2FC8-47B8-8A11-8E628BED7931}" dt="2023-09-01T10:21:49.688" v="4551"/>
          <ac:cxnSpMkLst>
            <pc:docMk/>
            <pc:sldMk cId="898455515" sldId="561"/>
            <ac:cxnSpMk id="54341" creationId="{D019B111-FF99-07DB-147C-41F0BCF80FF6}"/>
          </ac:cxnSpMkLst>
        </pc:cxnChg>
        <pc:cxnChg chg="mod">
          <ac:chgData name="Yeo Xiong Wei, Jonathan" userId="ac2b658e-7ce1-44bb-9f9f-bf4198ceaa29" providerId="ADAL" clId="{368D971C-2FC8-47B8-8A11-8E628BED7931}" dt="2023-09-01T10:21:49.688" v="4551"/>
          <ac:cxnSpMkLst>
            <pc:docMk/>
            <pc:sldMk cId="898455515" sldId="561"/>
            <ac:cxnSpMk id="54342" creationId="{EF882814-BD56-234E-B16C-FC37EA25BA59}"/>
          </ac:cxnSpMkLst>
        </pc:cxnChg>
        <pc:cxnChg chg="mod">
          <ac:chgData name="Yeo Xiong Wei, Jonathan" userId="ac2b658e-7ce1-44bb-9f9f-bf4198ceaa29" providerId="ADAL" clId="{368D971C-2FC8-47B8-8A11-8E628BED7931}" dt="2023-09-01T10:21:49.688" v="4551"/>
          <ac:cxnSpMkLst>
            <pc:docMk/>
            <pc:sldMk cId="898455515" sldId="561"/>
            <ac:cxnSpMk id="54343" creationId="{2F38F352-3B55-C2A7-B55E-8A616F9D949F}"/>
          </ac:cxnSpMkLst>
        </pc:cxnChg>
        <pc:cxnChg chg="mod">
          <ac:chgData name="Yeo Xiong Wei, Jonathan" userId="ac2b658e-7ce1-44bb-9f9f-bf4198ceaa29" providerId="ADAL" clId="{368D971C-2FC8-47B8-8A11-8E628BED7931}" dt="2023-09-01T10:21:49.688" v="4551"/>
          <ac:cxnSpMkLst>
            <pc:docMk/>
            <pc:sldMk cId="898455515" sldId="561"/>
            <ac:cxnSpMk id="54344" creationId="{3EA6D4E8-B9DE-B760-4700-6C5335DF7BE8}"/>
          </ac:cxnSpMkLst>
        </pc:cxnChg>
        <pc:cxnChg chg="mod">
          <ac:chgData name="Yeo Xiong Wei, Jonathan" userId="ac2b658e-7ce1-44bb-9f9f-bf4198ceaa29" providerId="ADAL" clId="{368D971C-2FC8-47B8-8A11-8E628BED7931}" dt="2023-09-01T10:21:49.688" v="4551"/>
          <ac:cxnSpMkLst>
            <pc:docMk/>
            <pc:sldMk cId="898455515" sldId="561"/>
            <ac:cxnSpMk id="54345" creationId="{629A61A3-D44C-B2AB-06A3-FC64621DC9F9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50" creationId="{CCCEB910-646E-A758-1343-9EF9F12780E7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54" creationId="{8B5828EB-64B0-421C-584A-7F91D3D9C1BE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55" creationId="{7B613622-2895-B8C7-631B-86209143E5BA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58" creationId="{9CBCD17C-9B4A-F8EB-BF0D-13EFFE8BED41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59" creationId="{FA8B1277-8C3A-CDFF-CA10-C2D17C1EF62F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62" creationId="{4D53DF52-C403-68FB-8AAB-DD4B60280533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63" creationId="{5565CA4A-E42C-27AE-85A9-633A62B7392A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68" creationId="{BEA85527-EC68-5626-CB73-D9F95368286C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72" creationId="{5F352D4D-7C70-BF25-15AF-5D7EC5405E3C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73" creationId="{21F5FB03-9FDE-E6C0-7CA3-E002FFA935A1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74" creationId="{5FE5112A-5D31-8ED5-3A42-DB9403E24DE8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75" creationId="{04CD1EC8-5A98-40C7-113F-63B4D18F94D7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76" creationId="{27B9ECA6-EA85-EE0E-0BED-373008D7E55E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77" creationId="{02C9437B-9331-C8A9-0B5D-5E6FF8AF701E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80" creationId="{6A1B1966-BC30-A38F-C87F-D19FF017CC2A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84" creationId="{0B98D865-931F-C633-4015-FAF47C6BD88B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85" creationId="{E00E78DE-41A8-A08B-946B-F26A7D661B2C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86" creationId="{D517983F-BE63-CBA3-D422-2E04D170131E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87" creationId="{9F1CDB9E-DF94-B2B9-BBCA-F86F23F4C1B9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88" creationId="{AB6B46BB-1A5E-0DCD-9997-E692AC85A36D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89" creationId="{EB7E8048-4FE6-E523-69BE-2EC533023FA6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92" creationId="{D73BEB27-C6A0-95B9-D972-636EAF602513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96" creationId="{71300797-E879-E45C-1181-E1E042325D3E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97" creationId="{3A6F96B0-8FAD-75DB-5726-B59B40B654A0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98" creationId="{33C73CC7-7BF9-5B06-B8FF-43242EA12604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399" creationId="{BDB7DF96-5918-1213-4769-940DFE479880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00" creationId="{40B9A3E7-F6D9-152F-0164-E747F2393ED0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01" creationId="{8D7E23FE-9714-5CB2-B124-E2F469E91706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04" creationId="{8118782B-EFDC-6313-269C-0A185573446A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08" creationId="{9062C6FA-67D9-BE76-C860-15C9575365B0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09" creationId="{B3656B7E-55C3-BC5D-EE69-15B910AE5123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10" creationId="{EB939BF1-A46B-D7A5-45D3-8C1C9E992564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11" creationId="{CEF3C81C-F69C-8C4B-1273-60173B9C89AF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12" creationId="{6391CD37-85D4-5D2C-D21D-A00466679722}"/>
          </ac:cxnSpMkLst>
        </pc:cxnChg>
        <pc:cxnChg chg="mod">
          <ac:chgData name="Yeo Xiong Wei, Jonathan" userId="ac2b658e-7ce1-44bb-9f9f-bf4198ceaa29" providerId="ADAL" clId="{368D971C-2FC8-47B8-8A11-8E628BED7931}" dt="2023-09-01T10:24:35.671" v="4612"/>
          <ac:cxnSpMkLst>
            <pc:docMk/>
            <pc:sldMk cId="898455515" sldId="561"/>
            <ac:cxnSpMk id="54413" creationId="{260ADB5A-7F4B-DAD7-1FB6-CABEC55F3CE1}"/>
          </ac:cxnSpMkLst>
        </pc:cxnChg>
        <pc:cxnChg chg="mod">
          <ac:chgData name="Yeo Xiong Wei, Jonathan" userId="ac2b658e-7ce1-44bb-9f9f-bf4198ceaa29" providerId="ADAL" clId="{368D971C-2FC8-47B8-8A11-8E628BED7931}" dt="2023-09-01T10:31:11.223" v="4834"/>
          <ac:cxnSpMkLst>
            <pc:docMk/>
            <pc:sldMk cId="898455515" sldId="561"/>
            <ac:cxnSpMk id="54426" creationId="{534E180D-09F3-0B5F-94FC-5366E8F37A62}"/>
          </ac:cxnSpMkLst>
        </pc:cxnChg>
        <pc:cxnChg chg="mod">
          <ac:chgData name="Yeo Xiong Wei, Jonathan" userId="ac2b658e-7ce1-44bb-9f9f-bf4198ceaa29" providerId="ADAL" clId="{368D971C-2FC8-47B8-8A11-8E628BED7931}" dt="2023-09-01T10:31:11.223" v="4834"/>
          <ac:cxnSpMkLst>
            <pc:docMk/>
            <pc:sldMk cId="898455515" sldId="561"/>
            <ac:cxnSpMk id="54430" creationId="{AD4B1FE5-1C97-F9C8-CC78-989D7599D364}"/>
          </ac:cxnSpMkLst>
        </pc:cxnChg>
        <pc:cxnChg chg="mod">
          <ac:chgData name="Yeo Xiong Wei, Jonathan" userId="ac2b658e-7ce1-44bb-9f9f-bf4198ceaa29" providerId="ADAL" clId="{368D971C-2FC8-47B8-8A11-8E628BED7931}" dt="2023-09-01T10:31:11.223" v="4834"/>
          <ac:cxnSpMkLst>
            <pc:docMk/>
            <pc:sldMk cId="898455515" sldId="561"/>
            <ac:cxnSpMk id="54431" creationId="{AE047684-18F3-42B5-F705-6ADF3CD27751}"/>
          </ac:cxnSpMkLst>
        </pc:cxnChg>
        <pc:cxnChg chg="mod">
          <ac:chgData name="Yeo Xiong Wei, Jonathan" userId="ac2b658e-7ce1-44bb-9f9f-bf4198ceaa29" providerId="ADAL" clId="{368D971C-2FC8-47B8-8A11-8E628BED7931}" dt="2023-09-01T10:31:11.223" v="4834"/>
          <ac:cxnSpMkLst>
            <pc:docMk/>
            <pc:sldMk cId="898455515" sldId="561"/>
            <ac:cxnSpMk id="54432" creationId="{D144D28D-4F24-8296-29E5-2C06C9FB1E68}"/>
          </ac:cxnSpMkLst>
        </pc:cxnChg>
        <pc:cxnChg chg="mod">
          <ac:chgData name="Yeo Xiong Wei, Jonathan" userId="ac2b658e-7ce1-44bb-9f9f-bf4198ceaa29" providerId="ADAL" clId="{368D971C-2FC8-47B8-8A11-8E628BED7931}" dt="2023-09-01T10:31:11.223" v="4834"/>
          <ac:cxnSpMkLst>
            <pc:docMk/>
            <pc:sldMk cId="898455515" sldId="561"/>
            <ac:cxnSpMk id="54433" creationId="{0E81344E-0CD9-60A1-8F5A-9D09A634E6A9}"/>
          </ac:cxnSpMkLst>
        </pc:cxnChg>
        <pc:cxnChg chg="mod">
          <ac:chgData name="Yeo Xiong Wei, Jonathan" userId="ac2b658e-7ce1-44bb-9f9f-bf4198ceaa29" providerId="ADAL" clId="{368D971C-2FC8-47B8-8A11-8E628BED7931}" dt="2023-09-01T10:31:11.223" v="4834"/>
          <ac:cxnSpMkLst>
            <pc:docMk/>
            <pc:sldMk cId="898455515" sldId="561"/>
            <ac:cxnSpMk id="54434" creationId="{F91EFA5A-8870-90A2-8AE6-7DCEBC9E8AD7}"/>
          </ac:cxnSpMkLst>
        </pc:cxnChg>
        <pc:cxnChg chg="mod">
          <ac:chgData name="Yeo Xiong Wei, Jonathan" userId="ac2b658e-7ce1-44bb-9f9f-bf4198ceaa29" providerId="ADAL" clId="{368D971C-2FC8-47B8-8A11-8E628BED7931}" dt="2023-09-01T10:31:11.223" v="4834"/>
          <ac:cxnSpMkLst>
            <pc:docMk/>
            <pc:sldMk cId="898455515" sldId="561"/>
            <ac:cxnSpMk id="54435" creationId="{E147D86D-B961-C98D-B9D5-F52546A8421C}"/>
          </ac:cxnSpMkLst>
        </pc:cxnChg>
        <pc:cxnChg chg="mod">
          <ac:chgData name="Yeo Xiong Wei, Jonathan" userId="ac2b658e-7ce1-44bb-9f9f-bf4198ceaa29" providerId="ADAL" clId="{368D971C-2FC8-47B8-8A11-8E628BED7931}" dt="2023-09-01T10:31:19.692" v="4837"/>
          <ac:cxnSpMkLst>
            <pc:docMk/>
            <pc:sldMk cId="898455515" sldId="561"/>
            <ac:cxnSpMk id="54438" creationId="{BB4C5BA4-1F18-81B6-2C3E-A99137DE8829}"/>
          </ac:cxnSpMkLst>
        </pc:cxnChg>
        <pc:cxnChg chg="mod">
          <ac:chgData name="Yeo Xiong Wei, Jonathan" userId="ac2b658e-7ce1-44bb-9f9f-bf4198ceaa29" providerId="ADAL" clId="{368D971C-2FC8-47B8-8A11-8E628BED7931}" dt="2023-09-01T10:31:19.692" v="4837"/>
          <ac:cxnSpMkLst>
            <pc:docMk/>
            <pc:sldMk cId="898455515" sldId="561"/>
            <ac:cxnSpMk id="54442" creationId="{56E35908-1AFE-2ED6-7A72-F48FF56D6F95}"/>
          </ac:cxnSpMkLst>
        </pc:cxnChg>
        <pc:cxnChg chg="mod">
          <ac:chgData name="Yeo Xiong Wei, Jonathan" userId="ac2b658e-7ce1-44bb-9f9f-bf4198ceaa29" providerId="ADAL" clId="{368D971C-2FC8-47B8-8A11-8E628BED7931}" dt="2023-09-01T10:31:19.692" v="4837"/>
          <ac:cxnSpMkLst>
            <pc:docMk/>
            <pc:sldMk cId="898455515" sldId="561"/>
            <ac:cxnSpMk id="54443" creationId="{FC0311FE-9048-C5F8-ABBE-726BAB2074EA}"/>
          </ac:cxnSpMkLst>
        </pc:cxnChg>
        <pc:cxnChg chg="mod">
          <ac:chgData name="Yeo Xiong Wei, Jonathan" userId="ac2b658e-7ce1-44bb-9f9f-bf4198ceaa29" providerId="ADAL" clId="{368D971C-2FC8-47B8-8A11-8E628BED7931}" dt="2023-09-01T10:31:19.692" v="4837"/>
          <ac:cxnSpMkLst>
            <pc:docMk/>
            <pc:sldMk cId="898455515" sldId="561"/>
            <ac:cxnSpMk id="54444" creationId="{87A2BEA6-4E03-3609-00D5-1E94EE2A983D}"/>
          </ac:cxnSpMkLst>
        </pc:cxnChg>
        <pc:cxnChg chg="mod">
          <ac:chgData name="Yeo Xiong Wei, Jonathan" userId="ac2b658e-7ce1-44bb-9f9f-bf4198ceaa29" providerId="ADAL" clId="{368D971C-2FC8-47B8-8A11-8E628BED7931}" dt="2023-09-01T10:31:19.692" v="4837"/>
          <ac:cxnSpMkLst>
            <pc:docMk/>
            <pc:sldMk cId="898455515" sldId="561"/>
            <ac:cxnSpMk id="54445" creationId="{0DC11ACB-A9CC-2172-F036-B576FF060B1C}"/>
          </ac:cxnSpMkLst>
        </pc:cxnChg>
        <pc:cxnChg chg="mod">
          <ac:chgData name="Yeo Xiong Wei, Jonathan" userId="ac2b658e-7ce1-44bb-9f9f-bf4198ceaa29" providerId="ADAL" clId="{368D971C-2FC8-47B8-8A11-8E628BED7931}" dt="2023-09-01T10:31:19.692" v="4837"/>
          <ac:cxnSpMkLst>
            <pc:docMk/>
            <pc:sldMk cId="898455515" sldId="561"/>
            <ac:cxnSpMk id="54446" creationId="{8A7D3AF3-8E93-19D7-7882-56CBCA876E82}"/>
          </ac:cxnSpMkLst>
        </pc:cxnChg>
        <pc:cxnChg chg="mod">
          <ac:chgData name="Yeo Xiong Wei, Jonathan" userId="ac2b658e-7ce1-44bb-9f9f-bf4198ceaa29" providerId="ADAL" clId="{368D971C-2FC8-47B8-8A11-8E628BED7931}" dt="2023-09-01T10:31:19.692" v="4837"/>
          <ac:cxnSpMkLst>
            <pc:docMk/>
            <pc:sldMk cId="898455515" sldId="561"/>
            <ac:cxnSpMk id="54447" creationId="{613842E6-755E-8086-3897-0B1DECDD1D93}"/>
          </ac:cxnSpMkLst>
        </pc:cxnChg>
        <pc:cxnChg chg="mod">
          <ac:chgData name="Yeo Xiong Wei, Jonathan" userId="ac2b658e-7ce1-44bb-9f9f-bf4198ceaa29" providerId="ADAL" clId="{368D971C-2FC8-47B8-8A11-8E628BED7931}" dt="2023-09-01T10:31:23.991" v="4839"/>
          <ac:cxnSpMkLst>
            <pc:docMk/>
            <pc:sldMk cId="898455515" sldId="561"/>
            <ac:cxnSpMk id="54450" creationId="{870A0C52-2986-2026-42BD-2B890755D169}"/>
          </ac:cxnSpMkLst>
        </pc:cxnChg>
        <pc:cxnChg chg="mod">
          <ac:chgData name="Yeo Xiong Wei, Jonathan" userId="ac2b658e-7ce1-44bb-9f9f-bf4198ceaa29" providerId="ADAL" clId="{368D971C-2FC8-47B8-8A11-8E628BED7931}" dt="2023-09-01T10:31:23.991" v="4839"/>
          <ac:cxnSpMkLst>
            <pc:docMk/>
            <pc:sldMk cId="898455515" sldId="561"/>
            <ac:cxnSpMk id="54454" creationId="{A19ECCA1-F6D7-9174-B1D8-4E79E01639C6}"/>
          </ac:cxnSpMkLst>
        </pc:cxnChg>
        <pc:cxnChg chg="mod">
          <ac:chgData name="Yeo Xiong Wei, Jonathan" userId="ac2b658e-7ce1-44bb-9f9f-bf4198ceaa29" providerId="ADAL" clId="{368D971C-2FC8-47B8-8A11-8E628BED7931}" dt="2023-09-01T10:31:23.991" v="4839"/>
          <ac:cxnSpMkLst>
            <pc:docMk/>
            <pc:sldMk cId="898455515" sldId="561"/>
            <ac:cxnSpMk id="54455" creationId="{03B17878-DF27-B4F2-6CAF-E9AA7DA68AC0}"/>
          </ac:cxnSpMkLst>
        </pc:cxnChg>
        <pc:cxnChg chg="mod">
          <ac:chgData name="Yeo Xiong Wei, Jonathan" userId="ac2b658e-7ce1-44bb-9f9f-bf4198ceaa29" providerId="ADAL" clId="{368D971C-2FC8-47B8-8A11-8E628BED7931}" dt="2023-09-01T10:31:23.991" v="4839"/>
          <ac:cxnSpMkLst>
            <pc:docMk/>
            <pc:sldMk cId="898455515" sldId="561"/>
            <ac:cxnSpMk id="54456" creationId="{750C02B3-A472-640B-3711-F8D2695CBA8A}"/>
          </ac:cxnSpMkLst>
        </pc:cxnChg>
        <pc:cxnChg chg="mod">
          <ac:chgData name="Yeo Xiong Wei, Jonathan" userId="ac2b658e-7ce1-44bb-9f9f-bf4198ceaa29" providerId="ADAL" clId="{368D971C-2FC8-47B8-8A11-8E628BED7931}" dt="2023-09-01T10:31:23.991" v="4839"/>
          <ac:cxnSpMkLst>
            <pc:docMk/>
            <pc:sldMk cId="898455515" sldId="561"/>
            <ac:cxnSpMk id="54457" creationId="{62B35B7D-8EE8-9E8F-3B51-45B5AD11B490}"/>
          </ac:cxnSpMkLst>
        </pc:cxnChg>
        <pc:cxnChg chg="mod">
          <ac:chgData name="Yeo Xiong Wei, Jonathan" userId="ac2b658e-7ce1-44bb-9f9f-bf4198ceaa29" providerId="ADAL" clId="{368D971C-2FC8-47B8-8A11-8E628BED7931}" dt="2023-09-01T10:31:23.991" v="4839"/>
          <ac:cxnSpMkLst>
            <pc:docMk/>
            <pc:sldMk cId="898455515" sldId="561"/>
            <ac:cxnSpMk id="54458" creationId="{1D8418CD-FDEA-7961-0643-9358DB198052}"/>
          </ac:cxnSpMkLst>
        </pc:cxnChg>
        <pc:cxnChg chg="mod">
          <ac:chgData name="Yeo Xiong Wei, Jonathan" userId="ac2b658e-7ce1-44bb-9f9f-bf4198ceaa29" providerId="ADAL" clId="{368D971C-2FC8-47B8-8A11-8E628BED7931}" dt="2023-09-01T10:31:23.991" v="4839"/>
          <ac:cxnSpMkLst>
            <pc:docMk/>
            <pc:sldMk cId="898455515" sldId="561"/>
            <ac:cxnSpMk id="54459" creationId="{D5FD1FBB-C7D9-6E28-D736-3F0E4ABBE9F3}"/>
          </ac:cxnSpMkLst>
        </pc:cxnChg>
        <pc:cxnChg chg="mod">
          <ac:chgData name="Yeo Xiong Wei, Jonathan" userId="ac2b658e-7ce1-44bb-9f9f-bf4198ceaa29" providerId="ADAL" clId="{368D971C-2FC8-47B8-8A11-8E628BED7931}" dt="2023-09-01T10:31:26.519" v="4841"/>
          <ac:cxnSpMkLst>
            <pc:docMk/>
            <pc:sldMk cId="898455515" sldId="561"/>
            <ac:cxnSpMk id="54462" creationId="{AF5392D7-784F-7713-1AFE-E4C1D49A2935}"/>
          </ac:cxnSpMkLst>
        </pc:cxnChg>
        <pc:cxnChg chg="mod">
          <ac:chgData name="Yeo Xiong Wei, Jonathan" userId="ac2b658e-7ce1-44bb-9f9f-bf4198ceaa29" providerId="ADAL" clId="{368D971C-2FC8-47B8-8A11-8E628BED7931}" dt="2023-09-01T10:31:26.519" v="4841"/>
          <ac:cxnSpMkLst>
            <pc:docMk/>
            <pc:sldMk cId="898455515" sldId="561"/>
            <ac:cxnSpMk id="54466" creationId="{3C570EAB-9236-4802-AD00-D350A00A4A5E}"/>
          </ac:cxnSpMkLst>
        </pc:cxnChg>
        <pc:cxnChg chg="mod">
          <ac:chgData name="Yeo Xiong Wei, Jonathan" userId="ac2b658e-7ce1-44bb-9f9f-bf4198ceaa29" providerId="ADAL" clId="{368D971C-2FC8-47B8-8A11-8E628BED7931}" dt="2023-09-01T10:31:26.519" v="4841"/>
          <ac:cxnSpMkLst>
            <pc:docMk/>
            <pc:sldMk cId="898455515" sldId="561"/>
            <ac:cxnSpMk id="54467" creationId="{6F9FCDDB-315A-4D3A-3ADF-72404649B2C2}"/>
          </ac:cxnSpMkLst>
        </pc:cxnChg>
        <pc:cxnChg chg="mod">
          <ac:chgData name="Yeo Xiong Wei, Jonathan" userId="ac2b658e-7ce1-44bb-9f9f-bf4198ceaa29" providerId="ADAL" clId="{368D971C-2FC8-47B8-8A11-8E628BED7931}" dt="2023-09-01T10:31:26.519" v="4841"/>
          <ac:cxnSpMkLst>
            <pc:docMk/>
            <pc:sldMk cId="898455515" sldId="561"/>
            <ac:cxnSpMk id="54468" creationId="{AC4F2765-EFAB-0E1A-869A-F5DA946CCA39}"/>
          </ac:cxnSpMkLst>
        </pc:cxnChg>
        <pc:cxnChg chg="mod">
          <ac:chgData name="Yeo Xiong Wei, Jonathan" userId="ac2b658e-7ce1-44bb-9f9f-bf4198ceaa29" providerId="ADAL" clId="{368D971C-2FC8-47B8-8A11-8E628BED7931}" dt="2023-09-01T10:31:26.519" v="4841"/>
          <ac:cxnSpMkLst>
            <pc:docMk/>
            <pc:sldMk cId="898455515" sldId="561"/>
            <ac:cxnSpMk id="54469" creationId="{655C80BE-73F1-E415-1319-B68D41F28524}"/>
          </ac:cxnSpMkLst>
        </pc:cxnChg>
        <pc:cxnChg chg="mod">
          <ac:chgData name="Yeo Xiong Wei, Jonathan" userId="ac2b658e-7ce1-44bb-9f9f-bf4198ceaa29" providerId="ADAL" clId="{368D971C-2FC8-47B8-8A11-8E628BED7931}" dt="2023-09-01T10:31:26.519" v="4841"/>
          <ac:cxnSpMkLst>
            <pc:docMk/>
            <pc:sldMk cId="898455515" sldId="561"/>
            <ac:cxnSpMk id="54470" creationId="{A7AF5868-C6D3-749F-AEBF-73E4C87DAED0}"/>
          </ac:cxnSpMkLst>
        </pc:cxnChg>
        <pc:cxnChg chg="mod">
          <ac:chgData name="Yeo Xiong Wei, Jonathan" userId="ac2b658e-7ce1-44bb-9f9f-bf4198ceaa29" providerId="ADAL" clId="{368D971C-2FC8-47B8-8A11-8E628BED7931}" dt="2023-09-01T10:31:26.519" v="4841"/>
          <ac:cxnSpMkLst>
            <pc:docMk/>
            <pc:sldMk cId="898455515" sldId="561"/>
            <ac:cxnSpMk id="54471" creationId="{13F43CC3-EAB2-AFFE-FE60-952ABB7E89EF}"/>
          </ac:cxnSpMkLst>
        </pc:cxnChg>
      </pc:sldChg>
      <pc:sldChg chg="modSp mod">
        <pc:chgData name="Yeo Xiong Wei, Jonathan" userId="ac2b658e-7ce1-44bb-9f9f-bf4198ceaa29" providerId="ADAL" clId="{368D971C-2FC8-47B8-8A11-8E628BED7931}" dt="2023-08-23T08:55:46.627" v="2117" actId="20577"/>
        <pc:sldMkLst>
          <pc:docMk/>
          <pc:sldMk cId="3284525689" sldId="562"/>
        </pc:sldMkLst>
        <pc:spChg chg="mod">
          <ac:chgData name="Yeo Xiong Wei, Jonathan" userId="ac2b658e-7ce1-44bb-9f9f-bf4198ceaa29" providerId="ADAL" clId="{368D971C-2FC8-47B8-8A11-8E628BED7931}" dt="2023-08-23T08:55:46.627" v="2117" actId="20577"/>
          <ac:spMkLst>
            <pc:docMk/>
            <pc:sldMk cId="3284525689" sldId="562"/>
            <ac:spMk id="2" creationId="{2CB5D650-87DA-40F9-8CA6-5134E768F879}"/>
          </ac:spMkLst>
        </pc:spChg>
      </pc:sldChg>
      <pc:sldChg chg="addSp delSp modSp add del mod modAnim">
        <pc:chgData name="Yeo Xiong Wei, Jonathan" userId="ac2b658e-7ce1-44bb-9f9f-bf4198ceaa29" providerId="ADAL" clId="{368D971C-2FC8-47B8-8A11-8E628BED7931}" dt="2023-08-27T10:17:57.350" v="3788" actId="47"/>
        <pc:sldMkLst>
          <pc:docMk/>
          <pc:sldMk cId="796664655" sldId="565"/>
        </pc:sldMkLst>
        <pc:spChg chg="mod">
          <ac:chgData name="Yeo Xiong Wei, Jonathan" userId="ac2b658e-7ce1-44bb-9f9f-bf4198ceaa29" providerId="ADAL" clId="{368D971C-2FC8-47B8-8A11-8E628BED7931}" dt="2023-08-26T02:57:43.153" v="2702" actId="1076"/>
          <ac:spMkLst>
            <pc:docMk/>
            <pc:sldMk cId="796664655" sldId="565"/>
            <ac:spMk id="4" creationId="{B14916B5-A4A7-413A-8016-CE16F877DCFA}"/>
          </ac:spMkLst>
        </pc:spChg>
        <pc:spChg chg="mod">
          <ac:chgData name="Yeo Xiong Wei, Jonathan" userId="ac2b658e-7ce1-44bb-9f9f-bf4198ceaa29" providerId="ADAL" clId="{368D971C-2FC8-47B8-8A11-8E628BED7931}" dt="2023-08-26T02:57:43.153" v="2702" actId="1076"/>
          <ac:spMkLst>
            <pc:docMk/>
            <pc:sldMk cId="796664655" sldId="565"/>
            <ac:spMk id="6" creationId="{0E3EB4AB-FEA4-4EB1-99CF-EDD25C9278B8}"/>
          </ac:spMkLst>
        </pc:spChg>
        <pc:spChg chg="mod topLvl">
          <ac:chgData name="Yeo Xiong Wei, Jonathan" userId="ac2b658e-7ce1-44bb-9f9f-bf4198ceaa29" providerId="ADAL" clId="{368D971C-2FC8-47B8-8A11-8E628BED7931}" dt="2023-08-26T02:55:26.312" v="2547" actId="1076"/>
          <ac:spMkLst>
            <pc:docMk/>
            <pc:sldMk cId="796664655" sldId="565"/>
            <ac:spMk id="7" creationId="{C8FE0360-5A25-F62F-E134-BAFC3B003692}"/>
          </ac:spMkLst>
        </pc:spChg>
        <pc:spChg chg="mod topLvl">
          <ac:chgData name="Yeo Xiong Wei, Jonathan" userId="ac2b658e-7ce1-44bb-9f9f-bf4198ceaa29" providerId="ADAL" clId="{368D971C-2FC8-47B8-8A11-8E628BED7931}" dt="2023-08-26T02:55:26.312" v="2547" actId="1076"/>
          <ac:spMkLst>
            <pc:docMk/>
            <pc:sldMk cId="796664655" sldId="565"/>
            <ac:spMk id="8" creationId="{F263AD26-AEE5-E136-3A93-5B542683A44B}"/>
          </ac:spMkLst>
        </pc:spChg>
        <pc:spChg chg="add mod">
          <ac:chgData name="Yeo Xiong Wei, Jonathan" userId="ac2b658e-7ce1-44bb-9f9f-bf4198ceaa29" providerId="ADAL" clId="{368D971C-2FC8-47B8-8A11-8E628BED7931}" dt="2023-08-23T07:28:42.847" v="1183" actId="1076"/>
          <ac:spMkLst>
            <pc:docMk/>
            <pc:sldMk cId="796664655" sldId="565"/>
            <ac:spMk id="9" creationId="{57AC2378-8AF5-F39B-106D-07BEDB422C09}"/>
          </ac:spMkLst>
        </pc:spChg>
        <pc:spChg chg="add mod">
          <ac:chgData name="Yeo Xiong Wei, Jonathan" userId="ac2b658e-7ce1-44bb-9f9f-bf4198ceaa29" providerId="ADAL" clId="{368D971C-2FC8-47B8-8A11-8E628BED7931}" dt="2023-08-26T02:57:49.356" v="2729" actId="1036"/>
          <ac:spMkLst>
            <pc:docMk/>
            <pc:sldMk cId="796664655" sldId="565"/>
            <ac:spMk id="10" creationId="{12B7BC86-3F4A-93DC-C0EC-00D2E374523C}"/>
          </ac:spMkLst>
        </pc:spChg>
        <pc:spChg chg="add mod">
          <ac:chgData name="Yeo Xiong Wei, Jonathan" userId="ac2b658e-7ce1-44bb-9f9f-bf4198ceaa29" providerId="ADAL" clId="{368D971C-2FC8-47B8-8A11-8E628BED7931}" dt="2023-08-26T02:57:33.358" v="2700" actId="1076"/>
          <ac:spMkLst>
            <pc:docMk/>
            <pc:sldMk cId="796664655" sldId="565"/>
            <ac:spMk id="11" creationId="{B5D7E283-A755-A45C-6E54-2B55E9BC11F0}"/>
          </ac:spMkLst>
        </pc:spChg>
        <pc:spChg chg="mod">
          <ac:chgData name="Yeo Xiong Wei, Jonathan" userId="ac2b658e-7ce1-44bb-9f9f-bf4198ceaa29" providerId="ADAL" clId="{368D971C-2FC8-47B8-8A11-8E628BED7931}" dt="2023-08-26T02:57:43.153" v="2702" actId="1076"/>
          <ac:spMkLst>
            <pc:docMk/>
            <pc:sldMk cId="796664655" sldId="565"/>
            <ac:spMk id="15" creationId="{B7E2DA72-B917-8183-4876-BE9C4BFAEEAE}"/>
          </ac:spMkLst>
        </pc:spChg>
        <pc:spChg chg="mod">
          <ac:chgData name="Yeo Xiong Wei, Jonathan" userId="ac2b658e-7ce1-44bb-9f9f-bf4198ceaa29" providerId="ADAL" clId="{368D971C-2FC8-47B8-8A11-8E628BED7931}" dt="2023-08-26T02:56:27.320" v="2667" actId="20577"/>
          <ac:spMkLst>
            <pc:docMk/>
            <pc:sldMk cId="796664655" sldId="565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368D971C-2FC8-47B8-8A11-8E628BED7931}" dt="2023-08-26T02:57:43.153" v="2702" actId="1076"/>
          <ac:spMkLst>
            <pc:docMk/>
            <pc:sldMk cId="796664655" sldId="565"/>
            <ac:spMk id="26" creationId="{23F3F70A-EC79-72CD-02A7-729665AE0824}"/>
          </ac:spMkLst>
        </pc:spChg>
        <pc:spChg chg="mod topLvl">
          <ac:chgData name="Yeo Xiong Wei, Jonathan" userId="ac2b658e-7ce1-44bb-9f9f-bf4198ceaa29" providerId="ADAL" clId="{368D971C-2FC8-47B8-8A11-8E628BED7931}" dt="2023-08-26T02:55:26.312" v="2547" actId="1076"/>
          <ac:spMkLst>
            <pc:docMk/>
            <pc:sldMk cId="796664655" sldId="565"/>
            <ac:spMk id="36" creationId="{82E8B326-2EFC-4526-2AE8-6FC2725808FE}"/>
          </ac:spMkLst>
        </pc:spChg>
        <pc:spChg chg="mod topLvl">
          <ac:chgData name="Yeo Xiong Wei, Jonathan" userId="ac2b658e-7ce1-44bb-9f9f-bf4198ceaa29" providerId="ADAL" clId="{368D971C-2FC8-47B8-8A11-8E628BED7931}" dt="2023-08-26T02:55:26.312" v="2547" actId="1076"/>
          <ac:spMkLst>
            <pc:docMk/>
            <pc:sldMk cId="796664655" sldId="565"/>
            <ac:spMk id="37" creationId="{E6BC8B90-BEDD-D5B0-ACCA-0FBFFF63FC8B}"/>
          </ac:spMkLst>
        </pc:spChg>
        <pc:grpChg chg="add del mod">
          <ac:chgData name="Yeo Xiong Wei, Jonathan" userId="ac2b658e-7ce1-44bb-9f9f-bf4198ceaa29" providerId="ADAL" clId="{368D971C-2FC8-47B8-8A11-8E628BED7931}" dt="2023-08-23T07:31:32.607" v="1236" actId="165"/>
          <ac:grpSpMkLst>
            <pc:docMk/>
            <pc:sldMk cId="796664655" sldId="565"/>
            <ac:grpSpMk id="10" creationId="{5E6250F9-5EBB-4E32-50B7-C422FDCF89ED}"/>
          </ac:grpSpMkLst>
        </pc:grpChg>
        <pc:graphicFrameChg chg="mod modGraphic">
          <ac:chgData name="Yeo Xiong Wei, Jonathan" userId="ac2b658e-7ce1-44bb-9f9f-bf4198ceaa29" providerId="ADAL" clId="{368D971C-2FC8-47B8-8A11-8E628BED7931}" dt="2023-08-26T02:57:43.153" v="2702" actId="1076"/>
          <ac:graphicFrameMkLst>
            <pc:docMk/>
            <pc:sldMk cId="796664655" sldId="565"/>
            <ac:graphicFrameMk id="3" creationId="{80AAD08D-68BE-461B-A2CC-C27DB6D50B24}"/>
          </ac:graphicFrameMkLst>
        </pc:graphicFrameChg>
        <pc:picChg chg="mod topLvl">
          <ac:chgData name="Yeo Xiong Wei, Jonathan" userId="ac2b658e-7ce1-44bb-9f9f-bf4198ceaa29" providerId="ADAL" clId="{368D971C-2FC8-47B8-8A11-8E628BED7931}" dt="2023-08-26T02:55:26.312" v="2547" actId="1076"/>
          <ac:picMkLst>
            <pc:docMk/>
            <pc:sldMk cId="796664655" sldId="565"/>
            <ac:picMk id="2" creationId="{533296FC-8942-A47D-FE93-A6221A0F62D8}"/>
          </ac:picMkLst>
        </pc:picChg>
        <pc:cxnChg chg="mod topLvl">
          <ac:chgData name="Yeo Xiong Wei, Jonathan" userId="ac2b658e-7ce1-44bb-9f9f-bf4198ceaa29" providerId="ADAL" clId="{368D971C-2FC8-47B8-8A11-8E628BED7931}" dt="2023-08-26T02:55:26.312" v="2547" actId="1076"/>
          <ac:cxnSpMkLst>
            <pc:docMk/>
            <pc:sldMk cId="796664655" sldId="565"/>
            <ac:cxnSpMk id="14" creationId="{DC9FBBF5-8204-1F28-AF5F-5BAA14680737}"/>
          </ac:cxnSpMkLst>
        </pc:cxnChg>
        <pc:cxnChg chg="mod topLvl">
          <ac:chgData name="Yeo Xiong Wei, Jonathan" userId="ac2b658e-7ce1-44bb-9f9f-bf4198ceaa29" providerId="ADAL" clId="{368D971C-2FC8-47B8-8A11-8E628BED7931}" dt="2023-08-26T02:55:26.312" v="2547" actId="1076"/>
          <ac:cxnSpMkLst>
            <pc:docMk/>
            <pc:sldMk cId="796664655" sldId="565"/>
            <ac:cxnSpMk id="20" creationId="{1122B0F4-79AA-D009-29D4-848C656961D3}"/>
          </ac:cxnSpMkLst>
        </pc:cxnChg>
        <pc:cxnChg chg="mod topLvl">
          <ac:chgData name="Yeo Xiong Wei, Jonathan" userId="ac2b658e-7ce1-44bb-9f9f-bf4198ceaa29" providerId="ADAL" clId="{368D971C-2FC8-47B8-8A11-8E628BED7931}" dt="2023-08-26T02:55:26.312" v="2547" actId="1076"/>
          <ac:cxnSpMkLst>
            <pc:docMk/>
            <pc:sldMk cId="796664655" sldId="565"/>
            <ac:cxnSpMk id="24" creationId="{55676291-B371-EFAD-F22B-C3A684461E22}"/>
          </ac:cxnSpMkLst>
        </pc:cxnChg>
        <pc:cxnChg chg="mod topLvl">
          <ac:chgData name="Yeo Xiong Wei, Jonathan" userId="ac2b658e-7ce1-44bb-9f9f-bf4198ceaa29" providerId="ADAL" clId="{368D971C-2FC8-47B8-8A11-8E628BED7931}" dt="2023-08-26T02:55:26.312" v="2547" actId="1076"/>
          <ac:cxnSpMkLst>
            <pc:docMk/>
            <pc:sldMk cId="796664655" sldId="565"/>
            <ac:cxnSpMk id="29" creationId="{708FC6A8-CE1C-E762-64D9-87236A8615AC}"/>
          </ac:cxnSpMkLst>
        </pc:cxnChg>
        <pc:cxnChg chg="mod topLvl">
          <ac:chgData name="Yeo Xiong Wei, Jonathan" userId="ac2b658e-7ce1-44bb-9f9f-bf4198ceaa29" providerId="ADAL" clId="{368D971C-2FC8-47B8-8A11-8E628BED7931}" dt="2023-08-26T02:55:26.312" v="2547" actId="1076"/>
          <ac:cxnSpMkLst>
            <pc:docMk/>
            <pc:sldMk cId="796664655" sldId="565"/>
            <ac:cxnSpMk id="31" creationId="{4A65CA9D-5F29-5AF7-12FD-7A7E203823C3}"/>
          </ac:cxnSpMkLst>
        </pc:cxnChg>
        <pc:cxnChg chg="mod topLvl">
          <ac:chgData name="Yeo Xiong Wei, Jonathan" userId="ac2b658e-7ce1-44bb-9f9f-bf4198ceaa29" providerId="ADAL" clId="{368D971C-2FC8-47B8-8A11-8E628BED7931}" dt="2023-08-26T02:55:26.312" v="2547" actId="1076"/>
          <ac:cxnSpMkLst>
            <pc:docMk/>
            <pc:sldMk cId="796664655" sldId="565"/>
            <ac:cxnSpMk id="33" creationId="{AC8FE25C-40E8-2930-3776-9A8F298CD40E}"/>
          </ac:cxnSpMkLst>
        </pc:cxnChg>
      </pc:sldChg>
      <pc:sldChg chg="addSp delSp modSp add mod addAnim delAnim modAnim modNotesTx">
        <pc:chgData name="Yeo Xiong Wei, Jonathan" userId="ac2b658e-7ce1-44bb-9f9f-bf4198ceaa29" providerId="ADAL" clId="{368D971C-2FC8-47B8-8A11-8E628BED7931}" dt="2023-08-27T09:52:36.181" v="3569"/>
        <pc:sldMkLst>
          <pc:docMk/>
          <pc:sldMk cId="3725813567" sldId="566"/>
        </pc:sldMkLst>
        <pc:spChg chg="add del">
          <ac:chgData name="Yeo Xiong Wei, Jonathan" userId="ac2b658e-7ce1-44bb-9f9f-bf4198ceaa29" providerId="ADAL" clId="{368D971C-2FC8-47B8-8A11-8E628BED7931}" dt="2023-08-27T09:40:25.945" v="3515" actId="478"/>
          <ac:spMkLst>
            <pc:docMk/>
            <pc:sldMk cId="3725813567" sldId="566"/>
            <ac:spMk id="3" creationId="{831F8BCA-EB4C-400F-98DA-B3FBF2F7AD32}"/>
          </ac:spMkLst>
        </pc:spChg>
        <pc:spChg chg="add mod">
          <ac:chgData name="Yeo Xiong Wei, Jonathan" userId="ac2b658e-7ce1-44bb-9f9f-bf4198ceaa29" providerId="ADAL" clId="{368D971C-2FC8-47B8-8A11-8E628BED7931}" dt="2023-08-27T09:42:03.393" v="3554" actId="1035"/>
          <ac:spMkLst>
            <pc:docMk/>
            <pc:sldMk cId="3725813567" sldId="566"/>
            <ac:spMk id="4" creationId="{EC1A1EC0-1EF0-C649-FF33-A22B08ADE64D}"/>
          </ac:spMkLst>
        </pc:spChg>
        <pc:spChg chg="del">
          <ac:chgData name="Yeo Xiong Wei, Jonathan" userId="ac2b658e-7ce1-44bb-9f9f-bf4198ceaa29" providerId="ADAL" clId="{368D971C-2FC8-47B8-8A11-8E628BED7931}" dt="2023-08-23T07:11:54.398" v="110" actId="478"/>
          <ac:spMkLst>
            <pc:docMk/>
            <pc:sldMk cId="3725813567" sldId="566"/>
            <ac:spMk id="5" creationId="{04C547DD-13E3-435C-ADA1-4CE35D9BE6EC}"/>
          </ac:spMkLst>
        </pc:spChg>
        <pc:spChg chg="add mod">
          <ac:chgData name="Yeo Xiong Wei, Jonathan" userId="ac2b658e-7ce1-44bb-9f9f-bf4198ceaa29" providerId="ADAL" clId="{368D971C-2FC8-47B8-8A11-8E628BED7931}" dt="2023-08-27T09:42:17.840" v="3557" actId="14100"/>
          <ac:spMkLst>
            <pc:docMk/>
            <pc:sldMk cId="3725813567" sldId="566"/>
            <ac:spMk id="5" creationId="{099C7AD3-9360-A8F4-E5E6-3FA8A8F9B7F6}"/>
          </ac:spMkLst>
        </pc:spChg>
        <pc:spChg chg="mod">
          <ac:chgData name="Yeo Xiong Wei, Jonathan" userId="ac2b658e-7ce1-44bb-9f9f-bf4198ceaa29" providerId="ADAL" clId="{368D971C-2FC8-47B8-8A11-8E628BED7931}" dt="2023-08-27T09:41:42.901" v="3539" actId="255"/>
          <ac:spMkLst>
            <pc:docMk/>
            <pc:sldMk cId="3725813567" sldId="566"/>
            <ac:spMk id="16" creationId="{DD99C6AA-4FB0-4001-819D-E2F987201D6E}"/>
          </ac:spMkLst>
        </pc:spChg>
        <pc:spChg chg="add mod">
          <ac:chgData name="Yeo Xiong Wei, Jonathan" userId="ac2b658e-7ce1-44bb-9f9f-bf4198ceaa29" providerId="ADAL" clId="{368D971C-2FC8-47B8-8A11-8E628BED7931}" dt="2023-08-23T07:16:54.298" v="651" actId="164"/>
          <ac:spMkLst>
            <pc:docMk/>
            <pc:sldMk cId="3725813567" sldId="566"/>
            <ac:spMk id="24" creationId="{03C61AA6-3D03-880D-34FD-C99BF135CA86}"/>
          </ac:spMkLst>
        </pc:spChg>
        <pc:spChg chg="add mod">
          <ac:chgData name="Yeo Xiong Wei, Jonathan" userId="ac2b658e-7ce1-44bb-9f9f-bf4198ceaa29" providerId="ADAL" clId="{368D971C-2FC8-47B8-8A11-8E628BED7931}" dt="2023-08-23T07:16:54.298" v="651" actId="164"/>
          <ac:spMkLst>
            <pc:docMk/>
            <pc:sldMk cId="3725813567" sldId="566"/>
            <ac:spMk id="25" creationId="{A1D97823-A09C-B165-FBC3-B3973CCA0350}"/>
          </ac:spMkLst>
        </pc:spChg>
        <pc:spChg chg="add mod">
          <ac:chgData name="Yeo Xiong Wei, Jonathan" userId="ac2b658e-7ce1-44bb-9f9f-bf4198ceaa29" providerId="ADAL" clId="{368D971C-2FC8-47B8-8A11-8E628BED7931}" dt="2023-08-23T07:16:54.298" v="651" actId="164"/>
          <ac:spMkLst>
            <pc:docMk/>
            <pc:sldMk cId="3725813567" sldId="566"/>
            <ac:spMk id="26" creationId="{73021F0B-88F6-EC78-1D1C-428961111FBC}"/>
          </ac:spMkLst>
        </pc:spChg>
        <pc:spChg chg="add del mod">
          <ac:chgData name="Yeo Xiong Wei, Jonathan" userId="ac2b658e-7ce1-44bb-9f9f-bf4198ceaa29" providerId="ADAL" clId="{368D971C-2FC8-47B8-8A11-8E628BED7931}" dt="2023-08-23T07:17:04.483" v="654" actId="478"/>
          <ac:spMkLst>
            <pc:docMk/>
            <pc:sldMk cId="3725813567" sldId="566"/>
            <ac:spMk id="27" creationId="{74843442-E091-E18A-8015-89E84EB44310}"/>
          </ac:spMkLst>
        </pc:spChg>
        <pc:spChg chg="add del mod">
          <ac:chgData name="Yeo Xiong Wei, Jonathan" userId="ac2b658e-7ce1-44bb-9f9f-bf4198ceaa29" providerId="ADAL" clId="{368D971C-2FC8-47B8-8A11-8E628BED7931}" dt="2023-08-23T07:17:06.509" v="655" actId="478"/>
          <ac:spMkLst>
            <pc:docMk/>
            <pc:sldMk cId="3725813567" sldId="566"/>
            <ac:spMk id="28" creationId="{363055BE-5995-9C05-9520-FD748C1ED2F0}"/>
          </ac:spMkLst>
        </pc:spChg>
        <pc:spChg chg="add del mod">
          <ac:chgData name="Yeo Xiong Wei, Jonathan" userId="ac2b658e-7ce1-44bb-9f9f-bf4198ceaa29" providerId="ADAL" clId="{368D971C-2FC8-47B8-8A11-8E628BED7931}" dt="2023-08-23T07:17:11.623" v="659" actId="478"/>
          <ac:spMkLst>
            <pc:docMk/>
            <pc:sldMk cId="3725813567" sldId="566"/>
            <ac:spMk id="29" creationId="{7C63AD24-8806-57FA-B9E3-D4E4164273FB}"/>
          </ac:spMkLst>
        </pc:spChg>
        <pc:spChg chg="add del mod">
          <ac:chgData name="Yeo Xiong Wei, Jonathan" userId="ac2b658e-7ce1-44bb-9f9f-bf4198ceaa29" providerId="ADAL" clId="{368D971C-2FC8-47B8-8A11-8E628BED7931}" dt="2023-08-23T07:17:13.382" v="660" actId="478"/>
          <ac:spMkLst>
            <pc:docMk/>
            <pc:sldMk cId="3725813567" sldId="566"/>
            <ac:spMk id="30" creationId="{9C01F0D3-9CC4-28D1-3642-C65A2B23E99E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31" creationId="{A381C763-84A8-4F1B-B78B-E9468BC17109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32" creationId="{2AB46BF4-DCE3-AA4C-0B7D-6E4F21072122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33" creationId="{2728E0B2-049F-268E-7683-63868E907975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34" creationId="{972BB19D-8A13-DB35-DB40-125983558A8D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35" creationId="{94262243-827E-C220-04E7-C12DEC08D4C8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36" creationId="{62C57EBD-E6CC-E694-43B5-D91038AC9D07}"/>
          </ac:spMkLst>
        </pc:spChg>
        <pc:spChg chg="add del mod">
          <ac:chgData name="Yeo Xiong Wei, Jonathan" userId="ac2b658e-7ce1-44bb-9f9f-bf4198ceaa29" providerId="ADAL" clId="{368D971C-2FC8-47B8-8A11-8E628BED7931}" dt="2023-08-23T07:18:42.286" v="695" actId="478"/>
          <ac:spMkLst>
            <pc:docMk/>
            <pc:sldMk cId="3725813567" sldId="566"/>
            <ac:spMk id="37" creationId="{25E1BC6F-E94D-99DB-96F9-05CCF1A91714}"/>
          </ac:spMkLst>
        </pc:spChg>
        <pc:spChg chg="add del mod">
          <ac:chgData name="Yeo Xiong Wei, Jonathan" userId="ac2b658e-7ce1-44bb-9f9f-bf4198ceaa29" providerId="ADAL" clId="{368D971C-2FC8-47B8-8A11-8E628BED7931}" dt="2023-08-23T07:18:43.773" v="696" actId="478"/>
          <ac:spMkLst>
            <pc:docMk/>
            <pc:sldMk cId="3725813567" sldId="566"/>
            <ac:spMk id="38" creationId="{A283EFA5-2D85-6D3F-0922-EC03ECF15269}"/>
          </ac:spMkLst>
        </pc:spChg>
        <pc:spChg chg="add del mod">
          <ac:chgData name="Yeo Xiong Wei, Jonathan" userId="ac2b658e-7ce1-44bb-9f9f-bf4198ceaa29" providerId="ADAL" clId="{368D971C-2FC8-47B8-8A11-8E628BED7931}" dt="2023-08-23T07:18:45.648" v="697" actId="478"/>
          <ac:spMkLst>
            <pc:docMk/>
            <pc:sldMk cId="3725813567" sldId="566"/>
            <ac:spMk id="39" creationId="{51E5A560-D9AA-3F1B-85AA-865F3E8120DE}"/>
          </ac:spMkLst>
        </pc:spChg>
        <pc:spChg chg="add del mod">
          <ac:chgData name="Yeo Xiong Wei, Jonathan" userId="ac2b658e-7ce1-44bb-9f9f-bf4198ceaa29" providerId="ADAL" clId="{368D971C-2FC8-47B8-8A11-8E628BED7931}" dt="2023-08-23T07:22:30.684" v="840" actId="478"/>
          <ac:spMkLst>
            <pc:docMk/>
            <pc:sldMk cId="3725813567" sldId="566"/>
            <ac:spMk id="40" creationId="{76606524-69E3-4D8D-C6FE-4A35D0A9A368}"/>
          </ac:spMkLst>
        </pc:spChg>
        <pc:spChg chg="add mod">
          <ac:chgData name="Yeo Xiong Wei, Jonathan" userId="ac2b658e-7ce1-44bb-9f9f-bf4198ceaa29" providerId="ADAL" clId="{368D971C-2FC8-47B8-8A11-8E628BED7931}" dt="2023-08-23T07:18:48.471" v="699" actId="6549"/>
          <ac:spMkLst>
            <pc:docMk/>
            <pc:sldMk cId="3725813567" sldId="566"/>
            <ac:spMk id="41" creationId="{2EE1BE38-749B-9164-87B1-F65A078C706E}"/>
          </ac:spMkLst>
        </pc:spChg>
        <pc:spChg chg="add del mod">
          <ac:chgData name="Yeo Xiong Wei, Jonathan" userId="ac2b658e-7ce1-44bb-9f9f-bf4198ceaa29" providerId="ADAL" clId="{368D971C-2FC8-47B8-8A11-8E628BED7931}" dt="2023-08-23T07:18:51.390" v="700" actId="478"/>
          <ac:spMkLst>
            <pc:docMk/>
            <pc:sldMk cId="3725813567" sldId="566"/>
            <ac:spMk id="42" creationId="{EC20A2B6-667E-8882-E6CF-2A8603248367}"/>
          </ac:spMkLst>
        </pc:spChg>
        <pc:spChg chg="add del mod">
          <ac:chgData name="Yeo Xiong Wei, Jonathan" userId="ac2b658e-7ce1-44bb-9f9f-bf4198ceaa29" providerId="ADAL" clId="{368D971C-2FC8-47B8-8A11-8E628BED7931}" dt="2023-08-23T07:18:54.413" v="702" actId="478"/>
          <ac:spMkLst>
            <pc:docMk/>
            <pc:sldMk cId="3725813567" sldId="566"/>
            <ac:spMk id="43" creationId="{CC63DB9D-3DAE-7686-CCB0-D7C9953DA522}"/>
          </ac:spMkLst>
        </pc:spChg>
        <pc:spChg chg="add del mod">
          <ac:chgData name="Yeo Xiong Wei, Jonathan" userId="ac2b658e-7ce1-44bb-9f9f-bf4198ceaa29" providerId="ADAL" clId="{368D971C-2FC8-47B8-8A11-8E628BED7931}" dt="2023-08-23T07:18:53.054" v="701" actId="478"/>
          <ac:spMkLst>
            <pc:docMk/>
            <pc:sldMk cId="3725813567" sldId="566"/>
            <ac:spMk id="44" creationId="{02925BF6-A497-02D5-2F86-1A5E9A2909A5}"/>
          </ac:spMkLst>
        </pc:spChg>
        <pc:spChg chg="add del mod">
          <ac:chgData name="Yeo Xiong Wei, Jonathan" userId="ac2b658e-7ce1-44bb-9f9f-bf4198ceaa29" providerId="ADAL" clId="{368D971C-2FC8-47B8-8A11-8E628BED7931}" dt="2023-08-23T07:18:10.113" v="683" actId="478"/>
          <ac:spMkLst>
            <pc:docMk/>
            <pc:sldMk cId="3725813567" sldId="566"/>
            <ac:spMk id="50" creationId="{495B50EE-4BC6-E2A6-8779-86384CC70938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51" creationId="{6CE9E2BA-2353-5125-612D-7352067D41BE}"/>
          </ac:spMkLst>
        </pc:spChg>
        <pc:spChg chg="add mod">
          <ac:chgData name="Yeo Xiong Wei, Jonathan" userId="ac2b658e-7ce1-44bb-9f9f-bf4198ceaa29" providerId="ADAL" clId="{368D971C-2FC8-47B8-8A11-8E628BED7931}" dt="2023-08-23T07:22:23.614" v="838" actId="404"/>
          <ac:spMkLst>
            <pc:docMk/>
            <pc:sldMk cId="3725813567" sldId="566"/>
            <ac:spMk id="52" creationId="{403D0EEE-D7C6-82C6-2CA5-9B37B9AB4234}"/>
          </ac:spMkLst>
        </pc:spChg>
        <pc:spChg chg="add del mod">
          <ac:chgData name="Yeo Xiong Wei, Jonathan" userId="ac2b658e-7ce1-44bb-9f9f-bf4198ceaa29" providerId="ADAL" clId="{368D971C-2FC8-47B8-8A11-8E628BED7931}" dt="2023-08-27T09:40:32.156" v="3518" actId="478"/>
          <ac:spMkLst>
            <pc:docMk/>
            <pc:sldMk cId="3725813567" sldId="566"/>
            <ac:spMk id="54" creationId="{28597C62-54C1-6C81-2281-D230FC3CB8D1}"/>
          </ac:spMkLst>
        </pc:spChg>
        <pc:spChg chg="add del mod">
          <ac:chgData name="Yeo Xiong Wei, Jonathan" userId="ac2b658e-7ce1-44bb-9f9f-bf4198ceaa29" providerId="ADAL" clId="{368D971C-2FC8-47B8-8A11-8E628BED7931}" dt="2023-08-27T09:40:28.894" v="3516" actId="478"/>
          <ac:spMkLst>
            <pc:docMk/>
            <pc:sldMk cId="3725813567" sldId="566"/>
            <ac:spMk id="56" creationId="{1F52B1C5-A37D-0DDE-6896-C6EE64471CC3}"/>
          </ac:spMkLst>
        </pc:spChg>
        <pc:spChg chg="mod">
          <ac:chgData name="Yeo Xiong Wei, Jonathan" userId="ac2b658e-7ce1-44bb-9f9f-bf4198ceaa29" providerId="ADAL" clId="{368D971C-2FC8-47B8-8A11-8E628BED7931}" dt="2023-08-23T07:12:07.538" v="117" actId="20577"/>
          <ac:spMkLst>
            <pc:docMk/>
            <pc:sldMk cId="3725813567" sldId="566"/>
            <ac:spMk id="52225" creationId="{00000000-0000-0000-0000-000000000000}"/>
          </ac:spMkLst>
        </pc:spChg>
        <pc:grpChg chg="add del mod">
          <ac:chgData name="Yeo Xiong Wei, Jonathan" userId="ac2b658e-7ce1-44bb-9f9f-bf4198ceaa29" providerId="ADAL" clId="{368D971C-2FC8-47B8-8A11-8E628BED7931}" dt="2023-08-23T07:19:08.465" v="705" actId="164"/>
          <ac:grpSpMkLst>
            <pc:docMk/>
            <pc:sldMk cId="3725813567" sldId="566"/>
            <ac:grpSpMk id="46" creationId="{C9B28FB4-4676-9E1D-1D3A-8FE7A142A6BE}"/>
          </ac:grpSpMkLst>
        </pc:grpChg>
        <pc:grpChg chg="add del mod">
          <ac:chgData name="Yeo Xiong Wei, Jonathan" userId="ac2b658e-7ce1-44bb-9f9f-bf4198ceaa29" providerId="ADAL" clId="{368D971C-2FC8-47B8-8A11-8E628BED7931}" dt="2023-08-27T09:40:34.502" v="3519" actId="478"/>
          <ac:grpSpMkLst>
            <pc:docMk/>
            <pc:sldMk cId="3725813567" sldId="566"/>
            <ac:grpSpMk id="53" creationId="{5B7903A0-98B3-78AC-899D-39B6846EB3F3}"/>
          </ac:grpSpMkLst>
        </pc:grpChg>
        <pc:graphicFrameChg chg="add del mod modGraphic">
          <ac:chgData name="Yeo Xiong Wei, Jonathan" userId="ac2b658e-7ce1-44bb-9f9f-bf4198ceaa29" providerId="ADAL" clId="{368D971C-2FC8-47B8-8A11-8E628BED7931}" dt="2023-08-27T09:40:28.894" v="3516" actId="478"/>
          <ac:graphicFrameMkLst>
            <pc:docMk/>
            <pc:sldMk cId="3725813567" sldId="566"/>
            <ac:graphicFrameMk id="55" creationId="{972AA8CD-7966-4131-A468-16A6B9F03D4A}"/>
          </ac:graphicFrameMkLst>
        </pc:graphicFrameChg>
        <pc:picChg chg="add mod">
          <ac:chgData name="Yeo Xiong Wei, Jonathan" userId="ac2b658e-7ce1-44bb-9f9f-bf4198ceaa29" providerId="ADAL" clId="{368D971C-2FC8-47B8-8A11-8E628BED7931}" dt="2023-08-27T09:42:03.393" v="3554" actId="1035"/>
          <ac:picMkLst>
            <pc:docMk/>
            <pc:sldMk cId="3725813567" sldId="566"/>
            <ac:picMk id="2" creationId="{74E03A3E-1690-ED78-E3BE-29B782FC0DBD}"/>
          </ac:picMkLst>
        </pc:picChg>
        <pc:cxnChg chg="add del mod">
          <ac:chgData name="Yeo Xiong Wei, Jonathan" userId="ac2b658e-7ce1-44bb-9f9f-bf4198ceaa29" providerId="ADAL" clId="{368D971C-2FC8-47B8-8A11-8E628BED7931}" dt="2023-08-23T07:16:44.551" v="647" actId="478"/>
          <ac:cxnSpMkLst>
            <pc:docMk/>
            <pc:sldMk cId="3725813567" sldId="566"/>
            <ac:cxnSpMk id="4" creationId="{5A036842-05A0-EEA8-D681-3A5C27A90DDF}"/>
          </ac:cxnSpMkLst>
        </pc:cxnChg>
        <pc:cxnChg chg="add del mod">
          <ac:chgData name="Yeo Xiong Wei, Jonathan" userId="ac2b658e-7ce1-44bb-9f9f-bf4198ceaa29" providerId="ADAL" clId="{368D971C-2FC8-47B8-8A11-8E628BED7931}" dt="2023-08-23T07:16:46.292" v="648" actId="478"/>
          <ac:cxnSpMkLst>
            <pc:docMk/>
            <pc:sldMk cId="3725813567" sldId="566"/>
            <ac:cxnSpMk id="7" creationId="{E4026749-07F5-1D8F-A3CB-7FA4C93FC851}"/>
          </ac:cxnSpMkLst>
        </pc:cxnChg>
        <pc:cxnChg chg="add mod">
          <ac:chgData name="Yeo Xiong Wei, Jonathan" userId="ac2b658e-7ce1-44bb-9f9f-bf4198ceaa29" providerId="ADAL" clId="{368D971C-2FC8-47B8-8A11-8E628BED7931}" dt="2023-08-23T07:16:54.298" v="651" actId="164"/>
          <ac:cxnSpMkLst>
            <pc:docMk/>
            <pc:sldMk cId="3725813567" sldId="566"/>
            <ac:cxnSpMk id="9" creationId="{37592EAA-0A0E-5976-F288-67C5D3D6D59A}"/>
          </ac:cxnSpMkLst>
        </pc:cxnChg>
        <pc:cxnChg chg="add mod">
          <ac:chgData name="Yeo Xiong Wei, Jonathan" userId="ac2b658e-7ce1-44bb-9f9f-bf4198ceaa29" providerId="ADAL" clId="{368D971C-2FC8-47B8-8A11-8E628BED7931}" dt="2023-08-23T07:16:54.298" v="651" actId="164"/>
          <ac:cxnSpMkLst>
            <pc:docMk/>
            <pc:sldMk cId="3725813567" sldId="566"/>
            <ac:cxnSpMk id="10" creationId="{F07A69C5-F914-EA29-9BD6-2C5A5D50D1C8}"/>
          </ac:cxnSpMkLst>
        </pc:cxnChg>
        <pc:cxnChg chg="add del mod">
          <ac:chgData name="Yeo Xiong Wei, Jonathan" userId="ac2b658e-7ce1-44bb-9f9f-bf4198ceaa29" providerId="ADAL" clId="{368D971C-2FC8-47B8-8A11-8E628BED7931}" dt="2023-08-23T07:17:31.556" v="668" actId="478"/>
          <ac:cxnSpMkLst>
            <pc:docMk/>
            <pc:sldMk cId="3725813567" sldId="566"/>
            <ac:cxnSpMk id="11" creationId="{0123CAA5-ADBA-D0D4-F627-FA3491BBFE1E}"/>
          </ac:cxnSpMkLst>
        </pc:cxnChg>
        <pc:cxnChg chg="add mod">
          <ac:chgData name="Yeo Xiong Wei, Jonathan" userId="ac2b658e-7ce1-44bb-9f9f-bf4198ceaa29" providerId="ADAL" clId="{368D971C-2FC8-47B8-8A11-8E628BED7931}" dt="2023-08-23T07:16:54.298" v="651" actId="164"/>
          <ac:cxnSpMkLst>
            <pc:docMk/>
            <pc:sldMk cId="3725813567" sldId="566"/>
            <ac:cxnSpMk id="12" creationId="{339E71DC-898D-9BAD-DB51-F7BA529AEAA7}"/>
          </ac:cxnSpMkLst>
        </pc:cxnChg>
        <pc:cxnChg chg="add mod">
          <ac:chgData name="Yeo Xiong Wei, Jonathan" userId="ac2b658e-7ce1-44bb-9f9f-bf4198ceaa29" providerId="ADAL" clId="{368D971C-2FC8-47B8-8A11-8E628BED7931}" dt="2023-08-23T07:16:54.298" v="651" actId="164"/>
          <ac:cxnSpMkLst>
            <pc:docMk/>
            <pc:sldMk cId="3725813567" sldId="566"/>
            <ac:cxnSpMk id="13" creationId="{BB3C14F7-0B82-C6D3-924C-7F9CD0E878B5}"/>
          </ac:cxnSpMkLst>
        </pc:cxnChg>
        <pc:cxnChg chg="add mod">
          <ac:chgData name="Yeo Xiong Wei, Jonathan" userId="ac2b658e-7ce1-44bb-9f9f-bf4198ceaa29" providerId="ADAL" clId="{368D971C-2FC8-47B8-8A11-8E628BED7931}" dt="2023-08-23T07:16:54.298" v="651" actId="164"/>
          <ac:cxnSpMkLst>
            <pc:docMk/>
            <pc:sldMk cId="3725813567" sldId="566"/>
            <ac:cxnSpMk id="14" creationId="{CC6FF7C7-5D34-FD11-0041-10F97FF155FA}"/>
          </ac:cxnSpMkLst>
        </pc:cxnChg>
        <pc:cxnChg chg="add del mod">
          <ac:chgData name="Yeo Xiong Wei, Jonathan" userId="ac2b658e-7ce1-44bb-9f9f-bf4198ceaa29" providerId="ADAL" clId="{368D971C-2FC8-47B8-8A11-8E628BED7931}" dt="2023-08-23T07:17:43.297" v="672" actId="478"/>
          <ac:cxnSpMkLst>
            <pc:docMk/>
            <pc:sldMk cId="3725813567" sldId="566"/>
            <ac:cxnSpMk id="15" creationId="{142AB8F7-6561-1423-D1BC-C77463D42765}"/>
          </ac:cxnSpMkLst>
        </pc:cxnChg>
        <pc:cxnChg chg="add mod">
          <ac:chgData name="Yeo Xiong Wei, Jonathan" userId="ac2b658e-7ce1-44bb-9f9f-bf4198ceaa29" providerId="ADAL" clId="{368D971C-2FC8-47B8-8A11-8E628BED7931}" dt="2023-08-23T07:17:41.075" v="671" actId="1076"/>
          <ac:cxnSpMkLst>
            <pc:docMk/>
            <pc:sldMk cId="3725813567" sldId="566"/>
            <ac:cxnSpMk id="17" creationId="{3506D634-2F1E-9096-1A09-2F1938825860}"/>
          </ac:cxnSpMkLst>
        </pc:cxnChg>
        <pc:cxnChg chg="add del mod">
          <ac:chgData name="Yeo Xiong Wei, Jonathan" userId="ac2b658e-7ce1-44bb-9f9f-bf4198ceaa29" providerId="ADAL" clId="{368D971C-2FC8-47B8-8A11-8E628BED7931}" dt="2023-08-23T07:17:49.744" v="673" actId="478"/>
          <ac:cxnSpMkLst>
            <pc:docMk/>
            <pc:sldMk cId="3725813567" sldId="566"/>
            <ac:cxnSpMk id="18" creationId="{CE6F77B6-74E6-2483-BBE1-31C68CCE908E}"/>
          </ac:cxnSpMkLst>
        </pc:cxnChg>
        <pc:cxnChg chg="add del mod">
          <ac:chgData name="Yeo Xiong Wei, Jonathan" userId="ac2b658e-7ce1-44bb-9f9f-bf4198ceaa29" providerId="ADAL" clId="{368D971C-2FC8-47B8-8A11-8E628BED7931}" dt="2023-08-23T07:17:49.744" v="673" actId="478"/>
          <ac:cxnSpMkLst>
            <pc:docMk/>
            <pc:sldMk cId="3725813567" sldId="566"/>
            <ac:cxnSpMk id="19" creationId="{5CEA1806-2FF9-016E-F091-0F0EF3856DFA}"/>
          </ac:cxnSpMkLst>
        </pc:cxnChg>
        <pc:cxnChg chg="add del mod">
          <ac:chgData name="Yeo Xiong Wei, Jonathan" userId="ac2b658e-7ce1-44bb-9f9f-bf4198ceaa29" providerId="ADAL" clId="{368D971C-2FC8-47B8-8A11-8E628BED7931}" dt="2023-08-23T07:17:49.744" v="673" actId="478"/>
          <ac:cxnSpMkLst>
            <pc:docMk/>
            <pc:sldMk cId="3725813567" sldId="566"/>
            <ac:cxnSpMk id="20" creationId="{2F1F5BF2-2375-4B20-BCC9-2DE9F31201CB}"/>
          </ac:cxnSpMkLst>
        </pc:cxnChg>
        <pc:cxnChg chg="add del mod">
          <ac:chgData name="Yeo Xiong Wei, Jonathan" userId="ac2b658e-7ce1-44bb-9f9f-bf4198ceaa29" providerId="ADAL" clId="{368D971C-2FC8-47B8-8A11-8E628BED7931}" dt="2023-08-23T07:17:49.744" v="673" actId="478"/>
          <ac:cxnSpMkLst>
            <pc:docMk/>
            <pc:sldMk cId="3725813567" sldId="566"/>
            <ac:cxnSpMk id="21" creationId="{2EA75444-8000-53A6-99F7-E0D986EF6C94}"/>
          </ac:cxnSpMkLst>
        </pc:cxnChg>
        <pc:cxnChg chg="add del mod">
          <ac:chgData name="Yeo Xiong Wei, Jonathan" userId="ac2b658e-7ce1-44bb-9f9f-bf4198ceaa29" providerId="ADAL" clId="{368D971C-2FC8-47B8-8A11-8E628BED7931}" dt="2023-08-23T07:17:49.744" v="673" actId="478"/>
          <ac:cxnSpMkLst>
            <pc:docMk/>
            <pc:sldMk cId="3725813567" sldId="566"/>
            <ac:cxnSpMk id="22" creationId="{CD3CB7A5-E4C4-B5E8-722F-1F8028757F7A}"/>
          </ac:cxnSpMkLst>
        </pc:cxnChg>
        <pc:cxnChg chg="add del mod">
          <ac:chgData name="Yeo Xiong Wei, Jonathan" userId="ac2b658e-7ce1-44bb-9f9f-bf4198ceaa29" providerId="ADAL" clId="{368D971C-2FC8-47B8-8A11-8E628BED7931}" dt="2023-08-23T07:17:49.744" v="673" actId="478"/>
          <ac:cxnSpMkLst>
            <pc:docMk/>
            <pc:sldMk cId="3725813567" sldId="566"/>
            <ac:cxnSpMk id="23" creationId="{0B56E044-E82E-7B5E-458D-3D8FAC3EA6CF}"/>
          </ac:cxnSpMkLst>
        </pc:cxnChg>
        <pc:cxnChg chg="add del mod">
          <ac:chgData name="Yeo Xiong Wei, Jonathan" userId="ac2b658e-7ce1-44bb-9f9f-bf4198ceaa29" providerId="ADAL" clId="{368D971C-2FC8-47B8-8A11-8E628BED7931}" dt="2023-08-23T07:17:09.049" v="658" actId="478"/>
          <ac:cxnSpMkLst>
            <pc:docMk/>
            <pc:sldMk cId="3725813567" sldId="566"/>
            <ac:cxnSpMk id="45" creationId="{6F802507-0CA0-61F7-A13A-C02AE7E966DE}"/>
          </ac:cxnSpMkLst>
        </pc:cxnChg>
        <pc:cxnChg chg="add mod ord">
          <ac:chgData name="Yeo Xiong Wei, Jonathan" userId="ac2b658e-7ce1-44bb-9f9f-bf4198ceaa29" providerId="ADAL" clId="{368D971C-2FC8-47B8-8A11-8E628BED7931}" dt="2023-08-23T07:19:08.465" v="705" actId="164"/>
          <ac:cxnSpMkLst>
            <pc:docMk/>
            <pc:sldMk cId="3725813567" sldId="566"/>
            <ac:cxnSpMk id="48" creationId="{EBD70525-327D-C44F-5925-D1FAA1E65571}"/>
          </ac:cxnSpMkLst>
        </pc:cxnChg>
      </pc:sldChg>
      <pc:sldChg chg="delSp new mod">
        <pc:chgData name="Yeo Xiong Wei, Jonathan" userId="ac2b658e-7ce1-44bb-9f9f-bf4198ceaa29" providerId="ADAL" clId="{368D971C-2FC8-47B8-8A11-8E628BED7931}" dt="2023-08-23T08:34:40.598" v="1604" actId="478"/>
        <pc:sldMkLst>
          <pc:docMk/>
          <pc:sldMk cId="4012931731" sldId="567"/>
        </pc:sldMkLst>
        <pc:spChg chg="del">
          <ac:chgData name="Yeo Xiong Wei, Jonathan" userId="ac2b658e-7ce1-44bb-9f9f-bf4198ceaa29" providerId="ADAL" clId="{368D971C-2FC8-47B8-8A11-8E628BED7931}" dt="2023-08-23T08:34:39.652" v="1603" actId="478"/>
          <ac:spMkLst>
            <pc:docMk/>
            <pc:sldMk cId="4012931731" sldId="567"/>
            <ac:spMk id="2" creationId="{0D024D9D-CD45-10AC-B208-AE8A4B8C47E7}"/>
          </ac:spMkLst>
        </pc:spChg>
        <pc:spChg chg="del">
          <ac:chgData name="Yeo Xiong Wei, Jonathan" userId="ac2b658e-7ce1-44bb-9f9f-bf4198ceaa29" providerId="ADAL" clId="{368D971C-2FC8-47B8-8A11-8E628BED7931}" dt="2023-08-23T08:34:40.598" v="1604" actId="478"/>
          <ac:spMkLst>
            <pc:docMk/>
            <pc:sldMk cId="4012931731" sldId="567"/>
            <ac:spMk id="3" creationId="{4641FBB1-4703-8AA6-9BFE-7BE8A5F145D8}"/>
          </ac:spMkLst>
        </pc:spChg>
      </pc:sldChg>
      <pc:sldChg chg="addSp delSp modSp add mod ord">
        <pc:chgData name="Yeo Xiong Wei, Jonathan" userId="ac2b658e-7ce1-44bb-9f9f-bf4198ceaa29" providerId="ADAL" clId="{368D971C-2FC8-47B8-8A11-8E628BED7931}" dt="2023-08-27T01:53:14.577" v="2754" actId="1076"/>
        <pc:sldMkLst>
          <pc:docMk/>
          <pc:sldMk cId="1243701666" sldId="568"/>
        </pc:sldMkLst>
        <pc:spChg chg="mod">
          <ac:chgData name="Yeo Xiong Wei, Jonathan" userId="ac2b658e-7ce1-44bb-9f9f-bf4198ceaa29" providerId="ADAL" clId="{368D971C-2FC8-47B8-8A11-8E628BED7931}" dt="2023-08-23T08:40:09.260" v="1610" actId="20577"/>
          <ac:spMkLst>
            <pc:docMk/>
            <pc:sldMk cId="1243701666" sldId="568"/>
            <ac:spMk id="2" creationId="{2CB5D650-87DA-40F9-8CA6-5134E768F879}"/>
          </ac:spMkLst>
        </pc:spChg>
        <pc:spChg chg="mod">
          <ac:chgData name="Yeo Xiong Wei, Jonathan" userId="ac2b658e-7ce1-44bb-9f9f-bf4198ceaa29" providerId="ADAL" clId="{368D971C-2FC8-47B8-8A11-8E628BED7931}" dt="2023-08-27T01:53:08.069" v="2753" actId="20577"/>
          <ac:spMkLst>
            <pc:docMk/>
            <pc:sldMk cId="1243701666" sldId="568"/>
            <ac:spMk id="3" creationId="{5F1084EF-22C8-4EF1-B3AC-5CD9C82F5106}"/>
          </ac:spMkLst>
        </pc:spChg>
        <pc:spChg chg="mod">
          <ac:chgData name="Yeo Xiong Wei, Jonathan" userId="ac2b658e-7ce1-44bb-9f9f-bf4198ceaa29" providerId="ADAL" clId="{368D971C-2FC8-47B8-8A11-8E628BED7931}" dt="2023-08-23T08:45:53.983" v="1943" actId="1076"/>
          <ac:spMkLst>
            <pc:docMk/>
            <pc:sldMk cId="1243701666" sldId="568"/>
            <ac:spMk id="7" creationId="{A4244EC2-6135-C9B2-BA9E-7DDB9D82210E}"/>
          </ac:spMkLst>
        </pc:spChg>
        <pc:spChg chg="mod">
          <ac:chgData name="Yeo Xiong Wei, Jonathan" userId="ac2b658e-7ce1-44bb-9f9f-bf4198ceaa29" providerId="ADAL" clId="{368D971C-2FC8-47B8-8A11-8E628BED7931}" dt="2023-08-23T08:45:53.983" v="1943" actId="1076"/>
          <ac:spMkLst>
            <pc:docMk/>
            <pc:sldMk cId="1243701666" sldId="568"/>
            <ac:spMk id="8" creationId="{E3B897E0-FDE5-8215-5AB5-B896BAF64C28}"/>
          </ac:spMkLst>
        </pc:spChg>
        <pc:graphicFrameChg chg="mod">
          <ac:chgData name="Yeo Xiong Wei, Jonathan" userId="ac2b658e-7ce1-44bb-9f9f-bf4198ceaa29" providerId="ADAL" clId="{368D971C-2FC8-47B8-8A11-8E628BED7931}" dt="2023-08-23T08:45:53.983" v="1943" actId="1076"/>
          <ac:graphicFrameMkLst>
            <pc:docMk/>
            <pc:sldMk cId="1243701666" sldId="568"/>
            <ac:graphicFrameMk id="5" creationId="{2B4D8162-DB2A-BACA-B131-C3EDF38D15E5}"/>
          </ac:graphicFrameMkLst>
        </pc:graphicFrameChg>
        <pc:graphicFrameChg chg="add del mod modGraphic">
          <ac:chgData name="Yeo Xiong Wei, Jonathan" userId="ac2b658e-7ce1-44bb-9f9f-bf4198ceaa29" providerId="ADAL" clId="{368D971C-2FC8-47B8-8A11-8E628BED7931}" dt="2023-08-23T08:47:05.057" v="1952" actId="478"/>
          <ac:graphicFrameMkLst>
            <pc:docMk/>
            <pc:sldMk cId="1243701666" sldId="568"/>
            <ac:graphicFrameMk id="6" creationId="{ECEF6D92-C8D9-29CC-C4CB-7B1E2E0EED4B}"/>
          </ac:graphicFrameMkLst>
        </pc:graphicFrameChg>
        <pc:graphicFrameChg chg="add mod modGraphic">
          <ac:chgData name="Yeo Xiong Wei, Jonathan" userId="ac2b658e-7ce1-44bb-9f9f-bf4198ceaa29" providerId="ADAL" clId="{368D971C-2FC8-47B8-8A11-8E628BED7931}" dt="2023-08-23T08:55:15.585" v="2113" actId="1076"/>
          <ac:graphicFrameMkLst>
            <pc:docMk/>
            <pc:sldMk cId="1243701666" sldId="568"/>
            <ac:graphicFrameMk id="9" creationId="{06D99009-993F-99E6-642D-EFA18914FEDA}"/>
          </ac:graphicFrameMkLst>
        </pc:graphicFrameChg>
        <pc:picChg chg="add mod">
          <ac:chgData name="Yeo Xiong Wei, Jonathan" userId="ac2b658e-7ce1-44bb-9f9f-bf4198ceaa29" providerId="ADAL" clId="{368D971C-2FC8-47B8-8A11-8E628BED7931}" dt="2023-08-27T01:53:14.577" v="2754" actId="1076"/>
          <ac:picMkLst>
            <pc:docMk/>
            <pc:sldMk cId="1243701666" sldId="568"/>
            <ac:picMk id="6" creationId="{2D02A461-EEF7-0F86-E323-9272C2BBF603}"/>
          </ac:picMkLst>
        </pc:picChg>
      </pc:sldChg>
      <pc:sldChg chg="addSp delSp modSp new del mod setBg modAnim">
        <pc:chgData name="Yeo Xiong Wei, Jonathan" userId="ac2b658e-7ce1-44bb-9f9f-bf4198ceaa29" providerId="ADAL" clId="{368D971C-2FC8-47B8-8A11-8E628BED7931}" dt="2023-08-27T09:50:32.952" v="3563" actId="47"/>
        <pc:sldMkLst>
          <pc:docMk/>
          <pc:sldMk cId="2606730070" sldId="569"/>
        </pc:sldMkLst>
        <pc:spChg chg="del">
          <ac:chgData name="Yeo Xiong Wei, Jonathan" userId="ac2b658e-7ce1-44bb-9f9f-bf4198ceaa29" providerId="ADAL" clId="{368D971C-2FC8-47B8-8A11-8E628BED7931}" dt="2023-08-27T09:30:43.762" v="3056" actId="478"/>
          <ac:spMkLst>
            <pc:docMk/>
            <pc:sldMk cId="2606730070" sldId="569"/>
            <ac:spMk id="2" creationId="{4233ADD1-351F-D3B6-A3D7-A4BA0E032EFD}"/>
          </ac:spMkLst>
        </pc:spChg>
        <pc:spChg chg="del">
          <ac:chgData name="Yeo Xiong Wei, Jonathan" userId="ac2b658e-7ce1-44bb-9f9f-bf4198ceaa29" providerId="ADAL" clId="{368D971C-2FC8-47B8-8A11-8E628BED7931}" dt="2023-08-27T09:30:44.881" v="3057" actId="478"/>
          <ac:spMkLst>
            <pc:docMk/>
            <pc:sldMk cId="2606730070" sldId="569"/>
            <ac:spMk id="3" creationId="{4700D572-1360-91B0-D853-56F1FF1DE38A}"/>
          </ac:spMkLst>
        </pc:spChg>
        <pc:spChg chg="mod ord">
          <ac:chgData name="Yeo Xiong Wei, Jonathan" userId="ac2b658e-7ce1-44bb-9f9f-bf4198ceaa29" providerId="ADAL" clId="{368D971C-2FC8-47B8-8A11-8E628BED7931}" dt="2023-08-27T09:31:45.223" v="3059" actId="26606"/>
          <ac:spMkLst>
            <pc:docMk/>
            <pc:sldMk cId="2606730070" sldId="569"/>
            <ac:spMk id="4" creationId="{A597CE8E-FA8C-A29D-16E8-E6F496D31A91}"/>
          </ac:spMkLst>
        </pc:spChg>
        <pc:spChg chg="add mod">
          <ac:chgData name="Yeo Xiong Wei, Jonathan" userId="ac2b658e-7ce1-44bb-9f9f-bf4198ceaa29" providerId="ADAL" clId="{368D971C-2FC8-47B8-8A11-8E628BED7931}" dt="2023-08-27T09:39:08.826" v="3508" actId="14100"/>
          <ac:spMkLst>
            <pc:docMk/>
            <pc:sldMk cId="2606730070" sldId="569"/>
            <ac:spMk id="5" creationId="{87711F75-2769-32B8-ACAD-F535438B3A0B}"/>
          </ac:spMkLst>
        </pc:spChg>
        <pc:spChg chg="add mod">
          <ac:chgData name="Yeo Xiong Wei, Jonathan" userId="ac2b658e-7ce1-44bb-9f9f-bf4198ceaa29" providerId="ADAL" clId="{368D971C-2FC8-47B8-8A11-8E628BED7931}" dt="2023-08-27T09:39:10.916" v="3509" actId="1076"/>
          <ac:spMkLst>
            <pc:docMk/>
            <pc:sldMk cId="2606730070" sldId="569"/>
            <ac:spMk id="6" creationId="{5D4E4C5F-A20C-7F1A-CA45-E23B21E3A38B}"/>
          </ac:spMkLst>
        </pc:spChg>
        <pc:spChg chg="add">
          <ac:chgData name="Yeo Xiong Wei, Jonathan" userId="ac2b658e-7ce1-44bb-9f9f-bf4198ceaa29" providerId="ADAL" clId="{368D971C-2FC8-47B8-8A11-8E628BED7931}" dt="2023-08-27T09:31:45.223" v="3059" actId="26606"/>
          <ac:spMkLst>
            <pc:docMk/>
            <pc:sldMk cId="2606730070" sldId="569"/>
            <ac:spMk id="1031" creationId="{42A4FC2C-047E-45A5-965D-8E1E3BF09BC6}"/>
          </ac:spMkLst>
        </pc:spChg>
        <pc:picChg chg="add mod">
          <ac:chgData name="Yeo Xiong Wei, Jonathan" userId="ac2b658e-7ce1-44bb-9f9f-bf4198ceaa29" providerId="ADAL" clId="{368D971C-2FC8-47B8-8A11-8E628BED7931}" dt="2023-08-27T09:38:51.313" v="3483" actId="1076"/>
          <ac:picMkLst>
            <pc:docMk/>
            <pc:sldMk cId="2606730070" sldId="569"/>
            <ac:picMk id="1026" creationId="{723E7CCF-B0C7-C363-1C5A-662C3E34FC34}"/>
          </ac:picMkLst>
        </pc:picChg>
      </pc:sldChg>
      <pc:sldChg chg="modSp add mod">
        <pc:chgData name="Yeo Xiong Wei, Jonathan" userId="ac2b658e-7ce1-44bb-9f9f-bf4198ceaa29" providerId="ADAL" clId="{368D971C-2FC8-47B8-8A11-8E628BED7931}" dt="2023-08-27T09:43:11.184" v="3562" actId="207"/>
        <pc:sldMkLst>
          <pc:docMk/>
          <pc:sldMk cId="657825361" sldId="570"/>
        </pc:sldMkLst>
        <pc:spChg chg="mod">
          <ac:chgData name="Yeo Xiong Wei, Jonathan" userId="ac2b658e-7ce1-44bb-9f9f-bf4198ceaa29" providerId="ADAL" clId="{368D971C-2FC8-47B8-8A11-8E628BED7931}" dt="2023-08-27T09:43:11.184" v="3562" actId="207"/>
          <ac:spMkLst>
            <pc:docMk/>
            <pc:sldMk cId="657825361" sldId="570"/>
            <ac:spMk id="16" creationId="{DD99C6AA-4FB0-4001-819D-E2F987201D6E}"/>
          </ac:spMkLst>
        </pc:spChg>
      </pc:sldChg>
      <pc:sldChg chg="addSp delSp modSp add mod delAnim modAnim">
        <pc:chgData name="Yeo Xiong Wei, Jonathan" userId="ac2b658e-7ce1-44bb-9f9f-bf4198ceaa29" providerId="ADAL" clId="{368D971C-2FC8-47B8-8A11-8E628BED7931}" dt="2023-08-27T10:20:45.407" v="3805"/>
        <pc:sldMkLst>
          <pc:docMk/>
          <pc:sldMk cId="1178704377" sldId="571"/>
        </pc:sldMkLst>
        <pc:spChg chg="del">
          <ac:chgData name="Yeo Xiong Wei, Jonathan" userId="ac2b658e-7ce1-44bb-9f9f-bf4198ceaa29" providerId="ADAL" clId="{368D971C-2FC8-47B8-8A11-8E628BED7931}" dt="2023-08-27T10:19:40.104" v="3794" actId="478"/>
          <ac:spMkLst>
            <pc:docMk/>
            <pc:sldMk cId="1178704377" sldId="571"/>
            <ac:spMk id="7" creationId="{C8FE0360-5A25-F62F-E134-BAFC3B003692}"/>
          </ac:spMkLst>
        </pc:spChg>
        <pc:spChg chg="del">
          <ac:chgData name="Yeo Xiong Wei, Jonathan" userId="ac2b658e-7ce1-44bb-9f9f-bf4198ceaa29" providerId="ADAL" clId="{368D971C-2FC8-47B8-8A11-8E628BED7931}" dt="2023-08-27T10:19:40.104" v="3794" actId="478"/>
          <ac:spMkLst>
            <pc:docMk/>
            <pc:sldMk cId="1178704377" sldId="571"/>
            <ac:spMk id="8" creationId="{F263AD26-AEE5-E136-3A93-5B542683A44B}"/>
          </ac:spMkLst>
        </pc:spChg>
        <pc:spChg chg="del">
          <ac:chgData name="Yeo Xiong Wei, Jonathan" userId="ac2b658e-7ce1-44bb-9f9f-bf4198ceaa29" providerId="ADAL" clId="{368D971C-2FC8-47B8-8A11-8E628BED7931}" dt="2023-08-27T10:19:51.887" v="3799" actId="478"/>
          <ac:spMkLst>
            <pc:docMk/>
            <pc:sldMk cId="1178704377" sldId="571"/>
            <ac:spMk id="11" creationId="{B5D7E283-A755-A45C-6E54-2B55E9BC11F0}"/>
          </ac:spMkLst>
        </pc:spChg>
        <pc:spChg chg="add mod">
          <ac:chgData name="Yeo Xiong Wei, Jonathan" userId="ac2b658e-7ce1-44bb-9f9f-bf4198ceaa29" providerId="ADAL" clId="{368D971C-2FC8-47B8-8A11-8E628BED7931}" dt="2023-08-27T10:19:52.199" v="3800"/>
          <ac:spMkLst>
            <pc:docMk/>
            <pc:sldMk cId="1178704377" sldId="571"/>
            <ac:spMk id="17" creationId="{63FAEB9C-9049-E63A-AB45-5C5EA135CD25}"/>
          </ac:spMkLst>
        </pc:spChg>
        <pc:spChg chg="add mod">
          <ac:chgData name="Yeo Xiong Wei, Jonathan" userId="ac2b658e-7ce1-44bb-9f9f-bf4198ceaa29" providerId="ADAL" clId="{368D971C-2FC8-47B8-8A11-8E628BED7931}" dt="2023-08-27T10:19:52.199" v="3800"/>
          <ac:spMkLst>
            <pc:docMk/>
            <pc:sldMk cId="1178704377" sldId="571"/>
            <ac:spMk id="18" creationId="{47F3C9D8-53EF-7CB6-F7C3-AD4FBC65C7DD}"/>
          </ac:spMkLst>
        </pc:spChg>
        <pc:spChg chg="add mod">
          <ac:chgData name="Yeo Xiong Wei, Jonathan" userId="ac2b658e-7ce1-44bb-9f9f-bf4198ceaa29" providerId="ADAL" clId="{368D971C-2FC8-47B8-8A11-8E628BED7931}" dt="2023-08-27T10:19:52.199" v="3800"/>
          <ac:spMkLst>
            <pc:docMk/>
            <pc:sldMk cId="1178704377" sldId="571"/>
            <ac:spMk id="28" creationId="{983A1109-CE4A-1CF8-70C3-8CAB908779BD}"/>
          </ac:spMkLst>
        </pc:spChg>
        <pc:spChg chg="add mod">
          <ac:chgData name="Yeo Xiong Wei, Jonathan" userId="ac2b658e-7ce1-44bb-9f9f-bf4198ceaa29" providerId="ADAL" clId="{368D971C-2FC8-47B8-8A11-8E628BED7931}" dt="2023-08-27T10:19:52.199" v="3800"/>
          <ac:spMkLst>
            <pc:docMk/>
            <pc:sldMk cId="1178704377" sldId="571"/>
            <ac:spMk id="30" creationId="{E5598AB6-84B9-5CAD-C964-9BCD79443C96}"/>
          </ac:spMkLst>
        </pc:spChg>
        <pc:spChg chg="add mod">
          <ac:chgData name="Yeo Xiong Wei, Jonathan" userId="ac2b658e-7ce1-44bb-9f9f-bf4198ceaa29" providerId="ADAL" clId="{368D971C-2FC8-47B8-8A11-8E628BED7931}" dt="2023-08-27T10:19:52.199" v="3800"/>
          <ac:spMkLst>
            <pc:docMk/>
            <pc:sldMk cId="1178704377" sldId="571"/>
            <ac:spMk id="32" creationId="{FB1CBECF-1245-2C89-9A17-FDB99B706D67}"/>
          </ac:spMkLst>
        </pc:spChg>
        <pc:spChg chg="del">
          <ac:chgData name="Yeo Xiong Wei, Jonathan" userId="ac2b658e-7ce1-44bb-9f9f-bf4198ceaa29" providerId="ADAL" clId="{368D971C-2FC8-47B8-8A11-8E628BED7931}" dt="2023-08-27T10:19:40.104" v="3794" actId="478"/>
          <ac:spMkLst>
            <pc:docMk/>
            <pc:sldMk cId="1178704377" sldId="571"/>
            <ac:spMk id="36" creationId="{82E8B326-2EFC-4526-2AE8-6FC2725808FE}"/>
          </ac:spMkLst>
        </pc:spChg>
        <pc:spChg chg="del">
          <ac:chgData name="Yeo Xiong Wei, Jonathan" userId="ac2b658e-7ce1-44bb-9f9f-bf4198ceaa29" providerId="ADAL" clId="{368D971C-2FC8-47B8-8A11-8E628BED7931}" dt="2023-08-27T10:19:40.104" v="3794" actId="478"/>
          <ac:spMkLst>
            <pc:docMk/>
            <pc:sldMk cId="1178704377" sldId="571"/>
            <ac:spMk id="37" creationId="{E6BC8B90-BEDD-D5B0-ACCA-0FBFFF63FC8B}"/>
          </ac:spMkLst>
        </pc:spChg>
        <pc:picChg chg="add del mod">
          <ac:chgData name="Yeo Xiong Wei, Jonathan" userId="ac2b658e-7ce1-44bb-9f9f-bf4198ceaa29" providerId="ADAL" clId="{368D971C-2FC8-47B8-8A11-8E628BED7931}" dt="2023-08-27T10:19:37.164" v="3793" actId="478"/>
          <ac:picMkLst>
            <pc:docMk/>
            <pc:sldMk cId="1178704377" sldId="571"/>
            <ac:picMk id="2" creationId="{533296FC-8942-A47D-FE93-A6221A0F62D8}"/>
          </ac:picMkLst>
        </pc:picChg>
        <pc:picChg chg="add del mod ord">
          <ac:chgData name="Yeo Xiong Wei, Jonathan" userId="ac2b658e-7ce1-44bb-9f9f-bf4198ceaa29" providerId="ADAL" clId="{368D971C-2FC8-47B8-8A11-8E628BED7931}" dt="2023-08-27T10:19:44.688" v="3798"/>
          <ac:picMkLst>
            <pc:docMk/>
            <pc:sldMk cId="1178704377" sldId="571"/>
            <ac:picMk id="12" creationId="{7E13FF48-E221-9927-51AD-AB70004FC051}"/>
          </ac:picMkLst>
        </pc:picChg>
        <pc:picChg chg="add mod">
          <ac:chgData name="Yeo Xiong Wei, Jonathan" userId="ac2b658e-7ce1-44bb-9f9f-bf4198ceaa29" providerId="ADAL" clId="{368D971C-2FC8-47B8-8A11-8E628BED7931}" dt="2023-08-27T10:19:52.199" v="3800"/>
          <ac:picMkLst>
            <pc:docMk/>
            <pc:sldMk cId="1178704377" sldId="571"/>
            <ac:picMk id="13" creationId="{045ECABB-DE71-DE56-FC74-D1C5081DA568}"/>
          </ac:picMkLst>
        </pc:picChg>
        <pc:cxnChg chg="del">
          <ac:chgData name="Yeo Xiong Wei, Jonathan" userId="ac2b658e-7ce1-44bb-9f9f-bf4198ceaa29" providerId="ADAL" clId="{368D971C-2FC8-47B8-8A11-8E628BED7931}" dt="2023-08-27T10:19:40.104" v="3794" actId="478"/>
          <ac:cxnSpMkLst>
            <pc:docMk/>
            <pc:sldMk cId="1178704377" sldId="571"/>
            <ac:cxnSpMk id="14" creationId="{DC9FBBF5-8204-1F28-AF5F-5BAA14680737}"/>
          </ac:cxnSpMkLst>
        </pc:cxnChg>
        <pc:cxnChg chg="add mod">
          <ac:chgData name="Yeo Xiong Wei, Jonathan" userId="ac2b658e-7ce1-44bb-9f9f-bf4198ceaa29" providerId="ADAL" clId="{368D971C-2FC8-47B8-8A11-8E628BED7931}" dt="2023-08-27T10:19:52.199" v="3800"/>
          <ac:cxnSpMkLst>
            <pc:docMk/>
            <pc:sldMk cId="1178704377" sldId="571"/>
            <ac:cxnSpMk id="19" creationId="{01BA52E3-A68D-2C87-71DA-CCB250CA13AC}"/>
          </ac:cxnSpMkLst>
        </pc:cxnChg>
        <pc:cxnChg chg="del">
          <ac:chgData name="Yeo Xiong Wei, Jonathan" userId="ac2b658e-7ce1-44bb-9f9f-bf4198ceaa29" providerId="ADAL" clId="{368D971C-2FC8-47B8-8A11-8E628BED7931}" dt="2023-08-27T10:19:40.104" v="3794" actId="478"/>
          <ac:cxnSpMkLst>
            <pc:docMk/>
            <pc:sldMk cId="1178704377" sldId="571"/>
            <ac:cxnSpMk id="20" creationId="{1122B0F4-79AA-D009-29D4-848C656961D3}"/>
          </ac:cxnSpMkLst>
        </pc:cxnChg>
        <pc:cxnChg chg="add mod">
          <ac:chgData name="Yeo Xiong Wei, Jonathan" userId="ac2b658e-7ce1-44bb-9f9f-bf4198ceaa29" providerId="ADAL" clId="{368D971C-2FC8-47B8-8A11-8E628BED7931}" dt="2023-08-27T10:19:52.199" v="3800"/>
          <ac:cxnSpMkLst>
            <pc:docMk/>
            <pc:sldMk cId="1178704377" sldId="571"/>
            <ac:cxnSpMk id="21" creationId="{A4D24F89-0BE2-FEFB-8FF7-712353E8E406}"/>
          </ac:cxnSpMkLst>
        </pc:cxnChg>
        <pc:cxnChg chg="add mod">
          <ac:chgData name="Yeo Xiong Wei, Jonathan" userId="ac2b658e-7ce1-44bb-9f9f-bf4198ceaa29" providerId="ADAL" clId="{368D971C-2FC8-47B8-8A11-8E628BED7931}" dt="2023-08-27T10:19:52.199" v="3800"/>
          <ac:cxnSpMkLst>
            <pc:docMk/>
            <pc:sldMk cId="1178704377" sldId="571"/>
            <ac:cxnSpMk id="22" creationId="{391C8D94-F584-0398-36CD-7542C5BAF842}"/>
          </ac:cxnSpMkLst>
        </pc:cxnChg>
        <pc:cxnChg chg="add mod">
          <ac:chgData name="Yeo Xiong Wei, Jonathan" userId="ac2b658e-7ce1-44bb-9f9f-bf4198ceaa29" providerId="ADAL" clId="{368D971C-2FC8-47B8-8A11-8E628BED7931}" dt="2023-08-27T10:19:52.199" v="3800"/>
          <ac:cxnSpMkLst>
            <pc:docMk/>
            <pc:sldMk cId="1178704377" sldId="571"/>
            <ac:cxnSpMk id="23" creationId="{62857EA0-3DBF-BAE4-CFBF-18D18D990D18}"/>
          </ac:cxnSpMkLst>
        </pc:cxnChg>
        <pc:cxnChg chg="del">
          <ac:chgData name="Yeo Xiong Wei, Jonathan" userId="ac2b658e-7ce1-44bb-9f9f-bf4198ceaa29" providerId="ADAL" clId="{368D971C-2FC8-47B8-8A11-8E628BED7931}" dt="2023-08-27T10:19:40.104" v="3794" actId="478"/>
          <ac:cxnSpMkLst>
            <pc:docMk/>
            <pc:sldMk cId="1178704377" sldId="571"/>
            <ac:cxnSpMk id="24" creationId="{55676291-B371-EFAD-F22B-C3A684461E22}"/>
          </ac:cxnSpMkLst>
        </pc:cxnChg>
        <pc:cxnChg chg="add mod">
          <ac:chgData name="Yeo Xiong Wei, Jonathan" userId="ac2b658e-7ce1-44bb-9f9f-bf4198ceaa29" providerId="ADAL" clId="{368D971C-2FC8-47B8-8A11-8E628BED7931}" dt="2023-08-27T10:19:52.199" v="3800"/>
          <ac:cxnSpMkLst>
            <pc:docMk/>
            <pc:sldMk cId="1178704377" sldId="571"/>
            <ac:cxnSpMk id="25" creationId="{53146E82-29FB-7A7E-FA82-2B29E6CD4559}"/>
          </ac:cxnSpMkLst>
        </pc:cxnChg>
        <pc:cxnChg chg="add mod">
          <ac:chgData name="Yeo Xiong Wei, Jonathan" userId="ac2b658e-7ce1-44bb-9f9f-bf4198ceaa29" providerId="ADAL" clId="{368D971C-2FC8-47B8-8A11-8E628BED7931}" dt="2023-08-27T10:19:52.199" v="3800"/>
          <ac:cxnSpMkLst>
            <pc:docMk/>
            <pc:sldMk cId="1178704377" sldId="571"/>
            <ac:cxnSpMk id="27" creationId="{70760152-F5FD-E5E5-B163-7D872349B21B}"/>
          </ac:cxnSpMkLst>
        </pc:cxnChg>
        <pc:cxnChg chg="del">
          <ac:chgData name="Yeo Xiong Wei, Jonathan" userId="ac2b658e-7ce1-44bb-9f9f-bf4198ceaa29" providerId="ADAL" clId="{368D971C-2FC8-47B8-8A11-8E628BED7931}" dt="2023-08-27T10:19:40.104" v="3794" actId="478"/>
          <ac:cxnSpMkLst>
            <pc:docMk/>
            <pc:sldMk cId="1178704377" sldId="571"/>
            <ac:cxnSpMk id="29" creationId="{708FC6A8-CE1C-E762-64D9-87236A8615AC}"/>
          </ac:cxnSpMkLst>
        </pc:cxnChg>
        <pc:cxnChg chg="del">
          <ac:chgData name="Yeo Xiong Wei, Jonathan" userId="ac2b658e-7ce1-44bb-9f9f-bf4198ceaa29" providerId="ADAL" clId="{368D971C-2FC8-47B8-8A11-8E628BED7931}" dt="2023-08-27T10:19:40.104" v="3794" actId="478"/>
          <ac:cxnSpMkLst>
            <pc:docMk/>
            <pc:sldMk cId="1178704377" sldId="571"/>
            <ac:cxnSpMk id="31" creationId="{4A65CA9D-5F29-5AF7-12FD-7A7E203823C3}"/>
          </ac:cxnSpMkLst>
        </pc:cxnChg>
        <pc:cxnChg chg="del">
          <ac:chgData name="Yeo Xiong Wei, Jonathan" userId="ac2b658e-7ce1-44bb-9f9f-bf4198ceaa29" providerId="ADAL" clId="{368D971C-2FC8-47B8-8A11-8E628BED7931}" dt="2023-08-27T10:19:40.104" v="3794" actId="478"/>
          <ac:cxnSpMkLst>
            <pc:docMk/>
            <pc:sldMk cId="1178704377" sldId="571"/>
            <ac:cxnSpMk id="33" creationId="{AC8FE25C-40E8-2930-3776-9A8F298CD40E}"/>
          </ac:cxnSpMkLst>
        </pc:cxnChg>
      </pc:sldChg>
      <pc:sldChg chg="addSp delSp modSp add mod ord">
        <pc:chgData name="Yeo Xiong Wei, Jonathan" userId="ac2b658e-7ce1-44bb-9f9f-bf4198ceaa29" providerId="ADAL" clId="{368D971C-2FC8-47B8-8A11-8E628BED7931}" dt="2023-09-01T10:41:07.673" v="5607" actId="478"/>
        <pc:sldMkLst>
          <pc:docMk/>
          <pc:sldMk cId="1906271676" sldId="572"/>
        </pc:sldMkLst>
        <pc:spChg chg="add mod">
          <ac:chgData name="Yeo Xiong Wei, Jonathan" userId="ac2b658e-7ce1-44bb-9f9f-bf4198ceaa29" providerId="ADAL" clId="{368D971C-2FC8-47B8-8A11-8E628BED7931}" dt="2023-09-01T10:39:44.868" v="5575" actId="1076"/>
          <ac:spMkLst>
            <pc:docMk/>
            <pc:sldMk cId="1906271676" sldId="572"/>
            <ac:spMk id="3" creationId="{6709B44E-1086-1927-1D1B-C1BCE3CC88F8}"/>
          </ac:spMkLst>
        </pc:spChg>
        <pc:spChg chg="add del mod">
          <ac:chgData name="Yeo Xiong Wei, Jonathan" userId="ac2b658e-7ce1-44bb-9f9f-bf4198ceaa29" providerId="ADAL" clId="{368D971C-2FC8-47B8-8A11-8E628BED7931}" dt="2023-09-01T10:41:07.673" v="5607" actId="478"/>
          <ac:spMkLst>
            <pc:docMk/>
            <pc:sldMk cId="1906271676" sldId="572"/>
            <ac:spMk id="5" creationId="{3A4DC680-363D-8AF8-57F5-9838CCE8B532}"/>
          </ac:spMkLst>
        </pc:spChg>
        <pc:spChg chg="mod">
          <ac:chgData name="Yeo Xiong Wei, Jonathan" userId="ac2b658e-7ce1-44bb-9f9f-bf4198ceaa29" providerId="ADAL" clId="{368D971C-2FC8-47B8-8A11-8E628BED7931}" dt="2023-09-01T10:35:41.364" v="5375" actId="20577"/>
          <ac:spMkLst>
            <pc:docMk/>
            <pc:sldMk cId="1906271676" sldId="572"/>
            <ac:spMk id="54333" creationId="{A5FAF7E1-9DC8-99B4-923A-B6A61F755F08}"/>
          </ac:spMkLst>
        </pc:spChg>
        <pc:spChg chg="mod">
          <ac:chgData name="Yeo Xiong Wei, Jonathan" userId="ac2b658e-7ce1-44bb-9f9f-bf4198ceaa29" providerId="ADAL" clId="{368D971C-2FC8-47B8-8A11-8E628BED7931}" dt="2023-09-01T10:35:37.192" v="5373" actId="20577"/>
          <ac:spMkLst>
            <pc:docMk/>
            <pc:sldMk cId="1906271676" sldId="572"/>
            <ac:spMk id="54347" creationId="{FC2C4FE1-9BA5-F14C-AD41-C2C2790A76CD}"/>
          </ac:spMkLst>
        </pc:spChg>
        <pc:spChg chg="mod">
          <ac:chgData name="Yeo Xiong Wei, Jonathan" userId="ac2b658e-7ce1-44bb-9f9f-bf4198ceaa29" providerId="ADAL" clId="{368D971C-2FC8-47B8-8A11-8E628BED7931}" dt="2023-09-01T10:37:33.086" v="5457" actId="14100"/>
          <ac:spMkLst>
            <pc:docMk/>
            <pc:sldMk cId="1906271676" sldId="572"/>
            <ac:spMk id="54419" creationId="{7882BC44-9A94-F30B-3D89-8AFE7130B4C2}"/>
          </ac:spMkLst>
        </pc:spChg>
        <pc:spChg chg="mod">
          <ac:chgData name="Yeo Xiong Wei, Jonathan" userId="ac2b658e-7ce1-44bb-9f9f-bf4198ceaa29" providerId="ADAL" clId="{368D971C-2FC8-47B8-8A11-8E628BED7931}" dt="2023-09-01T10:38:23.293" v="5517" actId="1038"/>
          <ac:spMkLst>
            <pc:docMk/>
            <pc:sldMk cId="1906271676" sldId="572"/>
            <ac:spMk id="54422" creationId="{85CD7E0D-ED1F-8EB5-E28F-61EDC77AAD7A}"/>
          </ac:spMkLst>
        </pc:spChg>
        <pc:spChg chg="mod">
          <ac:chgData name="Yeo Xiong Wei, Jonathan" userId="ac2b658e-7ce1-44bb-9f9f-bf4198ceaa29" providerId="ADAL" clId="{368D971C-2FC8-47B8-8A11-8E628BED7931}" dt="2023-09-01T10:37:56.136" v="5508" actId="20577"/>
          <ac:spMkLst>
            <pc:docMk/>
            <pc:sldMk cId="1906271676" sldId="572"/>
            <ac:spMk id="54423" creationId="{3F4268CE-E7C1-C230-FE2F-A543376324E0}"/>
          </ac:spMkLst>
        </pc:spChg>
      </pc:sldChg>
    </pc:docChg>
  </pc:docChgLst>
  <pc:docChgLst>
    <pc:chgData name="Yeo Xiong Wei, Jonathan" userId="ac2b658e-7ce1-44bb-9f9f-bf4198ceaa29" providerId="ADAL" clId="{CAA7ED57-6CB4-47E9-97A3-E3E9BB986C27}"/>
    <pc:docChg chg="undo custSel addSld delSld modSld">
      <pc:chgData name="Yeo Xiong Wei, Jonathan" userId="ac2b658e-7ce1-44bb-9f9f-bf4198ceaa29" providerId="ADAL" clId="{CAA7ED57-6CB4-47E9-97A3-E3E9BB986C27}" dt="2023-05-11T10:34:00.464" v="2489" actId="20577"/>
      <pc:docMkLst>
        <pc:docMk/>
      </pc:docMkLst>
      <pc:sldChg chg="modSp add del mod">
        <pc:chgData name="Yeo Xiong Wei, Jonathan" userId="ac2b658e-7ce1-44bb-9f9f-bf4198ceaa29" providerId="ADAL" clId="{CAA7ED57-6CB4-47E9-97A3-E3E9BB986C27}" dt="2023-05-11T09:49:30.941" v="546" actId="1076"/>
        <pc:sldMkLst>
          <pc:docMk/>
          <pc:sldMk cId="1402189048" sldId="438"/>
        </pc:sldMkLst>
        <pc:spChg chg="mod">
          <ac:chgData name="Yeo Xiong Wei, Jonathan" userId="ac2b658e-7ce1-44bb-9f9f-bf4198ceaa29" providerId="ADAL" clId="{CAA7ED57-6CB4-47E9-97A3-E3E9BB986C27}" dt="2023-05-11T09:38:21.200" v="160" actId="20577"/>
          <ac:spMkLst>
            <pc:docMk/>
            <pc:sldMk cId="1402189048" sldId="438"/>
            <ac:spMk id="52225" creationId="{00000000-0000-0000-0000-000000000000}"/>
          </ac:spMkLst>
        </pc:spChg>
        <pc:picChg chg="mod">
          <ac:chgData name="Yeo Xiong Wei, Jonathan" userId="ac2b658e-7ce1-44bb-9f9f-bf4198ceaa29" providerId="ADAL" clId="{CAA7ED57-6CB4-47E9-97A3-E3E9BB986C27}" dt="2023-05-11T09:49:30.941" v="546" actId="1076"/>
          <ac:picMkLst>
            <pc:docMk/>
            <pc:sldMk cId="1402189048" sldId="438"/>
            <ac:picMk id="3" creationId="{B4343AE7-B6BE-4AD4-AF4E-C2D2914E7122}"/>
          </ac:picMkLst>
        </pc:picChg>
      </pc:sldChg>
      <pc:sldChg chg="addSp modSp add mod modAnim">
        <pc:chgData name="Yeo Xiong Wei, Jonathan" userId="ac2b658e-7ce1-44bb-9f9f-bf4198ceaa29" providerId="ADAL" clId="{CAA7ED57-6CB4-47E9-97A3-E3E9BB986C27}" dt="2023-05-11T09:50:46.513" v="587" actId="1076"/>
        <pc:sldMkLst>
          <pc:docMk/>
          <pc:sldMk cId="406670790" sldId="457"/>
        </pc:sldMkLst>
        <pc:spChg chg="add mod">
          <ac:chgData name="Yeo Xiong Wei, Jonathan" userId="ac2b658e-7ce1-44bb-9f9f-bf4198ceaa29" providerId="ADAL" clId="{CAA7ED57-6CB4-47E9-97A3-E3E9BB986C27}" dt="2023-05-11T09:50:11.245" v="561" actId="20577"/>
          <ac:spMkLst>
            <pc:docMk/>
            <pc:sldMk cId="406670790" sldId="457"/>
            <ac:spMk id="2" creationId="{6C515CA3-B38E-D692-296C-7AAACC2B8D2C}"/>
          </ac:spMkLst>
        </pc:spChg>
        <pc:spChg chg="mod">
          <ac:chgData name="Yeo Xiong Wei, Jonathan" userId="ac2b658e-7ce1-44bb-9f9f-bf4198ceaa29" providerId="ADAL" clId="{CAA7ED57-6CB4-47E9-97A3-E3E9BB986C27}" dt="2023-05-11T09:50:30.113" v="579" actId="1036"/>
          <ac:spMkLst>
            <pc:docMk/>
            <pc:sldMk cId="406670790" sldId="457"/>
            <ac:spMk id="8" creationId="{D4118E9C-A803-4FEE-99D6-48C69184A3D2}"/>
          </ac:spMkLst>
        </pc:spChg>
        <pc:spChg chg="mod">
          <ac:chgData name="Yeo Xiong Wei, Jonathan" userId="ac2b658e-7ce1-44bb-9f9f-bf4198ceaa29" providerId="ADAL" clId="{CAA7ED57-6CB4-47E9-97A3-E3E9BB986C27}" dt="2023-05-11T09:50:30.113" v="579" actId="1036"/>
          <ac:spMkLst>
            <pc:docMk/>
            <pc:sldMk cId="406670790" sldId="457"/>
            <ac:spMk id="9" creationId="{F0B04BDA-9DAE-43A1-9957-B902E4DD2FF3}"/>
          </ac:spMkLst>
        </pc:spChg>
        <pc:spChg chg="mod">
          <ac:chgData name="Yeo Xiong Wei, Jonathan" userId="ac2b658e-7ce1-44bb-9f9f-bf4198ceaa29" providerId="ADAL" clId="{CAA7ED57-6CB4-47E9-97A3-E3E9BB986C27}" dt="2023-05-11T09:50:46.513" v="587" actId="1076"/>
          <ac:spMkLst>
            <pc:docMk/>
            <pc:sldMk cId="406670790" sldId="457"/>
            <ac:spMk id="16" creationId="{DD99C6AA-4FB0-4001-819D-E2F987201D6E}"/>
          </ac:spMkLst>
        </pc:spChg>
        <pc:graphicFrameChg chg="mod">
          <ac:chgData name="Yeo Xiong Wei, Jonathan" userId="ac2b658e-7ce1-44bb-9f9f-bf4198ceaa29" providerId="ADAL" clId="{CAA7ED57-6CB4-47E9-97A3-E3E9BB986C27}" dt="2023-05-11T09:50:30.113" v="579" actId="1036"/>
          <ac:graphicFrameMkLst>
            <pc:docMk/>
            <pc:sldMk cId="406670790" sldId="457"/>
            <ac:graphicFrameMk id="7" creationId="{F0522C14-E18D-4199-BAA4-4065FCC27040}"/>
          </ac:graphicFrameMkLst>
        </pc:graphicFrameChg>
      </pc:sldChg>
      <pc:sldChg chg="delSp modSp add mod modNotesTx">
        <pc:chgData name="Yeo Xiong Wei, Jonathan" userId="ac2b658e-7ce1-44bb-9f9f-bf4198ceaa29" providerId="ADAL" clId="{CAA7ED57-6CB4-47E9-97A3-E3E9BB986C27}" dt="2023-05-11T09:55:14.141" v="837" actId="20577"/>
        <pc:sldMkLst>
          <pc:docMk/>
          <pc:sldMk cId="4160036871" sldId="458"/>
        </pc:sldMkLst>
        <pc:spChg chg="mod">
          <ac:chgData name="Yeo Xiong Wei, Jonathan" userId="ac2b658e-7ce1-44bb-9f9f-bf4198ceaa29" providerId="ADAL" clId="{CAA7ED57-6CB4-47E9-97A3-E3E9BB986C27}" dt="2023-05-11T09:51:08.529" v="589" actId="14100"/>
          <ac:spMkLst>
            <pc:docMk/>
            <pc:sldMk cId="4160036871" sldId="458"/>
            <ac:spMk id="2" creationId="{DF83E124-C722-5718-89F8-0A8DF65EBB56}"/>
          </ac:spMkLst>
        </pc:spChg>
        <pc:spChg chg="mod">
          <ac:chgData name="Yeo Xiong Wei, Jonathan" userId="ac2b658e-7ce1-44bb-9f9f-bf4198ceaa29" providerId="ADAL" clId="{CAA7ED57-6CB4-47E9-97A3-E3E9BB986C27}" dt="2023-05-11T09:54:01.490" v="654" actId="20577"/>
          <ac:spMkLst>
            <pc:docMk/>
            <pc:sldMk cId="4160036871" sldId="458"/>
            <ac:spMk id="7" creationId="{59EB3CBF-81A9-4689-863D-43F065AC2006}"/>
          </ac:spMkLst>
        </pc:spChg>
        <pc:spChg chg="del mod">
          <ac:chgData name="Yeo Xiong Wei, Jonathan" userId="ac2b658e-7ce1-44bb-9f9f-bf4198ceaa29" providerId="ADAL" clId="{CAA7ED57-6CB4-47E9-97A3-E3E9BB986C27}" dt="2023-05-11T09:51:41.413" v="616" actId="478"/>
          <ac:spMkLst>
            <pc:docMk/>
            <pc:sldMk cId="4160036871" sldId="458"/>
            <ac:spMk id="12" creationId="{E5D5D4D0-D47A-A2A6-B639-40B5793977EB}"/>
          </ac:spMkLst>
        </pc:spChg>
        <pc:spChg chg="del mod">
          <ac:chgData name="Yeo Xiong Wei, Jonathan" userId="ac2b658e-7ce1-44bb-9f9f-bf4198ceaa29" providerId="ADAL" clId="{CAA7ED57-6CB4-47E9-97A3-E3E9BB986C27}" dt="2023-05-11T09:52:51.061" v="638" actId="478"/>
          <ac:spMkLst>
            <pc:docMk/>
            <pc:sldMk cId="4160036871" sldId="458"/>
            <ac:spMk id="13" creationId="{F56CE42D-E343-5535-C821-7746107D40A1}"/>
          </ac:spMkLst>
        </pc:spChg>
        <pc:spChg chg="mod">
          <ac:chgData name="Yeo Xiong Wei, Jonathan" userId="ac2b658e-7ce1-44bb-9f9f-bf4198ceaa29" providerId="ADAL" clId="{CAA7ED57-6CB4-47E9-97A3-E3E9BB986C27}" dt="2023-05-11T09:44:51.472" v="517" actId="20577"/>
          <ac:spMkLst>
            <pc:docMk/>
            <pc:sldMk cId="4160036871" sldId="458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CAA7ED57-6CB4-47E9-97A3-E3E9BB986C27}" dt="2023-05-11T09:41:24.733" v="308"/>
          <ac:spMkLst>
            <pc:docMk/>
            <pc:sldMk cId="4160036871" sldId="458"/>
            <ac:spMk id="52225" creationId="{00000000-0000-0000-0000-000000000000}"/>
          </ac:spMkLst>
        </pc:spChg>
        <pc:graphicFrameChg chg="modGraphic">
          <ac:chgData name="Yeo Xiong Wei, Jonathan" userId="ac2b658e-7ce1-44bb-9f9f-bf4198ceaa29" providerId="ADAL" clId="{CAA7ED57-6CB4-47E9-97A3-E3E9BB986C27}" dt="2023-05-11T09:53:15.762" v="644" actId="113"/>
          <ac:graphicFrameMkLst>
            <pc:docMk/>
            <pc:sldMk cId="4160036871" sldId="458"/>
            <ac:graphicFrameMk id="8" creationId="{787428C0-CAD3-1810-1907-0E539025C14D}"/>
          </ac:graphicFrameMkLst>
        </pc:graphicFrameChg>
        <pc:cxnChg chg="mod">
          <ac:chgData name="Yeo Xiong Wei, Jonathan" userId="ac2b658e-7ce1-44bb-9f9f-bf4198ceaa29" providerId="ADAL" clId="{CAA7ED57-6CB4-47E9-97A3-E3E9BB986C27}" dt="2023-05-11T09:53:20.611" v="645" actId="14100"/>
          <ac:cxnSpMkLst>
            <pc:docMk/>
            <pc:sldMk cId="4160036871" sldId="458"/>
            <ac:cxnSpMk id="14" creationId="{6AD6BC24-DD9B-8A58-8B93-C5A56BB0BD39}"/>
          </ac:cxnSpMkLst>
        </pc:cxnChg>
        <pc:cxnChg chg="mod">
          <ac:chgData name="Yeo Xiong Wei, Jonathan" userId="ac2b658e-7ce1-44bb-9f9f-bf4198ceaa29" providerId="ADAL" clId="{CAA7ED57-6CB4-47E9-97A3-E3E9BB986C27}" dt="2023-05-11T09:53:24.492" v="646" actId="14100"/>
          <ac:cxnSpMkLst>
            <pc:docMk/>
            <pc:sldMk cId="4160036871" sldId="458"/>
            <ac:cxnSpMk id="17" creationId="{F00BF3D4-E65A-AC86-9052-F1B45F4EFB5F}"/>
          </ac:cxnSpMkLst>
        </pc:cxnChg>
      </pc:sldChg>
      <pc:sldChg chg="modSp">
        <pc:chgData name="Yeo Xiong Wei, Jonathan" userId="ac2b658e-7ce1-44bb-9f9f-bf4198ceaa29" providerId="ADAL" clId="{CAA7ED57-6CB4-47E9-97A3-E3E9BB986C27}" dt="2023-05-11T09:56:17.713" v="866" actId="6549"/>
        <pc:sldMkLst>
          <pc:docMk/>
          <pc:sldMk cId="1415672847" sldId="485"/>
        </pc:sldMkLst>
        <pc:spChg chg="mod">
          <ac:chgData name="Yeo Xiong Wei, Jonathan" userId="ac2b658e-7ce1-44bb-9f9f-bf4198ceaa29" providerId="ADAL" clId="{CAA7ED57-6CB4-47E9-97A3-E3E9BB986C27}" dt="2023-05-11T09:56:17.713" v="866" actId="6549"/>
          <ac:spMkLst>
            <pc:docMk/>
            <pc:sldMk cId="1415672847" sldId="485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CAA7ED57-6CB4-47E9-97A3-E3E9BB986C27}" dt="2023-05-11T10:08:54.634" v="1034" actId="404"/>
        <pc:sldMkLst>
          <pc:docMk/>
          <pc:sldMk cId="1092217493" sldId="488"/>
        </pc:sldMkLst>
        <pc:spChg chg="mod">
          <ac:chgData name="Yeo Xiong Wei, Jonathan" userId="ac2b658e-7ce1-44bb-9f9f-bf4198ceaa29" providerId="ADAL" clId="{CAA7ED57-6CB4-47E9-97A3-E3E9BB986C27}" dt="2023-05-11T10:08:54.634" v="1034" actId="404"/>
          <ac:spMkLst>
            <pc:docMk/>
            <pc:sldMk cId="1092217493" sldId="488"/>
            <ac:spMk id="16" creationId="{DD99C6AA-4FB0-4001-819D-E2F987201D6E}"/>
          </ac:spMkLst>
        </pc:spChg>
      </pc:sldChg>
      <pc:sldChg chg="modSp">
        <pc:chgData name="Yeo Xiong Wei, Jonathan" userId="ac2b658e-7ce1-44bb-9f9f-bf4198ceaa29" providerId="ADAL" clId="{CAA7ED57-6CB4-47E9-97A3-E3E9BB986C27}" dt="2023-05-11T10:08:32.310" v="1031" actId="404"/>
        <pc:sldMkLst>
          <pc:docMk/>
          <pc:sldMk cId="109609381" sldId="489"/>
        </pc:sldMkLst>
        <pc:spChg chg="mod">
          <ac:chgData name="Yeo Xiong Wei, Jonathan" userId="ac2b658e-7ce1-44bb-9f9f-bf4198ceaa29" providerId="ADAL" clId="{CAA7ED57-6CB4-47E9-97A3-E3E9BB986C27}" dt="2023-05-11T10:08:32.310" v="1031" actId="404"/>
          <ac:spMkLst>
            <pc:docMk/>
            <pc:sldMk cId="109609381" sldId="489"/>
            <ac:spMk id="11" creationId="{70E0456D-082A-4C39-8295-86EF554753DA}"/>
          </ac:spMkLst>
        </pc:spChg>
      </pc:sldChg>
      <pc:sldChg chg="modSp mod">
        <pc:chgData name="Yeo Xiong Wei, Jonathan" userId="ac2b658e-7ce1-44bb-9f9f-bf4198ceaa29" providerId="ADAL" clId="{CAA7ED57-6CB4-47E9-97A3-E3E9BB986C27}" dt="2023-05-11T10:09:39.022" v="1040" actId="20577"/>
        <pc:sldMkLst>
          <pc:docMk/>
          <pc:sldMk cId="1009246360" sldId="490"/>
        </pc:sldMkLst>
        <pc:spChg chg="mod">
          <ac:chgData name="Yeo Xiong Wei, Jonathan" userId="ac2b658e-7ce1-44bb-9f9f-bf4198ceaa29" providerId="ADAL" clId="{CAA7ED57-6CB4-47E9-97A3-E3E9BB986C27}" dt="2023-05-11T10:09:39.022" v="1040" actId="20577"/>
          <ac:spMkLst>
            <pc:docMk/>
            <pc:sldMk cId="1009246360" sldId="490"/>
            <ac:spMk id="11" creationId="{70E0456D-082A-4C39-8295-86EF554753DA}"/>
          </ac:spMkLst>
        </pc:spChg>
      </pc:sldChg>
      <pc:sldChg chg="modSp">
        <pc:chgData name="Yeo Xiong Wei, Jonathan" userId="ac2b658e-7ce1-44bb-9f9f-bf4198ceaa29" providerId="ADAL" clId="{CAA7ED57-6CB4-47E9-97A3-E3E9BB986C27}" dt="2023-05-11T10:12:39.818" v="1087" actId="404"/>
        <pc:sldMkLst>
          <pc:docMk/>
          <pc:sldMk cId="704588980" sldId="493"/>
        </pc:sldMkLst>
        <pc:spChg chg="mod">
          <ac:chgData name="Yeo Xiong Wei, Jonathan" userId="ac2b658e-7ce1-44bb-9f9f-bf4198ceaa29" providerId="ADAL" clId="{CAA7ED57-6CB4-47E9-97A3-E3E9BB986C27}" dt="2023-05-11T10:12:39.818" v="1087" actId="404"/>
          <ac:spMkLst>
            <pc:docMk/>
            <pc:sldMk cId="704588980" sldId="493"/>
            <ac:spMk id="11" creationId="{C5E7D71C-AAC7-489B-9C0C-D9D2A38BD18C}"/>
          </ac:spMkLst>
        </pc:spChg>
      </pc:sldChg>
      <pc:sldChg chg="modSp modAnim">
        <pc:chgData name="Yeo Xiong Wei, Jonathan" userId="ac2b658e-7ce1-44bb-9f9f-bf4198ceaa29" providerId="ADAL" clId="{CAA7ED57-6CB4-47E9-97A3-E3E9BB986C27}" dt="2023-05-11T10:19:42.982" v="1382" actId="5793"/>
        <pc:sldMkLst>
          <pc:docMk/>
          <pc:sldMk cId="2967034777" sldId="496"/>
        </pc:sldMkLst>
        <pc:spChg chg="mod">
          <ac:chgData name="Yeo Xiong Wei, Jonathan" userId="ac2b658e-7ce1-44bb-9f9f-bf4198ceaa29" providerId="ADAL" clId="{CAA7ED57-6CB4-47E9-97A3-E3E9BB986C27}" dt="2023-05-11T10:19:42.982" v="1382" actId="5793"/>
          <ac:spMkLst>
            <pc:docMk/>
            <pc:sldMk cId="2967034777" sldId="496"/>
            <ac:spMk id="108546" creationId="{00000000-0000-0000-0000-000000000000}"/>
          </ac:spMkLst>
        </pc:spChg>
      </pc:sldChg>
      <pc:sldChg chg="add del">
        <pc:chgData name="Yeo Xiong Wei, Jonathan" userId="ac2b658e-7ce1-44bb-9f9f-bf4198ceaa29" providerId="ADAL" clId="{CAA7ED57-6CB4-47E9-97A3-E3E9BB986C27}" dt="2023-05-11T09:35:36.903" v="1" actId="47"/>
        <pc:sldMkLst>
          <pc:docMk/>
          <pc:sldMk cId="3407934001" sldId="497"/>
        </pc:sldMkLst>
      </pc:sldChg>
      <pc:sldChg chg="del">
        <pc:chgData name="Yeo Xiong Wei, Jonathan" userId="ac2b658e-7ce1-44bb-9f9f-bf4198ceaa29" providerId="ADAL" clId="{CAA7ED57-6CB4-47E9-97A3-E3E9BB986C27}" dt="2023-05-11T10:14:43.338" v="1095" actId="47"/>
        <pc:sldMkLst>
          <pc:docMk/>
          <pc:sldMk cId="1914084528" sldId="524"/>
        </pc:sldMkLst>
      </pc:sldChg>
      <pc:sldChg chg="modSp mod">
        <pc:chgData name="Yeo Xiong Wei, Jonathan" userId="ac2b658e-7ce1-44bb-9f9f-bf4198ceaa29" providerId="ADAL" clId="{CAA7ED57-6CB4-47E9-97A3-E3E9BB986C27}" dt="2023-05-11T10:15:54.338" v="1101" actId="20577"/>
        <pc:sldMkLst>
          <pc:docMk/>
          <pc:sldMk cId="2089737958" sldId="525"/>
        </pc:sldMkLst>
        <pc:spChg chg="mod">
          <ac:chgData name="Yeo Xiong Wei, Jonathan" userId="ac2b658e-7ce1-44bb-9f9f-bf4198ceaa29" providerId="ADAL" clId="{CAA7ED57-6CB4-47E9-97A3-E3E9BB986C27}" dt="2023-05-11T10:15:43.287" v="1098" actId="6549"/>
          <ac:spMkLst>
            <pc:docMk/>
            <pc:sldMk cId="2089737958" sldId="525"/>
            <ac:spMk id="2" creationId="{635632ED-6249-4378-9241-C14C3A5BA9EB}"/>
          </ac:spMkLst>
        </pc:spChg>
        <pc:spChg chg="mod">
          <ac:chgData name="Yeo Xiong Wei, Jonathan" userId="ac2b658e-7ce1-44bb-9f9f-bf4198ceaa29" providerId="ADAL" clId="{CAA7ED57-6CB4-47E9-97A3-E3E9BB986C27}" dt="2023-05-11T10:15:54.338" v="1101" actId="20577"/>
          <ac:spMkLst>
            <pc:docMk/>
            <pc:sldMk cId="2089737958" sldId="525"/>
            <ac:spMk id="3" creationId="{F6166362-5747-4CF8-8778-889699D343D3}"/>
          </ac:spMkLst>
        </pc:spChg>
      </pc:sldChg>
      <pc:sldChg chg="modSp mod modAnim">
        <pc:chgData name="Yeo Xiong Wei, Jonathan" userId="ac2b658e-7ce1-44bb-9f9f-bf4198ceaa29" providerId="ADAL" clId="{CAA7ED57-6CB4-47E9-97A3-E3E9BB986C27}" dt="2023-05-11T10:18:45.808" v="1368" actId="20577"/>
        <pc:sldMkLst>
          <pc:docMk/>
          <pc:sldMk cId="3072203509" sldId="534"/>
        </pc:sldMkLst>
        <pc:spChg chg="mod">
          <ac:chgData name="Yeo Xiong Wei, Jonathan" userId="ac2b658e-7ce1-44bb-9f9f-bf4198ceaa29" providerId="ADAL" clId="{CAA7ED57-6CB4-47E9-97A3-E3E9BB986C27}" dt="2023-05-11T10:18:45.808" v="1368" actId="20577"/>
          <ac:spMkLst>
            <pc:docMk/>
            <pc:sldMk cId="3072203509" sldId="534"/>
            <ac:spMk id="3" creationId="{F6166362-5747-4CF8-8778-889699D343D3}"/>
          </ac:spMkLst>
        </pc:spChg>
      </pc:sldChg>
      <pc:sldChg chg="modSp">
        <pc:chgData name="Yeo Xiong Wei, Jonathan" userId="ac2b658e-7ce1-44bb-9f9f-bf4198ceaa29" providerId="ADAL" clId="{CAA7ED57-6CB4-47E9-97A3-E3E9BB986C27}" dt="2023-05-11T10:14:24.131" v="1093" actId="404"/>
        <pc:sldMkLst>
          <pc:docMk/>
          <pc:sldMk cId="1913469756" sldId="535"/>
        </pc:sldMkLst>
        <pc:spChg chg="mod">
          <ac:chgData name="Yeo Xiong Wei, Jonathan" userId="ac2b658e-7ce1-44bb-9f9f-bf4198ceaa29" providerId="ADAL" clId="{CAA7ED57-6CB4-47E9-97A3-E3E9BB986C27}" dt="2023-05-11T10:14:24.131" v="1093" actId="404"/>
          <ac:spMkLst>
            <pc:docMk/>
            <pc:sldMk cId="1913469756" sldId="535"/>
            <ac:spMk id="3" creationId="{F6166362-5747-4CF8-8778-889699D343D3}"/>
          </ac:spMkLst>
        </pc:spChg>
      </pc:sldChg>
      <pc:sldChg chg="del">
        <pc:chgData name="Yeo Xiong Wei, Jonathan" userId="ac2b658e-7ce1-44bb-9f9f-bf4198ceaa29" providerId="ADAL" clId="{CAA7ED57-6CB4-47E9-97A3-E3E9BB986C27}" dt="2023-05-11T10:15:23.908" v="1096" actId="47"/>
        <pc:sldMkLst>
          <pc:docMk/>
          <pc:sldMk cId="2982498073" sldId="539"/>
        </pc:sldMkLst>
      </pc:sldChg>
      <pc:sldChg chg="modSp mod">
        <pc:chgData name="Yeo Xiong Wei, Jonathan" userId="ac2b658e-7ce1-44bb-9f9f-bf4198ceaa29" providerId="ADAL" clId="{CAA7ED57-6CB4-47E9-97A3-E3E9BB986C27}" dt="2023-05-11T10:10:02.836" v="1041" actId="404"/>
        <pc:sldMkLst>
          <pc:docMk/>
          <pc:sldMk cId="2696927729" sldId="547"/>
        </pc:sldMkLst>
        <pc:spChg chg="mod">
          <ac:chgData name="Yeo Xiong Wei, Jonathan" userId="ac2b658e-7ce1-44bb-9f9f-bf4198ceaa29" providerId="ADAL" clId="{CAA7ED57-6CB4-47E9-97A3-E3E9BB986C27}" dt="2023-05-11T10:10:02.836" v="1041" actId="404"/>
          <ac:spMkLst>
            <pc:docMk/>
            <pc:sldMk cId="2696927729" sldId="547"/>
            <ac:spMk id="11" creationId="{70E0456D-082A-4C39-8295-86EF554753DA}"/>
          </ac:spMkLst>
        </pc:spChg>
      </pc:sldChg>
      <pc:sldChg chg="addSp delSp modSp mod">
        <pc:chgData name="Yeo Xiong Wei, Jonathan" userId="ac2b658e-7ce1-44bb-9f9f-bf4198ceaa29" providerId="ADAL" clId="{CAA7ED57-6CB4-47E9-97A3-E3E9BB986C27}" dt="2023-05-11T10:11:56.981" v="1085" actId="478"/>
        <pc:sldMkLst>
          <pc:docMk/>
          <pc:sldMk cId="344185582" sldId="549"/>
        </pc:sldMkLst>
        <pc:spChg chg="add mod">
          <ac:chgData name="Yeo Xiong Wei, Jonathan" userId="ac2b658e-7ce1-44bb-9f9f-bf4198ceaa29" providerId="ADAL" clId="{CAA7ED57-6CB4-47E9-97A3-E3E9BB986C27}" dt="2023-05-11T10:10:54.194" v="1056" actId="1076"/>
          <ac:spMkLst>
            <pc:docMk/>
            <pc:sldMk cId="344185582" sldId="549"/>
            <ac:spMk id="4" creationId="{FD8F21A1-85FF-6A7D-ED9D-56B6D2E3A87E}"/>
          </ac:spMkLst>
        </pc:spChg>
        <pc:spChg chg="add mod">
          <ac:chgData name="Yeo Xiong Wei, Jonathan" userId="ac2b658e-7ce1-44bb-9f9f-bf4198ceaa29" providerId="ADAL" clId="{CAA7ED57-6CB4-47E9-97A3-E3E9BB986C27}" dt="2023-05-11T10:11:14.139" v="1063" actId="1076"/>
          <ac:spMkLst>
            <pc:docMk/>
            <pc:sldMk cId="344185582" sldId="549"/>
            <ac:spMk id="8" creationId="{589C334D-F50D-4EB1-F75D-11FAB25F73FF}"/>
          </ac:spMkLst>
        </pc:spChg>
        <pc:spChg chg="add del mod">
          <ac:chgData name="Yeo Xiong Wei, Jonathan" userId="ac2b658e-7ce1-44bb-9f9f-bf4198ceaa29" providerId="ADAL" clId="{CAA7ED57-6CB4-47E9-97A3-E3E9BB986C27}" dt="2023-05-11T10:11:16.030" v="1065"/>
          <ac:spMkLst>
            <pc:docMk/>
            <pc:sldMk cId="344185582" sldId="549"/>
            <ac:spMk id="43" creationId="{A703596A-4139-0855-6A3E-9F3E89B5A3F3}"/>
          </ac:spMkLst>
        </pc:spChg>
        <pc:spChg chg="add mod">
          <ac:chgData name="Yeo Xiong Wei, Jonathan" userId="ac2b658e-7ce1-44bb-9f9f-bf4198ceaa29" providerId="ADAL" clId="{CAA7ED57-6CB4-47E9-97A3-E3E9BB986C27}" dt="2023-05-11T10:11:20.363" v="1067" actId="1076"/>
          <ac:spMkLst>
            <pc:docMk/>
            <pc:sldMk cId="344185582" sldId="549"/>
            <ac:spMk id="44" creationId="{2A4AC4FF-1CE7-3678-5BC0-01BF0F42D50D}"/>
          </ac:spMkLst>
        </pc:spChg>
        <pc:spChg chg="add mod">
          <ac:chgData name="Yeo Xiong Wei, Jonathan" userId="ac2b658e-7ce1-44bb-9f9f-bf4198ceaa29" providerId="ADAL" clId="{CAA7ED57-6CB4-47E9-97A3-E3E9BB986C27}" dt="2023-05-11T10:11:24.708" v="1069" actId="1076"/>
          <ac:spMkLst>
            <pc:docMk/>
            <pc:sldMk cId="344185582" sldId="549"/>
            <ac:spMk id="46" creationId="{CB84388B-AAAF-37B7-1C62-E4EF8195A4F4}"/>
          </ac:spMkLst>
        </pc:spChg>
        <pc:spChg chg="add mod">
          <ac:chgData name="Yeo Xiong Wei, Jonathan" userId="ac2b658e-7ce1-44bb-9f9f-bf4198ceaa29" providerId="ADAL" clId="{CAA7ED57-6CB4-47E9-97A3-E3E9BB986C27}" dt="2023-05-11T10:11:30.797" v="1074" actId="1037"/>
          <ac:spMkLst>
            <pc:docMk/>
            <pc:sldMk cId="344185582" sldId="549"/>
            <ac:spMk id="47" creationId="{E1F4B4A0-2F0D-DF8D-07DD-72EF2395160F}"/>
          </ac:spMkLst>
        </pc:spChg>
        <pc:spChg chg="add mod">
          <ac:chgData name="Yeo Xiong Wei, Jonathan" userId="ac2b658e-7ce1-44bb-9f9f-bf4198ceaa29" providerId="ADAL" clId="{CAA7ED57-6CB4-47E9-97A3-E3E9BB986C27}" dt="2023-05-11T10:11:43.725" v="1079" actId="20577"/>
          <ac:spMkLst>
            <pc:docMk/>
            <pc:sldMk cId="344185582" sldId="549"/>
            <ac:spMk id="48" creationId="{8548A983-B345-ABC9-64AA-233CF9E17100}"/>
          </ac:spMkLst>
        </pc:spChg>
        <pc:spChg chg="add del mod">
          <ac:chgData name="Yeo Xiong Wei, Jonathan" userId="ac2b658e-7ce1-44bb-9f9f-bf4198ceaa29" providerId="ADAL" clId="{CAA7ED57-6CB4-47E9-97A3-E3E9BB986C27}" dt="2023-05-11T10:11:56.981" v="1085" actId="478"/>
          <ac:spMkLst>
            <pc:docMk/>
            <pc:sldMk cId="344185582" sldId="549"/>
            <ac:spMk id="49" creationId="{2E56C362-43E4-D3B4-688B-8D43660AEAE7}"/>
          </ac:spMkLst>
        </pc:spChg>
        <pc:spChg chg="add mod">
          <ac:chgData name="Yeo Xiong Wei, Jonathan" userId="ac2b658e-7ce1-44bb-9f9f-bf4198ceaa29" providerId="ADAL" clId="{CAA7ED57-6CB4-47E9-97A3-E3E9BB986C27}" dt="2023-05-11T10:11:54.996" v="1084" actId="1076"/>
          <ac:spMkLst>
            <pc:docMk/>
            <pc:sldMk cId="344185582" sldId="549"/>
            <ac:spMk id="50" creationId="{AEB313FD-C79A-F18C-8F37-75BD96E07964}"/>
          </ac:spMkLst>
        </pc:spChg>
      </pc:sldChg>
      <pc:sldChg chg="addSp modSp">
        <pc:chgData name="Yeo Xiong Wei, Jonathan" userId="ac2b658e-7ce1-44bb-9f9f-bf4198ceaa29" providerId="ADAL" clId="{CAA7ED57-6CB4-47E9-97A3-E3E9BB986C27}" dt="2023-05-11T10:12:06.410" v="1086"/>
        <pc:sldMkLst>
          <pc:docMk/>
          <pc:sldMk cId="441330248" sldId="550"/>
        </pc:sldMkLst>
        <pc:spChg chg="add mod">
          <ac:chgData name="Yeo Xiong Wei, Jonathan" userId="ac2b658e-7ce1-44bb-9f9f-bf4198ceaa29" providerId="ADAL" clId="{CAA7ED57-6CB4-47E9-97A3-E3E9BB986C27}" dt="2023-05-11T10:12:06.410" v="1086"/>
          <ac:spMkLst>
            <pc:docMk/>
            <pc:sldMk cId="441330248" sldId="550"/>
            <ac:spMk id="4" creationId="{8F9519CB-9C56-23F7-BC19-F80C9B5ED117}"/>
          </ac:spMkLst>
        </pc:spChg>
        <pc:spChg chg="add mod">
          <ac:chgData name="Yeo Xiong Wei, Jonathan" userId="ac2b658e-7ce1-44bb-9f9f-bf4198ceaa29" providerId="ADAL" clId="{CAA7ED57-6CB4-47E9-97A3-E3E9BB986C27}" dt="2023-05-11T10:12:06.410" v="1086"/>
          <ac:spMkLst>
            <pc:docMk/>
            <pc:sldMk cId="441330248" sldId="550"/>
            <ac:spMk id="8" creationId="{D54F4283-DBED-FB94-0B25-7CB2AA02B0F9}"/>
          </ac:spMkLst>
        </pc:spChg>
        <pc:spChg chg="add mod">
          <ac:chgData name="Yeo Xiong Wei, Jonathan" userId="ac2b658e-7ce1-44bb-9f9f-bf4198ceaa29" providerId="ADAL" clId="{CAA7ED57-6CB4-47E9-97A3-E3E9BB986C27}" dt="2023-05-11T10:12:06.410" v="1086"/>
          <ac:spMkLst>
            <pc:docMk/>
            <pc:sldMk cId="441330248" sldId="550"/>
            <ac:spMk id="43" creationId="{72AD3BD7-7982-A9D1-3FAA-161D8820A659}"/>
          </ac:spMkLst>
        </pc:spChg>
        <pc:spChg chg="add mod">
          <ac:chgData name="Yeo Xiong Wei, Jonathan" userId="ac2b658e-7ce1-44bb-9f9f-bf4198ceaa29" providerId="ADAL" clId="{CAA7ED57-6CB4-47E9-97A3-E3E9BB986C27}" dt="2023-05-11T10:12:06.410" v="1086"/>
          <ac:spMkLst>
            <pc:docMk/>
            <pc:sldMk cId="441330248" sldId="550"/>
            <ac:spMk id="44" creationId="{60B04371-FC29-391C-0A6F-42DBD1D02422}"/>
          </ac:spMkLst>
        </pc:spChg>
        <pc:spChg chg="add mod">
          <ac:chgData name="Yeo Xiong Wei, Jonathan" userId="ac2b658e-7ce1-44bb-9f9f-bf4198ceaa29" providerId="ADAL" clId="{CAA7ED57-6CB4-47E9-97A3-E3E9BB986C27}" dt="2023-05-11T10:12:06.410" v="1086"/>
          <ac:spMkLst>
            <pc:docMk/>
            <pc:sldMk cId="441330248" sldId="550"/>
            <ac:spMk id="49" creationId="{2B8631AB-66D7-E683-BA2E-A629D588FE68}"/>
          </ac:spMkLst>
        </pc:spChg>
        <pc:spChg chg="add mod">
          <ac:chgData name="Yeo Xiong Wei, Jonathan" userId="ac2b658e-7ce1-44bb-9f9f-bf4198ceaa29" providerId="ADAL" clId="{CAA7ED57-6CB4-47E9-97A3-E3E9BB986C27}" dt="2023-05-11T10:12:06.410" v="1086"/>
          <ac:spMkLst>
            <pc:docMk/>
            <pc:sldMk cId="441330248" sldId="550"/>
            <ac:spMk id="50" creationId="{823EE256-5FBD-03F4-7E74-EEEF9DAC5085}"/>
          </ac:spMkLst>
        </pc:spChg>
        <pc:spChg chg="add mod">
          <ac:chgData name="Yeo Xiong Wei, Jonathan" userId="ac2b658e-7ce1-44bb-9f9f-bf4198ceaa29" providerId="ADAL" clId="{CAA7ED57-6CB4-47E9-97A3-E3E9BB986C27}" dt="2023-05-11T10:12:06.410" v="1086"/>
          <ac:spMkLst>
            <pc:docMk/>
            <pc:sldMk cId="441330248" sldId="550"/>
            <ac:spMk id="51" creationId="{3668330F-20D5-283D-0959-AA109293211F}"/>
          </ac:spMkLst>
        </pc:spChg>
      </pc:sldChg>
      <pc:sldChg chg="del">
        <pc:chgData name="Yeo Xiong Wei, Jonathan" userId="ac2b658e-7ce1-44bb-9f9f-bf4198ceaa29" providerId="ADAL" clId="{CAA7ED57-6CB4-47E9-97A3-E3E9BB986C27}" dt="2023-05-11T10:15:31.776" v="1097" actId="47"/>
        <pc:sldMkLst>
          <pc:docMk/>
          <pc:sldMk cId="993021302" sldId="551"/>
        </pc:sldMkLst>
      </pc:sldChg>
      <pc:sldChg chg="del">
        <pc:chgData name="Yeo Xiong Wei, Jonathan" userId="ac2b658e-7ce1-44bb-9f9f-bf4198ceaa29" providerId="ADAL" clId="{CAA7ED57-6CB4-47E9-97A3-E3E9BB986C27}" dt="2023-05-11T09:55:23.616" v="838" actId="47"/>
        <pc:sldMkLst>
          <pc:docMk/>
          <pc:sldMk cId="633842900" sldId="552"/>
        </pc:sldMkLst>
      </pc:sldChg>
      <pc:sldChg chg="modSp">
        <pc:chgData name="Yeo Xiong Wei, Jonathan" userId="ac2b658e-7ce1-44bb-9f9f-bf4198ceaa29" providerId="ADAL" clId="{CAA7ED57-6CB4-47E9-97A3-E3E9BB986C27}" dt="2023-05-11T10:07:41.748" v="1030" actId="20577"/>
        <pc:sldMkLst>
          <pc:docMk/>
          <pc:sldMk cId="1949981418" sldId="553"/>
        </pc:sldMkLst>
        <pc:spChg chg="mod">
          <ac:chgData name="Yeo Xiong Wei, Jonathan" userId="ac2b658e-7ce1-44bb-9f9f-bf4198ceaa29" providerId="ADAL" clId="{CAA7ED57-6CB4-47E9-97A3-E3E9BB986C27}" dt="2023-05-11T10:07:41.748" v="1030" actId="20577"/>
          <ac:spMkLst>
            <pc:docMk/>
            <pc:sldMk cId="1949981418" sldId="553"/>
            <ac:spMk id="16" creationId="{DD99C6AA-4FB0-4001-819D-E2F987201D6E}"/>
          </ac:spMkLst>
        </pc:spChg>
      </pc:sldChg>
      <pc:sldChg chg="modSp mod modAnim">
        <pc:chgData name="Yeo Xiong Wei, Jonathan" userId="ac2b658e-7ce1-44bb-9f9f-bf4198ceaa29" providerId="ADAL" clId="{CAA7ED57-6CB4-47E9-97A3-E3E9BB986C27}" dt="2023-05-11T10:16:38.138" v="1137" actId="20577"/>
        <pc:sldMkLst>
          <pc:docMk/>
          <pc:sldMk cId="3316400165" sldId="554"/>
        </pc:sldMkLst>
        <pc:spChg chg="mod">
          <ac:chgData name="Yeo Xiong Wei, Jonathan" userId="ac2b658e-7ce1-44bb-9f9f-bf4198ceaa29" providerId="ADAL" clId="{CAA7ED57-6CB4-47E9-97A3-E3E9BB986C27}" dt="2023-05-11T10:16:38.138" v="1137" actId="20577"/>
          <ac:spMkLst>
            <pc:docMk/>
            <pc:sldMk cId="3316400165" sldId="554"/>
            <ac:spMk id="5" creationId="{061BB625-FA9F-47AA-B90D-A911EB43A74D}"/>
          </ac:spMkLst>
        </pc:spChg>
        <pc:spChg chg="mod">
          <ac:chgData name="Yeo Xiong Wei, Jonathan" userId="ac2b658e-7ce1-44bb-9f9f-bf4198ceaa29" providerId="ADAL" clId="{CAA7ED57-6CB4-47E9-97A3-E3E9BB986C27}" dt="2023-05-11T10:16:30.040" v="1109" actId="1076"/>
          <ac:spMkLst>
            <pc:docMk/>
            <pc:sldMk cId="3316400165" sldId="554"/>
            <ac:spMk id="7" creationId="{159BC456-5DEF-8F32-0EC2-CC3D0101D5B6}"/>
          </ac:spMkLst>
        </pc:spChg>
      </pc:sldChg>
      <pc:sldChg chg="del">
        <pc:chgData name="Yeo Xiong Wei, Jonathan" userId="ac2b658e-7ce1-44bb-9f9f-bf4198ceaa29" providerId="ADAL" clId="{CAA7ED57-6CB4-47E9-97A3-E3E9BB986C27}" dt="2023-05-11T10:15:23.908" v="1096" actId="47"/>
        <pc:sldMkLst>
          <pc:docMk/>
          <pc:sldMk cId="3048014762" sldId="555"/>
        </pc:sldMkLst>
      </pc:sldChg>
      <pc:sldChg chg="modSp mod">
        <pc:chgData name="Yeo Xiong Wei, Jonathan" userId="ac2b658e-7ce1-44bb-9f9f-bf4198ceaa29" providerId="ADAL" clId="{CAA7ED57-6CB4-47E9-97A3-E3E9BB986C27}" dt="2023-05-11T10:29:06.684" v="2031" actId="20577"/>
        <pc:sldMkLst>
          <pc:docMk/>
          <pc:sldMk cId="593893286" sldId="557"/>
        </pc:sldMkLst>
        <pc:spChg chg="mod">
          <ac:chgData name="Yeo Xiong Wei, Jonathan" userId="ac2b658e-7ce1-44bb-9f9f-bf4198ceaa29" providerId="ADAL" clId="{CAA7ED57-6CB4-47E9-97A3-E3E9BB986C27}" dt="2023-05-11T10:29:06.684" v="2031" actId="20577"/>
          <ac:spMkLst>
            <pc:docMk/>
            <pc:sldMk cId="593893286" sldId="557"/>
            <ac:spMk id="2" creationId="{2CB5D650-87DA-40F9-8CA6-5134E768F879}"/>
          </ac:spMkLst>
        </pc:spChg>
      </pc:sldChg>
      <pc:sldChg chg="modSp modAnim">
        <pc:chgData name="Yeo Xiong Wei, Jonathan" userId="ac2b658e-7ce1-44bb-9f9f-bf4198ceaa29" providerId="ADAL" clId="{CAA7ED57-6CB4-47E9-97A3-E3E9BB986C27}" dt="2023-05-11T09:58:11.710" v="1028" actId="20577"/>
        <pc:sldMkLst>
          <pc:docMk/>
          <pc:sldMk cId="2835186569" sldId="559"/>
        </pc:sldMkLst>
        <pc:spChg chg="mod">
          <ac:chgData name="Yeo Xiong Wei, Jonathan" userId="ac2b658e-7ce1-44bb-9f9f-bf4198ceaa29" providerId="ADAL" clId="{CAA7ED57-6CB4-47E9-97A3-E3E9BB986C27}" dt="2023-05-11T09:58:11.710" v="1028" actId="20577"/>
          <ac:spMkLst>
            <pc:docMk/>
            <pc:sldMk cId="2835186569" sldId="559"/>
            <ac:spMk id="13" creationId="{311BA5A6-B861-4BFF-AB7F-53574F60940F}"/>
          </ac:spMkLst>
        </pc:spChg>
      </pc:sldChg>
      <pc:sldChg chg="modSp add mod">
        <pc:chgData name="Yeo Xiong Wei, Jonathan" userId="ac2b658e-7ce1-44bb-9f9f-bf4198ceaa29" providerId="ADAL" clId="{CAA7ED57-6CB4-47E9-97A3-E3E9BB986C27}" dt="2023-05-11T09:41:12.128" v="307" actId="20577"/>
        <pc:sldMkLst>
          <pc:docMk/>
          <pc:sldMk cId="925087040" sldId="560"/>
        </pc:sldMkLst>
        <pc:spChg chg="mod">
          <ac:chgData name="Yeo Xiong Wei, Jonathan" userId="ac2b658e-7ce1-44bb-9f9f-bf4198ceaa29" providerId="ADAL" clId="{CAA7ED57-6CB4-47E9-97A3-E3E9BB986C27}" dt="2023-05-11T09:41:12.128" v="307" actId="20577"/>
          <ac:spMkLst>
            <pc:docMk/>
            <pc:sldMk cId="925087040" sldId="560"/>
            <ac:spMk id="52225" creationId="{00000000-0000-0000-0000-000000000000}"/>
          </ac:spMkLst>
        </pc:spChg>
      </pc:sldChg>
      <pc:sldChg chg="addSp delSp modSp add mod delAnim">
        <pc:chgData name="Yeo Xiong Wei, Jonathan" userId="ac2b658e-7ce1-44bb-9f9f-bf4198ceaa29" providerId="ADAL" clId="{CAA7ED57-6CB4-47E9-97A3-E3E9BB986C27}" dt="2023-05-11T10:20:43.180" v="1418" actId="1076"/>
        <pc:sldMkLst>
          <pc:docMk/>
          <pc:sldMk cId="898455515" sldId="561"/>
        </pc:sldMkLst>
        <pc:spChg chg="add mod">
          <ac:chgData name="Yeo Xiong Wei, Jonathan" userId="ac2b658e-7ce1-44bb-9f9f-bf4198ceaa29" providerId="ADAL" clId="{CAA7ED57-6CB4-47E9-97A3-E3E9BB986C27}" dt="2023-05-11T10:20:43.180" v="1418" actId="1076"/>
          <ac:spMkLst>
            <pc:docMk/>
            <pc:sldMk cId="898455515" sldId="561"/>
            <ac:spMk id="2" creationId="{4A8F9CD4-3B6B-8D2F-E0AE-C86428EBA8D1}"/>
          </ac:spMkLst>
        </pc:spChg>
        <pc:spChg chg="del">
          <ac:chgData name="Yeo Xiong Wei, Jonathan" userId="ac2b658e-7ce1-44bb-9f9f-bf4198ceaa29" providerId="ADAL" clId="{CAA7ED57-6CB4-47E9-97A3-E3E9BB986C27}" dt="2023-05-11T10:20:18.105" v="1387" actId="478"/>
          <ac:spMkLst>
            <pc:docMk/>
            <pc:sldMk cId="898455515" sldId="561"/>
            <ac:spMk id="6" creationId="{9A47DA24-CF9F-4D57-96A5-8C17AC9730E5}"/>
          </ac:spMkLst>
        </pc:spChg>
        <pc:spChg chg="del">
          <ac:chgData name="Yeo Xiong Wei, Jonathan" userId="ac2b658e-7ce1-44bb-9f9f-bf4198ceaa29" providerId="ADAL" clId="{CAA7ED57-6CB4-47E9-97A3-E3E9BB986C27}" dt="2023-05-11T10:20:19.300" v="1388" actId="478"/>
          <ac:spMkLst>
            <pc:docMk/>
            <pc:sldMk cId="898455515" sldId="561"/>
            <ac:spMk id="8" creationId="{4E345EBD-3211-49E8-BC1B-95F36CB17644}"/>
          </ac:spMkLst>
        </pc:spChg>
        <pc:spChg chg="del">
          <ac:chgData name="Yeo Xiong Wei, Jonathan" userId="ac2b658e-7ce1-44bb-9f9f-bf4198ceaa29" providerId="ADAL" clId="{CAA7ED57-6CB4-47E9-97A3-E3E9BB986C27}" dt="2023-05-11T10:20:14.768" v="1384" actId="478"/>
          <ac:spMkLst>
            <pc:docMk/>
            <pc:sldMk cId="898455515" sldId="561"/>
            <ac:spMk id="11" creationId="{C5E7D71C-AAC7-489B-9C0C-D9D2A38BD18C}"/>
          </ac:spMkLst>
        </pc:spChg>
        <pc:graphicFrameChg chg="del mod">
          <ac:chgData name="Yeo Xiong Wei, Jonathan" userId="ac2b658e-7ce1-44bb-9f9f-bf4198ceaa29" providerId="ADAL" clId="{CAA7ED57-6CB4-47E9-97A3-E3E9BB986C27}" dt="2023-05-11T10:20:16.784" v="1386" actId="478"/>
          <ac:graphicFrameMkLst>
            <pc:docMk/>
            <pc:sldMk cId="898455515" sldId="561"/>
            <ac:graphicFrameMk id="3" creationId="{23E5F4E2-BF6E-43E4-A1A7-91A8D1C2DBD3}"/>
          </ac:graphicFrameMkLst>
        </pc:graphicFrameChg>
      </pc:sldChg>
      <pc:sldChg chg="modSp add del modAnim modNotesTx">
        <pc:chgData name="Yeo Xiong Wei, Jonathan" userId="ac2b658e-7ce1-44bb-9f9f-bf4198ceaa29" providerId="ADAL" clId="{CAA7ED57-6CB4-47E9-97A3-E3E9BB986C27}" dt="2023-05-11T10:28:26.554" v="2026" actId="47"/>
        <pc:sldMkLst>
          <pc:docMk/>
          <pc:sldMk cId="2316291946" sldId="562"/>
        </pc:sldMkLst>
        <pc:spChg chg="mod">
          <ac:chgData name="Yeo Xiong Wei, Jonathan" userId="ac2b658e-7ce1-44bb-9f9f-bf4198ceaa29" providerId="ADAL" clId="{CAA7ED57-6CB4-47E9-97A3-E3E9BB986C27}" dt="2023-05-11T10:27:54.067" v="2025" actId="20577"/>
          <ac:spMkLst>
            <pc:docMk/>
            <pc:sldMk cId="2316291946" sldId="562"/>
            <ac:spMk id="108546" creationId="{00000000-0000-0000-0000-000000000000}"/>
          </ac:spMkLst>
        </pc:spChg>
      </pc:sldChg>
      <pc:sldChg chg="addSp delSp modSp add mod">
        <pc:chgData name="Yeo Xiong Wei, Jonathan" userId="ac2b658e-7ce1-44bb-9f9f-bf4198ceaa29" providerId="ADAL" clId="{CAA7ED57-6CB4-47E9-97A3-E3E9BB986C27}" dt="2023-05-11T10:34:00.464" v="2489" actId="20577"/>
        <pc:sldMkLst>
          <pc:docMk/>
          <pc:sldMk cId="3284525689" sldId="562"/>
        </pc:sldMkLst>
        <pc:spChg chg="mod">
          <ac:chgData name="Yeo Xiong Wei, Jonathan" userId="ac2b658e-7ce1-44bb-9f9f-bf4198ceaa29" providerId="ADAL" clId="{CAA7ED57-6CB4-47E9-97A3-E3E9BB986C27}" dt="2023-05-11T10:28:59.283" v="2029" actId="20577"/>
          <ac:spMkLst>
            <pc:docMk/>
            <pc:sldMk cId="3284525689" sldId="562"/>
            <ac:spMk id="2" creationId="{2CB5D650-87DA-40F9-8CA6-5134E768F879}"/>
          </ac:spMkLst>
        </pc:spChg>
        <pc:spChg chg="mod">
          <ac:chgData name="Yeo Xiong Wei, Jonathan" userId="ac2b658e-7ce1-44bb-9f9f-bf4198ceaa29" providerId="ADAL" clId="{CAA7ED57-6CB4-47E9-97A3-E3E9BB986C27}" dt="2023-05-11T10:34:00.464" v="2489" actId="20577"/>
          <ac:spMkLst>
            <pc:docMk/>
            <pc:sldMk cId="3284525689" sldId="562"/>
            <ac:spMk id="3" creationId="{5F1084EF-22C8-4EF1-B3AC-5CD9C82F5106}"/>
          </ac:spMkLst>
        </pc:spChg>
        <pc:spChg chg="add mod">
          <ac:chgData name="Yeo Xiong Wei, Jonathan" userId="ac2b658e-7ce1-44bb-9f9f-bf4198ceaa29" providerId="ADAL" clId="{CAA7ED57-6CB4-47E9-97A3-E3E9BB986C27}" dt="2023-05-11T10:33:28.217" v="2424" actId="1076"/>
          <ac:spMkLst>
            <pc:docMk/>
            <pc:sldMk cId="3284525689" sldId="562"/>
            <ac:spMk id="7" creationId="{A4244EC2-6135-C9B2-BA9E-7DDB9D82210E}"/>
          </ac:spMkLst>
        </pc:spChg>
        <pc:spChg chg="add mod">
          <ac:chgData name="Yeo Xiong Wei, Jonathan" userId="ac2b658e-7ce1-44bb-9f9f-bf4198ceaa29" providerId="ADAL" clId="{CAA7ED57-6CB4-47E9-97A3-E3E9BB986C27}" dt="2023-05-11T10:33:28.217" v="2424" actId="1076"/>
          <ac:spMkLst>
            <pc:docMk/>
            <pc:sldMk cId="3284525689" sldId="562"/>
            <ac:spMk id="8" creationId="{E3B897E0-FDE5-8215-5AB5-B896BAF64C28}"/>
          </ac:spMkLst>
        </pc:spChg>
        <pc:graphicFrameChg chg="add mod modGraphic">
          <ac:chgData name="Yeo Xiong Wei, Jonathan" userId="ac2b658e-7ce1-44bb-9f9f-bf4198ceaa29" providerId="ADAL" clId="{CAA7ED57-6CB4-47E9-97A3-E3E9BB986C27}" dt="2023-05-11T10:33:28.217" v="2424" actId="1076"/>
          <ac:graphicFrameMkLst>
            <pc:docMk/>
            <pc:sldMk cId="3284525689" sldId="562"/>
            <ac:graphicFrameMk id="5" creationId="{2B4D8162-DB2A-BACA-B131-C3EDF38D15E5}"/>
          </ac:graphicFrameMkLst>
        </pc:graphicFrameChg>
        <pc:graphicFrameChg chg="del">
          <ac:chgData name="Yeo Xiong Wei, Jonathan" userId="ac2b658e-7ce1-44bb-9f9f-bf4198ceaa29" providerId="ADAL" clId="{CAA7ED57-6CB4-47E9-97A3-E3E9BB986C27}" dt="2023-05-11T10:29:15.162" v="2032" actId="478"/>
          <ac:graphicFrameMkLst>
            <pc:docMk/>
            <pc:sldMk cId="3284525689" sldId="562"/>
            <ac:graphicFrameMk id="6" creationId="{153EF08D-1665-2C93-1C3D-779EA75C2574}"/>
          </ac:graphicFrameMkLst>
        </pc:graphicFrameChg>
      </pc:sldChg>
    </pc:docChg>
  </pc:docChgLst>
  <pc:docChgLst>
    <pc:chgData name="#ZHANG XIAOJIE#" userId="S::xiaojie001@e.ntu.edu.sg::ee6d79db-cd4d-4b68-b274-d745f7f107f3" providerId="AD" clId="Web-{7264D071-6BC0-FF01-6E0E-06752A8AF5A7}"/>
    <pc:docChg chg="modSld">
      <pc:chgData name="#ZHANG XIAOJIE#" userId="S::xiaojie001@e.ntu.edu.sg::ee6d79db-cd4d-4b68-b274-d745f7f107f3" providerId="AD" clId="Web-{7264D071-6BC0-FF01-6E0E-06752A8AF5A7}" dt="2023-08-18T12:48:29.974" v="1" actId="1076"/>
      <pc:docMkLst>
        <pc:docMk/>
      </pc:docMkLst>
      <pc:sldChg chg="modSp">
        <pc:chgData name="#ZHANG XIAOJIE#" userId="S::xiaojie001@e.ntu.edu.sg::ee6d79db-cd4d-4b68-b274-d745f7f107f3" providerId="AD" clId="Web-{7264D071-6BC0-FF01-6E0E-06752A8AF5A7}" dt="2023-08-18T12:48:29.974" v="1" actId="1076"/>
        <pc:sldMkLst>
          <pc:docMk/>
          <pc:sldMk cId="1415672847" sldId="485"/>
        </pc:sldMkLst>
        <pc:spChg chg="mod">
          <ac:chgData name="#ZHANG XIAOJIE#" userId="S::xiaojie001@e.ntu.edu.sg::ee6d79db-cd4d-4b68-b274-d745f7f107f3" providerId="AD" clId="Web-{7264D071-6BC0-FF01-6E0E-06752A8AF5A7}" dt="2023-08-18T12:48:29.974" v="1" actId="1076"/>
          <ac:spMkLst>
            <pc:docMk/>
            <pc:sldMk cId="1415672847" sldId="485"/>
            <ac:spMk id="16" creationId="{DD99C6AA-4FB0-4001-819D-E2F987201D6E}"/>
          </ac:spMkLst>
        </pc:spChg>
      </pc:sldChg>
    </pc:docChg>
  </pc:docChgLst>
  <pc:docChgLst>
    <pc:chgData name="Yeo Xiong Wei, Jonathan" userId="ac2b658e-7ce1-44bb-9f9f-bf4198ceaa29" providerId="ADAL" clId="{8A48C3B3-305B-4BA2-BA10-5B3346F91172}"/>
    <pc:docChg chg="undo redo custSel addSld delSld modSld sldOrd">
      <pc:chgData name="Yeo Xiong Wei, Jonathan" userId="ac2b658e-7ce1-44bb-9f9f-bf4198ceaa29" providerId="ADAL" clId="{8A48C3B3-305B-4BA2-BA10-5B3346F91172}" dt="2024-08-26T08:03:52.065" v="4525"/>
      <pc:docMkLst>
        <pc:docMk/>
      </pc:docMkLst>
      <pc:sldChg chg="modSp mod">
        <pc:chgData name="Yeo Xiong Wei, Jonathan" userId="ac2b658e-7ce1-44bb-9f9f-bf4198ceaa29" providerId="ADAL" clId="{8A48C3B3-305B-4BA2-BA10-5B3346F91172}" dt="2024-08-26T07:51:12.002" v="4038" actId="20577"/>
        <pc:sldMkLst>
          <pc:docMk/>
          <pc:sldMk cId="2402952431" sldId="434"/>
        </pc:sldMkLst>
        <pc:spChg chg="mod">
          <ac:chgData name="Yeo Xiong Wei, Jonathan" userId="ac2b658e-7ce1-44bb-9f9f-bf4198ceaa29" providerId="ADAL" clId="{8A48C3B3-305B-4BA2-BA10-5B3346F91172}" dt="2024-08-26T06:12:10.842" v="240" actId="1076"/>
          <ac:spMkLst>
            <pc:docMk/>
            <pc:sldMk cId="2402952431" sldId="434"/>
            <ac:spMk id="7" creationId="{C0E42650-81B5-4C50-81EB-66564AD673EA}"/>
          </ac:spMkLst>
        </pc:spChg>
        <pc:spChg chg="mod">
          <ac:chgData name="Yeo Xiong Wei, Jonathan" userId="ac2b658e-7ce1-44bb-9f9f-bf4198ceaa29" providerId="ADAL" clId="{8A48C3B3-305B-4BA2-BA10-5B3346F91172}" dt="2024-08-26T06:12:10.842" v="240" actId="1076"/>
          <ac:spMkLst>
            <pc:docMk/>
            <pc:sldMk cId="2402952431" sldId="434"/>
            <ac:spMk id="9" creationId="{F3A478C2-906F-4C71-93C3-E9A078BFBB67}"/>
          </ac:spMkLst>
        </pc:spChg>
        <pc:spChg chg="mod">
          <ac:chgData name="Yeo Xiong Wei, Jonathan" userId="ac2b658e-7ce1-44bb-9f9f-bf4198ceaa29" providerId="ADAL" clId="{8A48C3B3-305B-4BA2-BA10-5B3346F91172}" dt="2024-08-26T07:51:12.002" v="4038" actId="20577"/>
          <ac:spMkLst>
            <pc:docMk/>
            <pc:sldMk cId="2402952431" sldId="434"/>
            <ac:spMk id="16" creationId="{DD99C6AA-4FB0-4001-819D-E2F987201D6E}"/>
          </ac:spMkLst>
        </pc:spChg>
        <pc:graphicFrameChg chg="mod">
          <ac:chgData name="Yeo Xiong Wei, Jonathan" userId="ac2b658e-7ce1-44bb-9f9f-bf4198ceaa29" providerId="ADAL" clId="{8A48C3B3-305B-4BA2-BA10-5B3346F91172}" dt="2024-08-26T06:12:10.842" v="240" actId="1076"/>
          <ac:graphicFrameMkLst>
            <pc:docMk/>
            <pc:sldMk cId="2402952431" sldId="434"/>
            <ac:graphicFrameMk id="5" creationId="{852CCDDB-5ED2-4AE0-AA49-6ACD4B85A7BD}"/>
          </ac:graphicFrameMkLst>
        </pc:graphicFrameChg>
      </pc:sldChg>
      <pc:sldChg chg="modSp mod">
        <pc:chgData name="Yeo Xiong Wei, Jonathan" userId="ac2b658e-7ce1-44bb-9f9f-bf4198ceaa29" providerId="ADAL" clId="{8A48C3B3-305B-4BA2-BA10-5B3346F91172}" dt="2024-08-26T06:11:33.021" v="202" actId="113"/>
        <pc:sldMkLst>
          <pc:docMk/>
          <pc:sldMk cId="3670485337" sldId="436"/>
        </pc:sldMkLst>
        <pc:spChg chg="mod">
          <ac:chgData name="Yeo Xiong Wei, Jonathan" userId="ac2b658e-7ce1-44bb-9f9f-bf4198ceaa29" providerId="ADAL" clId="{8A48C3B3-305B-4BA2-BA10-5B3346F91172}" dt="2024-08-26T06:11:33.021" v="202" actId="113"/>
          <ac:spMkLst>
            <pc:docMk/>
            <pc:sldMk cId="3670485337" sldId="436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8A48C3B3-305B-4BA2-BA10-5B3346F91172}" dt="2024-08-26T06:14:43.565" v="250" actId="20577"/>
        <pc:sldMkLst>
          <pc:docMk/>
          <pc:sldMk cId="406670790" sldId="457"/>
        </pc:sldMkLst>
        <pc:spChg chg="mod">
          <ac:chgData name="Yeo Xiong Wei, Jonathan" userId="ac2b658e-7ce1-44bb-9f9f-bf4198ceaa29" providerId="ADAL" clId="{8A48C3B3-305B-4BA2-BA10-5B3346F91172}" dt="2024-08-26T06:14:43.565" v="250" actId="20577"/>
          <ac:spMkLst>
            <pc:docMk/>
            <pc:sldMk cId="406670790" sldId="457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8A48C3B3-305B-4BA2-BA10-5B3346F91172}" dt="2024-08-26T07:35:48.593" v="3477" actId="1076"/>
        <pc:sldMkLst>
          <pc:docMk/>
          <pc:sldMk cId="4160036871" sldId="458"/>
        </pc:sldMkLst>
        <pc:spChg chg="mod">
          <ac:chgData name="Yeo Xiong Wei, Jonathan" userId="ac2b658e-7ce1-44bb-9f9f-bf4198ceaa29" providerId="ADAL" clId="{8A48C3B3-305B-4BA2-BA10-5B3346F91172}" dt="2024-08-26T07:35:41.869" v="3474" actId="1076"/>
          <ac:spMkLst>
            <pc:docMk/>
            <pc:sldMk cId="4160036871" sldId="458"/>
            <ac:spMk id="5" creationId="{31554B31-51B0-A271-F31F-4044D8457EF1}"/>
          </ac:spMkLst>
        </pc:spChg>
        <pc:spChg chg="mod">
          <ac:chgData name="Yeo Xiong Wei, Jonathan" userId="ac2b658e-7ce1-44bb-9f9f-bf4198ceaa29" providerId="ADAL" clId="{8A48C3B3-305B-4BA2-BA10-5B3346F91172}" dt="2024-08-26T07:35:41.869" v="3474" actId="1076"/>
          <ac:spMkLst>
            <pc:docMk/>
            <pc:sldMk cId="4160036871" sldId="458"/>
            <ac:spMk id="6" creationId="{8B7E07C4-65F6-FB3F-AC85-28E1E15F6EAF}"/>
          </ac:spMkLst>
        </pc:spChg>
        <pc:spChg chg="mod">
          <ac:chgData name="Yeo Xiong Wei, Jonathan" userId="ac2b658e-7ce1-44bb-9f9f-bf4198ceaa29" providerId="ADAL" clId="{8A48C3B3-305B-4BA2-BA10-5B3346F91172}" dt="2024-08-26T07:35:41.869" v="3474" actId="1076"/>
          <ac:spMkLst>
            <pc:docMk/>
            <pc:sldMk cId="4160036871" sldId="458"/>
            <ac:spMk id="7" creationId="{59EB3CBF-81A9-4689-863D-43F065AC2006}"/>
          </ac:spMkLst>
        </pc:spChg>
        <pc:spChg chg="mod">
          <ac:chgData name="Yeo Xiong Wei, Jonathan" userId="ac2b658e-7ce1-44bb-9f9f-bf4198ceaa29" providerId="ADAL" clId="{8A48C3B3-305B-4BA2-BA10-5B3346F91172}" dt="2024-08-26T07:35:41.869" v="3474" actId="1076"/>
          <ac:spMkLst>
            <pc:docMk/>
            <pc:sldMk cId="4160036871" sldId="458"/>
            <ac:spMk id="15" creationId="{02A2FB87-CC0F-55AD-4C51-427B7D55B758}"/>
          </ac:spMkLst>
        </pc:spChg>
        <pc:spChg chg="mod">
          <ac:chgData name="Yeo Xiong Wei, Jonathan" userId="ac2b658e-7ce1-44bb-9f9f-bf4198ceaa29" providerId="ADAL" clId="{8A48C3B3-305B-4BA2-BA10-5B3346F91172}" dt="2024-08-26T07:35:21.594" v="3473" actId="20577"/>
          <ac:spMkLst>
            <pc:docMk/>
            <pc:sldMk cId="4160036871" sldId="458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8A48C3B3-305B-4BA2-BA10-5B3346F91172}" dt="2024-08-26T07:35:48.593" v="3477" actId="1076"/>
          <ac:spMkLst>
            <pc:docMk/>
            <pc:sldMk cId="4160036871" sldId="458"/>
            <ac:spMk id="18" creationId="{871EAD6F-2B4C-CD36-D51D-609057C7F81F}"/>
          </ac:spMkLst>
        </pc:spChg>
        <pc:spChg chg="mod">
          <ac:chgData name="Yeo Xiong Wei, Jonathan" userId="ac2b658e-7ce1-44bb-9f9f-bf4198ceaa29" providerId="ADAL" clId="{8A48C3B3-305B-4BA2-BA10-5B3346F91172}" dt="2024-08-26T07:35:41.869" v="3474" actId="1076"/>
          <ac:spMkLst>
            <pc:docMk/>
            <pc:sldMk cId="4160036871" sldId="458"/>
            <ac:spMk id="19" creationId="{731D19BD-9221-1FDD-C10E-4825D543E4AF}"/>
          </ac:spMkLst>
        </pc:spChg>
        <pc:spChg chg="mod">
          <ac:chgData name="Yeo Xiong Wei, Jonathan" userId="ac2b658e-7ce1-44bb-9f9f-bf4198ceaa29" providerId="ADAL" clId="{8A48C3B3-305B-4BA2-BA10-5B3346F91172}" dt="2024-08-26T07:35:41.869" v="3474" actId="1076"/>
          <ac:spMkLst>
            <pc:docMk/>
            <pc:sldMk cId="4160036871" sldId="458"/>
            <ac:spMk id="26" creationId="{98371A9D-277C-B820-F526-00051FCEF032}"/>
          </ac:spMkLst>
        </pc:spChg>
        <pc:graphicFrameChg chg="mod">
          <ac:chgData name="Yeo Xiong Wei, Jonathan" userId="ac2b658e-7ce1-44bb-9f9f-bf4198ceaa29" providerId="ADAL" clId="{8A48C3B3-305B-4BA2-BA10-5B3346F91172}" dt="2024-08-26T07:35:41.869" v="3474" actId="1076"/>
          <ac:graphicFrameMkLst>
            <pc:docMk/>
            <pc:sldMk cId="4160036871" sldId="458"/>
            <ac:graphicFrameMk id="4" creationId="{FB1329C4-D361-8DB4-412F-584CE8D39D42}"/>
          </ac:graphicFrameMkLst>
        </pc:graphicFrameChg>
        <pc:picChg chg="mod">
          <ac:chgData name="Yeo Xiong Wei, Jonathan" userId="ac2b658e-7ce1-44bb-9f9f-bf4198ceaa29" providerId="ADAL" clId="{8A48C3B3-305B-4BA2-BA10-5B3346F91172}" dt="2024-08-26T07:35:41.869" v="3474" actId="1076"/>
          <ac:picMkLst>
            <pc:docMk/>
            <pc:sldMk cId="4160036871" sldId="458"/>
            <ac:picMk id="13" creationId="{9B21C087-7F29-7461-A7DA-4A62888ECEDE}"/>
          </ac:picMkLst>
        </pc:picChg>
        <pc:cxnChg chg="mod">
          <ac:chgData name="Yeo Xiong Wei, Jonathan" userId="ac2b658e-7ce1-44bb-9f9f-bf4198ceaa29" providerId="ADAL" clId="{8A48C3B3-305B-4BA2-BA10-5B3346F91172}" dt="2024-08-26T07:35:41.869" v="3474" actId="1076"/>
          <ac:cxnSpMkLst>
            <pc:docMk/>
            <pc:sldMk cId="4160036871" sldId="458"/>
            <ac:cxnSpMk id="20" creationId="{43E20336-036F-D68B-E627-40BBED9DAD20}"/>
          </ac:cxnSpMkLst>
        </pc:cxnChg>
        <pc:cxnChg chg="mod">
          <ac:chgData name="Yeo Xiong Wei, Jonathan" userId="ac2b658e-7ce1-44bb-9f9f-bf4198ceaa29" providerId="ADAL" clId="{8A48C3B3-305B-4BA2-BA10-5B3346F91172}" dt="2024-08-26T07:35:41.869" v="3474" actId="1076"/>
          <ac:cxnSpMkLst>
            <pc:docMk/>
            <pc:sldMk cId="4160036871" sldId="458"/>
            <ac:cxnSpMk id="23" creationId="{7BDC459F-31BB-25F5-36F8-EAEE323BDDA8}"/>
          </ac:cxnSpMkLst>
        </pc:cxnChg>
        <pc:cxnChg chg="mod">
          <ac:chgData name="Yeo Xiong Wei, Jonathan" userId="ac2b658e-7ce1-44bb-9f9f-bf4198ceaa29" providerId="ADAL" clId="{8A48C3B3-305B-4BA2-BA10-5B3346F91172}" dt="2024-08-26T07:35:41.869" v="3474" actId="1076"/>
          <ac:cxnSpMkLst>
            <pc:docMk/>
            <pc:sldMk cId="4160036871" sldId="458"/>
            <ac:cxnSpMk id="24" creationId="{1630A52B-518E-347F-9E20-59DA613B6E4F}"/>
          </ac:cxnSpMkLst>
        </pc:cxnChg>
        <pc:cxnChg chg="mod">
          <ac:chgData name="Yeo Xiong Wei, Jonathan" userId="ac2b658e-7ce1-44bb-9f9f-bf4198ceaa29" providerId="ADAL" clId="{8A48C3B3-305B-4BA2-BA10-5B3346F91172}" dt="2024-08-26T07:35:41.869" v="3474" actId="1076"/>
          <ac:cxnSpMkLst>
            <pc:docMk/>
            <pc:sldMk cId="4160036871" sldId="458"/>
            <ac:cxnSpMk id="25" creationId="{10C68382-2842-CF84-B194-3F319C9AC5C3}"/>
          </ac:cxnSpMkLst>
        </pc:cxnChg>
      </pc:sldChg>
      <pc:sldChg chg="add del">
        <pc:chgData name="Yeo Xiong Wei, Jonathan" userId="ac2b658e-7ce1-44bb-9f9f-bf4198ceaa29" providerId="ADAL" clId="{8A48C3B3-305B-4BA2-BA10-5B3346F91172}" dt="2024-08-26T06:42:24.886" v="1224" actId="2696"/>
        <pc:sldMkLst>
          <pc:docMk/>
          <pc:sldMk cId="2661890302" sldId="470"/>
        </pc:sldMkLst>
      </pc:sldChg>
      <pc:sldChg chg="modSp mod">
        <pc:chgData name="Yeo Xiong Wei, Jonathan" userId="ac2b658e-7ce1-44bb-9f9f-bf4198ceaa29" providerId="ADAL" clId="{8A48C3B3-305B-4BA2-BA10-5B3346F91172}" dt="2024-08-26T07:19:21.914" v="2772" actId="1076"/>
        <pc:sldMkLst>
          <pc:docMk/>
          <pc:sldMk cId="2954974908" sldId="480"/>
        </pc:sldMkLst>
        <pc:spChg chg="mod">
          <ac:chgData name="Yeo Xiong Wei, Jonathan" userId="ac2b658e-7ce1-44bb-9f9f-bf4198ceaa29" providerId="ADAL" clId="{8A48C3B3-305B-4BA2-BA10-5B3346F91172}" dt="2024-08-26T07:19:21.914" v="2772" actId="1076"/>
          <ac:spMkLst>
            <pc:docMk/>
            <pc:sldMk cId="2954974908" sldId="480"/>
            <ac:spMk id="12" creationId="{F8FD2607-6F59-4B70-97A6-526C13628AFA}"/>
          </ac:spMkLst>
        </pc:spChg>
      </pc:sldChg>
      <pc:sldChg chg="modSp mod">
        <pc:chgData name="Yeo Xiong Wei, Jonathan" userId="ac2b658e-7ce1-44bb-9f9f-bf4198ceaa29" providerId="ADAL" clId="{8A48C3B3-305B-4BA2-BA10-5B3346F91172}" dt="2024-08-26T06:10:55.312" v="170" actId="1076"/>
        <pc:sldMkLst>
          <pc:docMk/>
          <pc:sldMk cId="3409404217" sldId="481"/>
        </pc:sldMkLst>
        <pc:spChg chg="mod">
          <ac:chgData name="Yeo Xiong Wei, Jonathan" userId="ac2b658e-7ce1-44bb-9f9f-bf4198ceaa29" providerId="ADAL" clId="{8A48C3B3-305B-4BA2-BA10-5B3346F91172}" dt="2024-08-26T06:10:55.312" v="170" actId="1076"/>
          <ac:spMkLst>
            <pc:docMk/>
            <pc:sldMk cId="3409404217" sldId="481"/>
            <ac:spMk id="4" creationId="{18E05505-4EBE-4F48-ABBA-2C39236384B1}"/>
          </ac:spMkLst>
        </pc:spChg>
        <pc:picChg chg="mod">
          <ac:chgData name="Yeo Xiong Wei, Jonathan" userId="ac2b658e-7ce1-44bb-9f9f-bf4198ceaa29" providerId="ADAL" clId="{8A48C3B3-305B-4BA2-BA10-5B3346F91172}" dt="2024-08-26T06:10:43.451" v="166" actId="1076"/>
          <ac:picMkLst>
            <pc:docMk/>
            <pc:sldMk cId="3409404217" sldId="481"/>
            <ac:picMk id="3" creationId="{B4343AE7-B6BE-4AD4-AF4E-C2D2914E7122}"/>
          </ac:picMkLst>
        </pc:picChg>
      </pc:sldChg>
      <pc:sldChg chg="modSp mod">
        <pc:chgData name="Yeo Xiong Wei, Jonathan" userId="ac2b658e-7ce1-44bb-9f9f-bf4198ceaa29" providerId="ADAL" clId="{8A48C3B3-305B-4BA2-BA10-5B3346F91172}" dt="2024-08-26T07:50:53.292" v="4028" actId="114"/>
        <pc:sldMkLst>
          <pc:docMk/>
          <pc:sldMk cId="217193348" sldId="482"/>
        </pc:sldMkLst>
        <pc:spChg chg="mod">
          <ac:chgData name="Yeo Xiong Wei, Jonathan" userId="ac2b658e-7ce1-44bb-9f9f-bf4198ceaa29" providerId="ADAL" clId="{8A48C3B3-305B-4BA2-BA10-5B3346F91172}" dt="2024-08-26T06:13:50.325" v="243" actId="1076"/>
          <ac:spMkLst>
            <pc:docMk/>
            <pc:sldMk cId="217193348" sldId="482"/>
            <ac:spMk id="7" creationId="{C0E42650-81B5-4C50-81EB-66564AD673EA}"/>
          </ac:spMkLst>
        </pc:spChg>
        <pc:spChg chg="mod">
          <ac:chgData name="Yeo Xiong Wei, Jonathan" userId="ac2b658e-7ce1-44bb-9f9f-bf4198ceaa29" providerId="ADAL" clId="{8A48C3B3-305B-4BA2-BA10-5B3346F91172}" dt="2024-08-26T07:50:53.292" v="4028" actId="114"/>
          <ac:spMkLst>
            <pc:docMk/>
            <pc:sldMk cId="217193348" sldId="482"/>
            <ac:spMk id="16" creationId="{DD99C6AA-4FB0-4001-819D-E2F987201D6E}"/>
          </ac:spMkLst>
        </pc:spChg>
      </pc:sldChg>
      <pc:sldChg chg="addSp delSp modSp mod delAnim modAnim">
        <pc:chgData name="Yeo Xiong Wei, Jonathan" userId="ac2b658e-7ce1-44bb-9f9f-bf4198ceaa29" providerId="ADAL" clId="{8A48C3B3-305B-4BA2-BA10-5B3346F91172}" dt="2024-08-26T07:53:13.212" v="4081"/>
        <pc:sldMkLst>
          <pc:docMk/>
          <pc:sldMk cId="121939173" sldId="483"/>
        </pc:sldMkLst>
        <pc:spChg chg="del">
          <ac:chgData name="Yeo Xiong Wei, Jonathan" userId="ac2b658e-7ce1-44bb-9f9f-bf4198ceaa29" providerId="ADAL" clId="{8A48C3B3-305B-4BA2-BA10-5B3346F91172}" dt="2024-08-26T06:12:53.053" v="242" actId="478"/>
          <ac:spMkLst>
            <pc:docMk/>
            <pc:sldMk cId="121939173" sldId="483"/>
            <ac:spMk id="2" creationId="{2BDBCF29-1A72-05E9-40CE-AB8E1E5663C7}"/>
          </ac:spMkLst>
        </pc:spChg>
        <pc:spChg chg="mod">
          <ac:chgData name="Yeo Xiong Wei, Jonathan" userId="ac2b658e-7ce1-44bb-9f9f-bf4198ceaa29" providerId="ADAL" clId="{8A48C3B3-305B-4BA2-BA10-5B3346F91172}" dt="2024-08-26T07:51:55.241" v="4040" actId="1076"/>
          <ac:spMkLst>
            <pc:docMk/>
            <pc:sldMk cId="121939173" sldId="483"/>
            <ac:spMk id="4" creationId="{B14916B5-A4A7-413A-8016-CE16F877DCFA}"/>
          </ac:spMkLst>
        </pc:spChg>
        <pc:spChg chg="mod">
          <ac:chgData name="Yeo Xiong Wei, Jonathan" userId="ac2b658e-7ce1-44bb-9f9f-bf4198ceaa29" providerId="ADAL" clId="{8A48C3B3-305B-4BA2-BA10-5B3346F91172}" dt="2024-08-26T07:51:55.241" v="4040" actId="1076"/>
          <ac:spMkLst>
            <pc:docMk/>
            <pc:sldMk cId="121939173" sldId="483"/>
            <ac:spMk id="6" creationId="{0E3EB4AB-FEA4-4EB1-99CF-EDD25C9278B8}"/>
          </ac:spMkLst>
        </pc:spChg>
        <pc:spChg chg="add mod">
          <ac:chgData name="Yeo Xiong Wei, Jonathan" userId="ac2b658e-7ce1-44bb-9f9f-bf4198ceaa29" providerId="ADAL" clId="{8A48C3B3-305B-4BA2-BA10-5B3346F91172}" dt="2024-08-26T07:52:52.557" v="4078" actId="1076"/>
          <ac:spMkLst>
            <pc:docMk/>
            <pc:sldMk cId="121939173" sldId="483"/>
            <ac:spMk id="7" creationId="{39CA9F5E-FCBA-F79F-F4A8-317854772C03}"/>
          </ac:spMkLst>
        </pc:spChg>
        <pc:spChg chg="mod">
          <ac:chgData name="Yeo Xiong Wei, Jonathan" userId="ac2b658e-7ce1-44bb-9f9f-bf4198ceaa29" providerId="ADAL" clId="{8A48C3B3-305B-4BA2-BA10-5B3346F91172}" dt="2024-08-26T07:51:49.373" v="4039" actId="21"/>
          <ac:spMkLst>
            <pc:docMk/>
            <pc:sldMk cId="121939173" sldId="483"/>
            <ac:spMk id="16" creationId="{DD99C6AA-4FB0-4001-819D-E2F987201D6E}"/>
          </ac:spMkLst>
        </pc:spChg>
        <pc:graphicFrameChg chg="mod">
          <ac:chgData name="Yeo Xiong Wei, Jonathan" userId="ac2b658e-7ce1-44bb-9f9f-bf4198ceaa29" providerId="ADAL" clId="{8A48C3B3-305B-4BA2-BA10-5B3346F91172}" dt="2024-08-26T07:51:55.241" v="4040" actId="1076"/>
          <ac:graphicFrameMkLst>
            <pc:docMk/>
            <pc:sldMk cId="121939173" sldId="483"/>
            <ac:graphicFrameMk id="3" creationId="{80AAD08D-68BE-461B-A2CC-C27DB6D50B24}"/>
          </ac:graphicFrameMkLst>
        </pc:graphicFrameChg>
        <pc:cxnChg chg="add mod">
          <ac:chgData name="Yeo Xiong Wei, Jonathan" userId="ac2b658e-7ce1-44bb-9f9f-bf4198ceaa29" providerId="ADAL" clId="{8A48C3B3-305B-4BA2-BA10-5B3346F91172}" dt="2024-08-26T07:52:51.953" v="4077" actId="208"/>
          <ac:cxnSpMkLst>
            <pc:docMk/>
            <pc:sldMk cId="121939173" sldId="483"/>
            <ac:cxnSpMk id="9" creationId="{A1992FAE-9D4C-8289-73D8-E53E5B5E12C8}"/>
          </ac:cxnSpMkLst>
        </pc:cxnChg>
      </pc:sldChg>
      <pc:sldChg chg="modSp mod ord modAnim modNotesTx">
        <pc:chgData name="Yeo Xiong Wei, Jonathan" userId="ac2b658e-7ce1-44bb-9f9f-bf4198ceaa29" providerId="ADAL" clId="{8A48C3B3-305B-4BA2-BA10-5B3346F91172}" dt="2024-08-26T08:02:29.988" v="4512" actId="404"/>
        <pc:sldMkLst>
          <pc:docMk/>
          <pc:sldMk cId="1415672847" sldId="485"/>
        </pc:sldMkLst>
        <pc:spChg chg="mod">
          <ac:chgData name="Yeo Xiong Wei, Jonathan" userId="ac2b658e-7ce1-44bb-9f9f-bf4198ceaa29" providerId="ADAL" clId="{8A48C3B3-305B-4BA2-BA10-5B3346F91172}" dt="2024-08-26T08:01:35.143" v="4504" actId="1076"/>
          <ac:spMkLst>
            <pc:docMk/>
            <pc:sldMk cId="1415672847" sldId="485"/>
            <ac:spMk id="2" creationId="{4C08AE8F-391C-F017-6941-B1127361EEBE}"/>
          </ac:spMkLst>
        </pc:spChg>
        <pc:spChg chg="mod">
          <ac:chgData name="Yeo Xiong Wei, Jonathan" userId="ac2b658e-7ce1-44bb-9f9f-bf4198ceaa29" providerId="ADAL" clId="{8A48C3B3-305B-4BA2-BA10-5B3346F91172}" dt="2024-08-26T08:02:29.988" v="4512" actId="404"/>
          <ac:spMkLst>
            <pc:docMk/>
            <pc:sldMk cId="1415672847" sldId="485"/>
            <ac:spMk id="16" creationId="{DD99C6AA-4FB0-4001-819D-E2F987201D6E}"/>
          </ac:spMkLst>
        </pc:spChg>
      </pc:sldChg>
      <pc:sldChg chg="ord">
        <pc:chgData name="Yeo Xiong Wei, Jonathan" userId="ac2b658e-7ce1-44bb-9f9f-bf4198ceaa29" providerId="ADAL" clId="{8A48C3B3-305B-4BA2-BA10-5B3346F91172}" dt="2024-08-26T08:03:52.065" v="4525"/>
        <pc:sldMkLst>
          <pc:docMk/>
          <pc:sldMk cId="2603056020" sldId="487"/>
        </pc:sldMkLst>
      </pc:sldChg>
      <pc:sldChg chg="modSp add del mod ord">
        <pc:chgData name="Yeo Xiong Wei, Jonathan" userId="ac2b658e-7ce1-44bb-9f9f-bf4198ceaa29" providerId="ADAL" clId="{8A48C3B3-305B-4BA2-BA10-5B3346F91172}" dt="2024-08-26T08:03:26.929" v="4522" actId="2696"/>
        <pc:sldMkLst>
          <pc:docMk/>
          <pc:sldMk cId="549522537" sldId="488"/>
        </pc:sldMkLst>
        <pc:spChg chg="mod">
          <ac:chgData name="Yeo Xiong Wei, Jonathan" userId="ac2b658e-7ce1-44bb-9f9f-bf4198ceaa29" providerId="ADAL" clId="{8A48C3B3-305B-4BA2-BA10-5B3346F91172}" dt="2024-08-26T08:02:49.400" v="4521" actId="20577"/>
          <ac:spMkLst>
            <pc:docMk/>
            <pc:sldMk cId="549522537" sldId="488"/>
            <ac:spMk id="16" creationId="{DD99C6AA-4FB0-4001-819D-E2F987201D6E}"/>
          </ac:spMkLst>
        </pc:spChg>
      </pc:sldChg>
      <pc:sldChg chg="del">
        <pc:chgData name="Yeo Xiong Wei, Jonathan" userId="ac2b658e-7ce1-44bb-9f9f-bf4198ceaa29" providerId="ADAL" clId="{8A48C3B3-305B-4BA2-BA10-5B3346F91172}" dt="2024-08-26T07:55:54.035" v="4255" actId="2696"/>
        <pc:sldMkLst>
          <pc:docMk/>
          <pc:sldMk cId="1092217493" sldId="488"/>
        </pc:sldMkLst>
      </pc:sldChg>
      <pc:sldChg chg="add">
        <pc:chgData name="Yeo Xiong Wei, Jonathan" userId="ac2b658e-7ce1-44bb-9f9f-bf4198ceaa29" providerId="ADAL" clId="{8A48C3B3-305B-4BA2-BA10-5B3346F91172}" dt="2024-08-26T08:03:30.298" v="4523"/>
        <pc:sldMkLst>
          <pc:docMk/>
          <pc:sldMk cId="2609150229" sldId="488"/>
        </pc:sldMkLst>
      </pc:sldChg>
      <pc:sldChg chg="modSp del">
        <pc:chgData name="Yeo Xiong Wei, Jonathan" userId="ac2b658e-7ce1-44bb-9f9f-bf4198ceaa29" providerId="ADAL" clId="{8A48C3B3-305B-4BA2-BA10-5B3346F91172}" dt="2024-08-26T07:55:54.035" v="4255" actId="2696"/>
        <pc:sldMkLst>
          <pc:docMk/>
          <pc:sldMk cId="109609381" sldId="489"/>
        </pc:sldMkLst>
        <pc:spChg chg="mod">
          <ac:chgData name="Yeo Xiong Wei, Jonathan" userId="ac2b658e-7ce1-44bb-9f9f-bf4198ceaa29" providerId="ADAL" clId="{8A48C3B3-305B-4BA2-BA10-5B3346F91172}" dt="2024-08-26T06:22:21.540" v="473" actId="113"/>
          <ac:spMkLst>
            <pc:docMk/>
            <pc:sldMk cId="109609381" sldId="489"/>
            <ac:spMk id="11" creationId="{70E0456D-082A-4C39-8295-86EF554753DA}"/>
          </ac:spMkLst>
        </pc:spChg>
      </pc:sldChg>
      <pc:sldChg chg="add">
        <pc:chgData name="Yeo Xiong Wei, Jonathan" userId="ac2b658e-7ce1-44bb-9f9f-bf4198ceaa29" providerId="ADAL" clId="{8A48C3B3-305B-4BA2-BA10-5B3346F91172}" dt="2024-08-26T08:03:30.298" v="4523"/>
        <pc:sldMkLst>
          <pc:docMk/>
          <pc:sldMk cId="1186126435" sldId="489"/>
        </pc:sldMkLst>
      </pc:sldChg>
      <pc:sldChg chg="add del ord">
        <pc:chgData name="Yeo Xiong Wei, Jonathan" userId="ac2b658e-7ce1-44bb-9f9f-bf4198ceaa29" providerId="ADAL" clId="{8A48C3B3-305B-4BA2-BA10-5B3346F91172}" dt="2024-08-26T08:03:26.929" v="4522" actId="2696"/>
        <pc:sldMkLst>
          <pc:docMk/>
          <pc:sldMk cId="3668632738" sldId="489"/>
        </pc:sldMkLst>
      </pc:sldChg>
      <pc:sldChg chg="modSp mod">
        <pc:chgData name="Yeo Xiong Wei, Jonathan" userId="ac2b658e-7ce1-44bb-9f9f-bf4198ceaa29" providerId="ADAL" clId="{8A48C3B3-305B-4BA2-BA10-5B3346F91172}" dt="2024-08-26T06:22:48.026" v="475" actId="20577"/>
        <pc:sldMkLst>
          <pc:docMk/>
          <pc:sldMk cId="1009246360" sldId="490"/>
        </pc:sldMkLst>
        <pc:spChg chg="mod">
          <ac:chgData name="Yeo Xiong Wei, Jonathan" userId="ac2b658e-7ce1-44bb-9f9f-bf4198ceaa29" providerId="ADAL" clId="{8A48C3B3-305B-4BA2-BA10-5B3346F91172}" dt="2024-08-26T06:22:48.026" v="475" actId="20577"/>
          <ac:spMkLst>
            <pc:docMk/>
            <pc:sldMk cId="1009246360" sldId="490"/>
            <ac:spMk id="11" creationId="{70E0456D-082A-4C39-8295-86EF554753DA}"/>
          </ac:spMkLst>
        </pc:spChg>
      </pc:sldChg>
      <pc:sldChg chg="modSp">
        <pc:chgData name="Yeo Xiong Wei, Jonathan" userId="ac2b658e-7ce1-44bb-9f9f-bf4198ceaa29" providerId="ADAL" clId="{8A48C3B3-305B-4BA2-BA10-5B3346F91172}" dt="2024-08-14T10:47:41.585" v="0" actId="6549"/>
        <pc:sldMkLst>
          <pc:docMk/>
          <pc:sldMk cId="2393610499" sldId="491"/>
        </pc:sldMkLst>
        <pc:spChg chg="mod">
          <ac:chgData name="Yeo Xiong Wei, Jonathan" userId="ac2b658e-7ce1-44bb-9f9f-bf4198ceaa29" providerId="ADAL" clId="{8A48C3B3-305B-4BA2-BA10-5B3346F91172}" dt="2024-08-14T10:47:41.585" v="0" actId="6549"/>
          <ac:spMkLst>
            <pc:docMk/>
            <pc:sldMk cId="2393610499" sldId="491"/>
            <ac:spMk id="3" creationId="{5F1084EF-22C8-4EF1-B3AC-5CD9C82F5106}"/>
          </ac:spMkLst>
        </pc:spChg>
      </pc:sldChg>
      <pc:sldChg chg="addSp modSp add del mod modAnim modNotesTx">
        <pc:chgData name="Yeo Xiong Wei, Jonathan" userId="ac2b658e-7ce1-44bb-9f9f-bf4198ceaa29" providerId="ADAL" clId="{8A48C3B3-305B-4BA2-BA10-5B3346F91172}" dt="2024-08-26T07:46:09.765" v="3968" actId="5793"/>
        <pc:sldMkLst>
          <pc:docMk/>
          <pc:sldMk cId="249464891" sldId="492"/>
        </pc:sldMkLst>
        <pc:spChg chg="add mod ord">
          <ac:chgData name="Yeo Xiong Wei, Jonathan" userId="ac2b658e-7ce1-44bb-9f9f-bf4198ceaa29" providerId="ADAL" clId="{8A48C3B3-305B-4BA2-BA10-5B3346F91172}" dt="2024-08-26T07:07:24.218" v="2730" actId="1076"/>
          <ac:spMkLst>
            <pc:docMk/>
            <pc:sldMk cId="249464891" sldId="492"/>
            <ac:spMk id="2" creationId="{C2BD99D1-032C-1073-1BFC-53BF178B543E}"/>
          </ac:spMkLst>
        </pc:spChg>
        <pc:spChg chg="mod">
          <ac:chgData name="Yeo Xiong Wei, Jonathan" userId="ac2b658e-7ce1-44bb-9f9f-bf4198ceaa29" providerId="ADAL" clId="{8A48C3B3-305B-4BA2-BA10-5B3346F91172}" dt="2024-08-26T07:46:09.765" v="3968" actId="5793"/>
          <ac:spMkLst>
            <pc:docMk/>
            <pc:sldMk cId="249464891" sldId="492"/>
            <ac:spMk id="108546" creationId="{00000000-0000-0000-0000-000000000000}"/>
          </ac:spMkLst>
        </pc:spChg>
      </pc:sldChg>
      <pc:sldChg chg="add del">
        <pc:chgData name="Yeo Xiong Wei, Jonathan" userId="ac2b658e-7ce1-44bb-9f9f-bf4198ceaa29" providerId="ADAL" clId="{8A48C3B3-305B-4BA2-BA10-5B3346F91172}" dt="2024-08-26T06:42:24.886" v="1224" actId="2696"/>
        <pc:sldMkLst>
          <pc:docMk/>
          <pc:sldMk cId="704588980" sldId="493"/>
        </pc:sldMkLst>
      </pc:sldChg>
      <pc:sldChg chg="modSp add del mod">
        <pc:chgData name="Yeo Xiong Wei, Jonathan" userId="ac2b658e-7ce1-44bb-9f9f-bf4198ceaa29" providerId="ADAL" clId="{8A48C3B3-305B-4BA2-BA10-5B3346F91172}" dt="2024-08-26T06:42:24.886" v="1224" actId="2696"/>
        <pc:sldMkLst>
          <pc:docMk/>
          <pc:sldMk cId="4054737768" sldId="494"/>
        </pc:sldMkLst>
        <pc:spChg chg="mod">
          <ac:chgData name="Yeo Xiong Wei, Jonathan" userId="ac2b658e-7ce1-44bb-9f9f-bf4198ceaa29" providerId="ADAL" clId="{8A48C3B3-305B-4BA2-BA10-5B3346F91172}" dt="2024-08-26T06:31:08.744" v="666" actId="113"/>
          <ac:spMkLst>
            <pc:docMk/>
            <pc:sldMk cId="4054737768" sldId="494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8A48C3B3-305B-4BA2-BA10-5B3346F91172}" dt="2024-08-26T06:34:18.323" v="711" actId="20577"/>
          <ac:spMkLst>
            <pc:docMk/>
            <pc:sldMk cId="4054737768" sldId="494"/>
            <ac:spMk id="108546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8A48C3B3-305B-4BA2-BA10-5B3346F91172}" dt="2024-08-26T06:42:24.886" v="1224" actId="2696"/>
        <pc:sldMkLst>
          <pc:docMk/>
          <pc:sldMk cId="3029065762" sldId="495"/>
        </pc:sldMkLst>
        <pc:spChg chg="mod">
          <ac:chgData name="Yeo Xiong Wei, Jonathan" userId="ac2b658e-7ce1-44bb-9f9f-bf4198ceaa29" providerId="ADAL" clId="{8A48C3B3-305B-4BA2-BA10-5B3346F91172}" dt="2024-08-26T06:31:11.252" v="667" actId="113"/>
          <ac:spMkLst>
            <pc:docMk/>
            <pc:sldMk cId="3029065762" sldId="495"/>
            <ac:spMk id="108545" creationId="{00000000-0000-0000-0000-000000000000}"/>
          </ac:spMkLst>
        </pc:spChg>
      </pc:sldChg>
      <pc:sldChg chg="del">
        <pc:chgData name="Yeo Xiong Wei, Jonathan" userId="ac2b658e-7ce1-44bb-9f9f-bf4198ceaa29" providerId="ADAL" clId="{8A48C3B3-305B-4BA2-BA10-5B3346F91172}" dt="2024-08-26T07:55:54.035" v="4255" actId="2696"/>
        <pc:sldMkLst>
          <pc:docMk/>
          <pc:sldMk cId="1498065960" sldId="518"/>
        </pc:sldMkLst>
      </pc:sldChg>
      <pc:sldChg chg="modSp add mod">
        <pc:chgData name="Yeo Xiong Wei, Jonathan" userId="ac2b658e-7ce1-44bb-9f9f-bf4198ceaa29" providerId="ADAL" clId="{8A48C3B3-305B-4BA2-BA10-5B3346F91172}" dt="2024-08-26T08:02:11.124" v="4507"/>
        <pc:sldMkLst>
          <pc:docMk/>
          <pc:sldMk cId="3180905920" sldId="518"/>
        </pc:sldMkLst>
        <pc:spChg chg="mod">
          <ac:chgData name="Yeo Xiong Wei, Jonathan" userId="ac2b658e-7ce1-44bb-9f9f-bf4198ceaa29" providerId="ADAL" clId="{8A48C3B3-305B-4BA2-BA10-5B3346F91172}" dt="2024-08-26T07:59:21.775" v="4313" actId="20577"/>
          <ac:spMkLst>
            <pc:docMk/>
            <pc:sldMk cId="3180905920" sldId="518"/>
            <ac:spMk id="14" creationId="{C3FCEFB3-C4AB-40AF-9F11-9F86BBA7E3B5}"/>
          </ac:spMkLst>
        </pc:spChg>
        <pc:spChg chg="mod">
          <ac:chgData name="Yeo Xiong Wei, Jonathan" userId="ac2b658e-7ce1-44bb-9f9f-bf4198ceaa29" providerId="ADAL" clId="{8A48C3B3-305B-4BA2-BA10-5B3346F91172}" dt="2024-08-26T08:00:22.119" v="4370" actId="20577"/>
          <ac:spMkLst>
            <pc:docMk/>
            <pc:sldMk cId="3180905920" sldId="518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8A48C3B3-305B-4BA2-BA10-5B3346F91172}" dt="2024-08-26T08:02:11.124" v="4507"/>
          <ac:spMkLst>
            <pc:docMk/>
            <pc:sldMk cId="3180905920" sldId="518"/>
            <ac:spMk id="52225" creationId="{00000000-0000-0000-0000-000000000000}"/>
          </ac:spMkLst>
        </pc:spChg>
      </pc:sldChg>
      <pc:sldChg chg="del">
        <pc:chgData name="Yeo Xiong Wei, Jonathan" userId="ac2b658e-7ce1-44bb-9f9f-bf4198ceaa29" providerId="ADAL" clId="{8A48C3B3-305B-4BA2-BA10-5B3346F91172}" dt="2024-08-26T07:55:54.035" v="4255" actId="2696"/>
        <pc:sldMkLst>
          <pc:docMk/>
          <pc:sldMk cId="3167182406" sldId="519"/>
        </pc:sldMkLst>
      </pc:sldChg>
      <pc:sldChg chg="modSp add mod">
        <pc:chgData name="Yeo Xiong Wei, Jonathan" userId="ac2b658e-7ce1-44bb-9f9f-bf4198ceaa29" providerId="ADAL" clId="{8A48C3B3-305B-4BA2-BA10-5B3346F91172}" dt="2024-08-26T08:02:13.856" v="4508"/>
        <pc:sldMkLst>
          <pc:docMk/>
          <pc:sldMk cId="3369679030" sldId="519"/>
        </pc:sldMkLst>
        <pc:spChg chg="mod">
          <ac:chgData name="Yeo Xiong Wei, Jonathan" userId="ac2b658e-7ce1-44bb-9f9f-bf4198ceaa29" providerId="ADAL" clId="{8A48C3B3-305B-4BA2-BA10-5B3346F91172}" dt="2024-08-26T07:59:29.982" v="4317" actId="20577"/>
          <ac:spMkLst>
            <pc:docMk/>
            <pc:sldMk cId="3369679030" sldId="519"/>
            <ac:spMk id="14" creationId="{C3FCEFB3-C4AB-40AF-9F11-9F86BBA7E3B5}"/>
          </ac:spMkLst>
        </pc:spChg>
        <pc:spChg chg="mod">
          <ac:chgData name="Yeo Xiong Wei, Jonathan" userId="ac2b658e-7ce1-44bb-9f9f-bf4198ceaa29" providerId="ADAL" clId="{8A48C3B3-305B-4BA2-BA10-5B3346F91172}" dt="2024-08-26T08:00:27.768" v="4379" actId="20577"/>
          <ac:spMkLst>
            <pc:docMk/>
            <pc:sldMk cId="3369679030" sldId="519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8A48C3B3-305B-4BA2-BA10-5B3346F91172}" dt="2024-08-26T08:02:13.856" v="4508"/>
          <ac:spMkLst>
            <pc:docMk/>
            <pc:sldMk cId="3369679030" sldId="519"/>
            <ac:spMk id="52225" creationId="{00000000-0000-0000-0000-000000000000}"/>
          </ac:spMkLst>
        </pc:spChg>
      </pc:sldChg>
      <pc:sldChg chg="delSp modSp add mod">
        <pc:chgData name="Yeo Xiong Wei, Jonathan" userId="ac2b658e-7ce1-44bb-9f9f-bf4198ceaa29" providerId="ADAL" clId="{8A48C3B3-305B-4BA2-BA10-5B3346F91172}" dt="2024-08-26T08:02:15.656" v="4509"/>
        <pc:sldMkLst>
          <pc:docMk/>
          <pc:sldMk cId="3395369392" sldId="520"/>
        </pc:sldMkLst>
        <pc:spChg chg="del mod">
          <ac:chgData name="Yeo Xiong Wei, Jonathan" userId="ac2b658e-7ce1-44bb-9f9f-bf4198ceaa29" providerId="ADAL" clId="{8A48C3B3-305B-4BA2-BA10-5B3346F91172}" dt="2024-08-26T07:59:40.595" v="4321"/>
          <ac:spMkLst>
            <pc:docMk/>
            <pc:sldMk cId="3395369392" sldId="520"/>
            <ac:spMk id="6" creationId="{0E220112-BAB6-4F58-B0E9-33E4DE8BDAB4}"/>
          </ac:spMkLst>
        </pc:spChg>
        <pc:spChg chg="mod">
          <ac:chgData name="Yeo Xiong Wei, Jonathan" userId="ac2b658e-7ce1-44bb-9f9f-bf4198ceaa29" providerId="ADAL" clId="{8A48C3B3-305B-4BA2-BA10-5B3346F91172}" dt="2024-08-26T08:00:51.660" v="4413" actId="20577"/>
          <ac:spMkLst>
            <pc:docMk/>
            <pc:sldMk cId="3395369392" sldId="520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8A48C3B3-305B-4BA2-BA10-5B3346F91172}" dt="2024-08-26T08:02:15.656" v="4509"/>
          <ac:spMkLst>
            <pc:docMk/>
            <pc:sldMk cId="3395369392" sldId="520"/>
            <ac:spMk id="52225" creationId="{00000000-0000-0000-0000-000000000000}"/>
          </ac:spMkLst>
        </pc:spChg>
      </pc:sldChg>
      <pc:sldChg chg="del">
        <pc:chgData name="Yeo Xiong Wei, Jonathan" userId="ac2b658e-7ce1-44bb-9f9f-bf4198ceaa29" providerId="ADAL" clId="{8A48C3B3-305B-4BA2-BA10-5B3346F91172}" dt="2024-08-26T07:55:54.035" v="4255" actId="2696"/>
        <pc:sldMkLst>
          <pc:docMk/>
          <pc:sldMk cId="3681824628" sldId="520"/>
        </pc:sldMkLst>
      </pc:sldChg>
      <pc:sldChg chg="modSp mod">
        <pc:chgData name="Yeo Xiong Wei, Jonathan" userId="ac2b658e-7ce1-44bb-9f9f-bf4198ceaa29" providerId="ADAL" clId="{8A48C3B3-305B-4BA2-BA10-5B3346F91172}" dt="2024-08-26T07:43:19.296" v="3933" actId="403"/>
        <pc:sldMkLst>
          <pc:docMk/>
          <pc:sldMk cId="898706082" sldId="542"/>
        </pc:sldMkLst>
        <pc:spChg chg="mod">
          <ac:chgData name="Yeo Xiong Wei, Jonathan" userId="ac2b658e-7ce1-44bb-9f9f-bf4198ceaa29" providerId="ADAL" clId="{8A48C3B3-305B-4BA2-BA10-5B3346F91172}" dt="2024-08-26T07:43:19.296" v="3933" actId="403"/>
          <ac:spMkLst>
            <pc:docMk/>
            <pc:sldMk cId="898706082" sldId="542"/>
            <ac:spMk id="108546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8A48C3B3-305B-4BA2-BA10-5B3346F91172}" dt="2024-08-26T06:53:38.026" v="1840" actId="20577"/>
        <pc:sldMkLst>
          <pc:docMk/>
          <pc:sldMk cId="344185582" sldId="549"/>
        </pc:sldMkLst>
        <pc:spChg chg="del">
          <ac:chgData name="Yeo Xiong Wei, Jonathan" userId="ac2b658e-7ce1-44bb-9f9f-bf4198ceaa29" providerId="ADAL" clId="{8A48C3B3-305B-4BA2-BA10-5B3346F91172}" dt="2024-08-26T06:23:56.261" v="480" actId="478"/>
          <ac:spMkLst>
            <pc:docMk/>
            <pc:sldMk cId="344185582" sldId="549"/>
            <ac:spMk id="4" creationId="{FD8F21A1-85FF-6A7D-ED9D-56B6D2E3A87E}"/>
          </ac:spMkLst>
        </pc:spChg>
        <pc:spChg chg="del">
          <ac:chgData name="Yeo Xiong Wei, Jonathan" userId="ac2b658e-7ce1-44bb-9f9f-bf4198ceaa29" providerId="ADAL" clId="{8A48C3B3-305B-4BA2-BA10-5B3346F91172}" dt="2024-08-26T06:23:56.261" v="480" actId="478"/>
          <ac:spMkLst>
            <pc:docMk/>
            <pc:sldMk cId="344185582" sldId="549"/>
            <ac:spMk id="8" creationId="{589C334D-F50D-4EB1-F75D-11FAB25F73FF}"/>
          </ac:spMkLst>
        </pc:spChg>
        <pc:spChg chg="del">
          <ac:chgData name="Yeo Xiong Wei, Jonathan" userId="ac2b658e-7ce1-44bb-9f9f-bf4198ceaa29" providerId="ADAL" clId="{8A48C3B3-305B-4BA2-BA10-5B3346F91172}" dt="2024-08-26T06:23:56.261" v="480" actId="478"/>
          <ac:spMkLst>
            <pc:docMk/>
            <pc:sldMk cId="344185582" sldId="549"/>
            <ac:spMk id="44" creationId="{2A4AC4FF-1CE7-3678-5BC0-01BF0F42D50D}"/>
          </ac:spMkLst>
        </pc:spChg>
        <pc:spChg chg="del">
          <ac:chgData name="Yeo Xiong Wei, Jonathan" userId="ac2b658e-7ce1-44bb-9f9f-bf4198ceaa29" providerId="ADAL" clId="{8A48C3B3-305B-4BA2-BA10-5B3346F91172}" dt="2024-08-26T06:23:56.261" v="480" actId="478"/>
          <ac:spMkLst>
            <pc:docMk/>
            <pc:sldMk cId="344185582" sldId="549"/>
            <ac:spMk id="46" creationId="{CB84388B-AAAF-37B7-1C62-E4EF8195A4F4}"/>
          </ac:spMkLst>
        </pc:spChg>
        <pc:spChg chg="del">
          <ac:chgData name="Yeo Xiong Wei, Jonathan" userId="ac2b658e-7ce1-44bb-9f9f-bf4198ceaa29" providerId="ADAL" clId="{8A48C3B3-305B-4BA2-BA10-5B3346F91172}" dt="2024-08-26T06:23:56.261" v="480" actId="478"/>
          <ac:spMkLst>
            <pc:docMk/>
            <pc:sldMk cId="344185582" sldId="549"/>
            <ac:spMk id="47" creationId="{E1F4B4A0-2F0D-DF8D-07DD-72EF2395160F}"/>
          </ac:spMkLst>
        </pc:spChg>
        <pc:spChg chg="del">
          <ac:chgData name="Yeo Xiong Wei, Jonathan" userId="ac2b658e-7ce1-44bb-9f9f-bf4198ceaa29" providerId="ADAL" clId="{8A48C3B3-305B-4BA2-BA10-5B3346F91172}" dt="2024-08-26T06:23:56.261" v="480" actId="478"/>
          <ac:spMkLst>
            <pc:docMk/>
            <pc:sldMk cId="344185582" sldId="549"/>
            <ac:spMk id="48" creationId="{8548A983-B345-ABC9-64AA-233CF9E17100}"/>
          </ac:spMkLst>
        </pc:spChg>
        <pc:spChg chg="del">
          <ac:chgData name="Yeo Xiong Wei, Jonathan" userId="ac2b658e-7ce1-44bb-9f9f-bf4198ceaa29" providerId="ADAL" clId="{8A48C3B3-305B-4BA2-BA10-5B3346F91172}" dt="2024-08-26T06:23:56.261" v="480" actId="478"/>
          <ac:spMkLst>
            <pc:docMk/>
            <pc:sldMk cId="344185582" sldId="549"/>
            <ac:spMk id="50" creationId="{AEB313FD-C79A-F18C-8F37-75BD96E07964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52" creationId="{D6D1C92E-317E-C838-40E1-1E14D041B8A8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53" creationId="{A7602844-47E5-B00C-58CE-12410D6E274A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60" creationId="{6D6D48FD-9D61-1603-4794-EE2A192D68E4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61" creationId="{257F19F9-9921-54EF-7727-4B0FFBF1DBE7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44" creationId="{CE22A063-C6E0-72AF-626B-55933F10F1B5}"/>
          </ac:spMkLst>
        </pc:spChg>
        <pc:spChg chg="mod">
          <ac:chgData name="Yeo Xiong Wei, Jonathan" userId="ac2b658e-7ce1-44bb-9f9f-bf4198ceaa29" providerId="ADAL" clId="{8A48C3B3-305B-4BA2-BA10-5B3346F91172}" dt="2024-08-26T06:53:38.026" v="1840" actId="20577"/>
          <ac:spMkLst>
            <pc:docMk/>
            <pc:sldMk cId="344185582" sldId="549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47" creationId="{A943679C-E908-C779-17AB-0BC219FEFF25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50" creationId="{E0225E17-8955-B7EB-7514-8A2346DB2D6C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51" creationId="{D1EF03D9-66C6-506A-EF3C-1AB6A12699D6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58" creationId="{3EE00196-95B6-8F76-3D55-288EE48D9016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59" creationId="{F947FD95-3255-F06E-18E8-737D01ACA0ED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62" creationId="{CF9E1812-1EF0-890C-80BF-2D256720E514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63" creationId="{8163D06C-FE3A-4C58-EC37-78295CD9C21C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66" creationId="{9F431001-3FEC-AE84-2FDB-41559DF875A3}"/>
          </ac:spMkLst>
        </pc:spChg>
        <pc:spChg chg="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67" creationId="{DD96DB60-B390-28ED-0534-F5C885439769}"/>
          </ac:spMkLst>
        </pc:spChg>
        <pc:spChg chg="add del mod">
          <ac:chgData name="Yeo Xiong Wei, Jonathan" userId="ac2b658e-7ce1-44bb-9f9f-bf4198ceaa29" providerId="ADAL" clId="{8A48C3B3-305B-4BA2-BA10-5B3346F91172}" dt="2024-08-26T06:24:00.344" v="483" actId="478"/>
          <ac:spMkLst>
            <pc:docMk/>
            <pc:sldMk cId="344185582" sldId="549"/>
            <ac:spMk id="108570" creationId="{07EBF834-5E62-C37F-3A97-FD1C0E255604}"/>
          </ac:spMkLst>
        </pc:spChg>
        <pc:spChg chg="add del mod">
          <ac:chgData name="Yeo Xiong Wei, Jonathan" userId="ac2b658e-7ce1-44bb-9f9f-bf4198ceaa29" providerId="ADAL" clId="{8A48C3B3-305B-4BA2-BA10-5B3346F91172}" dt="2024-08-26T06:24:01.112" v="484" actId="478"/>
          <ac:spMkLst>
            <pc:docMk/>
            <pc:sldMk cId="344185582" sldId="549"/>
            <ac:spMk id="108571" creationId="{8A642F21-E038-DDA8-5783-394464A5DF94}"/>
          </ac:spMkLst>
        </pc:spChg>
        <pc:spChg chg="add del mod">
          <ac:chgData name="Yeo Xiong Wei, Jonathan" userId="ac2b658e-7ce1-44bb-9f9f-bf4198ceaa29" providerId="ADAL" clId="{8A48C3B3-305B-4BA2-BA10-5B3346F91172}" dt="2024-08-26T06:23:59.281" v="482" actId="478"/>
          <ac:spMkLst>
            <pc:docMk/>
            <pc:sldMk cId="344185582" sldId="549"/>
            <ac:spMk id="108572" creationId="{87EF4629-2156-46CA-0540-EDE0B6119A80}"/>
          </ac:spMkLst>
        </pc:spChg>
        <pc:spChg chg="add 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73" creationId="{4BFCDBF9-9C1C-6C27-1F58-D86BD6C2ABBB}"/>
          </ac:spMkLst>
        </pc:spChg>
        <pc:spChg chg="add 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74" creationId="{12FE3510-FCC2-EF58-9D2C-22D5284B2F2C}"/>
          </ac:spMkLst>
        </pc:spChg>
        <pc:spChg chg="add 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75" creationId="{13CBE439-DE89-3270-BAAF-1DC878937591}"/>
          </ac:spMkLst>
        </pc:spChg>
        <pc:spChg chg="add 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76" creationId="{D38BBE51-5DBD-B060-20A4-6DDB71E0D270}"/>
          </ac:spMkLst>
        </pc:spChg>
        <pc:spChg chg="add 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77" creationId="{C5B526FC-BDC8-DB23-59E1-E878C4AE5710}"/>
          </ac:spMkLst>
        </pc:spChg>
        <pc:spChg chg="add 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78" creationId="{C3289728-E8A2-6B89-CA88-91E6FD1D0219}"/>
          </ac:spMkLst>
        </pc:spChg>
        <pc:spChg chg="add mod">
          <ac:chgData name="Yeo Xiong Wei, Jonathan" userId="ac2b658e-7ce1-44bb-9f9f-bf4198ceaa29" providerId="ADAL" clId="{8A48C3B3-305B-4BA2-BA10-5B3346F91172}" dt="2024-08-26T06:23:56.668" v="481"/>
          <ac:spMkLst>
            <pc:docMk/>
            <pc:sldMk cId="344185582" sldId="549"/>
            <ac:spMk id="108579" creationId="{CB3C050E-195C-F85C-A45D-3C95F2C13218}"/>
          </ac:spMkLst>
        </pc:spChg>
        <pc:grpChg chg="del">
          <ac:chgData name="Yeo Xiong Wei, Jonathan" userId="ac2b658e-7ce1-44bb-9f9f-bf4198ceaa29" providerId="ADAL" clId="{8A48C3B3-305B-4BA2-BA10-5B3346F91172}" dt="2024-08-26T06:23:56.261" v="480" actId="478"/>
          <ac:grpSpMkLst>
            <pc:docMk/>
            <pc:sldMk cId="344185582" sldId="549"/>
            <ac:grpSpMk id="2" creationId="{9FF0954B-B575-BBCE-6807-3D1C42223522}"/>
          </ac:grpSpMkLst>
        </pc:grpChg>
        <pc:grpChg chg="del">
          <ac:chgData name="Yeo Xiong Wei, Jonathan" userId="ac2b658e-7ce1-44bb-9f9f-bf4198ceaa29" providerId="ADAL" clId="{8A48C3B3-305B-4BA2-BA10-5B3346F91172}" dt="2024-08-26T06:23:56.261" v="480" actId="478"/>
          <ac:grpSpMkLst>
            <pc:docMk/>
            <pc:sldMk cId="344185582" sldId="549"/>
            <ac:grpSpMk id="5" creationId="{E4BF2DE9-187C-AC43-B6A2-D024FDBCAE9D}"/>
          </ac:grpSpMkLst>
        </pc:grpChg>
        <pc:grpChg chg="del">
          <ac:chgData name="Yeo Xiong Wei, Jonathan" userId="ac2b658e-7ce1-44bb-9f9f-bf4198ceaa29" providerId="ADAL" clId="{8A48C3B3-305B-4BA2-BA10-5B3346F91172}" dt="2024-08-26T06:23:56.261" v="480" actId="478"/>
          <ac:grpSpMkLst>
            <pc:docMk/>
            <pc:sldMk cId="344185582" sldId="549"/>
            <ac:grpSpMk id="27" creationId="{F1133C02-457C-1F37-35D1-37EFE9F1C861}"/>
          </ac:grpSpMkLst>
        </pc:grpChg>
        <pc:grpChg chg="add 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43" creationId="{D4A620EC-BFF6-ABBD-136F-0C4B26652A40}"/>
          </ac:grpSpMkLst>
        </pc:grpChg>
        <pc:grpChg chg="add 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54" creationId="{961ABB3C-588A-84A5-C032-FBF2D977CA36}"/>
          </ac:grpSpMkLst>
        </pc:grpChg>
        <pc:grpChg chg="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55" creationId="{839EA4BA-AF47-AD8D-9393-729306930575}"/>
          </ac:grpSpMkLst>
        </pc:grpChg>
        <pc:grpChg chg="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56" creationId="{3A2CE920-4A17-CD17-3411-7747F4A02512}"/>
          </ac:grpSpMkLst>
        </pc:grpChg>
        <pc:grpChg chg="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57" creationId="{3A6B7403-F38E-6421-D2C0-AFD1939E48CF}"/>
          </ac:grpSpMkLst>
        </pc:grpChg>
        <pc:grpChg chg="add 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108552" creationId="{F4337C58-7545-B97A-2F21-394A7038F078}"/>
          </ac:grpSpMkLst>
        </pc:grpChg>
        <pc:grpChg chg="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108553" creationId="{C4904C0D-E7CC-D361-2177-CE06B85E84E9}"/>
          </ac:grpSpMkLst>
        </pc:grpChg>
        <pc:grpChg chg="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108554" creationId="{BE670957-D900-AEAA-E0AC-0EFC87F3234E}"/>
          </ac:grpSpMkLst>
        </pc:grpChg>
        <pc:grpChg chg="mod">
          <ac:chgData name="Yeo Xiong Wei, Jonathan" userId="ac2b658e-7ce1-44bb-9f9f-bf4198ceaa29" providerId="ADAL" clId="{8A48C3B3-305B-4BA2-BA10-5B3346F91172}" dt="2024-08-26T06:23:56.668" v="481"/>
          <ac:grpSpMkLst>
            <pc:docMk/>
            <pc:sldMk cId="344185582" sldId="549"/>
            <ac:grpSpMk id="108555" creationId="{D0F1F6F4-B7B3-CA88-552D-0E2F5476BF38}"/>
          </ac:grpSpMkLst>
        </pc:grpChg>
        <pc:cxnChg chg="del">
          <ac:chgData name="Yeo Xiong Wei, Jonathan" userId="ac2b658e-7ce1-44bb-9f9f-bf4198ceaa29" providerId="ADAL" clId="{8A48C3B3-305B-4BA2-BA10-5B3346F91172}" dt="2024-08-26T06:23:56.261" v="480" actId="478"/>
          <ac:cxnSpMkLst>
            <pc:docMk/>
            <pc:sldMk cId="344185582" sldId="549"/>
            <ac:cxnSpMk id="26" creationId="{1C28F77C-AC94-21AA-75AD-0A2382871E26}"/>
          </ac:cxnSpMkLst>
        </pc:cxnChg>
        <pc:cxnChg chg="del">
          <ac:chgData name="Yeo Xiong Wei, Jonathan" userId="ac2b658e-7ce1-44bb-9f9f-bf4198ceaa29" providerId="ADAL" clId="{8A48C3B3-305B-4BA2-BA10-5B3346F91172}" dt="2024-08-26T06:23:56.261" v="480" actId="478"/>
          <ac:cxnSpMkLst>
            <pc:docMk/>
            <pc:sldMk cId="344185582" sldId="549"/>
            <ac:cxnSpMk id="45" creationId="{A6C84556-1F03-D29D-9039-0F521B5B1AA1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49" creationId="{8A197146-4C20-6606-7FD4-04F3A32AE0BD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51" creationId="{F3A94190-85C8-844E-C11A-15BA8AA6C074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58" creationId="{3830A832-1855-6C94-22B9-BB0616C5B84E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59" creationId="{790478BE-810A-13E1-E805-AECAD62F49C7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62" creationId="{5212FDCA-F694-55F2-4FCA-D4B5078F174C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63" creationId="{45D32DDD-469E-1D20-BBFF-F5E9B9F54ECD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48" creationId="{85A8DADF-A372-0FC3-80E9-027681DFB20E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49" creationId="{E6655C79-2471-3414-2D32-C8115480BAC8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56" creationId="{A3BF8378-0CD0-959B-B3EE-F890D4917AF4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57" creationId="{281ECB4D-56AC-931A-7501-5EB6057CEBEF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60" creationId="{B1662722-5E41-BF2E-863F-8147CC61A670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61" creationId="{9B89B7CC-7CCE-D323-AD3D-9F3864B9178F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64" creationId="{E74A1D9A-F5EF-021C-B9DA-E37D1FA7F0A0}"/>
          </ac:cxnSpMkLst>
        </pc:cxnChg>
        <pc:cxnChg chg="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65" creationId="{904E404D-B7C4-53AD-4FAA-D233F8A6F6D9}"/>
          </ac:cxnSpMkLst>
        </pc:cxnChg>
        <pc:cxnChg chg="add 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68" creationId="{24371A30-D8B5-0472-9B6E-2DDF72474969}"/>
          </ac:cxnSpMkLst>
        </pc:cxnChg>
        <pc:cxnChg chg="add mod">
          <ac:chgData name="Yeo Xiong Wei, Jonathan" userId="ac2b658e-7ce1-44bb-9f9f-bf4198ceaa29" providerId="ADAL" clId="{8A48C3B3-305B-4BA2-BA10-5B3346F91172}" dt="2024-08-26T06:23:56.668" v="481"/>
          <ac:cxnSpMkLst>
            <pc:docMk/>
            <pc:sldMk cId="344185582" sldId="549"/>
            <ac:cxnSpMk id="108569" creationId="{4249DB63-4BFB-F4D6-1FA7-4D3DF31ED7E3}"/>
          </ac:cxnSpMkLst>
        </pc:cxnChg>
      </pc:sldChg>
      <pc:sldChg chg="modSp mod modNotesTx">
        <pc:chgData name="Yeo Xiong Wei, Jonathan" userId="ac2b658e-7ce1-44bb-9f9f-bf4198ceaa29" providerId="ADAL" clId="{8A48C3B3-305B-4BA2-BA10-5B3346F91172}" dt="2024-08-26T06:58:13.871" v="2003" actId="20577"/>
        <pc:sldMkLst>
          <pc:docMk/>
          <pc:sldMk cId="441330248" sldId="550"/>
        </pc:sldMkLst>
        <pc:spChg chg="mod">
          <ac:chgData name="Yeo Xiong Wei, Jonathan" userId="ac2b658e-7ce1-44bb-9f9f-bf4198ceaa29" providerId="ADAL" clId="{8A48C3B3-305B-4BA2-BA10-5B3346F91172}" dt="2024-08-26T06:53:43.821" v="1852" actId="20577"/>
          <ac:spMkLst>
            <pc:docMk/>
            <pc:sldMk cId="441330248" sldId="550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8A48C3B3-305B-4BA2-BA10-5B3346F91172}" dt="2024-08-26T06:58:13.871" v="2003" actId="20577"/>
          <ac:spMkLst>
            <pc:docMk/>
            <pc:sldMk cId="441330248" sldId="550"/>
            <ac:spMk id="108546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8A48C3B3-305B-4BA2-BA10-5B3346F91172}" dt="2024-08-26T07:47:09.625" v="3995" actId="20577"/>
        <pc:sldMkLst>
          <pc:docMk/>
          <pc:sldMk cId="1074021624" sldId="556"/>
        </pc:sldMkLst>
        <pc:spChg chg="mod">
          <ac:chgData name="Yeo Xiong Wei, Jonathan" userId="ac2b658e-7ce1-44bb-9f9f-bf4198ceaa29" providerId="ADAL" clId="{8A48C3B3-305B-4BA2-BA10-5B3346F91172}" dt="2024-08-26T06:31:25.332" v="688" actId="20577"/>
          <ac:spMkLst>
            <pc:docMk/>
            <pc:sldMk cId="1074021624" sldId="556"/>
            <ac:spMk id="2" creationId="{635632ED-6249-4378-9241-C14C3A5BA9EB}"/>
          </ac:spMkLst>
        </pc:spChg>
        <pc:spChg chg="mod">
          <ac:chgData name="Yeo Xiong Wei, Jonathan" userId="ac2b658e-7ce1-44bb-9f9f-bf4198ceaa29" providerId="ADAL" clId="{8A48C3B3-305B-4BA2-BA10-5B3346F91172}" dt="2024-08-26T07:47:09.625" v="3995" actId="20577"/>
          <ac:spMkLst>
            <pc:docMk/>
            <pc:sldMk cId="1074021624" sldId="556"/>
            <ac:spMk id="12" creationId="{4213F190-B2B0-43F1-B1CA-727BDFB3A022}"/>
          </ac:spMkLst>
        </pc:spChg>
      </pc:sldChg>
      <pc:sldChg chg="modSp">
        <pc:chgData name="Yeo Xiong Wei, Jonathan" userId="ac2b658e-7ce1-44bb-9f9f-bf4198ceaa29" providerId="ADAL" clId="{8A48C3B3-305B-4BA2-BA10-5B3346F91172}" dt="2024-08-26T06:20:12.837" v="471" actId="114"/>
        <pc:sldMkLst>
          <pc:docMk/>
          <pc:sldMk cId="2835186569" sldId="559"/>
        </pc:sldMkLst>
        <pc:spChg chg="mod">
          <ac:chgData name="Yeo Xiong Wei, Jonathan" userId="ac2b658e-7ce1-44bb-9f9f-bf4198ceaa29" providerId="ADAL" clId="{8A48C3B3-305B-4BA2-BA10-5B3346F91172}" dt="2024-08-26T06:20:12.837" v="471" actId="114"/>
          <ac:spMkLst>
            <pc:docMk/>
            <pc:sldMk cId="2835186569" sldId="559"/>
            <ac:spMk id="13" creationId="{311BA5A6-B861-4BFF-AB7F-53574F60940F}"/>
          </ac:spMkLst>
        </pc:spChg>
      </pc:sldChg>
      <pc:sldChg chg="add del">
        <pc:chgData name="Yeo Xiong Wei, Jonathan" userId="ac2b658e-7ce1-44bb-9f9f-bf4198ceaa29" providerId="ADAL" clId="{8A48C3B3-305B-4BA2-BA10-5B3346F91172}" dt="2024-08-26T06:42:24.886" v="1224" actId="2696"/>
        <pc:sldMkLst>
          <pc:docMk/>
          <pc:sldMk cId="898455515" sldId="561"/>
        </pc:sldMkLst>
      </pc:sldChg>
      <pc:sldChg chg="modSp mod">
        <pc:chgData name="Yeo Xiong Wei, Jonathan" userId="ac2b658e-7ce1-44bb-9f9f-bf4198ceaa29" providerId="ADAL" clId="{8A48C3B3-305B-4BA2-BA10-5B3346F91172}" dt="2024-08-26T07:01:59.722" v="2227" actId="20577"/>
        <pc:sldMkLst>
          <pc:docMk/>
          <pc:sldMk cId="3284525689" sldId="562"/>
        </pc:sldMkLst>
        <pc:spChg chg="mod">
          <ac:chgData name="Yeo Xiong Wei, Jonathan" userId="ac2b658e-7ce1-44bb-9f9f-bf4198ceaa29" providerId="ADAL" clId="{8A48C3B3-305B-4BA2-BA10-5B3346F91172}" dt="2024-08-26T07:01:59.722" v="2227" actId="20577"/>
          <ac:spMkLst>
            <pc:docMk/>
            <pc:sldMk cId="3284525689" sldId="562"/>
            <ac:spMk id="2" creationId="{2CB5D650-87DA-40F9-8CA6-5134E768F879}"/>
          </ac:spMkLst>
        </pc:spChg>
      </pc:sldChg>
      <pc:sldChg chg="modSp mod">
        <pc:chgData name="Yeo Xiong Wei, Jonathan" userId="ac2b658e-7ce1-44bb-9f9f-bf4198ceaa29" providerId="ADAL" clId="{8A48C3B3-305B-4BA2-BA10-5B3346F91172}" dt="2024-08-26T06:14:22.105" v="247" actId="1076"/>
        <pc:sldMkLst>
          <pc:docMk/>
          <pc:sldMk cId="1243701666" sldId="568"/>
        </pc:sldMkLst>
        <pc:picChg chg="mod">
          <ac:chgData name="Yeo Xiong Wei, Jonathan" userId="ac2b658e-7ce1-44bb-9f9f-bf4198ceaa29" providerId="ADAL" clId="{8A48C3B3-305B-4BA2-BA10-5B3346F91172}" dt="2024-08-26T06:14:22.105" v="247" actId="1076"/>
          <ac:picMkLst>
            <pc:docMk/>
            <pc:sldMk cId="1243701666" sldId="568"/>
            <ac:picMk id="6" creationId="{2D02A461-EEF7-0F86-E323-9272C2BBF603}"/>
          </ac:picMkLst>
        </pc:picChg>
      </pc:sldChg>
      <pc:sldChg chg="modSp mod">
        <pc:chgData name="Yeo Xiong Wei, Jonathan" userId="ac2b658e-7ce1-44bb-9f9f-bf4198ceaa29" providerId="ADAL" clId="{8A48C3B3-305B-4BA2-BA10-5B3346F91172}" dt="2024-08-26T07:44:27.689" v="3950" actId="27636"/>
        <pc:sldMkLst>
          <pc:docMk/>
          <pc:sldMk cId="1178704377" sldId="571"/>
        </pc:sldMkLst>
        <pc:spChg chg="mod">
          <ac:chgData name="Yeo Xiong Wei, Jonathan" userId="ac2b658e-7ce1-44bb-9f9f-bf4198ceaa29" providerId="ADAL" clId="{8A48C3B3-305B-4BA2-BA10-5B3346F91172}" dt="2024-08-26T07:44:27.689" v="3950" actId="27636"/>
          <ac:spMkLst>
            <pc:docMk/>
            <pc:sldMk cId="1178704377" sldId="571"/>
            <ac:spMk id="16" creationId="{DD99C6AA-4FB0-4001-819D-E2F987201D6E}"/>
          </ac:spMkLst>
        </pc:spChg>
      </pc:sldChg>
      <pc:sldChg chg="modSp add del mod">
        <pc:chgData name="Yeo Xiong Wei, Jonathan" userId="ac2b658e-7ce1-44bb-9f9f-bf4198ceaa29" providerId="ADAL" clId="{8A48C3B3-305B-4BA2-BA10-5B3346F91172}" dt="2024-08-26T06:42:24.886" v="1224" actId="2696"/>
        <pc:sldMkLst>
          <pc:docMk/>
          <pc:sldMk cId="1906271676" sldId="572"/>
        </pc:sldMkLst>
        <pc:spChg chg="mod">
          <ac:chgData name="Yeo Xiong Wei, Jonathan" userId="ac2b658e-7ce1-44bb-9f9f-bf4198ceaa29" providerId="ADAL" clId="{8A48C3B3-305B-4BA2-BA10-5B3346F91172}" dt="2024-08-26T06:29:59.875" v="650" actId="1036"/>
          <ac:spMkLst>
            <pc:docMk/>
            <pc:sldMk cId="1906271676" sldId="572"/>
            <ac:spMk id="53861" creationId="{55B0691F-2405-4321-7087-121D07934E7F}"/>
          </ac:spMkLst>
        </pc:spChg>
      </pc:sldChg>
      <pc:sldChg chg="modSp mod">
        <pc:chgData name="Yeo Xiong Wei, Jonathan" userId="ac2b658e-7ce1-44bb-9f9f-bf4198ceaa29" providerId="ADAL" clId="{8A48C3B3-305B-4BA2-BA10-5B3346F91172}" dt="2024-08-26T06:31:59.951" v="689" actId="6549"/>
        <pc:sldMkLst>
          <pc:docMk/>
          <pc:sldMk cId="3675124220" sldId="575"/>
        </pc:sldMkLst>
        <pc:spChg chg="mod">
          <ac:chgData name="Yeo Xiong Wei, Jonathan" userId="ac2b658e-7ce1-44bb-9f9f-bf4198ceaa29" providerId="ADAL" clId="{8A48C3B3-305B-4BA2-BA10-5B3346F91172}" dt="2024-08-26T06:31:59.951" v="689" actId="6549"/>
          <ac:spMkLst>
            <pc:docMk/>
            <pc:sldMk cId="3675124220" sldId="575"/>
            <ac:spMk id="16" creationId="{DD99C6AA-4FB0-4001-819D-E2F987201D6E}"/>
          </ac:spMkLst>
        </pc:spChg>
      </pc:sldChg>
      <pc:sldChg chg="modSp mod">
        <pc:chgData name="Yeo Xiong Wei, Jonathan" userId="ac2b658e-7ce1-44bb-9f9f-bf4198ceaa29" providerId="ADAL" clId="{8A48C3B3-305B-4BA2-BA10-5B3346F91172}" dt="2024-08-26T07:55:12.331" v="4252" actId="113"/>
        <pc:sldMkLst>
          <pc:docMk/>
          <pc:sldMk cId="3534442698" sldId="578"/>
        </pc:sldMkLst>
        <pc:spChg chg="mod">
          <ac:chgData name="Yeo Xiong Wei, Jonathan" userId="ac2b658e-7ce1-44bb-9f9f-bf4198ceaa29" providerId="ADAL" clId="{8A48C3B3-305B-4BA2-BA10-5B3346F91172}" dt="2024-08-26T07:55:12.331" v="4252" actId="113"/>
          <ac:spMkLst>
            <pc:docMk/>
            <pc:sldMk cId="3534442698" sldId="578"/>
            <ac:spMk id="3" creationId="{2FBBCCAB-EAE2-BEBC-61B0-7EA78852E9B3}"/>
          </ac:spMkLst>
        </pc:spChg>
        <pc:spChg chg="mod">
          <ac:chgData name="Yeo Xiong Wei, Jonathan" userId="ac2b658e-7ce1-44bb-9f9f-bf4198ceaa29" providerId="ADAL" clId="{8A48C3B3-305B-4BA2-BA10-5B3346F91172}" dt="2024-08-26T06:16:03.971" v="261" actId="1076"/>
          <ac:spMkLst>
            <pc:docMk/>
            <pc:sldMk cId="3534442698" sldId="578"/>
            <ac:spMk id="9" creationId="{A207BB37-2A15-351C-5F6E-95A83514C248}"/>
          </ac:spMkLst>
        </pc:spChg>
        <pc:spChg chg="mod">
          <ac:chgData name="Yeo Xiong Wei, Jonathan" userId="ac2b658e-7ce1-44bb-9f9f-bf4198ceaa29" providerId="ADAL" clId="{8A48C3B3-305B-4BA2-BA10-5B3346F91172}" dt="2024-08-26T06:16:00.060" v="260" actId="1076"/>
          <ac:spMkLst>
            <pc:docMk/>
            <pc:sldMk cId="3534442698" sldId="578"/>
            <ac:spMk id="10" creationId="{87687DA3-2922-C910-F7D0-B908740632F7}"/>
          </ac:spMkLst>
        </pc:spChg>
        <pc:picChg chg="mod">
          <ac:chgData name="Yeo Xiong Wei, Jonathan" userId="ac2b658e-7ce1-44bb-9f9f-bf4198ceaa29" providerId="ADAL" clId="{8A48C3B3-305B-4BA2-BA10-5B3346F91172}" dt="2024-08-26T06:15:55.701" v="259" actId="1076"/>
          <ac:picMkLst>
            <pc:docMk/>
            <pc:sldMk cId="3534442698" sldId="578"/>
            <ac:picMk id="8" creationId="{41AD8FFB-B878-6C1C-C249-C1EEA9AF4EF3}"/>
          </ac:picMkLst>
        </pc:picChg>
      </pc:sldChg>
      <pc:sldChg chg="modSp mod modNotesTx">
        <pc:chgData name="Yeo Xiong Wei, Jonathan" userId="ac2b658e-7ce1-44bb-9f9f-bf4198ceaa29" providerId="ADAL" clId="{8A48C3B3-305B-4BA2-BA10-5B3346F91172}" dt="2024-08-26T07:02:03.548" v="2230" actId="20577"/>
        <pc:sldMkLst>
          <pc:docMk/>
          <pc:sldMk cId="2555579867" sldId="579"/>
        </pc:sldMkLst>
        <pc:spChg chg="mod">
          <ac:chgData name="Yeo Xiong Wei, Jonathan" userId="ac2b658e-7ce1-44bb-9f9f-bf4198ceaa29" providerId="ADAL" clId="{8A48C3B3-305B-4BA2-BA10-5B3346F91172}" dt="2024-08-26T07:02:03.548" v="2230" actId="20577"/>
          <ac:spMkLst>
            <pc:docMk/>
            <pc:sldMk cId="2555579867" sldId="579"/>
            <ac:spMk id="2" creationId="{2CB5D650-87DA-40F9-8CA6-5134E768F879}"/>
          </ac:spMkLst>
        </pc:spChg>
        <pc:graphicFrameChg chg="mod">
          <ac:chgData name="Yeo Xiong Wei, Jonathan" userId="ac2b658e-7ce1-44bb-9f9f-bf4198ceaa29" providerId="ADAL" clId="{8A48C3B3-305B-4BA2-BA10-5B3346F91172}" dt="2024-08-26T06:27:15.450" v="616" actId="20577"/>
          <ac:graphicFrameMkLst>
            <pc:docMk/>
            <pc:sldMk cId="2555579867" sldId="579"/>
            <ac:graphicFrameMk id="5" creationId="{2B4D8162-DB2A-BACA-B131-C3EDF38D15E5}"/>
          </ac:graphicFrameMkLst>
        </pc:graphicFrameChg>
      </pc:sldChg>
      <pc:sldChg chg="new">
        <pc:chgData name="Yeo Xiong Wei, Jonathan" userId="ac2b658e-7ce1-44bb-9f9f-bf4198ceaa29" providerId="ADAL" clId="{8A48C3B3-305B-4BA2-BA10-5B3346F91172}" dt="2024-08-26T06:24:49.059" v="485" actId="680"/>
        <pc:sldMkLst>
          <pc:docMk/>
          <pc:sldMk cId="2645806567" sldId="580"/>
        </pc:sldMkLst>
      </pc:sldChg>
      <pc:sldChg chg="addSp delSp modSp add mod">
        <pc:chgData name="Yeo Xiong Wei, Jonathan" userId="ac2b658e-7ce1-44bb-9f9f-bf4198ceaa29" providerId="ADAL" clId="{8A48C3B3-305B-4BA2-BA10-5B3346F91172}" dt="2024-08-26T07:01:29.829" v="2226" actId="14100"/>
        <pc:sldMkLst>
          <pc:docMk/>
          <pc:sldMk cId="799202901" sldId="581"/>
        </pc:sldMkLst>
        <pc:spChg chg="add mod">
          <ac:chgData name="Yeo Xiong Wei, Jonathan" userId="ac2b658e-7ce1-44bb-9f9f-bf4198ceaa29" providerId="ADAL" clId="{8A48C3B3-305B-4BA2-BA10-5B3346F91172}" dt="2024-08-26T06:49:46.207" v="1719" actId="164"/>
          <ac:spMkLst>
            <pc:docMk/>
            <pc:sldMk cId="799202901" sldId="581"/>
            <ac:spMk id="2" creationId="{66572CE9-53F3-AF8C-0647-A447F7FCF65A}"/>
          </ac:spMkLst>
        </pc:spChg>
        <pc:spChg chg="add mod">
          <ac:chgData name="Yeo Xiong Wei, Jonathan" userId="ac2b658e-7ce1-44bb-9f9f-bf4198ceaa29" providerId="ADAL" clId="{8A48C3B3-305B-4BA2-BA10-5B3346F91172}" dt="2024-08-26T06:48:44.909" v="1710" actId="164"/>
          <ac:spMkLst>
            <pc:docMk/>
            <pc:sldMk cId="799202901" sldId="581"/>
            <ac:spMk id="4" creationId="{D9A736F2-68C8-B3C0-1D91-C5591B6A7B51}"/>
          </ac:spMkLst>
        </pc:spChg>
        <pc:spChg chg="add mod">
          <ac:chgData name="Yeo Xiong Wei, Jonathan" userId="ac2b658e-7ce1-44bb-9f9f-bf4198ceaa29" providerId="ADAL" clId="{8A48C3B3-305B-4BA2-BA10-5B3346F91172}" dt="2024-08-26T06:48:44.909" v="1710" actId="164"/>
          <ac:spMkLst>
            <pc:docMk/>
            <pc:sldMk cId="799202901" sldId="581"/>
            <ac:spMk id="5" creationId="{4C79A5EF-4959-9F32-F8B3-D7FD09376EDD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11" creationId="{2D0354F0-DA35-0679-F7F3-29BAE342941F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12" creationId="{E654A8C1-9F9E-D44A-3B19-6D1F1F02CFC6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13" creationId="{993B0F45-E3F7-77C1-09F7-5CC99578E903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19" creationId="{5B6E863D-733E-BC16-5CF4-DEDF67AA8644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20" creationId="{9C1F4666-048E-9EDB-91FC-686E4C060208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23" creationId="{6D7E6B62-DB32-89CE-E767-5C1BFC6533C5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24" creationId="{1BAF071E-6015-53EC-BD4E-168DE5CDCA08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27" creationId="{354AC61F-CE95-B778-DD9D-10277778F2C9}"/>
          </ac:spMkLst>
        </pc:spChg>
        <pc:spChg chg="mod">
          <ac:chgData name="Yeo Xiong Wei, Jonathan" userId="ac2b658e-7ce1-44bb-9f9f-bf4198ceaa29" providerId="ADAL" clId="{8A48C3B3-305B-4BA2-BA10-5B3346F91172}" dt="2024-08-26T06:50:27.243" v="1731"/>
          <ac:spMkLst>
            <pc:docMk/>
            <pc:sldMk cId="799202901" sldId="581"/>
            <ac:spMk id="28" creationId="{19E8F344-CFF9-0DEA-8D7C-C0B1CBC4A60E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32" creationId="{630BF61A-B9D3-5C6F-702D-91D8347D5DF1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33" creationId="{EE8045CE-C1CD-3A89-A290-A639363D72AF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34" creationId="{A59E28E3-0CFD-1FE7-330B-B5690CBC38CC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40" creationId="{E64FA873-195E-0478-8EBB-9AC8F148950F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41" creationId="{2252EE44-CB8D-D4E6-9488-B5C81523DF7E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45" creationId="{C9FF680D-B2E7-39C0-E221-81525548A4C4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46" creationId="{659AF1E1-0CBA-022D-2EB1-7CD355CCBFAD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50" creationId="{F800D223-5137-8B7A-381A-678735916587}"/>
          </ac:spMkLst>
        </pc:spChg>
        <pc:spChg chg="mod">
          <ac:chgData name="Yeo Xiong Wei, Jonathan" userId="ac2b658e-7ce1-44bb-9f9f-bf4198ceaa29" providerId="ADAL" clId="{8A48C3B3-305B-4BA2-BA10-5B3346F91172}" dt="2024-08-26T06:54:30.244" v="1875" actId="20577"/>
          <ac:spMkLst>
            <pc:docMk/>
            <pc:sldMk cId="799202901" sldId="581"/>
            <ac:spMk id="108545" creationId="{00000000-0000-0000-0000-000000000000}"/>
          </ac:spMkLst>
        </pc:spChg>
        <pc:spChg chg="mod">
          <ac:chgData name="Yeo Xiong Wei, Jonathan" userId="ac2b658e-7ce1-44bb-9f9f-bf4198ceaa29" providerId="ADAL" clId="{8A48C3B3-305B-4BA2-BA10-5B3346F91172}" dt="2024-08-26T07:01:29.829" v="2226" actId="14100"/>
          <ac:spMkLst>
            <pc:docMk/>
            <pc:sldMk cId="799202901" sldId="581"/>
            <ac:spMk id="108546" creationId="{00000000-0000-0000-0000-000000000000}"/>
          </ac:spMkLst>
        </pc:spChg>
        <pc:spChg chg="mod">
          <ac:chgData name="Yeo Xiong Wei, Jonathan" userId="ac2b658e-7ce1-44bb-9f9f-bf4198ceaa29" providerId="ADAL" clId="{8A48C3B3-305B-4BA2-BA10-5B3346F91172}" dt="2024-08-26T06:51:07.346" v="1748"/>
          <ac:spMkLst>
            <pc:docMk/>
            <pc:sldMk cId="799202901" sldId="581"/>
            <ac:spMk id="108570" creationId="{D1D45E43-51AB-1DCA-D679-44F2EB6AABB7}"/>
          </ac:spMkLst>
        </pc:spChg>
        <pc:spChg chg="del">
          <ac:chgData name="Yeo Xiong Wei, Jonathan" userId="ac2b658e-7ce1-44bb-9f9f-bf4198ceaa29" providerId="ADAL" clId="{8A48C3B3-305B-4BA2-BA10-5B3346F91172}" dt="2024-08-26T06:47:55.091" v="1693" actId="478"/>
          <ac:spMkLst>
            <pc:docMk/>
            <pc:sldMk cId="799202901" sldId="581"/>
            <ac:spMk id="108573" creationId="{4BFCDBF9-9C1C-6C27-1F58-D86BD6C2ABBB}"/>
          </ac:spMkLst>
        </pc:spChg>
        <pc:spChg chg="del">
          <ac:chgData name="Yeo Xiong Wei, Jonathan" userId="ac2b658e-7ce1-44bb-9f9f-bf4198ceaa29" providerId="ADAL" clId="{8A48C3B3-305B-4BA2-BA10-5B3346F91172}" dt="2024-08-26T06:47:58.754" v="1695" actId="478"/>
          <ac:spMkLst>
            <pc:docMk/>
            <pc:sldMk cId="799202901" sldId="581"/>
            <ac:spMk id="108574" creationId="{12FE3510-FCC2-EF58-9D2C-22D5284B2F2C}"/>
          </ac:spMkLst>
        </pc:spChg>
        <pc:spChg chg="mod">
          <ac:chgData name="Yeo Xiong Wei, Jonathan" userId="ac2b658e-7ce1-44bb-9f9f-bf4198ceaa29" providerId="ADAL" clId="{8A48C3B3-305B-4BA2-BA10-5B3346F91172}" dt="2024-08-26T06:49:46.207" v="1719" actId="164"/>
          <ac:spMkLst>
            <pc:docMk/>
            <pc:sldMk cId="799202901" sldId="581"/>
            <ac:spMk id="108575" creationId="{13CBE439-DE89-3270-BAAF-1DC878937591}"/>
          </ac:spMkLst>
        </pc:spChg>
        <pc:spChg chg="mod">
          <ac:chgData name="Yeo Xiong Wei, Jonathan" userId="ac2b658e-7ce1-44bb-9f9f-bf4198ceaa29" providerId="ADAL" clId="{8A48C3B3-305B-4BA2-BA10-5B3346F91172}" dt="2024-08-26T06:48:44.909" v="1710" actId="164"/>
          <ac:spMkLst>
            <pc:docMk/>
            <pc:sldMk cId="799202901" sldId="581"/>
            <ac:spMk id="108576" creationId="{D38BBE51-5DBD-B060-20A4-6DDB71E0D270}"/>
          </ac:spMkLst>
        </pc:spChg>
        <pc:spChg chg="del">
          <ac:chgData name="Yeo Xiong Wei, Jonathan" userId="ac2b658e-7ce1-44bb-9f9f-bf4198ceaa29" providerId="ADAL" clId="{8A48C3B3-305B-4BA2-BA10-5B3346F91172}" dt="2024-08-26T06:48:22.137" v="1704" actId="478"/>
          <ac:spMkLst>
            <pc:docMk/>
            <pc:sldMk cId="799202901" sldId="581"/>
            <ac:spMk id="108577" creationId="{C5B526FC-BDC8-DB23-59E1-E878C4AE5710}"/>
          </ac:spMkLst>
        </pc:spChg>
        <pc:spChg chg="mod">
          <ac:chgData name="Yeo Xiong Wei, Jonathan" userId="ac2b658e-7ce1-44bb-9f9f-bf4198ceaa29" providerId="ADAL" clId="{8A48C3B3-305B-4BA2-BA10-5B3346F91172}" dt="2024-08-26T06:49:46.207" v="1719" actId="164"/>
          <ac:spMkLst>
            <pc:docMk/>
            <pc:sldMk cId="799202901" sldId="581"/>
            <ac:spMk id="108578" creationId="{C3289728-E8A2-6B89-CA88-91E6FD1D0219}"/>
          </ac:spMkLst>
        </pc:spChg>
        <pc:spChg chg="del">
          <ac:chgData name="Yeo Xiong Wei, Jonathan" userId="ac2b658e-7ce1-44bb-9f9f-bf4198ceaa29" providerId="ADAL" clId="{8A48C3B3-305B-4BA2-BA10-5B3346F91172}" dt="2024-08-26T06:48:15.832" v="1702" actId="478"/>
          <ac:spMkLst>
            <pc:docMk/>
            <pc:sldMk cId="799202901" sldId="581"/>
            <ac:spMk id="108579" creationId="{CB3C050E-195C-F85C-A45D-3C95F2C13218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585" creationId="{25B827B4-03A7-7864-AD0E-8054A4375CB7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586" creationId="{3D319E2D-F16E-1C14-E0D4-6148FDDB92D6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587" creationId="{9501C3EA-4DCD-F389-D776-4F85769F04A0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593" creationId="{BA121D00-01AB-7EF7-75B7-292CCAFBD40E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594" creationId="{0C0B9D7F-EE87-5920-13FD-CB4F8118F0C0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597" creationId="{EEFD0E0A-5F38-DD12-5A04-CB82EFCE7B75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598" creationId="{9B9C3874-3980-AC92-1B0E-0156FEB0D954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601" creationId="{E1B77642-B553-E234-BCE8-DF86F4756EFA}"/>
          </ac:spMkLst>
        </pc:spChg>
        <pc:spChg chg="mod">
          <ac:chgData name="Yeo Xiong Wei, Jonathan" userId="ac2b658e-7ce1-44bb-9f9f-bf4198ceaa29" providerId="ADAL" clId="{8A48C3B3-305B-4BA2-BA10-5B3346F91172}" dt="2024-08-26T06:51:40.516" v="1764"/>
          <ac:spMkLst>
            <pc:docMk/>
            <pc:sldMk cId="799202901" sldId="581"/>
            <ac:spMk id="108602" creationId="{C68F9D85-8B63-51A8-D0FB-31A8C9F617EA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08" creationId="{1FDA168B-1795-1EBB-2FD3-D0E7CA1F827A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09" creationId="{05104669-1CB5-CD40-7B2D-289052209DD0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10" creationId="{0A67E4B7-A673-7800-04BA-17B56CECD921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16" creationId="{03A1EDE2-5376-92CC-F27B-27043EF0DA49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17" creationId="{E505FAF9-077E-572C-A1BA-281A3BC97F29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20" creationId="{310ED2AE-8DC7-DEB3-6817-D39D5DEF504C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21" creationId="{A3BDEFA0-B639-006C-AD42-251460F954F2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24" creationId="{025F0D60-C50D-FB5D-243E-A651270F20E7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25" creationId="{B710245E-B9F5-ED4C-50A0-86D6125568B3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29" creationId="{B31944F9-A122-3247-8719-B012E7E20A45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30" creationId="{752A8201-B644-1924-3278-067CAA4E653D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31" creationId="{930E5720-19BF-54E5-95BA-1661DCA350AB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37" creationId="{83EFBFC3-D317-7558-939B-B585E67A83F3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38" creationId="{1848010E-4FF0-BE13-5426-13175A1BF12E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41" creationId="{55187FF8-2873-A811-DF58-2975E5312EBD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42" creationId="{44AF9EC7-12EE-F9F8-6553-2046F5088342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45" creationId="{38CD4BB7-3157-A1F6-4E2E-D96BFEA25341}"/>
          </ac:spMkLst>
        </pc:spChg>
        <pc:spChg chg="mod">
          <ac:chgData name="Yeo Xiong Wei, Jonathan" userId="ac2b658e-7ce1-44bb-9f9f-bf4198ceaa29" providerId="ADAL" clId="{8A48C3B3-305B-4BA2-BA10-5B3346F91172}" dt="2024-08-26T06:51:58.271" v="1769"/>
          <ac:spMkLst>
            <pc:docMk/>
            <pc:sldMk cId="799202901" sldId="581"/>
            <ac:spMk id="108646" creationId="{31042178-A8E8-4A08-C92E-85A8B769B144}"/>
          </ac:spMkLst>
        </pc:spChg>
        <pc:spChg chg="add mod">
          <ac:chgData name="Yeo Xiong Wei, Jonathan" userId="ac2b658e-7ce1-44bb-9f9f-bf4198ceaa29" providerId="ADAL" clId="{8A48C3B3-305B-4BA2-BA10-5B3346F91172}" dt="2024-08-26T06:53:08.673" v="1833" actId="1076"/>
          <ac:spMkLst>
            <pc:docMk/>
            <pc:sldMk cId="799202901" sldId="581"/>
            <ac:spMk id="108649" creationId="{67095366-BDCE-CC28-19FC-FD9144A3CB48}"/>
          </ac:spMkLst>
        </pc:spChg>
        <pc:spChg chg="add mod">
          <ac:chgData name="Yeo Xiong Wei, Jonathan" userId="ac2b658e-7ce1-44bb-9f9f-bf4198ceaa29" providerId="ADAL" clId="{8A48C3B3-305B-4BA2-BA10-5B3346F91172}" dt="2024-08-26T06:53:18.758" v="1838" actId="1076"/>
          <ac:spMkLst>
            <pc:docMk/>
            <pc:sldMk cId="799202901" sldId="581"/>
            <ac:spMk id="108650" creationId="{A5BD9018-C93A-ED43-BE85-37ACAFD1AA62}"/>
          </ac:spMkLst>
        </pc:spChg>
        <pc:spChg chg="add mod">
          <ac:chgData name="Yeo Xiong Wei, Jonathan" userId="ac2b658e-7ce1-44bb-9f9f-bf4198ceaa29" providerId="ADAL" clId="{8A48C3B3-305B-4BA2-BA10-5B3346F91172}" dt="2024-08-26T06:54:24.861" v="1873" actId="1076"/>
          <ac:spMkLst>
            <pc:docMk/>
            <pc:sldMk cId="799202901" sldId="581"/>
            <ac:spMk id="108651" creationId="{B7CAA3A6-5155-0821-7683-FD57AFD7B36D}"/>
          </ac:spMkLst>
        </pc:spChg>
        <pc:spChg chg="add mod">
          <ac:chgData name="Yeo Xiong Wei, Jonathan" userId="ac2b658e-7ce1-44bb-9f9f-bf4198ceaa29" providerId="ADAL" clId="{8A48C3B3-305B-4BA2-BA10-5B3346F91172}" dt="2024-08-26T06:54:19.494" v="1871"/>
          <ac:spMkLst>
            <pc:docMk/>
            <pc:sldMk cId="799202901" sldId="581"/>
            <ac:spMk id="108652" creationId="{171D9BB2-7CF5-6E63-B5F6-FB6FD4638EA5}"/>
          </ac:spMkLst>
        </pc:spChg>
        <pc:spChg chg="add mod">
          <ac:chgData name="Yeo Xiong Wei, Jonathan" userId="ac2b658e-7ce1-44bb-9f9f-bf4198ceaa29" providerId="ADAL" clId="{8A48C3B3-305B-4BA2-BA10-5B3346F91172}" dt="2024-08-26T06:54:45.131" v="1879"/>
          <ac:spMkLst>
            <pc:docMk/>
            <pc:sldMk cId="799202901" sldId="581"/>
            <ac:spMk id="108653" creationId="{C73EE28D-1369-7507-416E-FE816B9422DB}"/>
          </ac:spMkLst>
        </pc:spChg>
        <pc:grpChg chg="add mod">
          <ac:chgData name="Yeo Xiong Wei, Jonathan" userId="ac2b658e-7ce1-44bb-9f9f-bf4198ceaa29" providerId="ADAL" clId="{8A48C3B3-305B-4BA2-BA10-5B3346F91172}" dt="2024-08-26T06:52:41.949" v="1819" actId="1076"/>
          <ac:grpSpMkLst>
            <pc:docMk/>
            <pc:sldMk cId="799202901" sldId="581"/>
            <ac:grpSpMk id="6" creationId="{7C2376BC-DF6E-6867-AF3A-93C1E3E0EA41}"/>
          </ac:grpSpMkLst>
        </pc:grpChg>
        <pc:grpChg chg="add mod">
          <ac:chgData name="Yeo Xiong Wei, Jonathan" userId="ac2b658e-7ce1-44bb-9f9f-bf4198ceaa29" providerId="ADAL" clId="{8A48C3B3-305B-4BA2-BA10-5B3346F91172}" dt="2024-08-26T06:52:41.949" v="1819" actId="1076"/>
          <ac:grpSpMkLst>
            <pc:docMk/>
            <pc:sldMk cId="799202901" sldId="581"/>
            <ac:grpSpMk id="7" creationId="{420377D8-94B9-2070-77F4-5E645E038060}"/>
          </ac:grpSpMkLst>
        </pc:grpChg>
        <pc:grpChg chg="add mod">
          <ac:chgData name="Yeo Xiong Wei, Jonathan" userId="ac2b658e-7ce1-44bb-9f9f-bf4198ceaa29" providerId="ADAL" clId="{8A48C3B3-305B-4BA2-BA10-5B3346F91172}" dt="2024-08-26T06:50:47.266" v="1741" actId="1076"/>
          <ac:grpSpMkLst>
            <pc:docMk/>
            <pc:sldMk cId="799202901" sldId="581"/>
            <ac:grpSpMk id="8" creationId="{70398666-8E9A-8B4E-A81D-A25AAC5154BD}"/>
          </ac:grpSpMkLst>
        </pc:grpChg>
        <pc:grpChg chg="mod">
          <ac:chgData name="Yeo Xiong Wei, Jonathan" userId="ac2b658e-7ce1-44bb-9f9f-bf4198ceaa29" providerId="ADAL" clId="{8A48C3B3-305B-4BA2-BA10-5B3346F91172}" dt="2024-08-26T06:50:27.243" v="1731"/>
          <ac:grpSpMkLst>
            <pc:docMk/>
            <pc:sldMk cId="799202901" sldId="581"/>
            <ac:grpSpMk id="9" creationId="{FF43BA7F-0832-B30D-FFFD-0E3908B775D4}"/>
          </ac:grpSpMkLst>
        </pc:grpChg>
        <pc:grpChg chg="mod">
          <ac:chgData name="Yeo Xiong Wei, Jonathan" userId="ac2b658e-7ce1-44bb-9f9f-bf4198ceaa29" providerId="ADAL" clId="{8A48C3B3-305B-4BA2-BA10-5B3346F91172}" dt="2024-08-26T06:50:27.243" v="1731"/>
          <ac:grpSpMkLst>
            <pc:docMk/>
            <pc:sldMk cId="799202901" sldId="581"/>
            <ac:grpSpMk id="14" creationId="{BA0E0D40-A8EC-D680-1A31-402B89296BB8}"/>
          </ac:grpSpMkLst>
        </pc:grpChg>
        <pc:grpChg chg="mod">
          <ac:chgData name="Yeo Xiong Wei, Jonathan" userId="ac2b658e-7ce1-44bb-9f9f-bf4198ceaa29" providerId="ADAL" clId="{8A48C3B3-305B-4BA2-BA10-5B3346F91172}" dt="2024-08-26T06:50:27.243" v="1731"/>
          <ac:grpSpMkLst>
            <pc:docMk/>
            <pc:sldMk cId="799202901" sldId="581"/>
            <ac:grpSpMk id="15" creationId="{43152BFE-4D4F-947A-4D87-1F0D41AEB895}"/>
          </ac:grpSpMkLst>
        </pc:grpChg>
        <pc:grpChg chg="mod">
          <ac:chgData name="Yeo Xiong Wei, Jonathan" userId="ac2b658e-7ce1-44bb-9f9f-bf4198ceaa29" providerId="ADAL" clId="{8A48C3B3-305B-4BA2-BA10-5B3346F91172}" dt="2024-08-26T06:50:27.243" v="1731"/>
          <ac:grpSpMkLst>
            <pc:docMk/>
            <pc:sldMk cId="799202901" sldId="581"/>
            <ac:grpSpMk id="16" creationId="{E70B286B-3D8B-9A85-DC9E-9D23DC71A4A1}"/>
          </ac:grpSpMkLst>
        </pc:grpChg>
        <pc:grpChg chg="add mod">
          <ac:chgData name="Yeo Xiong Wei, Jonathan" userId="ac2b658e-7ce1-44bb-9f9f-bf4198ceaa29" providerId="ADAL" clId="{8A48C3B3-305B-4BA2-BA10-5B3346F91172}" dt="2024-08-26T06:51:17.007" v="1754" actId="1076"/>
          <ac:grpSpMkLst>
            <pc:docMk/>
            <pc:sldMk cId="799202901" sldId="581"/>
            <ac:grpSpMk id="29" creationId="{5EECCBD9-3679-1472-D859-47C9C0D8E82E}"/>
          </ac:grpSpMkLst>
        </pc:grpChg>
        <pc:grpChg chg="mod">
          <ac:chgData name="Yeo Xiong Wei, Jonathan" userId="ac2b658e-7ce1-44bb-9f9f-bf4198ceaa29" providerId="ADAL" clId="{8A48C3B3-305B-4BA2-BA10-5B3346F91172}" dt="2024-08-26T06:51:07.346" v="1748"/>
          <ac:grpSpMkLst>
            <pc:docMk/>
            <pc:sldMk cId="799202901" sldId="581"/>
            <ac:grpSpMk id="30" creationId="{76DAEAE5-6DE0-1389-39C5-1C0AC75C607E}"/>
          </ac:grpSpMkLst>
        </pc:grpChg>
        <pc:grpChg chg="mod">
          <ac:chgData name="Yeo Xiong Wei, Jonathan" userId="ac2b658e-7ce1-44bb-9f9f-bf4198ceaa29" providerId="ADAL" clId="{8A48C3B3-305B-4BA2-BA10-5B3346F91172}" dt="2024-08-26T06:51:07.346" v="1748"/>
          <ac:grpSpMkLst>
            <pc:docMk/>
            <pc:sldMk cId="799202901" sldId="581"/>
            <ac:grpSpMk id="35" creationId="{548AEFDD-DCD8-3473-8366-8DCEDDA4FBE5}"/>
          </ac:grpSpMkLst>
        </pc:grpChg>
        <pc:grpChg chg="mod">
          <ac:chgData name="Yeo Xiong Wei, Jonathan" userId="ac2b658e-7ce1-44bb-9f9f-bf4198ceaa29" providerId="ADAL" clId="{8A48C3B3-305B-4BA2-BA10-5B3346F91172}" dt="2024-08-26T06:51:07.346" v="1748"/>
          <ac:grpSpMkLst>
            <pc:docMk/>
            <pc:sldMk cId="799202901" sldId="581"/>
            <ac:grpSpMk id="36" creationId="{4417440D-47CE-3254-4DBB-23882C778DC2}"/>
          </ac:grpSpMkLst>
        </pc:grpChg>
        <pc:grpChg chg="mod">
          <ac:chgData name="Yeo Xiong Wei, Jonathan" userId="ac2b658e-7ce1-44bb-9f9f-bf4198ceaa29" providerId="ADAL" clId="{8A48C3B3-305B-4BA2-BA10-5B3346F91172}" dt="2024-08-26T06:51:07.346" v="1748"/>
          <ac:grpSpMkLst>
            <pc:docMk/>
            <pc:sldMk cId="799202901" sldId="581"/>
            <ac:grpSpMk id="37" creationId="{3AAD0F5C-CEAA-87CB-02A4-ADBD9B0723FE}"/>
          </ac:grpSpMkLst>
        </pc:grpChg>
        <pc:grpChg chg="del">
          <ac:chgData name="Yeo Xiong Wei, Jonathan" userId="ac2b658e-7ce1-44bb-9f9f-bf4198ceaa29" providerId="ADAL" clId="{8A48C3B3-305B-4BA2-BA10-5B3346F91172}" dt="2024-08-26T06:47:45.012" v="1692" actId="478"/>
          <ac:grpSpMkLst>
            <pc:docMk/>
            <pc:sldMk cId="799202901" sldId="581"/>
            <ac:grpSpMk id="43" creationId="{D4A620EC-BFF6-ABBD-136F-0C4B26652A40}"/>
          </ac:grpSpMkLst>
        </pc:grpChg>
        <pc:grpChg chg="mod">
          <ac:chgData name="Yeo Xiong Wei, Jonathan" userId="ac2b658e-7ce1-44bb-9f9f-bf4198ceaa29" providerId="ADAL" clId="{8A48C3B3-305B-4BA2-BA10-5B3346F91172}" dt="2024-08-26T06:49:46.207" v="1719" actId="164"/>
          <ac:grpSpMkLst>
            <pc:docMk/>
            <pc:sldMk cId="799202901" sldId="581"/>
            <ac:grpSpMk id="54" creationId="{961ABB3C-588A-84A5-C032-FBF2D977CA36}"/>
          </ac:grpSpMkLst>
        </pc:grpChg>
        <pc:grpChg chg="mod">
          <ac:chgData name="Yeo Xiong Wei, Jonathan" userId="ac2b658e-7ce1-44bb-9f9f-bf4198ceaa29" providerId="ADAL" clId="{8A48C3B3-305B-4BA2-BA10-5B3346F91172}" dt="2024-08-26T06:48:44.909" v="1710" actId="164"/>
          <ac:grpSpMkLst>
            <pc:docMk/>
            <pc:sldMk cId="799202901" sldId="581"/>
            <ac:grpSpMk id="108552" creationId="{F4337C58-7545-B97A-2F21-394A7038F078}"/>
          </ac:grpSpMkLst>
        </pc:grpChg>
        <pc:grpChg chg="add mod">
          <ac:chgData name="Yeo Xiong Wei, Jonathan" userId="ac2b658e-7ce1-44bb-9f9f-bf4198ceaa29" providerId="ADAL" clId="{8A48C3B3-305B-4BA2-BA10-5B3346F91172}" dt="2024-08-26T06:52:41.949" v="1819" actId="1076"/>
          <ac:grpSpMkLst>
            <pc:docMk/>
            <pc:sldMk cId="799202901" sldId="581"/>
            <ac:grpSpMk id="108582" creationId="{346475AF-B00D-EF6D-CC22-F03592EF0E40}"/>
          </ac:grpSpMkLst>
        </pc:grpChg>
        <pc:grpChg chg="mod">
          <ac:chgData name="Yeo Xiong Wei, Jonathan" userId="ac2b658e-7ce1-44bb-9f9f-bf4198ceaa29" providerId="ADAL" clId="{8A48C3B3-305B-4BA2-BA10-5B3346F91172}" dt="2024-08-26T06:51:40.516" v="1764"/>
          <ac:grpSpMkLst>
            <pc:docMk/>
            <pc:sldMk cId="799202901" sldId="581"/>
            <ac:grpSpMk id="108583" creationId="{567550DF-2881-B016-E00E-5091D216EE84}"/>
          </ac:grpSpMkLst>
        </pc:grpChg>
        <pc:grpChg chg="mod">
          <ac:chgData name="Yeo Xiong Wei, Jonathan" userId="ac2b658e-7ce1-44bb-9f9f-bf4198ceaa29" providerId="ADAL" clId="{8A48C3B3-305B-4BA2-BA10-5B3346F91172}" dt="2024-08-26T06:51:40.516" v="1764"/>
          <ac:grpSpMkLst>
            <pc:docMk/>
            <pc:sldMk cId="799202901" sldId="581"/>
            <ac:grpSpMk id="108588" creationId="{20CC1ED0-9908-B765-D896-61783868FAFD}"/>
          </ac:grpSpMkLst>
        </pc:grpChg>
        <pc:grpChg chg="mod">
          <ac:chgData name="Yeo Xiong Wei, Jonathan" userId="ac2b658e-7ce1-44bb-9f9f-bf4198ceaa29" providerId="ADAL" clId="{8A48C3B3-305B-4BA2-BA10-5B3346F91172}" dt="2024-08-26T06:51:40.516" v="1764"/>
          <ac:grpSpMkLst>
            <pc:docMk/>
            <pc:sldMk cId="799202901" sldId="581"/>
            <ac:grpSpMk id="108589" creationId="{E2BF7F26-A02D-1CB2-E348-F889C6D2BE9C}"/>
          </ac:grpSpMkLst>
        </pc:grpChg>
        <pc:grpChg chg="mod">
          <ac:chgData name="Yeo Xiong Wei, Jonathan" userId="ac2b658e-7ce1-44bb-9f9f-bf4198ceaa29" providerId="ADAL" clId="{8A48C3B3-305B-4BA2-BA10-5B3346F91172}" dt="2024-08-26T06:51:40.516" v="1764"/>
          <ac:grpSpMkLst>
            <pc:docMk/>
            <pc:sldMk cId="799202901" sldId="581"/>
            <ac:grpSpMk id="108590" creationId="{FEAE8801-E06A-EB1F-921D-2BA119207EF5}"/>
          </ac:grpSpMkLst>
        </pc:grpChg>
        <pc:grpChg chg="add mod">
          <ac:chgData name="Yeo Xiong Wei, Jonathan" userId="ac2b658e-7ce1-44bb-9f9f-bf4198ceaa29" providerId="ADAL" clId="{8A48C3B3-305B-4BA2-BA10-5B3346F91172}" dt="2024-08-26T06:52:41.949" v="1819" actId="1076"/>
          <ac:grpSpMkLst>
            <pc:docMk/>
            <pc:sldMk cId="799202901" sldId="581"/>
            <ac:grpSpMk id="108605" creationId="{86664403-2656-537E-30B1-E626AEAA5F4E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06" creationId="{F275579C-0DF7-880B-96BF-B4508F81C723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11" creationId="{02A824D5-D2C8-FF4F-C5F1-77683AA94A61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12" creationId="{9A5F9A21-FBAA-9CDD-D277-4D3E55B3FCFC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13" creationId="{B7A0D685-0085-6D53-7E53-C33817350362}"/>
          </ac:grpSpMkLst>
        </pc:grpChg>
        <pc:grpChg chg="add mod">
          <ac:chgData name="Yeo Xiong Wei, Jonathan" userId="ac2b658e-7ce1-44bb-9f9f-bf4198ceaa29" providerId="ADAL" clId="{8A48C3B3-305B-4BA2-BA10-5B3346F91172}" dt="2024-08-26T06:52:41.949" v="1819" actId="1076"/>
          <ac:grpSpMkLst>
            <pc:docMk/>
            <pc:sldMk cId="799202901" sldId="581"/>
            <ac:grpSpMk id="108626" creationId="{15E8ADAF-8DEB-946D-0DE7-0173DE3662FF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27" creationId="{73530FB5-B820-AFDA-731B-C1B548995FA3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32" creationId="{D75BCC7F-3CAF-C148-CF44-15F4E275576A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33" creationId="{3B4023B4-39B4-EE65-314B-EFA98B897B87}"/>
          </ac:grpSpMkLst>
        </pc:grpChg>
        <pc:grpChg chg="mod">
          <ac:chgData name="Yeo Xiong Wei, Jonathan" userId="ac2b658e-7ce1-44bb-9f9f-bf4198ceaa29" providerId="ADAL" clId="{8A48C3B3-305B-4BA2-BA10-5B3346F91172}" dt="2024-08-26T06:51:58.271" v="1769"/>
          <ac:grpSpMkLst>
            <pc:docMk/>
            <pc:sldMk cId="799202901" sldId="581"/>
            <ac:grpSpMk id="108634" creationId="{656CCEA7-CDE2-3F27-BDC0-579F9EFDCDC3}"/>
          </ac:grpSpMkLst>
        </pc:grpChg>
        <pc:cxnChg chg="mod">
          <ac:chgData name="Yeo Xiong Wei, Jonathan" userId="ac2b658e-7ce1-44bb-9f9f-bf4198ceaa29" providerId="ADAL" clId="{8A48C3B3-305B-4BA2-BA10-5B3346F91172}" dt="2024-08-26T06:50:27.243" v="1731"/>
          <ac:cxnSpMkLst>
            <pc:docMk/>
            <pc:sldMk cId="799202901" sldId="581"/>
            <ac:cxnSpMk id="10" creationId="{5AC3EE88-FB4C-0195-8837-3A08096E54E8}"/>
          </ac:cxnSpMkLst>
        </pc:cxnChg>
        <pc:cxnChg chg="mod">
          <ac:chgData name="Yeo Xiong Wei, Jonathan" userId="ac2b658e-7ce1-44bb-9f9f-bf4198ceaa29" providerId="ADAL" clId="{8A48C3B3-305B-4BA2-BA10-5B3346F91172}" dt="2024-08-26T06:50:27.243" v="1731"/>
          <ac:cxnSpMkLst>
            <pc:docMk/>
            <pc:sldMk cId="799202901" sldId="581"/>
            <ac:cxnSpMk id="17" creationId="{E6F0ECF8-19F0-3EAA-3692-F3BFF850C731}"/>
          </ac:cxnSpMkLst>
        </pc:cxnChg>
        <pc:cxnChg chg="mod">
          <ac:chgData name="Yeo Xiong Wei, Jonathan" userId="ac2b658e-7ce1-44bb-9f9f-bf4198ceaa29" providerId="ADAL" clId="{8A48C3B3-305B-4BA2-BA10-5B3346F91172}" dt="2024-08-26T06:50:27.243" v="1731"/>
          <ac:cxnSpMkLst>
            <pc:docMk/>
            <pc:sldMk cId="799202901" sldId="581"/>
            <ac:cxnSpMk id="18" creationId="{950EB8AD-1E74-6AB6-53D0-59FE24FE031F}"/>
          </ac:cxnSpMkLst>
        </pc:cxnChg>
        <pc:cxnChg chg="mod">
          <ac:chgData name="Yeo Xiong Wei, Jonathan" userId="ac2b658e-7ce1-44bb-9f9f-bf4198ceaa29" providerId="ADAL" clId="{8A48C3B3-305B-4BA2-BA10-5B3346F91172}" dt="2024-08-26T06:50:27.243" v="1731"/>
          <ac:cxnSpMkLst>
            <pc:docMk/>
            <pc:sldMk cId="799202901" sldId="581"/>
            <ac:cxnSpMk id="21" creationId="{2D83B894-68AE-ED35-411D-17049F3F4388}"/>
          </ac:cxnSpMkLst>
        </pc:cxnChg>
        <pc:cxnChg chg="mod">
          <ac:chgData name="Yeo Xiong Wei, Jonathan" userId="ac2b658e-7ce1-44bb-9f9f-bf4198ceaa29" providerId="ADAL" clId="{8A48C3B3-305B-4BA2-BA10-5B3346F91172}" dt="2024-08-26T06:50:27.243" v="1731"/>
          <ac:cxnSpMkLst>
            <pc:docMk/>
            <pc:sldMk cId="799202901" sldId="581"/>
            <ac:cxnSpMk id="22" creationId="{29096D0F-08A8-4A7A-D5D8-B76D90EAA46F}"/>
          </ac:cxnSpMkLst>
        </pc:cxnChg>
        <pc:cxnChg chg="mod">
          <ac:chgData name="Yeo Xiong Wei, Jonathan" userId="ac2b658e-7ce1-44bb-9f9f-bf4198ceaa29" providerId="ADAL" clId="{8A48C3B3-305B-4BA2-BA10-5B3346F91172}" dt="2024-08-26T06:50:27.243" v="1731"/>
          <ac:cxnSpMkLst>
            <pc:docMk/>
            <pc:sldMk cId="799202901" sldId="581"/>
            <ac:cxnSpMk id="25" creationId="{34B39EB4-1B0F-DCAF-8B06-5514B4D6F1B2}"/>
          </ac:cxnSpMkLst>
        </pc:cxnChg>
        <pc:cxnChg chg="mod">
          <ac:chgData name="Yeo Xiong Wei, Jonathan" userId="ac2b658e-7ce1-44bb-9f9f-bf4198ceaa29" providerId="ADAL" clId="{8A48C3B3-305B-4BA2-BA10-5B3346F91172}" dt="2024-08-26T06:50:27.243" v="1731"/>
          <ac:cxnSpMkLst>
            <pc:docMk/>
            <pc:sldMk cId="799202901" sldId="581"/>
            <ac:cxnSpMk id="26" creationId="{903AC132-35DA-753E-5034-7F5C3EFEA37B}"/>
          </ac:cxnSpMkLst>
        </pc:cxnChg>
        <pc:cxnChg chg="mod">
          <ac:chgData name="Yeo Xiong Wei, Jonathan" userId="ac2b658e-7ce1-44bb-9f9f-bf4198ceaa29" providerId="ADAL" clId="{8A48C3B3-305B-4BA2-BA10-5B3346F91172}" dt="2024-08-26T06:51:07.346" v="1748"/>
          <ac:cxnSpMkLst>
            <pc:docMk/>
            <pc:sldMk cId="799202901" sldId="581"/>
            <ac:cxnSpMk id="31" creationId="{AADBBBFB-D12F-9A45-C655-87E6DFE98288}"/>
          </ac:cxnSpMkLst>
        </pc:cxnChg>
        <pc:cxnChg chg="mod">
          <ac:chgData name="Yeo Xiong Wei, Jonathan" userId="ac2b658e-7ce1-44bb-9f9f-bf4198ceaa29" providerId="ADAL" clId="{8A48C3B3-305B-4BA2-BA10-5B3346F91172}" dt="2024-08-26T06:51:07.346" v="1748"/>
          <ac:cxnSpMkLst>
            <pc:docMk/>
            <pc:sldMk cId="799202901" sldId="581"/>
            <ac:cxnSpMk id="38" creationId="{1A8839BF-D972-88D5-E661-4FC8E67383E4}"/>
          </ac:cxnSpMkLst>
        </pc:cxnChg>
        <pc:cxnChg chg="mod">
          <ac:chgData name="Yeo Xiong Wei, Jonathan" userId="ac2b658e-7ce1-44bb-9f9f-bf4198ceaa29" providerId="ADAL" clId="{8A48C3B3-305B-4BA2-BA10-5B3346F91172}" dt="2024-08-26T06:51:07.346" v="1748"/>
          <ac:cxnSpMkLst>
            <pc:docMk/>
            <pc:sldMk cId="799202901" sldId="581"/>
            <ac:cxnSpMk id="39" creationId="{55D8A218-8BF5-0ECB-6085-7B7E01233EFC}"/>
          </ac:cxnSpMkLst>
        </pc:cxnChg>
        <pc:cxnChg chg="mod">
          <ac:chgData name="Yeo Xiong Wei, Jonathan" userId="ac2b658e-7ce1-44bb-9f9f-bf4198ceaa29" providerId="ADAL" clId="{8A48C3B3-305B-4BA2-BA10-5B3346F91172}" dt="2024-08-26T06:51:07.346" v="1748"/>
          <ac:cxnSpMkLst>
            <pc:docMk/>
            <pc:sldMk cId="799202901" sldId="581"/>
            <ac:cxnSpMk id="42" creationId="{EDFBDA45-604E-8A36-FA71-2658FC3FF694}"/>
          </ac:cxnSpMkLst>
        </pc:cxnChg>
        <pc:cxnChg chg="mod">
          <ac:chgData name="Yeo Xiong Wei, Jonathan" userId="ac2b658e-7ce1-44bb-9f9f-bf4198ceaa29" providerId="ADAL" clId="{8A48C3B3-305B-4BA2-BA10-5B3346F91172}" dt="2024-08-26T06:51:07.346" v="1748"/>
          <ac:cxnSpMkLst>
            <pc:docMk/>
            <pc:sldMk cId="799202901" sldId="581"/>
            <ac:cxnSpMk id="44" creationId="{C8252E72-9DBD-6605-9842-C4434FAC24E8}"/>
          </ac:cxnSpMkLst>
        </pc:cxnChg>
        <pc:cxnChg chg="mod">
          <ac:chgData name="Yeo Xiong Wei, Jonathan" userId="ac2b658e-7ce1-44bb-9f9f-bf4198ceaa29" providerId="ADAL" clId="{8A48C3B3-305B-4BA2-BA10-5B3346F91172}" dt="2024-08-26T06:51:07.346" v="1748"/>
          <ac:cxnSpMkLst>
            <pc:docMk/>
            <pc:sldMk cId="799202901" sldId="581"/>
            <ac:cxnSpMk id="47" creationId="{7D7EEBE6-0C39-675D-E8E7-EEBF51BFA697}"/>
          </ac:cxnSpMkLst>
        </pc:cxnChg>
        <pc:cxnChg chg="mod">
          <ac:chgData name="Yeo Xiong Wei, Jonathan" userId="ac2b658e-7ce1-44bb-9f9f-bf4198ceaa29" providerId="ADAL" clId="{8A48C3B3-305B-4BA2-BA10-5B3346F91172}" dt="2024-08-26T06:51:07.346" v="1748"/>
          <ac:cxnSpMkLst>
            <pc:docMk/>
            <pc:sldMk cId="799202901" sldId="581"/>
            <ac:cxnSpMk id="48" creationId="{AB2F80D2-90BF-2A1A-5E91-61E74532F4DB}"/>
          </ac:cxnSpMkLst>
        </pc:cxnChg>
        <pc:cxnChg chg="mod">
          <ac:chgData name="Yeo Xiong Wei, Jonathan" userId="ac2b658e-7ce1-44bb-9f9f-bf4198ceaa29" providerId="ADAL" clId="{8A48C3B3-305B-4BA2-BA10-5B3346F91172}" dt="2024-08-26T06:51:31.239" v="1761" actId="14100"/>
          <ac:cxnSpMkLst>
            <pc:docMk/>
            <pc:sldMk cId="799202901" sldId="581"/>
            <ac:cxnSpMk id="58" creationId="{3830A832-1855-6C94-22B9-BB0616C5B84E}"/>
          </ac:cxnSpMkLst>
        </pc:cxnChg>
        <pc:cxnChg chg="mod">
          <ac:chgData name="Yeo Xiong Wei, Jonathan" userId="ac2b658e-7ce1-44bb-9f9f-bf4198ceaa29" providerId="ADAL" clId="{8A48C3B3-305B-4BA2-BA10-5B3346F91172}" dt="2024-08-26T06:52:49.205" v="1821" actId="1076"/>
          <ac:cxnSpMkLst>
            <pc:docMk/>
            <pc:sldMk cId="799202901" sldId="581"/>
            <ac:cxnSpMk id="59" creationId="{790478BE-810A-13E1-E805-AECAD62F49C7}"/>
          </ac:cxnSpMkLst>
        </pc:cxnChg>
        <pc:cxnChg chg="mod">
          <ac:chgData name="Yeo Xiong Wei, Jonathan" userId="ac2b658e-7ce1-44bb-9f9f-bf4198ceaa29" providerId="ADAL" clId="{8A48C3B3-305B-4BA2-BA10-5B3346F91172}" dt="2024-08-26T06:52:56.539" v="1822" actId="14100"/>
          <ac:cxnSpMkLst>
            <pc:docMk/>
            <pc:sldMk cId="799202901" sldId="581"/>
            <ac:cxnSpMk id="62" creationId="{5212FDCA-F694-55F2-4FCA-D4B5078F174C}"/>
          </ac:cxnSpMkLst>
        </pc:cxnChg>
        <pc:cxnChg chg="mod">
          <ac:chgData name="Yeo Xiong Wei, Jonathan" userId="ac2b658e-7ce1-44bb-9f9f-bf4198ceaa29" providerId="ADAL" clId="{8A48C3B3-305B-4BA2-BA10-5B3346F91172}" dt="2024-08-26T06:52:46.414" v="1820" actId="1076"/>
          <ac:cxnSpMkLst>
            <pc:docMk/>
            <pc:sldMk cId="799202901" sldId="581"/>
            <ac:cxnSpMk id="63" creationId="{45D32DDD-469E-1D20-BBFF-F5E9B9F54ECD}"/>
          </ac:cxnSpMkLst>
        </pc:cxnChg>
        <pc:cxnChg chg="mod">
          <ac:chgData name="Yeo Xiong Wei, Jonathan" userId="ac2b658e-7ce1-44bb-9f9f-bf4198ceaa29" providerId="ADAL" clId="{8A48C3B3-305B-4BA2-BA10-5B3346F91172}" dt="2024-08-26T06:49:46.207" v="1719" actId="164"/>
          <ac:cxnSpMkLst>
            <pc:docMk/>
            <pc:sldMk cId="799202901" sldId="581"/>
            <ac:cxnSpMk id="108568" creationId="{24371A30-D8B5-0472-9B6E-2DDF72474969}"/>
          </ac:cxnSpMkLst>
        </pc:cxnChg>
        <pc:cxnChg chg="mod">
          <ac:chgData name="Yeo Xiong Wei, Jonathan" userId="ac2b658e-7ce1-44bb-9f9f-bf4198ceaa29" providerId="ADAL" clId="{8A48C3B3-305B-4BA2-BA10-5B3346F91172}" dt="2024-08-26T06:48:44.909" v="1710" actId="164"/>
          <ac:cxnSpMkLst>
            <pc:docMk/>
            <pc:sldMk cId="799202901" sldId="581"/>
            <ac:cxnSpMk id="108569" creationId="{4249DB63-4BFB-F4D6-1FA7-4D3DF31ED7E3}"/>
          </ac:cxnSpMkLst>
        </pc:cxnChg>
        <pc:cxnChg chg="mod">
          <ac:chgData name="Yeo Xiong Wei, Jonathan" userId="ac2b658e-7ce1-44bb-9f9f-bf4198ceaa29" providerId="ADAL" clId="{8A48C3B3-305B-4BA2-BA10-5B3346F91172}" dt="2024-08-26T06:51:40.516" v="1764"/>
          <ac:cxnSpMkLst>
            <pc:docMk/>
            <pc:sldMk cId="799202901" sldId="581"/>
            <ac:cxnSpMk id="108584" creationId="{47C1665D-01E5-215C-AFD5-BD0314101C31}"/>
          </ac:cxnSpMkLst>
        </pc:cxnChg>
        <pc:cxnChg chg="mod">
          <ac:chgData name="Yeo Xiong Wei, Jonathan" userId="ac2b658e-7ce1-44bb-9f9f-bf4198ceaa29" providerId="ADAL" clId="{8A48C3B3-305B-4BA2-BA10-5B3346F91172}" dt="2024-08-26T06:51:40.516" v="1764"/>
          <ac:cxnSpMkLst>
            <pc:docMk/>
            <pc:sldMk cId="799202901" sldId="581"/>
            <ac:cxnSpMk id="108591" creationId="{5122A845-B92A-BA2B-78FA-D4396C3845B3}"/>
          </ac:cxnSpMkLst>
        </pc:cxnChg>
        <pc:cxnChg chg="mod">
          <ac:chgData name="Yeo Xiong Wei, Jonathan" userId="ac2b658e-7ce1-44bb-9f9f-bf4198ceaa29" providerId="ADAL" clId="{8A48C3B3-305B-4BA2-BA10-5B3346F91172}" dt="2024-08-26T06:51:40.516" v="1764"/>
          <ac:cxnSpMkLst>
            <pc:docMk/>
            <pc:sldMk cId="799202901" sldId="581"/>
            <ac:cxnSpMk id="108592" creationId="{BDB89691-F4F8-6800-CF21-45B9F1B82318}"/>
          </ac:cxnSpMkLst>
        </pc:cxnChg>
        <pc:cxnChg chg="mod">
          <ac:chgData name="Yeo Xiong Wei, Jonathan" userId="ac2b658e-7ce1-44bb-9f9f-bf4198ceaa29" providerId="ADAL" clId="{8A48C3B3-305B-4BA2-BA10-5B3346F91172}" dt="2024-08-26T06:51:40.516" v="1764"/>
          <ac:cxnSpMkLst>
            <pc:docMk/>
            <pc:sldMk cId="799202901" sldId="581"/>
            <ac:cxnSpMk id="108595" creationId="{C3A6410F-B36B-9347-E8C4-0023A719DF22}"/>
          </ac:cxnSpMkLst>
        </pc:cxnChg>
        <pc:cxnChg chg="mod">
          <ac:chgData name="Yeo Xiong Wei, Jonathan" userId="ac2b658e-7ce1-44bb-9f9f-bf4198ceaa29" providerId="ADAL" clId="{8A48C3B3-305B-4BA2-BA10-5B3346F91172}" dt="2024-08-26T06:51:40.516" v="1764"/>
          <ac:cxnSpMkLst>
            <pc:docMk/>
            <pc:sldMk cId="799202901" sldId="581"/>
            <ac:cxnSpMk id="108596" creationId="{69171D37-B2A9-6188-EF7F-8E9506DA5915}"/>
          </ac:cxnSpMkLst>
        </pc:cxnChg>
        <pc:cxnChg chg="mod">
          <ac:chgData name="Yeo Xiong Wei, Jonathan" userId="ac2b658e-7ce1-44bb-9f9f-bf4198ceaa29" providerId="ADAL" clId="{8A48C3B3-305B-4BA2-BA10-5B3346F91172}" dt="2024-08-26T06:51:40.516" v="1764"/>
          <ac:cxnSpMkLst>
            <pc:docMk/>
            <pc:sldMk cId="799202901" sldId="581"/>
            <ac:cxnSpMk id="108599" creationId="{A2B58773-28F1-E014-4323-315C8F4D7C6D}"/>
          </ac:cxnSpMkLst>
        </pc:cxnChg>
        <pc:cxnChg chg="mod">
          <ac:chgData name="Yeo Xiong Wei, Jonathan" userId="ac2b658e-7ce1-44bb-9f9f-bf4198ceaa29" providerId="ADAL" clId="{8A48C3B3-305B-4BA2-BA10-5B3346F91172}" dt="2024-08-26T06:51:40.516" v="1764"/>
          <ac:cxnSpMkLst>
            <pc:docMk/>
            <pc:sldMk cId="799202901" sldId="581"/>
            <ac:cxnSpMk id="108600" creationId="{13F00F4A-4C3E-9C72-E497-B7B361492CA7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07" creationId="{D859601D-93DE-C4DA-FDDC-7AA1C5210370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14" creationId="{DB7F04E0-C26C-0DC9-691E-3B742AA32B5D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15" creationId="{A515DACA-B3A3-D3AF-3F80-1D5054F9C90F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18" creationId="{92872496-A964-1CC2-AA20-C1763017A11C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19" creationId="{EF3B4FC0-7930-132E-23B0-FC61791ACF0D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22" creationId="{ECE784B4-1212-C21B-6009-3F1E7CD01922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23" creationId="{66F48D8B-3069-3B5D-BFD4-4C612E774F32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28" creationId="{36F33096-A919-8718-79A2-9EE744115272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35" creationId="{D9629EA3-5DD9-5E53-32C0-DECA38C23565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36" creationId="{F9779234-51D3-79D3-BDBF-D6717A37D81A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39" creationId="{5109D79F-C444-85CC-5957-CDB369D3DDCD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40" creationId="{60D0D8A8-78C2-1FA0-DF5F-2A422639976B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43" creationId="{82FA71B6-BDFC-835C-4653-F453F36C9746}"/>
          </ac:cxnSpMkLst>
        </pc:cxnChg>
        <pc:cxnChg chg="mod">
          <ac:chgData name="Yeo Xiong Wei, Jonathan" userId="ac2b658e-7ce1-44bb-9f9f-bf4198ceaa29" providerId="ADAL" clId="{8A48C3B3-305B-4BA2-BA10-5B3346F91172}" dt="2024-08-26T06:51:58.271" v="1769"/>
          <ac:cxnSpMkLst>
            <pc:docMk/>
            <pc:sldMk cId="799202901" sldId="581"/>
            <ac:cxnSpMk id="108644" creationId="{77C2EDA6-65E8-C669-766F-82A29AF67216}"/>
          </ac:cxnSpMkLst>
        </pc:cxnChg>
      </pc:sldChg>
      <pc:sldChg chg="new del">
        <pc:chgData name="Yeo Xiong Wei, Jonathan" userId="ac2b658e-7ce1-44bb-9f9f-bf4198ceaa29" providerId="ADAL" clId="{8A48C3B3-305B-4BA2-BA10-5B3346F91172}" dt="2024-08-26T06:33:18.758" v="691" actId="47"/>
        <pc:sldMkLst>
          <pc:docMk/>
          <pc:sldMk cId="2148541251" sldId="581"/>
        </pc:sldMkLst>
      </pc:sldChg>
      <pc:sldChg chg="addSp modSp add mod">
        <pc:chgData name="Yeo Xiong Wei, Jonathan" userId="ac2b658e-7ce1-44bb-9f9f-bf4198ceaa29" providerId="ADAL" clId="{8A48C3B3-305B-4BA2-BA10-5B3346F91172}" dt="2024-08-26T07:05:16.410" v="2526" actId="14100"/>
        <pc:sldMkLst>
          <pc:docMk/>
          <pc:sldMk cId="268175276" sldId="582"/>
        </pc:sldMkLst>
        <pc:spChg chg="add mod">
          <ac:chgData name="Yeo Xiong Wei, Jonathan" userId="ac2b658e-7ce1-44bb-9f9f-bf4198ceaa29" providerId="ADAL" clId="{8A48C3B3-305B-4BA2-BA10-5B3346F91172}" dt="2024-08-26T06:54:38.680" v="1878" actId="14100"/>
          <ac:spMkLst>
            <pc:docMk/>
            <pc:sldMk cId="268175276" sldId="582"/>
            <ac:spMk id="8" creationId="{0894ED89-2487-42BB-5287-9355CEC7608E}"/>
          </ac:spMkLst>
        </pc:spChg>
        <pc:spChg chg="add mod">
          <ac:chgData name="Yeo Xiong Wei, Jonathan" userId="ac2b658e-7ce1-44bb-9f9f-bf4198ceaa29" providerId="ADAL" clId="{8A48C3B3-305B-4BA2-BA10-5B3346F91172}" dt="2024-08-26T06:54:54.054" v="1883" actId="14100"/>
          <ac:spMkLst>
            <pc:docMk/>
            <pc:sldMk cId="268175276" sldId="582"/>
            <ac:spMk id="9" creationId="{CD76CB30-2D8B-2D6F-4EFE-3EFCD01693C6}"/>
          </ac:spMkLst>
        </pc:spChg>
        <pc:spChg chg="add mod">
          <ac:chgData name="Yeo Xiong Wei, Jonathan" userId="ac2b658e-7ce1-44bb-9f9f-bf4198ceaa29" providerId="ADAL" clId="{8A48C3B3-305B-4BA2-BA10-5B3346F91172}" dt="2024-08-26T06:55:02.390" v="1888" actId="1076"/>
          <ac:spMkLst>
            <pc:docMk/>
            <pc:sldMk cId="268175276" sldId="582"/>
            <ac:spMk id="10" creationId="{3DE625D5-C401-F361-5AB8-07525545103F}"/>
          </ac:spMkLst>
        </pc:spChg>
        <pc:spChg chg="add mod">
          <ac:chgData name="Yeo Xiong Wei, Jonathan" userId="ac2b658e-7ce1-44bb-9f9f-bf4198ceaa29" providerId="ADAL" clId="{8A48C3B3-305B-4BA2-BA10-5B3346F91172}" dt="2024-08-26T06:55:00.686" v="1887" actId="1076"/>
          <ac:spMkLst>
            <pc:docMk/>
            <pc:sldMk cId="268175276" sldId="582"/>
            <ac:spMk id="11" creationId="{33B81506-4DFF-9827-19CE-223F6F2233D8}"/>
          </ac:spMkLst>
        </pc:spChg>
        <pc:spChg chg="add mod">
          <ac:chgData name="Yeo Xiong Wei, Jonathan" userId="ac2b658e-7ce1-44bb-9f9f-bf4198ceaa29" providerId="ADAL" clId="{8A48C3B3-305B-4BA2-BA10-5B3346F91172}" dt="2024-08-26T06:55:08.133" v="1891" actId="1038"/>
          <ac:spMkLst>
            <pc:docMk/>
            <pc:sldMk cId="268175276" sldId="582"/>
            <ac:spMk id="12" creationId="{1A3B904D-8226-7197-DB0E-F5290B93924D}"/>
          </ac:spMkLst>
        </pc:spChg>
        <pc:spChg chg="mod">
          <ac:chgData name="Yeo Xiong Wei, Jonathan" userId="ac2b658e-7ce1-44bb-9f9f-bf4198ceaa29" providerId="ADAL" clId="{8A48C3B3-305B-4BA2-BA10-5B3346F91172}" dt="2024-08-26T07:05:16.410" v="2526" actId="14100"/>
          <ac:spMkLst>
            <pc:docMk/>
            <pc:sldMk cId="268175276" sldId="582"/>
            <ac:spMk id="108546" creationId="{00000000-0000-0000-0000-000000000000}"/>
          </ac:spMkLst>
        </pc:spChg>
      </pc:sldChg>
      <pc:sldChg chg="add del">
        <pc:chgData name="Yeo Xiong Wei, Jonathan" userId="ac2b658e-7ce1-44bb-9f9f-bf4198ceaa29" providerId="ADAL" clId="{8A48C3B3-305B-4BA2-BA10-5B3346F91172}" dt="2024-08-26T06:48:06.552" v="1699"/>
        <pc:sldMkLst>
          <pc:docMk/>
          <pc:sldMk cId="1625873933" sldId="582"/>
        </pc:sldMkLst>
      </pc:sldChg>
      <pc:sldChg chg="modSp add mod">
        <pc:chgData name="Yeo Xiong Wei, Jonathan" userId="ac2b658e-7ce1-44bb-9f9f-bf4198ceaa29" providerId="ADAL" clId="{8A48C3B3-305B-4BA2-BA10-5B3346F91172}" dt="2024-08-26T07:08:28.138" v="2765" actId="20577"/>
        <pc:sldMkLst>
          <pc:docMk/>
          <pc:sldMk cId="1191006292" sldId="583"/>
        </pc:sldMkLst>
        <pc:spChg chg="mod">
          <ac:chgData name="Yeo Xiong Wei, Jonathan" userId="ac2b658e-7ce1-44bb-9f9f-bf4198ceaa29" providerId="ADAL" clId="{8A48C3B3-305B-4BA2-BA10-5B3346F91172}" dt="2024-08-26T07:08:28.138" v="2765" actId="20577"/>
          <ac:spMkLst>
            <pc:docMk/>
            <pc:sldMk cId="1191006292" sldId="583"/>
            <ac:spMk id="2" creationId="{AC01609E-06F3-4BC5-AAF3-53EBE98C380B}"/>
          </ac:spMkLst>
        </pc:spChg>
      </pc:sldChg>
      <pc:sldChg chg="delSp modSp add mod">
        <pc:chgData name="Yeo Xiong Wei, Jonathan" userId="ac2b658e-7ce1-44bb-9f9f-bf4198ceaa29" providerId="ADAL" clId="{8A48C3B3-305B-4BA2-BA10-5B3346F91172}" dt="2024-08-26T08:00:13.381" v="4362" actId="207"/>
        <pc:sldMkLst>
          <pc:docMk/>
          <pc:sldMk cId="2164852003" sldId="584"/>
        </pc:sldMkLst>
        <pc:spChg chg="del">
          <ac:chgData name="Yeo Xiong Wei, Jonathan" userId="ac2b658e-7ce1-44bb-9f9f-bf4198ceaa29" providerId="ADAL" clId="{8A48C3B3-305B-4BA2-BA10-5B3346F91172}" dt="2024-08-26T07:58:36.201" v="4268" actId="478"/>
          <ac:spMkLst>
            <pc:docMk/>
            <pc:sldMk cId="2164852003" sldId="584"/>
            <ac:spMk id="2" creationId="{4C08AE8F-391C-F017-6941-B1127361EEBE}"/>
          </ac:spMkLst>
        </pc:spChg>
        <pc:spChg chg="mod">
          <ac:chgData name="Yeo Xiong Wei, Jonathan" userId="ac2b658e-7ce1-44bb-9f9f-bf4198ceaa29" providerId="ADAL" clId="{8A48C3B3-305B-4BA2-BA10-5B3346F91172}" dt="2024-08-26T08:00:13.381" v="4362" actId="207"/>
          <ac:spMkLst>
            <pc:docMk/>
            <pc:sldMk cId="2164852003" sldId="584"/>
            <ac:spMk id="16" creationId="{DD99C6AA-4FB0-4001-819D-E2F987201D6E}"/>
          </ac:spMkLst>
        </pc:spChg>
        <pc:spChg chg="mod">
          <ac:chgData name="Yeo Xiong Wei, Jonathan" userId="ac2b658e-7ce1-44bb-9f9f-bf4198ceaa29" providerId="ADAL" clId="{8A48C3B3-305B-4BA2-BA10-5B3346F91172}" dt="2024-08-26T07:59:15.076" v="4309" actId="20577"/>
          <ac:spMkLst>
            <pc:docMk/>
            <pc:sldMk cId="2164852003" sldId="584"/>
            <ac:spMk id="52225" creationId="{00000000-0000-0000-0000-000000000000}"/>
          </ac:spMkLst>
        </pc:spChg>
      </pc:sldChg>
      <pc:sldChg chg="new del">
        <pc:chgData name="Yeo Xiong Wei, Jonathan" userId="ac2b658e-7ce1-44bb-9f9f-bf4198ceaa29" providerId="ADAL" clId="{8A48C3B3-305B-4BA2-BA10-5B3346F91172}" dt="2024-08-26T07:55:39.104" v="4254" actId="47"/>
        <pc:sldMkLst>
          <pc:docMk/>
          <pc:sldMk cId="2870530750" sldId="584"/>
        </pc:sldMkLst>
      </pc:sldChg>
    </pc:docChg>
  </pc:docChgLst>
  <pc:docChgLst>
    <pc:chgData name="Yeo Xiong Wei, Jonathan" userId="ac2b658e-7ce1-44bb-9f9f-bf4198ceaa29" providerId="ADAL" clId="{797952F0-A2CF-41A5-9457-09CE1E1DBAD4}"/>
    <pc:docChg chg="modSld">
      <pc:chgData name="Yeo Xiong Wei, Jonathan" userId="ac2b658e-7ce1-44bb-9f9f-bf4198ceaa29" providerId="ADAL" clId="{797952F0-A2CF-41A5-9457-09CE1E1DBAD4}" dt="2022-07-08T08:48:35.203" v="7" actId="20577"/>
      <pc:docMkLst>
        <pc:docMk/>
      </pc:docMkLst>
      <pc:sldChg chg="modSp">
        <pc:chgData name="Yeo Xiong Wei, Jonathan" userId="ac2b658e-7ce1-44bb-9f9f-bf4198ceaa29" providerId="ADAL" clId="{797952F0-A2CF-41A5-9457-09CE1E1DBAD4}" dt="2022-07-08T08:48:35.203" v="7" actId="20577"/>
        <pc:sldMkLst>
          <pc:docMk/>
          <pc:sldMk cId="2982498073" sldId="539"/>
        </pc:sldMkLst>
        <pc:spChg chg="mod">
          <ac:chgData name="Yeo Xiong Wei, Jonathan" userId="ac2b658e-7ce1-44bb-9f9f-bf4198ceaa29" providerId="ADAL" clId="{797952F0-A2CF-41A5-9457-09CE1E1DBAD4}" dt="2022-07-08T08:48:35.203" v="7" actId="20577"/>
          <ac:spMkLst>
            <pc:docMk/>
            <pc:sldMk cId="2982498073" sldId="539"/>
            <ac:spMk id="5" creationId="{061BB625-FA9F-47AA-B90D-A911EB43A74D}"/>
          </ac:spMkLst>
        </pc:spChg>
      </pc:sldChg>
      <pc:sldChg chg="modSp mod">
        <pc:chgData name="Yeo Xiong Wei, Jonathan" userId="ac2b658e-7ce1-44bb-9f9f-bf4198ceaa29" providerId="ADAL" clId="{797952F0-A2CF-41A5-9457-09CE1E1DBAD4}" dt="2022-07-07T04:05:49.459" v="1" actId="20577"/>
        <pc:sldMkLst>
          <pc:docMk/>
          <pc:sldMk cId="559566683" sldId="544"/>
        </pc:sldMkLst>
        <pc:spChg chg="mod">
          <ac:chgData name="Yeo Xiong Wei, Jonathan" userId="ac2b658e-7ce1-44bb-9f9f-bf4198ceaa29" providerId="ADAL" clId="{797952F0-A2CF-41A5-9457-09CE1E1DBAD4}" dt="2022-07-07T04:05:49.459" v="1" actId="20577"/>
          <ac:spMkLst>
            <pc:docMk/>
            <pc:sldMk cId="559566683" sldId="544"/>
            <ac:spMk id="2" creationId="{635632ED-6249-4378-9241-C14C3A5BA9EB}"/>
          </ac:spMkLst>
        </pc:spChg>
      </pc:sldChg>
      <pc:sldChg chg="modSp">
        <pc:chgData name="Yeo Xiong Wei, Jonathan" userId="ac2b658e-7ce1-44bb-9f9f-bf4198ceaa29" providerId="ADAL" clId="{797952F0-A2CF-41A5-9457-09CE1E1DBAD4}" dt="2022-07-08T08:48:25.919" v="3" actId="20577"/>
        <pc:sldMkLst>
          <pc:docMk/>
          <pc:sldMk cId="3048014762" sldId="555"/>
        </pc:sldMkLst>
        <pc:spChg chg="mod">
          <ac:chgData name="Yeo Xiong Wei, Jonathan" userId="ac2b658e-7ce1-44bb-9f9f-bf4198ceaa29" providerId="ADAL" clId="{797952F0-A2CF-41A5-9457-09CE1E1DBAD4}" dt="2022-07-08T08:48:25.919" v="3" actId="20577"/>
          <ac:spMkLst>
            <pc:docMk/>
            <pc:sldMk cId="3048014762" sldId="555"/>
            <ac:spMk id="5" creationId="{061BB625-FA9F-47AA-B90D-A911EB43A74D}"/>
          </ac:spMkLst>
        </pc:spChg>
      </pc:sldChg>
    </pc:docChg>
  </pc:docChgLst>
  <pc:docChgLst>
    <pc:chgData name="Yeo Xiong Wei, Jonathan" userId="ac2b658e-7ce1-44bb-9f9f-bf4198ceaa29" providerId="ADAL" clId="{E6AB8E20-F4D7-4320-BEA9-DC68C8CCCDF1}"/>
    <pc:docChg chg="modSld">
      <pc:chgData name="Yeo Xiong Wei, Jonathan" userId="ac2b658e-7ce1-44bb-9f9f-bf4198ceaa29" providerId="ADAL" clId="{E6AB8E20-F4D7-4320-BEA9-DC68C8CCCDF1}" dt="2023-06-30T06:47:21.170" v="269"/>
      <pc:docMkLst>
        <pc:docMk/>
      </pc:docMkLst>
      <pc:sldChg chg="modSp mod">
        <pc:chgData name="Yeo Xiong Wei, Jonathan" userId="ac2b658e-7ce1-44bb-9f9f-bf4198ceaa29" providerId="ADAL" clId="{E6AB8E20-F4D7-4320-BEA9-DC68C8CCCDF1}" dt="2023-06-30T06:47:21.170" v="269"/>
        <pc:sldMkLst>
          <pc:docMk/>
          <pc:sldMk cId="2124394728" sldId="454"/>
        </pc:sldMkLst>
        <pc:spChg chg="mod">
          <ac:chgData name="Yeo Xiong Wei, Jonathan" userId="ac2b658e-7ce1-44bb-9f9f-bf4198ceaa29" providerId="ADAL" clId="{E6AB8E20-F4D7-4320-BEA9-DC68C8CCCDF1}" dt="2023-06-30T06:47:21.170" v="269"/>
          <ac:spMkLst>
            <pc:docMk/>
            <pc:sldMk cId="2124394728" sldId="454"/>
            <ac:spMk id="1085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9D0A9-1EAF-4B67-B262-562B734A020E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ABCB8-E5B2-4399-9FC2-32888C8FE1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4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789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582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736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506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042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312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71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static games which is equivalent to a sequential game with imperfect information, payoff matrix is the same as the normal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990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283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strategy that matters for the incumbent is only the one involving his strategy on the equilibrium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82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266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i="1" dirty="0"/>
              <a:t>This deals with the problem where parts of a strategy for cases which are not reached do not actually matter for their consequent payoffs.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278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BF1A6-0B33-4211-8B22-EC86FE2439A8}" type="slidenum">
              <a:rPr lang="en-SG" smtClean="0"/>
              <a:t>22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5215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BF1A6-0B33-4211-8B22-EC86FE2439A8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6519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BF1A6-0B33-4211-8B22-EC86FE2439A8}" type="slidenum">
              <a:rPr lang="en-SG" smtClean="0"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420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54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636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88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421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322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997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7642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NE for simultaneous game:</a:t>
            </a:r>
            <a:br>
              <a:rPr lang="en-GB" dirty="0"/>
            </a:br>
            <a:r>
              <a:rPr lang="en-GB" dirty="0"/>
              <a:t>(U,L), (D,R), (0.25 U, 0.25L)</a:t>
            </a:r>
          </a:p>
          <a:p>
            <a:endParaRPr lang="en-GB" dirty="0"/>
          </a:p>
          <a:p>
            <a:r>
              <a:rPr lang="en-GB" dirty="0"/>
              <a:t>Last has payoff: 2 for each.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244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285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0888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039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2153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942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Notice that the statement “</a:t>
            </a:r>
            <a:r>
              <a:rPr lang="en-US" altLang="en-US" sz="1200" dirty="0"/>
              <a:t>If I observe confessions in any past period, I will confess forever after, otherwise I will stay silent.</a:t>
            </a:r>
            <a:r>
              <a:rPr lang="en-GB" altLang="en-US" sz="1200" dirty="0"/>
              <a:t>”</a:t>
            </a:r>
            <a:br>
              <a:rPr lang="en-GB" altLang="en-US" sz="1200" dirty="0"/>
            </a:br>
            <a:r>
              <a:rPr lang="en-GB" altLang="en-US" sz="1200" dirty="0"/>
              <a:t>gives us a strategy for any possible history of the game in any period.</a:t>
            </a:r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ABCB8-E5B2-4399-9FC2-32888C8FE114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276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6C70-378F-4572-87F2-4C5C1D587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C74C7-C071-42DF-A141-BFDCEE4E4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CD95-E99C-461A-8F25-C6322E62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0213A-1477-4452-953C-8CC88B2ED686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A9AE7-AF7C-4C4F-BD33-49E19254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D31CA-08EF-4E97-AE43-AAA4844D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21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064D-C921-453E-828C-96EE8727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2BEE2-7EF4-4B40-A3FD-4EAB74C12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2B2DF-2B46-4713-988D-6A7A14D9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9AEE5-77B7-4E4F-9741-9522B51FF816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7C5B3-7D5E-4E69-B4FC-AF7896B06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3FCD5-69F9-48A8-9648-3FA56AB6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11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8D6E-51F7-49F1-B83F-CA980942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42CC8-678E-450C-9D86-522CB373E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56666-3742-40F8-92EB-E57C9BC1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8D8-4247-41C5-8C0E-C58991035E45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B1EF9-74B1-445A-A1AB-EAABA4B1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CC459-ED8C-417F-80B7-B6D0A259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93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9D15-23A9-4199-861D-E2F50F53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18B6-E6AA-4361-B871-A0B3420B6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E24CC-BC9E-40AD-942E-0695E21DE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F73A3-D427-47B7-B97D-B0080572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F44C-F17D-4013-A54C-B1793392255E}" type="datetime1">
              <a:rPr lang="en-GB" smtClean="0"/>
              <a:t>21/09/2024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BBABB-6988-4403-8D87-4800CC6A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ACF3E-EA8C-467B-A9FA-07449201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63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7644-036F-4A18-9083-E2FBD8BC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EC199-5726-4E45-AFED-367DEE3FE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F3126-D0CF-41D6-BE23-0302FEADF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FCCCE-98BF-44A6-ADD6-4B4DDA07E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5516B-8DC0-44B9-8FCA-9FCDF0ED6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C614B-2E84-4DBB-85EE-734C401F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ECAB-EAC0-4062-9E31-FC73FBFE679C}" type="datetime1">
              <a:rPr lang="en-GB" smtClean="0"/>
              <a:t>21/09/2024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52E88-525C-49FA-926E-03A9B61B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81F4C-9A96-46C5-B57F-DAB19DBB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77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43B3-D451-426E-BEFE-F3FC8495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D23ED-F5D8-4458-8F01-E0AFDD10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6E6CE-0508-4F1A-9068-87616E189F27}" type="datetime1">
              <a:rPr lang="en-GB" smtClean="0"/>
              <a:t>21/09/2024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7F176-3846-4B39-9F98-CA96DBAB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82721-FFA2-4888-A32F-B7F15806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00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2F5C2-E7F5-44F6-B3E3-A09A9FBB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8D2E-8976-4E82-A8E1-59FACCA27429}" type="datetime1">
              <a:rPr lang="en-GB" smtClean="0"/>
              <a:t>21/09/2024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30895-94C9-4CDA-8A1C-A3B83C75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85C4-52F2-40E5-B555-2B7E8441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73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5739-6EEA-489D-8DED-B80F3D23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9C52D-EDE6-4481-8DF0-DE18336EF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3AE25-69EB-484F-A285-78547AC60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8A1-30BF-403A-8953-6FFBC6EF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B1A-D33A-4947-8A5E-53406526D0A6}" type="datetime1">
              <a:rPr lang="en-GB" smtClean="0"/>
              <a:t>21/09/2024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5DC3C-2AA7-4AA8-8A88-A61B948F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635C5-4C57-4540-8DCF-31008FC1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5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98B0-95FC-4E54-B7CF-3C82E71F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6113E-A0BB-4C87-8798-356A8EE11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B5BA9-BD0D-4F2A-8A15-E8D7716EB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5C7DC-BEE0-4514-8DEA-AF85E2C9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A0EE3-E69B-43E5-B41B-6B324834BB22}" type="datetime1">
              <a:rPr lang="en-GB" smtClean="0"/>
              <a:t>21/09/2024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2B010-5B78-4035-AD51-2C4CEBC9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1BD00-58E2-46E9-A7F5-8AE7D85E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37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32B6-B344-4E94-91C3-6A82B0CA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38852-C971-48AC-B267-2E91F170E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35780-1D77-483F-8C1F-73D35EDB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DA7C-9B27-4D38-80DB-0DB7197C4207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64F8C-4822-420A-8975-87B64643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C29F0-C313-4883-9A11-24387F47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44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E2F1A2-D753-40FA-910E-09462B47D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31D49-56BB-436B-A572-2304ED2BD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C5DF5-557D-40AC-8AE8-C0228AD6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B753-CDC7-481B-AD47-9E04D0CB1510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E9CDF-D4C6-440F-8AA2-F2A9663F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D1E32-583F-425E-9345-9EDC80AE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27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D76B3F-721D-8DAB-C260-94C40C72FE40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807BC4CB-0AF6-72AE-979B-8BD72B799015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C8A7CF-E525-4CA4-BFFF-49E7B768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1572D-0B05-47BF-A0C1-0DEEDB47D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8D2DC-8491-4102-ADF9-3CA59BB6D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ACC77-FC1F-41C9-B77C-06D2D4494AC8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A7896-B27F-490C-AE52-A1690CF0E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D3AE5-A1D8-4FF6-9CB3-6FFEC472B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104D1C85-D14C-4D1F-B1AC-077E19A989F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955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0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1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ebour.com.ar/pdfs/A%20Course%20in%20Game%20Theory.pdf" TargetMode="External"/><Relationship Id="rId2" Type="http://schemas.openxmlformats.org/officeDocument/2006/relationships/hyperlink" Target="https://mathematicalolympiads.files.wordpress.com/2012/08/martin_j-_osborne-an_introduction_to_game_theory-oxford_university_press_usa2003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ome.uchicago.edu/~rmyerson/research/ww1_review.pdf" TargetMode="External"/><Relationship Id="rId4" Type="http://schemas.openxmlformats.org/officeDocument/2006/relationships/hyperlink" Target="https://pubs.aeaweb.org/doi/pdfplus/10.1257/jep.30.4.1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B73FE-A455-4656-A476-6FFB3EF1C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Game Theory 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D8A6F-95BE-4FA0-BC49-0D8C36EA3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GB" dirty="0"/>
              <a:t>HE3001, Microeconomics 3</a:t>
            </a:r>
            <a:br>
              <a:rPr lang="en-GB" dirty="0"/>
            </a:br>
            <a:r>
              <a:rPr lang="en-GB" dirty="0"/>
              <a:t>Nanyang Technological University</a:t>
            </a:r>
            <a:endParaRPr lang="en-GB"/>
          </a:p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Picture 8" descr="A white and blue pattern&#10;&#10;Description automatically generated">
            <a:extLst>
              <a:ext uri="{FF2B5EF4-FFF2-40B4-BE49-F238E27FC236}">
                <a16:creationId xmlns:a16="http://schemas.microsoft.com/office/drawing/2014/main" id="{26AC0E25-16D5-BD06-51B9-D0AF2CF04B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" b="3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DA3D7-5007-489B-86B7-1B459DCD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0529" y="6356350"/>
            <a:ext cx="1054989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104D1C85-D14C-4D1F-B1AC-077E19A989F2}" type="slidenum">
              <a:rPr lang="en-GB"/>
              <a:pPr algn="l">
                <a:spcAft>
                  <a:spcPts val="600"/>
                </a:spcAft>
              </a:pPr>
              <a:t>1</a:t>
            </a:fld>
            <a:endParaRPr lang="en-GB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09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Recap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09792"/>
            <a:ext cx="10366829" cy="475547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Last week, we looked at how to represent sequential games.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Extensive Form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Information Sets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Identifying all strategies</a:t>
            </a:r>
          </a:p>
          <a:p>
            <a:pPr lvl="1">
              <a:lnSpc>
                <a:spcPct val="100000"/>
              </a:lnSpc>
            </a:pPr>
            <a:endParaRPr lang="en-US" altLang="en-US" sz="16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These are important for how likely outcomes of these sequential games will be </a:t>
            </a:r>
            <a:r>
              <a:rPr lang="en-US" altLang="en-US" sz="2000" dirty="0" err="1"/>
              <a:t>analysed</a:t>
            </a:r>
            <a:r>
              <a:rPr lang="en-US" altLang="en-US" sz="2000" dirty="0"/>
              <a:t>.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Later on, we will look at a special case of sequential games: repeated games.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4A934-C654-4DAB-ABF2-2729CB94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12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609E-06F3-4BC5-AAF3-53EBE98C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48" y="2600338"/>
            <a:ext cx="9950103" cy="10303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Sequential Games </a:t>
            </a:r>
            <a:br>
              <a:rPr lang="en-US" dirty="0"/>
            </a:br>
            <a:r>
              <a:rPr lang="en-US" dirty="0"/>
              <a:t>with and without perfect information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2166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Sequential</a:t>
            </a:r>
            <a:r>
              <a:rPr lang="en-US" altLang="en-US" sz="4000" dirty="0"/>
              <a:t> Game of Entry (Imperfect Information)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52CCDDB-5ED2-4AE0-AA49-6ACD4B85A7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7419681"/>
                  </p:ext>
                </p:extLst>
              </p:nvPr>
            </p:nvGraphicFramePr>
            <p:xfrm>
              <a:off x="2886746" y="4590803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Not 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Enter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−5,  −5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2,  2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Stay out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 −5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0,  10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52CCDDB-5ED2-4AE0-AA49-6ACD4B85A7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7419681"/>
                  </p:ext>
                </p:extLst>
              </p:nvPr>
            </p:nvGraphicFramePr>
            <p:xfrm>
              <a:off x="2886746" y="4590803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Not 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Enter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108197" r="-10150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108197" r="-746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Stay out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208197" r="-10150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208197" r="-746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0E42650-81B5-4C50-81EB-66564AD673EA}"/>
              </a:ext>
            </a:extLst>
          </p:cNvPr>
          <p:cNvSpPr txBox="1"/>
          <p:nvPr/>
        </p:nvSpPr>
        <p:spPr>
          <a:xfrm>
            <a:off x="6096000" y="4283510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A478C2-906F-4C71-93C3-E9A078BFBB67}"/>
              </a:ext>
            </a:extLst>
          </p:cNvPr>
          <p:cNvSpPr txBox="1"/>
          <p:nvPr/>
        </p:nvSpPr>
        <p:spPr>
          <a:xfrm>
            <a:off x="1625054" y="5164450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515600" cy="475547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An Entrant decides whether to enter a market. An Incumbent decides whether to fight or not. </a:t>
            </a:r>
            <a:br>
              <a:rPr lang="en-US" altLang="en-US" sz="2000" dirty="0"/>
            </a:br>
            <a:r>
              <a:rPr lang="en-US" altLang="en-US" sz="1600" i="1" dirty="0"/>
              <a:t>(Fighting can be taken to be some form of taking competitive action, say by raising output beyond standard levels.)</a:t>
            </a:r>
            <a:br>
              <a:rPr lang="en-US" altLang="en-US" sz="2000" dirty="0"/>
            </a:b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Suppose that there is </a:t>
            </a:r>
            <a:r>
              <a:rPr lang="en-US" altLang="en-US" sz="2000" b="1" i="1" dirty="0"/>
              <a:t>imperfect information</a:t>
            </a:r>
            <a:r>
              <a:rPr lang="en-US" altLang="en-US" sz="2000" dirty="0"/>
              <a:t>: the incumbent </a:t>
            </a:r>
            <a:r>
              <a:rPr lang="en-US" altLang="en-US" sz="2000" u="sng" dirty="0"/>
              <a:t>cannot observe the Entrant’s decision</a:t>
            </a:r>
            <a:r>
              <a:rPr lang="en-US" altLang="en-US" sz="2000" dirty="0"/>
              <a:t> before making his decision. 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FF0000"/>
                </a:solidFill>
              </a:rPr>
              <a:t>This is equivalent to a </a:t>
            </a:r>
            <a:r>
              <a:rPr lang="en-US" altLang="en-US" sz="2000" b="1" u="sng" dirty="0">
                <a:solidFill>
                  <a:srgbClr val="FF0000"/>
                </a:solidFill>
              </a:rPr>
              <a:t>static game</a:t>
            </a:r>
            <a:r>
              <a:rPr lang="en-US" altLang="en-US" sz="2000" b="1" dirty="0">
                <a:solidFill>
                  <a:srgbClr val="FF0000"/>
                </a:solidFill>
              </a:rPr>
              <a:t> because it is </a:t>
            </a:r>
            <a:r>
              <a:rPr lang="en-US" altLang="en-US" sz="2000" b="1" i="1" dirty="0">
                <a:solidFill>
                  <a:srgbClr val="FF0000"/>
                </a:solidFill>
              </a:rPr>
              <a:t>as if</a:t>
            </a:r>
            <a:r>
              <a:rPr lang="en-US" altLang="en-US" sz="2000" b="1" dirty="0">
                <a:solidFill>
                  <a:srgbClr val="FF0000"/>
                </a:solidFill>
              </a:rPr>
              <a:t> they move simultaneously.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The payoffs for each possible </a:t>
            </a:r>
            <a:r>
              <a:rPr lang="en-US" altLang="en-US" sz="2000" i="1" dirty="0"/>
              <a:t>outcome</a:t>
            </a:r>
            <a:r>
              <a:rPr lang="en-US" altLang="en-US" sz="2000" dirty="0"/>
              <a:t> are given by the </a:t>
            </a:r>
            <a:r>
              <a:rPr lang="en-US" altLang="en-US" sz="2000" i="1" dirty="0"/>
              <a:t>payoff matrix:</a:t>
            </a: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4A934-C654-4DAB-ABF2-2729CB94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9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Extensive Form (Imperfect Information)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17469"/>
            <a:ext cx="10366829" cy="47554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The line connecting the nodes after Enter and Stay Out tells us they are in the same </a:t>
            </a:r>
            <a:r>
              <a:rPr lang="en-US" altLang="en-US" sz="2000" b="1" dirty="0">
                <a:solidFill>
                  <a:srgbClr val="0000FF"/>
                </a:solidFill>
              </a:rPr>
              <a:t>information set</a:t>
            </a:r>
            <a:r>
              <a:rPr lang="en-US" altLang="en-US" sz="2000" b="1" dirty="0">
                <a:solidFill>
                  <a:schemeClr val="tx1"/>
                </a:solidFill>
              </a:rPr>
              <a:t>: </a:t>
            </a:r>
            <a:r>
              <a:rPr lang="en-US" altLang="en-US" sz="2000" dirty="0">
                <a:solidFill>
                  <a:schemeClr val="tx1"/>
                </a:solidFill>
              </a:rPr>
              <a:t>the incumbent cannot distinguish between these two nodes.</a:t>
            </a:r>
            <a:endParaRPr lang="en-US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343AE7-B6BE-4AD4-AF4E-C2D2914E7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185" y="2276823"/>
            <a:ext cx="6852858" cy="3513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C28873-EAE0-47B8-BD97-EFE8C8AD45CD}"/>
              </a:ext>
            </a:extLst>
          </p:cNvPr>
          <p:cNvSpPr txBox="1"/>
          <p:nvPr/>
        </p:nvSpPr>
        <p:spPr>
          <a:xfrm>
            <a:off x="2315728" y="3810540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8AA64-E452-493D-B97D-65DF38C5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5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F578C-BBF7-A5DF-30B1-547152D6A6D4}"/>
              </a:ext>
            </a:extLst>
          </p:cNvPr>
          <p:cNvCxnSpPr/>
          <p:nvPr/>
        </p:nvCxnSpPr>
        <p:spPr>
          <a:xfrm>
            <a:off x="5814904" y="3296260"/>
            <a:ext cx="0" cy="1474839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E05505-4EBE-4F48-ABBA-2C39236384B1}"/>
              </a:ext>
            </a:extLst>
          </p:cNvPr>
          <p:cNvSpPr txBox="1"/>
          <p:nvPr/>
        </p:nvSpPr>
        <p:spPr>
          <a:xfrm>
            <a:off x="4848449" y="3810540"/>
            <a:ext cx="121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40940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Normal Form (Imperfect Information)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6581" y="1771211"/>
            <a:ext cx="10366829" cy="1874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The Incumbent and Entrant each have 2 possible choices of actions in the static game.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b="1" dirty="0"/>
              <a:t>The normal form for the static game is just the same as the payoff matrix.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65618-A75C-43AF-8310-F12DBD34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D05B6AD9-71DA-3BC4-A8CF-3A4CCEE8A4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5847" y="4050051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Not 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Enter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−5,  −5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2,  2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Stay out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 −5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0,  10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D05B6AD9-71DA-3BC4-A8CF-3A4CCEE8A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8091957"/>
                  </p:ext>
                </p:extLst>
              </p:nvPr>
            </p:nvGraphicFramePr>
            <p:xfrm>
              <a:off x="3085847" y="4050051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Not 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Enter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108197" r="-1012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108197" r="-49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Stay out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208197" r="-1012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208197" r="-49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4D0C74C-3203-302B-405E-44348698EB67}"/>
              </a:ext>
            </a:extLst>
          </p:cNvPr>
          <p:cNvSpPr txBox="1"/>
          <p:nvPr/>
        </p:nvSpPr>
        <p:spPr>
          <a:xfrm>
            <a:off x="6287727" y="3617434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567E1-741F-F9BD-20A7-F1AE0338184D}"/>
              </a:ext>
            </a:extLst>
          </p:cNvPr>
          <p:cNvSpPr txBox="1"/>
          <p:nvPr/>
        </p:nvSpPr>
        <p:spPr>
          <a:xfrm>
            <a:off x="1824155" y="4623698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70485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Sequential</a:t>
            </a:r>
            <a:r>
              <a:rPr lang="en-US" altLang="en-US" sz="4000" dirty="0"/>
              <a:t> Game of Entry (Perfect Information)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52CCDDB-5ED2-4AE0-AA49-6ACD4B85A7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800531"/>
                  </p:ext>
                </p:extLst>
              </p:nvPr>
            </p:nvGraphicFramePr>
            <p:xfrm>
              <a:off x="2898759" y="4658219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Not 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Enter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−5,  −5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2,  2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Stay out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 −5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0,  10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52CCDDB-5ED2-4AE0-AA49-6ACD4B85A7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800531"/>
                  </p:ext>
                </p:extLst>
              </p:nvPr>
            </p:nvGraphicFramePr>
            <p:xfrm>
              <a:off x="2898759" y="4658219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Not Fight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Enter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108197" r="-10150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108197" r="-746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Stay out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208197" r="-10150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208197" r="-746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0E42650-81B5-4C50-81EB-66564AD673EA}"/>
              </a:ext>
            </a:extLst>
          </p:cNvPr>
          <p:cNvSpPr txBox="1"/>
          <p:nvPr/>
        </p:nvSpPr>
        <p:spPr>
          <a:xfrm>
            <a:off x="6100639" y="4225602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A478C2-906F-4C71-93C3-E9A078BFBB67}"/>
              </a:ext>
            </a:extLst>
          </p:cNvPr>
          <p:cNvSpPr txBox="1"/>
          <p:nvPr/>
        </p:nvSpPr>
        <p:spPr>
          <a:xfrm>
            <a:off x="1637067" y="5231866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09792"/>
            <a:ext cx="10366829" cy="475547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An Entrant decides whether to enter a market. An Incumbent decides whether to fight or not.</a:t>
            </a:r>
            <a:br>
              <a:rPr lang="en-US" altLang="en-US" sz="2000" dirty="0"/>
            </a:b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Now, the first mover, Entrant makes his choice </a:t>
            </a:r>
            <a:r>
              <a:rPr lang="en-US" altLang="en-US" sz="2000" b="1" dirty="0"/>
              <a:t>which is observed</a:t>
            </a:r>
            <a:r>
              <a:rPr lang="en-US" altLang="en-US" sz="2000" dirty="0"/>
              <a:t> before the second mover, the Incumbent makes his move.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The payoffs for each possible outcome are again given by the following payoff matrix.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4A934-C654-4DAB-ABF2-2729CB94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95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Extensive Form (Perfect Information)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343AE7-B6BE-4AD4-AF4E-C2D2914E7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751" y="1820818"/>
            <a:ext cx="7757778" cy="39776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E05505-4EBE-4F48-ABBA-2C39236384B1}"/>
              </a:ext>
            </a:extLst>
          </p:cNvPr>
          <p:cNvSpPr txBox="1"/>
          <p:nvPr/>
        </p:nvSpPr>
        <p:spPr>
          <a:xfrm>
            <a:off x="4923075" y="3601164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28873-EAE0-47B8-BD97-EFE8C8AD45CD}"/>
              </a:ext>
            </a:extLst>
          </p:cNvPr>
          <p:cNvSpPr txBox="1"/>
          <p:nvPr/>
        </p:nvSpPr>
        <p:spPr>
          <a:xfrm>
            <a:off x="1942980" y="3625001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8AA64-E452-493D-B97D-65DF38C5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93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Normal Form (Perfect Information)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23537"/>
            <a:ext cx="11019503" cy="2936847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b="1" dirty="0"/>
              <a:t>The payoff matrix is </a:t>
            </a:r>
            <a:r>
              <a:rPr lang="en-US" altLang="en-US" sz="2000" b="1" u="sng" dirty="0"/>
              <a:t>not the normal form </a:t>
            </a:r>
            <a:r>
              <a:rPr lang="en-US" altLang="en-US" sz="2000" b="1" dirty="0"/>
              <a:t>of the sequential game!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It masks the fact that the </a:t>
            </a:r>
            <a:r>
              <a:rPr lang="en-US" altLang="en-US" sz="1800" u="sng" dirty="0"/>
              <a:t>second mover can condition his action on the first movers’ action. 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The incumbent’s strategy is actually a pair of actions: </a:t>
            </a:r>
            <a:r>
              <a:rPr lang="en-US" altLang="en-US" sz="1800" b="1" dirty="0">
                <a:solidFill>
                  <a:srgbClr val="0000FF"/>
                </a:solidFill>
              </a:rPr>
              <a:t>(X </a:t>
            </a:r>
            <a:r>
              <a:rPr lang="en-US" altLang="en-US" sz="1800" b="1" i="1" dirty="0">
                <a:solidFill>
                  <a:srgbClr val="0000FF"/>
                </a:solidFill>
              </a:rPr>
              <a:t>if Entrant enters</a:t>
            </a:r>
            <a:r>
              <a:rPr lang="en-US" altLang="en-US" sz="1800" b="1" dirty="0">
                <a:solidFill>
                  <a:srgbClr val="0000FF"/>
                </a:solidFill>
              </a:rPr>
              <a:t>, Y </a:t>
            </a:r>
            <a:r>
              <a:rPr lang="en-US" altLang="en-US" sz="1800" b="1" i="1" dirty="0">
                <a:solidFill>
                  <a:srgbClr val="0000FF"/>
                </a:solidFill>
              </a:rPr>
              <a:t>if Entrant does not enter</a:t>
            </a:r>
            <a:r>
              <a:rPr lang="en-US" altLang="en-US" sz="1800" b="1" dirty="0">
                <a:solidFill>
                  <a:srgbClr val="0000FF"/>
                </a:solidFill>
              </a:rPr>
              <a:t>)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The “correct” normal form with all pure strategy profiles:</a:t>
            </a:r>
          </a:p>
          <a:p>
            <a:pPr eaLnBrk="1" hangingPunct="1">
              <a:lnSpc>
                <a:spcPct val="100000"/>
              </a:lnSpc>
            </a:pPr>
            <a:endParaRPr lang="en-US" altLang="en-US" sz="18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0AAD08D-68BE-461B-A2CC-C27DB6D50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74202"/>
              </p:ext>
            </p:extLst>
          </p:nvPr>
        </p:nvGraphicFramePr>
        <p:xfrm>
          <a:off x="2422780" y="4004124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5257462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86784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88073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90613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51837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(F, F)</a:t>
                      </a:r>
                      <a:endParaRPr lang="en-GB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(F, NF)</a:t>
                      </a:r>
                      <a:endParaRPr lang="en-GB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(NF,F)</a:t>
                      </a:r>
                      <a:endParaRPr lang="en-GB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(NF,NF)</a:t>
                      </a:r>
                      <a:endParaRPr lang="en-GB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398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29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Stay Out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0,10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0,10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41802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14916B5-A4A7-413A-8016-CE16F877DCFA}"/>
              </a:ext>
            </a:extLst>
          </p:cNvPr>
          <p:cNvSpPr txBox="1"/>
          <p:nvPr/>
        </p:nvSpPr>
        <p:spPr>
          <a:xfrm>
            <a:off x="6681899" y="3634792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EB4AB-FEA4-4EB1-99CF-EDD25C9278B8}"/>
              </a:ext>
            </a:extLst>
          </p:cNvPr>
          <p:cNvSpPr txBox="1"/>
          <p:nvPr/>
        </p:nvSpPr>
        <p:spPr>
          <a:xfrm>
            <a:off x="1294443" y="4518481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65618-A75C-43AF-8310-F12DBD34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A9F5E-FCBA-F79F-F4A8-317854772C03}"/>
              </a:ext>
            </a:extLst>
          </p:cNvPr>
          <p:cNvSpPr txBox="1"/>
          <p:nvPr/>
        </p:nvSpPr>
        <p:spPr>
          <a:xfrm>
            <a:off x="3688995" y="2838812"/>
            <a:ext cx="7664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FF0000"/>
                </a:solidFill>
              </a:rPr>
              <a:t>Important because the incumbent’s strategy in each case will affect the best response of the entrant!</a:t>
            </a:r>
          </a:p>
          <a:p>
            <a:endParaRPr lang="en-SG" sz="1400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992FAE-9D4C-8289-73D8-E53E5B5E12C8}"/>
              </a:ext>
            </a:extLst>
          </p:cNvPr>
          <p:cNvCxnSpPr/>
          <p:nvPr/>
        </p:nvCxnSpPr>
        <p:spPr>
          <a:xfrm flipH="1" flipV="1">
            <a:off x="6303326" y="2682859"/>
            <a:ext cx="844776" cy="160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3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Normal Form (Perfect Information)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DD99C6AA-4FB0-4001-819D-E2F987201D6E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12248" y="5138840"/>
                <a:ext cx="11023483" cy="1296910"/>
              </a:xfrm>
            </p:spPr>
            <p:txBody>
              <a:bodyPr>
                <a:normAutofit fontScale="92500"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The numbers in the </a:t>
                </a:r>
                <a:r>
                  <a:rPr lang="en-US" altLang="en-US" sz="2000" b="1" dirty="0"/>
                  <a:t>normal form</a:t>
                </a:r>
                <a:r>
                  <a:rPr lang="en-US" altLang="en-US" sz="2000" dirty="0"/>
                  <a:t> are obtained by tracing out what </a:t>
                </a:r>
                <a:r>
                  <a:rPr lang="en-US" altLang="en-US" sz="2000" b="1" dirty="0"/>
                  <a:t>outcomes</a:t>
                </a:r>
                <a:r>
                  <a:rPr lang="en-US" altLang="en-US" sz="2000" dirty="0"/>
                  <a:t> the strategy profiles lead to!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1800" b="1" dirty="0">
                    <a:solidFill>
                      <a:srgbClr val="FF0000"/>
                    </a:solidFill>
                  </a:rPr>
                  <a:t>Hence, normal form </a:t>
                </a:r>
                <a14:m>
                  <m:oMath xmlns:m="http://schemas.openxmlformats.org/officeDocument/2006/math">
                    <m:r>
                      <a:rPr lang="en-SG" alt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en-US" sz="1800" b="1" dirty="0">
                    <a:solidFill>
                      <a:srgbClr val="FF0000"/>
                    </a:solidFill>
                  </a:rPr>
                  <a:t> payoff matrix in sequential games of perfect information.</a:t>
                </a:r>
                <a:br>
                  <a:rPr lang="en-US" altLang="en-US" sz="1800" b="1" dirty="0">
                    <a:solidFill>
                      <a:srgbClr val="FF0000"/>
                    </a:solidFill>
                  </a:rPr>
                </a:br>
                <a:r>
                  <a:rPr lang="en-US" altLang="en-US" sz="1800" b="1" dirty="0">
                    <a:solidFill>
                      <a:srgbClr val="FF0000"/>
                    </a:solidFill>
                  </a:rPr>
                  <a:t>Payoff matrix gives payoffs for </a:t>
                </a:r>
                <a:r>
                  <a:rPr lang="en-US" altLang="en-US" sz="1800" b="1" u="sng" dirty="0">
                    <a:solidFill>
                      <a:srgbClr val="FF0000"/>
                    </a:solidFill>
                  </a:rPr>
                  <a:t>outcomes</a:t>
                </a:r>
                <a:r>
                  <a:rPr lang="en-US" altLang="en-US" sz="1800" b="1" dirty="0">
                    <a:solidFill>
                      <a:srgbClr val="FF0000"/>
                    </a:solidFill>
                  </a:rPr>
                  <a:t>. Normal form gives payoffs for (pure) </a:t>
                </a:r>
                <a:r>
                  <a:rPr lang="en-US" altLang="en-US" sz="1800" b="1" u="sng" dirty="0">
                    <a:solidFill>
                      <a:srgbClr val="FF0000"/>
                    </a:solidFill>
                  </a:rPr>
                  <a:t>strategy profiles</a:t>
                </a:r>
                <a:r>
                  <a:rPr lang="en-US" altLang="en-US" sz="1800" b="1" dirty="0">
                    <a:solidFill>
                      <a:srgbClr val="FF0000"/>
                    </a:solidFill>
                  </a:rPr>
                  <a:t>.</a:t>
                </a:r>
                <a:br>
                  <a:rPr lang="en-US" altLang="en-US" sz="1800" b="1" dirty="0">
                    <a:solidFill>
                      <a:srgbClr val="FF0000"/>
                    </a:solidFill>
                  </a:rPr>
                </a:br>
                <a:endParaRPr lang="en-US" altLang="en-US" sz="1800" b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DD99C6AA-4FB0-4001-819D-E2F987201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248" y="5138840"/>
                <a:ext cx="11023483" cy="1296910"/>
              </a:xfrm>
              <a:blipFill>
                <a:blip r:embed="rId3"/>
                <a:stretch>
                  <a:fillRect l="-498" t="-23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0AAD08D-68BE-461B-A2CC-C27DB6D50B24}"/>
              </a:ext>
            </a:extLst>
          </p:cNvPr>
          <p:cNvGraphicFramePr>
            <a:graphicFrameLocks noGrp="1"/>
          </p:cNvGraphicFramePr>
          <p:nvPr/>
        </p:nvGraphicFramePr>
        <p:xfrm>
          <a:off x="6682839" y="3250907"/>
          <a:ext cx="414016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033">
                  <a:extLst>
                    <a:ext uri="{9D8B030D-6E8A-4147-A177-3AD203B41FA5}">
                      <a16:colId xmlns:a16="http://schemas.microsoft.com/office/drawing/2014/main" val="3525746244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1586784092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3228807370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3849061390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551837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(F, F)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(F, NF)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(NF,F)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(NF,NF)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398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Enter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-5,-5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-5,-5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2,2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2,2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29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Stay Out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0,10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0,10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41802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14916B5-A4A7-413A-8016-CE16F877DCFA}"/>
              </a:ext>
            </a:extLst>
          </p:cNvPr>
          <p:cNvSpPr txBox="1"/>
          <p:nvPr/>
        </p:nvSpPr>
        <p:spPr>
          <a:xfrm>
            <a:off x="8752921" y="2941710"/>
            <a:ext cx="110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Incumbent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EB4AB-FEA4-4EB1-99CF-EDD25C9278B8}"/>
              </a:ext>
            </a:extLst>
          </p:cNvPr>
          <p:cNvSpPr txBox="1"/>
          <p:nvPr/>
        </p:nvSpPr>
        <p:spPr>
          <a:xfrm>
            <a:off x="5862175" y="3767411"/>
            <a:ext cx="81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Entrant</a:t>
            </a:r>
            <a:endParaRPr lang="en-GB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65618-A75C-43AF-8310-F12DBD34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10</a:t>
            </a:fld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2DA72-B917-8183-4876-BE9C4BFAEEAE}"/>
              </a:ext>
            </a:extLst>
          </p:cNvPr>
          <p:cNvSpPr/>
          <p:nvPr/>
        </p:nvSpPr>
        <p:spPr>
          <a:xfrm>
            <a:off x="7528510" y="3621731"/>
            <a:ext cx="810306" cy="382174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F3F70A-EC79-72CD-02A7-729665AE0824}"/>
              </a:ext>
            </a:extLst>
          </p:cNvPr>
          <p:cNvSpPr/>
          <p:nvPr/>
        </p:nvSpPr>
        <p:spPr>
          <a:xfrm>
            <a:off x="10004097" y="3989157"/>
            <a:ext cx="826848" cy="38217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7AC2378-8AF5-F39B-106D-07BEDB422C09}"/>
              </a:ext>
            </a:extLst>
          </p:cNvPr>
          <p:cNvSpPr txBox="1">
            <a:spLocks noChangeArrowheads="1"/>
          </p:cNvSpPr>
          <p:nvPr/>
        </p:nvSpPr>
        <p:spPr>
          <a:xfrm>
            <a:off x="939366" y="1538058"/>
            <a:ext cx="10515600" cy="1776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2000" dirty="0"/>
              <a:t>Recall that the second mover, the incumbent has actually 4 different (pure) strategies.</a:t>
            </a:r>
          </a:p>
          <a:p>
            <a:pPr>
              <a:lnSpc>
                <a:spcPct val="100000"/>
              </a:lnSpc>
            </a:pPr>
            <a:r>
              <a:rPr lang="en-US" altLang="en-US" sz="1600" dirty="0"/>
              <a:t>The incumbent’s strategy is actually a pair of actions: (What to do if Entrant enters, What to do if Entrant does not enter)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7BC86-3F4A-93DC-C0EC-00D2E374523C}"/>
              </a:ext>
            </a:extLst>
          </p:cNvPr>
          <p:cNvSpPr txBox="1"/>
          <p:nvPr/>
        </p:nvSpPr>
        <p:spPr>
          <a:xfrm>
            <a:off x="5852811" y="2509878"/>
            <a:ext cx="147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Normal form: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5ECABB-DE71-DE56-FC74-D1C5081DA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73" y="2438169"/>
            <a:ext cx="4512458" cy="24149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FAEB9C-9049-E63A-AB45-5C5EA135CD25}"/>
              </a:ext>
            </a:extLst>
          </p:cNvPr>
          <p:cNvSpPr txBox="1"/>
          <p:nvPr/>
        </p:nvSpPr>
        <p:spPr>
          <a:xfrm>
            <a:off x="2508975" y="3452151"/>
            <a:ext cx="1106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Incumbent</a:t>
            </a:r>
            <a:endParaRPr lang="en-GB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3C9D8-53EF-7CB6-F7C3-AD4FBC65C7DD}"/>
              </a:ext>
            </a:extLst>
          </p:cNvPr>
          <p:cNvSpPr txBox="1"/>
          <p:nvPr/>
        </p:nvSpPr>
        <p:spPr>
          <a:xfrm>
            <a:off x="697124" y="3454718"/>
            <a:ext cx="753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Entrant</a:t>
            </a:r>
            <a:endParaRPr lang="en-GB" sz="1400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BA52E3-A68D-2C87-71DA-CCB250CA13AC}"/>
              </a:ext>
            </a:extLst>
          </p:cNvPr>
          <p:cNvCxnSpPr>
            <a:cxnSpLocks/>
          </p:cNvCxnSpPr>
          <p:nvPr/>
        </p:nvCxnSpPr>
        <p:spPr>
          <a:xfrm flipV="1">
            <a:off x="2923775" y="3757599"/>
            <a:ext cx="1360610" cy="275782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D24F89-0BE2-FEFB-8FF7-712353E8E406}"/>
              </a:ext>
            </a:extLst>
          </p:cNvPr>
          <p:cNvCxnSpPr/>
          <p:nvPr/>
        </p:nvCxnSpPr>
        <p:spPr>
          <a:xfrm flipV="1">
            <a:off x="1473946" y="3057377"/>
            <a:ext cx="1306001" cy="45257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1C8D94-F584-0398-36CD-7542C5BAF842}"/>
              </a:ext>
            </a:extLst>
          </p:cNvPr>
          <p:cNvCxnSpPr>
            <a:cxnSpLocks/>
          </p:cNvCxnSpPr>
          <p:nvPr/>
        </p:nvCxnSpPr>
        <p:spPr>
          <a:xfrm flipV="1">
            <a:off x="2868398" y="2792047"/>
            <a:ext cx="1348130" cy="26113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857EA0-3DBF-BAE4-CFBF-18D18D990D18}"/>
              </a:ext>
            </a:extLst>
          </p:cNvPr>
          <p:cNvCxnSpPr>
            <a:cxnSpLocks/>
          </p:cNvCxnSpPr>
          <p:nvPr/>
        </p:nvCxnSpPr>
        <p:spPr>
          <a:xfrm>
            <a:off x="1567013" y="3751595"/>
            <a:ext cx="1148326" cy="39016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146E82-29FB-7A7E-FA82-2B29E6CD4559}"/>
              </a:ext>
            </a:extLst>
          </p:cNvPr>
          <p:cNvCxnSpPr>
            <a:cxnSpLocks/>
          </p:cNvCxnSpPr>
          <p:nvPr/>
        </p:nvCxnSpPr>
        <p:spPr>
          <a:xfrm>
            <a:off x="2868398" y="4178306"/>
            <a:ext cx="1466751" cy="28371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760152-F5FD-E5E5-B163-7D872349B21B}"/>
              </a:ext>
            </a:extLst>
          </p:cNvPr>
          <p:cNvCxnSpPr>
            <a:cxnSpLocks/>
          </p:cNvCxnSpPr>
          <p:nvPr/>
        </p:nvCxnSpPr>
        <p:spPr>
          <a:xfrm>
            <a:off x="2880099" y="3179181"/>
            <a:ext cx="1404286" cy="25729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83A1109-CE4A-1CF8-70C3-8CAB908779BD}"/>
              </a:ext>
            </a:extLst>
          </p:cNvPr>
          <p:cNvSpPr/>
          <p:nvPr/>
        </p:nvSpPr>
        <p:spPr>
          <a:xfrm>
            <a:off x="4339763" y="4221177"/>
            <a:ext cx="567626" cy="3160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598AB6-84B9-5CAD-C964-9BCD79443C96}"/>
              </a:ext>
            </a:extLst>
          </p:cNvPr>
          <p:cNvSpPr/>
          <p:nvPr/>
        </p:nvSpPr>
        <p:spPr>
          <a:xfrm>
            <a:off x="4335148" y="2710088"/>
            <a:ext cx="738374" cy="316069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1CBECF-1245-2C89-9A17-FDB99B706D67}"/>
              </a:ext>
            </a:extLst>
          </p:cNvPr>
          <p:cNvSpPr txBox="1"/>
          <p:nvPr/>
        </p:nvSpPr>
        <p:spPr>
          <a:xfrm>
            <a:off x="699979" y="2495022"/>
            <a:ext cx="1668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Extensive form:</a:t>
            </a:r>
          </a:p>
        </p:txBody>
      </p:sp>
    </p:spTree>
    <p:extLst>
      <p:ext uri="{BB962C8B-B14F-4D97-AF65-F5344CB8AC3E}">
        <p14:creationId xmlns:p14="http://schemas.microsoft.com/office/powerpoint/2010/main" val="117870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  <p:bldP spid="15" grpId="0" animBg="1"/>
      <p:bldP spid="26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D650-87DA-40F9-8CA6-5134E768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84EF-22C8-4EF1-B3AC-5CD9C82F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014267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Player 1 can first choose between U or D. After observing Player 1’s action, </a:t>
            </a:r>
            <a:br>
              <a:rPr lang="en-US" sz="2000" dirty="0"/>
            </a:br>
            <a:r>
              <a:rPr lang="en-US" sz="2000" dirty="0"/>
              <a:t>Player 2 can choose between L or R. The below payoff matrix gives the payoff for each outcome.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Fill in the entries A,B,C, D in the normal form below.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DD432-5623-482A-A22D-31450925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2B4D8162-DB2A-BACA-B131-C3EDF38D1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169919"/>
                  </p:ext>
                </p:extLst>
              </p:nvPr>
            </p:nvGraphicFramePr>
            <p:xfrm>
              <a:off x="2973526" y="2660507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2,  </m:t>
                                </m:r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2B4D8162-DB2A-BACA-B131-C3EDF38D1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169919"/>
                  </p:ext>
                </p:extLst>
              </p:nvPr>
            </p:nvGraphicFramePr>
            <p:xfrm>
              <a:off x="2973526" y="2660507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108197" r="-10150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591" t="-108197" r="-496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208197" r="-10150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591" t="-208197" r="-496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4244EC2-6135-C9B2-BA9E-7DDB9D82210E}"/>
              </a:ext>
            </a:extLst>
          </p:cNvPr>
          <p:cNvSpPr txBox="1"/>
          <p:nvPr/>
        </p:nvSpPr>
        <p:spPr>
          <a:xfrm>
            <a:off x="6175406" y="2345877"/>
            <a:ext cx="94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2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897E0-FDE5-8215-5AB5-B896BAF64C28}"/>
              </a:ext>
            </a:extLst>
          </p:cNvPr>
          <p:cNvSpPr txBox="1"/>
          <p:nvPr/>
        </p:nvSpPr>
        <p:spPr>
          <a:xfrm>
            <a:off x="1711834" y="3234154"/>
            <a:ext cx="94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1</a:t>
            </a:r>
            <a:endParaRPr lang="en-GB" b="1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6D99009-993F-99E6-642D-EFA18914F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51809"/>
              </p:ext>
            </p:extLst>
          </p:nvPr>
        </p:nvGraphicFramePr>
        <p:xfrm>
          <a:off x="2312219" y="4891884"/>
          <a:ext cx="8128000" cy="138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865837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673988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234490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684864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29948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A: (L if U, R if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B: (R if U, L if D)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(R if U, R if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(L if U, L if 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180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C: 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59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D: 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2,1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6882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D02A461-EEF7-0F86-E323-9272C2BB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219" y="178197"/>
            <a:ext cx="1419631" cy="139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01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609E-06F3-4BC5-AAF3-53EBE98C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48" y="2600338"/>
            <a:ext cx="9950103" cy="10303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Nash Equilibria in </a:t>
            </a:r>
            <a:br>
              <a:rPr lang="en-US" dirty="0"/>
            </a:br>
            <a:r>
              <a:rPr lang="en-US" dirty="0"/>
              <a:t>Sequential Games of Perfect Information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812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Sequential Entry Game: Nash Equilibria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3988985"/>
            <a:ext cx="10366829" cy="1325564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There are three pure strategy NE: </a:t>
            </a:r>
            <a:r>
              <a:rPr lang="en-US" altLang="en-US" sz="2000" b="1" dirty="0"/>
              <a:t>{Enter, (NF,F)}</a:t>
            </a:r>
            <a:r>
              <a:rPr lang="en-US" altLang="en-US" sz="2000" dirty="0"/>
              <a:t> ; </a:t>
            </a:r>
            <a:r>
              <a:rPr lang="en-US" altLang="en-US" sz="2000" b="1" dirty="0"/>
              <a:t>{Enter, (NF,NF)}</a:t>
            </a:r>
            <a:r>
              <a:rPr lang="en-US" altLang="en-US" sz="2000" dirty="0"/>
              <a:t>; and </a:t>
            </a:r>
            <a:r>
              <a:rPr lang="en-US" altLang="en-US" sz="2000" b="1" dirty="0"/>
              <a:t>{Out; (F,NF)}.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b="1" dirty="0"/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n-US" altLang="en-US" sz="2000" b="1" dirty="0"/>
              <a:t>However, do all of them make sense?</a:t>
            </a:r>
            <a:endParaRPr lang="en-US" altLang="en-US" sz="2400" b="1" dirty="0"/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F0522C14-E18D-4199-BAA4-4065FCC27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675880"/>
              </p:ext>
            </p:extLst>
          </p:nvPr>
        </p:nvGraphicFramePr>
        <p:xfrm>
          <a:off x="2128002" y="2144466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5257462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86784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88073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90613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51837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F, F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F, NF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NF,F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NF,NF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398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2</a:t>
                      </a:r>
                      <a:r>
                        <a:rPr lang="en-US" dirty="0"/>
                        <a:t>,</a:t>
                      </a:r>
                      <a:r>
                        <a:rPr lang="en-US" u="sng" dirty="0"/>
                        <a:t>2</a:t>
                      </a:r>
                      <a:endParaRPr lang="en-GB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2</a:t>
                      </a:r>
                      <a:r>
                        <a:rPr lang="en-US" dirty="0"/>
                        <a:t>,</a:t>
                      </a:r>
                      <a:r>
                        <a:rPr lang="en-US" u="sng" dirty="0"/>
                        <a:t>2</a:t>
                      </a:r>
                      <a:endParaRPr lang="en-GB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29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Stay Out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0</a:t>
                      </a:r>
                      <a:r>
                        <a:rPr lang="en-US" dirty="0"/>
                        <a:t>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0</a:t>
                      </a:r>
                      <a:r>
                        <a:rPr lang="en-US" dirty="0"/>
                        <a:t>,</a:t>
                      </a:r>
                      <a:r>
                        <a:rPr lang="en-US" u="sng" dirty="0"/>
                        <a:t>10</a:t>
                      </a:r>
                      <a:endParaRPr lang="en-GB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0,-5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</a:t>
                      </a:r>
                      <a:r>
                        <a:rPr lang="en-US" u="sng" dirty="0"/>
                        <a:t>10</a:t>
                      </a:r>
                      <a:endParaRPr lang="en-GB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41802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118E9C-A803-4FEE-99D6-48C69184A3D2}"/>
              </a:ext>
            </a:extLst>
          </p:cNvPr>
          <p:cNvSpPr txBox="1"/>
          <p:nvPr/>
        </p:nvSpPr>
        <p:spPr>
          <a:xfrm>
            <a:off x="6364387" y="1723920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04BDA-9DAE-43A1-9957-B902E4DD2FF3}"/>
              </a:ext>
            </a:extLst>
          </p:cNvPr>
          <p:cNvSpPr txBox="1"/>
          <p:nvPr/>
        </p:nvSpPr>
        <p:spPr>
          <a:xfrm>
            <a:off x="1237694" y="2700726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AE663-C600-4A90-AC6F-3576A1C8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7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5880-E7FF-F23A-4A52-E6B45062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Sequential Entry Game </a:t>
            </a:r>
            <a:r>
              <a:rPr lang="en-US" altLang="en-US" sz="4400" dirty="0"/>
              <a:t>{Out; (F,NF)}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BCCAB-EAE2-BEBC-61B0-7EA78852E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8452" cy="4351338"/>
          </a:xfrm>
        </p:spPr>
        <p:txBody>
          <a:bodyPr>
            <a:normAutofit/>
          </a:bodyPr>
          <a:lstStyle/>
          <a:p>
            <a:r>
              <a:rPr lang="en-SG" sz="2000" dirty="0"/>
              <a:t>Intuitively, in this NE, the incumbent is planning a more aggressive marketing stance (fight) if the first mover enters. Anticipating this, the entrant chooses to stay out…</a:t>
            </a:r>
          </a:p>
          <a:p>
            <a:endParaRPr lang="en-SG" sz="1800" dirty="0"/>
          </a:p>
          <a:p>
            <a:r>
              <a:rPr lang="en-SG" sz="2000" dirty="0"/>
              <a:t>But,  </a:t>
            </a:r>
            <a:r>
              <a:rPr lang="en-SG" sz="2000" b="1" u="sng" dirty="0"/>
              <a:t>IF</a:t>
            </a:r>
            <a:r>
              <a:rPr lang="en-SG" sz="2000" u="sng" dirty="0"/>
              <a:t> the entrant actually enters</a:t>
            </a:r>
            <a:r>
              <a:rPr lang="en-SG" sz="2000" dirty="0"/>
              <a:t>, the incumbent will earn more if he does not fight.</a:t>
            </a:r>
          </a:p>
          <a:p>
            <a:pPr lvl="1"/>
            <a:r>
              <a:rPr lang="en-SG" sz="1800" b="1" dirty="0"/>
              <a:t>Fighting if the first mover enters is not really a best response! Not rational for the entrant to believe that the incumbent will do this. </a:t>
            </a:r>
            <a:endParaRPr lang="en-SG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3FAD2-950D-9FD2-52C1-DCE5B42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AD8FFB-B878-6C1C-C249-C1EEA9AF4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947" y="3938564"/>
            <a:ext cx="6051058" cy="22383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07BB37-2A15-351C-5F6E-95A83514C248}"/>
              </a:ext>
            </a:extLst>
          </p:cNvPr>
          <p:cNvSpPr txBox="1"/>
          <p:nvPr/>
        </p:nvSpPr>
        <p:spPr>
          <a:xfrm>
            <a:off x="4759880" y="4924890"/>
            <a:ext cx="1013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Incumbent</a:t>
            </a:r>
            <a:endParaRPr lang="en-GB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87DA3-2922-C910-F7D0-B908740632F7}"/>
              </a:ext>
            </a:extLst>
          </p:cNvPr>
          <p:cNvSpPr txBox="1"/>
          <p:nvPr/>
        </p:nvSpPr>
        <p:spPr>
          <a:xfrm>
            <a:off x="3070194" y="4924890"/>
            <a:ext cx="833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Entrant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3534442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Sequential Entry Game </a:t>
            </a:r>
            <a:r>
              <a:rPr lang="en-US" altLang="en-US" sz="4400" dirty="0"/>
              <a:t>{Out; (F,NF)}</a:t>
            </a:r>
            <a:endParaRPr lang="en-US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54038"/>
            <a:ext cx="10366829" cy="12895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Why is “threatening” to fight </a:t>
            </a:r>
            <a:r>
              <a:rPr lang="en-US" sz="2000" b="1" i="1" dirty="0"/>
              <a:t>if the entrant enters </a:t>
            </a:r>
            <a:r>
              <a:rPr lang="en-US" sz="2000" b="1" dirty="0"/>
              <a:t>a “best response” in the NE? </a:t>
            </a:r>
            <a:br>
              <a:rPr lang="en-US" sz="2000" dirty="0"/>
            </a:br>
            <a:r>
              <a:rPr lang="en-US" sz="1800" dirty="0"/>
              <a:t>Fixing the entrant’s strategy at Out, the incumbent’s payoffs do not depend on his choice for the case where entrant enters! (Entering is </a:t>
            </a:r>
            <a:r>
              <a:rPr lang="en-US" sz="1800" dirty="0">
                <a:solidFill>
                  <a:srgbClr val="0000FF"/>
                </a:solidFill>
              </a:rPr>
              <a:t>“</a:t>
            </a:r>
            <a:r>
              <a:rPr lang="en-US" sz="1800" b="1" dirty="0">
                <a:solidFill>
                  <a:srgbClr val="0000FF"/>
                </a:solidFill>
              </a:rPr>
              <a:t>off the equilibrium path”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27310A-79B1-41A2-AA79-48154314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15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B3CBF-81A9-4689-863D-43F065AC2006}"/>
              </a:ext>
            </a:extLst>
          </p:cNvPr>
          <p:cNvSpPr txBox="1"/>
          <p:nvPr/>
        </p:nvSpPr>
        <p:spPr>
          <a:xfrm>
            <a:off x="6239095" y="4542085"/>
            <a:ext cx="4965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Suppose Entrant chooses to </a:t>
            </a:r>
            <a:r>
              <a:rPr lang="en-US" sz="1400" b="1" dirty="0">
                <a:solidFill>
                  <a:srgbClr val="00B050"/>
                </a:solidFill>
              </a:rPr>
              <a:t>Stay Out </a:t>
            </a:r>
            <a:r>
              <a:rPr lang="en-US" sz="1400" dirty="0"/>
              <a:t>and Incumbent changes strategy for if Entrant Enters, Incumbent’s payoff does not change.</a:t>
            </a:r>
            <a:endParaRPr lang="en-SG" sz="140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71EAD6F-2B4C-CD36-D51D-609057C7F81F}"/>
              </a:ext>
            </a:extLst>
          </p:cNvPr>
          <p:cNvSpPr txBox="1">
            <a:spLocks noChangeArrowheads="1"/>
          </p:cNvSpPr>
          <p:nvPr/>
        </p:nvSpPr>
        <p:spPr>
          <a:xfrm>
            <a:off x="871988" y="5378023"/>
            <a:ext cx="10366829" cy="913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The mathematical definition of a NE is what leads to these kinds of NE.</a:t>
            </a:r>
            <a:br>
              <a:rPr lang="en-US" sz="2000" b="1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rgbClr val="FF0000"/>
                </a:solidFill>
              </a:rPr>
              <a:t>We hence need a stronger equilibrium notion than NE to rule out these kinds of cases!</a:t>
            </a:r>
          </a:p>
          <a:p>
            <a:pPr lvl="1">
              <a:lnSpc>
                <a:spcPct val="100000"/>
              </a:lnSpc>
            </a:pPr>
            <a:endParaRPr lang="en-US" alt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1329C4-D361-8DB4-412F-584CE8D3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22762"/>
              </p:ext>
            </p:extLst>
          </p:nvPr>
        </p:nvGraphicFramePr>
        <p:xfrm>
          <a:off x="6469706" y="3196701"/>
          <a:ext cx="414016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033">
                  <a:extLst>
                    <a:ext uri="{9D8B030D-6E8A-4147-A177-3AD203B41FA5}">
                      <a16:colId xmlns:a16="http://schemas.microsoft.com/office/drawing/2014/main" val="3525746244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1586784092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3228807370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3849061390"/>
                    </a:ext>
                  </a:extLst>
                </a:gridCol>
                <a:gridCol w="828033">
                  <a:extLst>
                    <a:ext uri="{9D8B030D-6E8A-4147-A177-3AD203B41FA5}">
                      <a16:colId xmlns:a16="http://schemas.microsoft.com/office/drawing/2014/main" val="551837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(F, F)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sz="1400" dirty="0"/>
                        <a:t>,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NF</a:t>
                      </a:r>
                      <a:r>
                        <a:rPr lang="en-US" sz="1400" dirty="0"/>
                        <a:t>)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(NF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,F)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</a:t>
                      </a:r>
                      <a:r>
                        <a:rPr lang="en-US" sz="1400" b="1" dirty="0">
                          <a:solidFill>
                            <a:srgbClr val="FFC000"/>
                          </a:solidFill>
                        </a:rPr>
                        <a:t>NF</a:t>
                      </a:r>
                      <a:r>
                        <a:rPr lang="en-US" sz="1400" dirty="0"/>
                        <a:t>,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NF</a:t>
                      </a:r>
                      <a:r>
                        <a:rPr lang="en-US" sz="1400" dirty="0"/>
                        <a:t>)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398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Enter</a:t>
                      </a:r>
                      <a:endParaRPr lang="en-GB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-5,-5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-5,-5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 dirty="0"/>
                        <a:t>2</a:t>
                      </a:r>
                      <a:r>
                        <a:rPr lang="en-US" sz="1400" dirty="0"/>
                        <a:t>,2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 dirty="0"/>
                        <a:t>2</a:t>
                      </a:r>
                      <a:r>
                        <a:rPr lang="en-US" sz="1400" dirty="0"/>
                        <a:t>,2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29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Stay Out</a:t>
                      </a:r>
                      <a:endParaRPr lang="en-GB" sz="14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 dirty="0"/>
                        <a:t>0</a:t>
                      </a:r>
                      <a:r>
                        <a:rPr lang="en-US" sz="1400" dirty="0"/>
                        <a:t>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 dirty="0"/>
                        <a:t>0</a:t>
                      </a:r>
                      <a:r>
                        <a:rPr lang="en-US" sz="1400" dirty="0"/>
                        <a:t>,</a:t>
                      </a:r>
                      <a:r>
                        <a:rPr lang="en-US" sz="1400" b="1" u="sng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en-GB" sz="1400" b="1" u="sng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0,-5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</a:t>
                      </a:r>
                      <a:r>
                        <a:rPr lang="en-US" sz="1400" b="1" u="sng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en-GB" sz="1400" b="1" u="sng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41802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554B31-51B0-A271-F31F-4044D8457EF1}"/>
              </a:ext>
            </a:extLst>
          </p:cNvPr>
          <p:cNvSpPr txBox="1"/>
          <p:nvPr/>
        </p:nvSpPr>
        <p:spPr>
          <a:xfrm>
            <a:off x="8539788" y="2887504"/>
            <a:ext cx="110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Incumbent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E07C4-65F6-FB3F-AC85-28E1E15F6EAF}"/>
              </a:ext>
            </a:extLst>
          </p:cNvPr>
          <p:cNvSpPr txBox="1"/>
          <p:nvPr/>
        </p:nvSpPr>
        <p:spPr>
          <a:xfrm>
            <a:off x="5649042" y="3713205"/>
            <a:ext cx="81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Entrant</a:t>
            </a:r>
            <a:endParaRPr lang="en-GB" sz="1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21C087-7F29-7461-A7DA-4A62888EC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43564"/>
            <a:ext cx="4512458" cy="24149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A2FB87-CC0F-55AD-4C51-427B7D55B758}"/>
              </a:ext>
            </a:extLst>
          </p:cNvPr>
          <p:cNvSpPr txBox="1"/>
          <p:nvPr/>
        </p:nvSpPr>
        <p:spPr>
          <a:xfrm>
            <a:off x="2541402" y="3857546"/>
            <a:ext cx="1106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Incumbent</a:t>
            </a:r>
            <a:endParaRPr lang="en-GB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1D19BD-9221-1FDD-C10E-4825D543E4AF}"/>
              </a:ext>
            </a:extLst>
          </p:cNvPr>
          <p:cNvSpPr txBox="1"/>
          <p:nvPr/>
        </p:nvSpPr>
        <p:spPr>
          <a:xfrm>
            <a:off x="729551" y="3860113"/>
            <a:ext cx="753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Entrant</a:t>
            </a:r>
            <a:endParaRPr lang="en-GB" sz="14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E20336-036F-D68B-E627-40BBED9DAD20}"/>
              </a:ext>
            </a:extLst>
          </p:cNvPr>
          <p:cNvCxnSpPr>
            <a:cxnSpLocks/>
          </p:cNvCxnSpPr>
          <p:nvPr/>
        </p:nvCxnSpPr>
        <p:spPr>
          <a:xfrm flipV="1">
            <a:off x="2912526" y="3202749"/>
            <a:ext cx="1360610" cy="2757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DC459F-31BB-25F5-36F8-EAEE323BDDA8}"/>
              </a:ext>
            </a:extLst>
          </p:cNvPr>
          <p:cNvCxnSpPr>
            <a:cxnSpLocks/>
          </p:cNvCxnSpPr>
          <p:nvPr/>
        </p:nvCxnSpPr>
        <p:spPr>
          <a:xfrm>
            <a:off x="1599440" y="4156990"/>
            <a:ext cx="1148326" cy="39016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30A52B-518E-347F-9E20-59DA613B6E4F}"/>
              </a:ext>
            </a:extLst>
          </p:cNvPr>
          <p:cNvCxnSpPr>
            <a:cxnSpLocks/>
          </p:cNvCxnSpPr>
          <p:nvPr/>
        </p:nvCxnSpPr>
        <p:spPr>
          <a:xfrm>
            <a:off x="2900825" y="4583701"/>
            <a:ext cx="1466751" cy="28371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C68382-2842-CF84-B194-3F319C9AC5C3}"/>
              </a:ext>
            </a:extLst>
          </p:cNvPr>
          <p:cNvCxnSpPr>
            <a:cxnSpLocks/>
          </p:cNvCxnSpPr>
          <p:nvPr/>
        </p:nvCxnSpPr>
        <p:spPr>
          <a:xfrm>
            <a:off x="2912526" y="3584576"/>
            <a:ext cx="1404286" cy="25729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8371A9D-277C-B820-F526-00051FCEF032}"/>
              </a:ext>
            </a:extLst>
          </p:cNvPr>
          <p:cNvSpPr/>
          <p:nvPr/>
        </p:nvSpPr>
        <p:spPr>
          <a:xfrm>
            <a:off x="4372190" y="4626572"/>
            <a:ext cx="567626" cy="3160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003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609E-06F3-4BC5-AAF3-53EBE98C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48" y="2600338"/>
            <a:ext cx="9950103" cy="10303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Subgame Perfect Nash Equilibria in</a:t>
            </a:r>
            <a:br>
              <a:rPr lang="en-US" dirty="0"/>
            </a:br>
            <a:r>
              <a:rPr lang="en-US" dirty="0"/>
              <a:t>Sequential Games of Perfect Information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1234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Refining our set of NE..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80294"/>
            <a:ext cx="10366829" cy="475547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Nash equilibria did not rule out non-credible threats, so we need a </a:t>
            </a:r>
            <a:r>
              <a:rPr lang="en-US" altLang="en-US" sz="2000" i="1" dirty="0"/>
              <a:t>refinement</a:t>
            </a:r>
            <a:r>
              <a:rPr lang="en-US" altLang="en-US" sz="2000" dirty="0"/>
              <a:t>...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Even if choices are for a case which is off the equilibrium path, we are going to assume hypothetically that the case will be reached so that choices will matter for payoffs.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Can be done by </a:t>
            </a:r>
            <a:r>
              <a:rPr lang="en-US" altLang="en-US" sz="2000" b="1" dirty="0">
                <a:solidFill>
                  <a:srgbClr val="0000FF"/>
                </a:solidFill>
              </a:rPr>
              <a:t>backward induction</a:t>
            </a:r>
            <a:r>
              <a:rPr lang="en-US" altLang="en-US" sz="2000" dirty="0"/>
              <a:t>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b="1" i="1" dirty="0"/>
              <a:t>This deals with the problem where parts of a strategy for cases which are not reached do not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b="1" i="1" dirty="0"/>
              <a:t>actually matter for their consequent payoffs.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b="1" i="1" dirty="0"/>
          </a:p>
          <a:p>
            <a:endParaRPr lang="en-SG" sz="105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marL="0" indent="0" eaLnBrk="1" hangingPunct="1">
              <a:lnSpc>
                <a:spcPct val="100000"/>
              </a:lnSpc>
              <a:buNone/>
            </a:pPr>
            <a:endParaRPr lang="en-US" altLang="en-US" sz="2200" dirty="0"/>
          </a:p>
          <a:p>
            <a:pPr>
              <a:lnSpc>
                <a:spcPct val="100000"/>
              </a:lnSpc>
            </a:pPr>
            <a:endParaRPr lang="en-US" alt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F8BCA-EB4C-400F-98DA-B3FBF2F7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852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Refining our set of NE..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3307" y="1547098"/>
            <a:ext cx="10366829" cy="88539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200" dirty="0"/>
              <a:t>Case 1: IF Entrant Enters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The best response of the incumbent is not to fight. The entrant then gets a payoff of 2.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D2E86-A838-4052-9A5F-C69CED66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96" y="3001170"/>
            <a:ext cx="6685808" cy="2957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A5841A-627C-4AFF-A02A-836512088505}"/>
              </a:ext>
            </a:extLst>
          </p:cNvPr>
          <p:cNvSpPr txBox="1"/>
          <p:nvPr/>
        </p:nvSpPr>
        <p:spPr>
          <a:xfrm>
            <a:off x="5201181" y="4177572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C767-01D0-4863-9E96-B0CE04E7F640}"/>
              </a:ext>
            </a:extLst>
          </p:cNvPr>
          <p:cNvSpPr txBox="1"/>
          <p:nvPr/>
        </p:nvSpPr>
        <p:spPr>
          <a:xfrm>
            <a:off x="2221086" y="4201409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EF2003-2661-494D-A563-4358B6D0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18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80A3B-ECB2-4E69-B504-4632405C20A4}"/>
              </a:ext>
            </a:extLst>
          </p:cNvPr>
          <p:cNvSpPr/>
          <p:nvPr/>
        </p:nvSpPr>
        <p:spPr>
          <a:xfrm>
            <a:off x="5489495" y="2931578"/>
            <a:ext cx="3947579" cy="1269831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CEFB3-C4AB-40AF-9F11-9F86BBA7E3B5}"/>
              </a:ext>
            </a:extLst>
          </p:cNvPr>
          <p:cNvSpPr txBox="1"/>
          <p:nvPr/>
        </p:nvSpPr>
        <p:spPr>
          <a:xfrm flipH="1">
            <a:off x="8103326" y="3450071"/>
            <a:ext cx="207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Case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F9B0DF-0394-2008-0884-350785E9F701}"/>
              </a:ext>
            </a:extLst>
          </p:cNvPr>
          <p:cNvCxnSpPr/>
          <p:nvPr/>
        </p:nvCxnSpPr>
        <p:spPr>
          <a:xfrm flipH="1" flipV="1">
            <a:off x="6066504" y="5080820"/>
            <a:ext cx="1691148" cy="2286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905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Refining our set of NE..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3307" y="1547098"/>
            <a:ext cx="10366829" cy="88539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200" dirty="0"/>
              <a:t>Case 2: IF Entrant Stays Out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The best response of the incumbent is not to fight. The entrant then gets a payoff of 0.</a:t>
            </a:r>
          </a:p>
          <a:p>
            <a:pPr eaLnBrk="1" hangingPunct="1">
              <a:lnSpc>
                <a:spcPct val="100000"/>
              </a:lnSpc>
            </a:pPr>
            <a:endParaRPr lang="en-US" altLang="en-US" sz="18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D2E86-A838-4052-9A5F-C69CED66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96" y="3001170"/>
            <a:ext cx="6685808" cy="2957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A5841A-627C-4AFF-A02A-836512088505}"/>
              </a:ext>
            </a:extLst>
          </p:cNvPr>
          <p:cNvSpPr txBox="1"/>
          <p:nvPr/>
        </p:nvSpPr>
        <p:spPr>
          <a:xfrm>
            <a:off x="5201181" y="4177572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C767-01D0-4863-9E96-B0CE04E7F640}"/>
              </a:ext>
            </a:extLst>
          </p:cNvPr>
          <p:cNvSpPr txBox="1"/>
          <p:nvPr/>
        </p:nvSpPr>
        <p:spPr>
          <a:xfrm>
            <a:off x="2221086" y="4201409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EF2003-2661-494D-A563-4358B6D0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19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80A3B-ECB2-4E69-B504-4632405C20A4}"/>
              </a:ext>
            </a:extLst>
          </p:cNvPr>
          <p:cNvSpPr/>
          <p:nvPr/>
        </p:nvSpPr>
        <p:spPr>
          <a:xfrm>
            <a:off x="5491325" y="4480670"/>
            <a:ext cx="3947579" cy="1269831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CEFB3-C4AB-40AF-9F11-9F86BBA7E3B5}"/>
              </a:ext>
            </a:extLst>
          </p:cNvPr>
          <p:cNvSpPr txBox="1"/>
          <p:nvPr/>
        </p:nvSpPr>
        <p:spPr>
          <a:xfrm flipH="1">
            <a:off x="7963216" y="4948944"/>
            <a:ext cx="207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Case 2</a:t>
            </a:r>
          </a:p>
        </p:txBody>
      </p:sp>
    </p:spTree>
    <p:extLst>
      <p:ext uri="{BB962C8B-B14F-4D97-AF65-F5344CB8AC3E}">
        <p14:creationId xmlns:p14="http://schemas.microsoft.com/office/powerpoint/2010/main" val="3369679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Refining our set of NE..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3307" y="1547098"/>
            <a:ext cx="10570216" cy="12694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000" dirty="0"/>
              <a:t>Given the Incumbent’s strategy in Cases 1 and 2, it is hence a best response for the entrant to actually enter and get a payoff of 2 versus a payoff of 0.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D2E86-A838-4052-9A5F-C69CED66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96" y="3001170"/>
            <a:ext cx="6685808" cy="2957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A5841A-627C-4AFF-A02A-836512088505}"/>
              </a:ext>
            </a:extLst>
          </p:cNvPr>
          <p:cNvSpPr txBox="1"/>
          <p:nvPr/>
        </p:nvSpPr>
        <p:spPr>
          <a:xfrm>
            <a:off x="5201181" y="4177572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C767-01D0-4863-9E96-B0CE04E7F640}"/>
              </a:ext>
            </a:extLst>
          </p:cNvPr>
          <p:cNvSpPr txBox="1"/>
          <p:nvPr/>
        </p:nvSpPr>
        <p:spPr>
          <a:xfrm>
            <a:off x="2221086" y="4201409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E6C79C-B2C8-43CD-ACEE-D0B1EB75176F}"/>
              </a:ext>
            </a:extLst>
          </p:cNvPr>
          <p:cNvCxnSpPr>
            <a:cxnSpLocks/>
          </p:cNvCxnSpPr>
          <p:nvPr/>
        </p:nvCxnSpPr>
        <p:spPr>
          <a:xfrm flipV="1">
            <a:off x="3822397" y="3802944"/>
            <a:ext cx="1599230" cy="55929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EF2003-2661-494D-A563-4358B6D0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20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2FB63B-0A30-4264-95B9-5B64B74705D7}"/>
              </a:ext>
            </a:extLst>
          </p:cNvPr>
          <p:cNvSpPr/>
          <p:nvPr/>
        </p:nvSpPr>
        <p:spPr>
          <a:xfrm>
            <a:off x="1769806" y="2786554"/>
            <a:ext cx="8672052" cy="325447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369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08AE8F-391C-F017-6941-B1127361EEBE}"/>
              </a:ext>
            </a:extLst>
          </p:cNvPr>
          <p:cNvSpPr/>
          <p:nvPr/>
        </p:nvSpPr>
        <p:spPr>
          <a:xfrm>
            <a:off x="811074" y="2362587"/>
            <a:ext cx="10569852" cy="1439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Subgame Perfect Nash Equilibria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DD99C6AA-4FB0-4001-819D-E2F987201D6E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80294"/>
                <a:ext cx="10366829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More specifically, these are the kinds of equilibria we are solving for: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2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A strategy profile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000" dirty="0"/>
                  <a:t> is called a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Subgame Perfect Nash equilibria</a:t>
                </a:r>
                <a:r>
                  <a:rPr lang="en-US" altLang="en-US" sz="20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000" dirty="0"/>
                  <a:t>if strategies form a NE in every </a:t>
                </a:r>
                <a:r>
                  <a:rPr lang="en-US" altLang="en-US" sz="2000" b="1" i="1" dirty="0">
                    <a:solidFill>
                      <a:srgbClr val="0000FF"/>
                    </a:solidFill>
                  </a:rPr>
                  <a:t>subgame</a:t>
                </a:r>
                <a:r>
                  <a:rPr lang="en-US" altLang="en-US" sz="2000" i="1" dirty="0"/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2000" dirty="0"/>
                  <a:t>A subgame refers to </a:t>
                </a:r>
                <a:r>
                  <a:rPr lang="en-US" altLang="en-US" sz="2000" u="sng" dirty="0"/>
                  <a:t>every</a:t>
                </a:r>
                <a:r>
                  <a:rPr lang="en-US" altLang="en-US" sz="2000" dirty="0"/>
                  <a:t> “self-contained branch” in the game tree. 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altLang="en-US" sz="22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Subgames are subsets of the original game that can be </a:t>
                </a:r>
                <a:r>
                  <a:rPr lang="en-US" altLang="en-US" sz="2000" dirty="0" err="1"/>
                  <a:t>analysed</a:t>
                </a:r>
                <a:r>
                  <a:rPr lang="en-US" altLang="en-US" sz="2000" dirty="0"/>
                  <a:t> independently of other parts.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i="1" dirty="0"/>
                  <a:t>A SPNE requires that </a:t>
                </a:r>
                <a:r>
                  <a:rPr lang="en-US" altLang="en-US" sz="1800" i="1" u="sng" dirty="0"/>
                  <a:t>at each potential point in time</a:t>
                </a:r>
                <a:r>
                  <a:rPr lang="en-US" altLang="en-US" sz="1800" i="1" dirty="0"/>
                  <a:t> where a player has to make an </a:t>
                </a:r>
                <a:r>
                  <a:rPr lang="en-US" altLang="en-US" sz="1800" i="1" u="sng" dirty="0"/>
                  <a:t>independent</a:t>
                </a:r>
                <a:r>
                  <a:rPr lang="en-US" altLang="en-US" sz="1800" i="1" dirty="0"/>
                  <a:t> decision, it must be a best response to other’s strategies, </a:t>
                </a:r>
                <a:r>
                  <a:rPr lang="en-US" altLang="en-US" sz="1800" i="1" u="sng" dirty="0"/>
                  <a:t>whether or not the point is actually reached</a:t>
                </a:r>
                <a:r>
                  <a:rPr lang="en-US" altLang="en-US" sz="1800" i="1" dirty="0"/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200" dirty="0"/>
              </a:p>
            </p:txBody>
          </p:sp>
        </mc:Choice>
        <mc:Fallback xmlns="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DD99C6AA-4FB0-4001-819D-E2F987201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0294"/>
                <a:ext cx="10366829" cy="4755473"/>
              </a:xfrm>
              <a:blipFill>
                <a:blip r:embed="rId3"/>
                <a:stretch>
                  <a:fillRect l="-647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F8BCA-EB4C-400F-98DA-B3FBF2F7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672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632ED-6249-4378-9241-C14C3A5B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286028"/>
            <a:ext cx="10436615" cy="1030307"/>
          </a:xfrm>
        </p:spPr>
        <p:txBody>
          <a:bodyPr>
            <a:normAutofit/>
          </a:bodyPr>
          <a:lstStyle/>
          <a:p>
            <a:r>
              <a:rPr lang="en-US" dirty="0"/>
              <a:t>Identifying Subgames (Example)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01C58F-D0FB-4867-88B0-3A848F50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47" y="1406580"/>
            <a:ext cx="4186692" cy="483781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1BA5A6-B861-4BFF-AB7F-53574F60940F}"/>
              </a:ext>
            </a:extLst>
          </p:cNvPr>
          <p:cNvSpPr txBox="1">
            <a:spLocks/>
          </p:cNvSpPr>
          <p:nvPr/>
        </p:nvSpPr>
        <p:spPr>
          <a:xfrm>
            <a:off x="6341806" y="1406580"/>
            <a:ext cx="5253887" cy="4837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A “branch” refers to a decision node     and all its successors.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Several examples of branches are highlighted in yellow on the left.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0FDC5D-C808-17C3-9F86-9EDC2D66AD16}"/>
              </a:ext>
            </a:extLst>
          </p:cNvPr>
          <p:cNvSpPr/>
          <p:nvPr/>
        </p:nvSpPr>
        <p:spPr>
          <a:xfrm>
            <a:off x="10146889" y="2447147"/>
            <a:ext cx="117988" cy="11798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1F803-FB79-B08D-014F-1ADADC461245}"/>
              </a:ext>
            </a:extLst>
          </p:cNvPr>
          <p:cNvSpPr/>
          <p:nvPr/>
        </p:nvSpPr>
        <p:spPr>
          <a:xfrm>
            <a:off x="2219632" y="1784555"/>
            <a:ext cx="1177580" cy="2147365"/>
          </a:xfrm>
          <a:prstGeom prst="rect">
            <a:avLst/>
          </a:prstGeom>
          <a:solidFill>
            <a:srgbClr val="FFFFFF">
              <a:alpha val="8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41BFD-75B9-CE2D-BC17-0F3C257EC0ED}"/>
              </a:ext>
            </a:extLst>
          </p:cNvPr>
          <p:cNvSpPr/>
          <p:nvPr/>
        </p:nvSpPr>
        <p:spPr>
          <a:xfrm>
            <a:off x="566811" y="3931920"/>
            <a:ext cx="1598907" cy="2147365"/>
          </a:xfrm>
          <a:prstGeom prst="rect">
            <a:avLst/>
          </a:prstGeom>
          <a:solidFill>
            <a:srgbClr val="FFFFFF">
              <a:alpha val="8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50E7B-7171-AB36-0698-319D7BE81F1F}"/>
              </a:ext>
            </a:extLst>
          </p:cNvPr>
          <p:cNvSpPr/>
          <p:nvPr/>
        </p:nvSpPr>
        <p:spPr>
          <a:xfrm>
            <a:off x="880974" y="1784554"/>
            <a:ext cx="1284743" cy="2147365"/>
          </a:xfrm>
          <a:prstGeom prst="rect">
            <a:avLst/>
          </a:prstGeom>
          <a:solidFill>
            <a:srgbClr val="FFFFFF">
              <a:alpha val="8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077558-D45B-2BA4-D608-EE12FDAD7712}"/>
              </a:ext>
            </a:extLst>
          </p:cNvPr>
          <p:cNvSpPr/>
          <p:nvPr/>
        </p:nvSpPr>
        <p:spPr>
          <a:xfrm>
            <a:off x="3265519" y="1524000"/>
            <a:ext cx="1940375" cy="910389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88B381-8C8F-5467-A69F-54EE902DBBDE}"/>
              </a:ext>
            </a:extLst>
          </p:cNvPr>
          <p:cNvSpPr/>
          <p:nvPr/>
        </p:nvSpPr>
        <p:spPr>
          <a:xfrm>
            <a:off x="3275679" y="2814320"/>
            <a:ext cx="1940375" cy="910389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3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6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632ED-6249-4378-9241-C14C3A5B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286028"/>
            <a:ext cx="10436615" cy="1030307"/>
          </a:xfrm>
        </p:spPr>
        <p:txBody>
          <a:bodyPr>
            <a:normAutofit/>
          </a:bodyPr>
          <a:lstStyle/>
          <a:p>
            <a:r>
              <a:rPr lang="en-US" dirty="0"/>
              <a:t>Identifying Subgames (Example)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01C58F-D0FB-4867-88B0-3A848F50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47" y="1406580"/>
            <a:ext cx="4186692" cy="483781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1BA5A6-B861-4BFF-AB7F-53574F60940F}"/>
              </a:ext>
            </a:extLst>
          </p:cNvPr>
          <p:cNvSpPr txBox="1">
            <a:spLocks/>
          </p:cNvSpPr>
          <p:nvPr/>
        </p:nvSpPr>
        <p:spPr>
          <a:xfrm>
            <a:off x="6341806" y="1406580"/>
            <a:ext cx="5253887" cy="4837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800" dirty="0"/>
              <a:t>The top two branches are self contained.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The bottom branches are </a:t>
            </a:r>
            <a:r>
              <a:rPr lang="en-US" altLang="en-US" sz="1800" u="sng" dirty="0"/>
              <a:t>not</a:t>
            </a:r>
            <a:r>
              <a:rPr lang="en-US" altLang="en-US" sz="1800" dirty="0"/>
              <a:t> self contained due to the information set (dotted line) connecting it other nodes outside the branch.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800" b="1" dirty="0"/>
              <a:t>Only self-contained branches are subgames.</a:t>
            </a:r>
          </a:p>
          <a:p>
            <a:r>
              <a:rPr lang="en-US" sz="1600" dirty="0"/>
              <a:t>If an information set connects them to nodes outside the branch, the branch cannot be considered as an independent game! </a:t>
            </a:r>
            <a:r>
              <a:rPr lang="en-US" sz="1600" i="1" dirty="0"/>
              <a:t>(Because decision nodes in an information set must be considered together)</a:t>
            </a:r>
          </a:p>
          <a:p>
            <a:pPr lvl="1"/>
            <a:endParaRPr lang="en-US" sz="1400" dirty="0"/>
          </a:p>
          <a:p>
            <a:pPr marL="0" indent="0">
              <a:buNone/>
            </a:pPr>
            <a:endParaRPr lang="en-US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99DEF8-C648-A39E-8331-9AA5C5CF445F}"/>
              </a:ext>
            </a:extLst>
          </p:cNvPr>
          <p:cNvSpPr/>
          <p:nvPr/>
        </p:nvSpPr>
        <p:spPr>
          <a:xfrm>
            <a:off x="2219632" y="1784555"/>
            <a:ext cx="1177580" cy="2147365"/>
          </a:xfrm>
          <a:prstGeom prst="rect">
            <a:avLst/>
          </a:prstGeom>
          <a:solidFill>
            <a:srgbClr val="FFFFFF">
              <a:alpha val="8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0EA04-E636-C0D1-B599-327033CC7C9F}"/>
              </a:ext>
            </a:extLst>
          </p:cNvPr>
          <p:cNvSpPr/>
          <p:nvPr/>
        </p:nvSpPr>
        <p:spPr>
          <a:xfrm>
            <a:off x="566811" y="3931920"/>
            <a:ext cx="1598907" cy="2147365"/>
          </a:xfrm>
          <a:prstGeom prst="rect">
            <a:avLst/>
          </a:prstGeom>
          <a:solidFill>
            <a:srgbClr val="FFFFFF">
              <a:alpha val="8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EE15A9-4CAB-94E8-52F8-F89814041FDE}"/>
              </a:ext>
            </a:extLst>
          </p:cNvPr>
          <p:cNvSpPr/>
          <p:nvPr/>
        </p:nvSpPr>
        <p:spPr>
          <a:xfrm>
            <a:off x="880974" y="1784554"/>
            <a:ext cx="1284743" cy="2147365"/>
          </a:xfrm>
          <a:prstGeom prst="rect">
            <a:avLst/>
          </a:prstGeom>
          <a:solidFill>
            <a:srgbClr val="FFFFFF">
              <a:alpha val="8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077558-D45B-2BA4-D608-EE12FDAD7712}"/>
              </a:ext>
            </a:extLst>
          </p:cNvPr>
          <p:cNvSpPr/>
          <p:nvPr/>
        </p:nvSpPr>
        <p:spPr>
          <a:xfrm>
            <a:off x="3265519" y="1524000"/>
            <a:ext cx="1940375" cy="910389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88B381-8C8F-5467-A69F-54EE902DBBDE}"/>
              </a:ext>
            </a:extLst>
          </p:cNvPr>
          <p:cNvSpPr/>
          <p:nvPr/>
        </p:nvSpPr>
        <p:spPr>
          <a:xfrm>
            <a:off x="3275679" y="2814320"/>
            <a:ext cx="1940375" cy="910389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18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632ED-6249-4378-9241-C14C3A5B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286028"/>
            <a:ext cx="10436615" cy="1030307"/>
          </a:xfrm>
        </p:spPr>
        <p:txBody>
          <a:bodyPr>
            <a:normAutofit/>
          </a:bodyPr>
          <a:lstStyle/>
          <a:p>
            <a:r>
              <a:rPr lang="en-US" dirty="0"/>
              <a:t>Identifying Subgames (Example)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01C58F-D0FB-4867-88B0-3A848F50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340" y="1406580"/>
            <a:ext cx="4186692" cy="48378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73CC14-77AC-47E6-B887-F85DDEF3AD46}"/>
              </a:ext>
            </a:extLst>
          </p:cNvPr>
          <p:cNvSpPr/>
          <p:nvPr/>
        </p:nvSpPr>
        <p:spPr>
          <a:xfrm>
            <a:off x="3970421" y="1406580"/>
            <a:ext cx="1888958" cy="1132083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22FA3-61C3-4752-8695-1AF0A1BBE3D4}"/>
              </a:ext>
            </a:extLst>
          </p:cNvPr>
          <p:cNvSpPr/>
          <p:nvPr/>
        </p:nvSpPr>
        <p:spPr>
          <a:xfrm>
            <a:off x="3980448" y="2751709"/>
            <a:ext cx="1888958" cy="1132083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D2607-6F59-4B70-97A6-526C13628AFA}"/>
              </a:ext>
            </a:extLst>
          </p:cNvPr>
          <p:cNvSpPr/>
          <p:nvPr/>
        </p:nvSpPr>
        <p:spPr>
          <a:xfrm>
            <a:off x="1425403" y="1181341"/>
            <a:ext cx="5021495" cy="506580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1BA5A6-B861-4BFF-AB7F-53574F60940F}"/>
              </a:ext>
            </a:extLst>
          </p:cNvPr>
          <p:cNvSpPr txBox="1">
            <a:spLocks/>
          </p:cNvSpPr>
          <p:nvPr/>
        </p:nvSpPr>
        <p:spPr>
          <a:xfrm>
            <a:off x="7166764" y="1406580"/>
            <a:ext cx="4428929" cy="391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4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There are a total of 3 subgames:</a:t>
            </a:r>
          </a:p>
          <a:p>
            <a:pPr marL="0" indent="0">
              <a:buNone/>
            </a:pPr>
            <a:r>
              <a:rPr lang="en-US" sz="1600" b="1" dirty="0"/>
              <a:t>Two </a:t>
            </a:r>
            <a:r>
              <a:rPr lang="en-US" sz="1600" b="1" i="1" dirty="0"/>
              <a:t>proper</a:t>
            </a:r>
            <a:r>
              <a:rPr lang="en-US" sz="1600" b="1" dirty="0"/>
              <a:t> subgames involving branches,</a:t>
            </a:r>
            <a:br>
              <a:rPr lang="en-US" sz="1600" b="1" dirty="0"/>
            </a:br>
            <a:r>
              <a:rPr lang="en-US" sz="1600" b="1" dirty="0"/>
              <a:t>and 1 subgame involving the entire game.</a:t>
            </a:r>
          </a:p>
        </p:txBody>
      </p:sp>
    </p:spTree>
    <p:extLst>
      <p:ext uri="{BB962C8B-B14F-4D97-AF65-F5344CB8AC3E}">
        <p14:creationId xmlns:p14="http://schemas.microsoft.com/office/powerpoint/2010/main" val="2954974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Relationship between SPNE and NE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13927"/>
            <a:ext cx="10366829" cy="47554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The overall game tree itself is always a subgame: it is a self-contained branch. 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NE are strategy profiles which are NE of this “</a:t>
            </a:r>
            <a:r>
              <a:rPr lang="en-US" altLang="en-US" sz="1800" u="sng" dirty="0"/>
              <a:t>overall branch”</a:t>
            </a:r>
            <a:r>
              <a:rPr lang="en-US" altLang="en-US" sz="18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From the definition of the SPNE, we require strategies to be NE in </a:t>
            </a:r>
            <a:r>
              <a:rPr lang="en-US" altLang="en-US" sz="2000" b="1" u="sng" dirty="0"/>
              <a:t>all subgames</a:t>
            </a:r>
            <a:r>
              <a:rPr lang="en-US" altLang="en-US" sz="2000" dirty="0"/>
              <a:t>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The </a:t>
            </a:r>
            <a:r>
              <a:rPr lang="en-US" altLang="en-US" sz="1800" b="1" i="1" dirty="0">
                <a:solidFill>
                  <a:srgbClr val="0000FF"/>
                </a:solidFill>
              </a:rPr>
              <a:t>overall subgame</a:t>
            </a:r>
            <a:r>
              <a:rPr lang="en-US" altLang="en-US" sz="1800" dirty="0">
                <a:solidFill>
                  <a:srgbClr val="0000FF"/>
                </a:solidFill>
              </a:rPr>
              <a:t> </a:t>
            </a:r>
            <a:r>
              <a:rPr lang="en-US" altLang="en-US" sz="1800" dirty="0"/>
              <a:t>(I.e. the overall branch)  AND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The </a:t>
            </a:r>
            <a:r>
              <a:rPr lang="en-US" altLang="en-US" sz="1800" b="1" i="1" dirty="0">
                <a:solidFill>
                  <a:srgbClr val="0000FF"/>
                </a:solidFill>
              </a:rPr>
              <a:t>proper subgames </a:t>
            </a:r>
            <a:r>
              <a:rPr lang="en-US" altLang="en-US" sz="1800" dirty="0"/>
              <a:t>(I.e. other </a:t>
            </a:r>
            <a:r>
              <a:rPr lang="en-US" altLang="en-US" sz="1800" i="1" dirty="0"/>
              <a:t>self-contained</a:t>
            </a:r>
            <a:r>
              <a:rPr lang="en-US" altLang="en-US" sz="1800" dirty="0"/>
              <a:t> sub-branches)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This means that the set of Subgame Perfect Nash Equilibria is a subset of the set of Nash Equilibria. (All SPNE are NE, but not vice versa)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F8BCA-EB4C-400F-98DA-B3FBF2F7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98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498D1-42EC-7417-F54A-B2AE0F1D1941}"/>
              </a:ext>
            </a:extLst>
          </p:cNvPr>
          <p:cNvSpPr/>
          <p:nvPr/>
        </p:nvSpPr>
        <p:spPr>
          <a:xfrm>
            <a:off x="660682" y="1819944"/>
            <a:ext cx="10813563" cy="2434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Finding Subgame Perfect Nash Equilibria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682" y="1819944"/>
            <a:ext cx="10366829" cy="416790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Pure strategy SPNE can be easily found using </a:t>
            </a:r>
            <a:r>
              <a:rPr lang="en-US" altLang="en-US" sz="2000" b="1" dirty="0">
                <a:solidFill>
                  <a:srgbClr val="0000FF"/>
                </a:solidFill>
              </a:rPr>
              <a:t>backward induction</a:t>
            </a:r>
            <a:r>
              <a:rPr lang="en-US" altLang="en-US" sz="2000" dirty="0"/>
              <a:t>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b="0" dirty="0"/>
              <a:t>Identify all the proper subgames.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b="0" dirty="0"/>
              <a:t>Start from the last subgames and solve for each of its NE. </a:t>
            </a:r>
            <a:br>
              <a:rPr lang="en-US" sz="1800" b="0" dirty="0"/>
            </a:br>
            <a:r>
              <a:rPr lang="en-US" sz="1800" b="0" i="1" dirty="0"/>
              <a:t>(Select a NE if not unique.)</a:t>
            </a:r>
            <a:endParaRPr lang="en-US" sz="1800" b="0" dirty="0"/>
          </a:p>
          <a:p>
            <a:pPr marL="617220" lvl="1" indent="-342900">
              <a:buFont typeface="+mj-lt"/>
              <a:buAutoNum type="arabicPeriod"/>
            </a:pPr>
            <a:r>
              <a:rPr lang="en-US" sz="1800" b="0" dirty="0"/>
              <a:t>Move to the subgame that is one step before and solve for the NE while taking into account the NE in the latter subgame. </a:t>
            </a:r>
            <a:r>
              <a:rPr lang="en-US" sz="1800" b="0" i="1" dirty="0"/>
              <a:t>(Select a NE if not unique)</a:t>
            </a:r>
            <a:endParaRPr lang="en-US" sz="1800" b="0" dirty="0"/>
          </a:p>
          <a:p>
            <a:pPr marL="617220" lvl="1" indent="-342900">
              <a:buFont typeface="+mj-lt"/>
              <a:buAutoNum type="arabicPeriod"/>
            </a:pPr>
            <a:r>
              <a:rPr lang="en-US" sz="1800" b="0" dirty="0"/>
              <a:t>Repeat the process until we reach the initial node.</a:t>
            </a:r>
            <a:endParaRPr lang="en-US" sz="1800" dirty="0"/>
          </a:p>
          <a:p>
            <a:pPr marL="160020" indent="-342900">
              <a:buFont typeface="+mj-lt"/>
              <a:buAutoNum type="arabicPeriod"/>
            </a:pPr>
            <a:endParaRPr lang="en-US" sz="2000" b="0" dirty="0"/>
          </a:p>
          <a:p>
            <a:pPr marL="160020" indent="-342900">
              <a:buFont typeface="+mj-lt"/>
              <a:buAutoNum type="arabicPeriod"/>
            </a:pPr>
            <a:endParaRPr lang="en-US" sz="2000" b="0" dirty="0"/>
          </a:p>
          <a:p>
            <a:pPr marL="0" indent="0">
              <a:buNone/>
            </a:pPr>
            <a:r>
              <a:rPr lang="en-US" sz="2000" b="1" dirty="0"/>
              <a:t>These steps will identify the strategies which lead to NE in all subgames!</a:t>
            </a:r>
          </a:p>
          <a:p>
            <a:r>
              <a:rPr lang="en-US" sz="1800" b="1" dirty="0"/>
              <a:t>Earlier players believe that later players, observing the strategy played, will best respond.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0305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Sequential Entry Game: SPNE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9C6AA-4FB0-4001-819D-E2F987201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3307" y="1547098"/>
            <a:ext cx="10366829" cy="1254908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By </a:t>
            </a:r>
            <a:r>
              <a:rPr lang="en-US" altLang="en-US" sz="2000" b="1" dirty="0"/>
              <a:t>backward induction</a:t>
            </a:r>
            <a:r>
              <a:rPr lang="en-US" altLang="en-US" sz="2000" dirty="0"/>
              <a:t>, we got the best responses for the incumbent in the sub-branches and then get the best response for the Entrant in the overall branch.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D2E86-A838-4052-9A5F-C69CED66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64" y="2853687"/>
            <a:ext cx="6685808" cy="2957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A5841A-627C-4AFF-A02A-836512088505}"/>
              </a:ext>
            </a:extLst>
          </p:cNvPr>
          <p:cNvSpPr txBox="1"/>
          <p:nvPr/>
        </p:nvSpPr>
        <p:spPr>
          <a:xfrm>
            <a:off x="5191349" y="4030089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Incumbent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C767-01D0-4863-9E96-B0CE04E7F640}"/>
              </a:ext>
            </a:extLst>
          </p:cNvPr>
          <p:cNvSpPr txBox="1"/>
          <p:nvPr/>
        </p:nvSpPr>
        <p:spPr>
          <a:xfrm>
            <a:off x="2211254" y="4053926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Entrant</a:t>
            </a:r>
            <a:endParaRPr lang="en-GB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E6C79C-B2C8-43CD-ACEE-D0B1EB75176F}"/>
              </a:ext>
            </a:extLst>
          </p:cNvPr>
          <p:cNvCxnSpPr>
            <a:cxnSpLocks/>
          </p:cNvCxnSpPr>
          <p:nvPr/>
        </p:nvCxnSpPr>
        <p:spPr>
          <a:xfrm flipV="1">
            <a:off x="3812565" y="3655461"/>
            <a:ext cx="1599230" cy="55929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EF2003-2661-494D-A563-4358B6D0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27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2FB63B-0A30-4264-95B9-5B64B74705D7}"/>
              </a:ext>
            </a:extLst>
          </p:cNvPr>
          <p:cNvSpPr/>
          <p:nvPr/>
        </p:nvSpPr>
        <p:spPr>
          <a:xfrm>
            <a:off x="1759974" y="2639071"/>
            <a:ext cx="8672052" cy="325447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80A3B-ECB2-4E69-B504-4632405C20A4}"/>
              </a:ext>
            </a:extLst>
          </p:cNvPr>
          <p:cNvSpPr/>
          <p:nvPr/>
        </p:nvSpPr>
        <p:spPr>
          <a:xfrm>
            <a:off x="5479663" y="2784095"/>
            <a:ext cx="3947579" cy="1269831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31826-D3CC-44B5-A0C7-111F51905E74}"/>
              </a:ext>
            </a:extLst>
          </p:cNvPr>
          <p:cNvSpPr/>
          <p:nvPr/>
        </p:nvSpPr>
        <p:spPr>
          <a:xfrm>
            <a:off x="5476575" y="4342512"/>
            <a:ext cx="3947579" cy="1269831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20112-BAB6-4F58-B0E9-33E4DE8BDAB4}"/>
              </a:ext>
            </a:extLst>
          </p:cNvPr>
          <p:cNvSpPr txBox="1"/>
          <p:nvPr/>
        </p:nvSpPr>
        <p:spPr>
          <a:xfrm flipH="1">
            <a:off x="1805813" y="5496201"/>
            <a:ext cx="207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Overall Subgame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DF7C3B-ED60-44DF-BBF5-DC5FF53BDBEC}"/>
              </a:ext>
            </a:extLst>
          </p:cNvPr>
          <p:cNvSpPr txBox="1"/>
          <p:nvPr/>
        </p:nvSpPr>
        <p:spPr>
          <a:xfrm flipH="1">
            <a:off x="8106699" y="4804545"/>
            <a:ext cx="207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Subgame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CEFB3-C4AB-40AF-9F11-9F86BBA7E3B5}"/>
              </a:ext>
            </a:extLst>
          </p:cNvPr>
          <p:cNvSpPr txBox="1"/>
          <p:nvPr/>
        </p:nvSpPr>
        <p:spPr>
          <a:xfrm flipH="1">
            <a:off x="8093494" y="3302588"/>
            <a:ext cx="207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Subgame 1</a:t>
            </a:r>
          </a:p>
        </p:txBody>
      </p:sp>
    </p:spTree>
    <p:extLst>
      <p:ext uri="{BB962C8B-B14F-4D97-AF65-F5344CB8AC3E}">
        <p14:creationId xmlns:p14="http://schemas.microsoft.com/office/powerpoint/2010/main" val="2609150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Sequential Entry Game: SPNE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0E0456D-082A-4C39-8295-86EF554753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The unique Subgame Perfect Nash Equilibrium here is given by these set of </a:t>
            </a:r>
            <a:r>
              <a:rPr lang="en-US" altLang="en-US" sz="2000" u="sng" dirty="0"/>
              <a:t>strategies</a:t>
            </a:r>
          </a:p>
          <a:p>
            <a:pPr lvl="1">
              <a:lnSpc>
                <a:spcPct val="100000"/>
              </a:lnSpc>
            </a:pPr>
            <a:r>
              <a:rPr lang="en-US" altLang="en-US" sz="1800" b="1" dirty="0"/>
              <a:t>Entrant</a:t>
            </a:r>
            <a:r>
              <a:rPr lang="en-US" altLang="en-US" sz="1800" dirty="0"/>
              <a:t>: Enter</a:t>
            </a:r>
          </a:p>
          <a:p>
            <a:pPr lvl="1">
              <a:lnSpc>
                <a:spcPct val="100000"/>
              </a:lnSpc>
            </a:pPr>
            <a:r>
              <a:rPr lang="en-US" altLang="en-US" sz="1800" b="1" dirty="0"/>
              <a:t>Incumbent</a:t>
            </a:r>
            <a:r>
              <a:rPr lang="en-US" altLang="en-US" sz="1800" dirty="0"/>
              <a:t>: Do not fight if entrant enters, Do not fight if entrant stays out.</a:t>
            </a:r>
          </a:p>
          <a:p>
            <a:pPr lvl="1">
              <a:lnSpc>
                <a:spcPct val="100000"/>
              </a:lnSpc>
            </a:pPr>
            <a:endParaRPr lang="en-US" altLang="en-US" sz="16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The associated SPNE </a:t>
            </a:r>
            <a:r>
              <a:rPr lang="en-US" altLang="en-US" sz="2000" u="sng" dirty="0"/>
              <a:t>outcome</a:t>
            </a:r>
            <a:r>
              <a:rPr lang="en-US" altLang="en-US" sz="2000" dirty="0"/>
              <a:t> is (Enter, Do not fight) with a payoff of (2,2).</a:t>
            </a:r>
            <a:endParaRPr lang="en-US" altLang="en-US" sz="2000" u="sng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i="1" dirty="0"/>
              <a:t>This example here is related to a class of games called commitment games.</a:t>
            </a:r>
          </a:p>
          <a:p>
            <a:pPr lvl="1">
              <a:lnSpc>
                <a:spcPct val="100000"/>
              </a:lnSpc>
            </a:pPr>
            <a:r>
              <a:rPr lang="en-US" altLang="en-US" sz="1600" i="1" dirty="0"/>
              <a:t>The added concept of Subgame Perfection is required to filter out Nash Equilibria which cannot be committed to!</a:t>
            </a:r>
          </a:p>
          <a:p>
            <a:pPr lvl="1">
              <a:lnSpc>
                <a:spcPct val="100000"/>
              </a:lnSpc>
            </a:pPr>
            <a:endParaRPr lang="en-US" altLang="en-US" sz="16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5A998-2023-4CFD-A28C-7177B96B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12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D650-87DA-40F9-8CA6-5134E768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 2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084EF-22C8-4EF1-B3AC-5CD9C82F51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8763000" cy="4083306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Consider a game where a finite number of players moves sequentially (e.g. Player A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Player B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Player C) and have a finite number of strategies. All players have perfect information about the preceding players actions.</a:t>
                </a:r>
                <a:br>
                  <a:rPr lang="en-US" sz="2000" dirty="0"/>
                </a:br>
                <a:br>
                  <a:rPr lang="en-US" sz="2000" dirty="0"/>
                </a:br>
                <a:r>
                  <a:rPr lang="en-US" sz="2000" dirty="0"/>
                  <a:t>A Subgame Perfect Nash Equilibrium will always exist. (T/F) T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How many subgames are </a:t>
                </a:r>
                <a:br>
                  <a:rPr lang="en-US" sz="2000" dirty="0"/>
                </a:br>
                <a:r>
                  <a:rPr lang="en-US" sz="2000" dirty="0"/>
                  <a:t>there in the extensive form shown? 5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084EF-22C8-4EF1-B3AC-5CD9C82F5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8763000" cy="4083306"/>
              </a:xfrm>
              <a:blipFill>
                <a:blip r:embed="rId3"/>
                <a:stretch>
                  <a:fillRect l="-765" t="-164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DD432-5623-482A-A22D-31450925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29</a:t>
            </a:fld>
            <a:endParaRPr lang="en-GB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53EF08D-1665-2C93-1C3D-779EA75C2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452647"/>
              </p:ext>
            </p:extLst>
          </p:nvPr>
        </p:nvGraphicFramePr>
        <p:xfrm>
          <a:off x="5948516" y="3429000"/>
          <a:ext cx="2335726" cy="273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3368160" imgH="3947040" progId="PBrush">
                  <p:embed/>
                </p:oleObj>
              </mc:Choice>
              <mc:Fallback>
                <p:oleObj name="Bitmap Image" r:id="rId4" imgW="3368160" imgH="394704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53EF08D-1665-2C93-1C3D-779EA75C25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8516" y="3429000"/>
                        <a:ext cx="2335726" cy="273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A68469C-124C-9D4D-418D-F1D7A33C4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0810" y="512608"/>
            <a:ext cx="1679804" cy="16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10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609E-06F3-4BC5-AAF3-53EBE98C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48" y="2600338"/>
            <a:ext cx="9950103" cy="103030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Other kinds of sequential games..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1006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Example: Stackelberg Cournot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63329"/>
                <a:ext cx="10515600" cy="1187245"/>
              </a:xfrm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In Lecture 1, we considered Cournot quantity competition where firms moved </a:t>
                </a:r>
                <a:r>
                  <a:rPr lang="en-US" altLang="en-US" sz="2000" i="1" dirty="0"/>
                  <a:t>simultaneously</a:t>
                </a:r>
                <a:r>
                  <a:rPr lang="en-US" altLang="en-US" sz="2000" dirty="0"/>
                  <a:t>. Now let us consider the scenario where they move </a:t>
                </a:r>
                <a:r>
                  <a:rPr lang="en-US" altLang="en-US" sz="2000" i="1" dirty="0"/>
                  <a:t>sequentially</a:t>
                </a:r>
                <a:r>
                  <a:rPr lang="en-US" altLang="en-US" sz="2000" dirty="0"/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600" dirty="0"/>
                  <a:t>We can assume an upper bound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altLang="en-US" sz="1600" dirty="0"/>
                  <a:t> to quantity strategies (otherwise price will be negative).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3329"/>
                <a:ext cx="10515600" cy="1187245"/>
              </a:xfrm>
              <a:blipFill>
                <a:blip r:embed="rId2"/>
                <a:stretch>
                  <a:fillRect l="-522" t="-256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5A998-2023-4CFD-A28C-7177B96B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31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A49D43B-D0A4-A58E-B173-70A0D99F6CF7}"/>
              </a:ext>
            </a:extLst>
          </p:cNvPr>
          <p:cNvGrpSpPr/>
          <p:nvPr/>
        </p:nvGrpSpPr>
        <p:grpSpPr>
          <a:xfrm>
            <a:off x="3004358" y="3751404"/>
            <a:ext cx="2067036" cy="2257126"/>
            <a:chOff x="1273880" y="3569111"/>
            <a:chExt cx="2067036" cy="225712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924E8F-E392-4326-4354-BC3FC5A61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064" y="3569111"/>
              <a:ext cx="1622323" cy="1076632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AB20DC5-0666-4BF5-F44C-EDC51D629EEE}"/>
                </a:ext>
              </a:extLst>
            </p:cNvPr>
            <p:cNvCxnSpPr>
              <a:cxnSpLocks/>
            </p:cNvCxnSpPr>
            <p:nvPr/>
          </p:nvCxnSpPr>
          <p:spPr>
            <a:xfrm>
              <a:off x="1696064" y="4645743"/>
              <a:ext cx="1644852" cy="1076631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02FC0B66-941A-EB94-EBB6-0F71667B07E2}"/>
                </a:ext>
              </a:extLst>
            </p:cNvPr>
            <p:cNvSpPr/>
            <p:nvPr/>
          </p:nvSpPr>
          <p:spPr>
            <a:xfrm rot="2956377">
              <a:off x="1196451" y="3935711"/>
              <a:ext cx="1445342" cy="1290484"/>
            </a:xfrm>
            <a:prstGeom prst="arc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022C7B6-58D3-B068-2569-3FB02FC52820}"/>
                    </a:ext>
                  </a:extLst>
                </p:cNvPr>
                <p:cNvSpPr txBox="1"/>
                <p:nvPr/>
              </p:nvSpPr>
              <p:spPr>
                <a:xfrm>
                  <a:off x="1810364" y="3660882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022C7B6-58D3-B068-2569-3FB02FC52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0364" y="3660882"/>
                  <a:ext cx="91440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A2439D2-E332-F49D-576D-C74BF0C1AFB4}"/>
                    </a:ext>
                  </a:extLst>
                </p:cNvPr>
                <p:cNvSpPr txBox="1"/>
                <p:nvPr/>
              </p:nvSpPr>
              <p:spPr>
                <a:xfrm>
                  <a:off x="1871189" y="5456905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A2439D2-E332-F49D-576D-C74BF0C1A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189" y="5456905"/>
                  <a:ext cx="91440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0000"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C853B9-3079-FD8C-7A3D-A5DB2490BF5A}"/>
              </a:ext>
            </a:extLst>
          </p:cNvPr>
          <p:cNvCxnSpPr>
            <a:cxnSpLocks/>
          </p:cNvCxnSpPr>
          <p:nvPr/>
        </p:nvCxnSpPr>
        <p:spPr>
          <a:xfrm flipV="1">
            <a:off x="5579806" y="3182752"/>
            <a:ext cx="1622323" cy="1076632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061299-93A9-CFE9-BEA6-7B09D7E8F063}"/>
              </a:ext>
            </a:extLst>
          </p:cNvPr>
          <p:cNvCxnSpPr>
            <a:cxnSpLocks/>
          </p:cNvCxnSpPr>
          <p:nvPr/>
        </p:nvCxnSpPr>
        <p:spPr>
          <a:xfrm>
            <a:off x="5579806" y="4259384"/>
            <a:ext cx="1644852" cy="1076631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152A6C56-E967-B365-CC5D-F762A5B53B88}"/>
              </a:ext>
            </a:extLst>
          </p:cNvPr>
          <p:cNvSpPr/>
          <p:nvPr/>
        </p:nvSpPr>
        <p:spPr>
          <a:xfrm rot="2956377">
            <a:off x="5080193" y="3549352"/>
            <a:ext cx="1445342" cy="1290484"/>
          </a:xfrm>
          <a:prstGeom prst="arc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CB36-6D1F-AB99-1ED2-0E84BB9EB73C}"/>
                  </a:ext>
                </a:extLst>
              </p:cNvPr>
              <p:cNvSpPr txBox="1"/>
              <p:nvPr/>
            </p:nvSpPr>
            <p:spPr>
              <a:xfrm>
                <a:off x="5694106" y="3274523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CB36-6D1F-AB99-1ED2-0E84BB9EB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106" y="3274523"/>
                <a:ext cx="9144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00C7D3-C59D-9D9D-404D-7B8C55350159}"/>
                  </a:ext>
                </a:extLst>
              </p:cNvPr>
              <p:cNvSpPr txBox="1"/>
              <p:nvPr/>
            </p:nvSpPr>
            <p:spPr>
              <a:xfrm>
                <a:off x="5754931" y="5070546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00C7D3-C59D-9D9D-404D-7B8C55350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931" y="5070546"/>
                <a:ext cx="914400" cy="369332"/>
              </a:xfrm>
              <a:prstGeom prst="rect">
                <a:avLst/>
              </a:prstGeom>
              <a:blipFill>
                <a:blip r:embed="rId6"/>
                <a:stretch>
                  <a:fillRect r="-20000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4F6544-9C20-139E-B733-07C5E7F5C78F}"/>
              </a:ext>
            </a:extLst>
          </p:cNvPr>
          <p:cNvCxnSpPr>
            <a:cxnSpLocks/>
          </p:cNvCxnSpPr>
          <p:nvPr/>
        </p:nvCxnSpPr>
        <p:spPr>
          <a:xfrm flipV="1">
            <a:off x="3540842" y="4298891"/>
            <a:ext cx="2016435" cy="498808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FF4906-009F-BC37-83E9-3EE4ACB13E50}"/>
                  </a:ext>
                </a:extLst>
              </p:cNvPr>
              <p:cNvSpPr txBox="1"/>
              <p:nvPr/>
            </p:nvSpPr>
            <p:spPr>
              <a:xfrm>
                <a:off x="4492806" y="4501894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SG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FF4906-009F-BC37-83E9-3EE4ACB13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806" y="4501894"/>
                <a:ext cx="91440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C841216-685E-B4D7-22E4-03D5632C5A6A}"/>
              </a:ext>
            </a:extLst>
          </p:cNvPr>
          <p:cNvSpPr txBox="1"/>
          <p:nvPr/>
        </p:nvSpPr>
        <p:spPr>
          <a:xfrm>
            <a:off x="6669331" y="5778775"/>
            <a:ext cx="2519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Sketch of Extensive Form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CEED89-D791-CF65-0C3A-ADC992D63B63}"/>
              </a:ext>
            </a:extLst>
          </p:cNvPr>
          <p:cNvSpPr/>
          <p:nvPr/>
        </p:nvSpPr>
        <p:spPr>
          <a:xfrm>
            <a:off x="5407206" y="3075726"/>
            <a:ext cx="2463388" cy="2530786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974F28-D457-827F-3E69-7C9AF1A3BC24}"/>
              </a:ext>
            </a:extLst>
          </p:cNvPr>
          <p:cNvSpPr/>
          <p:nvPr/>
        </p:nvSpPr>
        <p:spPr>
          <a:xfrm>
            <a:off x="1804219" y="2750574"/>
            <a:ext cx="8583562" cy="370632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2E2274-5347-8CA0-659C-42F9A3299E72}"/>
                  </a:ext>
                </a:extLst>
              </p:cNvPr>
              <p:cNvSpPr txBox="1"/>
              <p:nvPr/>
            </p:nvSpPr>
            <p:spPr>
              <a:xfrm>
                <a:off x="1873045" y="2868407"/>
                <a:ext cx="2499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2E2274-5347-8CA0-659C-42F9A3299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045" y="2868407"/>
                <a:ext cx="2499274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246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Example: Stackelberg Cournot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63329"/>
                <a:ext cx="10515600" cy="4490884"/>
              </a:xfrm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We need to solve this by backward induction. 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In a proper subgame where the first mover chooses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The best response of the second mover </a:t>
                </a:r>
                <a:r>
                  <a:rPr lang="en-US" altLang="en-US" sz="2000" dirty="0" err="1"/>
                  <a:t>maximises</a:t>
                </a:r>
                <a:r>
                  <a:rPr lang="en-US" altLang="en-US" sz="20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SG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SG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𝑏𝑞</m:t>
                          </m:r>
                        </m:num>
                        <m:den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br>
                  <a:rPr lang="en-SG" altLang="en-US" sz="2000" dirty="0"/>
                </a:br>
                <a:r>
                  <a:rPr lang="en-SG" altLang="en-US" sz="2000" dirty="0"/>
                  <a:t>    </a:t>
                </a:r>
                <a:r>
                  <a:rPr lang="en-US" altLang="en-US" sz="2000" dirty="0"/>
                  <a:t>This is the Nash Equilibrium of this subgame. 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Payoffs of the first mover are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16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3329"/>
                <a:ext cx="10515600" cy="4490884"/>
              </a:xfrm>
              <a:blipFill>
                <a:blip r:embed="rId2"/>
                <a:stretch>
                  <a:fillRect l="-522" t="-67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5A998-2023-4CFD-A28C-7177B96B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8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Example: Stackelberg Cournot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85451"/>
                <a:ext cx="10515600" cy="44908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In any </a:t>
                </a:r>
                <a:r>
                  <a:rPr lang="en-US" altLang="en-US" sz="2000" b="1" dirty="0">
                    <a:solidFill>
                      <a:srgbClr val="00B0F0"/>
                    </a:solidFill>
                  </a:rPr>
                  <a:t>proper subgame </a:t>
                </a:r>
                <a:r>
                  <a:rPr lang="en-US" altLang="en-US" sz="2000" dirty="0"/>
                  <a:t>where the first mover chooses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2000" dirty="0"/>
                  <a:t>, in the NE, the second mover will choose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en-US" sz="2000" dirty="0"/>
                  <a:t> (which is a function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In the </a:t>
                </a:r>
                <a:r>
                  <a:rPr lang="en-US" altLang="en-US" sz="2000" b="1" dirty="0">
                    <a:solidFill>
                      <a:srgbClr val="FF0000"/>
                    </a:solidFill>
                  </a:rPr>
                  <a:t>overall subgame</a:t>
                </a:r>
                <a:r>
                  <a:rPr lang="en-US" altLang="en-US" sz="2000" dirty="0"/>
                  <a:t>, the first mover has to choose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2000" dirty="0"/>
                  <a:t> to </a:t>
                </a:r>
                <a:r>
                  <a:rPr lang="en-US" altLang="en-US" sz="2000" dirty="0" err="1"/>
                  <a:t>maximise</a:t>
                </a:r>
                <a:r>
                  <a:rPr lang="en-US" altLang="en-US" sz="2000" dirty="0"/>
                  <a:t> profits given each outcome in the proper subgames.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Firm 1 </a:t>
                </a:r>
                <a:r>
                  <a:rPr lang="en-US" altLang="en-US" sz="2000" dirty="0" err="1"/>
                  <a:t>maximises</a:t>
                </a:r>
                <a:r>
                  <a:rPr lang="en-US" altLang="en-US" sz="20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SG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sz="20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SG" sz="20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SG" sz="2000" b="1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b="1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SG" sz="2000" b="1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SG" sz="20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SG" sz="20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𝒃𝒒</m:t>
                                </m:r>
                              </m:num>
                              <m:den>
                                <m:r>
                                  <a:rPr lang="en-SG" sz="20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SG" sz="20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den>
                            </m:f>
                          </m:e>
                        </m:d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2000" dirty="0"/>
                  <a:t> by choosing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en-US" sz="2000" dirty="0"/>
                  <a:t> which satisfies the FOC.</a:t>
                </a:r>
                <a:br>
                  <a:rPr lang="en-US" altLang="en-US" sz="2000" dirty="0"/>
                </a:br>
                <a:r>
                  <a:rPr lang="en-US" altLang="en-US" sz="2000" b="1" dirty="0"/>
                  <a:t>(Solve this yourself)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16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5451"/>
                <a:ext cx="10515600" cy="4490884"/>
              </a:xfrm>
              <a:blipFill>
                <a:blip r:embed="rId2"/>
                <a:stretch>
                  <a:fillRect l="-522" t="-678" r="-5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5A998-2023-4CFD-A28C-7177B96B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45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Stackelberg Cournot Competition (SPNE)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63329"/>
                <a:ext cx="10515600" cy="44908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The unique Subgame Perfect Nash Equilibrium here is given by these set of </a:t>
                </a:r>
                <a:r>
                  <a:rPr lang="en-US" altLang="en-US" sz="2000" u="sng" dirty="0"/>
                  <a:t>strategies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First mover chooses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en-US" sz="1800" dirty="0"/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Second mover chooses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𝑏𝑞</m:t>
                        </m:r>
                      </m:num>
                      <m:den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en-US" sz="1800" dirty="0"/>
                  <a:t> if first mover chooses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en-US" sz="16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The associated SPNE </a:t>
                </a:r>
                <a:r>
                  <a:rPr lang="en-US" altLang="en-US" sz="2000" u="sng" dirty="0"/>
                  <a:t>outcome</a:t>
                </a:r>
                <a:r>
                  <a:rPr lang="en-US" altLang="en-US" sz="2000" dirty="0"/>
                  <a:t> is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en-US" sz="2000" dirty="0"/>
                  <a:t>,</a:t>
                </a:r>
                <a:r>
                  <a:rPr lang="en-SG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𝑏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en-US" sz="2000" dirty="0"/>
                  <a:t> ).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Substituting this into the profit function will give the SPNE </a:t>
                </a:r>
                <a:r>
                  <a:rPr lang="en-US" altLang="en-US" sz="2000" u="sng" dirty="0"/>
                  <a:t>payoffs</a:t>
                </a:r>
                <a:r>
                  <a:rPr lang="en-US" altLang="en-US" sz="20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en-US" sz="1600" dirty="0"/>
              </a:p>
              <a:p>
                <a:pPr>
                  <a:lnSpc>
                    <a:spcPct val="100000"/>
                  </a:lnSpc>
                </a:pPr>
                <a:endParaRPr lang="en-US" altLang="en-US" sz="1800" dirty="0"/>
              </a:p>
              <a:p>
                <a:pPr>
                  <a:lnSpc>
                    <a:spcPct val="100000"/>
                  </a:lnSpc>
                </a:pPr>
                <a:endParaRPr lang="en-US" altLang="en-US" sz="1800" dirty="0"/>
              </a:p>
              <a:p>
                <a:pPr>
                  <a:lnSpc>
                    <a:spcPct val="100000"/>
                  </a:lnSpc>
                </a:pPr>
                <a:endParaRPr lang="en-US" altLang="en-US" sz="18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1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0E0456D-082A-4C39-8295-86EF55475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3329"/>
                <a:ext cx="10515600" cy="4490884"/>
              </a:xfrm>
              <a:blipFill>
                <a:blip r:embed="rId2"/>
                <a:stretch>
                  <a:fillRect l="-522" t="-67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5A998-2023-4CFD-A28C-7177B96B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927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Example: “Hybrid” Sequential Games</a:t>
            </a:r>
            <a:endParaRPr lang="en-US" altLang="en-US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9934575" cy="475547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Sometimes, a sequential game may involve a combination of multiple static games.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For example, </a:t>
            </a:r>
          </a:p>
          <a:p>
            <a:pPr marL="800100" lvl="1" indent="-342900"/>
            <a:r>
              <a:rPr lang="en-US" altLang="en-US" sz="1800" dirty="0"/>
              <a:t>First stage could be a choice of what (static) game to play in the Second stage. </a:t>
            </a:r>
          </a:p>
          <a:p>
            <a:pPr marL="800100" lvl="1" indent="-342900"/>
            <a:r>
              <a:rPr lang="en-US" altLang="en-US" sz="1800" dirty="0"/>
              <a:t>First stage could be static game A, Second stage could be static game B</a:t>
            </a:r>
          </a:p>
          <a:p>
            <a:pPr marL="457200" lvl="1" indent="0">
              <a:buNone/>
            </a:pPr>
            <a:r>
              <a:rPr lang="en-US" altLang="en-US" sz="1600" b="1" i="1" dirty="0"/>
              <a:t>(Perfect information in the sense that everyone observes the outcome of First stage before Second stage)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Such games can be </a:t>
            </a:r>
            <a:r>
              <a:rPr lang="en-US" altLang="en-US" sz="2000" dirty="0" err="1"/>
              <a:t>analysed</a:t>
            </a:r>
            <a:r>
              <a:rPr lang="en-US" altLang="en-US" sz="2000" dirty="0"/>
              <a:t> using the exact same methodology as for standard sequential games. (</a:t>
            </a:r>
            <a:r>
              <a:rPr lang="en-US" altLang="en-US" sz="2000" i="1" dirty="0"/>
              <a:t>Backward induction and Subgame Perfect Equilibria</a:t>
            </a:r>
            <a:r>
              <a:rPr lang="en-US" altLang="en-US" sz="2000" dirty="0"/>
              <a:t>)</a:t>
            </a:r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BECBA-823C-45D0-8DD5-49079A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706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Example 1</a:t>
            </a:r>
            <a:endParaRPr lang="en-US" altLang="en-US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2"/>
            <a:ext cx="4596579" cy="465641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Suppose Player 1 can choose between Game A and Game 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In each of these games, Players 1 and 2 have choose their strategy simultaneously.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They have two different actions they can choose (and randomize between).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BECBA-823C-45D0-8DD5-49079A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36</a:t>
            </a:fld>
            <a:endParaRPr lang="en-GB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A620EC-BFF6-ABBD-136F-0C4B26652A40}"/>
              </a:ext>
            </a:extLst>
          </p:cNvPr>
          <p:cNvGrpSpPr/>
          <p:nvPr/>
        </p:nvGrpSpPr>
        <p:grpSpPr>
          <a:xfrm>
            <a:off x="6459794" y="2537068"/>
            <a:ext cx="1644852" cy="2153263"/>
            <a:chOff x="1696064" y="3569111"/>
            <a:chExt cx="1644852" cy="2153263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A197146-4C20-6606-7FD4-04F3A32AE0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064" y="3569111"/>
              <a:ext cx="1622323" cy="1076632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3A94190-85C8-844E-C11A-15BA8AA6C074}"/>
                </a:ext>
              </a:extLst>
            </p:cNvPr>
            <p:cNvCxnSpPr>
              <a:cxnSpLocks/>
            </p:cNvCxnSpPr>
            <p:nvPr/>
          </p:nvCxnSpPr>
          <p:spPr>
            <a:xfrm>
              <a:off x="1696064" y="4645743"/>
              <a:ext cx="1644852" cy="1076631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6D1C92E-317E-C838-40E1-1E14D041B8A8}"/>
                </a:ext>
              </a:extLst>
            </p:cNvPr>
            <p:cNvSpPr txBox="1"/>
            <p:nvPr/>
          </p:nvSpPr>
          <p:spPr>
            <a:xfrm>
              <a:off x="1810364" y="3660882"/>
              <a:ext cx="1102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Game A</a:t>
              </a:r>
              <a:endParaRPr lang="en-SG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7602844-47E5-B00C-58CE-12410D6E274A}"/>
                </a:ext>
              </a:extLst>
            </p:cNvPr>
            <p:cNvSpPr txBox="1"/>
            <p:nvPr/>
          </p:nvSpPr>
          <p:spPr>
            <a:xfrm>
              <a:off x="1882263" y="535304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/>
                <a:t>Game B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61ABB3C-588A-84A5-C032-FBF2D977CA36}"/>
              </a:ext>
            </a:extLst>
          </p:cNvPr>
          <p:cNvGrpSpPr/>
          <p:nvPr/>
        </p:nvGrpSpPr>
        <p:grpSpPr>
          <a:xfrm>
            <a:off x="8104646" y="1545282"/>
            <a:ext cx="1467057" cy="1983571"/>
            <a:chOff x="6899787" y="1925532"/>
            <a:chExt cx="3438542" cy="430652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39EA4BA-AF47-AD8D-9393-729306930575}"/>
                </a:ext>
              </a:extLst>
            </p:cNvPr>
            <p:cNvGrpSpPr/>
            <p:nvPr/>
          </p:nvGrpSpPr>
          <p:grpSpPr>
            <a:xfrm>
              <a:off x="6899787" y="2987189"/>
              <a:ext cx="1644852" cy="2153263"/>
              <a:chOff x="1696064" y="3569111"/>
              <a:chExt cx="1644852" cy="2153263"/>
            </a:xfrm>
          </p:grpSpPr>
          <p:cxnSp>
            <p:nvCxnSpPr>
              <p:cNvPr id="108548" name="Straight Connector 108547">
                <a:extLst>
                  <a:ext uri="{FF2B5EF4-FFF2-40B4-BE49-F238E27FC236}">
                    <a16:creationId xmlns:a16="http://schemas.microsoft.com/office/drawing/2014/main" id="{85A8DADF-A372-0FC3-80E9-027681DFB2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49" name="Straight Connector 108548">
                <a:extLst>
                  <a:ext uri="{FF2B5EF4-FFF2-40B4-BE49-F238E27FC236}">
                    <a16:creationId xmlns:a16="http://schemas.microsoft.com/office/drawing/2014/main" id="{E6655C79-2471-3414-2D32-C8115480BA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550" name="TextBox 108549">
                <a:extLst>
                  <a:ext uri="{FF2B5EF4-FFF2-40B4-BE49-F238E27FC236}">
                    <a16:creationId xmlns:a16="http://schemas.microsoft.com/office/drawing/2014/main" id="{E0225E17-8955-B7EB-7514-8A2346DB2D6C}"/>
                  </a:ext>
                </a:extLst>
              </p:cNvPr>
              <p:cNvSpPr txBox="1"/>
              <p:nvPr/>
            </p:nvSpPr>
            <p:spPr>
              <a:xfrm>
                <a:off x="1810364" y="3660882"/>
                <a:ext cx="11024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</a:t>
                </a:r>
                <a:endParaRPr lang="en-SG" dirty="0"/>
              </a:p>
            </p:txBody>
          </p:sp>
          <p:sp>
            <p:nvSpPr>
              <p:cNvPr id="108551" name="TextBox 108550">
                <a:extLst>
                  <a:ext uri="{FF2B5EF4-FFF2-40B4-BE49-F238E27FC236}">
                    <a16:creationId xmlns:a16="http://schemas.microsoft.com/office/drawing/2014/main" id="{D1EF03D9-66C6-506A-EF3C-1AB6A12699D6}"/>
                  </a:ext>
                </a:extLst>
              </p:cNvPr>
              <p:cNvSpPr txBox="1"/>
              <p:nvPr/>
            </p:nvSpPr>
            <p:spPr>
              <a:xfrm>
                <a:off x="1882263" y="535304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D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A2CE920-4A17-CD17-3411-7747F4A02512}"/>
                </a:ext>
              </a:extLst>
            </p:cNvPr>
            <p:cNvGrpSpPr/>
            <p:nvPr/>
          </p:nvGrpSpPr>
          <p:grpSpPr>
            <a:xfrm>
              <a:off x="8508288" y="1925532"/>
              <a:ext cx="1830041" cy="2315174"/>
              <a:chOff x="1696064" y="3569111"/>
              <a:chExt cx="1830041" cy="2315174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212FDCA-F694-55F2-4FCA-D4B5078F17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5D32DDD-469E-1D20-BBFF-F5E9B9F54E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830041" cy="85174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544" name="TextBox 108543">
                <a:extLst>
                  <a:ext uri="{FF2B5EF4-FFF2-40B4-BE49-F238E27FC236}">
                    <a16:creationId xmlns:a16="http://schemas.microsoft.com/office/drawing/2014/main" id="{CE22A063-C6E0-72AF-626B-55933F10F1B5}"/>
                  </a:ext>
                </a:extLst>
              </p:cNvPr>
              <p:cNvSpPr txBox="1"/>
              <p:nvPr/>
            </p:nvSpPr>
            <p:spPr>
              <a:xfrm>
                <a:off x="2046334" y="3934881"/>
                <a:ext cx="11024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</a:t>
                </a:r>
                <a:endParaRPr lang="en-SG" dirty="0"/>
              </a:p>
            </p:txBody>
          </p:sp>
          <p:sp>
            <p:nvSpPr>
              <p:cNvPr id="108547" name="TextBox 108546">
                <a:extLst>
                  <a:ext uri="{FF2B5EF4-FFF2-40B4-BE49-F238E27FC236}">
                    <a16:creationId xmlns:a16="http://schemas.microsoft.com/office/drawing/2014/main" id="{A943679C-E908-C779-17AB-0BC219FEFF25}"/>
                  </a:ext>
                </a:extLst>
              </p:cNvPr>
              <p:cNvSpPr txBox="1"/>
              <p:nvPr/>
            </p:nvSpPr>
            <p:spPr>
              <a:xfrm>
                <a:off x="2063849" y="5082429"/>
                <a:ext cx="914400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D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A6B7403-F38E-6421-D2C0-AFD1939E48CF}"/>
                </a:ext>
              </a:extLst>
            </p:cNvPr>
            <p:cNvGrpSpPr/>
            <p:nvPr/>
          </p:nvGrpSpPr>
          <p:grpSpPr>
            <a:xfrm>
              <a:off x="8544639" y="4278039"/>
              <a:ext cx="1793688" cy="1954019"/>
              <a:chOff x="1696064" y="3768355"/>
              <a:chExt cx="1793688" cy="1954019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830A832-1855-6C94-22B9-BB0616C5B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768355"/>
                <a:ext cx="1793688" cy="8773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90478BE-810A-13E1-E805-AECAD62F49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D6D48FD-9D61-1603-4794-EE2A192D68E4}"/>
                  </a:ext>
                </a:extLst>
              </p:cNvPr>
              <p:cNvSpPr txBox="1"/>
              <p:nvPr/>
            </p:nvSpPr>
            <p:spPr>
              <a:xfrm>
                <a:off x="2142926" y="4077182"/>
                <a:ext cx="11024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</a:t>
                </a:r>
                <a:endParaRPr lang="en-SG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57F19F9-9921-54EF-7727-4B0FFBF1DBE7}"/>
                  </a:ext>
                </a:extLst>
              </p:cNvPr>
              <p:cNvSpPr txBox="1"/>
              <p:nvPr/>
            </p:nvSpPr>
            <p:spPr>
              <a:xfrm>
                <a:off x="2104004" y="5199420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D</a:t>
                </a:r>
              </a:p>
            </p:txBody>
          </p:sp>
        </p:grpSp>
      </p:grpSp>
      <p:grpSp>
        <p:nvGrpSpPr>
          <p:cNvPr id="108552" name="Group 108551">
            <a:extLst>
              <a:ext uri="{FF2B5EF4-FFF2-40B4-BE49-F238E27FC236}">
                <a16:creationId xmlns:a16="http://schemas.microsoft.com/office/drawing/2014/main" id="{F4337C58-7545-B97A-2F21-394A7038F078}"/>
              </a:ext>
            </a:extLst>
          </p:cNvPr>
          <p:cNvGrpSpPr/>
          <p:nvPr/>
        </p:nvGrpSpPr>
        <p:grpSpPr>
          <a:xfrm>
            <a:off x="8079392" y="3722747"/>
            <a:ext cx="1436104" cy="2112032"/>
            <a:chOff x="6899787" y="1925532"/>
            <a:chExt cx="3365994" cy="4585427"/>
          </a:xfrm>
        </p:grpSpPr>
        <p:grpSp>
          <p:nvGrpSpPr>
            <p:cNvPr id="108553" name="Group 108552">
              <a:extLst>
                <a:ext uri="{FF2B5EF4-FFF2-40B4-BE49-F238E27FC236}">
                  <a16:creationId xmlns:a16="http://schemas.microsoft.com/office/drawing/2014/main" id="{C4904C0D-E7CC-D361-2177-CE06B85E84E9}"/>
                </a:ext>
              </a:extLst>
            </p:cNvPr>
            <p:cNvGrpSpPr/>
            <p:nvPr/>
          </p:nvGrpSpPr>
          <p:grpSpPr>
            <a:xfrm>
              <a:off x="6899787" y="2987189"/>
              <a:ext cx="1644852" cy="2585786"/>
              <a:chOff x="1696064" y="3569111"/>
              <a:chExt cx="1644852" cy="2585786"/>
            </a:xfrm>
          </p:grpSpPr>
          <p:cxnSp>
            <p:nvCxnSpPr>
              <p:cNvPr id="108564" name="Straight Connector 108563">
                <a:extLst>
                  <a:ext uri="{FF2B5EF4-FFF2-40B4-BE49-F238E27FC236}">
                    <a16:creationId xmlns:a16="http://schemas.microsoft.com/office/drawing/2014/main" id="{E74A1D9A-F5EF-021C-B9DA-E37D1FA7F0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65" name="Straight Connector 108564">
                <a:extLst>
                  <a:ext uri="{FF2B5EF4-FFF2-40B4-BE49-F238E27FC236}">
                    <a16:creationId xmlns:a16="http://schemas.microsoft.com/office/drawing/2014/main" id="{904E404D-B7C4-53AD-4FAA-D233F8A6F6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566" name="TextBox 108565">
                <a:extLst>
                  <a:ext uri="{FF2B5EF4-FFF2-40B4-BE49-F238E27FC236}">
                    <a16:creationId xmlns:a16="http://schemas.microsoft.com/office/drawing/2014/main" id="{9F431001-3FEC-AE84-2FDB-41559DF875A3}"/>
                  </a:ext>
                </a:extLst>
              </p:cNvPr>
              <p:cNvSpPr txBox="1"/>
              <p:nvPr/>
            </p:nvSpPr>
            <p:spPr>
              <a:xfrm>
                <a:off x="1810363" y="3660881"/>
                <a:ext cx="1102442" cy="801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  <a:endParaRPr lang="en-SG" dirty="0"/>
              </a:p>
            </p:txBody>
          </p:sp>
          <p:sp>
            <p:nvSpPr>
              <p:cNvPr id="108567" name="TextBox 108566">
                <a:extLst>
                  <a:ext uri="{FF2B5EF4-FFF2-40B4-BE49-F238E27FC236}">
                    <a16:creationId xmlns:a16="http://schemas.microsoft.com/office/drawing/2014/main" id="{DD96DB60-B390-28ED-0534-F5C885439769}"/>
                  </a:ext>
                </a:extLst>
              </p:cNvPr>
              <p:cNvSpPr txBox="1"/>
              <p:nvPr/>
            </p:nvSpPr>
            <p:spPr>
              <a:xfrm>
                <a:off x="1882263" y="5353042"/>
                <a:ext cx="914400" cy="801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R</a:t>
                </a:r>
              </a:p>
            </p:txBody>
          </p:sp>
        </p:grpSp>
        <p:grpSp>
          <p:nvGrpSpPr>
            <p:cNvPr id="108554" name="Group 108553">
              <a:extLst>
                <a:ext uri="{FF2B5EF4-FFF2-40B4-BE49-F238E27FC236}">
                  <a16:creationId xmlns:a16="http://schemas.microsoft.com/office/drawing/2014/main" id="{BE670957-D900-AEAA-E0AC-0EFC87F3234E}"/>
                </a:ext>
              </a:extLst>
            </p:cNvPr>
            <p:cNvGrpSpPr/>
            <p:nvPr/>
          </p:nvGrpSpPr>
          <p:grpSpPr>
            <a:xfrm>
              <a:off x="8508288" y="1925532"/>
              <a:ext cx="1681205" cy="2253734"/>
              <a:chOff x="1696064" y="3569111"/>
              <a:chExt cx="1681205" cy="2253734"/>
            </a:xfrm>
          </p:grpSpPr>
          <p:cxnSp>
            <p:nvCxnSpPr>
              <p:cNvPr id="108560" name="Straight Connector 108559">
                <a:extLst>
                  <a:ext uri="{FF2B5EF4-FFF2-40B4-BE49-F238E27FC236}">
                    <a16:creationId xmlns:a16="http://schemas.microsoft.com/office/drawing/2014/main" id="{B1662722-5E41-BF2E-863F-8147CC61A6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61" name="Straight Connector 108560">
                <a:extLst>
                  <a:ext uri="{FF2B5EF4-FFF2-40B4-BE49-F238E27FC236}">
                    <a16:creationId xmlns:a16="http://schemas.microsoft.com/office/drawing/2014/main" id="{9B89B7CC-7CCE-D323-AD3D-9F3864B91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81205" cy="687129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562" name="TextBox 108561">
                <a:extLst>
                  <a:ext uri="{FF2B5EF4-FFF2-40B4-BE49-F238E27FC236}">
                    <a16:creationId xmlns:a16="http://schemas.microsoft.com/office/drawing/2014/main" id="{CF9E1812-1EF0-890C-80BF-2D256720E514}"/>
                  </a:ext>
                </a:extLst>
              </p:cNvPr>
              <p:cNvSpPr txBox="1"/>
              <p:nvPr/>
            </p:nvSpPr>
            <p:spPr>
              <a:xfrm>
                <a:off x="2069496" y="4107426"/>
                <a:ext cx="1102441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  <a:endParaRPr lang="en-SG" dirty="0"/>
              </a:p>
            </p:txBody>
          </p:sp>
          <p:sp>
            <p:nvSpPr>
              <p:cNvPr id="108563" name="TextBox 108562">
                <a:extLst>
                  <a:ext uri="{FF2B5EF4-FFF2-40B4-BE49-F238E27FC236}">
                    <a16:creationId xmlns:a16="http://schemas.microsoft.com/office/drawing/2014/main" id="{8163D06C-FE3A-4C58-EC37-78295CD9C21C}"/>
                  </a:ext>
                </a:extLst>
              </p:cNvPr>
              <p:cNvSpPr txBox="1"/>
              <p:nvPr/>
            </p:nvSpPr>
            <p:spPr>
              <a:xfrm>
                <a:off x="2115949" y="5020989"/>
                <a:ext cx="914399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R</a:t>
                </a:r>
              </a:p>
            </p:txBody>
          </p:sp>
        </p:grpSp>
        <p:grpSp>
          <p:nvGrpSpPr>
            <p:cNvPr id="108555" name="Group 108554">
              <a:extLst>
                <a:ext uri="{FF2B5EF4-FFF2-40B4-BE49-F238E27FC236}">
                  <a16:creationId xmlns:a16="http://schemas.microsoft.com/office/drawing/2014/main" id="{D0F1F6F4-B7B3-CA88-552D-0E2F5476BF38}"/>
                </a:ext>
              </a:extLst>
            </p:cNvPr>
            <p:cNvGrpSpPr/>
            <p:nvPr/>
          </p:nvGrpSpPr>
          <p:grpSpPr>
            <a:xfrm>
              <a:off x="8544639" y="4514730"/>
              <a:ext cx="1721142" cy="1996229"/>
              <a:chOff x="1696064" y="4005046"/>
              <a:chExt cx="1721142" cy="1996229"/>
            </a:xfrm>
          </p:grpSpPr>
          <p:cxnSp>
            <p:nvCxnSpPr>
              <p:cNvPr id="108556" name="Straight Connector 108555">
                <a:extLst>
                  <a:ext uri="{FF2B5EF4-FFF2-40B4-BE49-F238E27FC236}">
                    <a16:creationId xmlns:a16="http://schemas.microsoft.com/office/drawing/2014/main" id="{A3BF8378-0CD0-959B-B3EE-F890D4917A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4005046"/>
                <a:ext cx="1704049" cy="64069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57" name="Straight Connector 108556">
                <a:extLst>
                  <a:ext uri="{FF2B5EF4-FFF2-40B4-BE49-F238E27FC236}">
                    <a16:creationId xmlns:a16="http://schemas.microsoft.com/office/drawing/2014/main" id="{281ECB4D-56AC-931A-7501-5EB6057CEB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558" name="TextBox 108557">
                <a:extLst>
                  <a:ext uri="{FF2B5EF4-FFF2-40B4-BE49-F238E27FC236}">
                    <a16:creationId xmlns:a16="http://schemas.microsoft.com/office/drawing/2014/main" id="{3EE00196-95B6-8F76-3D55-288EE48D9016}"/>
                  </a:ext>
                </a:extLst>
              </p:cNvPr>
              <p:cNvSpPr txBox="1"/>
              <p:nvPr/>
            </p:nvSpPr>
            <p:spPr>
              <a:xfrm>
                <a:off x="2314764" y="4168864"/>
                <a:ext cx="1102442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  <a:endParaRPr lang="en-SG" dirty="0"/>
              </a:p>
            </p:txBody>
          </p:sp>
          <p:sp>
            <p:nvSpPr>
              <p:cNvPr id="108559" name="TextBox 108558">
                <a:extLst>
                  <a:ext uri="{FF2B5EF4-FFF2-40B4-BE49-F238E27FC236}">
                    <a16:creationId xmlns:a16="http://schemas.microsoft.com/office/drawing/2014/main" id="{F947FD95-3255-F06E-18E8-737D01ACA0ED}"/>
                  </a:ext>
                </a:extLst>
              </p:cNvPr>
              <p:cNvSpPr txBox="1"/>
              <p:nvPr/>
            </p:nvSpPr>
            <p:spPr>
              <a:xfrm>
                <a:off x="2104004" y="5199420"/>
                <a:ext cx="914400" cy="801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R</a:t>
                </a:r>
              </a:p>
            </p:txBody>
          </p:sp>
        </p:grpSp>
      </p:grpSp>
      <p:cxnSp>
        <p:nvCxnSpPr>
          <p:cNvPr id="108568" name="Straight Connector 108567">
            <a:extLst>
              <a:ext uri="{FF2B5EF4-FFF2-40B4-BE49-F238E27FC236}">
                <a16:creationId xmlns:a16="http://schemas.microsoft.com/office/drawing/2014/main" id="{24371A30-D8B5-0472-9B6E-2DDF72474969}"/>
              </a:ext>
            </a:extLst>
          </p:cNvPr>
          <p:cNvCxnSpPr/>
          <p:nvPr/>
        </p:nvCxnSpPr>
        <p:spPr>
          <a:xfrm>
            <a:off x="8806424" y="2076547"/>
            <a:ext cx="0" cy="99883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69" name="Straight Connector 108568">
            <a:extLst>
              <a:ext uri="{FF2B5EF4-FFF2-40B4-BE49-F238E27FC236}">
                <a16:creationId xmlns:a16="http://schemas.microsoft.com/office/drawing/2014/main" id="{4249DB63-4BFB-F4D6-1FA7-4D3DF31ED7E3}"/>
              </a:ext>
            </a:extLst>
          </p:cNvPr>
          <p:cNvCxnSpPr/>
          <p:nvPr/>
        </p:nvCxnSpPr>
        <p:spPr>
          <a:xfrm>
            <a:off x="8750849" y="4219244"/>
            <a:ext cx="0" cy="99883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73" name="Oval 108572">
            <a:extLst>
              <a:ext uri="{FF2B5EF4-FFF2-40B4-BE49-F238E27FC236}">
                <a16:creationId xmlns:a16="http://schemas.microsoft.com/office/drawing/2014/main" id="{4BFCDBF9-9C1C-6C27-1F58-D86BD6C2ABBB}"/>
              </a:ext>
            </a:extLst>
          </p:cNvPr>
          <p:cNvSpPr/>
          <p:nvPr/>
        </p:nvSpPr>
        <p:spPr>
          <a:xfrm>
            <a:off x="6357823" y="3446215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08574" name="Oval 108573">
            <a:extLst>
              <a:ext uri="{FF2B5EF4-FFF2-40B4-BE49-F238E27FC236}">
                <a16:creationId xmlns:a16="http://schemas.microsoft.com/office/drawing/2014/main" id="{12FE3510-FCC2-EF58-9D2C-22D5284B2F2C}"/>
              </a:ext>
            </a:extLst>
          </p:cNvPr>
          <p:cNvSpPr/>
          <p:nvPr/>
        </p:nvSpPr>
        <p:spPr>
          <a:xfrm>
            <a:off x="8691446" y="1926356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08575" name="Oval 108574">
            <a:extLst>
              <a:ext uri="{FF2B5EF4-FFF2-40B4-BE49-F238E27FC236}">
                <a16:creationId xmlns:a16="http://schemas.microsoft.com/office/drawing/2014/main" id="{13CBE439-DE89-3270-BAAF-1DC878937591}"/>
              </a:ext>
            </a:extLst>
          </p:cNvPr>
          <p:cNvSpPr/>
          <p:nvPr/>
        </p:nvSpPr>
        <p:spPr>
          <a:xfrm>
            <a:off x="8684228" y="2941007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08576" name="Oval 108575">
            <a:extLst>
              <a:ext uri="{FF2B5EF4-FFF2-40B4-BE49-F238E27FC236}">
                <a16:creationId xmlns:a16="http://schemas.microsoft.com/office/drawing/2014/main" id="{D38BBE51-5DBD-B060-20A4-6DDB71E0D270}"/>
              </a:ext>
            </a:extLst>
          </p:cNvPr>
          <p:cNvSpPr/>
          <p:nvPr/>
        </p:nvSpPr>
        <p:spPr>
          <a:xfrm>
            <a:off x="8638200" y="4091216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08577" name="Oval 108576">
            <a:extLst>
              <a:ext uri="{FF2B5EF4-FFF2-40B4-BE49-F238E27FC236}">
                <a16:creationId xmlns:a16="http://schemas.microsoft.com/office/drawing/2014/main" id="{C5B526FC-BDC8-DB23-59E1-E878C4AE5710}"/>
              </a:ext>
            </a:extLst>
          </p:cNvPr>
          <p:cNvSpPr/>
          <p:nvPr/>
        </p:nvSpPr>
        <p:spPr>
          <a:xfrm>
            <a:off x="8645311" y="5095608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08578" name="Oval 108577">
            <a:extLst>
              <a:ext uri="{FF2B5EF4-FFF2-40B4-BE49-F238E27FC236}">
                <a16:creationId xmlns:a16="http://schemas.microsoft.com/office/drawing/2014/main" id="{C3289728-E8A2-6B89-CA88-91E6FD1D0219}"/>
              </a:ext>
            </a:extLst>
          </p:cNvPr>
          <p:cNvSpPr/>
          <p:nvPr/>
        </p:nvSpPr>
        <p:spPr>
          <a:xfrm>
            <a:off x="8021786" y="2394661"/>
            <a:ext cx="230443" cy="24343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2</a:t>
            </a:r>
          </a:p>
        </p:txBody>
      </p:sp>
      <p:sp>
        <p:nvSpPr>
          <p:cNvPr id="108579" name="Oval 108578">
            <a:extLst>
              <a:ext uri="{FF2B5EF4-FFF2-40B4-BE49-F238E27FC236}">
                <a16:creationId xmlns:a16="http://schemas.microsoft.com/office/drawing/2014/main" id="{CB3C050E-195C-F85C-A45D-3C95F2C13218}"/>
              </a:ext>
            </a:extLst>
          </p:cNvPr>
          <p:cNvSpPr/>
          <p:nvPr/>
        </p:nvSpPr>
        <p:spPr>
          <a:xfrm>
            <a:off x="7958271" y="4554734"/>
            <a:ext cx="230443" cy="24343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41855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Example 1: SPNE</a:t>
            </a:r>
            <a:endParaRPr lang="en-US" altLang="en-US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2"/>
            <a:ext cx="4596579" cy="465641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/>
              <a:t>Solve for the NE in each of Game A and Game B. The NE might not be unique.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/>
              <a:t>Pick a NE for Game A and Game B if not unique. This is the NE we are choosing for the proper subgame.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/>
              <a:t>Given this NE in Game A and Game B, Player 1 chooses the game which gives him a higher payoff.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2. and 3. form a possible SPNE. </a:t>
            </a:r>
            <a:br>
              <a:rPr lang="en-US" altLang="en-US" sz="2000" dirty="0"/>
            </a:br>
            <a:r>
              <a:rPr lang="en-US" altLang="en-US" sz="2000" b="1" dirty="0"/>
              <a:t>Notice that the SPNE might not be unique!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BECBA-823C-45D0-8DD5-49079A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37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BF2DE9-187C-AC43-B6A2-D024FDBCAE9D}"/>
              </a:ext>
            </a:extLst>
          </p:cNvPr>
          <p:cNvGrpSpPr/>
          <p:nvPr/>
        </p:nvGrpSpPr>
        <p:grpSpPr>
          <a:xfrm>
            <a:off x="6459794" y="2537068"/>
            <a:ext cx="1644852" cy="2153263"/>
            <a:chOff x="1696064" y="3569111"/>
            <a:chExt cx="1644852" cy="2153263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68EC2D8-F2EC-7066-E8CA-C85F0A7FE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064" y="3569111"/>
              <a:ext cx="1622323" cy="1076632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8CF42DF-2EF7-3075-01CA-D9C1ABC6DBC0}"/>
                </a:ext>
              </a:extLst>
            </p:cNvPr>
            <p:cNvCxnSpPr>
              <a:cxnSpLocks/>
            </p:cNvCxnSpPr>
            <p:nvPr/>
          </p:nvCxnSpPr>
          <p:spPr>
            <a:xfrm>
              <a:off x="1696064" y="4645743"/>
              <a:ext cx="1644852" cy="1076631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DE7C46-2B2C-6901-6422-2E4A2C3948B4}"/>
                </a:ext>
              </a:extLst>
            </p:cNvPr>
            <p:cNvSpPr txBox="1"/>
            <p:nvPr/>
          </p:nvSpPr>
          <p:spPr>
            <a:xfrm>
              <a:off x="1810364" y="3660882"/>
              <a:ext cx="1102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Game A</a:t>
              </a:r>
              <a:endParaRPr lang="en-S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D71089-3A37-5CD1-2BB4-09E965A61F8B}"/>
                </a:ext>
              </a:extLst>
            </p:cNvPr>
            <p:cNvSpPr txBox="1"/>
            <p:nvPr/>
          </p:nvSpPr>
          <p:spPr>
            <a:xfrm>
              <a:off x="1882263" y="535304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/>
                <a:t>Game B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FF0954B-B575-BBCE-6807-3D1C42223522}"/>
              </a:ext>
            </a:extLst>
          </p:cNvPr>
          <p:cNvGrpSpPr/>
          <p:nvPr/>
        </p:nvGrpSpPr>
        <p:grpSpPr>
          <a:xfrm>
            <a:off x="8104646" y="1545282"/>
            <a:ext cx="1467057" cy="1983571"/>
            <a:chOff x="6899787" y="1925532"/>
            <a:chExt cx="3438542" cy="430652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6C01FD-9D3C-E8E9-EBA3-6A7A7C747A71}"/>
                </a:ext>
              </a:extLst>
            </p:cNvPr>
            <p:cNvGrpSpPr/>
            <p:nvPr/>
          </p:nvGrpSpPr>
          <p:grpSpPr>
            <a:xfrm>
              <a:off x="6899787" y="2987189"/>
              <a:ext cx="1644852" cy="2153263"/>
              <a:chOff x="1696064" y="3569111"/>
              <a:chExt cx="1644852" cy="2153263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875242-8FA9-2351-E53D-38E7B4E1A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A78D2F9-7E10-752D-1283-3526761EC7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05F5A5-E2CF-81B4-DA18-BC46E92D6D1F}"/>
                  </a:ext>
                </a:extLst>
              </p:cNvPr>
              <p:cNvSpPr txBox="1"/>
              <p:nvPr/>
            </p:nvSpPr>
            <p:spPr>
              <a:xfrm>
                <a:off x="1810364" y="3660882"/>
                <a:ext cx="11024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</a:t>
                </a:r>
                <a:endParaRPr lang="en-SG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8BC453-AD9A-06DA-0E8F-46655C151A78}"/>
                  </a:ext>
                </a:extLst>
              </p:cNvPr>
              <p:cNvSpPr txBox="1"/>
              <p:nvPr/>
            </p:nvSpPr>
            <p:spPr>
              <a:xfrm>
                <a:off x="1882263" y="535304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D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151819-B311-94DD-A49B-7DAB9605DD19}"/>
                </a:ext>
              </a:extLst>
            </p:cNvPr>
            <p:cNvGrpSpPr/>
            <p:nvPr/>
          </p:nvGrpSpPr>
          <p:grpSpPr>
            <a:xfrm>
              <a:off x="8508288" y="1925532"/>
              <a:ext cx="1830041" cy="2315174"/>
              <a:chOff x="1696064" y="3569111"/>
              <a:chExt cx="1830041" cy="2315174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3BFE36E-61D9-6A82-33A5-E2F43235B9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6244178-BDFF-89A1-29F5-A3383C79C3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830041" cy="85174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F56E24-51C7-2844-55BC-951A9B500C59}"/>
                  </a:ext>
                </a:extLst>
              </p:cNvPr>
              <p:cNvSpPr txBox="1"/>
              <p:nvPr/>
            </p:nvSpPr>
            <p:spPr>
              <a:xfrm>
                <a:off x="2046334" y="3934881"/>
                <a:ext cx="11024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</a:t>
                </a:r>
                <a:endParaRPr lang="en-SG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C0F449-99B4-8BE4-5499-AC99BE299301}"/>
                  </a:ext>
                </a:extLst>
              </p:cNvPr>
              <p:cNvSpPr txBox="1"/>
              <p:nvPr/>
            </p:nvSpPr>
            <p:spPr>
              <a:xfrm>
                <a:off x="2063849" y="5082429"/>
                <a:ext cx="914400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D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FA78CD-ACF1-B0A5-B56C-79B9740D48C7}"/>
                </a:ext>
              </a:extLst>
            </p:cNvPr>
            <p:cNvGrpSpPr/>
            <p:nvPr/>
          </p:nvGrpSpPr>
          <p:grpSpPr>
            <a:xfrm>
              <a:off x="8544639" y="4278039"/>
              <a:ext cx="1793688" cy="1954019"/>
              <a:chOff x="1696064" y="3768355"/>
              <a:chExt cx="1793688" cy="1954019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56E8B4F-CD79-271C-4CFF-442E741429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768355"/>
                <a:ext cx="1793688" cy="87738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B13CA49-2D62-7499-B0B4-14BD31CFBD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56D378-6DDD-65CC-79B4-0678EB9AEA2C}"/>
                  </a:ext>
                </a:extLst>
              </p:cNvPr>
              <p:cNvSpPr txBox="1"/>
              <p:nvPr/>
            </p:nvSpPr>
            <p:spPr>
              <a:xfrm>
                <a:off x="2142926" y="4077182"/>
                <a:ext cx="11024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</a:t>
                </a:r>
                <a:endParaRPr lang="en-SG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2AC859-5188-B28A-F01F-E97E4AF75623}"/>
                  </a:ext>
                </a:extLst>
              </p:cNvPr>
              <p:cNvSpPr txBox="1"/>
              <p:nvPr/>
            </p:nvSpPr>
            <p:spPr>
              <a:xfrm>
                <a:off x="2104004" y="5199420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D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133C02-457C-1F37-35D1-37EFE9F1C861}"/>
              </a:ext>
            </a:extLst>
          </p:cNvPr>
          <p:cNvGrpSpPr/>
          <p:nvPr/>
        </p:nvGrpSpPr>
        <p:grpSpPr>
          <a:xfrm>
            <a:off x="8079392" y="3722747"/>
            <a:ext cx="1436104" cy="2112032"/>
            <a:chOff x="6899787" y="1925532"/>
            <a:chExt cx="3365994" cy="458542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BD6C0AC-6969-6559-B294-6EBF376E35DA}"/>
                </a:ext>
              </a:extLst>
            </p:cNvPr>
            <p:cNvGrpSpPr/>
            <p:nvPr/>
          </p:nvGrpSpPr>
          <p:grpSpPr>
            <a:xfrm>
              <a:off x="6899787" y="2987189"/>
              <a:ext cx="1644852" cy="2585786"/>
              <a:chOff x="1696064" y="3569111"/>
              <a:chExt cx="1644852" cy="2585786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52D54A1-4244-8748-E63A-F95CC2A506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D2709BE-9573-D49A-D9F7-9B85EAE91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AF6FB9-8F64-CD03-BF4C-73321385A784}"/>
                  </a:ext>
                </a:extLst>
              </p:cNvPr>
              <p:cNvSpPr txBox="1"/>
              <p:nvPr/>
            </p:nvSpPr>
            <p:spPr>
              <a:xfrm>
                <a:off x="1810363" y="3660881"/>
                <a:ext cx="1102442" cy="801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  <a:endParaRPr lang="en-SG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5AE566-3403-12C2-D291-6E6EC596E546}"/>
                  </a:ext>
                </a:extLst>
              </p:cNvPr>
              <p:cNvSpPr txBox="1"/>
              <p:nvPr/>
            </p:nvSpPr>
            <p:spPr>
              <a:xfrm>
                <a:off x="1882263" y="5353042"/>
                <a:ext cx="914400" cy="801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R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DF7D24A-73E8-60B8-0425-2F4F7DB98CEA}"/>
                </a:ext>
              </a:extLst>
            </p:cNvPr>
            <p:cNvGrpSpPr/>
            <p:nvPr/>
          </p:nvGrpSpPr>
          <p:grpSpPr>
            <a:xfrm>
              <a:off x="8508288" y="1925532"/>
              <a:ext cx="1681205" cy="2253734"/>
              <a:chOff x="1696064" y="3569111"/>
              <a:chExt cx="1681205" cy="225373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BBE779-4D44-19A1-859B-E9261CF6F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3569111"/>
                <a:ext cx="1622323" cy="1076632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D3B3D12-0177-7B77-A075-46638C90CC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81205" cy="687129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0816920-F836-947E-1953-8D255541CA2A}"/>
                  </a:ext>
                </a:extLst>
              </p:cNvPr>
              <p:cNvSpPr txBox="1"/>
              <p:nvPr/>
            </p:nvSpPr>
            <p:spPr>
              <a:xfrm>
                <a:off x="2069496" y="4107426"/>
                <a:ext cx="1102441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  <a:endParaRPr lang="en-SG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6B8A58E-0E10-B305-9FFA-3228457F5917}"/>
                  </a:ext>
                </a:extLst>
              </p:cNvPr>
              <p:cNvSpPr txBox="1"/>
              <p:nvPr/>
            </p:nvSpPr>
            <p:spPr>
              <a:xfrm>
                <a:off x="2115949" y="5020989"/>
                <a:ext cx="914399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R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26DB620-23D2-C0C1-DC43-41929CFB8E62}"/>
                </a:ext>
              </a:extLst>
            </p:cNvPr>
            <p:cNvGrpSpPr/>
            <p:nvPr/>
          </p:nvGrpSpPr>
          <p:grpSpPr>
            <a:xfrm>
              <a:off x="8544639" y="4514730"/>
              <a:ext cx="1721142" cy="1996229"/>
              <a:chOff x="1696064" y="4005046"/>
              <a:chExt cx="1721142" cy="1996229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2F38BA52-D948-D567-ABF0-A5E711092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064" y="4005046"/>
                <a:ext cx="1704049" cy="640698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CF9D771-722A-2859-E8CE-CA44110AB8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6064" y="4645743"/>
                <a:ext cx="1644852" cy="1076631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75D29A-7B10-F393-8F87-EE6D68BB893C}"/>
                  </a:ext>
                </a:extLst>
              </p:cNvPr>
              <p:cNvSpPr txBox="1"/>
              <p:nvPr/>
            </p:nvSpPr>
            <p:spPr>
              <a:xfrm>
                <a:off x="2314764" y="4168864"/>
                <a:ext cx="1102442" cy="801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  <a:endParaRPr lang="en-SG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1B3751-5F42-7544-BF6D-1D2971493D2D}"/>
                  </a:ext>
                </a:extLst>
              </p:cNvPr>
              <p:cNvSpPr txBox="1"/>
              <p:nvPr/>
            </p:nvSpPr>
            <p:spPr>
              <a:xfrm>
                <a:off x="2104004" y="5199420"/>
                <a:ext cx="914400" cy="801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R</a:t>
                </a:r>
              </a:p>
            </p:txBody>
          </p:sp>
        </p:grp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28F77C-AC94-21AA-75AD-0A2382871E26}"/>
              </a:ext>
            </a:extLst>
          </p:cNvPr>
          <p:cNvCxnSpPr/>
          <p:nvPr/>
        </p:nvCxnSpPr>
        <p:spPr>
          <a:xfrm>
            <a:off x="8806424" y="2076547"/>
            <a:ext cx="0" cy="99883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6C84556-1F03-D29D-9039-0F521B5B1AA1}"/>
              </a:ext>
            </a:extLst>
          </p:cNvPr>
          <p:cNvCxnSpPr/>
          <p:nvPr/>
        </p:nvCxnSpPr>
        <p:spPr>
          <a:xfrm>
            <a:off x="8750849" y="4219244"/>
            <a:ext cx="0" cy="99883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5CCB740-50BF-5E97-F2F4-BE0606D5E6DD}"/>
              </a:ext>
            </a:extLst>
          </p:cNvPr>
          <p:cNvSpPr/>
          <p:nvPr/>
        </p:nvSpPr>
        <p:spPr>
          <a:xfrm>
            <a:off x="8027236" y="1545282"/>
            <a:ext cx="1972170" cy="2003748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6EA65F-A1AF-85E6-AA7B-D1DF56043C68}"/>
              </a:ext>
            </a:extLst>
          </p:cNvPr>
          <p:cNvSpPr/>
          <p:nvPr/>
        </p:nvSpPr>
        <p:spPr>
          <a:xfrm>
            <a:off x="7994387" y="3734575"/>
            <a:ext cx="1972170" cy="2003748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8B9E24B-1545-E6DD-7423-69F13B1E85F6}"/>
              </a:ext>
            </a:extLst>
          </p:cNvPr>
          <p:cNvSpPr/>
          <p:nvPr/>
        </p:nvSpPr>
        <p:spPr>
          <a:xfrm>
            <a:off x="6243276" y="1418242"/>
            <a:ext cx="4493550" cy="456222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9519CB-9C56-23F7-BC19-F80C9B5ED117}"/>
              </a:ext>
            </a:extLst>
          </p:cNvPr>
          <p:cNvSpPr/>
          <p:nvPr/>
        </p:nvSpPr>
        <p:spPr>
          <a:xfrm>
            <a:off x="6357823" y="3446215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4F4283-DBED-FB94-0B25-7CB2AA02B0F9}"/>
              </a:ext>
            </a:extLst>
          </p:cNvPr>
          <p:cNvSpPr/>
          <p:nvPr/>
        </p:nvSpPr>
        <p:spPr>
          <a:xfrm>
            <a:off x="8691446" y="1926356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2AD3BD7-7982-A9D1-3FAA-161D8820A659}"/>
              </a:ext>
            </a:extLst>
          </p:cNvPr>
          <p:cNvSpPr/>
          <p:nvPr/>
        </p:nvSpPr>
        <p:spPr>
          <a:xfrm>
            <a:off x="8684228" y="2941007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B04371-FC29-391C-0A6F-42DBD1D02422}"/>
              </a:ext>
            </a:extLst>
          </p:cNvPr>
          <p:cNvSpPr/>
          <p:nvPr/>
        </p:nvSpPr>
        <p:spPr>
          <a:xfrm>
            <a:off x="8638200" y="4091216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B8631AB-66D7-E683-BA2E-A629D588FE68}"/>
              </a:ext>
            </a:extLst>
          </p:cNvPr>
          <p:cNvSpPr/>
          <p:nvPr/>
        </p:nvSpPr>
        <p:spPr>
          <a:xfrm>
            <a:off x="8645311" y="5095608"/>
            <a:ext cx="230443" cy="24343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23EE256-5FBD-03F4-7E74-EEEF9DAC5085}"/>
              </a:ext>
            </a:extLst>
          </p:cNvPr>
          <p:cNvSpPr/>
          <p:nvPr/>
        </p:nvSpPr>
        <p:spPr>
          <a:xfrm>
            <a:off x="8021786" y="2394661"/>
            <a:ext cx="230443" cy="24343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2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668330F-20D5-283D-0959-AA109293211F}"/>
              </a:ext>
            </a:extLst>
          </p:cNvPr>
          <p:cNvSpPr/>
          <p:nvPr/>
        </p:nvSpPr>
        <p:spPr>
          <a:xfrm>
            <a:off x="7958271" y="4554734"/>
            <a:ext cx="230443" cy="24343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13302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Example 2</a:t>
            </a:r>
            <a:endParaRPr lang="en-US" altLang="en-US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2"/>
            <a:ext cx="3954681" cy="465641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Suppose Player 1 and 2 play game A, observe the outcome, and then play game 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In each of these games, Players 1 and 2 have choose their strategy simultaneously.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BECBA-823C-45D0-8DD5-49079A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38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0377D8-94B9-2070-77F4-5E645E038060}"/>
              </a:ext>
            </a:extLst>
          </p:cNvPr>
          <p:cNvGrpSpPr>
            <a:grpSpLocks noChangeAspect="1"/>
          </p:cNvGrpSpPr>
          <p:nvPr/>
        </p:nvGrpSpPr>
        <p:grpSpPr>
          <a:xfrm>
            <a:off x="5404434" y="1792432"/>
            <a:ext cx="3823444" cy="4094824"/>
            <a:chOff x="6168882" y="2899434"/>
            <a:chExt cx="1628736" cy="174434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61ABB3C-588A-84A5-C032-FBF2D977CA36}"/>
                </a:ext>
              </a:extLst>
            </p:cNvPr>
            <p:cNvGrpSpPr/>
            <p:nvPr/>
          </p:nvGrpSpPr>
          <p:grpSpPr>
            <a:xfrm>
              <a:off x="6267831" y="2899434"/>
              <a:ext cx="1529787" cy="1744341"/>
              <a:chOff x="6899787" y="2291302"/>
              <a:chExt cx="3585557" cy="3787134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839EA4BA-AF47-AD8D-9393-729306930575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108548" name="Straight Connector 108547">
                  <a:extLst>
                    <a:ext uri="{FF2B5EF4-FFF2-40B4-BE49-F238E27FC236}">
                      <a16:creationId xmlns:a16="http://schemas.microsoft.com/office/drawing/2014/main" id="{85A8DADF-A372-0FC3-80E9-027681DFB2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49" name="Straight Connector 108548">
                  <a:extLst>
                    <a:ext uri="{FF2B5EF4-FFF2-40B4-BE49-F238E27FC236}">
                      <a16:creationId xmlns:a16="http://schemas.microsoft.com/office/drawing/2014/main" id="{E6655C79-2471-3414-2D32-C8115480BA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50" name="TextBox 108549">
                  <a:extLst>
                    <a:ext uri="{FF2B5EF4-FFF2-40B4-BE49-F238E27FC236}">
                      <a16:creationId xmlns:a16="http://schemas.microsoft.com/office/drawing/2014/main" id="{E0225E17-8955-B7EB-7514-8A2346DB2D6C}"/>
                    </a:ext>
                  </a:extLst>
                </p:cNvPr>
                <p:cNvSpPr txBox="1"/>
                <p:nvPr/>
              </p:nvSpPr>
              <p:spPr>
                <a:xfrm>
                  <a:off x="1810364" y="3660882"/>
                  <a:ext cx="1102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</a:t>
                  </a:r>
                  <a:endParaRPr lang="en-SG" dirty="0"/>
                </a:p>
              </p:txBody>
            </p:sp>
            <p:sp>
              <p:nvSpPr>
                <p:cNvPr id="108551" name="TextBox 108550">
                  <a:extLst>
                    <a:ext uri="{FF2B5EF4-FFF2-40B4-BE49-F238E27FC236}">
                      <a16:creationId xmlns:a16="http://schemas.microsoft.com/office/drawing/2014/main" id="{D1EF03D9-66C6-506A-EF3C-1AB6A12699D6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D</a:t>
                  </a: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A2CE920-4A17-CD17-3411-7747F4A02512}"/>
                  </a:ext>
                </a:extLst>
              </p:cNvPr>
              <p:cNvGrpSpPr/>
              <p:nvPr/>
            </p:nvGrpSpPr>
            <p:grpSpPr>
              <a:xfrm>
                <a:off x="8508288" y="2291302"/>
                <a:ext cx="1977056" cy="1949404"/>
                <a:chOff x="1696064" y="3934881"/>
                <a:chExt cx="1977056" cy="1949404"/>
              </a:xfrm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5212FDCA-F694-55F2-4FCA-D4B5078F174C}"/>
                    </a:ext>
                  </a:extLst>
                </p:cNvPr>
                <p:cNvCxnSpPr>
                  <a:cxnSpLocks/>
                  <a:endCxn id="108576" idx="2"/>
                </p:cNvCxnSpPr>
                <p:nvPr/>
              </p:nvCxnSpPr>
              <p:spPr>
                <a:xfrm flipV="1">
                  <a:off x="1696064" y="4110465"/>
                  <a:ext cx="1837330" cy="53527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5D32DDD-469E-1D20-BBFF-F5E9B9F54E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287" y="4666505"/>
                  <a:ext cx="1892833" cy="641655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44" name="TextBox 108543">
                  <a:extLst>
                    <a:ext uri="{FF2B5EF4-FFF2-40B4-BE49-F238E27FC236}">
                      <a16:creationId xmlns:a16="http://schemas.microsoft.com/office/drawing/2014/main" id="{CE22A063-C6E0-72AF-626B-55933F10F1B5}"/>
                    </a:ext>
                  </a:extLst>
                </p:cNvPr>
                <p:cNvSpPr txBox="1"/>
                <p:nvPr/>
              </p:nvSpPr>
              <p:spPr>
                <a:xfrm>
                  <a:off x="2046334" y="3934881"/>
                  <a:ext cx="1102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</a:t>
                  </a:r>
                  <a:endParaRPr lang="en-SG" dirty="0"/>
                </a:p>
              </p:txBody>
            </p:sp>
            <p:sp>
              <p:nvSpPr>
                <p:cNvPr id="108547" name="TextBox 108546">
                  <a:extLst>
                    <a:ext uri="{FF2B5EF4-FFF2-40B4-BE49-F238E27FC236}">
                      <a16:creationId xmlns:a16="http://schemas.microsoft.com/office/drawing/2014/main" id="{A943679C-E908-C779-17AB-0BC219FEFF25}"/>
                    </a:ext>
                  </a:extLst>
                </p:cNvPr>
                <p:cNvSpPr txBox="1"/>
                <p:nvPr/>
              </p:nvSpPr>
              <p:spPr>
                <a:xfrm>
                  <a:off x="2063849" y="5082429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D</a:t>
                  </a: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3A6B7403-F38E-6421-D2C0-AFD1939E48CF}"/>
                  </a:ext>
                </a:extLst>
              </p:cNvPr>
              <p:cNvGrpSpPr/>
              <p:nvPr/>
            </p:nvGrpSpPr>
            <p:grpSpPr>
              <a:xfrm>
                <a:off x="8544639" y="4586866"/>
                <a:ext cx="1876660" cy="1491570"/>
                <a:chOff x="1696064" y="4077182"/>
                <a:chExt cx="1876660" cy="1491570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830A832-1855-6C94-22B9-BB0616C5B8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79666"/>
                  <a:ext cx="1805840" cy="46607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790478BE-810A-13E1-E805-AECAD62F49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41435" y="4675574"/>
                  <a:ext cx="1831289" cy="71124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6D48FD-9D61-1603-4794-EE2A192D68E4}"/>
                    </a:ext>
                  </a:extLst>
                </p:cNvPr>
                <p:cNvSpPr txBox="1"/>
                <p:nvPr/>
              </p:nvSpPr>
              <p:spPr>
                <a:xfrm>
                  <a:off x="2142926" y="4077182"/>
                  <a:ext cx="1102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</a:t>
                  </a:r>
                  <a:endParaRPr lang="en-SG" dirty="0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57F19F9-9921-54EF-7727-4B0FFBF1DBE7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D</a:t>
                  </a:r>
                </a:p>
              </p:txBody>
            </p:sp>
          </p:grpSp>
        </p:grpSp>
        <p:cxnSp>
          <p:nvCxnSpPr>
            <p:cNvPr id="108568" name="Straight Connector 108567">
              <a:extLst>
                <a:ext uri="{FF2B5EF4-FFF2-40B4-BE49-F238E27FC236}">
                  <a16:creationId xmlns:a16="http://schemas.microsoft.com/office/drawing/2014/main" id="{24371A30-D8B5-0472-9B6E-2DDF72474969}"/>
                </a:ext>
              </a:extLst>
            </p:cNvPr>
            <p:cNvCxnSpPr/>
            <p:nvPr/>
          </p:nvCxnSpPr>
          <p:spPr>
            <a:xfrm>
              <a:off x="6969594" y="3262226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575" name="Oval 108574">
              <a:extLst>
                <a:ext uri="{FF2B5EF4-FFF2-40B4-BE49-F238E27FC236}">
                  <a16:creationId xmlns:a16="http://schemas.microsoft.com/office/drawing/2014/main" id="{13CBE439-DE89-3270-BAAF-1DC878937591}"/>
                </a:ext>
              </a:extLst>
            </p:cNvPr>
            <p:cNvSpPr/>
            <p:nvPr/>
          </p:nvSpPr>
          <p:spPr>
            <a:xfrm>
              <a:off x="6168882" y="3579581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578" name="Oval 108577">
              <a:extLst>
                <a:ext uri="{FF2B5EF4-FFF2-40B4-BE49-F238E27FC236}">
                  <a16:creationId xmlns:a16="http://schemas.microsoft.com/office/drawing/2014/main" id="{C3289728-E8A2-6B89-CA88-91E6FD1D0219}"/>
                </a:ext>
              </a:extLst>
            </p:cNvPr>
            <p:cNvSpPr/>
            <p:nvPr/>
          </p:nvSpPr>
          <p:spPr>
            <a:xfrm>
              <a:off x="6857712" y="3102010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6572CE9-53F3-AF8C-0647-A447F7FCF65A}"/>
                </a:ext>
              </a:extLst>
            </p:cNvPr>
            <p:cNvSpPr/>
            <p:nvPr/>
          </p:nvSpPr>
          <p:spPr>
            <a:xfrm>
              <a:off x="6838085" y="4112919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C2376BC-DF6E-6867-AF3A-93C1E3E0EA41}"/>
              </a:ext>
            </a:extLst>
          </p:cNvPr>
          <p:cNvGrpSpPr>
            <a:grpSpLocks noChangeAspect="1"/>
          </p:cNvGrpSpPr>
          <p:nvPr/>
        </p:nvGrpSpPr>
        <p:grpSpPr>
          <a:xfrm>
            <a:off x="9087934" y="1488841"/>
            <a:ext cx="755443" cy="1056016"/>
            <a:chOff x="8004611" y="3722747"/>
            <a:chExt cx="1510885" cy="2112032"/>
          </a:xfrm>
        </p:grpSpPr>
        <p:grpSp>
          <p:nvGrpSpPr>
            <p:cNvPr id="108552" name="Group 108551">
              <a:extLst>
                <a:ext uri="{FF2B5EF4-FFF2-40B4-BE49-F238E27FC236}">
                  <a16:creationId xmlns:a16="http://schemas.microsoft.com/office/drawing/2014/main" id="{F4337C58-7545-B97A-2F21-394A7038F078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553" name="Group 108552">
                <a:extLst>
                  <a:ext uri="{FF2B5EF4-FFF2-40B4-BE49-F238E27FC236}">
                    <a16:creationId xmlns:a16="http://schemas.microsoft.com/office/drawing/2014/main" id="{C4904C0D-E7CC-D361-2177-CE06B85E84E9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564" name="Straight Connector 108563">
                  <a:extLst>
                    <a:ext uri="{FF2B5EF4-FFF2-40B4-BE49-F238E27FC236}">
                      <a16:creationId xmlns:a16="http://schemas.microsoft.com/office/drawing/2014/main" id="{E74A1D9A-F5EF-021C-B9DA-E37D1FA7F0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65" name="Straight Connector 108564">
                  <a:extLst>
                    <a:ext uri="{FF2B5EF4-FFF2-40B4-BE49-F238E27FC236}">
                      <a16:creationId xmlns:a16="http://schemas.microsoft.com/office/drawing/2014/main" id="{904E404D-B7C4-53AD-4FAA-D233F8A6F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66" name="TextBox 108565">
                  <a:extLst>
                    <a:ext uri="{FF2B5EF4-FFF2-40B4-BE49-F238E27FC236}">
                      <a16:creationId xmlns:a16="http://schemas.microsoft.com/office/drawing/2014/main" id="{9F431001-3FEC-AE84-2FDB-41559DF875A3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67" name="TextBox 108566">
                  <a:extLst>
                    <a:ext uri="{FF2B5EF4-FFF2-40B4-BE49-F238E27FC236}">
                      <a16:creationId xmlns:a16="http://schemas.microsoft.com/office/drawing/2014/main" id="{DD96DB60-B390-28ED-0534-F5C885439769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54" name="Group 108553">
                <a:extLst>
                  <a:ext uri="{FF2B5EF4-FFF2-40B4-BE49-F238E27FC236}">
                    <a16:creationId xmlns:a16="http://schemas.microsoft.com/office/drawing/2014/main" id="{BE670957-D900-AEAA-E0AC-0EFC87F3234E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560" name="Straight Connector 108559">
                  <a:extLst>
                    <a:ext uri="{FF2B5EF4-FFF2-40B4-BE49-F238E27FC236}">
                      <a16:creationId xmlns:a16="http://schemas.microsoft.com/office/drawing/2014/main" id="{B1662722-5E41-BF2E-863F-8147CC61A6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61" name="Straight Connector 108560">
                  <a:extLst>
                    <a:ext uri="{FF2B5EF4-FFF2-40B4-BE49-F238E27FC236}">
                      <a16:creationId xmlns:a16="http://schemas.microsoft.com/office/drawing/2014/main" id="{9B89B7CC-7CCE-D323-AD3D-9F3864B917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62" name="TextBox 108561">
                  <a:extLst>
                    <a:ext uri="{FF2B5EF4-FFF2-40B4-BE49-F238E27FC236}">
                      <a16:creationId xmlns:a16="http://schemas.microsoft.com/office/drawing/2014/main" id="{CF9E1812-1EF0-890C-80BF-2D256720E514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63" name="TextBox 108562">
                  <a:extLst>
                    <a:ext uri="{FF2B5EF4-FFF2-40B4-BE49-F238E27FC236}">
                      <a16:creationId xmlns:a16="http://schemas.microsoft.com/office/drawing/2014/main" id="{8163D06C-FE3A-4C58-EC37-78295CD9C21C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55" name="Group 108554">
                <a:extLst>
                  <a:ext uri="{FF2B5EF4-FFF2-40B4-BE49-F238E27FC236}">
                    <a16:creationId xmlns:a16="http://schemas.microsoft.com/office/drawing/2014/main" id="{D0F1F6F4-B7B3-CA88-552D-0E2F5476BF38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556" name="Straight Connector 108555">
                  <a:extLst>
                    <a:ext uri="{FF2B5EF4-FFF2-40B4-BE49-F238E27FC236}">
                      <a16:creationId xmlns:a16="http://schemas.microsoft.com/office/drawing/2014/main" id="{A3BF8378-0CD0-959B-B3EE-F890D4917A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57" name="Straight Connector 108556">
                  <a:extLst>
                    <a:ext uri="{FF2B5EF4-FFF2-40B4-BE49-F238E27FC236}">
                      <a16:creationId xmlns:a16="http://schemas.microsoft.com/office/drawing/2014/main" id="{281ECB4D-56AC-931A-7501-5EB6057CE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58" name="TextBox 108557">
                  <a:extLst>
                    <a:ext uri="{FF2B5EF4-FFF2-40B4-BE49-F238E27FC236}">
                      <a16:creationId xmlns:a16="http://schemas.microsoft.com/office/drawing/2014/main" id="{3EE00196-95B6-8F76-3D55-288EE48D9016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59" name="TextBox 108558">
                  <a:extLst>
                    <a:ext uri="{FF2B5EF4-FFF2-40B4-BE49-F238E27FC236}">
                      <a16:creationId xmlns:a16="http://schemas.microsoft.com/office/drawing/2014/main" id="{F947FD95-3255-F06E-18E8-737D01ACA0ED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569" name="Straight Connector 108568">
              <a:extLst>
                <a:ext uri="{FF2B5EF4-FFF2-40B4-BE49-F238E27FC236}">
                  <a16:creationId xmlns:a16="http://schemas.microsoft.com/office/drawing/2014/main" id="{4249DB63-4BFB-F4D6-1FA7-4D3DF31ED7E3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576" name="Oval 108575">
              <a:extLst>
                <a:ext uri="{FF2B5EF4-FFF2-40B4-BE49-F238E27FC236}">
                  <a16:creationId xmlns:a16="http://schemas.microsoft.com/office/drawing/2014/main" id="{D38BBE51-5DBD-B060-20A4-6DDB71E0D270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9A736F2-68C8-B3C0-1D91-C5591B6A7B51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79A5EF-4959-9F32-F8B3-D7FD09376EDD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108582" name="Group 108581">
            <a:extLst>
              <a:ext uri="{FF2B5EF4-FFF2-40B4-BE49-F238E27FC236}">
                <a16:creationId xmlns:a16="http://schemas.microsoft.com/office/drawing/2014/main" id="{346475AF-B00D-EF6D-CC22-F03592EF0E40}"/>
              </a:ext>
            </a:extLst>
          </p:cNvPr>
          <p:cNvGrpSpPr>
            <a:grpSpLocks noChangeAspect="1"/>
          </p:cNvGrpSpPr>
          <p:nvPr/>
        </p:nvGrpSpPr>
        <p:grpSpPr>
          <a:xfrm>
            <a:off x="9143474" y="2761395"/>
            <a:ext cx="755443" cy="1056016"/>
            <a:chOff x="8004611" y="3722747"/>
            <a:chExt cx="1510885" cy="2112032"/>
          </a:xfrm>
        </p:grpSpPr>
        <p:grpSp>
          <p:nvGrpSpPr>
            <p:cNvPr id="108583" name="Group 108582">
              <a:extLst>
                <a:ext uri="{FF2B5EF4-FFF2-40B4-BE49-F238E27FC236}">
                  <a16:creationId xmlns:a16="http://schemas.microsoft.com/office/drawing/2014/main" id="{567550DF-2881-B016-E00E-5091D216EE84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588" name="Group 108587">
                <a:extLst>
                  <a:ext uri="{FF2B5EF4-FFF2-40B4-BE49-F238E27FC236}">
                    <a16:creationId xmlns:a16="http://schemas.microsoft.com/office/drawing/2014/main" id="{20CC1ED0-9908-B765-D896-61783868FAFD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599" name="Straight Connector 108598">
                  <a:extLst>
                    <a:ext uri="{FF2B5EF4-FFF2-40B4-BE49-F238E27FC236}">
                      <a16:creationId xmlns:a16="http://schemas.microsoft.com/office/drawing/2014/main" id="{A2B58773-28F1-E014-4323-315C8F4D7C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00" name="Straight Connector 108599">
                  <a:extLst>
                    <a:ext uri="{FF2B5EF4-FFF2-40B4-BE49-F238E27FC236}">
                      <a16:creationId xmlns:a16="http://schemas.microsoft.com/office/drawing/2014/main" id="{13F00F4A-4C3E-9C72-E497-B7B361492C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01" name="TextBox 108600">
                  <a:extLst>
                    <a:ext uri="{FF2B5EF4-FFF2-40B4-BE49-F238E27FC236}">
                      <a16:creationId xmlns:a16="http://schemas.microsoft.com/office/drawing/2014/main" id="{E1B77642-B553-E234-BCE8-DF86F4756EFA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02" name="TextBox 108601">
                  <a:extLst>
                    <a:ext uri="{FF2B5EF4-FFF2-40B4-BE49-F238E27FC236}">
                      <a16:creationId xmlns:a16="http://schemas.microsoft.com/office/drawing/2014/main" id="{C68F9D85-8B63-51A8-D0FB-31A8C9F617EA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89" name="Group 108588">
                <a:extLst>
                  <a:ext uri="{FF2B5EF4-FFF2-40B4-BE49-F238E27FC236}">
                    <a16:creationId xmlns:a16="http://schemas.microsoft.com/office/drawing/2014/main" id="{E2BF7F26-A02D-1CB2-E348-F889C6D2BE9C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595" name="Straight Connector 108594">
                  <a:extLst>
                    <a:ext uri="{FF2B5EF4-FFF2-40B4-BE49-F238E27FC236}">
                      <a16:creationId xmlns:a16="http://schemas.microsoft.com/office/drawing/2014/main" id="{C3A6410F-B36B-9347-E8C4-0023A719DF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96" name="Straight Connector 108595">
                  <a:extLst>
                    <a:ext uri="{FF2B5EF4-FFF2-40B4-BE49-F238E27FC236}">
                      <a16:creationId xmlns:a16="http://schemas.microsoft.com/office/drawing/2014/main" id="{69171D37-B2A9-6188-EF7F-8E9506DA59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97" name="TextBox 108596">
                  <a:extLst>
                    <a:ext uri="{FF2B5EF4-FFF2-40B4-BE49-F238E27FC236}">
                      <a16:creationId xmlns:a16="http://schemas.microsoft.com/office/drawing/2014/main" id="{EEFD0E0A-5F38-DD12-5A04-CB82EFCE7B75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98" name="TextBox 108597">
                  <a:extLst>
                    <a:ext uri="{FF2B5EF4-FFF2-40B4-BE49-F238E27FC236}">
                      <a16:creationId xmlns:a16="http://schemas.microsoft.com/office/drawing/2014/main" id="{9B9C3874-3980-AC92-1B0E-0156FEB0D954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90" name="Group 108589">
                <a:extLst>
                  <a:ext uri="{FF2B5EF4-FFF2-40B4-BE49-F238E27FC236}">
                    <a16:creationId xmlns:a16="http://schemas.microsoft.com/office/drawing/2014/main" id="{FEAE8801-E06A-EB1F-921D-2BA119207EF5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591" name="Straight Connector 108590">
                  <a:extLst>
                    <a:ext uri="{FF2B5EF4-FFF2-40B4-BE49-F238E27FC236}">
                      <a16:creationId xmlns:a16="http://schemas.microsoft.com/office/drawing/2014/main" id="{5122A845-B92A-BA2B-78FA-D4396C3845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92" name="Straight Connector 108591">
                  <a:extLst>
                    <a:ext uri="{FF2B5EF4-FFF2-40B4-BE49-F238E27FC236}">
                      <a16:creationId xmlns:a16="http://schemas.microsoft.com/office/drawing/2014/main" id="{BDB89691-F4F8-6800-CF21-45B9F1B823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93" name="TextBox 108592">
                  <a:extLst>
                    <a:ext uri="{FF2B5EF4-FFF2-40B4-BE49-F238E27FC236}">
                      <a16:creationId xmlns:a16="http://schemas.microsoft.com/office/drawing/2014/main" id="{BA121D00-01AB-7EF7-75B7-292CCAFBD40E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94" name="TextBox 108593">
                  <a:extLst>
                    <a:ext uri="{FF2B5EF4-FFF2-40B4-BE49-F238E27FC236}">
                      <a16:creationId xmlns:a16="http://schemas.microsoft.com/office/drawing/2014/main" id="{0C0B9D7F-EE87-5920-13FD-CB4F8118F0C0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584" name="Straight Connector 108583">
              <a:extLst>
                <a:ext uri="{FF2B5EF4-FFF2-40B4-BE49-F238E27FC236}">
                  <a16:creationId xmlns:a16="http://schemas.microsoft.com/office/drawing/2014/main" id="{47C1665D-01E5-215C-AFD5-BD0314101C31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585" name="Oval 108584">
              <a:extLst>
                <a:ext uri="{FF2B5EF4-FFF2-40B4-BE49-F238E27FC236}">
                  <a16:creationId xmlns:a16="http://schemas.microsoft.com/office/drawing/2014/main" id="{25B827B4-03A7-7864-AD0E-8054A4375CB7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586" name="Oval 108585">
              <a:extLst>
                <a:ext uri="{FF2B5EF4-FFF2-40B4-BE49-F238E27FC236}">
                  <a16:creationId xmlns:a16="http://schemas.microsoft.com/office/drawing/2014/main" id="{3D319E2D-F16E-1C14-E0D4-6148FDDB92D6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108587" name="Oval 108586">
              <a:extLst>
                <a:ext uri="{FF2B5EF4-FFF2-40B4-BE49-F238E27FC236}">
                  <a16:creationId xmlns:a16="http://schemas.microsoft.com/office/drawing/2014/main" id="{9501C3EA-4DCD-F389-D776-4F85769F04A0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108605" name="Group 108604">
            <a:extLst>
              <a:ext uri="{FF2B5EF4-FFF2-40B4-BE49-F238E27FC236}">
                <a16:creationId xmlns:a16="http://schemas.microsoft.com/office/drawing/2014/main" id="{86664403-2656-537E-30B1-E626AEAA5F4E}"/>
              </a:ext>
            </a:extLst>
          </p:cNvPr>
          <p:cNvGrpSpPr>
            <a:grpSpLocks noChangeAspect="1"/>
          </p:cNvGrpSpPr>
          <p:nvPr/>
        </p:nvGrpSpPr>
        <p:grpSpPr>
          <a:xfrm>
            <a:off x="9062705" y="3892296"/>
            <a:ext cx="755443" cy="1056016"/>
            <a:chOff x="8004611" y="3722747"/>
            <a:chExt cx="1510885" cy="2112032"/>
          </a:xfrm>
        </p:grpSpPr>
        <p:grpSp>
          <p:nvGrpSpPr>
            <p:cNvPr id="108606" name="Group 108605">
              <a:extLst>
                <a:ext uri="{FF2B5EF4-FFF2-40B4-BE49-F238E27FC236}">
                  <a16:creationId xmlns:a16="http://schemas.microsoft.com/office/drawing/2014/main" id="{F275579C-0DF7-880B-96BF-B4508F81C723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611" name="Group 108610">
                <a:extLst>
                  <a:ext uri="{FF2B5EF4-FFF2-40B4-BE49-F238E27FC236}">
                    <a16:creationId xmlns:a16="http://schemas.microsoft.com/office/drawing/2014/main" id="{02A824D5-D2C8-FF4F-C5F1-77683AA94A6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622" name="Straight Connector 108621">
                  <a:extLst>
                    <a:ext uri="{FF2B5EF4-FFF2-40B4-BE49-F238E27FC236}">
                      <a16:creationId xmlns:a16="http://schemas.microsoft.com/office/drawing/2014/main" id="{ECE784B4-1212-C21B-6009-3F1E7CD019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23" name="Straight Connector 108622">
                  <a:extLst>
                    <a:ext uri="{FF2B5EF4-FFF2-40B4-BE49-F238E27FC236}">
                      <a16:creationId xmlns:a16="http://schemas.microsoft.com/office/drawing/2014/main" id="{66F48D8B-3069-3B5D-BFD4-4C612E774F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24" name="TextBox 108623">
                  <a:extLst>
                    <a:ext uri="{FF2B5EF4-FFF2-40B4-BE49-F238E27FC236}">
                      <a16:creationId xmlns:a16="http://schemas.microsoft.com/office/drawing/2014/main" id="{025F0D60-C50D-FB5D-243E-A651270F20E7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25" name="TextBox 108624">
                  <a:extLst>
                    <a:ext uri="{FF2B5EF4-FFF2-40B4-BE49-F238E27FC236}">
                      <a16:creationId xmlns:a16="http://schemas.microsoft.com/office/drawing/2014/main" id="{B710245E-B9F5-ED4C-50A0-86D6125568B3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12" name="Group 108611">
                <a:extLst>
                  <a:ext uri="{FF2B5EF4-FFF2-40B4-BE49-F238E27FC236}">
                    <a16:creationId xmlns:a16="http://schemas.microsoft.com/office/drawing/2014/main" id="{9A5F9A21-FBAA-9CDD-D277-4D3E55B3FCFC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618" name="Straight Connector 108617">
                  <a:extLst>
                    <a:ext uri="{FF2B5EF4-FFF2-40B4-BE49-F238E27FC236}">
                      <a16:creationId xmlns:a16="http://schemas.microsoft.com/office/drawing/2014/main" id="{92872496-A964-1CC2-AA20-C1763017A1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19" name="Straight Connector 108618">
                  <a:extLst>
                    <a:ext uri="{FF2B5EF4-FFF2-40B4-BE49-F238E27FC236}">
                      <a16:creationId xmlns:a16="http://schemas.microsoft.com/office/drawing/2014/main" id="{EF3B4FC0-7930-132E-23B0-FC61791ACF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20" name="TextBox 108619">
                  <a:extLst>
                    <a:ext uri="{FF2B5EF4-FFF2-40B4-BE49-F238E27FC236}">
                      <a16:creationId xmlns:a16="http://schemas.microsoft.com/office/drawing/2014/main" id="{310ED2AE-8DC7-DEB3-6817-D39D5DEF504C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21" name="TextBox 108620">
                  <a:extLst>
                    <a:ext uri="{FF2B5EF4-FFF2-40B4-BE49-F238E27FC236}">
                      <a16:creationId xmlns:a16="http://schemas.microsoft.com/office/drawing/2014/main" id="{A3BDEFA0-B639-006C-AD42-251460F954F2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13" name="Group 108612">
                <a:extLst>
                  <a:ext uri="{FF2B5EF4-FFF2-40B4-BE49-F238E27FC236}">
                    <a16:creationId xmlns:a16="http://schemas.microsoft.com/office/drawing/2014/main" id="{B7A0D685-0085-6D53-7E53-C33817350362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614" name="Straight Connector 108613">
                  <a:extLst>
                    <a:ext uri="{FF2B5EF4-FFF2-40B4-BE49-F238E27FC236}">
                      <a16:creationId xmlns:a16="http://schemas.microsoft.com/office/drawing/2014/main" id="{DB7F04E0-C26C-0DC9-691E-3B742AA32B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15" name="Straight Connector 108614">
                  <a:extLst>
                    <a:ext uri="{FF2B5EF4-FFF2-40B4-BE49-F238E27FC236}">
                      <a16:creationId xmlns:a16="http://schemas.microsoft.com/office/drawing/2014/main" id="{A515DACA-B3A3-D3AF-3F80-1D5054F9C9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16" name="TextBox 108615">
                  <a:extLst>
                    <a:ext uri="{FF2B5EF4-FFF2-40B4-BE49-F238E27FC236}">
                      <a16:creationId xmlns:a16="http://schemas.microsoft.com/office/drawing/2014/main" id="{03A1EDE2-5376-92CC-F27B-27043EF0DA49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17" name="TextBox 108616">
                  <a:extLst>
                    <a:ext uri="{FF2B5EF4-FFF2-40B4-BE49-F238E27FC236}">
                      <a16:creationId xmlns:a16="http://schemas.microsoft.com/office/drawing/2014/main" id="{E505FAF9-077E-572C-A1BA-281A3BC97F29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607" name="Straight Connector 108606">
              <a:extLst>
                <a:ext uri="{FF2B5EF4-FFF2-40B4-BE49-F238E27FC236}">
                  <a16:creationId xmlns:a16="http://schemas.microsoft.com/office/drawing/2014/main" id="{D859601D-93DE-C4DA-FDDC-7AA1C5210370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608" name="Oval 108607">
              <a:extLst>
                <a:ext uri="{FF2B5EF4-FFF2-40B4-BE49-F238E27FC236}">
                  <a16:creationId xmlns:a16="http://schemas.microsoft.com/office/drawing/2014/main" id="{1FDA168B-1795-1EBB-2FD3-D0E7CA1F827A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609" name="Oval 108608">
              <a:extLst>
                <a:ext uri="{FF2B5EF4-FFF2-40B4-BE49-F238E27FC236}">
                  <a16:creationId xmlns:a16="http://schemas.microsoft.com/office/drawing/2014/main" id="{05104669-1CB5-CD40-7B2D-289052209DD0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108610" name="Oval 108609">
              <a:extLst>
                <a:ext uri="{FF2B5EF4-FFF2-40B4-BE49-F238E27FC236}">
                  <a16:creationId xmlns:a16="http://schemas.microsoft.com/office/drawing/2014/main" id="{0A67E4B7-A673-7800-04BA-17B56CECD921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108626" name="Group 108625">
            <a:extLst>
              <a:ext uri="{FF2B5EF4-FFF2-40B4-BE49-F238E27FC236}">
                <a16:creationId xmlns:a16="http://schemas.microsoft.com/office/drawing/2014/main" id="{15E8ADAF-8DEB-946D-0DE7-0173DE3662FF}"/>
              </a:ext>
            </a:extLst>
          </p:cNvPr>
          <p:cNvGrpSpPr>
            <a:grpSpLocks noChangeAspect="1"/>
          </p:cNvGrpSpPr>
          <p:nvPr/>
        </p:nvGrpSpPr>
        <p:grpSpPr>
          <a:xfrm>
            <a:off x="9118245" y="5164850"/>
            <a:ext cx="755443" cy="1056016"/>
            <a:chOff x="8004611" y="3722747"/>
            <a:chExt cx="1510885" cy="2112032"/>
          </a:xfrm>
        </p:grpSpPr>
        <p:grpSp>
          <p:nvGrpSpPr>
            <p:cNvPr id="108627" name="Group 108626">
              <a:extLst>
                <a:ext uri="{FF2B5EF4-FFF2-40B4-BE49-F238E27FC236}">
                  <a16:creationId xmlns:a16="http://schemas.microsoft.com/office/drawing/2014/main" id="{73530FB5-B820-AFDA-731B-C1B548995FA3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632" name="Group 108631">
                <a:extLst>
                  <a:ext uri="{FF2B5EF4-FFF2-40B4-BE49-F238E27FC236}">
                    <a16:creationId xmlns:a16="http://schemas.microsoft.com/office/drawing/2014/main" id="{D75BCC7F-3CAF-C148-CF44-15F4E275576A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643" name="Straight Connector 108642">
                  <a:extLst>
                    <a:ext uri="{FF2B5EF4-FFF2-40B4-BE49-F238E27FC236}">
                      <a16:creationId xmlns:a16="http://schemas.microsoft.com/office/drawing/2014/main" id="{82FA71B6-BDFC-835C-4653-F453F36C97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44" name="Straight Connector 108643">
                  <a:extLst>
                    <a:ext uri="{FF2B5EF4-FFF2-40B4-BE49-F238E27FC236}">
                      <a16:creationId xmlns:a16="http://schemas.microsoft.com/office/drawing/2014/main" id="{77C2EDA6-65E8-C669-766F-82A29AF672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45" name="TextBox 108644">
                  <a:extLst>
                    <a:ext uri="{FF2B5EF4-FFF2-40B4-BE49-F238E27FC236}">
                      <a16:creationId xmlns:a16="http://schemas.microsoft.com/office/drawing/2014/main" id="{38CD4BB7-3157-A1F6-4E2E-D96BFEA25341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46" name="TextBox 108645">
                  <a:extLst>
                    <a:ext uri="{FF2B5EF4-FFF2-40B4-BE49-F238E27FC236}">
                      <a16:creationId xmlns:a16="http://schemas.microsoft.com/office/drawing/2014/main" id="{31042178-A8E8-4A08-C92E-85A8B769B144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33" name="Group 108632">
                <a:extLst>
                  <a:ext uri="{FF2B5EF4-FFF2-40B4-BE49-F238E27FC236}">
                    <a16:creationId xmlns:a16="http://schemas.microsoft.com/office/drawing/2014/main" id="{3B4023B4-39B4-EE65-314B-EFA98B897B87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639" name="Straight Connector 108638">
                  <a:extLst>
                    <a:ext uri="{FF2B5EF4-FFF2-40B4-BE49-F238E27FC236}">
                      <a16:creationId xmlns:a16="http://schemas.microsoft.com/office/drawing/2014/main" id="{5109D79F-C444-85CC-5957-CDB369D3DD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40" name="Straight Connector 108639">
                  <a:extLst>
                    <a:ext uri="{FF2B5EF4-FFF2-40B4-BE49-F238E27FC236}">
                      <a16:creationId xmlns:a16="http://schemas.microsoft.com/office/drawing/2014/main" id="{60D0D8A8-78C2-1FA0-DF5F-2A42263997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41" name="TextBox 108640">
                  <a:extLst>
                    <a:ext uri="{FF2B5EF4-FFF2-40B4-BE49-F238E27FC236}">
                      <a16:creationId xmlns:a16="http://schemas.microsoft.com/office/drawing/2014/main" id="{55187FF8-2873-A811-DF58-2975E5312EBD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42" name="TextBox 108641">
                  <a:extLst>
                    <a:ext uri="{FF2B5EF4-FFF2-40B4-BE49-F238E27FC236}">
                      <a16:creationId xmlns:a16="http://schemas.microsoft.com/office/drawing/2014/main" id="{44AF9EC7-12EE-F9F8-6553-2046F5088342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34" name="Group 108633">
                <a:extLst>
                  <a:ext uri="{FF2B5EF4-FFF2-40B4-BE49-F238E27FC236}">
                    <a16:creationId xmlns:a16="http://schemas.microsoft.com/office/drawing/2014/main" id="{656CCEA7-CDE2-3F27-BDC0-579F9EFDCDC3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635" name="Straight Connector 108634">
                  <a:extLst>
                    <a:ext uri="{FF2B5EF4-FFF2-40B4-BE49-F238E27FC236}">
                      <a16:creationId xmlns:a16="http://schemas.microsoft.com/office/drawing/2014/main" id="{D9629EA3-5DD9-5E53-32C0-DECA38C23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36" name="Straight Connector 108635">
                  <a:extLst>
                    <a:ext uri="{FF2B5EF4-FFF2-40B4-BE49-F238E27FC236}">
                      <a16:creationId xmlns:a16="http://schemas.microsoft.com/office/drawing/2014/main" id="{F9779234-51D3-79D3-BDBF-D6717A37D8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37" name="TextBox 108636">
                  <a:extLst>
                    <a:ext uri="{FF2B5EF4-FFF2-40B4-BE49-F238E27FC236}">
                      <a16:creationId xmlns:a16="http://schemas.microsoft.com/office/drawing/2014/main" id="{83EFBFC3-D317-7558-939B-B585E67A83F3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38" name="TextBox 108637">
                  <a:extLst>
                    <a:ext uri="{FF2B5EF4-FFF2-40B4-BE49-F238E27FC236}">
                      <a16:creationId xmlns:a16="http://schemas.microsoft.com/office/drawing/2014/main" id="{1848010E-4FF0-BE13-5426-13175A1BF12E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628" name="Straight Connector 108627">
              <a:extLst>
                <a:ext uri="{FF2B5EF4-FFF2-40B4-BE49-F238E27FC236}">
                  <a16:creationId xmlns:a16="http://schemas.microsoft.com/office/drawing/2014/main" id="{36F33096-A919-8718-79A2-9EE744115272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629" name="Oval 108628">
              <a:extLst>
                <a:ext uri="{FF2B5EF4-FFF2-40B4-BE49-F238E27FC236}">
                  <a16:creationId xmlns:a16="http://schemas.microsoft.com/office/drawing/2014/main" id="{B31944F9-A122-3247-8719-B012E7E20A45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630" name="Oval 108629">
              <a:extLst>
                <a:ext uri="{FF2B5EF4-FFF2-40B4-BE49-F238E27FC236}">
                  <a16:creationId xmlns:a16="http://schemas.microsoft.com/office/drawing/2014/main" id="{752A8201-B644-1924-3278-067CAA4E653D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108631" name="Oval 108630">
              <a:extLst>
                <a:ext uri="{FF2B5EF4-FFF2-40B4-BE49-F238E27FC236}">
                  <a16:creationId xmlns:a16="http://schemas.microsoft.com/office/drawing/2014/main" id="{930E5720-19BF-54E5-95BA-1661DCA350AB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sp>
        <p:nvSpPr>
          <p:cNvPr id="108649" name="TextBox 108648">
            <a:extLst>
              <a:ext uri="{FF2B5EF4-FFF2-40B4-BE49-F238E27FC236}">
                <a16:creationId xmlns:a16="http://schemas.microsoft.com/office/drawing/2014/main" id="{67095366-BDCE-CC28-19FC-FD9144A3CB48}"/>
              </a:ext>
            </a:extLst>
          </p:cNvPr>
          <p:cNvSpPr txBox="1"/>
          <p:nvPr/>
        </p:nvSpPr>
        <p:spPr>
          <a:xfrm>
            <a:off x="6825036" y="1290805"/>
            <a:ext cx="110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Game A</a:t>
            </a:r>
            <a:endParaRPr lang="en-SG" b="1" dirty="0"/>
          </a:p>
        </p:txBody>
      </p:sp>
      <p:sp>
        <p:nvSpPr>
          <p:cNvPr id="108650" name="TextBox 108649">
            <a:extLst>
              <a:ext uri="{FF2B5EF4-FFF2-40B4-BE49-F238E27FC236}">
                <a16:creationId xmlns:a16="http://schemas.microsoft.com/office/drawing/2014/main" id="{A5BD9018-C93A-ED43-BE85-37ACAFD1AA62}"/>
              </a:ext>
            </a:extLst>
          </p:cNvPr>
          <p:cNvSpPr txBox="1"/>
          <p:nvPr/>
        </p:nvSpPr>
        <p:spPr>
          <a:xfrm>
            <a:off x="9061488" y="1149506"/>
            <a:ext cx="110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Game B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799202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Example 2: SPNE</a:t>
            </a:r>
            <a:endParaRPr lang="en-US" altLang="en-US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2"/>
            <a:ext cx="4234243" cy="465641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/>
              <a:t>Solve for the NE in Game B. The NE might not be unique.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/>
              <a:t>For each of the </a:t>
            </a:r>
            <a:r>
              <a:rPr lang="en-US" altLang="en-US" sz="2000" dirty="0">
                <a:solidFill>
                  <a:srgbClr val="00B0F0"/>
                </a:solidFill>
              </a:rPr>
              <a:t>subgames of Game B</a:t>
            </a:r>
            <a:r>
              <a:rPr lang="en-US" altLang="en-US" sz="2000" dirty="0"/>
              <a:t>, pick a NE.  Each of the subgames potentially has different payoffs (if no unique NE). 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/>
              <a:t>Pick a NE in the new game: </a:t>
            </a:r>
            <a:r>
              <a:rPr lang="en-US" altLang="en-US" sz="2000" b="1" dirty="0"/>
              <a:t>Game A + payoffs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2. and 3. form a possible SPNE. </a:t>
            </a:r>
            <a:br>
              <a:rPr lang="en-US" altLang="en-US" sz="2000" dirty="0"/>
            </a:b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BECBA-823C-45D0-8DD5-49079A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39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0377D8-94B9-2070-77F4-5E645E038060}"/>
              </a:ext>
            </a:extLst>
          </p:cNvPr>
          <p:cNvGrpSpPr>
            <a:grpSpLocks noChangeAspect="1"/>
          </p:cNvGrpSpPr>
          <p:nvPr/>
        </p:nvGrpSpPr>
        <p:grpSpPr>
          <a:xfrm>
            <a:off x="5404434" y="1792432"/>
            <a:ext cx="3823444" cy="4094824"/>
            <a:chOff x="6168882" y="2899434"/>
            <a:chExt cx="1628736" cy="174434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61ABB3C-588A-84A5-C032-FBF2D977CA36}"/>
                </a:ext>
              </a:extLst>
            </p:cNvPr>
            <p:cNvGrpSpPr/>
            <p:nvPr/>
          </p:nvGrpSpPr>
          <p:grpSpPr>
            <a:xfrm>
              <a:off x="6267831" y="2899434"/>
              <a:ext cx="1529787" cy="1744341"/>
              <a:chOff x="6899787" y="2291302"/>
              <a:chExt cx="3585557" cy="3787134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839EA4BA-AF47-AD8D-9393-729306930575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108548" name="Straight Connector 108547">
                  <a:extLst>
                    <a:ext uri="{FF2B5EF4-FFF2-40B4-BE49-F238E27FC236}">
                      <a16:creationId xmlns:a16="http://schemas.microsoft.com/office/drawing/2014/main" id="{85A8DADF-A372-0FC3-80E9-027681DFB2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49" name="Straight Connector 108548">
                  <a:extLst>
                    <a:ext uri="{FF2B5EF4-FFF2-40B4-BE49-F238E27FC236}">
                      <a16:creationId xmlns:a16="http://schemas.microsoft.com/office/drawing/2014/main" id="{E6655C79-2471-3414-2D32-C8115480BA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50" name="TextBox 108549">
                  <a:extLst>
                    <a:ext uri="{FF2B5EF4-FFF2-40B4-BE49-F238E27FC236}">
                      <a16:creationId xmlns:a16="http://schemas.microsoft.com/office/drawing/2014/main" id="{E0225E17-8955-B7EB-7514-8A2346DB2D6C}"/>
                    </a:ext>
                  </a:extLst>
                </p:cNvPr>
                <p:cNvSpPr txBox="1"/>
                <p:nvPr/>
              </p:nvSpPr>
              <p:spPr>
                <a:xfrm>
                  <a:off x="1810364" y="3660882"/>
                  <a:ext cx="1102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</a:t>
                  </a:r>
                  <a:endParaRPr lang="en-SG" dirty="0"/>
                </a:p>
              </p:txBody>
            </p:sp>
            <p:sp>
              <p:nvSpPr>
                <p:cNvPr id="108551" name="TextBox 108550">
                  <a:extLst>
                    <a:ext uri="{FF2B5EF4-FFF2-40B4-BE49-F238E27FC236}">
                      <a16:creationId xmlns:a16="http://schemas.microsoft.com/office/drawing/2014/main" id="{D1EF03D9-66C6-506A-EF3C-1AB6A12699D6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D</a:t>
                  </a: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A2CE920-4A17-CD17-3411-7747F4A02512}"/>
                  </a:ext>
                </a:extLst>
              </p:cNvPr>
              <p:cNvGrpSpPr/>
              <p:nvPr/>
            </p:nvGrpSpPr>
            <p:grpSpPr>
              <a:xfrm>
                <a:off x="8508288" y="2291302"/>
                <a:ext cx="1977056" cy="1949404"/>
                <a:chOff x="1696064" y="3934881"/>
                <a:chExt cx="1977056" cy="1949404"/>
              </a:xfrm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5212FDCA-F694-55F2-4FCA-D4B5078F174C}"/>
                    </a:ext>
                  </a:extLst>
                </p:cNvPr>
                <p:cNvCxnSpPr>
                  <a:cxnSpLocks/>
                  <a:endCxn id="108576" idx="2"/>
                </p:cNvCxnSpPr>
                <p:nvPr/>
              </p:nvCxnSpPr>
              <p:spPr>
                <a:xfrm flipV="1">
                  <a:off x="1696064" y="4110465"/>
                  <a:ext cx="1837330" cy="53527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5D32DDD-469E-1D20-BBFF-F5E9B9F54E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287" y="4666505"/>
                  <a:ext cx="1892833" cy="641655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44" name="TextBox 108543">
                  <a:extLst>
                    <a:ext uri="{FF2B5EF4-FFF2-40B4-BE49-F238E27FC236}">
                      <a16:creationId xmlns:a16="http://schemas.microsoft.com/office/drawing/2014/main" id="{CE22A063-C6E0-72AF-626B-55933F10F1B5}"/>
                    </a:ext>
                  </a:extLst>
                </p:cNvPr>
                <p:cNvSpPr txBox="1"/>
                <p:nvPr/>
              </p:nvSpPr>
              <p:spPr>
                <a:xfrm>
                  <a:off x="2046334" y="3934881"/>
                  <a:ext cx="1102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</a:t>
                  </a:r>
                  <a:endParaRPr lang="en-SG" dirty="0"/>
                </a:p>
              </p:txBody>
            </p:sp>
            <p:sp>
              <p:nvSpPr>
                <p:cNvPr id="108547" name="TextBox 108546">
                  <a:extLst>
                    <a:ext uri="{FF2B5EF4-FFF2-40B4-BE49-F238E27FC236}">
                      <a16:creationId xmlns:a16="http://schemas.microsoft.com/office/drawing/2014/main" id="{A943679C-E908-C779-17AB-0BC219FEFF25}"/>
                    </a:ext>
                  </a:extLst>
                </p:cNvPr>
                <p:cNvSpPr txBox="1"/>
                <p:nvPr/>
              </p:nvSpPr>
              <p:spPr>
                <a:xfrm>
                  <a:off x="2063849" y="5082429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D</a:t>
                  </a: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3A6B7403-F38E-6421-D2C0-AFD1939E48CF}"/>
                  </a:ext>
                </a:extLst>
              </p:cNvPr>
              <p:cNvGrpSpPr/>
              <p:nvPr/>
            </p:nvGrpSpPr>
            <p:grpSpPr>
              <a:xfrm>
                <a:off x="8544639" y="4586866"/>
                <a:ext cx="1876660" cy="1491570"/>
                <a:chOff x="1696064" y="4077182"/>
                <a:chExt cx="1876660" cy="1491570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830A832-1855-6C94-22B9-BB0616C5B8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79666"/>
                  <a:ext cx="1805840" cy="46607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790478BE-810A-13E1-E805-AECAD62F49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41435" y="4675574"/>
                  <a:ext cx="1831289" cy="71124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6D48FD-9D61-1603-4794-EE2A192D68E4}"/>
                    </a:ext>
                  </a:extLst>
                </p:cNvPr>
                <p:cNvSpPr txBox="1"/>
                <p:nvPr/>
              </p:nvSpPr>
              <p:spPr>
                <a:xfrm>
                  <a:off x="2142926" y="4077182"/>
                  <a:ext cx="1102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U</a:t>
                  </a:r>
                  <a:endParaRPr lang="en-SG" dirty="0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57F19F9-9921-54EF-7727-4B0FFBF1DBE7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D</a:t>
                  </a:r>
                </a:p>
              </p:txBody>
            </p:sp>
          </p:grpSp>
        </p:grpSp>
        <p:cxnSp>
          <p:nvCxnSpPr>
            <p:cNvPr id="108568" name="Straight Connector 108567">
              <a:extLst>
                <a:ext uri="{FF2B5EF4-FFF2-40B4-BE49-F238E27FC236}">
                  <a16:creationId xmlns:a16="http://schemas.microsoft.com/office/drawing/2014/main" id="{24371A30-D8B5-0472-9B6E-2DDF72474969}"/>
                </a:ext>
              </a:extLst>
            </p:cNvPr>
            <p:cNvCxnSpPr/>
            <p:nvPr/>
          </p:nvCxnSpPr>
          <p:spPr>
            <a:xfrm>
              <a:off x="6969594" y="3262226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575" name="Oval 108574">
              <a:extLst>
                <a:ext uri="{FF2B5EF4-FFF2-40B4-BE49-F238E27FC236}">
                  <a16:creationId xmlns:a16="http://schemas.microsoft.com/office/drawing/2014/main" id="{13CBE439-DE89-3270-BAAF-1DC878937591}"/>
                </a:ext>
              </a:extLst>
            </p:cNvPr>
            <p:cNvSpPr/>
            <p:nvPr/>
          </p:nvSpPr>
          <p:spPr>
            <a:xfrm>
              <a:off x="6168882" y="3579581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578" name="Oval 108577">
              <a:extLst>
                <a:ext uri="{FF2B5EF4-FFF2-40B4-BE49-F238E27FC236}">
                  <a16:creationId xmlns:a16="http://schemas.microsoft.com/office/drawing/2014/main" id="{C3289728-E8A2-6B89-CA88-91E6FD1D0219}"/>
                </a:ext>
              </a:extLst>
            </p:cNvPr>
            <p:cNvSpPr/>
            <p:nvPr/>
          </p:nvSpPr>
          <p:spPr>
            <a:xfrm>
              <a:off x="6857712" y="3102010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6572CE9-53F3-AF8C-0647-A447F7FCF65A}"/>
                </a:ext>
              </a:extLst>
            </p:cNvPr>
            <p:cNvSpPr/>
            <p:nvPr/>
          </p:nvSpPr>
          <p:spPr>
            <a:xfrm>
              <a:off x="6838085" y="4112919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C2376BC-DF6E-6867-AF3A-93C1E3E0EA41}"/>
              </a:ext>
            </a:extLst>
          </p:cNvPr>
          <p:cNvGrpSpPr>
            <a:grpSpLocks noChangeAspect="1"/>
          </p:cNvGrpSpPr>
          <p:nvPr/>
        </p:nvGrpSpPr>
        <p:grpSpPr>
          <a:xfrm>
            <a:off x="9087934" y="1488841"/>
            <a:ext cx="755443" cy="1056016"/>
            <a:chOff x="8004611" y="3722747"/>
            <a:chExt cx="1510885" cy="2112032"/>
          </a:xfrm>
        </p:grpSpPr>
        <p:grpSp>
          <p:nvGrpSpPr>
            <p:cNvPr id="108552" name="Group 108551">
              <a:extLst>
                <a:ext uri="{FF2B5EF4-FFF2-40B4-BE49-F238E27FC236}">
                  <a16:creationId xmlns:a16="http://schemas.microsoft.com/office/drawing/2014/main" id="{F4337C58-7545-B97A-2F21-394A7038F078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553" name="Group 108552">
                <a:extLst>
                  <a:ext uri="{FF2B5EF4-FFF2-40B4-BE49-F238E27FC236}">
                    <a16:creationId xmlns:a16="http://schemas.microsoft.com/office/drawing/2014/main" id="{C4904C0D-E7CC-D361-2177-CE06B85E84E9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564" name="Straight Connector 108563">
                  <a:extLst>
                    <a:ext uri="{FF2B5EF4-FFF2-40B4-BE49-F238E27FC236}">
                      <a16:creationId xmlns:a16="http://schemas.microsoft.com/office/drawing/2014/main" id="{E74A1D9A-F5EF-021C-B9DA-E37D1FA7F0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65" name="Straight Connector 108564">
                  <a:extLst>
                    <a:ext uri="{FF2B5EF4-FFF2-40B4-BE49-F238E27FC236}">
                      <a16:creationId xmlns:a16="http://schemas.microsoft.com/office/drawing/2014/main" id="{904E404D-B7C4-53AD-4FAA-D233F8A6F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66" name="TextBox 108565">
                  <a:extLst>
                    <a:ext uri="{FF2B5EF4-FFF2-40B4-BE49-F238E27FC236}">
                      <a16:creationId xmlns:a16="http://schemas.microsoft.com/office/drawing/2014/main" id="{9F431001-3FEC-AE84-2FDB-41559DF875A3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67" name="TextBox 108566">
                  <a:extLst>
                    <a:ext uri="{FF2B5EF4-FFF2-40B4-BE49-F238E27FC236}">
                      <a16:creationId xmlns:a16="http://schemas.microsoft.com/office/drawing/2014/main" id="{DD96DB60-B390-28ED-0534-F5C885439769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54" name="Group 108553">
                <a:extLst>
                  <a:ext uri="{FF2B5EF4-FFF2-40B4-BE49-F238E27FC236}">
                    <a16:creationId xmlns:a16="http://schemas.microsoft.com/office/drawing/2014/main" id="{BE670957-D900-AEAA-E0AC-0EFC87F3234E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560" name="Straight Connector 108559">
                  <a:extLst>
                    <a:ext uri="{FF2B5EF4-FFF2-40B4-BE49-F238E27FC236}">
                      <a16:creationId xmlns:a16="http://schemas.microsoft.com/office/drawing/2014/main" id="{B1662722-5E41-BF2E-863F-8147CC61A6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61" name="Straight Connector 108560">
                  <a:extLst>
                    <a:ext uri="{FF2B5EF4-FFF2-40B4-BE49-F238E27FC236}">
                      <a16:creationId xmlns:a16="http://schemas.microsoft.com/office/drawing/2014/main" id="{9B89B7CC-7CCE-D323-AD3D-9F3864B917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62" name="TextBox 108561">
                  <a:extLst>
                    <a:ext uri="{FF2B5EF4-FFF2-40B4-BE49-F238E27FC236}">
                      <a16:creationId xmlns:a16="http://schemas.microsoft.com/office/drawing/2014/main" id="{CF9E1812-1EF0-890C-80BF-2D256720E514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63" name="TextBox 108562">
                  <a:extLst>
                    <a:ext uri="{FF2B5EF4-FFF2-40B4-BE49-F238E27FC236}">
                      <a16:creationId xmlns:a16="http://schemas.microsoft.com/office/drawing/2014/main" id="{8163D06C-FE3A-4C58-EC37-78295CD9C21C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55" name="Group 108554">
                <a:extLst>
                  <a:ext uri="{FF2B5EF4-FFF2-40B4-BE49-F238E27FC236}">
                    <a16:creationId xmlns:a16="http://schemas.microsoft.com/office/drawing/2014/main" id="{D0F1F6F4-B7B3-CA88-552D-0E2F5476BF38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556" name="Straight Connector 108555">
                  <a:extLst>
                    <a:ext uri="{FF2B5EF4-FFF2-40B4-BE49-F238E27FC236}">
                      <a16:creationId xmlns:a16="http://schemas.microsoft.com/office/drawing/2014/main" id="{A3BF8378-0CD0-959B-B3EE-F890D4917A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57" name="Straight Connector 108556">
                  <a:extLst>
                    <a:ext uri="{FF2B5EF4-FFF2-40B4-BE49-F238E27FC236}">
                      <a16:creationId xmlns:a16="http://schemas.microsoft.com/office/drawing/2014/main" id="{281ECB4D-56AC-931A-7501-5EB6057CE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58" name="TextBox 108557">
                  <a:extLst>
                    <a:ext uri="{FF2B5EF4-FFF2-40B4-BE49-F238E27FC236}">
                      <a16:creationId xmlns:a16="http://schemas.microsoft.com/office/drawing/2014/main" id="{3EE00196-95B6-8F76-3D55-288EE48D9016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59" name="TextBox 108558">
                  <a:extLst>
                    <a:ext uri="{FF2B5EF4-FFF2-40B4-BE49-F238E27FC236}">
                      <a16:creationId xmlns:a16="http://schemas.microsoft.com/office/drawing/2014/main" id="{F947FD95-3255-F06E-18E8-737D01ACA0ED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569" name="Straight Connector 108568">
              <a:extLst>
                <a:ext uri="{FF2B5EF4-FFF2-40B4-BE49-F238E27FC236}">
                  <a16:creationId xmlns:a16="http://schemas.microsoft.com/office/drawing/2014/main" id="{4249DB63-4BFB-F4D6-1FA7-4D3DF31ED7E3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576" name="Oval 108575">
              <a:extLst>
                <a:ext uri="{FF2B5EF4-FFF2-40B4-BE49-F238E27FC236}">
                  <a16:creationId xmlns:a16="http://schemas.microsoft.com/office/drawing/2014/main" id="{D38BBE51-5DBD-B060-20A4-6DDB71E0D270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9A736F2-68C8-B3C0-1D91-C5591B6A7B51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79A5EF-4959-9F32-F8B3-D7FD09376EDD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108582" name="Group 108581">
            <a:extLst>
              <a:ext uri="{FF2B5EF4-FFF2-40B4-BE49-F238E27FC236}">
                <a16:creationId xmlns:a16="http://schemas.microsoft.com/office/drawing/2014/main" id="{346475AF-B00D-EF6D-CC22-F03592EF0E40}"/>
              </a:ext>
            </a:extLst>
          </p:cNvPr>
          <p:cNvGrpSpPr>
            <a:grpSpLocks noChangeAspect="1"/>
          </p:cNvGrpSpPr>
          <p:nvPr/>
        </p:nvGrpSpPr>
        <p:grpSpPr>
          <a:xfrm>
            <a:off x="9143474" y="2761395"/>
            <a:ext cx="755443" cy="1056016"/>
            <a:chOff x="8004611" y="3722747"/>
            <a:chExt cx="1510885" cy="2112032"/>
          </a:xfrm>
        </p:grpSpPr>
        <p:grpSp>
          <p:nvGrpSpPr>
            <p:cNvPr id="108583" name="Group 108582">
              <a:extLst>
                <a:ext uri="{FF2B5EF4-FFF2-40B4-BE49-F238E27FC236}">
                  <a16:creationId xmlns:a16="http://schemas.microsoft.com/office/drawing/2014/main" id="{567550DF-2881-B016-E00E-5091D216EE84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588" name="Group 108587">
                <a:extLst>
                  <a:ext uri="{FF2B5EF4-FFF2-40B4-BE49-F238E27FC236}">
                    <a16:creationId xmlns:a16="http://schemas.microsoft.com/office/drawing/2014/main" id="{20CC1ED0-9908-B765-D896-61783868FAFD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599" name="Straight Connector 108598">
                  <a:extLst>
                    <a:ext uri="{FF2B5EF4-FFF2-40B4-BE49-F238E27FC236}">
                      <a16:creationId xmlns:a16="http://schemas.microsoft.com/office/drawing/2014/main" id="{A2B58773-28F1-E014-4323-315C8F4D7C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00" name="Straight Connector 108599">
                  <a:extLst>
                    <a:ext uri="{FF2B5EF4-FFF2-40B4-BE49-F238E27FC236}">
                      <a16:creationId xmlns:a16="http://schemas.microsoft.com/office/drawing/2014/main" id="{13F00F4A-4C3E-9C72-E497-B7B361492C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01" name="TextBox 108600">
                  <a:extLst>
                    <a:ext uri="{FF2B5EF4-FFF2-40B4-BE49-F238E27FC236}">
                      <a16:creationId xmlns:a16="http://schemas.microsoft.com/office/drawing/2014/main" id="{E1B77642-B553-E234-BCE8-DF86F4756EFA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02" name="TextBox 108601">
                  <a:extLst>
                    <a:ext uri="{FF2B5EF4-FFF2-40B4-BE49-F238E27FC236}">
                      <a16:creationId xmlns:a16="http://schemas.microsoft.com/office/drawing/2014/main" id="{C68F9D85-8B63-51A8-D0FB-31A8C9F617EA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89" name="Group 108588">
                <a:extLst>
                  <a:ext uri="{FF2B5EF4-FFF2-40B4-BE49-F238E27FC236}">
                    <a16:creationId xmlns:a16="http://schemas.microsoft.com/office/drawing/2014/main" id="{E2BF7F26-A02D-1CB2-E348-F889C6D2BE9C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595" name="Straight Connector 108594">
                  <a:extLst>
                    <a:ext uri="{FF2B5EF4-FFF2-40B4-BE49-F238E27FC236}">
                      <a16:creationId xmlns:a16="http://schemas.microsoft.com/office/drawing/2014/main" id="{C3A6410F-B36B-9347-E8C4-0023A719DF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96" name="Straight Connector 108595">
                  <a:extLst>
                    <a:ext uri="{FF2B5EF4-FFF2-40B4-BE49-F238E27FC236}">
                      <a16:creationId xmlns:a16="http://schemas.microsoft.com/office/drawing/2014/main" id="{69171D37-B2A9-6188-EF7F-8E9506DA59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97" name="TextBox 108596">
                  <a:extLst>
                    <a:ext uri="{FF2B5EF4-FFF2-40B4-BE49-F238E27FC236}">
                      <a16:creationId xmlns:a16="http://schemas.microsoft.com/office/drawing/2014/main" id="{EEFD0E0A-5F38-DD12-5A04-CB82EFCE7B75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98" name="TextBox 108597">
                  <a:extLst>
                    <a:ext uri="{FF2B5EF4-FFF2-40B4-BE49-F238E27FC236}">
                      <a16:creationId xmlns:a16="http://schemas.microsoft.com/office/drawing/2014/main" id="{9B9C3874-3980-AC92-1B0E-0156FEB0D954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590" name="Group 108589">
                <a:extLst>
                  <a:ext uri="{FF2B5EF4-FFF2-40B4-BE49-F238E27FC236}">
                    <a16:creationId xmlns:a16="http://schemas.microsoft.com/office/drawing/2014/main" id="{FEAE8801-E06A-EB1F-921D-2BA119207EF5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591" name="Straight Connector 108590">
                  <a:extLst>
                    <a:ext uri="{FF2B5EF4-FFF2-40B4-BE49-F238E27FC236}">
                      <a16:creationId xmlns:a16="http://schemas.microsoft.com/office/drawing/2014/main" id="{5122A845-B92A-BA2B-78FA-D4396C3845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592" name="Straight Connector 108591">
                  <a:extLst>
                    <a:ext uri="{FF2B5EF4-FFF2-40B4-BE49-F238E27FC236}">
                      <a16:creationId xmlns:a16="http://schemas.microsoft.com/office/drawing/2014/main" id="{BDB89691-F4F8-6800-CF21-45B9F1B823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593" name="TextBox 108592">
                  <a:extLst>
                    <a:ext uri="{FF2B5EF4-FFF2-40B4-BE49-F238E27FC236}">
                      <a16:creationId xmlns:a16="http://schemas.microsoft.com/office/drawing/2014/main" id="{BA121D00-01AB-7EF7-75B7-292CCAFBD40E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594" name="TextBox 108593">
                  <a:extLst>
                    <a:ext uri="{FF2B5EF4-FFF2-40B4-BE49-F238E27FC236}">
                      <a16:creationId xmlns:a16="http://schemas.microsoft.com/office/drawing/2014/main" id="{0C0B9D7F-EE87-5920-13FD-CB4F8118F0C0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584" name="Straight Connector 108583">
              <a:extLst>
                <a:ext uri="{FF2B5EF4-FFF2-40B4-BE49-F238E27FC236}">
                  <a16:creationId xmlns:a16="http://schemas.microsoft.com/office/drawing/2014/main" id="{47C1665D-01E5-215C-AFD5-BD0314101C31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585" name="Oval 108584">
              <a:extLst>
                <a:ext uri="{FF2B5EF4-FFF2-40B4-BE49-F238E27FC236}">
                  <a16:creationId xmlns:a16="http://schemas.microsoft.com/office/drawing/2014/main" id="{25B827B4-03A7-7864-AD0E-8054A4375CB7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586" name="Oval 108585">
              <a:extLst>
                <a:ext uri="{FF2B5EF4-FFF2-40B4-BE49-F238E27FC236}">
                  <a16:creationId xmlns:a16="http://schemas.microsoft.com/office/drawing/2014/main" id="{3D319E2D-F16E-1C14-E0D4-6148FDDB92D6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108587" name="Oval 108586">
              <a:extLst>
                <a:ext uri="{FF2B5EF4-FFF2-40B4-BE49-F238E27FC236}">
                  <a16:creationId xmlns:a16="http://schemas.microsoft.com/office/drawing/2014/main" id="{9501C3EA-4DCD-F389-D776-4F85769F04A0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108605" name="Group 108604">
            <a:extLst>
              <a:ext uri="{FF2B5EF4-FFF2-40B4-BE49-F238E27FC236}">
                <a16:creationId xmlns:a16="http://schemas.microsoft.com/office/drawing/2014/main" id="{86664403-2656-537E-30B1-E626AEAA5F4E}"/>
              </a:ext>
            </a:extLst>
          </p:cNvPr>
          <p:cNvGrpSpPr>
            <a:grpSpLocks noChangeAspect="1"/>
          </p:cNvGrpSpPr>
          <p:nvPr/>
        </p:nvGrpSpPr>
        <p:grpSpPr>
          <a:xfrm>
            <a:off x="9062705" y="3892296"/>
            <a:ext cx="755443" cy="1056016"/>
            <a:chOff x="8004611" y="3722747"/>
            <a:chExt cx="1510885" cy="2112032"/>
          </a:xfrm>
        </p:grpSpPr>
        <p:grpSp>
          <p:nvGrpSpPr>
            <p:cNvPr id="108606" name="Group 108605">
              <a:extLst>
                <a:ext uri="{FF2B5EF4-FFF2-40B4-BE49-F238E27FC236}">
                  <a16:creationId xmlns:a16="http://schemas.microsoft.com/office/drawing/2014/main" id="{F275579C-0DF7-880B-96BF-B4508F81C723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611" name="Group 108610">
                <a:extLst>
                  <a:ext uri="{FF2B5EF4-FFF2-40B4-BE49-F238E27FC236}">
                    <a16:creationId xmlns:a16="http://schemas.microsoft.com/office/drawing/2014/main" id="{02A824D5-D2C8-FF4F-C5F1-77683AA94A6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622" name="Straight Connector 108621">
                  <a:extLst>
                    <a:ext uri="{FF2B5EF4-FFF2-40B4-BE49-F238E27FC236}">
                      <a16:creationId xmlns:a16="http://schemas.microsoft.com/office/drawing/2014/main" id="{ECE784B4-1212-C21B-6009-3F1E7CD019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23" name="Straight Connector 108622">
                  <a:extLst>
                    <a:ext uri="{FF2B5EF4-FFF2-40B4-BE49-F238E27FC236}">
                      <a16:creationId xmlns:a16="http://schemas.microsoft.com/office/drawing/2014/main" id="{66F48D8B-3069-3B5D-BFD4-4C612E774F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24" name="TextBox 108623">
                  <a:extLst>
                    <a:ext uri="{FF2B5EF4-FFF2-40B4-BE49-F238E27FC236}">
                      <a16:creationId xmlns:a16="http://schemas.microsoft.com/office/drawing/2014/main" id="{025F0D60-C50D-FB5D-243E-A651270F20E7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25" name="TextBox 108624">
                  <a:extLst>
                    <a:ext uri="{FF2B5EF4-FFF2-40B4-BE49-F238E27FC236}">
                      <a16:creationId xmlns:a16="http://schemas.microsoft.com/office/drawing/2014/main" id="{B710245E-B9F5-ED4C-50A0-86D6125568B3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12" name="Group 108611">
                <a:extLst>
                  <a:ext uri="{FF2B5EF4-FFF2-40B4-BE49-F238E27FC236}">
                    <a16:creationId xmlns:a16="http://schemas.microsoft.com/office/drawing/2014/main" id="{9A5F9A21-FBAA-9CDD-D277-4D3E55B3FCFC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618" name="Straight Connector 108617">
                  <a:extLst>
                    <a:ext uri="{FF2B5EF4-FFF2-40B4-BE49-F238E27FC236}">
                      <a16:creationId xmlns:a16="http://schemas.microsoft.com/office/drawing/2014/main" id="{92872496-A964-1CC2-AA20-C1763017A1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19" name="Straight Connector 108618">
                  <a:extLst>
                    <a:ext uri="{FF2B5EF4-FFF2-40B4-BE49-F238E27FC236}">
                      <a16:creationId xmlns:a16="http://schemas.microsoft.com/office/drawing/2014/main" id="{EF3B4FC0-7930-132E-23B0-FC61791ACF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20" name="TextBox 108619">
                  <a:extLst>
                    <a:ext uri="{FF2B5EF4-FFF2-40B4-BE49-F238E27FC236}">
                      <a16:creationId xmlns:a16="http://schemas.microsoft.com/office/drawing/2014/main" id="{310ED2AE-8DC7-DEB3-6817-D39D5DEF504C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21" name="TextBox 108620">
                  <a:extLst>
                    <a:ext uri="{FF2B5EF4-FFF2-40B4-BE49-F238E27FC236}">
                      <a16:creationId xmlns:a16="http://schemas.microsoft.com/office/drawing/2014/main" id="{A3BDEFA0-B639-006C-AD42-251460F954F2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13" name="Group 108612">
                <a:extLst>
                  <a:ext uri="{FF2B5EF4-FFF2-40B4-BE49-F238E27FC236}">
                    <a16:creationId xmlns:a16="http://schemas.microsoft.com/office/drawing/2014/main" id="{B7A0D685-0085-6D53-7E53-C33817350362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614" name="Straight Connector 108613">
                  <a:extLst>
                    <a:ext uri="{FF2B5EF4-FFF2-40B4-BE49-F238E27FC236}">
                      <a16:creationId xmlns:a16="http://schemas.microsoft.com/office/drawing/2014/main" id="{DB7F04E0-C26C-0DC9-691E-3B742AA32B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15" name="Straight Connector 108614">
                  <a:extLst>
                    <a:ext uri="{FF2B5EF4-FFF2-40B4-BE49-F238E27FC236}">
                      <a16:creationId xmlns:a16="http://schemas.microsoft.com/office/drawing/2014/main" id="{A515DACA-B3A3-D3AF-3F80-1D5054F9C9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16" name="TextBox 108615">
                  <a:extLst>
                    <a:ext uri="{FF2B5EF4-FFF2-40B4-BE49-F238E27FC236}">
                      <a16:creationId xmlns:a16="http://schemas.microsoft.com/office/drawing/2014/main" id="{03A1EDE2-5376-92CC-F27B-27043EF0DA49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17" name="TextBox 108616">
                  <a:extLst>
                    <a:ext uri="{FF2B5EF4-FFF2-40B4-BE49-F238E27FC236}">
                      <a16:creationId xmlns:a16="http://schemas.microsoft.com/office/drawing/2014/main" id="{E505FAF9-077E-572C-A1BA-281A3BC97F29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607" name="Straight Connector 108606">
              <a:extLst>
                <a:ext uri="{FF2B5EF4-FFF2-40B4-BE49-F238E27FC236}">
                  <a16:creationId xmlns:a16="http://schemas.microsoft.com/office/drawing/2014/main" id="{D859601D-93DE-C4DA-FDDC-7AA1C5210370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608" name="Oval 108607">
              <a:extLst>
                <a:ext uri="{FF2B5EF4-FFF2-40B4-BE49-F238E27FC236}">
                  <a16:creationId xmlns:a16="http://schemas.microsoft.com/office/drawing/2014/main" id="{1FDA168B-1795-1EBB-2FD3-D0E7CA1F827A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609" name="Oval 108608">
              <a:extLst>
                <a:ext uri="{FF2B5EF4-FFF2-40B4-BE49-F238E27FC236}">
                  <a16:creationId xmlns:a16="http://schemas.microsoft.com/office/drawing/2014/main" id="{05104669-1CB5-CD40-7B2D-289052209DD0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108610" name="Oval 108609">
              <a:extLst>
                <a:ext uri="{FF2B5EF4-FFF2-40B4-BE49-F238E27FC236}">
                  <a16:creationId xmlns:a16="http://schemas.microsoft.com/office/drawing/2014/main" id="{0A67E4B7-A673-7800-04BA-17B56CECD921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grpSp>
        <p:nvGrpSpPr>
          <p:cNvPr id="108626" name="Group 108625">
            <a:extLst>
              <a:ext uri="{FF2B5EF4-FFF2-40B4-BE49-F238E27FC236}">
                <a16:creationId xmlns:a16="http://schemas.microsoft.com/office/drawing/2014/main" id="{15E8ADAF-8DEB-946D-0DE7-0173DE3662FF}"/>
              </a:ext>
            </a:extLst>
          </p:cNvPr>
          <p:cNvGrpSpPr>
            <a:grpSpLocks noChangeAspect="1"/>
          </p:cNvGrpSpPr>
          <p:nvPr/>
        </p:nvGrpSpPr>
        <p:grpSpPr>
          <a:xfrm>
            <a:off x="9118245" y="5164850"/>
            <a:ext cx="755443" cy="1056016"/>
            <a:chOff x="8004611" y="3722747"/>
            <a:chExt cx="1510885" cy="2112032"/>
          </a:xfrm>
        </p:grpSpPr>
        <p:grpSp>
          <p:nvGrpSpPr>
            <p:cNvPr id="108627" name="Group 108626">
              <a:extLst>
                <a:ext uri="{FF2B5EF4-FFF2-40B4-BE49-F238E27FC236}">
                  <a16:creationId xmlns:a16="http://schemas.microsoft.com/office/drawing/2014/main" id="{73530FB5-B820-AFDA-731B-C1B548995FA3}"/>
                </a:ext>
              </a:extLst>
            </p:cNvPr>
            <p:cNvGrpSpPr/>
            <p:nvPr/>
          </p:nvGrpSpPr>
          <p:grpSpPr>
            <a:xfrm>
              <a:off x="8079392" y="3722747"/>
              <a:ext cx="1436104" cy="2112032"/>
              <a:chOff x="6899787" y="1925532"/>
              <a:chExt cx="3365994" cy="4585427"/>
            </a:xfrm>
          </p:grpSpPr>
          <p:grpSp>
            <p:nvGrpSpPr>
              <p:cNvPr id="108632" name="Group 108631">
                <a:extLst>
                  <a:ext uri="{FF2B5EF4-FFF2-40B4-BE49-F238E27FC236}">
                    <a16:creationId xmlns:a16="http://schemas.microsoft.com/office/drawing/2014/main" id="{D75BCC7F-3CAF-C148-CF44-15F4E275576A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108643" name="Straight Connector 108642">
                  <a:extLst>
                    <a:ext uri="{FF2B5EF4-FFF2-40B4-BE49-F238E27FC236}">
                      <a16:creationId xmlns:a16="http://schemas.microsoft.com/office/drawing/2014/main" id="{82FA71B6-BDFC-835C-4653-F453F36C97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44" name="Straight Connector 108643">
                  <a:extLst>
                    <a:ext uri="{FF2B5EF4-FFF2-40B4-BE49-F238E27FC236}">
                      <a16:creationId xmlns:a16="http://schemas.microsoft.com/office/drawing/2014/main" id="{77C2EDA6-65E8-C669-766F-82A29AF672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45" name="TextBox 108644">
                  <a:extLst>
                    <a:ext uri="{FF2B5EF4-FFF2-40B4-BE49-F238E27FC236}">
                      <a16:creationId xmlns:a16="http://schemas.microsoft.com/office/drawing/2014/main" id="{38CD4BB7-3157-A1F6-4E2E-D96BFEA25341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46" name="TextBox 108645">
                  <a:extLst>
                    <a:ext uri="{FF2B5EF4-FFF2-40B4-BE49-F238E27FC236}">
                      <a16:creationId xmlns:a16="http://schemas.microsoft.com/office/drawing/2014/main" id="{31042178-A8E8-4A08-C92E-85A8B769B144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33" name="Group 108632">
                <a:extLst>
                  <a:ext uri="{FF2B5EF4-FFF2-40B4-BE49-F238E27FC236}">
                    <a16:creationId xmlns:a16="http://schemas.microsoft.com/office/drawing/2014/main" id="{3B4023B4-39B4-EE65-314B-EFA98B897B87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81205" cy="2253734"/>
                <a:chOff x="1696064" y="3569111"/>
                <a:chExt cx="1681205" cy="2253734"/>
              </a:xfrm>
            </p:grpSpPr>
            <p:cxnSp>
              <p:nvCxnSpPr>
                <p:cNvPr id="108639" name="Straight Connector 108638">
                  <a:extLst>
                    <a:ext uri="{FF2B5EF4-FFF2-40B4-BE49-F238E27FC236}">
                      <a16:creationId xmlns:a16="http://schemas.microsoft.com/office/drawing/2014/main" id="{5109D79F-C444-85CC-5957-CDB369D3DD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40" name="Straight Connector 108639">
                  <a:extLst>
                    <a:ext uri="{FF2B5EF4-FFF2-40B4-BE49-F238E27FC236}">
                      <a16:creationId xmlns:a16="http://schemas.microsoft.com/office/drawing/2014/main" id="{60D0D8A8-78C2-1FA0-DF5F-2A42263997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81205" cy="687129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41" name="TextBox 108640">
                  <a:extLst>
                    <a:ext uri="{FF2B5EF4-FFF2-40B4-BE49-F238E27FC236}">
                      <a16:creationId xmlns:a16="http://schemas.microsoft.com/office/drawing/2014/main" id="{55187FF8-2873-A811-DF58-2975E5312EBD}"/>
                    </a:ext>
                  </a:extLst>
                </p:cNvPr>
                <p:cNvSpPr txBox="1"/>
                <p:nvPr/>
              </p:nvSpPr>
              <p:spPr>
                <a:xfrm>
                  <a:off x="2069496" y="4107426"/>
                  <a:ext cx="1102441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42" name="TextBox 108641">
                  <a:extLst>
                    <a:ext uri="{FF2B5EF4-FFF2-40B4-BE49-F238E27FC236}">
                      <a16:creationId xmlns:a16="http://schemas.microsoft.com/office/drawing/2014/main" id="{44AF9EC7-12EE-F9F8-6553-2046F5088342}"/>
                    </a:ext>
                  </a:extLst>
                </p:cNvPr>
                <p:cNvSpPr txBox="1"/>
                <p:nvPr/>
              </p:nvSpPr>
              <p:spPr>
                <a:xfrm>
                  <a:off x="2115949" y="5020989"/>
                  <a:ext cx="914399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  <p:grpSp>
            <p:nvGrpSpPr>
              <p:cNvPr id="108634" name="Group 108633">
                <a:extLst>
                  <a:ext uri="{FF2B5EF4-FFF2-40B4-BE49-F238E27FC236}">
                    <a16:creationId xmlns:a16="http://schemas.microsoft.com/office/drawing/2014/main" id="{656CCEA7-CDE2-3F27-BDC0-579F9EFDCDC3}"/>
                  </a:ext>
                </a:extLst>
              </p:cNvPr>
              <p:cNvGrpSpPr/>
              <p:nvPr/>
            </p:nvGrpSpPr>
            <p:grpSpPr>
              <a:xfrm>
                <a:off x="8544639" y="4514730"/>
                <a:ext cx="1721142" cy="1996229"/>
                <a:chOff x="1696064" y="4005046"/>
                <a:chExt cx="1721142" cy="1996229"/>
              </a:xfrm>
            </p:grpSpPr>
            <p:cxnSp>
              <p:nvCxnSpPr>
                <p:cNvPr id="108635" name="Straight Connector 108634">
                  <a:extLst>
                    <a:ext uri="{FF2B5EF4-FFF2-40B4-BE49-F238E27FC236}">
                      <a16:creationId xmlns:a16="http://schemas.microsoft.com/office/drawing/2014/main" id="{D9629EA3-5DD9-5E53-32C0-DECA38C23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005046"/>
                  <a:ext cx="1704049" cy="640698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636" name="Straight Connector 108635">
                  <a:extLst>
                    <a:ext uri="{FF2B5EF4-FFF2-40B4-BE49-F238E27FC236}">
                      <a16:creationId xmlns:a16="http://schemas.microsoft.com/office/drawing/2014/main" id="{F9779234-51D3-79D3-BDBF-D6717A37D8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637" name="TextBox 108636">
                  <a:extLst>
                    <a:ext uri="{FF2B5EF4-FFF2-40B4-BE49-F238E27FC236}">
                      <a16:creationId xmlns:a16="http://schemas.microsoft.com/office/drawing/2014/main" id="{83EFBFC3-D317-7558-939B-B585E67A83F3}"/>
                    </a:ext>
                  </a:extLst>
                </p:cNvPr>
                <p:cNvSpPr txBox="1"/>
                <p:nvPr/>
              </p:nvSpPr>
              <p:spPr>
                <a:xfrm>
                  <a:off x="2314764" y="4168864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</a:t>
                  </a:r>
                  <a:endParaRPr lang="en-SG" dirty="0"/>
                </a:p>
              </p:txBody>
            </p:sp>
            <p:sp>
              <p:nvSpPr>
                <p:cNvPr id="108638" name="TextBox 108637">
                  <a:extLst>
                    <a:ext uri="{FF2B5EF4-FFF2-40B4-BE49-F238E27FC236}">
                      <a16:creationId xmlns:a16="http://schemas.microsoft.com/office/drawing/2014/main" id="{1848010E-4FF0-BE13-5426-13175A1BF12E}"/>
                    </a:ext>
                  </a:extLst>
                </p:cNvPr>
                <p:cNvSpPr txBox="1"/>
                <p:nvPr/>
              </p:nvSpPr>
              <p:spPr>
                <a:xfrm>
                  <a:off x="2104004" y="5199420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R</a:t>
                  </a:r>
                </a:p>
              </p:txBody>
            </p:sp>
          </p:grpSp>
        </p:grpSp>
        <p:cxnSp>
          <p:nvCxnSpPr>
            <p:cNvPr id="108628" name="Straight Connector 108627">
              <a:extLst>
                <a:ext uri="{FF2B5EF4-FFF2-40B4-BE49-F238E27FC236}">
                  <a16:creationId xmlns:a16="http://schemas.microsoft.com/office/drawing/2014/main" id="{36F33096-A919-8718-79A2-9EE744115272}"/>
                </a:ext>
              </a:extLst>
            </p:cNvPr>
            <p:cNvCxnSpPr/>
            <p:nvPr/>
          </p:nvCxnSpPr>
          <p:spPr>
            <a:xfrm>
              <a:off x="8750849" y="4219244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629" name="Oval 108628">
              <a:extLst>
                <a:ext uri="{FF2B5EF4-FFF2-40B4-BE49-F238E27FC236}">
                  <a16:creationId xmlns:a16="http://schemas.microsoft.com/office/drawing/2014/main" id="{B31944F9-A122-3247-8719-B012E7E20A45}"/>
                </a:ext>
              </a:extLst>
            </p:cNvPr>
            <p:cNvSpPr/>
            <p:nvPr/>
          </p:nvSpPr>
          <p:spPr>
            <a:xfrm>
              <a:off x="8004611" y="4587913"/>
              <a:ext cx="230443" cy="24343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1</a:t>
              </a:r>
            </a:p>
          </p:txBody>
        </p:sp>
        <p:sp>
          <p:nvSpPr>
            <p:cNvPr id="108630" name="Oval 108629">
              <a:extLst>
                <a:ext uri="{FF2B5EF4-FFF2-40B4-BE49-F238E27FC236}">
                  <a16:creationId xmlns:a16="http://schemas.microsoft.com/office/drawing/2014/main" id="{752A8201-B644-1924-3278-067CAA4E653D}"/>
                </a:ext>
              </a:extLst>
            </p:cNvPr>
            <p:cNvSpPr/>
            <p:nvPr/>
          </p:nvSpPr>
          <p:spPr>
            <a:xfrm>
              <a:off x="8618811" y="4082371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  <p:sp>
          <p:nvSpPr>
            <p:cNvPr id="108631" name="Oval 108630">
              <a:extLst>
                <a:ext uri="{FF2B5EF4-FFF2-40B4-BE49-F238E27FC236}">
                  <a16:creationId xmlns:a16="http://schemas.microsoft.com/office/drawing/2014/main" id="{930E5720-19BF-54E5-95BA-1661DCA350AB}"/>
                </a:ext>
              </a:extLst>
            </p:cNvPr>
            <p:cNvSpPr/>
            <p:nvPr/>
          </p:nvSpPr>
          <p:spPr>
            <a:xfrm>
              <a:off x="8640691" y="5053034"/>
              <a:ext cx="230443" cy="24343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2</a:t>
              </a:r>
            </a:p>
          </p:txBody>
        </p:sp>
      </p:grpSp>
      <p:sp>
        <p:nvSpPr>
          <p:cNvPr id="108649" name="TextBox 108648">
            <a:extLst>
              <a:ext uri="{FF2B5EF4-FFF2-40B4-BE49-F238E27FC236}">
                <a16:creationId xmlns:a16="http://schemas.microsoft.com/office/drawing/2014/main" id="{67095366-BDCE-CC28-19FC-FD9144A3CB48}"/>
              </a:ext>
            </a:extLst>
          </p:cNvPr>
          <p:cNvSpPr txBox="1"/>
          <p:nvPr/>
        </p:nvSpPr>
        <p:spPr>
          <a:xfrm>
            <a:off x="6825036" y="1290805"/>
            <a:ext cx="110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Game A</a:t>
            </a:r>
            <a:endParaRPr lang="en-SG" b="1" dirty="0"/>
          </a:p>
        </p:txBody>
      </p:sp>
      <p:sp>
        <p:nvSpPr>
          <p:cNvPr id="108650" name="TextBox 108649">
            <a:extLst>
              <a:ext uri="{FF2B5EF4-FFF2-40B4-BE49-F238E27FC236}">
                <a16:creationId xmlns:a16="http://schemas.microsoft.com/office/drawing/2014/main" id="{A5BD9018-C93A-ED43-BE85-37ACAFD1AA62}"/>
              </a:ext>
            </a:extLst>
          </p:cNvPr>
          <p:cNvSpPr txBox="1"/>
          <p:nvPr/>
        </p:nvSpPr>
        <p:spPr>
          <a:xfrm>
            <a:off x="9061488" y="1149506"/>
            <a:ext cx="110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Game B</a:t>
            </a:r>
            <a:endParaRPr lang="en-SG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4ED89-2487-42BB-5287-9355CEC7608E}"/>
              </a:ext>
            </a:extLst>
          </p:cNvPr>
          <p:cNvSpPr/>
          <p:nvPr/>
        </p:nvSpPr>
        <p:spPr>
          <a:xfrm>
            <a:off x="5241684" y="1107956"/>
            <a:ext cx="5308728" cy="53253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6CB30-2D8B-2D6F-4EFE-3EFCD01693C6}"/>
              </a:ext>
            </a:extLst>
          </p:cNvPr>
          <p:cNvSpPr/>
          <p:nvPr/>
        </p:nvSpPr>
        <p:spPr>
          <a:xfrm>
            <a:off x="9054662" y="1488863"/>
            <a:ext cx="1050153" cy="1171143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E625D5-C401-F361-5AB8-07525545103F}"/>
              </a:ext>
            </a:extLst>
          </p:cNvPr>
          <p:cNvSpPr/>
          <p:nvPr/>
        </p:nvSpPr>
        <p:spPr>
          <a:xfrm>
            <a:off x="9041348" y="2691714"/>
            <a:ext cx="1050153" cy="1171143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B81506-4DFF-9827-19CE-223F6F2233D8}"/>
              </a:ext>
            </a:extLst>
          </p:cNvPr>
          <p:cNvSpPr/>
          <p:nvPr/>
        </p:nvSpPr>
        <p:spPr>
          <a:xfrm>
            <a:off x="9023045" y="3913703"/>
            <a:ext cx="1050153" cy="1171143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B904D-8226-7197-DB0E-F5290B93924D}"/>
              </a:ext>
            </a:extLst>
          </p:cNvPr>
          <p:cNvSpPr/>
          <p:nvPr/>
        </p:nvSpPr>
        <p:spPr>
          <a:xfrm>
            <a:off x="9014692" y="5132527"/>
            <a:ext cx="1050153" cy="1171143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75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D650-87DA-40F9-8CA6-5134E768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3a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DD432-5623-482A-A22D-31450925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40</a:t>
            </a:fld>
            <a:endParaRPr lang="en-GB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43FD5E-E16F-9BFD-288C-621C77B80F4F}"/>
              </a:ext>
            </a:extLst>
          </p:cNvPr>
          <p:cNvGrpSpPr/>
          <p:nvPr/>
        </p:nvGrpSpPr>
        <p:grpSpPr>
          <a:xfrm>
            <a:off x="1962441" y="1840318"/>
            <a:ext cx="2461028" cy="3984921"/>
            <a:chOff x="2705100" y="1998133"/>
            <a:chExt cx="1600318" cy="272704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C243CE-26D9-F62E-1877-DF404A684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0084" y="2509505"/>
              <a:ext cx="14375" cy="612218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3458EF2-8DF1-F775-C9F7-D20B48B6717B}"/>
                </a:ext>
              </a:extLst>
            </p:cNvPr>
            <p:cNvGrpSpPr/>
            <p:nvPr/>
          </p:nvGrpSpPr>
          <p:grpSpPr>
            <a:xfrm>
              <a:off x="2705100" y="2874010"/>
              <a:ext cx="609600" cy="1343025"/>
              <a:chOff x="0" y="-323850"/>
              <a:chExt cx="609600" cy="1343025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046FC61-3193-8264-B1CD-10999B3E17DC}"/>
                  </a:ext>
                </a:extLst>
              </p:cNvPr>
              <p:cNvCxnSpPr/>
              <p:nvPr/>
            </p:nvCxnSpPr>
            <p:spPr>
              <a:xfrm flipV="1">
                <a:off x="76200" y="-323850"/>
                <a:ext cx="533400" cy="6858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5B9B3C2-06D5-DB1A-353B-632D7D2AAEE9}"/>
                  </a:ext>
                </a:extLst>
              </p:cNvPr>
              <p:cNvCxnSpPr/>
              <p:nvPr/>
            </p:nvCxnSpPr>
            <p:spPr>
              <a:xfrm>
                <a:off x="57150" y="380823"/>
                <a:ext cx="552450" cy="638352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F1EB6F2-A7A2-CD86-6591-CEE5B262857E}"/>
                  </a:ext>
                </a:extLst>
              </p:cNvPr>
              <p:cNvSpPr/>
              <p:nvPr/>
            </p:nvSpPr>
            <p:spPr>
              <a:xfrm>
                <a:off x="0" y="323850"/>
                <a:ext cx="123825" cy="123825"/>
              </a:xfrm>
              <a:prstGeom prst="ellipse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SG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90BB457-ECDD-8539-E14F-8CCC07036481}"/>
                </a:ext>
              </a:extLst>
            </p:cNvPr>
            <p:cNvGrpSpPr/>
            <p:nvPr/>
          </p:nvGrpSpPr>
          <p:grpSpPr>
            <a:xfrm>
              <a:off x="3276600" y="2435860"/>
              <a:ext cx="581025" cy="704850"/>
              <a:chOff x="0" y="0"/>
              <a:chExt cx="581025" cy="70485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6FB4C86-EDF5-75E1-E673-CAB8527BD326}"/>
                  </a:ext>
                </a:extLst>
              </p:cNvPr>
              <p:cNvCxnSpPr/>
              <p:nvPr/>
            </p:nvCxnSpPr>
            <p:spPr>
              <a:xfrm flipV="1">
                <a:off x="76200" y="0"/>
                <a:ext cx="504825" cy="36195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AF6F2D8-0C24-7EE8-ABAB-A183AA3B30E6}"/>
                  </a:ext>
                </a:extLst>
              </p:cNvPr>
              <p:cNvCxnSpPr/>
              <p:nvPr/>
            </p:nvCxnSpPr>
            <p:spPr>
              <a:xfrm>
                <a:off x="57150" y="381000"/>
                <a:ext cx="466725" cy="32385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678546-CA94-370C-C9B7-0947484414E6}"/>
                  </a:ext>
                </a:extLst>
              </p:cNvPr>
              <p:cNvSpPr/>
              <p:nvPr/>
            </p:nvSpPr>
            <p:spPr>
              <a:xfrm>
                <a:off x="0" y="323850"/>
                <a:ext cx="123825" cy="123825"/>
              </a:xfrm>
              <a:prstGeom prst="ellipse">
                <a:avLst/>
              </a:prstGeom>
              <a:ln w="19050"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SG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0ABCC25-5CFB-C77D-E9A5-1407EC2C747A}"/>
                </a:ext>
              </a:extLst>
            </p:cNvPr>
            <p:cNvGrpSpPr/>
            <p:nvPr/>
          </p:nvGrpSpPr>
          <p:grpSpPr>
            <a:xfrm>
              <a:off x="3286125" y="3745230"/>
              <a:ext cx="598352" cy="979944"/>
              <a:chOff x="0" y="-95250"/>
              <a:chExt cx="598352" cy="979944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A700380-58FE-F602-C4CC-716352FEF4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200" y="-95250"/>
                <a:ext cx="522152" cy="4572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CC566B9-5F9C-4B3D-2AC9-4F5E239438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0" y="381000"/>
                <a:ext cx="514350" cy="50369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12D6D99-A85C-9E78-CF73-1FF11E0A0293}"/>
                  </a:ext>
                </a:extLst>
              </p:cNvPr>
              <p:cNvSpPr/>
              <p:nvPr/>
            </p:nvSpPr>
            <p:spPr>
              <a:xfrm>
                <a:off x="0" y="323850"/>
                <a:ext cx="123825" cy="123825"/>
              </a:xfrm>
              <a:prstGeom prst="ellipse">
                <a:avLst/>
              </a:prstGeom>
              <a:ln w="19050"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SG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D7306A4-6882-03F8-3780-878E317E8869}"/>
                </a:ext>
              </a:extLst>
            </p:cNvPr>
            <p:cNvGrpSpPr/>
            <p:nvPr/>
          </p:nvGrpSpPr>
          <p:grpSpPr>
            <a:xfrm rot="1509237">
              <a:off x="3723856" y="2841189"/>
              <a:ext cx="521162" cy="722755"/>
              <a:chOff x="0" y="0"/>
              <a:chExt cx="581025" cy="72390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85C03D9-4484-7A7D-2A5A-6DA1CAD57C13}"/>
                  </a:ext>
                </a:extLst>
              </p:cNvPr>
              <p:cNvCxnSpPr/>
              <p:nvPr/>
            </p:nvCxnSpPr>
            <p:spPr>
              <a:xfrm flipV="1">
                <a:off x="76200" y="0"/>
                <a:ext cx="504825" cy="36195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22AD1BB-9C76-BF2A-833B-A3080238BD72}"/>
                  </a:ext>
                </a:extLst>
              </p:cNvPr>
              <p:cNvCxnSpPr/>
              <p:nvPr/>
            </p:nvCxnSpPr>
            <p:spPr>
              <a:xfrm>
                <a:off x="57150" y="381000"/>
                <a:ext cx="514350" cy="3429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68233A0-38FF-E157-69D8-9ED223A4392A}"/>
                  </a:ext>
                </a:extLst>
              </p:cNvPr>
              <p:cNvSpPr/>
              <p:nvPr/>
            </p:nvSpPr>
            <p:spPr>
              <a:xfrm>
                <a:off x="0" y="323850"/>
                <a:ext cx="123825" cy="123825"/>
              </a:xfrm>
              <a:prstGeom prst="ellipse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SG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826819E-00C3-9C25-EAE2-E2ABD2D0B044}"/>
                </a:ext>
              </a:extLst>
            </p:cNvPr>
            <p:cNvGrpSpPr/>
            <p:nvPr/>
          </p:nvGrpSpPr>
          <p:grpSpPr>
            <a:xfrm rot="20478656">
              <a:off x="3724393" y="1998133"/>
              <a:ext cx="581025" cy="723900"/>
              <a:chOff x="0" y="0"/>
              <a:chExt cx="581025" cy="723900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FEB036D-973D-313A-CE56-7A6D1E506739}"/>
                  </a:ext>
                </a:extLst>
              </p:cNvPr>
              <p:cNvCxnSpPr/>
              <p:nvPr/>
            </p:nvCxnSpPr>
            <p:spPr>
              <a:xfrm flipV="1">
                <a:off x="76200" y="0"/>
                <a:ext cx="504825" cy="36195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1E827E6-DB56-BCD1-A971-B9C3927A2D7E}"/>
                  </a:ext>
                </a:extLst>
              </p:cNvPr>
              <p:cNvCxnSpPr/>
              <p:nvPr/>
            </p:nvCxnSpPr>
            <p:spPr>
              <a:xfrm>
                <a:off x="57150" y="381000"/>
                <a:ext cx="514350" cy="3429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094C7CA-DBD6-B66A-3C05-E4F9AA07D4BE}"/>
                  </a:ext>
                </a:extLst>
              </p:cNvPr>
              <p:cNvSpPr/>
              <p:nvPr/>
            </p:nvSpPr>
            <p:spPr>
              <a:xfrm>
                <a:off x="0" y="323850"/>
                <a:ext cx="123825" cy="123825"/>
              </a:xfrm>
              <a:prstGeom prst="ellipse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SG"/>
              </a:p>
            </p:txBody>
          </p:sp>
        </p:grpSp>
      </p:grpSp>
      <p:sp>
        <p:nvSpPr>
          <p:cNvPr id="31" name="Rectangle 22">
            <a:extLst>
              <a:ext uri="{FF2B5EF4-FFF2-40B4-BE49-F238E27FC236}">
                <a16:creationId xmlns:a16="http://schemas.microsoft.com/office/drawing/2014/main" id="{5797A529-4A0F-D1A6-B89E-B09BB8E7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5CCA4D2B-F300-BC5B-779D-24F056252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73A7CEBB-A657-7387-2D2F-ECF4F51503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93749" y="2065077"/>
            <a:ext cx="5659435" cy="4656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/>
              <a:t>Consider the following extensive form game.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/>
              <a:t>Highlight all the subgames in the extensive form. 3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Recall, a SPNE is found by performing backward induction on the extensive form game.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altLang="en-US" sz="2000" i="1" dirty="0"/>
              <a:t>“There will always be a </a:t>
            </a:r>
            <a:r>
              <a:rPr lang="en-US" altLang="en-US" sz="2000" i="1" u="sng" dirty="0"/>
              <a:t>unique</a:t>
            </a:r>
            <a:r>
              <a:rPr lang="en-US" altLang="en-US" sz="2000" i="1" dirty="0"/>
              <a:t> SPNE for this extensive form game.” </a:t>
            </a:r>
            <a:r>
              <a:rPr lang="en-US" altLang="en-US" sz="2000" dirty="0"/>
              <a:t>True or False? F</a:t>
            </a:r>
            <a:endParaRPr lang="en-US" altLang="en-US" sz="1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7C6078E-8852-22DB-0B60-30976BBAE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057" y="260185"/>
            <a:ext cx="1679804" cy="16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256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D650-87DA-40F9-8CA6-5134E768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3b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84EF-22C8-4EF1-B3AC-5CD9C82F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348776"/>
          </a:xfrm>
        </p:spPr>
        <p:txBody>
          <a:bodyPr>
            <a:normAutofit/>
          </a:bodyPr>
          <a:lstStyle/>
          <a:p>
            <a:r>
              <a:rPr lang="en-US" sz="2000" dirty="0"/>
              <a:t>Player 1 can first choose between A or B. </a:t>
            </a:r>
            <a:br>
              <a:rPr lang="en-US" sz="2000" dirty="0"/>
            </a:br>
            <a:r>
              <a:rPr lang="en-US" sz="2000" dirty="0"/>
              <a:t>If he chooses A, the payoffs of Player 1 and 2 are (5,5).</a:t>
            </a:r>
            <a:br>
              <a:rPr lang="en-US" sz="2000" dirty="0"/>
            </a:br>
            <a:r>
              <a:rPr lang="en-US" sz="2000" dirty="0"/>
              <a:t>If he chooses B, Players 1 and 2 play a simultaneous game with the following payoff matrix.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Solve for all pure strategy SPNE.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DD432-5623-482A-A22D-31450925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2B4D8162-DB2A-BACA-B131-C3EDF38D1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8096476"/>
                  </p:ext>
                </p:extLst>
              </p:nvPr>
            </p:nvGraphicFramePr>
            <p:xfrm>
              <a:off x="2739259" y="3265191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3,  </m:t>
                                </m:r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SG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2B4D8162-DB2A-BACA-B131-C3EDF38D1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8096476"/>
                  </p:ext>
                </p:extLst>
              </p:nvPr>
            </p:nvGraphicFramePr>
            <p:xfrm>
              <a:off x="2739259" y="3265191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106452" r="-101253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106452" r="-498" b="-1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209836" r="-10125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209836" r="-498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4244EC2-6135-C9B2-BA9E-7DDB9D82210E}"/>
              </a:ext>
            </a:extLst>
          </p:cNvPr>
          <p:cNvSpPr txBox="1"/>
          <p:nvPr/>
        </p:nvSpPr>
        <p:spPr>
          <a:xfrm>
            <a:off x="5941139" y="2832574"/>
            <a:ext cx="94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2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897E0-FDE5-8215-5AB5-B896BAF64C28}"/>
              </a:ext>
            </a:extLst>
          </p:cNvPr>
          <p:cNvSpPr txBox="1"/>
          <p:nvPr/>
        </p:nvSpPr>
        <p:spPr>
          <a:xfrm>
            <a:off x="1477567" y="3838838"/>
            <a:ext cx="94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1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555798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609E-06F3-4BC5-AAF3-53EBE98C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48" y="2600338"/>
            <a:ext cx="9950103" cy="103030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Repeated Games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1890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BD99D1-032C-1073-1BFC-53BF178B543E}"/>
              </a:ext>
            </a:extLst>
          </p:cNvPr>
          <p:cNvSpPr/>
          <p:nvPr/>
        </p:nvSpPr>
        <p:spPr>
          <a:xfrm>
            <a:off x="782469" y="1360423"/>
            <a:ext cx="10627062" cy="1628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Repeated Games</a:t>
            </a:r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561630" cy="4755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/>
              <a:t>A strategic game is a </a:t>
            </a:r>
            <a:r>
              <a:rPr lang="en-US" altLang="en-US" sz="2000" b="1" dirty="0">
                <a:solidFill>
                  <a:srgbClr val="0000FF"/>
                </a:solidFill>
              </a:rPr>
              <a:t>repeated game</a:t>
            </a:r>
            <a:r>
              <a:rPr lang="en-US" altLang="en-US" sz="2000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if an identical </a:t>
            </a:r>
            <a:r>
              <a:rPr lang="en-US" altLang="en-US" sz="2000" b="1" i="1" dirty="0">
                <a:solidFill>
                  <a:srgbClr val="0000FF"/>
                </a:solidFill>
              </a:rPr>
              <a:t>stage game</a:t>
            </a:r>
            <a:r>
              <a:rPr lang="en-US" altLang="en-US" sz="2000" dirty="0"/>
              <a:t> is played once in each of a number of periods.</a:t>
            </a:r>
          </a:p>
          <a:p>
            <a:pPr lvl="1"/>
            <a:r>
              <a:rPr lang="en-US" altLang="en-US" sz="1600" dirty="0"/>
              <a:t>Special case of hybrid sequential game: combination of multiple identical stage games.</a:t>
            </a:r>
          </a:p>
          <a:p>
            <a:pPr lvl="1"/>
            <a:r>
              <a:rPr lang="en-US" altLang="en-US" sz="1600" dirty="0"/>
              <a:t>With finite periods, can be represented in extensive form as a sequence of stage games.</a:t>
            </a:r>
          </a:p>
          <a:p>
            <a:pPr lvl="1"/>
            <a:endParaRPr lang="en-US" altLang="en-US" sz="2000" dirty="0"/>
          </a:p>
          <a:p>
            <a:pPr eaLnBrk="1" hangingPunct="1"/>
            <a:r>
              <a:rPr lang="en-US" altLang="en-US" sz="2000" dirty="0"/>
              <a:t>Can be solved similar to Example 2 earlier.</a:t>
            </a:r>
            <a:endParaRPr lang="en-US" altLang="en-US" sz="1600" dirty="0"/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An interesting case is the </a:t>
            </a:r>
            <a:r>
              <a:rPr lang="en-US" altLang="en-US" sz="2000" b="1" dirty="0"/>
              <a:t>repeated Prisoner’s Dilemma</a:t>
            </a:r>
            <a:r>
              <a:rPr lang="en-US" altLang="en-US" sz="2000" dirty="0"/>
              <a:t>, which if you recall had a unique “bad” NE.</a:t>
            </a:r>
          </a:p>
          <a:p>
            <a:pPr eaLnBrk="1" hangingPunct="1"/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We will not go into too much detail, but will discuss the general outcomes.</a:t>
            </a:r>
          </a:p>
          <a:p>
            <a:pPr eaLnBrk="1" hangingPunct="1"/>
            <a:r>
              <a:rPr lang="en-US" altLang="en-US" sz="2000" dirty="0"/>
              <a:t>The potential outcomes of the game depend greatly on whether there are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sz="1600" dirty="0"/>
              <a:t>a </a:t>
            </a:r>
            <a:r>
              <a:rPr lang="en-US" altLang="en-US" sz="1600" u="sng" dirty="0"/>
              <a:t>finite</a:t>
            </a:r>
            <a:r>
              <a:rPr lang="en-US" altLang="en-US" sz="1600" dirty="0"/>
              <a:t> number of periods, or an </a:t>
            </a:r>
            <a:r>
              <a:rPr lang="en-US" altLang="en-US" sz="1600" u="sng" dirty="0"/>
              <a:t>infinite</a:t>
            </a:r>
            <a:r>
              <a:rPr lang="en-US" altLang="en-US" sz="1600" dirty="0"/>
              <a:t> number of periods.</a:t>
            </a:r>
          </a:p>
          <a:p>
            <a:pPr lvl="1" eaLnBrk="1" hangingPunct="1"/>
            <a:endParaRPr lang="en-US" altLang="en-US" sz="1800" dirty="0"/>
          </a:p>
          <a:p>
            <a:pPr lvl="1"/>
            <a:endParaRPr lang="en-US" alt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9D84B-FEDE-40C6-8A4A-0D87B246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6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en-US" dirty="0"/>
              <a:t>The Prisoner</a:t>
            </a:r>
            <a:r>
              <a:rPr lang="en-US" altLang="ja-JP" dirty="0"/>
              <a:t>’s Dilemma: Repeated Finitely 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23E5F4E2-BF6E-43E4-A1A7-91A8D1C2DB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54421" y="2123305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Silent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Confess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Silent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−5,  −5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−30,  −1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Confess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−1,  −30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−10,  −10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23E5F4E2-BF6E-43E4-A1A7-91A8D1C2DB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1137378"/>
                  </p:ext>
                </p:extLst>
              </p:nvPr>
            </p:nvGraphicFramePr>
            <p:xfrm>
              <a:off x="2654421" y="2123305"/>
              <a:ext cx="624494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Silent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Confess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Silent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108197" r="-1012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108197" r="-49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Confess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40" t="-208197" r="-1012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4975" t="-208197" r="-49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A47DA24-CF9F-4D57-96A5-8C17AC9730E5}"/>
              </a:ext>
            </a:extLst>
          </p:cNvPr>
          <p:cNvSpPr txBox="1"/>
          <p:nvPr/>
        </p:nvSpPr>
        <p:spPr>
          <a:xfrm>
            <a:off x="6078243" y="1690688"/>
            <a:ext cx="707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Clyde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45EBD-3211-49E8-BC1B-95F36CB17644}"/>
              </a:ext>
            </a:extLst>
          </p:cNvPr>
          <p:cNvSpPr txBox="1"/>
          <p:nvPr/>
        </p:nvSpPr>
        <p:spPr>
          <a:xfrm>
            <a:off x="1614255" y="269693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Bonnie</a:t>
            </a:r>
            <a:endParaRPr lang="en-GB" b="1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5E7D71C-AAC7-489B-9C0C-D9D2A38BD18C}"/>
              </a:ext>
            </a:extLst>
          </p:cNvPr>
          <p:cNvSpPr txBox="1">
            <a:spLocks noChangeArrowheads="1"/>
          </p:cNvSpPr>
          <p:nvPr/>
        </p:nvSpPr>
        <p:spPr>
          <a:xfrm>
            <a:off x="938371" y="3622176"/>
            <a:ext cx="10279743" cy="27832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Suppose the prisoner’s dilemma was played not just once, but for a </a:t>
            </a:r>
            <a:r>
              <a:rPr lang="en-US" altLang="en-US" sz="2000" b="1" dirty="0"/>
              <a:t>finite</a:t>
            </a:r>
            <a:r>
              <a:rPr lang="en-US" altLang="en-US" sz="2000" dirty="0"/>
              <a:t> number of periods, say 3 periods.</a:t>
            </a:r>
          </a:p>
          <a:p>
            <a:r>
              <a:rPr lang="en-US" altLang="en-US" sz="2000" dirty="0"/>
              <a:t>Players can now observe the outcomes in earlier rounds and condition their actions on them.</a:t>
            </a:r>
          </a:p>
          <a:p>
            <a:pPr lvl="1"/>
            <a:r>
              <a:rPr lang="en-US" altLang="en-US" sz="1600" b="1" dirty="0">
                <a:solidFill>
                  <a:srgbClr val="FF0000"/>
                </a:solidFill>
              </a:rPr>
              <a:t>When making their decisions, they consider the sum of their current and future payoffs.</a:t>
            </a:r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What will the outcome then be?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6A65-0A76-4C0C-97B9-59C66689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58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69134" y="192593"/>
            <a:ext cx="5762562" cy="1325563"/>
          </a:xfrm>
          <a:noFill/>
        </p:spPr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The Prisoner</a:t>
            </a:r>
            <a:r>
              <a:rPr lang="en-US" altLang="ja-JP" dirty="0"/>
              <a:t>’s Dilemma: Repeated Finitely 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6A65-0A76-4C0C-97B9-59C66689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45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8F9CD4-3B6B-8D2F-E0AE-C86428EBA8D1}"/>
              </a:ext>
            </a:extLst>
          </p:cNvPr>
          <p:cNvSpPr txBox="1"/>
          <p:nvPr/>
        </p:nvSpPr>
        <p:spPr>
          <a:xfrm>
            <a:off x="929149" y="606679"/>
            <a:ext cx="161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Extensive Form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75534C-EA36-3C26-0198-BCBC2376B9FF}"/>
              </a:ext>
            </a:extLst>
          </p:cNvPr>
          <p:cNvGrpSpPr/>
          <p:nvPr/>
        </p:nvGrpSpPr>
        <p:grpSpPr>
          <a:xfrm>
            <a:off x="1212772" y="1042683"/>
            <a:ext cx="2514910" cy="3891411"/>
            <a:chOff x="1072662" y="2356203"/>
            <a:chExt cx="1447966" cy="206458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5B6913A-5DD7-2009-2C73-4F559C402819}"/>
                </a:ext>
              </a:extLst>
            </p:cNvPr>
            <p:cNvGrpSpPr/>
            <p:nvPr/>
          </p:nvGrpSpPr>
          <p:grpSpPr>
            <a:xfrm>
              <a:off x="1072662" y="2356203"/>
              <a:ext cx="1447966" cy="2064583"/>
              <a:chOff x="6899787" y="1749648"/>
              <a:chExt cx="3393795" cy="448241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FEFF78D-1CD0-0805-C36C-60C58C7971F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C6BFE93F-4D8E-0343-B327-73F2BE8BAD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8F5630F-69F5-1C63-BA08-E7236FC237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B621091-EACA-1850-3524-B964FEF140AC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9588D1B-295A-1251-6F8D-D05970174A11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51E73FB-4999-52CB-2088-B16466D9761D}"/>
                  </a:ext>
                </a:extLst>
              </p:cNvPr>
              <p:cNvGrpSpPr/>
              <p:nvPr/>
            </p:nvGrpSpPr>
            <p:grpSpPr>
              <a:xfrm>
                <a:off x="8508288" y="1749648"/>
                <a:ext cx="1785294" cy="2135241"/>
                <a:chOff x="1696064" y="3393227"/>
                <a:chExt cx="1785294" cy="2135241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E76129A-D5BC-44FF-5B63-AEE59D2054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393227"/>
                  <a:ext cx="1785294" cy="1252516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DCB1022-41C3-4590-52B9-6865499C79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55877" cy="22623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5BF1A3-33D3-2E5C-1372-AD1C6A2C3B32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CFE31C6-6DAD-F68F-85BA-AB3048D5C174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5600401-9F77-1A14-1099-23A7F7942709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708798" cy="1628969"/>
                <a:chOff x="1696064" y="4093405"/>
                <a:chExt cx="1708798" cy="1628969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319C28F-1E33-2E55-9DB9-69FFA41D1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DA33BD1-C6BC-0A37-431E-0770C2766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2B4BD6B-6246-5C37-B89C-B47D19C57B2B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1C6B6E9-C660-30A9-4E8C-0EB7143CD228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EDA035B-B03E-DB8E-36FF-BEE898F0CEC6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25" name="Group 53724">
            <a:extLst>
              <a:ext uri="{FF2B5EF4-FFF2-40B4-BE49-F238E27FC236}">
                <a16:creationId xmlns:a16="http://schemas.microsoft.com/office/drawing/2014/main" id="{8758D8E3-CE61-CA86-B3AE-63E96CD32EE5}"/>
              </a:ext>
            </a:extLst>
          </p:cNvPr>
          <p:cNvGrpSpPr/>
          <p:nvPr/>
        </p:nvGrpSpPr>
        <p:grpSpPr>
          <a:xfrm>
            <a:off x="3701457" y="4486912"/>
            <a:ext cx="811397" cy="1031335"/>
            <a:chOff x="1072664" y="2605686"/>
            <a:chExt cx="1528032" cy="1802892"/>
          </a:xfrm>
        </p:grpSpPr>
        <p:grpSp>
          <p:nvGrpSpPr>
            <p:cNvPr id="53726" name="Group 53725">
              <a:extLst>
                <a:ext uri="{FF2B5EF4-FFF2-40B4-BE49-F238E27FC236}">
                  <a16:creationId xmlns:a16="http://schemas.microsoft.com/office/drawing/2014/main" id="{47D68648-AA5B-7A31-0020-73B21935F0DB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3728" name="Group 53727">
                <a:extLst>
                  <a:ext uri="{FF2B5EF4-FFF2-40B4-BE49-F238E27FC236}">
                    <a16:creationId xmlns:a16="http://schemas.microsoft.com/office/drawing/2014/main" id="{F5306F3A-A903-1C33-252C-C6F9BDAAD64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3739" name="Straight Connector 53738">
                  <a:extLst>
                    <a:ext uri="{FF2B5EF4-FFF2-40B4-BE49-F238E27FC236}">
                      <a16:creationId xmlns:a16="http://schemas.microsoft.com/office/drawing/2014/main" id="{FC41CE6C-D0BE-8F80-59DE-5B1A04130B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40" name="Straight Connector 53739">
                  <a:extLst>
                    <a:ext uri="{FF2B5EF4-FFF2-40B4-BE49-F238E27FC236}">
                      <a16:creationId xmlns:a16="http://schemas.microsoft.com/office/drawing/2014/main" id="{4E5B306E-CC65-4504-954D-E48A29A98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741" name="TextBox 53740">
                  <a:extLst>
                    <a:ext uri="{FF2B5EF4-FFF2-40B4-BE49-F238E27FC236}">
                      <a16:creationId xmlns:a16="http://schemas.microsoft.com/office/drawing/2014/main" id="{10CB255E-FE0A-EBAB-E4E6-D8E640C29BB4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3742" name="TextBox 53741">
                  <a:extLst>
                    <a:ext uri="{FF2B5EF4-FFF2-40B4-BE49-F238E27FC236}">
                      <a16:creationId xmlns:a16="http://schemas.microsoft.com/office/drawing/2014/main" id="{4C8C7956-227F-013A-EAC6-608A9B89111B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3729" name="Group 53728">
                <a:extLst>
                  <a:ext uri="{FF2B5EF4-FFF2-40B4-BE49-F238E27FC236}">
                    <a16:creationId xmlns:a16="http://schemas.microsoft.com/office/drawing/2014/main" id="{C83AEB83-6C48-91DA-E1BD-9D877604D609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3735" name="Straight Connector 53734">
                  <a:extLst>
                    <a:ext uri="{FF2B5EF4-FFF2-40B4-BE49-F238E27FC236}">
                      <a16:creationId xmlns:a16="http://schemas.microsoft.com/office/drawing/2014/main" id="{A792A21C-2013-0F34-99D2-1EFA93695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36" name="Straight Connector 53735">
                  <a:extLst>
                    <a:ext uri="{FF2B5EF4-FFF2-40B4-BE49-F238E27FC236}">
                      <a16:creationId xmlns:a16="http://schemas.microsoft.com/office/drawing/2014/main" id="{EAF61D6D-B66A-2863-4675-69BA013429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737" name="TextBox 53736">
                  <a:extLst>
                    <a:ext uri="{FF2B5EF4-FFF2-40B4-BE49-F238E27FC236}">
                      <a16:creationId xmlns:a16="http://schemas.microsoft.com/office/drawing/2014/main" id="{E87CC1BD-61EF-1A90-BE8D-95DFC25C5F6E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3738" name="TextBox 53737">
                  <a:extLst>
                    <a:ext uri="{FF2B5EF4-FFF2-40B4-BE49-F238E27FC236}">
                      <a16:creationId xmlns:a16="http://schemas.microsoft.com/office/drawing/2014/main" id="{C72E3D4D-48E3-CCF7-7FA1-CC5F1BE5D3AC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3730" name="Group 53729">
                <a:extLst>
                  <a:ext uri="{FF2B5EF4-FFF2-40B4-BE49-F238E27FC236}">
                    <a16:creationId xmlns:a16="http://schemas.microsoft.com/office/drawing/2014/main" id="{3A865C6F-8CC1-2412-40C0-573BBC41D136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3731" name="Straight Connector 53730">
                  <a:extLst>
                    <a:ext uri="{FF2B5EF4-FFF2-40B4-BE49-F238E27FC236}">
                      <a16:creationId xmlns:a16="http://schemas.microsoft.com/office/drawing/2014/main" id="{688BBD8D-7CAA-A977-CDD3-C82AA166D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32" name="Straight Connector 53731">
                  <a:extLst>
                    <a:ext uri="{FF2B5EF4-FFF2-40B4-BE49-F238E27FC236}">
                      <a16:creationId xmlns:a16="http://schemas.microsoft.com/office/drawing/2014/main" id="{12E60B3C-FAF8-01B4-DECA-9FD43BA448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733" name="TextBox 53732">
                  <a:extLst>
                    <a:ext uri="{FF2B5EF4-FFF2-40B4-BE49-F238E27FC236}">
                      <a16:creationId xmlns:a16="http://schemas.microsoft.com/office/drawing/2014/main" id="{9A8A1237-93D6-42AB-83CC-3FE0E2042CB9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3734" name="TextBox 53733">
                  <a:extLst>
                    <a:ext uri="{FF2B5EF4-FFF2-40B4-BE49-F238E27FC236}">
                      <a16:creationId xmlns:a16="http://schemas.microsoft.com/office/drawing/2014/main" id="{BA6C1C08-E1D0-9D8A-87B8-F774A8878761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3727" name="Straight Connector 53726">
              <a:extLst>
                <a:ext uri="{FF2B5EF4-FFF2-40B4-BE49-F238E27FC236}">
                  <a16:creationId xmlns:a16="http://schemas.microsoft.com/office/drawing/2014/main" id="{FA22C9C1-740B-C48E-4B8E-C9AF8B633677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43" name="Group 53742">
            <a:extLst>
              <a:ext uri="{FF2B5EF4-FFF2-40B4-BE49-F238E27FC236}">
                <a16:creationId xmlns:a16="http://schemas.microsoft.com/office/drawing/2014/main" id="{7F46D282-FF20-C6B5-0BE3-B98F7759E758}"/>
              </a:ext>
            </a:extLst>
          </p:cNvPr>
          <p:cNvGrpSpPr/>
          <p:nvPr/>
        </p:nvGrpSpPr>
        <p:grpSpPr>
          <a:xfrm>
            <a:off x="4507012" y="4403622"/>
            <a:ext cx="249764" cy="261637"/>
            <a:chOff x="1072662" y="2437214"/>
            <a:chExt cx="1430838" cy="1983567"/>
          </a:xfrm>
        </p:grpSpPr>
        <p:grpSp>
          <p:nvGrpSpPr>
            <p:cNvPr id="53744" name="Group 53743">
              <a:extLst>
                <a:ext uri="{FF2B5EF4-FFF2-40B4-BE49-F238E27FC236}">
                  <a16:creationId xmlns:a16="http://schemas.microsoft.com/office/drawing/2014/main" id="{29E0EB97-1378-03B9-CE6B-F9833F54BDED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46" name="Group 53745">
                <a:extLst>
                  <a:ext uri="{FF2B5EF4-FFF2-40B4-BE49-F238E27FC236}">
                    <a16:creationId xmlns:a16="http://schemas.microsoft.com/office/drawing/2014/main" id="{7A1FC72A-79D6-B717-5516-1D18F92A0F20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53" name="Straight Connector 53752">
                  <a:extLst>
                    <a:ext uri="{FF2B5EF4-FFF2-40B4-BE49-F238E27FC236}">
                      <a16:creationId xmlns:a16="http://schemas.microsoft.com/office/drawing/2014/main" id="{14A5BFD5-0696-4D1C-DC52-65C8D635E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54" name="Straight Connector 53753">
                  <a:extLst>
                    <a:ext uri="{FF2B5EF4-FFF2-40B4-BE49-F238E27FC236}">
                      <a16:creationId xmlns:a16="http://schemas.microsoft.com/office/drawing/2014/main" id="{2C9B5359-499A-D463-C91E-361C12C8D8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47" name="Group 53746">
                <a:extLst>
                  <a:ext uri="{FF2B5EF4-FFF2-40B4-BE49-F238E27FC236}">
                    <a16:creationId xmlns:a16="http://schemas.microsoft.com/office/drawing/2014/main" id="{D0A8AB97-8A70-8AF2-B4A8-537E84DD1F6A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51" name="Straight Connector 53750">
                  <a:extLst>
                    <a:ext uri="{FF2B5EF4-FFF2-40B4-BE49-F238E27FC236}">
                      <a16:creationId xmlns:a16="http://schemas.microsoft.com/office/drawing/2014/main" id="{37CCFBC7-1A2A-3A84-F50B-398887AB7E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52" name="Straight Connector 53751">
                  <a:extLst>
                    <a:ext uri="{FF2B5EF4-FFF2-40B4-BE49-F238E27FC236}">
                      <a16:creationId xmlns:a16="http://schemas.microsoft.com/office/drawing/2014/main" id="{E6E2BF83-81C6-A798-9BBB-9217C76D20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48" name="Group 53747">
                <a:extLst>
                  <a:ext uri="{FF2B5EF4-FFF2-40B4-BE49-F238E27FC236}">
                    <a16:creationId xmlns:a16="http://schemas.microsoft.com/office/drawing/2014/main" id="{FC9DEB4D-93EF-AE27-9393-AA97A3EDC5D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49" name="Straight Connector 53748">
                  <a:extLst>
                    <a:ext uri="{FF2B5EF4-FFF2-40B4-BE49-F238E27FC236}">
                      <a16:creationId xmlns:a16="http://schemas.microsoft.com/office/drawing/2014/main" id="{9BA18114-D771-72FE-85F1-8F5F407CDB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50" name="Straight Connector 53749">
                  <a:extLst>
                    <a:ext uri="{FF2B5EF4-FFF2-40B4-BE49-F238E27FC236}">
                      <a16:creationId xmlns:a16="http://schemas.microsoft.com/office/drawing/2014/main" id="{1F8E5A5F-7DB6-6B03-3BA8-0FB777C25E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45" name="Straight Connector 53744">
              <a:extLst>
                <a:ext uri="{FF2B5EF4-FFF2-40B4-BE49-F238E27FC236}">
                  <a16:creationId xmlns:a16="http://schemas.microsoft.com/office/drawing/2014/main" id="{63AD6637-A68B-E512-7E98-38F4362E0882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55" name="Group 53754">
            <a:extLst>
              <a:ext uri="{FF2B5EF4-FFF2-40B4-BE49-F238E27FC236}">
                <a16:creationId xmlns:a16="http://schemas.microsoft.com/office/drawing/2014/main" id="{52F8A9A5-E06B-E078-8A8E-31A66588A405}"/>
              </a:ext>
            </a:extLst>
          </p:cNvPr>
          <p:cNvGrpSpPr/>
          <p:nvPr/>
        </p:nvGrpSpPr>
        <p:grpSpPr>
          <a:xfrm>
            <a:off x="4488288" y="4738856"/>
            <a:ext cx="249764" cy="261637"/>
            <a:chOff x="1072662" y="2437214"/>
            <a:chExt cx="1430838" cy="1983567"/>
          </a:xfrm>
        </p:grpSpPr>
        <p:grpSp>
          <p:nvGrpSpPr>
            <p:cNvPr id="53756" name="Group 53755">
              <a:extLst>
                <a:ext uri="{FF2B5EF4-FFF2-40B4-BE49-F238E27FC236}">
                  <a16:creationId xmlns:a16="http://schemas.microsoft.com/office/drawing/2014/main" id="{3AA42856-B53F-ABA3-147E-8EC976E35654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58" name="Group 53757">
                <a:extLst>
                  <a:ext uri="{FF2B5EF4-FFF2-40B4-BE49-F238E27FC236}">
                    <a16:creationId xmlns:a16="http://schemas.microsoft.com/office/drawing/2014/main" id="{554C05CA-E10C-EDA1-F744-E14FEB52CD9B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65" name="Straight Connector 53764">
                  <a:extLst>
                    <a:ext uri="{FF2B5EF4-FFF2-40B4-BE49-F238E27FC236}">
                      <a16:creationId xmlns:a16="http://schemas.microsoft.com/office/drawing/2014/main" id="{D6F2CDCC-7B94-4ABD-02D8-4C76ED942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66" name="Straight Connector 53765">
                  <a:extLst>
                    <a:ext uri="{FF2B5EF4-FFF2-40B4-BE49-F238E27FC236}">
                      <a16:creationId xmlns:a16="http://schemas.microsoft.com/office/drawing/2014/main" id="{369C8CF3-0D0A-29BC-5815-FC557F241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59" name="Group 53758">
                <a:extLst>
                  <a:ext uri="{FF2B5EF4-FFF2-40B4-BE49-F238E27FC236}">
                    <a16:creationId xmlns:a16="http://schemas.microsoft.com/office/drawing/2014/main" id="{B6474657-900E-0AC9-9946-5A1D587AD88F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63" name="Straight Connector 53762">
                  <a:extLst>
                    <a:ext uri="{FF2B5EF4-FFF2-40B4-BE49-F238E27FC236}">
                      <a16:creationId xmlns:a16="http://schemas.microsoft.com/office/drawing/2014/main" id="{87DC3C9A-2082-030B-A215-FB9045E8AA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64" name="Straight Connector 53763">
                  <a:extLst>
                    <a:ext uri="{FF2B5EF4-FFF2-40B4-BE49-F238E27FC236}">
                      <a16:creationId xmlns:a16="http://schemas.microsoft.com/office/drawing/2014/main" id="{EE34657A-97BA-C16B-7E22-B51D786EB3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60" name="Group 53759">
                <a:extLst>
                  <a:ext uri="{FF2B5EF4-FFF2-40B4-BE49-F238E27FC236}">
                    <a16:creationId xmlns:a16="http://schemas.microsoft.com/office/drawing/2014/main" id="{B42E6BAD-C12D-B0DE-6511-B94AD8B25F7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61" name="Straight Connector 53760">
                  <a:extLst>
                    <a:ext uri="{FF2B5EF4-FFF2-40B4-BE49-F238E27FC236}">
                      <a16:creationId xmlns:a16="http://schemas.microsoft.com/office/drawing/2014/main" id="{2A48E44F-B287-AB44-5B95-F8FF4FE518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62" name="Straight Connector 53761">
                  <a:extLst>
                    <a:ext uri="{FF2B5EF4-FFF2-40B4-BE49-F238E27FC236}">
                      <a16:creationId xmlns:a16="http://schemas.microsoft.com/office/drawing/2014/main" id="{BEC6DFD2-9249-3C1E-0969-7D2945EB36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57" name="Straight Connector 53756">
              <a:extLst>
                <a:ext uri="{FF2B5EF4-FFF2-40B4-BE49-F238E27FC236}">
                  <a16:creationId xmlns:a16="http://schemas.microsoft.com/office/drawing/2014/main" id="{CBCDD87A-44EC-A975-7DFE-5C7F90A054EC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67" name="Group 53766">
            <a:extLst>
              <a:ext uri="{FF2B5EF4-FFF2-40B4-BE49-F238E27FC236}">
                <a16:creationId xmlns:a16="http://schemas.microsoft.com/office/drawing/2014/main" id="{406E9EDB-4E22-BDE3-57E2-7F425B834EEB}"/>
              </a:ext>
            </a:extLst>
          </p:cNvPr>
          <p:cNvGrpSpPr/>
          <p:nvPr/>
        </p:nvGrpSpPr>
        <p:grpSpPr>
          <a:xfrm>
            <a:off x="4490818" y="5010689"/>
            <a:ext cx="249764" cy="261637"/>
            <a:chOff x="1072662" y="2437214"/>
            <a:chExt cx="1430838" cy="1983567"/>
          </a:xfrm>
        </p:grpSpPr>
        <p:grpSp>
          <p:nvGrpSpPr>
            <p:cNvPr id="53768" name="Group 53767">
              <a:extLst>
                <a:ext uri="{FF2B5EF4-FFF2-40B4-BE49-F238E27FC236}">
                  <a16:creationId xmlns:a16="http://schemas.microsoft.com/office/drawing/2014/main" id="{CD7B016F-6C5F-4DBB-F851-DB0153B52AE0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70" name="Group 53769">
                <a:extLst>
                  <a:ext uri="{FF2B5EF4-FFF2-40B4-BE49-F238E27FC236}">
                    <a16:creationId xmlns:a16="http://schemas.microsoft.com/office/drawing/2014/main" id="{A91F274F-DDD6-7F8A-55BA-76B1937E0E8B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77" name="Straight Connector 53776">
                  <a:extLst>
                    <a:ext uri="{FF2B5EF4-FFF2-40B4-BE49-F238E27FC236}">
                      <a16:creationId xmlns:a16="http://schemas.microsoft.com/office/drawing/2014/main" id="{A2AD8350-17F9-BB75-03D5-16178520D0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78" name="Straight Connector 53777">
                  <a:extLst>
                    <a:ext uri="{FF2B5EF4-FFF2-40B4-BE49-F238E27FC236}">
                      <a16:creationId xmlns:a16="http://schemas.microsoft.com/office/drawing/2014/main" id="{5B3D944C-D7E6-9D34-C816-843A5E68CD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71" name="Group 53770">
                <a:extLst>
                  <a:ext uri="{FF2B5EF4-FFF2-40B4-BE49-F238E27FC236}">
                    <a16:creationId xmlns:a16="http://schemas.microsoft.com/office/drawing/2014/main" id="{C6C9C891-5730-4C02-E105-70EE30CB9759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75" name="Straight Connector 53774">
                  <a:extLst>
                    <a:ext uri="{FF2B5EF4-FFF2-40B4-BE49-F238E27FC236}">
                      <a16:creationId xmlns:a16="http://schemas.microsoft.com/office/drawing/2014/main" id="{6F513EB8-872C-8060-164F-CEE00637DF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76" name="Straight Connector 53775">
                  <a:extLst>
                    <a:ext uri="{FF2B5EF4-FFF2-40B4-BE49-F238E27FC236}">
                      <a16:creationId xmlns:a16="http://schemas.microsoft.com/office/drawing/2014/main" id="{35ED9E94-EDF8-53A4-EC28-2B9D6DF9D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72" name="Group 53771">
                <a:extLst>
                  <a:ext uri="{FF2B5EF4-FFF2-40B4-BE49-F238E27FC236}">
                    <a16:creationId xmlns:a16="http://schemas.microsoft.com/office/drawing/2014/main" id="{FCBAEB09-04C8-5D50-9A34-3F6C7FD6A0D4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73" name="Straight Connector 53772">
                  <a:extLst>
                    <a:ext uri="{FF2B5EF4-FFF2-40B4-BE49-F238E27FC236}">
                      <a16:creationId xmlns:a16="http://schemas.microsoft.com/office/drawing/2014/main" id="{9C75E5D0-CBF0-9378-A412-E2858B918B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74" name="Straight Connector 53773">
                  <a:extLst>
                    <a:ext uri="{FF2B5EF4-FFF2-40B4-BE49-F238E27FC236}">
                      <a16:creationId xmlns:a16="http://schemas.microsoft.com/office/drawing/2014/main" id="{4EA4DAA9-04D5-068C-321E-CDCDEE5C7F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69" name="Straight Connector 53768">
              <a:extLst>
                <a:ext uri="{FF2B5EF4-FFF2-40B4-BE49-F238E27FC236}">
                  <a16:creationId xmlns:a16="http://schemas.microsoft.com/office/drawing/2014/main" id="{4B442125-132E-3099-76E4-18E0C13DF76B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79" name="Group 53778">
            <a:extLst>
              <a:ext uri="{FF2B5EF4-FFF2-40B4-BE49-F238E27FC236}">
                <a16:creationId xmlns:a16="http://schemas.microsoft.com/office/drawing/2014/main" id="{81EA765B-C63B-B1AA-3239-B96A189A8F59}"/>
              </a:ext>
            </a:extLst>
          </p:cNvPr>
          <p:cNvGrpSpPr/>
          <p:nvPr/>
        </p:nvGrpSpPr>
        <p:grpSpPr>
          <a:xfrm>
            <a:off x="4491594" y="5331964"/>
            <a:ext cx="249764" cy="261637"/>
            <a:chOff x="1072662" y="2437214"/>
            <a:chExt cx="1430838" cy="1983567"/>
          </a:xfrm>
        </p:grpSpPr>
        <p:grpSp>
          <p:nvGrpSpPr>
            <p:cNvPr id="53780" name="Group 53779">
              <a:extLst>
                <a:ext uri="{FF2B5EF4-FFF2-40B4-BE49-F238E27FC236}">
                  <a16:creationId xmlns:a16="http://schemas.microsoft.com/office/drawing/2014/main" id="{36365717-2171-049A-DC1C-6DEE33F4BDD0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82" name="Group 53781">
                <a:extLst>
                  <a:ext uri="{FF2B5EF4-FFF2-40B4-BE49-F238E27FC236}">
                    <a16:creationId xmlns:a16="http://schemas.microsoft.com/office/drawing/2014/main" id="{843587C7-C3AA-A61E-61E1-68E2FA1BC51C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89" name="Straight Connector 53788">
                  <a:extLst>
                    <a:ext uri="{FF2B5EF4-FFF2-40B4-BE49-F238E27FC236}">
                      <a16:creationId xmlns:a16="http://schemas.microsoft.com/office/drawing/2014/main" id="{10D485A2-50A4-EA0D-CCEC-AECE3EB30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90" name="Straight Connector 53789">
                  <a:extLst>
                    <a:ext uri="{FF2B5EF4-FFF2-40B4-BE49-F238E27FC236}">
                      <a16:creationId xmlns:a16="http://schemas.microsoft.com/office/drawing/2014/main" id="{E7A6A456-A17D-C25D-D997-A628A6717A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83" name="Group 53782">
                <a:extLst>
                  <a:ext uri="{FF2B5EF4-FFF2-40B4-BE49-F238E27FC236}">
                    <a16:creationId xmlns:a16="http://schemas.microsoft.com/office/drawing/2014/main" id="{34755504-7F7E-558F-21CB-A018FC365EC7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87" name="Straight Connector 53786">
                  <a:extLst>
                    <a:ext uri="{FF2B5EF4-FFF2-40B4-BE49-F238E27FC236}">
                      <a16:creationId xmlns:a16="http://schemas.microsoft.com/office/drawing/2014/main" id="{037A0BCA-8A28-CA0A-AB44-6600A38773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88" name="Straight Connector 53787">
                  <a:extLst>
                    <a:ext uri="{FF2B5EF4-FFF2-40B4-BE49-F238E27FC236}">
                      <a16:creationId xmlns:a16="http://schemas.microsoft.com/office/drawing/2014/main" id="{BD9D9067-6255-4F5D-914D-25450A384C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84" name="Group 53783">
                <a:extLst>
                  <a:ext uri="{FF2B5EF4-FFF2-40B4-BE49-F238E27FC236}">
                    <a16:creationId xmlns:a16="http://schemas.microsoft.com/office/drawing/2014/main" id="{A35AF410-31FE-D8B6-5A07-8AE3C1D0E7B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85" name="Straight Connector 53784">
                  <a:extLst>
                    <a:ext uri="{FF2B5EF4-FFF2-40B4-BE49-F238E27FC236}">
                      <a16:creationId xmlns:a16="http://schemas.microsoft.com/office/drawing/2014/main" id="{888C6D28-E269-3817-D946-3C4DEEC2E0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86" name="Straight Connector 53785">
                  <a:extLst>
                    <a:ext uri="{FF2B5EF4-FFF2-40B4-BE49-F238E27FC236}">
                      <a16:creationId xmlns:a16="http://schemas.microsoft.com/office/drawing/2014/main" id="{204CEA65-B6B1-7E7B-2F0E-D21180F43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81" name="Straight Connector 53780">
              <a:extLst>
                <a:ext uri="{FF2B5EF4-FFF2-40B4-BE49-F238E27FC236}">
                  <a16:creationId xmlns:a16="http://schemas.microsoft.com/office/drawing/2014/main" id="{D14CD470-5C8D-E989-155B-8569A5AE7A9B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859" name="Rectangle 53858">
            <a:extLst>
              <a:ext uri="{FF2B5EF4-FFF2-40B4-BE49-F238E27FC236}">
                <a16:creationId xmlns:a16="http://schemas.microsoft.com/office/drawing/2014/main" id="{E5EFFAF2-2E42-32B4-F4C1-6D523CC47EEC}"/>
              </a:ext>
            </a:extLst>
          </p:cNvPr>
          <p:cNvSpPr/>
          <p:nvPr/>
        </p:nvSpPr>
        <p:spPr>
          <a:xfrm>
            <a:off x="1194047" y="5762252"/>
            <a:ext cx="2412867" cy="273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Period 1</a:t>
            </a:r>
          </a:p>
        </p:txBody>
      </p:sp>
      <p:sp>
        <p:nvSpPr>
          <p:cNvPr id="53860" name="Rectangle 53859">
            <a:extLst>
              <a:ext uri="{FF2B5EF4-FFF2-40B4-BE49-F238E27FC236}">
                <a16:creationId xmlns:a16="http://schemas.microsoft.com/office/drawing/2014/main" id="{322B847E-1D47-D005-530A-BD1636B1F1C2}"/>
              </a:ext>
            </a:extLst>
          </p:cNvPr>
          <p:cNvSpPr/>
          <p:nvPr/>
        </p:nvSpPr>
        <p:spPr>
          <a:xfrm>
            <a:off x="3609036" y="5760927"/>
            <a:ext cx="905420" cy="2732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Period 2</a:t>
            </a:r>
          </a:p>
        </p:txBody>
      </p:sp>
      <p:sp>
        <p:nvSpPr>
          <p:cNvPr id="53861" name="Rectangle 53860">
            <a:extLst>
              <a:ext uri="{FF2B5EF4-FFF2-40B4-BE49-F238E27FC236}">
                <a16:creationId xmlns:a16="http://schemas.microsoft.com/office/drawing/2014/main" id="{55B0691F-2405-4321-7087-121D07934E7F}"/>
              </a:ext>
            </a:extLst>
          </p:cNvPr>
          <p:cNvSpPr/>
          <p:nvPr/>
        </p:nvSpPr>
        <p:spPr>
          <a:xfrm>
            <a:off x="4513384" y="5762550"/>
            <a:ext cx="407422" cy="2732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P 3</a:t>
            </a:r>
          </a:p>
        </p:txBody>
      </p:sp>
      <p:grpSp>
        <p:nvGrpSpPr>
          <p:cNvPr id="54068" name="Group 54067">
            <a:extLst>
              <a:ext uri="{FF2B5EF4-FFF2-40B4-BE49-F238E27FC236}">
                <a16:creationId xmlns:a16="http://schemas.microsoft.com/office/drawing/2014/main" id="{DE337A99-AC28-1D01-0F44-F308914027B9}"/>
              </a:ext>
            </a:extLst>
          </p:cNvPr>
          <p:cNvGrpSpPr/>
          <p:nvPr/>
        </p:nvGrpSpPr>
        <p:grpSpPr>
          <a:xfrm>
            <a:off x="3691918" y="3211733"/>
            <a:ext cx="811397" cy="1031335"/>
            <a:chOff x="1072664" y="2605686"/>
            <a:chExt cx="1528032" cy="1802892"/>
          </a:xfrm>
        </p:grpSpPr>
        <p:grpSp>
          <p:nvGrpSpPr>
            <p:cNvPr id="54069" name="Group 54068">
              <a:extLst>
                <a:ext uri="{FF2B5EF4-FFF2-40B4-BE49-F238E27FC236}">
                  <a16:creationId xmlns:a16="http://schemas.microsoft.com/office/drawing/2014/main" id="{0B2DDB26-47CA-D70E-1685-F2738986C6D2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4071" name="Group 54070">
                <a:extLst>
                  <a:ext uri="{FF2B5EF4-FFF2-40B4-BE49-F238E27FC236}">
                    <a16:creationId xmlns:a16="http://schemas.microsoft.com/office/drawing/2014/main" id="{70B75741-6041-D322-63BA-616EAE10254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4082" name="Straight Connector 54081">
                  <a:extLst>
                    <a:ext uri="{FF2B5EF4-FFF2-40B4-BE49-F238E27FC236}">
                      <a16:creationId xmlns:a16="http://schemas.microsoft.com/office/drawing/2014/main" id="{12C70B0A-28FF-49BC-B056-E1D5FF191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83" name="Straight Connector 54082">
                  <a:extLst>
                    <a:ext uri="{FF2B5EF4-FFF2-40B4-BE49-F238E27FC236}">
                      <a16:creationId xmlns:a16="http://schemas.microsoft.com/office/drawing/2014/main" id="{B2963F38-81CB-7917-AD13-8EDC19747C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084" name="TextBox 54083">
                  <a:extLst>
                    <a:ext uri="{FF2B5EF4-FFF2-40B4-BE49-F238E27FC236}">
                      <a16:creationId xmlns:a16="http://schemas.microsoft.com/office/drawing/2014/main" id="{F4B1AC1E-2155-1C25-1481-C9DF583FA71C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085" name="TextBox 54084">
                  <a:extLst>
                    <a:ext uri="{FF2B5EF4-FFF2-40B4-BE49-F238E27FC236}">
                      <a16:creationId xmlns:a16="http://schemas.microsoft.com/office/drawing/2014/main" id="{D0A254F8-8675-E01E-D273-51966E5A93AB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4072" name="Group 54071">
                <a:extLst>
                  <a:ext uri="{FF2B5EF4-FFF2-40B4-BE49-F238E27FC236}">
                    <a16:creationId xmlns:a16="http://schemas.microsoft.com/office/drawing/2014/main" id="{AB6C4BD4-A40A-17E2-53AD-FD98360409EF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4078" name="Straight Connector 54077">
                  <a:extLst>
                    <a:ext uri="{FF2B5EF4-FFF2-40B4-BE49-F238E27FC236}">
                      <a16:creationId xmlns:a16="http://schemas.microsoft.com/office/drawing/2014/main" id="{5C2CE8B6-A205-BBED-F94F-1D3D36176A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79" name="Straight Connector 54078">
                  <a:extLst>
                    <a:ext uri="{FF2B5EF4-FFF2-40B4-BE49-F238E27FC236}">
                      <a16:creationId xmlns:a16="http://schemas.microsoft.com/office/drawing/2014/main" id="{BF771240-A675-756E-67B4-8F20D1E5A7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080" name="TextBox 54079">
                  <a:extLst>
                    <a:ext uri="{FF2B5EF4-FFF2-40B4-BE49-F238E27FC236}">
                      <a16:creationId xmlns:a16="http://schemas.microsoft.com/office/drawing/2014/main" id="{7B43D2A3-CDE3-1E54-E9BA-BAB41E0341BC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081" name="TextBox 54080">
                  <a:extLst>
                    <a:ext uri="{FF2B5EF4-FFF2-40B4-BE49-F238E27FC236}">
                      <a16:creationId xmlns:a16="http://schemas.microsoft.com/office/drawing/2014/main" id="{76007C16-1041-7C65-FED4-EEBF35A3B721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4073" name="Group 54072">
                <a:extLst>
                  <a:ext uri="{FF2B5EF4-FFF2-40B4-BE49-F238E27FC236}">
                    <a16:creationId xmlns:a16="http://schemas.microsoft.com/office/drawing/2014/main" id="{53800A3B-EFFD-B2C6-DB1D-3F4880F29528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4074" name="Straight Connector 54073">
                  <a:extLst>
                    <a:ext uri="{FF2B5EF4-FFF2-40B4-BE49-F238E27FC236}">
                      <a16:creationId xmlns:a16="http://schemas.microsoft.com/office/drawing/2014/main" id="{36835706-9284-8457-D836-57AA1B4A19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75" name="Straight Connector 54074">
                  <a:extLst>
                    <a:ext uri="{FF2B5EF4-FFF2-40B4-BE49-F238E27FC236}">
                      <a16:creationId xmlns:a16="http://schemas.microsoft.com/office/drawing/2014/main" id="{4FDEDFF2-9D4D-CE21-97A3-8C30FF0AA2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076" name="TextBox 54075">
                  <a:extLst>
                    <a:ext uri="{FF2B5EF4-FFF2-40B4-BE49-F238E27FC236}">
                      <a16:creationId xmlns:a16="http://schemas.microsoft.com/office/drawing/2014/main" id="{D759D7AF-0921-D08C-6743-45BE0C3A912B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077" name="TextBox 54076">
                  <a:extLst>
                    <a:ext uri="{FF2B5EF4-FFF2-40B4-BE49-F238E27FC236}">
                      <a16:creationId xmlns:a16="http://schemas.microsoft.com/office/drawing/2014/main" id="{0FB49E02-C4FF-B69A-D219-B2C68988243D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4070" name="Straight Connector 54069">
              <a:extLst>
                <a:ext uri="{FF2B5EF4-FFF2-40B4-BE49-F238E27FC236}">
                  <a16:creationId xmlns:a16="http://schemas.microsoft.com/office/drawing/2014/main" id="{742C0D1F-5A9D-246E-6690-3ED860A1A59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086" name="Group 54085">
            <a:extLst>
              <a:ext uri="{FF2B5EF4-FFF2-40B4-BE49-F238E27FC236}">
                <a16:creationId xmlns:a16="http://schemas.microsoft.com/office/drawing/2014/main" id="{1C1F6A72-8C10-563A-363B-9450434C099F}"/>
              </a:ext>
            </a:extLst>
          </p:cNvPr>
          <p:cNvGrpSpPr/>
          <p:nvPr/>
        </p:nvGrpSpPr>
        <p:grpSpPr>
          <a:xfrm>
            <a:off x="4497473" y="3128443"/>
            <a:ext cx="249764" cy="261637"/>
            <a:chOff x="1072662" y="2437214"/>
            <a:chExt cx="1430838" cy="1983567"/>
          </a:xfrm>
        </p:grpSpPr>
        <p:grpSp>
          <p:nvGrpSpPr>
            <p:cNvPr id="54087" name="Group 54086">
              <a:extLst>
                <a:ext uri="{FF2B5EF4-FFF2-40B4-BE49-F238E27FC236}">
                  <a16:creationId xmlns:a16="http://schemas.microsoft.com/office/drawing/2014/main" id="{F992B831-D031-2903-E56B-39395468F71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089" name="Group 54088">
                <a:extLst>
                  <a:ext uri="{FF2B5EF4-FFF2-40B4-BE49-F238E27FC236}">
                    <a16:creationId xmlns:a16="http://schemas.microsoft.com/office/drawing/2014/main" id="{BD90456F-A92B-7AEA-D29F-EB82314B910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096" name="Straight Connector 54095">
                  <a:extLst>
                    <a:ext uri="{FF2B5EF4-FFF2-40B4-BE49-F238E27FC236}">
                      <a16:creationId xmlns:a16="http://schemas.microsoft.com/office/drawing/2014/main" id="{1008D9DF-6982-F893-9EF7-BDF9E4621F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97" name="Straight Connector 54096">
                  <a:extLst>
                    <a:ext uri="{FF2B5EF4-FFF2-40B4-BE49-F238E27FC236}">
                      <a16:creationId xmlns:a16="http://schemas.microsoft.com/office/drawing/2014/main" id="{0370ED06-0B69-2221-01EA-E2F69B47A3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090" name="Group 54089">
                <a:extLst>
                  <a:ext uri="{FF2B5EF4-FFF2-40B4-BE49-F238E27FC236}">
                    <a16:creationId xmlns:a16="http://schemas.microsoft.com/office/drawing/2014/main" id="{01F0FA13-4062-F388-29CB-3D76DE129D84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094" name="Straight Connector 54093">
                  <a:extLst>
                    <a:ext uri="{FF2B5EF4-FFF2-40B4-BE49-F238E27FC236}">
                      <a16:creationId xmlns:a16="http://schemas.microsoft.com/office/drawing/2014/main" id="{8F37B434-54E9-5748-B408-96DA0A4322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95" name="Straight Connector 54094">
                  <a:extLst>
                    <a:ext uri="{FF2B5EF4-FFF2-40B4-BE49-F238E27FC236}">
                      <a16:creationId xmlns:a16="http://schemas.microsoft.com/office/drawing/2014/main" id="{E182CB31-23C2-5523-D225-82FB3F6FC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091" name="Group 54090">
                <a:extLst>
                  <a:ext uri="{FF2B5EF4-FFF2-40B4-BE49-F238E27FC236}">
                    <a16:creationId xmlns:a16="http://schemas.microsoft.com/office/drawing/2014/main" id="{3C229628-4924-A35A-2D93-ECBE60B3A56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092" name="Straight Connector 54091">
                  <a:extLst>
                    <a:ext uri="{FF2B5EF4-FFF2-40B4-BE49-F238E27FC236}">
                      <a16:creationId xmlns:a16="http://schemas.microsoft.com/office/drawing/2014/main" id="{30E91018-34BD-8B90-EC40-3CF7187E19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93" name="Straight Connector 54092">
                  <a:extLst>
                    <a:ext uri="{FF2B5EF4-FFF2-40B4-BE49-F238E27FC236}">
                      <a16:creationId xmlns:a16="http://schemas.microsoft.com/office/drawing/2014/main" id="{A846F5A2-FAB9-3648-3904-4D670CD53B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088" name="Straight Connector 54087">
              <a:extLst>
                <a:ext uri="{FF2B5EF4-FFF2-40B4-BE49-F238E27FC236}">
                  <a16:creationId xmlns:a16="http://schemas.microsoft.com/office/drawing/2014/main" id="{ACD62435-AB96-B3C5-820F-24A29AE5F56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098" name="Group 54097">
            <a:extLst>
              <a:ext uri="{FF2B5EF4-FFF2-40B4-BE49-F238E27FC236}">
                <a16:creationId xmlns:a16="http://schemas.microsoft.com/office/drawing/2014/main" id="{FAF228CC-F25A-640C-6AF5-75236626FB40}"/>
              </a:ext>
            </a:extLst>
          </p:cNvPr>
          <p:cNvGrpSpPr/>
          <p:nvPr/>
        </p:nvGrpSpPr>
        <p:grpSpPr>
          <a:xfrm>
            <a:off x="4478749" y="3463677"/>
            <a:ext cx="249764" cy="261637"/>
            <a:chOff x="1072662" y="2437214"/>
            <a:chExt cx="1430838" cy="1983567"/>
          </a:xfrm>
        </p:grpSpPr>
        <p:grpSp>
          <p:nvGrpSpPr>
            <p:cNvPr id="54099" name="Group 54098">
              <a:extLst>
                <a:ext uri="{FF2B5EF4-FFF2-40B4-BE49-F238E27FC236}">
                  <a16:creationId xmlns:a16="http://schemas.microsoft.com/office/drawing/2014/main" id="{93C59DBB-91CB-FEC6-C8A3-E00D5F0DAA2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01" name="Group 54100">
                <a:extLst>
                  <a:ext uri="{FF2B5EF4-FFF2-40B4-BE49-F238E27FC236}">
                    <a16:creationId xmlns:a16="http://schemas.microsoft.com/office/drawing/2014/main" id="{4EA425AE-8B11-8A70-EFB4-BD1939607745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08" name="Straight Connector 54107">
                  <a:extLst>
                    <a:ext uri="{FF2B5EF4-FFF2-40B4-BE49-F238E27FC236}">
                      <a16:creationId xmlns:a16="http://schemas.microsoft.com/office/drawing/2014/main" id="{B4FC26B1-4DC9-7990-D25A-AA2E7D245A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09" name="Straight Connector 54108">
                  <a:extLst>
                    <a:ext uri="{FF2B5EF4-FFF2-40B4-BE49-F238E27FC236}">
                      <a16:creationId xmlns:a16="http://schemas.microsoft.com/office/drawing/2014/main" id="{7D8A291F-C62A-F43C-832F-F45C22C3A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02" name="Group 54101">
                <a:extLst>
                  <a:ext uri="{FF2B5EF4-FFF2-40B4-BE49-F238E27FC236}">
                    <a16:creationId xmlns:a16="http://schemas.microsoft.com/office/drawing/2014/main" id="{31658818-23E3-5908-56AE-98AB5FC42AC5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06" name="Straight Connector 54105">
                  <a:extLst>
                    <a:ext uri="{FF2B5EF4-FFF2-40B4-BE49-F238E27FC236}">
                      <a16:creationId xmlns:a16="http://schemas.microsoft.com/office/drawing/2014/main" id="{93194E7D-933A-FF7E-903F-E73B64A1B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07" name="Straight Connector 54106">
                  <a:extLst>
                    <a:ext uri="{FF2B5EF4-FFF2-40B4-BE49-F238E27FC236}">
                      <a16:creationId xmlns:a16="http://schemas.microsoft.com/office/drawing/2014/main" id="{A18398EF-4A2D-BB8E-CCE8-8D433212CD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03" name="Group 54102">
                <a:extLst>
                  <a:ext uri="{FF2B5EF4-FFF2-40B4-BE49-F238E27FC236}">
                    <a16:creationId xmlns:a16="http://schemas.microsoft.com/office/drawing/2014/main" id="{3B560549-DB50-DF08-E780-1911AF76E4E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04" name="Straight Connector 54103">
                  <a:extLst>
                    <a:ext uri="{FF2B5EF4-FFF2-40B4-BE49-F238E27FC236}">
                      <a16:creationId xmlns:a16="http://schemas.microsoft.com/office/drawing/2014/main" id="{D9564AE5-A0FB-79B4-77E6-AC50361B8E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05" name="Straight Connector 54104">
                  <a:extLst>
                    <a:ext uri="{FF2B5EF4-FFF2-40B4-BE49-F238E27FC236}">
                      <a16:creationId xmlns:a16="http://schemas.microsoft.com/office/drawing/2014/main" id="{01491881-8B32-9B2E-E010-E56A261C8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00" name="Straight Connector 54099">
              <a:extLst>
                <a:ext uri="{FF2B5EF4-FFF2-40B4-BE49-F238E27FC236}">
                  <a16:creationId xmlns:a16="http://schemas.microsoft.com/office/drawing/2014/main" id="{262290FE-4508-BDDC-B172-0220FD57ED74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10" name="Group 54109">
            <a:extLst>
              <a:ext uri="{FF2B5EF4-FFF2-40B4-BE49-F238E27FC236}">
                <a16:creationId xmlns:a16="http://schemas.microsoft.com/office/drawing/2014/main" id="{F11AFCD4-697E-BAE5-CAFB-DBDA429436B9}"/>
              </a:ext>
            </a:extLst>
          </p:cNvPr>
          <p:cNvGrpSpPr/>
          <p:nvPr/>
        </p:nvGrpSpPr>
        <p:grpSpPr>
          <a:xfrm>
            <a:off x="4481279" y="3735510"/>
            <a:ext cx="249764" cy="261637"/>
            <a:chOff x="1072662" y="2437214"/>
            <a:chExt cx="1430838" cy="1983567"/>
          </a:xfrm>
        </p:grpSpPr>
        <p:grpSp>
          <p:nvGrpSpPr>
            <p:cNvPr id="54111" name="Group 54110">
              <a:extLst>
                <a:ext uri="{FF2B5EF4-FFF2-40B4-BE49-F238E27FC236}">
                  <a16:creationId xmlns:a16="http://schemas.microsoft.com/office/drawing/2014/main" id="{D376EEB1-A3C3-116B-04E0-F98DED41999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13" name="Group 54112">
                <a:extLst>
                  <a:ext uri="{FF2B5EF4-FFF2-40B4-BE49-F238E27FC236}">
                    <a16:creationId xmlns:a16="http://schemas.microsoft.com/office/drawing/2014/main" id="{F372DBF4-8671-8890-68DF-AF869E4782A8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20" name="Straight Connector 54119">
                  <a:extLst>
                    <a:ext uri="{FF2B5EF4-FFF2-40B4-BE49-F238E27FC236}">
                      <a16:creationId xmlns:a16="http://schemas.microsoft.com/office/drawing/2014/main" id="{17FA28F6-5275-A7BD-C5EA-59A220D7D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21" name="Straight Connector 54120">
                  <a:extLst>
                    <a:ext uri="{FF2B5EF4-FFF2-40B4-BE49-F238E27FC236}">
                      <a16:creationId xmlns:a16="http://schemas.microsoft.com/office/drawing/2014/main" id="{8321173A-8BD7-65BC-0BEB-935B3CA8C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14" name="Group 54113">
                <a:extLst>
                  <a:ext uri="{FF2B5EF4-FFF2-40B4-BE49-F238E27FC236}">
                    <a16:creationId xmlns:a16="http://schemas.microsoft.com/office/drawing/2014/main" id="{F0F45CEA-9F91-9440-0C08-5CD138023F1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18" name="Straight Connector 54117">
                  <a:extLst>
                    <a:ext uri="{FF2B5EF4-FFF2-40B4-BE49-F238E27FC236}">
                      <a16:creationId xmlns:a16="http://schemas.microsoft.com/office/drawing/2014/main" id="{3FFDB502-D0DC-217A-977A-AB9EC0848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19" name="Straight Connector 54118">
                  <a:extLst>
                    <a:ext uri="{FF2B5EF4-FFF2-40B4-BE49-F238E27FC236}">
                      <a16:creationId xmlns:a16="http://schemas.microsoft.com/office/drawing/2014/main" id="{BE5A67DA-9E12-DC46-F67F-4CDE5895AA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15" name="Group 54114">
                <a:extLst>
                  <a:ext uri="{FF2B5EF4-FFF2-40B4-BE49-F238E27FC236}">
                    <a16:creationId xmlns:a16="http://schemas.microsoft.com/office/drawing/2014/main" id="{167AF83C-79C0-6883-218B-4C6C79C38E67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16" name="Straight Connector 54115">
                  <a:extLst>
                    <a:ext uri="{FF2B5EF4-FFF2-40B4-BE49-F238E27FC236}">
                      <a16:creationId xmlns:a16="http://schemas.microsoft.com/office/drawing/2014/main" id="{523E3D40-19EF-A6E2-45B3-FE7D6611E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17" name="Straight Connector 54116">
                  <a:extLst>
                    <a:ext uri="{FF2B5EF4-FFF2-40B4-BE49-F238E27FC236}">
                      <a16:creationId xmlns:a16="http://schemas.microsoft.com/office/drawing/2014/main" id="{509D1041-36CB-E4B4-9560-7F49E10670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12" name="Straight Connector 54111">
              <a:extLst>
                <a:ext uri="{FF2B5EF4-FFF2-40B4-BE49-F238E27FC236}">
                  <a16:creationId xmlns:a16="http://schemas.microsoft.com/office/drawing/2014/main" id="{E1FF29F5-5DFA-3916-FE3B-74C396F65998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22" name="Group 54121">
            <a:extLst>
              <a:ext uri="{FF2B5EF4-FFF2-40B4-BE49-F238E27FC236}">
                <a16:creationId xmlns:a16="http://schemas.microsoft.com/office/drawing/2014/main" id="{EC5F3CBF-0A5E-CF8F-0D1B-797D92554A77}"/>
              </a:ext>
            </a:extLst>
          </p:cNvPr>
          <p:cNvGrpSpPr/>
          <p:nvPr/>
        </p:nvGrpSpPr>
        <p:grpSpPr>
          <a:xfrm>
            <a:off x="4482055" y="4056785"/>
            <a:ext cx="249764" cy="261637"/>
            <a:chOff x="1072662" y="2437214"/>
            <a:chExt cx="1430838" cy="1983567"/>
          </a:xfrm>
        </p:grpSpPr>
        <p:grpSp>
          <p:nvGrpSpPr>
            <p:cNvPr id="54123" name="Group 54122">
              <a:extLst>
                <a:ext uri="{FF2B5EF4-FFF2-40B4-BE49-F238E27FC236}">
                  <a16:creationId xmlns:a16="http://schemas.microsoft.com/office/drawing/2014/main" id="{B63975BB-121E-D69B-B2C8-2C337B45A08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25" name="Group 54124">
                <a:extLst>
                  <a:ext uri="{FF2B5EF4-FFF2-40B4-BE49-F238E27FC236}">
                    <a16:creationId xmlns:a16="http://schemas.microsoft.com/office/drawing/2014/main" id="{8ABEB0BE-40B5-3B65-A965-9F15446F9144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32" name="Straight Connector 54131">
                  <a:extLst>
                    <a:ext uri="{FF2B5EF4-FFF2-40B4-BE49-F238E27FC236}">
                      <a16:creationId xmlns:a16="http://schemas.microsoft.com/office/drawing/2014/main" id="{3E7B60EE-A9C5-58F8-C395-99CB469916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33" name="Straight Connector 54132">
                  <a:extLst>
                    <a:ext uri="{FF2B5EF4-FFF2-40B4-BE49-F238E27FC236}">
                      <a16:creationId xmlns:a16="http://schemas.microsoft.com/office/drawing/2014/main" id="{250C2CFF-E8CC-D504-E3C2-61803AB50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26" name="Group 54125">
                <a:extLst>
                  <a:ext uri="{FF2B5EF4-FFF2-40B4-BE49-F238E27FC236}">
                    <a16:creationId xmlns:a16="http://schemas.microsoft.com/office/drawing/2014/main" id="{D9CA105C-864A-E64D-EFB2-1DF1AACA3F52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30" name="Straight Connector 54129">
                  <a:extLst>
                    <a:ext uri="{FF2B5EF4-FFF2-40B4-BE49-F238E27FC236}">
                      <a16:creationId xmlns:a16="http://schemas.microsoft.com/office/drawing/2014/main" id="{FDDD9DBA-205C-2490-6D5A-5272CB8015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31" name="Straight Connector 54130">
                  <a:extLst>
                    <a:ext uri="{FF2B5EF4-FFF2-40B4-BE49-F238E27FC236}">
                      <a16:creationId xmlns:a16="http://schemas.microsoft.com/office/drawing/2014/main" id="{5ED9E35F-76FE-9356-AD8B-9E6CEAD40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27" name="Group 54126">
                <a:extLst>
                  <a:ext uri="{FF2B5EF4-FFF2-40B4-BE49-F238E27FC236}">
                    <a16:creationId xmlns:a16="http://schemas.microsoft.com/office/drawing/2014/main" id="{64B40297-0C68-834A-97A8-D7E720DCC217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28" name="Straight Connector 54127">
                  <a:extLst>
                    <a:ext uri="{FF2B5EF4-FFF2-40B4-BE49-F238E27FC236}">
                      <a16:creationId xmlns:a16="http://schemas.microsoft.com/office/drawing/2014/main" id="{96A2C185-7C74-22F5-DA87-8A4148314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29" name="Straight Connector 54128">
                  <a:extLst>
                    <a:ext uri="{FF2B5EF4-FFF2-40B4-BE49-F238E27FC236}">
                      <a16:creationId xmlns:a16="http://schemas.microsoft.com/office/drawing/2014/main" id="{6FD9E411-259E-5ACB-E021-DAF4AAC34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24" name="Straight Connector 54123">
              <a:extLst>
                <a:ext uri="{FF2B5EF4-FFF2-40B4-BE49-F238E27FC236}">
                  <a16:creationId xmlns:a16="http://schemas.microsoft.com/office/drawing/2014/main" id="{8AB7082A-A296-DE36-EA28-E792F2924D91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34" name="Group 54133">
            <a:extLst>
              <a:ext uri="{FF2B5EF4-FFF2-40B4-BE49-F238E27FC236}">
                <a16:creationId xmlns:a16="http://schemas.microsoft.com/office/drawing/2014/main" id="{8BD44DAD-C9C2-EB00-8590-84BE8BB9DA86}"/>
              </a:ext>
            </a:extLst>
          </p:cNvPr>
          <p:cNvGrpSpPr/>
          <p:nvPr/>
        </p:nvGrpSpPr>
        <p:grpSpPr>
          <a:xfrm>
            <a:off x="3712234" y="1870803"/>
            <a:ext cx="811397" cy="1031335"/>
            <a:chOff x="1072664" y="2605686"/>
            <a:chExt cx="1528032" cy="1802892"/>
          </a:xfrm>
        </p:grpSpPr>
        <p:grpSp>
          <p:nvGrpSpPr>
            <p:cNvPr id="54135" name="Group 54134">
              <a:extLst>
                <a:ext uri="{FF2B5EF4-FFF2-40B4-BE49-F238E27FC236}">
                  <a16:creationId xmlns:a16="http://schemas.microsoft.com/office/drawing/2014/main" id="{F17EF5AB-ED40-DABA-C6AF-A35FC51AEFBE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4137" name="Group 54136">
                <a:extLst>
                  <a:ext uri="{FF2B5EF4-FFF2-40B4-BE49-F238E27FC236}">
                    <a16:creationId xmlns:a16="http://schemas.microsoft.com/office/drawing/2014/main" id="{B2CC2AE8-F12A-B9CB-B574-64E83FD449D7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4148" name="Straight Connector 54147">
                  <a:extLst>
                    <a:ext uri="{FF2B5EF4-FFF2-40B4-BE49-F238E27FC236}">
                      <a16:creationId xmlns:a16="http://schemas.microsoft.com/office/drawing/2014/main" id="{39C43E77-01D0-9B43-FDB5-89BE1A22CD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49" name="Straight Connector 54148">
                  <a:extLst>
                    <a:ext uri="{FF2B5EF4-FFF2-40B4-BE49-F238E27FC236}">
                      <a16:creationId xmlns:a16="http://schemas.microsoft.com/office/drawing/2014/main" id="{6286BD53-0E16-F176-DBF4-955CE9039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150" name="TextBox 54149">
                  <a:extLst>
                    <a:ext uri="{FF2B5EF4-FFF2-40B4-BE49-F238E27FC236}">
                      <a16:creationId xmlns:a16="http://schemas.microsoft.com/office/drawing/2014/main" id="{BA70DDC8-0CFF-A06E-52C4-8882D88A0CF2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151" name="TextBox 54150">
                  <a:extLst>
                    <a:ext uri="{FF2B5EF4-FFF2-40B4-BE49-F238E27FC236}">
                      <a16:creationId xmlns:a16="http://schemas.microsoft.com/office/drawing/2014/main" id="{A774C552-9334-55ED-71E1-0D0E282B642E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4138" name="Group 54137">
                <a:extLst>
                  <a:ext uri="{FF2B5EF4-FFF2-40B4-BE49-F238E27FC236}">
                    <a16:creationId xmlns:a16="http://schemas.microsoft.com/office/drawing/2014/main" id="{DDE3440D-43F4-3AB9-86A4-FBB8D9109227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4144" name="Straight Connector 54143">
                  <a:extLst>
                    <a:ext uri="{FF2B5EF4-FFF2-40B4-BE49-F238E27FC236}">
                      <a16:creationId xmlns:a16="http://schemas.microsoft.com/office/drawing/2014/main" id="{EB0EB247-C5D9-5ACC-AA01-5BC25CFDF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45" name="Straight Connector 54144">
                  <a:extLst>
                    <a:ext uri="{FF2B5EF4-FFF2-40B4-BE49-F238E27FC236}">
                      <a16:creationId xmlns:a16="http://schemas.microsoft.com/office/drawing/2014/main" id="{B8903080-4CC0-6942-1166-830A19691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146" name="TextBox 54145">
                  <a:extLst>
                    <a:ext uri="{FF2B5EF4-FFF2-40B4-BE49-F238E27FC236}">
                      <a16:creationId xmlns:a16="http://schemas.microsoft.com/office/drawing/2014/main" id="{F926397B-92C4-DF10-94E6-572AAD8EC251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147" name="TextBox 54146">
                  <a:extLst>
                    <a:ext uri="{FF2B5EF4-FFF2-40B4-BE49-F238E27FC236}">
                      <a16:creationId xmlns:a16="http://schemas.microsoft.com/office/drawing/2014/main" id="{8D76BB31-13C8-B2E3-EE57-C75D29F1E832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4139" name="Group 54138">
                <a:extLst>
                  <a:ext uri="{FF2B5EF4-FFF2-40B4-BE49-F238E27FC236}">
                    <a16:creationId xmlns:a16="http://schemas.microsoft.com/office/drawing/2014/main" id="{EFC96B3A-3A8A-6755-9931-6F6C6D32C97A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4140" name="Straight Connector 54139">
                  <a:extLst>
                    <a:ext uri="{FF2B5EF4-FFF2-40B4-BE49-F238E27FC236}">
                      <a16:creationId xmlns:a16="http://schemas.microsoft.com/office/drawing/2014/main" id="{AE811453-C1F3-D0E5-2FF5-3952F6EC6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41" name="Straight Connector 54140">
                  <a:extLst>
                    <a:ext uri="{FF2B5EF4-FFF2-40B4-BE49-F238E27FC236}">
                      <a16:creationId xmlns:a16="http://schemas.microsoft.com/office/drawing/2014/main" id="{61C3885B-F077-0562-8B7F-D749566A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142" name="TextBox 54141">
                  <a:extLst>
                    <a:ext uri="{FF2B5EF4-FFF2-40B4-BE49-F238E27FC236}">
                      <a16:creationId xmlns:a16="http://schemas.microsoft.com/office/drawing/2014/main" id="{ADB1889C-0FE2-D4CC-F8A4-9A8142514810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143" name="TextBox 54142">
                  <a:extLst>
                    <a:ext uri="{FF2B5EF4-FFF2-40B4-BE49-F238E27FC236}">
                      <a16:creationId xmlns:a16="http://schemas.microsoft.com/office/drawing/2014/main" id="{581FF405-CE27-ADFD-8C7F-B72EF7217665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4136" name="Straight Connector 54135">
              <a:extLst>
                <a:ext uri="{FF2B5EF4-FFF2-40B4-BE49-F238E27FC236}">
                  <a16:creationId xmlns:a16="http://schemas.microsoft.com/office/drawing/2014/main" id="{80FEFF8C-588C-39AE-CB55-35ABA648A1ED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52" name="Group 54151">
            <a:extLst>
              <a:ext uri="{FF2B5EF4-FFF2-40B4-BE49-F238E27FC236}">
                <a16:creationId xmlns:a16="http://schemas.microsoft.com/office/drawing/2014/main" id="{36F5BAFA-1462-228B-28D6-317CB484EEEF}"/>
              </a:ext>
            </a:extLst>
          </p:cNvPr>
          <p:cNvGrpSpPr/>
          <p:nvPr/>
        </p:nvGrpSpPr>
        <p:grpSpPr>
          <a:xfrm>
            <a:off x="4517789" y="1787513"/>
            <a:ext cx="249764" cy="261637"/>
            <a:chOff x="1072662" y="2437214"/>
            <a:chExt cx="1430838" cy="1983567"/>
          </a:xfrm>
        </p:grpSpPr>
        <p:grpSp>
          <p:nvGrpSpPr>
            <p:cNvPr id="54153" name="Group 54152">
              <a:extLst>
                <a:ext uri="{FF2B5EF4-FFF2-40B4-BE49-F238E27FC236}">
                  <a16:creationId xmlns:a16="http://schemas.microsoft.com/office/drawing/2014/main" id="{963BB286-A865-1879-AF31-FF87417ACC9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55" name="Group 54154">
                <a:extLst>
                  <a:ext uri="{FF2B5EF4-FFF2-40B4-BE49-F238E27FC236}">
                    <a16:creationId xmlns:a16="http://schemas.microsoft.com/office/drawing/2014/main" id="{0A0CBE38-52EA-D176-6367-F7CC2748352D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62" name="Straight Connector 54161">
                  <a:extLst>
                    <a:ext uri="{FF2B5EF4-FFF2-40B4-BE49-F238E27FC236}">
                      <a16:creationId xmlns:a16="http://schemas.microsoft.com/office/drawing/2014/main" id="{094767DA-5929-6A8A-A05F-3F5F605467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63" name="Straight Connector 54162">
                  <a:extLst>
                    <a:ext uri="{FF2B5EF4-FFF2-40B4-BE49-F238E27FC236}">
                      <a16:creationId xmlns:a16="http://schemas.microsoft.com/office/drawing/2014/main" id="{DCD6150B-A27F-C84F-100E-D4385EF42C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56" name="Group 54155">
                <a:extLst>
                  <a:ext uri="{FF2B5EF4-FFF2-40B4-BE49-F238E27FC236}">
                    <a16:creationId xmlns:a16="http://schemas.microsoft.com/office/drawing/2014/main" id="{20BE0388-8302-2F20-C659-F6069ACACFA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60" name="Straight Connector 54159">
                  <a:extLst>
                    <a:ext uri="{FF2B5EF4-FFF2-40B4-BE49-F238E27FC236}">
                      <a16:creationId xmlns:a16="http://schemas.microsoft.com/office/drawing/2014/main" id="{B9CD5485-432A-FE4A-55FB-B15E480D7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61" name="Straight Connector 54160">
                  <a:extLst>
                    <a:ext uri="{FF2B5EF4-FFF2-40B4-BE49-F238E27FC236}">
                      <a16:creationId xmlns:a16="http://schemas.microsoft.com/office/drawing/2014/main" id="{90F5739F-63DC-5A0A-2C0F-F24B498B73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57" name="Group 54156">
                <a:extLst>
                  <a:ext uri="{FF2B5EF4-FFF2-40B4-BE49-F238E27FC236}">
                    <a16:creationId xmlns:a16="http://schemas.microsoft.com/office/drawing/2014/main" id="{3F6D99E4-58CF-4A16-0740-B930D72ADC3E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58" name="Straight Connector 54157">
                  <a:extLst>
                    <a:ext uri="{FF2B5EF4-FFF2-40B4-BE49-F238E27FC236}">
                      <a16:creationId xmlns:a16="http://schemas.microsoft.com/office/drawing/2014/main" id="{902D33FD-0450-0A2F-2087-9E4FE277C7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59" name="Straight Connector 54158">
                  <a:extLst>
                    <a:ext uri="{FF2B5EF4-FFF2-40B4-BE49-F238E27FC236}">
                      <a16:creationId xmlns:a16="http://schemas.microsoft.com/office/drawing/2014/main" id="{73CC79DF-6F3D-EC0D-1C37-6FACAB5A5A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54" name="Straight Connector 54153">
              <a:extLst>
                <a:ext uri="{FF2B5EF4-FFF2-40B4-BE49-F238E27FC236}">
                  <a16:creationId xmlns:a16="http://schemas.microsoft.com/office/drawing/2014/main" id="{621057DE-F43E-C2C1-C500-47A3D83BCE7A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64" name="Group 54163">
            <a:extLst>
              <a:ext uri="{FF2B5EF4-FFF2-40B4-BE49-F238E27FC236}">
                <a16:creationId xmlns:a16="http://schemas.microsoft.com/office/drawing/2014/main" id="{AAB0F8BA-80E2-AC61-8C47-40720E4A79EB}"/>
              </a:ext>
            </a:extLst>
          </p:cNvPr>
          <p:cNvGrpSpPr/>
          <p:nvPr/>
        </p:nvGrpSpPr>
        <p:grpSpPr>
          <a:xfrm>
            <a:off x="4499065" y="2122747"/>
            <a:ext cx="249764" cy="261637"/>
            <a:chOff x="1072662" y="2437214"/>
            <a:chExt cx="1430838" cy="1983567"/>
          </a:xfrm>
        </p:grpSpPr>
        <p:grpSp>
          <p:nvGrpSpPr>
            <p:cNvPr id="54165" name="Group 54164">
              <a:extLst>
                <a:ext uri="{FF2B5EF4-FFF2-40B4-BE49-F238E27FC236}">
                  <a16:creationId xmlns:a16="http://schemas.microsoft.com/office/drawing/2014/main" id="{86B05E63-120B-F6C7-DDB4-CC94A4A635EB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67" name="Group 54166">
                <a:extLst>
                  <a:ext uri="{FF2B5EF4-FFF2-40B4-BE49-F238E27FC236}">
                    <a16:creationId xmlns:a16="http://schemas.microsoft.com/office/drawing/2014/main" id="{05EF826D-5E64-44AD-BE6E-C21266FC955B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74" name="Straight Connector 54173">
                  <a:extLst>
                    <a:ext uri="{FF2B5EF4-FFF2-40B4-BE49-F238E27FC236}">
                      <a16:creationId xmlns:a16="http://schemas.microsoft.com/office/drawing/2014/main" id="{A297DEE7-6138-F1A2-EC45-55B6FF7F9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75" name="Straight Connector 54174">
                  <a:extLst>
                    <a:ext uri="{FF2B5EF4-FFF2-40B4-BE49-F238E27FC236}">
                      <a16:creationId xmlns:a16="http://schemas.microsoft.com/office/drawing/2014/main" id="{E0D27F46-8A58-12ED-388D-2C96F5E33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68" name="Group 54167">
                <a:extLst>
                  <a:ext uri="{FF2B5EF4-FFF2-40B4-BE49-F238E27FC236}">
                    <a16:creationId xmlns:a16="http://schemas.microsoft.com/office/drawing/2014/main" id="{91165B16-5A43-2400-A615-049B4F122CB8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72" name="Straight Connector 54171">
                  <a:extLst>
                    <a:ext uri="{FF2B5EF4-FFF2-40B4-BE49-F238E27FC236}">
                      <a16:creationId xmlns:a16="http://schemas.microsoft.com/office/drawing/2014/main" id="{BA21CB77-5B7A-2CED-BA4A-0AEAE41CC7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73" name="Straight Connector 54172">
                  <a:extLst>
                    <a:ext uri="{FF2B5EF4-FFF2-40B4-BE49-F238E27FC236}">
                      <a16:creationId xmlns:a16="http://schemas.microsoft.com/office/drawing/2014/main" id="{20FE2C55-97BF-BFC1-C154-302E87C532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69" name="Group 54168">
                <a:extLst>
                  <a:ext uri="{FF2B5EF4-FFF2-40B4-BE49-F238E27FC236}">
                    <a16:creationId xmlns:a16="http://schemas.microsoft.com/office/drawing/2014/main" id="{D2FD04D9-CBD8-37C3-2330-8A62B55094D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70" name="Straight Connector 54169">
                  <a:extLst>
                    <a:ext uri="{FF2B5EF4-FFF2-40B4-BE49-F238E27FC236}">
                      <a16:creationId xmlns:a16="http://schemas.microsoft.com/office/drawing/2014/main" id="{14F38191-C251-5DF7-A9F3-3D2FF25525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71" name="Straight Connector 54170">
                  <a:extLst>
                    <a:ext uri="{FF2B5EF4-FFF2-40B4-BE49-F238E27FC236}">
                      <a16:creationId xmlns:a16="http://schemas.microsoft.com/office/drawing/2014/main" id="{5FFEC056-17AA-D00A-EBDE-446252B839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66" name="Straight Connector 54165">
              <a:extLst>
                <a:ext uri="{FF2B5EF4-FFF2-40B4-BE49-F238E27FC236}">
                  <a16:creationId xmlns:a16="http://schemas.microsoft.com/office/drawing/2014/main" id="{302D2D0F-7254-57BC-24AE-8DF80A94F68E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76" name="Group 54175">
            <a:extLst>
              <a:ext uri="{FF2B5EF4-FFF2-40B4-BE49-F238E27FC236}">
                <a16:creationId xmlns:a16="http://schemas.microsoft.com/office/drawing/2014/main" id="{1B13EDF9-823D-D313-C13D-E3739AF9B02C}"/>
              </a:ext>
            </a:extLst>
          </p:cNvPr>
          <p:cNvGrpSpPr/>
          <p:nvPr/>
        </p:nvGrpSpPr>
        <p:grpSpPr>
          <a:xfrm>
            <a:off x="4501595" y="2394580"/>
            <a:ext cx="249764" cy="261637"/>
            <a:chOff x="1072662" y="2437214"/>
            <a:chExt cx="1430838" cy="1983567"/>
          </a:xfrm>
        </p:grpSpPr>
        <p:grpSp>
          <p:nvGrpSpPr>
            <p:cNvPr id="54177" name="Group 54176">
              <a:extLst>
                <a:ext uri="{FF2B5EF4-FFF2-40B4-BE49-F238E27FC236}">
                  <a16:creationId xmlns:a16="http://schemas.microsoft.com/office/drawing/2014/main" id="{3A9E22D2-E52D-1C0A-CE95-AC7C3927023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79" name="Group 54178">
                <a:extLst>
                  <a:ext uri="{FF2B5EF4-FFF2-40B4-BE49-F238E27FC236}">
                    <a16:creationId xmlns:a16="http://schemas.microsoft.com/office/drawing/2014/main" id="{07AEAEC6-B935-9304-C33C-81ED2BB9EDB5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86" name="Straight Connector 54185">
                  <a:extLst>
                    <a:ext uri="{FF2B5EF4-FFF2-40B4-BE49-F238E27FC236}">
                      <a16:creationId xmlns:a16="http://schemas.microsoft.com/office/drawing/2014/main" id="{AA8CFA0F-BDB5-1881-FD72-EEB9F85FF6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87" name="Straight Connector 54186">
                  <a:extLst>
                    <a:ext uri="{FF2B5EF4-FFF2-40B4-BE49-F238E27FC236}">
                      <a16:creationId xmlns:a16="http://schemas.microsoft.com/office/drawing/2014/main" id="{87D3B5E0-FFC4-F1B2-18AE-FC9CB3E20A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80" name="Group 54179">
                <a:extLst>
                  <a:ext uri="{FF2B5EF4-FFF2-40B4-BE49-F238E27FC236}">
                    <a16:creationId xmlns:a16="http://schemas.microsoft.com/office/drawing/2014/main" id="{B5234D3E-2295-F77A-BBF4-D34CED173BA2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84" name="Straight Connector 54183">
                  <a:extLst>
                    <a:ext uri="{FF2B5EF4-FFF2-40B4-BE49-F238E27FC236}">
                      <a16:creationId xmlns:a16="http://schemas.microsoft.com/office/drawing/2014/main" id="{932D3EDE-82F8-17C3-DE7F-9DBDA746A8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85" name="Straight Connector 54184">
                  <a:extLst>
                    <a:ext uri="{FF2B5EF4-FFF2-40B4-BE49-F238E27FC236}">
                      <a16:creationId xmlns:a16="http://schemas.microsoft.com/office/drawing/2014/main" id="{42F67195-ED30-CF96-1F81-AFF9DB8E49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81" name="Group 54180">
                <a:extLst>
                  <a:ext uri="{FF2B5EF4-FFF2-40B4-BE49-F238E27FC236}">
                    <a16:creationId xmlns:a16="http://schemas.microsoft.com/office/drawing/2014/main" id="{427223AA-F3C4-517A-6239-2AFB0A779404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82" name="Straight Connector 54181">
                  <a:extLst>
                    <a:ext uri="{FF2B5EF4-FFF2-40B4-BE49-F238E27FC236}">
                      <a16:creationId xmlns:a16="http://schemas.microsoft.com/office/drawing/2014/main" id="{6DFC21D1-BC7A-7788-33D6-0102FB85D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83" name="Straight Connector 54182">
                  <a:extLst>
                    <a:ext uri="{FF2B5EF4-FFF2-40B4-BE49-F238E27FC236}">
                      <a16:creationId xmlns:a16="http://schemas.microsoft.com/office/drawing/2014/main" id="{059D1828-AFBE-43B9-93AC-F2C9C2F1B6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78" name="Straight Connector 54177">
              <a:extLst>
                <a:ext uri="{FF2B5EF4-FFF2-40B4-BE49-F238E27FC236}">
                  <a16:creationId xmlns:a16="http://schemas.microsoft.com/office/drawing/2014/main" id="{22E59E27-ED09-08B2-5584-5C30A6AEBAF5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88" name="Group 54187">
            <a:extLst>
              <a:ext uri="{FF2B5EF4-FFF2-40B4-BE49-F238E27FC236}">
                <a16:creationId xmlns:a16="http://schemas.microsoft.com/office/drawing/2014/main" id="{7913C888-E2E7-90C3-8A81-1168015C2841}"/>
              </a:ext>
            </a:extLst>
          </p:cNvPr>
          <p:cNvGrpSpPr/>
          <p:nvPr/>
        </p:nvGrpSpPr>
        <p:grpSpPr>
          <a:xfrm>
            <a:off x="4502371" y="2715855"/>
            <a:ext cx="249764" cy="261637"/>
            <a:chOff x="1072662" y="2437214"/>
            <a:chExt cx="1430838" cy="1983567"/>
          </a:xfrm>
        </p:grpSpPr>
        <p:grpSp>
          <p:nvGrpSpPr>
            <p:cNvPr id="54189" name="Group 54188">
              <a:extLst>
                <a:ext uri="{FF2B5EF4-FFF2-40B4-BE49-F238E27FC236}">
                  <a16:creationId xmlns:a16="http://schemas.microsoft.com/office/drawing/2014/main" id="{37BB0EE4-8950-CC88-8568-FFEA77BBEE34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91" name="Group 54190">
                <a:extLst>
                  <a:ext uri="{FF2B5EF4-FFF2-40B4-BE49-F238E27FC236}">
                    <a16:creationId xmlns:a16="http://schemas.microsoft.com/office/drawing/2014/main" id="{27EC5F80-20CD-0472-E298-5226C7CAEAD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98" name="Straight Connector 54197">
                  <a:extLst>
                    <a:ext uri="{FF2B5EF4-FFF2-40B4-BE49-F238E27FC236}">
                      <a16:creationId xmlns:a16="http://schemas.microsoft.com/office/drawing/2014/main" id="{393CA10D-1C37-04DA-16D2-DE38C8589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99" name="Straight Connector 54198">
                  <a:extLst>
                    <a:ext uri="{FF2B5EF4-FFF2-40B4-BE49-F238E27FC236}">
                      <a16:creationId xmlns:a16="http://schemas.microsoft.com/office/drawing/2014/main" id="{3B80984B-0B64-1B6A-7F1E-D296571CA3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92" name="Group 54191">
                <a:extLst>
                  <a:ext uri="{FF2B5EF4-FFF2-40B4-BE49-F238E27FC236}">
                    <a16:creationId xmlns:a16="http://schemas.microsoft.com/office/drawing/2014/main" id="{4AF383CC-1B4A-5E04-38B8-D758F3A485FB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96" name="Straight Connector 54195">
                  <a:extLst>
                    <a:ext uri="{FF2B5EF4-FFF2-40B4-BE49-F238E27FC236}">
                      <a16:creationId xmlns:a16="http://schemas.microsoft.com/office/drawing/2014/main" id="{E1C57AB0-0EEC-2503-CC9E-357A3AD40E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97" name="Straight Connector 54196">
                  <a:extLst>
                    <a:ext uri="{FF2B5EF4-FFF2-40B4-BE49-F238E27FC236}">
                      <a16:creationId xmlns:a16="http://schemas.microsoft.com/office/drawing/2014/main" id="{D18B7FA8-970D-4504-1D01-F0D9BD0F4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93" name="Group 54192">
                <a:extLst>
                  <a:ext uri="{FF2B5EF4-FFF2-40B4-BE49-F238E27FC236}">
                    <a16:creationId xmlns:a16="http://schemas.microsoft.com/office/drawing/2014/main" id="{4F92DB9C-40F9-1721-FD32-76DF68C9A511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94" name="Straight Connector 54193">
                  <a:extLst>
                    <a:ext uri="{FF2B5EF4-FFF2-40B4-BE49-F238E27FC236}">
                      <a16:creationId xmlns:a16="http://schemas.microsoft.com/office/drawing/2014/main" id="{3B50570B-0823-FCA6-B215-F5CA015C26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95" name="Straight Connector 54194">
                  <a:extLst>
                    <a:ext uri="{FF2B5EF4-FFF2-40B4-BE49-F238E27FC236}">
                      <a16:creationId xmlns:a16="http://schemas.microsoft.com/office/drawing/2014/main" id="{8E61EE2F-8879-BC67-5DA6-5B8C1ED7A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90" name="Straight Connector 54189">
              <a:extLst>
                <a:ext uri="{FF2B5EF4-FFF2-40B4-BE49-F238E27FC236}">
                  <a16:creationId xmlns:a16="http://schemas.microsoft.com/office/drawing/2014/main" id="{42513519-0CD6-143B-4AB7-2F714BE5327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66" name="Group 54265">
            <a:extLst>
              <a:ext uri="{FF2B5EF4-FFF2-40B4-BE49-F238E27FC236}">
                <a16:creationId xmlns:a16="http://schemas.microsoft.com/office/drawing/2014/main" id="{A224A3E9-6A6F-0721-BB8B-AC4516A7934A}"/>
              </a:ext>
            </a:extLst>
          </p:cNvPr>
          <p:cNvGrpSpPr/>
          <p:nvPr/>
        </p:nvGrpSpPr>
        <p:grpSpPr>
          <a:xfrm>
            <a:off x="3735775" y="575899"/>
            <a:ext cx="811397" cy="1031335"/>
            <a:chOff x="1072664" y="2605686"/>
            <a:chExt cx="1528032" cy="1802892"/>
          </a:xfrm>
        </p:grpSpPr>
        <p:grpSp>
          <p:nvGrpSpPr>
            <p:cNvPr id="54267" name="Group 54266">
              <a:extLst>
                <a:ext uri="{FF2B5EF4-FFF2-40B4-BE49-F238E27FC236}">
                  <a16:creationId xmlns:a16="http://schemas.microsoft.com/office/drawing/2014/main" id="{830DBD89-B035-912A-919C-651A823E4029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4269" name="Group 54268">
                <a:extLst>
                  <a:ext uri="{FF2B5EF4-FFF2-40B4-BE49-F238E27FC236}">
                    <a16:creationId xmlns:a16="http://schemas.microsoft.com/office/drawing/2014/main" id="{82C640CC-2467-E66C-1CFD-770E8AE0C533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4280" name="Straight Connector 54279">
                  <a:extLst>
                    <a:ext uri="{FF2B5EF4-FFF2-40B4-BE49-F238E27FC236}">
                      <a16:creationId xmlns:a16="http://schemas.microsoft.com/office/drawing/2014/main" id="{864BD7BF-395C-BD98-44EF-4E4CA6CBC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81" name="Straight Connector 54280">
                  <a:extLst>
                    <a:ext uri="{FF2B5EF4-FFF2-40B4-BE49-F238E27FC236}">
                      <a16:creationId xmlns:a16="http://schemas.microsoft.com/office/drawing/2014/main" id="{06241E4E-7379-05D2-4512-019A879EE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282" name="TextBox 54281">
                  <a:extLst>
                    <a:ext uri="{FF2B5EF4-FFF2-40B4-BE49-F238E27FC236}">
                      <a16:creationId xmlns:a16="http://schemas.microsoft.com/office/drawing/2014/main" id="{2F9D1C0C-0CED-5BB0-C00C-AD506EE33D31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283" name="TextBox 54282">
                  <a:extLst>
                    <a:ext uri="{FF2B5EF4-FFF2-40B4-BE49-F238E27FC236}">
                      <a16:creationId xmlns:a16="http://schemas.microsoft.com/office/drawing/2014/main" id="{DD659300-E72E-A688-D034-3700FC8DAFEF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4270" name="Group 54269">
                <a:extLst>
                  <a:ext uri="{FF2B5EF4-FFF2-40B4-BE49-F238E27FC236}">
                    <a16:creationId xmlns:a16="http://schemas.microsoft.com/office/drawing/2014/main" id="{D739F29C-8FE3-9442-4829-B071F58C39F4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4276" name="Straight Connector 54275">
                  <a:extLst>
                    <a:ext uri="{FF2B5EF4-FFF2-40B4-BE49-F238E27FC236}">
                      <a16:creationId xmlns:a16="http://schemas.microsoft.com/office/drawing/2014/main" id="{0FC6B1D6-C1D6-4D68-07C0-3151ADFA8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77" name="Straight Connector 54276">
                  <a:extLst>
                    <a:ext uri="{FF2B5EF4-FFF2-40B4-BE49-F238E27FC236}">
                      <a16:creationId xmlns:a16="http://schemas.microsoft.com/office/drawing/2014/main" id="{3314A6B9-7411-8C97-C20C-A4338DCEAD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278" name="TextBox 54277">
                  <a:extLst>
                    <a:ext uri="{FF2B5EF4-FFF2-40B4-BE49-F238E27FC236}">
                      <a16:creationId xmlns:a16="http://schemas.microsoft.com/office/drawing/2014/main" id="{C75DAD32-7A27-7BA3-4071-6DFE6631F0A7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279" name="TextBox 54278">
                  <a:extLst>
                    <a:ext uri="{FF2B5EF4-FFF2-40B4-BE49-F238E27FC236}">
                      <a16:creationId xmlns:a16="http://schemas.microsoft.com/office/drawing/2014/main" id="{E73819E2-9341-C3C2-7ABC-26FCCD9D4794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4271" name="Group 54270">
                <a:extLst>
                  <a:ext uri="{FF2B5EF4-FFF2-40B4-BE49-F238E27FC236}">
                    <a16:creationId xmlns:a16="http://schemas.microsoft.com/office/drawing/2014/main" id="{1042A60A-F3BC-BE40-320E-E5086AAE8F9A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4272" name="Straight Connector 54271">
                  <a:extLst>
                    <a:ext uri="{FF2B5EF4-FFF2-40B4-BE49-F238E27FC236}">
                      <a16:creationId xmlns:a16="http://schemas.microsoft.com/office/drawing/2014/main" id="{ED597026-95EE-DDAC-31D2-79CB8D203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73" name="Straight Connector 54272">
                  <a:extLst>
                    <a:ext uri="{FF2B5EF4-FFF2-40B4-BE49-F238E27FC236}">
                      <a16:creationId xmlns:a16="http://schemas.microsoft.com/office/drawing/2014/main" id="{79C8598E-7160-4F51-B16F-4CAB770563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274" name="TextBox 54273">
                  <a:extLst>
                    <a:ext uri="{FF2B5EF4-FFF2-40B4-BE49-F238E27FC236}">
                      <a16:creationId xmlns:a16="http://schemas.microsoft.com/office/drawing/2014/main" id="{D5A53907-8E2A-3AD7-9934-BB76237665E6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275" name="TextBox 54274">
                  <a:extLst>
                    <a:ext uri="{FF2B5EF4-FFF2-40B4-BE49-F238E27FC236}">
                      <a16:creationId xmlns:a16="http://schemas.microsoft.com/office/drawing/2014/main" id="{B9411B87-764F-D16A-B976-E03A3ADD6BC8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4268" name="Straight Connector 54267">
              <a:extLst>
                <a:ext uri="{FF2B5EF4-FFF2-40B4-BE49-F238E27FC236}">
                  <a16:creationId xmlns:a16="http://schemas.microsoft.com/office/drawing/2014/main" id="{74543933-237D-C454-DFA0-19794663E287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84" name="Group 54283">
            <a:extLst>
              <a:ext uri="{FF2B5EF4-FFF2-40B4-BE49-F238E27FC236}">
                <a16:creationId xmlns:a16="http://schemas.microsoft.com/office/drawing/2014/main" id="{DCE0C3EB-503B-AB7C-E96E-0C957A5FD2AD}"/>
              </a:ext>
            </a:extLst>
          </p:cNvPr>
          <p:cNvGrpSpPr/>
          <p:nvPr/>
        </p:nvGrpSpPr>
        <p:grpSpPr>
          <a:xfrm>
            <a:off x="4541330" y="492609"/>
            <a:ext cx="249764" cy="261637"/>
            <a:chOff x="1072662" y="2437214"/>
            <a:chExt cx="1430838" cy="1983567"/>
          </a:xfrm>
        </p:grpSpPr>
        <p:grpSp>
          <p:nvGrpSpPr>
            <p:cNvPr id="54285" name="Group 54284">
              <a:extLst>
                <a:ext uri="{FF2B5EF4-FFF2-40B4-BE49-F238E27FC236}">
                  <a16:creationId xmlns:a16="http://schemas.microsoft.com/office/drawing/2014/main" id="{E0345A8C-570D-B7C8-1323-24ADE13140C0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287" name="Group 54286">
                <a:extLst>
                  <a:ext uri="{FF2B5EF4-FFF2-40B4-BE49-F238E27FC236}">
                    <a16:creationId xmlns:a16="http://schemas.microsoft.com/office/drawing/2014/main" id="{48B07426-5FA2-7887-2D18-9705A7775D0C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294" name="Straight Connector 54293">
                  <a:extLst>
                    <a:ext uri="{FF2B5EF4-FFF2-40B4-BE49-F238E27FC236}">
                      <a16:creationId xmlns:a16="http://schemas.microsoft.com/office/drawing/2014/main" id="{923E84B3-034B-932C-AA41-6CC236B02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95" name="Straight Connector 54294">
                  <a:extLst>
                    <a:ext uri="{FF2B5EF4-FFF2-40B4-BE49-F238E27FC236}">
                      <a16:creationId xmlns:a16="http://schemas.microsoft.com/office/drawing/2014/main" id="{AC19C2E7-CB5A-9AC5-C015-2F1DC311DC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288" name="Group 54287">
                <a:extLst>
                  <a:ext uri="{FF2B5EF4-FFF2-40B4-BE49-F238E27FC236}">
                    <a16:creationId xmlns:a16="http://schemas.microsoft.com/office/drawing/2014/main" id="{3E5E7204-1DFF-D29A-F25C-2E8784A2FEE2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292" name="Straight Connector 54291">
                  <a:extLst>
                    <a:ext uri="{FF2B5EF4-FFF2-40B4-BE49-F238E27FC236}">
                      <a16:creationId xmlns:a16="http://schemas.microsoft.com/office/drawing/2014/main" id="{40D09C6F-7950-43B5-75F4-A63949AA87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93" name="Straight Connector 54292">
                  <a:extLst>
                    <a:ext uri="{FF2B5EF4-FFF2-40B4-BE49-F238E27FC236}">
                      <a16:creationId xmlns:a16="http://schemas.microsoft.com/office/drawing/2014/main" id="{1FC4A5F8-59A2-C265-EDB3-1D4B5DC5CB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289" name="Group 54288">
                <a:extLst>
                  <a:ext uri="{FF2B5EF4-FFF2-40B4-BE49-F238E27FC236}">
                    <a16:creationId xmlns:a16="http://schemas.microsoft.com/office/drawing/2014/main" id="{6DF2F0D5-3E03-4926-A773-282C9A7306C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290" name="Straight Connector 54289">
                  <a:extLst>
                    <a:ext uri="{FF2B5EF4-FFF2-40B4-BE49-F238E27FC236}">
                      <a16:creationId xmlns:a16="http://schemas.microsoft.com/office/drawing/2014/main" id="{0F5BBF5F-E1EA-4D34-AF17-17338E148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91" name="Straight Connector 54290">
                  <a:extLst>
                    <a:ext uri="{FF2B5EF4-FFF2-40B4-BE49-F238E27FC236}">
                      <a16:creationId xmlns:a16="http://schemas.microsoft.com/office/drawing/2014/main" id="{15160F7F-B593-80FC-AB0B-607136C2DE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286" name="Straight Connector 54285">
              <a:extLst>
                <a:ext uri="{FF2B5EF4-FFF2-40B4-BE49-F238E27FC236}">
                  <a16:creationId xmlns:a16="http://schemas.microsoft.com/office/drawing/2014/main" id="{9EB74ECB-4E6F-906E-F96F-0214DA0BF0BF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96" name="Group 54295">
            <a:extLst>
              <a:ext uri="{FF2B5EF4-FFF2-40B4-BE49-F238E27FC236}">
                <a16:creationId xmlns:a16="http://schemas.microsoft.com/office/drawing/2014/main" id="{BC22FC2B-E08D-D0FD-B9EE-B11A91761B4E}"/>
              </a:ext>
            </a:extLst>
          </p:cNvPr>
          <p:cNvGrpSpPr/>
          <p:nvPr/>
        </p:nvGrpSpPr>
        <p:grpSpPr>
          <a:xfrm>
            <a:off x="4522606" y="827843"/>
            <a:ext cx="249764" cy="261637"/>
            <a:chOff x="1072662" y="2437214"/>
            <a:chExt cx="1430838" cy="1983567"/>
          </a:xfrm>
        </p:grpSpPr>
        <p:grpSp>
          <p:nvGrpSpPr>
            <p:cNvPr id="54297" name="Group 54296">
              <a:extLst>
                <a:ext uri="{FF2B5EF4-FFF2-40B4-BE49-F238E27FC236}">
                  <a16:creationId xmlns:a16="http://schemas.microsoft.com/office/drawing/2014/main" id="{7DD11889-EBEC-3F2E-ED47-E8BAAD99D5CD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299" name="Group 54298">
                <a:extLst>
                  <a:ext uri="{FF2B5EF4-FFF2-40B4-BE49-F238E27FC236}">
                    <a16:creationId xmlns:a16="http://schemas.microsoft.com/office/drawing/2014/main" id="{811BB072-89F9-058A-65D2-F984F55D6C1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306" name="Straight Connector 54305">
                  <a:extLst>
                    <a:ext uri="{FF2B5EF4-FFF2-40B4-BE49-F238E27FC236}">
                      <a16:creationId xmlns:a16="http://schemas.microsoft.com/office/drawing/2014/main" id="{B62B878B-0815-81BD-A755-24FF74FD35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07" name="Straight Connector 54306">
                  <a:extLst>
                    <a:ext uri="{FF2B5EF4-FFF2-40B4-BE49-F238E27FC236}">
                      <a16:creationId xmlns:a16="http://schemas.microsoft.com/office/drawing/2014/main" id="{7762889A-2290-BC1C-7E7C-9326250286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00" name="Group 54299">
                <a:extLst>
                  <a:ext uri="{FF2B5EF4-FFF2-40B4-BE49-F238E27FC236}">
                    <a16:creationId xmlns:a16="http://schemas.microsoft.com/office/drawing/2014/main" id="{7BAB0938-0A3C-BEB8-AC0C-760659442EA0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304" name="Straight Connector 54303">
                  <a:extLst>
                    <a:ext uri="{FF2B5EF4-FFF2-40B4-BE49-F238E27FC236}">
                      <a16:creationId xmlns:a16="http://schemas.microsoft.com/office/drawing/2014/main" id="{1439EB0A-FC0D-7FC6-9D1E-9EB3AD295D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05" name="Straight Connector 54304">
                  <a:extLst>
                    <a:ext uri="{FF2B5EF4-FFF2-40B4-BE49-F238E27FC236}">
                      <a16:creationId xmlns:a16="http://schemas.microsoft.com/office/drawing/2014/main" id="{1F7880F8-A052-47D7-1685-5023D13D01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01" name="Group 54300">
                <a:extLst>
                  <a:ext uri="{FF2B5EF4-FFF2-40B4-BE49-F238E27FC236}">
                    <a16:creationId xmlns:a16="http://schemas.microsoft.com/office/drawing/2014/main" id="{2B353F26-3422-95F0-E79C-6264419FD8D0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302" name="Straight Connector 54301">
                  <a:extLst>
                    <a:ext uri="{FF2B5EF4-FFF2-40B4-BE49-F238E27FC236}">
                      <a16:creationId xmlns:a16="http://schemas.microsoft.com/office/drawing/2014/main" id="{91C0C9D3-041E-2815-7910-E1421EE3C2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03" name="Straight Connector 54302">
                  <a:extLst>
                    <a:ext uri="{FF2B5EF4-FFF2-40B4-BE49-F238E27FC236}">
                      <a16:creationId xmlns:a16="http://schemas.microsoft.com/office/drawing/2014/main" id="{7DBA7AB7-8C5A-77D9-E525-309002934E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298" name="Straight Connector 54297">
              <a:extLst>
                <a:ext uri="{FF2B5EF4-FFF2-40B4-BE49-F238E27FC236}">
                  <a16:creationId xmlns:a16="http://schemas.microsoft.com/office/drawing/2014/main" id="{87E95048-DB9B-F8D6-D53C-DCF1139E4016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308" name="Group 54307">
            <a:extLst>
              <a:ext uri="{FF2B5EF4-FFF2-40B4-BE49-F238E27FC236}">
                <a16:creationId xmlns:a16="http://schemas.microsoft.com/office/drawing/2014/main" id="{3E69DABF-BC5C-0F25-B34D-38736BB47E8F}"/>
              </a:ext>
            </a:extLst>
          </p:cNvPr>
          <p:cNvGrpSpPr/>
          <p:nvPr/>
        </p:nvGrpSpPr>
        <p:grpSpPr>
          <a:xfrm>
            <a:off x="4525136" y="1099676"/>
            <a:ext cx="249764" cy="261637"/>
            <a:chOff x="1072662" y="2437214"/>
            <a:chExt cx="1430838" cy="1983567"/>
          </a:xfrm>
        </p:grpSpPr>
        <p:grpSp>
          <p:nvGrpSpPr>
            <p:cNvPr id="54309" name="Group 54308">
              <a:extLst>
                <a:ext uri="{FF2B5EF4-FFF2-40B4-BE49-F238E27FC236}">
                  <a16:creationId xmlns:a16="http://schemas.microsoft.com/office/drawing/2014/main" id="{8C7FF2ED-1D3B-0D7B-E109-A9E88D5168E9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311" name="Group 54310">
                <a:extLst>
                  <a:ext uri="{FF2B5EF4-FFF2-40B4-BE49-F238E27FC236}">
                    <a16:creationId xmlns:a16="http://schemas.microsoft.com/office/drawing/2014/main" id="{6FEE8AD6-B8B7-A764-D999-DEE678E22A8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318" name="Straight Connector 54317">
                  <a:extLst>
                    <a:ext uri="{FF2B5EF4-FFF2-40B4-BE49-F238E27FC236}">
                      <a16:creationId xmlns:a16="http://schemas.microsoft.com/office/drawing/2014/main" id="{07AEC15D-77ED-EAE1-59AA-040D51382D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19" name="Straight Connector 54318">
                  <a:extLst>
                    <a:ext uri="{FF2B5EF4-FFF2-40B4-BE49-F238E27FC236}">
                      <a16:creationId xmlns:a16="http://schemas.microsoft.com/office/drawing/2014/main" id="{4D8BB7AD-8DE6-7785-561C-DEB8BA701E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12" name="Group 54311">
                <a:extLst>
                  <a:ext uri="{FF2B5EF4-FFF2-40B4-BE49-F238E27FC236}">
                    <a16:creationId xmlns:a16="http://schemas.microsoft.com/office/drawing/2014/main" id="{ED160B3B-2740-E208-3512-128555FF2F0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316" name="Straight Connector 54315">
                  <a:extLst>
                    <a:ext uri="{FF2B5EF4-FFF2-40B4-BE49-F238E27FC236}">
                      <a16:creationId xmlns:a16="http://schemas.microsoft.com/office/drawing/2014/main" id="{AFDA381C-37D5-74DB-0D5E-BB647E177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17" name="Straight Connector 54316">
                  <a:extLst>
                    <a:ext uri="{FF2B5EF4-FFF2-40B4-BE49-F238E27FC236}">
                      <a16:creationId xmlns:a16="http://schemas.microsoft.com/office/drawing/2014/main" id="{D251476D-A6A1-FE2A-C6A2-50B5CE8A8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13" name="Group 54312">
                <a:extLst>
                  <a:ext uri="{FF2B5EF4-FFF2-40B4-BE49-F238E27FC236}">
                    <a16:creationId xmlns:a16="http://schemas.microsoft.com/office/drawing/2014/main" id="{8545B8C1-89E5-CB6F-880C-C292B90246C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314" name="Straight Connector 54313">
                  <a:extLst>
                    <a:ext uri="{FF2B5EF4-FFF2-40B4-BE49-F238E27FC236}">
                      <a16:creationId xmlns:a16="http://schemas.microsoft.com/office/drawing/2014/main" id="{088A560F-73B1-D3E6-F6B1-A44F5C2CB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15" name="Straight Connector 54314">
                  <a:extLst>
                    <a:ext uri="{FF2B5EF4-FFF2-40B4-BE49-F238E27FC236}">
                      <a16:creationId xmlns:a16="http://schemas.microsoft.com/office/drawing/2014/main" id="{093677D5-3D57-102E-3B48-7D4D78D11D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310" name="Straight Connector 54309">
              <a:extLst>
                <a:ext uri="{FF2B5EF4-FFF2-40B4-BE49-F238E27FC236}">
                  <a16:creationId xmlns:a16="http://schemas.microsoft.com/office/drawing/2014/main" id="{E0F4831B-984D-B5B2-E467-BE972E412DB8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320" name="Group 54319">
            <a:extLst>
              <a:ext uri="{FF2B5EF4-FFF2-40B4-BE49-F238E27FC236}">
                <a16:creationId xmlns:a16="http://schemas.microsoft.com/office/drawing/2014/main" id="{1040391F-A872-DCBE-6CDB-3319F846A45E}"/>
              </a:ext>
            </a:extLst>
          </p:cNvPr>
          <p:cNvGrpSpPr/>
          <p:nvPr/>
        </p:nvGrpSpPr>
        <p:grpSpPr>
          <a:xfrm>
            <a:off x="4525912" y="1420951"/>
            <a:ext cx="249764" cy="261637"/>
            <a:chOff x="1072662" y="2437214"/>
            <a:chExt cx="1430838" cy="1983567"/>
          </a:xfrm>
        </p:grpSpPr>
        <p:grpSp>
          <p:nvGrpSpPr>
            <p:cNvPr id="54321" name="Group 54320">
              <a:extLst>
                <a:ext uri="{FF2B5EF4-FFF2-40B4-BE49-F238E27FC236}">
                  <a16:creationId xmlns:a16="http://schemas.microsoft.com/office/drawing/2014/main" id="{43165580-7DDE-665F-1245-22EBE46DDCA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323" name="Group 54322">
                <a:extLst>
                  <a:ext uri="{FF2B5EF4-FFF2-40B4-BE49-F238E27FC236}">
                    <a16:creationId xmlns:a16="http://schemas.microsoft.com/office/drawing/2014/main" id="{31783049-1C6F-6006-8BB3-272D1A38A5A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330" name="Straight Connector 54329">
                  <a:extLst>
                    <a:ext uri="{FF2B5EF4-FFF2-40B4-BE49-F238E27FC236}">
                      <a16:creationId xmlns:a16="http://schemas.microsoft.com/office/drawing/2014/main" id="{D3A1FEBD-C30B-F006-5C76-91D2EFED91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31" name="Straight Connector 54330">
                  <a:extLst>
                    <a:ext uri="{FF2B5EF4-FFF2-40B4-BE49-F238E27FC236}">
                      <a16:creationId xmlns:a16="http://schemas.microsoft.com/office/drawing/2014/main" id="{23C67E90-4930-C5F4-7372-74ABFAA1A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24" name="Group 54323">
                <a:extLst>
                  <a:ext uri="{FF2B5EF4-FFF2-40B4-BE49-F238E27FC236}">
                    <a16:creationId xmlns:a16="http://schemas.microsoft.com/office/drawing/2014/main" id="{0041C3EE-ECAF-3B46-1D27-E6275F71E91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328" name="Straight Connector 54327">
                  <a:extLst>
                    <a:ext uri="{FF2B5EF4-FFF2-40B4-BE49-F238E27FC236}">
                      <a16:creationId xmlns:a16="http://schemas.microsoft.com/office/drawing/2014/main" id="{FCAB5454-07FF-5845-B93C-77301DF54F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29" name="Straight Connector 54328">
                  <a:extLst>
                    <a:ext uri="{FF2B5EF4-FFF2-40B4-BE49-F238E27FC236}">
                      <a16:creationId xmlns:a16="http://schemas.microsoft.com/office/drawing/2014/main" id="{492ACF97-9A43-7980-A4F0-9380557568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25" name="Group 54324">
                <a:extLst>
                  <a:ext uri="{FF2B5EF4-FFF2-40B4-BE49-F238E27FC236}">
                    <a16:creationId xmlns:a16="http://schemas.microsoft.com/office/drawing/2014/main" id="{A0E33AA7-3CBA-1FB7-1721-4E07E07FA115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326" name="Straight Connector 54325">
                  <a:extLst>
                    <a:ext uri="{FF2B5EF4-FFF2-40B4-BE49-F238E27FC236}">
                      <a16:creationId xmlns:a16="http://schemas.microsoft.com/office/drawing/2014/main" id="{4B0FF248-109F-A5F0-A068-1E58B74BBA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27" name="Straight Connector 54326">
                  <a:extLst>
                    <a:ext uri="{FF2B5EF4-FFF2-40B4-BE49-F238E27FC236}">
                      <a16:creationId xmlns:a16="http://schemas.microsoft.com/office/drawing/2014/main" id="{B108B443-B1CB-9325-6BA9-F29BB602A6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322" name="Straight Connector 54321">
              <a:extLst>
                <a:ext uri="{FF2B5EF4-FFF2-40B4-BE49-F238E27FC236}">
                  <a16:creationId xmlns:a16="http://schemas.microsoft.com/office/drawing/2014/main" id="{355D5FEC-3F0F-B9D3-543F-B03C6CE7B93B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332" name="TextBox 54331">
            <a:extLst>
              <a:ext uri="{FF2B5EF4-FFF2-40B4-BE49-F238E27FC236}">
                <a16:creationId xmlns:a16="http://schemas.microsoft.com/office/drawing/2014/main" id="{B981745B-47C2-2A7B-0109-7491A6F1C1C3}"/>
              </a:ext>
            </a:extLst>
          </p:cNvPr>
          <p:cNvSpPr txBox="1"/>
          <p:nvPr/>
        </p:nvSpPr>
        <p:spPr>
          <a:xfrm>
            <a:off x="6096000" y="1758287"/>
            <a:ext cx="5283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Using backward induction, we can get the NE in the Period 3 subgames, then Period 2 subgames, and finally Period 1 subgames. </a:t>
            </a:r>
          </a:p>
        </p:txBody>
      </p:sp>
      <p:sp>
        <p:nvSpPr>
          <p:cNvPr id="54333" name="TextBox 54332">
            <a:extLst>
              <a:ext uri="{FF2B5EF4-FFF2-40B4-BE49-F238E27FC236}">
                <a16:creationId xmlns:a16="http://schemas.microsoft.com/office/drawing/2014/main" id="{A5FAF7E1-9DC8-99B4-923A-B6A61F755F08}"/>
              </a:ext>
            </a:extLst>
          </p:cNvPr>
          <p:cNvSpPr txBox="1"/>
          <p:nvPr/>
        </p:nvSpPr>
        <p:spPr>
          <a:xfrm>
            <a:off x="6258560" y="2878469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@ t=3</a:t>
            </a:r>
          </a:p>
        </p:txBody>
      </p:sp>
      <p:grpSp>
        <p:nvGrpSpPr>
          <p:cNvPr id="54334" name="Group 54333">
            <a:extLst>
              <a:ext uri="{FF2B5EF4-FFF2-40B4-BE49-F238E27FC236}">
                <a16:creationId xmlns:a16="http://schemas.microsoft.com/office/drawing/2014/main" id="{CFBC86B6-0643-DC3F-A820-F8BAFC1D1EBC}"/>
              </a:ext>
            </a:extLst>
          </p:cNvPr>
          <p:cNvGrpSpPr/>
          <p:nvPr/>
        </p:nvGrpSpPr>
        <p:grpSpPr>
          <a:xfrm>
            <a:off x="6380701" y="3387100"/>
            <a:ext cx="249764" cy="261637"/>
            <a:chOff x="1072662" y="2437214"/>
            <a:chExt cx="1430838" cy="1983567"/>
          </a:xfrm>
        </p:grpSpPr>
        <p:grpSp>
          <p:nvGrpSpPr>
            <p:cNvPr id="54335" name="Group 54334">
              <a:extLst>
                <a:ext uri="{FF2B5EF4-FFF2-40B4-BE49-F238E27FC236}">
                  <a16:creationId xmlns:a16="http://schemas.microsoft.com/office/drawing/2014/main" id="{68FDCC96-9CC6-4D87-DCF6-560D77B385E7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337" name="Group 54336">
                <a:extLst>
                  <a:ext uri="{FF2B5EF4-FFF2-40B4-BE49-F238E27FC236}">
                    <a16:creationId xmlns:a16="http://schemas.microsoft.com/office/drawing/2014/main" id="{BD4E0537-D0DC-9093-2F84-DA2C34AC20EA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344" name="Straight Connector 54343">
                  <a:extLst>
                    <a:ext uri="{FF2B5EF4-FFF2-40B4-BE49-F238E27FC236}">
                      <a16:creationId xmlns:a16="http://schemas.microsoft.com/office/drawing/2014/main" id="{3EA6D4E8-B9DE-B760-4700-6C5335DF7B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45" name="Straight Connector 54344">
                  <a:extLst>
                    <a:ext uri="{FF2B5EF4-FFF2-40B4-BE49-F238E27FC236}">
                      <a16:creationId xmlns:a16="http://schemas.microsoft.com/office/drawing/2014/main" id="{629A61A3-D44C-B2AB-06A3-FC64621DC9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38" name="Group 54337">
                <a:extLst>
                  <a:ext uri="{FF2B5EF4-FFF2-40B4-BE49-F238E27FC236}">
                    <a16:creationId xmlns:a16="http://schemas.microsoft.com/office/drawing/2014/main" id="{8B43A45F-7CCE-DD24-E0BF-5F7CF14AB618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342" name="Straight Connector 54341">
                  <a:extLst>
                    <a:ext uri="{FF2B5EF4-FFF2-40B4-BE49-F238E27FC236}">
                      <a16:creationId xmlns:a16="http://schemas.microsoft.com/office/drawing/2014/main" id="{EF882814-BD56-234E-B16C-FC37EA25BA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43" name="Straight Connector 54342">
                  <a:extLst>
                    <a:ext uri="{FF2B5EF4-FFF2-40B4-BE49-F238E27FC236}">
                      <a16:creationId xmlns:a16="http://schemas.microsoft.com/office/drawing/2014/main" id="{2F38F352-3B55-C2A7-B55E-8A616F9D94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39" name="Group 54338">
                <a:extLst>
                  <a:ext uri="{FF2B5EF4-FFF2-40B4-BE49-F238E27FC236}">
                    <a16:creationId xmlns:a16="http://schemas.microsoft.com/office/drawing/2014/main" id="{2F8C1110-11A1-599C-C494-EFDAFD001499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340" name="Straight Connector 54339">
                  <a:extLst>
                    <a:ext uri="{FF2B5EF4-FFF2-40B4-BE49-F238E27FC236}">
                      <a16:creationId xmlns:a16="http://schemas.microsoft.com/office/drawing/2014/main" id="{8A4B485B-210F-575B-C711-EE5F85759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41" name="Straight Connector 54340">
                  <a:extLst>
                    <a:ext uri="{FF2B5EF4-FFF2-40B4-BE49-F238E27FC236}">
                      <a16:creationId xmlns:a16="http://schemas.microsoft.com/office/drawing/2014/main" id="{D019B111-FF99-07DB-147C-41F0BCF80F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336" name="Straight Connector 54335">
              <a:extLst>
                <a:ext uri="{FF2B5EF4-FFF2-40B4-BE49-F238E27FC236}">
                  <a16:creationId xmlns:a16="http://schemas.microsoft.com/office/drawing/2014/main" id="{B0343D7F-0DCE-C76C-44EF-DCEF694700B5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346" name="TextBox 54345">
            <a:extLst>
              <a:ext uri="{FF2B5EF4-FFF2-40B4-BE49-F238E27FC236}">
                <a16:creationId xmlns:a16="http://schemas.microsoft.com/office/drawing/2014/main" id="{4C0DDCF6-2A85-DA0F-FA0D-F8471CF354D6}"/>
              </a:ext>
            </a:extLst>
          </p:cNvPr>
          <p:cNvSpPr txBox="1"/>
          <p:nvPr/>
        </p:nvSpPr>
        <p:spPr>
          <a:xfrm>
            <a:off x="6560906" y="3276790"/>
            <a:ext cx="764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700" dirty="0"/>
              <a:t>-5,-5</a:t>
            </a:r>
          </a:p>
          <a:p>
            <a:r>
              <a:rPr lang="en-SG" sz="700" dirty="0"/>
              <a:t>-30,-1</a:t>
            </a:r>
          </a:p>
          <a:p>
            <a:r>
              <a:rPr lang="en-SG" sz="700" dirty="0"/>
              <a:t>-1,-30</a:t>
            </a:r>
          </a:p>
          <a:p>
            <a:r>
              <a:rPr lang="en-SG" sz="700" dirty="0"/>
              <a:t>-10,-10</a:t>
            </a:r>
          </a:p>
        </p:txBody>
      </p:sp>
      <p:sp>
        <p:nvSpPr>
          <p:cNvPr id="54347" name="TextBox 54346">
            <a:extLst>
              <a:ext uri="{FF2B5EF4-FFF2-40B4-BE49-F238E27FC236}">
                <a16:creationId xmlns:a16="http://schemas.microsoft.com/office/drawing/2014/main" id="{FC2C4FE1-9BA5-F14C-AD41-C2C2790A76CD}"/>
              </a:ext>
            </a:extLst>
          </p:cNvPr>
          <p:cNvSpPr txBox="1"/>
          <p:nvPr/>
        </p:nvSpPr>
        <p:spPr>
          <a:xfrm>
            <a:off x="6226958" y="4387733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@ t=2</a:t>
            </a:r>
          </a:p>
        </p:txBody>
      </p:sp>
      <p:grpSp>
        <p:nvGrpSpPr>
          <p:cNvPr id="54348" name="Group 54347">
            <a:extLst>
              <a:ext uri="{FF2B5EF4-FFF2-40B4-BE49-F238E27FC236}">
                <a16:creationId xmlns:a16="http://schemas.microsoft.com/office/drawing/2014/main" id="{936A26F6-139D-60E5-B81C-7BD823B3E99F}"/>
              </a:ext>
            </a:extLst>
          </p:cNvPr>
          <p:cNvGrpSpPr/>
          <p:nvPr/>
        </p:nvGrpSpPr>
        <p:grpSpPr>
          <a:xfrm>
            <a:off x="6121388" y="4763611"/>
            <a:ext cx="811397" cy="1031335"/>
            <a:chOff x="1072664" y="2605686"/>
            <a:chExt cx="1528032" cy="1802892"/>
          </a:xfrm>
        </p:grpSpPr>
        <p:grpSp>
          <p:nvGrpSpPr>
            <p:cNvPr id="54349" name="Group 54348">
              <a:extLst>
                <a:ext uri="{FF2B5EF4-FFF2-40B4-BE49-F238E27FC236}">
                  <a16:creationId xmlns:a16="http://schemas.microsoft.com/office/drawing/2014/main" id="{3F14680C-43EF-BE3F-21EA-CEC817D92678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4351" name="Group 54350">
                <a:extLst>
                  <a:ext uri="{FF2B5EF4-FFF2-40B4-BE49-F238E27FC236}">
                    <a16:creationId xmlns:a16="http://schemas.microsoft.com/office/drawing/2014/main" id="{57905846-F927-CB27-E303-A958C972F813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4362" name="Straight Connector 54361">
                  <a:extLst>
                    <a:ext uri="{FF2B5EF4-FFF2-40B4-BE49-F238E27FC236}">
                      <a16:creationId xmlns:a16="http://schemas.microsoft.com/office/drawing/2014/main" id="{4D53DF52-C403-68FB-8AAB-DD4B60280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63" name="Straight Connector 54362">
                  <a:extLst>
                    <a:ext uri="{FF2B5EF4-FFF2-40B4-BE49-F238E27FC236}">
                      <a16:creationId xmlns:a16="http://schemas.microsoft.com/office/drawing/2014/main" id="{5565CA4A-E42C-27AE-85A9-633A62B739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364" name="TextBox 54363">
                  <a:extLst>
                    <a:ext uri="{FF2B5EF4-FFF2-40B4-BE49-F238E27FC236}">
                      <a16:creationId xmlns:a16="http://schemas.microsoft.com/office/drawing/2014/main" id="{20F0CF4F-A560-7E2D-FE7F-8AE223200804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365" name="TextBox 54364">
                  <a:extLst>
                    <a:ext uri="{FF2B5EF4-FFF2-40B4-BE49-F238E27FC236}">
                      <a16:creationId xmlns:a16="http://schemas.microsoft.com/office/drawing/2014/main" id="{B2605AFA-3032-F7A5-0753-2C8C24C127B5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4352" name="Group 54351">
                <a:extLst>
                  <a:ext uri="{FF2B5EF4-FFF2-40B4-BE49-F238E27FC236}">
                    <a16:creationId xmlns:a16="http://schemas.microsoft.com/office/drawing/2014/main" id="{DA121B40-8882-45FA-A69B-9C45184DC755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4358" name="Straight Connector 54357">
                  <a:extLst>
                    <a:ext uri="{FF2B5EF4-FFF2-40B4-BE49-F238E27FC236}">
                      <a16:creationId xmlns:a16="http://schemas.microsoft.com/office/drawing/2014/main" id="{9CBCD17C-9B4A-F8EB-BF0D-13EFFE8BED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59" name="Straight Connector 54358">
                  <a:extLst>
                    <a:ext uri="{FF2B5EF4-FFF2-40B4-BE49-F238E27FC236}">
                      <a16:creationId xmlns:a16="http://schemas.microsoft.com/office/drawing/2014/main" id="{FA8B1277-8C3A-CDFF-CA10-C2D17C1EF6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360" name="TextBox 54359">
                  <a:extLst>
                    <a:ext uri="{FF2B5EF4-FFF2-40B4-BE49-F238E27FC236}">
                      <a16:creationId xmlns:a16="http://schemas.microsoft.com/office/drawing/2014/main" id="{F57B7974-6074-B9F3-EC29-4619781281CF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361" name="TextBox 54360">
                  <a:extLst>
                    <a:ext uri="{FF2B5EF4-FFF2-40B4-BE49-F238E27FC236}">
                      <a16:creationId xmlns:a16="http://schemas.microsoft.com/office/drawing/2014/main" id="{BD68C87C-5711-27B6-145C-A1158E3FF50E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4353" name="Group 54352">
                <a:extLst>
                  <a:ext uri="{FF2B5EF4-FFF2-40B4-BE49-F238E27FC236}">
                    <a16:creationId xmlns:a16="http://schemas.microsoft.com/office/drawing/2014/main" id="{F2076729-CC88-1728-0B2C-77B031ACF97F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4354" name="Straight Connector 54353">
                  <a:extLst>
                    <a:ext uri="{FF2B5EF4-FFF2-40B4-BE49-F238E27FC236}">
                      <a16:creationId xmlns:a16="http://schemas.microsoft.com/office/drawing/2014/main" id="{8B5828EB-64B0-421C-584A-7F91D3D9C1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55" name="Straight Connector 54354">
                  <a:extLst>
                    <a:ext uri="{FF2B5EF4-FFF2-40B4-BE49-F238E27FC236}">
                      <a16:creationId xmlns:a16="http://schemas.microsoft.com/office/drawing/2014/main" id="{7B613622-2895-B8C7-631B-86209143E5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356" name="TextBox 54355">
                  <a:extLst>
                    <a:ext uri="{FF2B5EF4-FFF2-40B4-BE49-F238E27FC236}">
                      <a16:creationId xmlns:a16="http://schemas.microsoft.com/office/drawing/2014/main" id="{8B6A2015-C297-69E8-A6CF-0D674795E532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357" name="TextBox 54356">
                  <a:extLst>
                    <a:ext uri="{FF2B5EF4-FFF2-40B4-BE49-F238E27FC236}">
                      <a16:creationId xmlns:a16="http://schemas.microsoft.com/office/drawing/2014/main" id="{F7B688AF-9F7F-CF7D-7E57-069CD609D775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4350" name="Straight Connector 54349">
              <a:extLst>
                <a:ext uri="{FF2B5EF4-FFF2-40B4-BE49-F238E27FC236}">
                  <a16:creationId xmlns:a16="http://schemas.microsoft.com/office/drawing/2014/main" id="{CCCEB910-646E-A758-1343-9EF9F12780E7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415" name="TextBox 54414">
            <a:extLst>
              <a:ext uri="{FF2B5EF4-FFF2-40B4-BE49-F238E27FC236}">
                <a16:creationId xmlns:a16="http://schemas.microsoft.com/office/drawing/2014/main" id="{383BEE8C-3093-6DCF-68B7-8E78F9B21659}"/>
              </a:ext>
            </a:extLst>
          </p:cNvPr>
          <p:cNvSpPr txBox="1"/>
          <p:nvPr/>
        </p:nvSpPr>
        <p:spPr>
          <a:xfrm>
            <a:off x="6845886" y="4688491"/>
            <a:ext cx="1117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-5,-5</a:t>
            </a:r>
          </a:p>
          <a:p>
            <a:r>
              <a:rPr lang="en-SG" dirty="0"/>
              <a:t>-30,-1</a:t>
            </a:r>
          </a:p>
          <a:p>
            <a:r>
              <a:rPr lang="en-SG" dirty="0"/>
              <a:t>-1,-30</a:t>
            </a:r>
          </a:p>
          <a:p>
            <a:r>
              <a:rPr lang="en-SG" dirty="0"/>
              <a:t>-10,-10</a:t>
            </a:r>
          </a:p>
        </p:txBody>
      </p:sp>
      <p:sp>
        <p:nvSpPr>
          <p:cNvPr id="54416" name="Rectangle 54415">
            <a:extLst>
              <a:ext uri="{FF2B5EF4-FFF2-40B4-BE49-F238E27FC236}">
                <a16:creationId xmlns:a16="http://schemas.microsoft.com/office/drawing/2014/main" id="{2D29EFFD-EFF6-A948-B2E0-14FC181102CC}"/>
              </a:ext>
            </a:extLst>
          </p:cNvPr>
          <p:cNvSpPr/>
          <p:nvPr/>
        </p:nvSpPr>
        <p:spPr>
          <a:xfrm>
            <a:off x="6118147" y="5988599"/>
            <a:ext cx="1487172" cy="2732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Period 2</a:t>
            </a:r>
          </a:p>
        </p:txBody>
      </p:sp>
      <p:sp>
        <p:nvSpPr>
          <p:cNvPr id="54417" name="Rectangle 54416">
            <a:extLst>
              <a:ext uri="{FF2B5EF4-FFF2-40B4-BE49-F238E27FC236}">
                <a16:creationId xmlns:a16="http://schemas.microsoft.com/office/drawing/2014/main" id="{D6971B85-3224-DCA7-1756-B3D0207646F8}"/>
              </a:ext>
            </a:extLst>
          </p:cNvPr>
          <p:cNvSpPr/>
          <p:nvPr/>
        </p:nvSpPr>
        <p:spPr>
          <a:xfrm>
            <a:off x="7935343" y="5987859"/>
            <a:ext cx="1117409" cy="27471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Period 3</a:t>
            </a:r>
          </a:p>
        </p:txBody>
      </p:sp>
      <p:sp>
        <p:nvSpPr>
          <p:cNvPr id="54419" name="TextBox 54418">
            <a:extLst>
              <a:ext uri="{FF2B5EF4-FFF2-40B4-BE49-F238E27FC236}">
                <a16:creationId xmlns:a16="http://schemas.microsoft.com/office/drawing/2014/main" id="{7882BC44-9A94-F30B-3D89-8AFE7130B4C2}"/>
              </a:ext>
            </a:extLst>
          </p:cNvPr>
          <p:cNvSpPr txBox="1"/>
          <p:nvPr/>
        </p:nvSpPr>
        <p:spPr>
          <a:xfrm>
            <a:off x="7314219" y="3262428"/>
            <a:ext cx="3363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NE in Period 3 is (C,C)</a:t>
            </a:r>
          </a:p>
          <a:p>
            <a:r>
              <a:rPr lang="en-SG" sz="1600" b="1" dirty="0"/>
              <a:t>Payoff from Period 3 subgames always (-10, -10)</a:t>
            </a:r>
          </a:p>
        </p:txBody>
      </p:sp>
      <p:sp>
        <p:nvSpPr>
          <p:cNvPr id="54420" name="Rectangle 54419">
            <a:extLst>
              <a:ext uri="{FF2B5EF4-FFF2-40B4-BE49-F238E27FC236}">
                <a16:creationId xmlns:a16="http://schemas.microsoft.com/office/drawing/2014/main" id="{A9D68036-C63C-9656-80EE-AA8C5D1B3B8E}"/>
              </a:ext>
            </a:extLst>
          </p:cNvPr>
          <p:cNvSpPr/>
          <p:nvPr/>
        </p:nvSpPr>
        <p:spPr>
          <a:xfrm>
            <a:off x="6212008" y="3834148"/>
            <a:ext cx="728757" cy="2732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Period 3</a:t>
            </a:r>
          </a:p>
        </p:txBody>
      </p:sp>
      <p:sp>
        <p:nvSpPr>
          <p:cNvPr id="54421" name="TextBox 54420">
            <a:extLst>
              <a:ext uri="{FF2B5EF4-FFF2-40B4-BE49-F238E27FC236}">
                <a16:creationId xmlns:a16="http://schemas.microsoft.com/office/drawing/2014/main" id="{A2F6598F-33BD-24F3-4C16-D84BB258B76D}"/>
              </a:ext>
            </a:extLst>
          </p:cNvPr>
          <p:cNvSpPr txBox="1"/>
          <p:nvPr/>
        </p:nvSpPr>
        <p:spPr>
          <a:xfrm>
            <a:off x="8131419" y="4645772"/>
            <a:ext cx="1117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-10, -10</a:t>
            </a:r>
          </a:p>
          <a:p>
            <a:r>
              <a:rPr lang="en-SG" dirty="0"/>
              <a:t>-10, -10</a:t>
            </a:r>
          </a:p>
          <a:p>
            <a:r>
              <a:rPr lang="en-SG" dirty="0"/>
              <a:t>-10, -10</a:t>
            </a:r>
          </a:p>
          <a:p>
            <a:r>
              <a:rPr lang="en-SG" dirty="0"/>
              <a:t>-10, -10</a:t>
            </a:r>
          </a:p>
        </p:txBody>
      </p:sp>
      <p:sp>
        <p:nvSpPr>
          <p:cNvPr id="54422" name="TextBox 54421">
            <a:extLst>
              <a:ext uri="{FF2B5EF4-FFF2-40B4-BE49-F238E27FC236}">
                <a16:creationId xmlns:a16="http://schemas.microsoft.com/office/drawing/2014/main" id="{85CD7E0D-ED1F-8EB5-E28F-61EDC77AAD7A}"/>
              </a:ext>
            </a:extLst>
          </p:cNvPr>
          <p:cNvSpPr txBox="1"/>
          <p:nvPr/>
        </p:nvSpPr>
        <p:spPr>
          <a:xfrm>
            <a:off x="7463345" y="493825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/>
              <a:t>+</a:t>
            </a:r>
          </a:p>
        </p:txBody>
      </p:sp>
      <p:sp>
        <p:nvSpPr>
          <p:cNvPr id="54423" name="TextBox 54422">
            <a:extLst>
              <a:ext uri="{FF2B5EF4-FFF2-40B4-BE49-F238E27FC236}">
                <a16:creationId xmlns:a16="http://schemas.microsoft.com/office/drawing/2014/main" id="{3F4268CE-E7C1-C230-FE2F-A543376324E0}"/>
              </a:ext>
            </a:extLst>
          </p:cNvPr>
          <p:cNvSpPr txBox="1"/>
          <p:nvPr/>
        </p:nvSpPr>
        <p:spPr>
          <a:xfrm>
            <a:off x="9416952" y="4873156"/>
            <a:ext cx="2561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NE in period 2 is (C,C)</a:t>
            </a:r>
          </a:p>
          <a:p>
            <a:r>
              <a:rPr lang="en-SG" sz="1600" b="1" dirty="0"/>
              <a:t>Payoff from Period 2 and 3 subgames always (-20, -20)</a:t>
            </a:r>
          </a:p>
        </p:txBody>
      </p:sp>
      <p:grpSp>
        <p:nvGrpSpPr>
          <p:cNvPr id="54424" name="Group 54423">
            <a:extLst>
              <a:ext uri="{FF2B5EF4-FFF2-40B4-BE49-F238E27FC236}">
                <a16:creationId xmlns:a16="http://schemas.microsoft.com/office/drawing/2014/main" id="{70818FA1-E42F-C91A-9320-6BFECD72EEF6}"/>
              </a:ext>
            </a:extLst>
          </p:cNvPr>
          <p:cNvGrpSpPr/>
          <p:nvPr/>
        </p:nvGrpSpPr>
        <p:grpSpPr>
          <a:xfrm>
            <a:off x="7808162" y="4721979"/>
            <a:ext cx="249764" cy="261637"/>
            <a:chOff x="1072662" y="2437214"/>
            <a:chExt cx="1430838" cy="1983567"/>
          </a:xfrm>
        </p:grpSpPr>
        <p:grpSp>
          <p:nvGrpSpPr>
            <p:cNvPr id="54425" name="Group 54424">
              <a:extLst>
                <a:ext uri="{FF2B5EF4-FFF2-40B4-BE49-F238E27FC236}">
                  <a16:creationId xmlns:a16="http://schemas.microsoft.com/office/drawing/2014/main" id="{75F79246-E7FC-467A-E3DB-021A59D1737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427" name="Group 54426">
                <a:extLst>
                  <a:ext uri="{FF2B5EF4-FFF2-40B4-BE49-F238E27FC236}">
                    <a16:creationId xmlns:a16="http://schemas.microsoft.com/office/drawing/2014/main" id="{B998018C-3475-C012-B51E-09661313411E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434" name="Straight Connector 54433">
                  <a:extLst>
                    <a:ext uri="{FF2B5EF4-FFF2-40B4-BE49-F238E27FC236}">
                      <a16:creationId xmlns:a16="http://schemas.microsoft.com/office/drawing/2014/main" id="{F91EFA5A-8870-90A2-8AE6-7DCEBC9E8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35" name="Straight Connector 54434">
                  <a:extLst>
                    <a:ext uri="{FF2B5EF4-FFF2-40B4-BE49-F238E27FC236}">
                      <a16:creationId xmlns:a16="http://schemas.microsoft.com/office/drawing/2014/main" id="{E147D86D-B961-C98D-B9D5-F52546A842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28" name="Group 54427">
                <a:extLst>
                  <a:ext uri="{FF2B5EF4-FFF2-40B4-BE49-F238E27FC236}">
                    <a16:creationId xmlns:a16="http://schemas.microsoft.com/office/drawing/2014/main" id="{A53AA22A-30BD-9B50-415A-7DE48D51BD3F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432" name="Straight Connector 54431">
                  <a:extLst>
                    <a:ext uri="{FF2B5EF4-FFF2-40B4-BE49-F238E27FC236}">
                      <a16:creationId xmlns:a16="http://schemas.microsoft.com/office/drawing/2014/main" id="{D144D28D-4F24-8296-29E5-2C06C9FB1E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33" name="Straight Connector 54432">
                  <a:extLst>
                    <a:ext uri="{FF2B5EF4-FFF2-40B4-BE49-F238E27FC236}">
                      <a16:creationId xmlns:a16="http://schemas.microsoft.com/office/drawing/2014/main" id="{0E81344E-0CD9-60A1-8F5A-9D09A634E6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29" name="Group 54428">
                <a:extLst>
                  <a:ext uri="{FF2B5EF4-FFF2-40B4-BE49-F238E27FC236}">
                    <a16:creationId xmlns:a16="http://schemas.microsoft.com/office/drawing/2014/main" id="{983F81B7-F655-BB7C-F6E2-827E73FCE8CC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430" name="Straight Connector 54429">
                  <a:extLst>
                    <a:ext uri="{FF2B5EF4-FFF2-40B4-BE49-F238E27FC236}">
                      <a16:creationId xmlns:a16="http://schemas.microsoft.com/office/drawing/2014/main" id="{AD4B1FE5-1C97-F9C8-CC78-989D7599D3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31" name="Straight Connector 54430">
                  <a:extLst>
                    <a:ext uri="{FF2B5EF4-FFF2-40B4-BE49-F238E27FC236}">
                      <a16:creationId xmlns:a16="http://schemas.microsoft.com/office/drawing/2014/main" id="{AE047684-18F3-42B5-F705-6ADF3CD277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426" name="Straight Connector 54425">
              <a:extLst>
                <a:ext uri="{FF2B5EF4-FFF2-40B4-BE49-F238E27FC236}">
                  <a16:creationId xmlns:a16="http://schemas.microsoft.com/office/drawing/2014/main" id="{534E180D-09F3-0B5F-94FC-5366E8F37A62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36" name="Group 54435">
            <a:extLst>
              <a:ext uri="{FF2B5EF4-FFF2-40B4-BE49-F238E27FC236}">
                <a16:creationId xmlns:a16="http://schemas.microsoft.com/office/drawing/2014/main" id="{EF47C0DE-75AC-41E0-73E0-643A1B6BA2BB}"/>
              </a:ext>
            </a:extLst>
          </p:cNvPr>
          <p:cNvGrpSpPr/>
          <p:nvPr/>
        </p:nvGrpSpPr>
        <p:grpSpPr>
          <a:xfrm>
            <a:off x="7812842" y="5028875"/>
            <a:ext cx="249764" cy="261637"/>
            <a:chOff x="1072662" y="2437214"/>
            <a:chExt cx="1430838" cy="1983567"/>
          </a:xfrm>
        </p:grpSpPr>
        <p:grpSp>
          <p:nvGrpSpPr>
            <p:cNvPr id="54437" name="Group 54436">
              <a:extLst>
                <a:ext uri="{FF2B5EF4-FFF2-40B4-BE49-F238E27FC236}">
                  <a16:creationId xmlns:a16="http://schemas.microsoft.com/office/drawing/2014/main" id="{CF37631D-D2DB-4F78-AADD-6A72BE7BA609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439" name="Group 54438">
                <a:extLst>
                  <a:ext uri="{FF2B5EF4-FFF2-40B4-BE49-F238E27FC236}">
                    <a16:creationId xmlns:a16="http://schemas.microsoft.com/office/drawing/2014/main" id="{9E297F91-56DB-EA33-41FF-2F36A33AB186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446" name="Straight Connector 54445">
                  <a:extLst>
                    <a:ext uri="{FF2B5EF4-FFF2-40B4-BE49-F238E27FC236}">
                      <a16:creationId xmlns:a16="http://schemas.microsoft.com/office/drawing/2014/main" id="{8A7D3AF3-8E93-19D7-7882-56CBCA876E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47" name="Straight Connector 54446">
                  <a:extLst>
                    <a:ext uri="{FF2B5EF4-FFF2-40B4-BE49-F238E27FC236}">
                      <a16:creationId xmlns:a16="http://schemas.microsoft.com/office/drawing/2014/main" id="{613842E6-755E-8086-3897-0B1DECDD1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40" name="Group 54439">
                <a:extLst>
                  <a:ext uri="{FF2B5EF4-FFF2-40B4-BE49-F238E27FC236}">
                    <a16:creationId xmlns:a16="http://schemas.microsoft.com/office/drawing/2014/main" id="{BA4B0EC7-7EE0-E58B-3B89-8323D5BD299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444" name="Straight Connector 54443">
                  <a:extLst>
                    <a:ext uri="{FF2B5EF4-FFF2-40B4-BE49-F238E27FC236}">
                      <a16:creationId xmlns:a16="http://schemas.microsoft.com/office/drawing/2014/main" id="{87A2BEA6-4E03-3609-00D5-1E94EE2A98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45" name="Straight Connector 54444">
                  <a:extLst>
                    <a:ext uri="{FF2B5EF4-FFF2-40B4-BE49-F238E27FC236}">
                      <a16:creationId xmlns:a16="http://schemas.microsoft.com/office/drawing/2014/main" id="{0DC11ACB-A9CC-2172-F036-B576FF060B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41" name="Group 54440">
                <a:extLst>
                  <a:ext uri="{FF2B5EF4-FFF2-40B4-BE49-F238E27FC236}">
                    <a16:creationId xmlns:a16="http://schemas.microsoft.com/office/drawing/2014/main" id="{DECF74C2-1D1A-A6E5-1E1A-DD31E064BE88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442" name="Straight Connector 54441">
                  <a:extLst>
                    <a:ext uri="{FF2B5EF4-FFF2-40B4-BE49-F238E27FC236}">
                      <a16:creationId xmlns:a16="http://schemas.microsoft.com/office/drawing/2014/main" id="{56E35908-1AFE-2ED6-7A72-F48FF56D6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43" name="Straight Connector 54442">
                  <a:extLst>
                    <a:ext uri="{FF2B5EF4-FFF2-40B4-BE49-F238E27FC236}">
                      <a16:creationId xmlns:a16="http://schemas.microsoft.com/office/drawing/2014/main" id="{FC0311FE-9048-C5F8-ABBE-726BAB2074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438" name="Straight Connector 54437">
              <a:extLst>
                <a:ext uri="{FF2B5EF4-FFF2-40B4-BE49-F238E27FC236}">
                  <a16:creationId xmlns:a16="http://schemas.microsoft.com/office/drawing/2014/main" id="{BB4C5BA4-1F18-81B6-2C3E-A99137DE882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48" name="Group 54447">
            <a:extLst>
              <a:ext uri="{FF2B5EF4-FFF2-40B4-BE49-F238E27FC236}">
                <a16:creationId xmlns:a16="http://schemas.microsoft.com/office/drawing/2014/main" id="{C4841A1B-8CEB-A3F2-865E-D7D70FB38D96}"/>
              </a:ext>
            </a:extLst>
          </p:cNvPr>
          <p:cNvGrpSpPr/>
          <p:nvPr/>
        </p:nvGrpSpPr>
        <p:grpSpPr>
          <a:xfrm>
            <a:off x="7848641" y="5325937"/>
            <a:ext cx="249764" cy="261637"/>
            <a:chOff x="1072662" y="2437214"/>
            <a:chExt cx="1430838" cy="1983567"/>
          </a:xfrm>
        </p:grpSpPr>
        <p:grpSp>
          <p:nvGrpSpPr>
            <p:cNvPr id="54449" name="Group 54448">
              <a:extLst>
                <a:ext uri="{FF2B5EF4-FFF2-40B4-BE49-F238E27FC236}">
                  <a16:creationId xmlns:a16="http://schemas.microsoft.com/office/drawing/2014/main" id="{0A13DDF3-84F8-1D39-F483-DEF25E56129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451" name="Group 54450">
                <a:extLst>
                  <a:ext uri="{FF2B5EF4-FFF2-40B4-BE49-F238E27FC236}">
                    <a16:creationId xmlns:a16="http://schemas.microsoft.com/office/drawing/2014/main" id="{6BD6D87E-708E-564B-9B36-1C9C6C69AC67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458" name="Straight Connector 54457">
                  <a:extLst>
                    <a:ext uri="{FF2B5EF4-FFF2-40B4-BE49-F238E27FC236}">
                      <a16:creationId xmlns:a16="http://schemas.microsoft.com/office/drawing/2014/main" id="{1D8418CD-FDEA-7961-0643-9358DB198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59" name="Straight Connector 54458">
                  <a:extLst>
                    <a:ext uri="{FF2B5EF4-FFF2-40B4-BE49-F238E27FC236}">
                      <a16:creationId xmlns:a16="http://schemas.microsoft.com/office/drawing/2014/main" id="{D5FD1FBB-C7D9-6E28-D736-3F0E4ABBE9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52" name="Group 54451">
                <a:extLst>
                  <a:ext uri="{FF2B5EF4-FFF2-40B4-BE49-F238E27FC236}">
                    <a16:creationId xmlns:a16="http://schemas.microsoft.com/office/drawing/2014/main" id="{2927EFB6-BBCC-53C2-4604-4D9F20D9B41E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456" name="Straight Connector 54455">
                  <a:extLst>
                    <a:ext uri="{FF2B5EF4-FFF2-40B4-BE49-F238E27FC236}">
                      <a16:creationId xmlns:a16="http://schemas.microsoft.com/office/drawing/2014/main" id="{750C02B3-A472-640B-3711-F8D2695CBA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57" name="Straight Connector 54456">
                  <a:extLst>
                    <a:ext uri="{FF2B5EF4-FFF2-40B4-BE49-F238E27FC236}">
                      <a16:creationId xmlns:a16="http://schemas.microsoft.com/office/drawing/2014/main" id="{62B35B7D-8EE8-9E8F-3B51-45B5AD11B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53" name="Group 54452">
                <a:extLst>
                  <a:ext uri="{FF2B5EF4-FFF2-40B4-BE49-F238E27FC236}">
                    <a16:creationId xmlns:a16="http://schemas.microsoft.com/office/drawing/2014/main" id="{96C06832-C509-6DFE-DC91-BF7CDE21A6A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454" name="Straight Connector 54453">
                  <a:extLst>
                    <a:ext uri="{FF2B5EF4-FFF2-40B4-BE49-F238E27FC236}">
                      <a16:creationId xmlns:a16="http://schemas.microsoft.com/office/drawing/2014/main" id="{A19ECCA1-F6D7-9174-B1D8-4E79E016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55" name="Straight Connector 54454">
                  <a:extLst>
                    <a:ext uri="{FF2B5EF4-FFF2-40B4-BE49-F238E27FC236}">
                      <a16:creationId xmlns:a16="http://schemas.microsoft.com/office/drawing/2014/main" id="{03B17878-DF27-B4F2-6CAF-E9AA7DA68A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450" name="Straight Connector 54449">
              <a:extLst>
                <a:ext uri="{FF2B5EF4-FFF2-40B4-BE49-F238E27FC236}">
                  <a16:creationId xmlns:a16="http://schemas.microsoft.com/office/drawing/2014/main" id="{870A0C52-2986-2026-42BD-2B890755D16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60" name="Group 54459">
            <a:extLst>
              <a:ext uri="{FF2B5EF4-FFF2-40B4-BE49-F238E27FC236}">
                <a16:creationId xmlns:a16="http://schemas.microsoft.com/office/drawing/2014/main" id="{AD7CC139-3EED-B27A-D0FD-21CB573C594E}"/>
              </a:ext>
            </a:extLst>
          </p:cNvPr>
          <p:cNvGrpSpPr/>
          <p:nvPr/>
        </p:nvGrpSpPr>
        <p:grpSpPr>
          <a:xfrm>
            <a:off x="7797593" y="5663171"/>
            <a:ext cx="249764" cy="261637"/>
            <a:chOff x="1072662" y="2437214"/>
            <a:chExt cx="1430838" cy="1983567"/>
          </a:xfrm>
        </p:grpSpPr>
        <p:grpSp>
          <p:nvGrpSpPr>
            <p:cNvPr id="54461" name="Group 54460">
              <a:extLst>
                <a:ext uri="{FF2B5EF4-FFF2-40B4-BE49-F238E27FC236}">
                  <a16:creationId xmlns:a16="http://schemas.microsoft.com/office/drawing/2014/main" id="{CEDAE5AB-55A1-A695-2639-1C09356613F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463" name="Group 54462">
                <a:extLst>
                  <a:ext uri="{FF2B5EF4-FFF2-40B4-BE49-F238E27FC236}">
                    <a16:creationId xmlns:a16="http://schemas.microsoft.com/office/drawing/2014/main" id="{AF1510D8-8659-293F-DD53-7BCE1FCB6D5C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470" name="Straight Connector 54469">
                  <a:extLst>
                    <a:ext uri="{FF2B5EF4-FFF2-40B4-BE49-F238E27FC236}">
                      <a16:creationId xmlns:a16="http://schemas.microsoft.com/office/drawing/2014/main" id="{A7AF5868-C6D3-749F-AEBF-73E4C87DA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71" name="Straight Connector 54470">
                  <a:extLst>
                    <a:ext uri="{FF2B5EF4-FFF2-40B4-BE49-F238E27FC236}">
                      <a16:creationId xmlns:a16="http://schemas.microsoft.com/office/drawing/2014/main" id="{13F43CC3-EAB2-AFFE-FE60-952ABB7E89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64" name="Group 54463">
                <a:extLst>
                  <a:ext uri="{FF2B5EF4-FFF2-40B4-BE49-F238E27FC236}">
                    <a16:creationId xmlns:a16="http://schemas.microsoft.com/office/drawing/2014/main" id="{19914BE9-44AC-517E-A8EA-51CF6B8107BF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468" name="Straight Connector 54467">
                  <a:extLst>
                    <a:ext uri="{FF2B5EF4-FFF2-40B4-BE49-F238E27FC236}">
                      <a16:creationId xmlns:a16="http://schemas.microsoft.com/office/drawing/2014/main" id="{AC4F2765-EFAB-0E1A-869A-F5DA946CC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69" name="Straight Connector 54468">
                  <a:extLst>
                    <a:ext uri="{FF2B5EF4-FFF2-40B4-BE49-F238E27FC236}">
                      <a16:creationId xmlns:a16="http://schemas.microsoft.com/office/drawing/2014/main" id="{655C80BE-73F1-E415-1319-B68D41F285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65" name="Group 54464">
                <a:extLst>
                  <a:ext uri="{FF2B5EF4-FFF2-40B4-BE49-F238E27FC236}">
                    <a16:creationId xmlns:a16="http://schemas.microsoft.com/office/drawing/2014/main" id="{4DAD2A91-2F6A-35A0-2705-5C5A58DB1A9E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466" name="Straight Connector 54465">
                  <a:extLst>
                    <a:ext uri="{FF2B5EF4-FFF2-40B4-BE49-F238E27FC236}">
                      <a16:creationId xmlns:a16="http://schemas.microsoft.com/office/drawing/2014/main" id="{3C570EAB-9236-4802-AD00-D350A00A4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67" name="Straight Connector 54466">
                  <a:extLst>
                    <a:ext uri="{FF2B5EF4-FFF2-40B4-BE49-F238E27FC236}">
                      <a16:creationId xmlns:a16="http://schemas.microsoft.com/office/drawing/2014/main" id="{6F9FCDDB-315A-4D3A-3ADF-72404649B2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462" name="Straight Connector 54461">
              <a:extLst>
                <a:ext uri="{FF2B5EF4-FFF2-40B4-BE49-F238E27FC236}">
                  <a16:creationId xmlns:a16="http://schemas.microsoft.com/office/drawing/2014/main" id="{AF5392D7-784F-7713-1AFE-E4C1D49A2935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6709B44E-1086-1927-1D1B-C1BCE3CC88F8}"/>
              </a:ext>
            </a:extLst>
          </p:cNvPr>
          <p:cNvSpPr/>
          <p:nvPr/>
        </p:nvSpPr>
        <p:spPr>
          <a:xfrm>
            <a:off x="5407505" y="3030439"/>
            <a:ext cx="642598" cy="1687120"/>
          </a:xfrm>
          <a:prstGeom prst="curved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2716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6A65-0A76-4C0C-97B9-59C66689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46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8F9CD4-3B6B-8D2F-E0AE-C86428EBA8D1}"/>
              </a:ext>
            </a:extLst>
          </p:cNvPr>
          <p:cNvSpPr txBox="1"/>
          <p:nvPr/>
        </p:nvSpPr>
        <p:spPr>
          <a:xfrm>
            <a:off x="1093429" y="1018146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@ t=1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75534C-EA36-3C26-0198-BCBC2376B9FF}"/>
              </a:ext>
            </a:extLst>
          </p:cNvPr>
          <p:cNvGrpSpPr/>
          <p:nvPr/>
        </p:nvGrpSpPr>
        <p:grpSpPr>
          <a:xfrm>
            <a:off x="1212772" y="1042683"/>
            <a:ext cx="2514910" cy="3891411"/>
            <a:chOff x="1072662" y="2356203"/>
            <a:chExt cx="1447966" cy="206458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5B6913A-5DD7-2009-2C73-4F559C402819}"/>
                </a:ext>
              </a:extLst>
            </p:cNvPr>
            <p:cNvGrpSpPr/>
            <p:nvPr/>
          </p:nvGrpSpPr>
          <p:grpSpPr>
            <a:xfrm>
              <a:off x="1072662" y="2356203"/>
              <a:ext cx="1447966" cy="2064583"/>
              <a:chOff x="6899787" y="1749648"/>
              <a:chExt cx="3393795" cy="448241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FEFF78D-1CD0-0805-C36C-60C58C7971F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C6BFE93F-4D8E-0343-B327-73F2BE8BAD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8F5630F-69F5-1C63-BA08-E7236FC237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B621091-EACA-1850-3524-B964FEF140AC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9588D1B-295A-1251-6F8D-D05970174A11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51E73FB-4999-52CB-2088-B16466D9761D}"/>
                  </a:ext>
                </a:extLst>
              </p:cNvPr>
              <p:cNvGrpSpPr/>
              <p:nvPr/>
            </p:nvGrpSpPr>
            <p:grpSpPr>
              <a:xfrm>
                <a:off x="8508288" y="1749648"/>
                <a:ext cx="1785294" cy="2135241"/>
                <a:chOff x="1696064" y="3393227"/>
                <a:chExt cx="1785294" cy="2135241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E76129A-D5BC-44FF-5B63-AEE59D2054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393227"/>
                  <a:ext cx="1785294" cy="1252516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DCB1022-41C3-4590-52B9-6865499C79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55877" cy="22623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5BF1A3-33D3-2E5C-1372-AD1C6A2C3B32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CFE31C6-6DAD-F68F-85BA-AB3048D5C174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5600401-9F77-1A14-1099-23A7F7942709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708798" cy="1628969"/>
                <a:chOff x="1696064" y="4093405"/>
                <a:chExt cx="1708798" cy="1628969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319C28F-1E33-2E55-9DB9-69FFA41D1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DA33BD1-C6BC-0A37-431E-0770C2766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2B4BD6B-6246-5C37-B89C-B47D19C57B2B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1C6B6E9-C660-30A9-4E8C-0EB7143CD228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EDA035B-B03E-DB8E-36FF-BEE898F0CEC6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25" name="Group 53724">
            <a:extLst>
              <a:ext uri="{FF2B5EF4-FFF2-40B4-BE49-F238E27FC236}">
                <a16:creationId xmlns:a16="http://schemas.microsoft.com/office/drawing/2014/main" id="{8758D8E3-CE61-CA86-B3AE-63E96CD32EE5}"/>
              </a:ext>
            </a:extLst>
          </p:cNvPr>
          <p:cNvGrpSpPr/>
          <p:nvPr/>
        </p:nvGrpSpPr>
        <p:grpSpPr>
          <a:xfrm>
            <a:off x="5788366" y="4517692"/>
            <a:ext cx="811397" cy="1031335"/>
            <a:chOff x="1072664" y="2605686"/>
            <a:chExt cx="1528032" cy="1802892"/>
          </a:xfrm>
        </p:grpSpPr>
        <p:grpSp>
          <p:nvGrpSpPr>
            <p:cNvPr id="53726" name="Group 53725">
              <a:extLst>
                <a:ext uri="{FF2B5EF4-FFF2-40B4-BE49-F238E27FC236}">
                  <a16:creationId xmlns:a16="http://schemas.microsoft.com/office/drawing/2014/main" id="{47D68648-AA5B-7A31-0020-73B21935F0DB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3728" name="Group 53727">
                <a:extLst>
                  <a:ext uri="{FF2B5EF4-FFF2-40B4-BE49-F238E27FC236}">
                    <a16:creationId xmlns:a16="http://schemas.microsoft.com/office/drawing/2014/main" id="{F5306F3A-A903-1C33-252C-C6F9BDAAD64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3739" name="Straight Connector 53738">
                  <a:extLst>
                    <a:ext uri="{FF2B5EF4-FFF2-40B4-BE49-F238E27FC236}">
                      <a16:creationId xmlns:a16="http://schemas.microsoft.com/office/drawing/2014/main" id="{FC41CE6C-D0BE-8F80-59DE-5B1A04130B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40" name="Straight Connector 53739">
                  <a:extLst>
                    <a:ext uri="{FF2B5EF4-FFF2-40B4-BE49-F238E27FC236}">
                      <a16:creationId xmlns:a16="http://schemas.microsoft.com/office/drawing/2014/main" id="{4E5B306E-CC65-4504-954D-E48A29A98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741" name="TextBox 53740">
                  <a:extLst>
                    <a:ext uri="{FF2B5EF4-FFF2-40B4-BE49-F238E27FC236}">
                      <a16:creationId xmlns:a16="http://schemas.microsoft.com/office/drawing/2014/main" id="{10CB255E-FE0A-EBAB-E4E6-D8E640C29BB4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3742" name="TextBox 53741">
                  <a:extLst>
                    <a:ext uri="{FF2B5EF4-FFF2-40B4-BE49-F238E27FC236}">
                      <a16:creationId xmlns:a16="http://schemas.microsoft.com/office/drawing/2014/main" id="{4C8C7956-227F-013A-EAC6-608A9B89111B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3729" name="Group 53728">
                <a:extLst>
                  <a:ext uri="{FF2B5EF4-FFF2-40B4-BE49-F238E27FC236}">
                    <a16:creationId xmlns:a16="http://schemas.microsoft.com/office/drawing/2014/main" id="{C83AEB83-6C48-91DA-E1BD-9D877604D609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3735" name="Straight Connector 53734">
                  <a:extLst>
                    <a:ext uri="{FF2B5EF4-FFF2-40B4-BE49-F238E27FC236}">
                      <a16:creationId xmlns:a16="http://schemas.microsoft.com/office/drawing/2014/main" id="{A792A21C-2013-0F34-99D2-1EFA93695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36" name="Straight Connector 53735">
                  <a:extLst>
                    <a:ext uri="{FF2B5EF4-FFF2-40B4-BE49-F238E27FC236}">
                      <a16:creationId xmlns:a16="http://schemas.microsoft.com/office/drawing/2014/main" id="{EAF61D6D-B66A-2863-4675-69BA013429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737" name="TextBox 53736">
                  <a:extLst>
                    <a:ext uri="{FF2B5EF4-FFF2-40B4-BE49-F238E27FC236}">
                      <a16:creationId xmlns:a16="http://schemas.microsoft.com/office/drawing/2014/main" id="{E87CC1BD-61EF-1A90-BE8D-95DFC25C5F6E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3738" name="TextBox 53737">
                  <a:extLst>
                    <a:ext uri="{FF2B5EF4-FFF2-40B4-BE49-F238E27FC236}">
                      <a16:creationId xmlns:a16="http://schemas.microsoft.com/office/drawing/2014/main" id="{C72E3D4D-48E3-CCF7-7FA1-CC5F1BE5D3AC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3730" name="Group 53729">
                <a:extLst>
                  <a:ext uri="{FF2B5EF4-FFF2-40B4-BE49-F238E27FC236}">
                    <a16:creationId xmlns:a16="http://schemas.microsoft.com/office/drawing/2014/main" id="{3A865C6F-8CC1-2412-40C0-573BBC41D136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3731" name="Straight Connector 53730">
                  <a:extLst>
                    <a:ext uri="{FF2B5EF4-FFF2-40B4-BE49-F238E27FC236}">
                      <a16:creationId xmlns:a16="http://schemas.microsoft.com/office/drawing/2014/main" id="{688BBD8D-7CAA-A977-CDD3-C82AA166D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32" name="Straight Connector 53731">
                  <a:extLst>
                    <a:ext uri="{FF2B5EF4-FFF2-40B4-BE49-F238E27FC236}">
                      <a16:creationId xmlns:a16="http://schemas.microsoft.com/office/drawing/2014/main" id="{12E60B3C-FAF8-01B4-DECA-9FD43BA448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733" name="TextBox 53732">
                  <a:extLst>
                    <a:ext uri="{FF2B5EF4-FFF2-40B4-BE49-F238E27FC236}">
                      <a16:creationId xmlns:a16="http://schemas.microsoft.com/office/drawing/2014/main" id="{9A8A1237-93D6-42AB-83CC-3FE0E2042CB9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3734" name="TextBox 53733">
                  <a:extLst>
                    <a:ext uri="{FF2B5EF4-FFF2-40B4-BE49-F238E27FC236}">
                      <a16:creationId xmlns:a16="http://schemas.microsoft.com/office/drawing/2014/main" id="{BA6C1C08-E1D0-9D8A-87B8-F774A8878761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3727" name="Straight Connector 53726">
              <a:extLst>
                <a:ext uri="{FF2B5EF4-FFF2-40B4-BE49-F238E27FC236}">
                  <a16:creationId xmlns:a16="http://schemas.microsoft.com/office/drawing/2014/main" id="{FA22C9C1-740B-C48E-4B8E-C9AF8B633677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43" name="Group 53742">
            <a:extLst>
              <a:ext uri="{FF2B5EF4-FFF2-40B4-BE49-F238E27FC236}">
                <a16:creationId xmlns:a16="http://schemas.microsoft.com/office/drawing/2014/main" id="{7F46D282-FF20-C6B5-0BE3-B98F7759E758}"/>
              </a:ext>
            </a:extLst>
          </p:cNvPr>
          <p:cNvGrpSpPr/>
          <p:nvPr/>
        </p:nvGrpSpPr>
        <p:grpSpPr>
          <a:xfrm>
            <a:off x="6682414" y="4434402"/>
            <a:ext cx="249764" cy="261637"/>
            <a:chOff x="1072662" y="2437214"/>
            <a:chExt cx="1430838" cy="1983567"/>
          </a:xfrm>
        </p:grpSpPr>
        <p:grpSp>
          <p:nvGrpSpPr>
            <p:cNvPr id="53744" name="Group 53743">
              <a:extLst>
                <a:ext uri="{FF2B5EF4-FFF2-40B4-BE49-F238E27FC236}">
                  <a16:creationId xmlns:a16="http://schemas.microsoft.com/office/drawing/2014/main" id="{29E0EB97-1378-03B9-CE6B-F9833F54BDED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46" name="Group 53745">
                <a:extLst>
                  <a:ext uri="{FF2B5EF4-FFF2-40B4-BE49-F238E27FC236}">
                    <a16:creationId xmlns:a16="http://schemas.microsoft.com/office/drawing/2014/main" id="{7A1FC72A-79D6-B717-5516-1D18F92A0F20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53" name="Straight Connector 53752">
                  <a:extLst>
                    <a:ext uri="{FF2B5EF4-FFF2-40B4-BE49-F238E27FC236}">
                      <a16:creationId xmlns:a16="http://schemas.microsoft.com/office/drawing/2014/main" id="{14A5BFD5-0696-4D1C-DC52-65C8D635E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54" name="Straight Connector 53753">
                  <a:extLst>
                    <a:ext uri="{FF2B5EF4-FFF2-40B4-BE49-F238E27FC236}">
                      <a16:creationId xmlns:a16="http://schemas.microsoft.com/office/drawing/2014/main" id="{2C9B5359-499A-D463-C91E-361C12C8D8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47" name="Group 53746">
                <a:extLst>
                  <a:ext uri="{FF2B5EF4-FFF2-40B4-BE49-F238E27FC236}">
                    <a16:creationId xmlns:a16="http://schemas.microsoft.com/office/drawing/2014/main" id="{D0A8AB97-8A70-8AF2-B4A8-537E84DD1F6A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51" name="Straight Connector 53750">
                  <a:extLst>
                    <a:ext uri="{FF2B5EF4-FFF2-40B4-BE49-F238E27FC236}">
                      <a16:creationId xmlns:a16="http://schemas.microsoft.com/office/drawing/2014/main" id="{37CCFBC7-1A2A-3A84-F50B-398887AB7E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52" name="Straight Connector 53751">
                  <a:extLst>
                    <a:ext uri="{FF2B5EF4-FFF2-40B4-BE49-F238E27FC236}">
                      <a16:creationId xmlns:a16="http://schemas.microsoft.com/office/drawing/2014/main" id="{E6E2BF83-81C6-A798-9BBB-9217C76D20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48" name="Group 53747">
                <a:extLst>
                  <a:ext uri="{FF2B5EF4-FFF2-40B4-BE49-F238E27FC236}">
                    <a16:creationId xmlns:a16="http://schemas.microsoft.com/office/drawing/2014/main" id="{FC9DEB4D-93EF-AE27-9393-AA97A3EDC5D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49" name="Straight Connector 53748">
                  <a:extLst>
                    <a:ext uri="{FF2B5EF4-FFF2-40B4-BE49-F238E27FC236}">
                      <a16:creationId xmlns:a16="http://schemas.microsoft.com/office/drawing/2014/main" id="{9BA18114-D771-72FE-85F1-8F5F407CDB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50" name="Straight Connector 53749">
                  <a:extLst>
                    <a:ext uri="{FF2B5EF4-FFF2-40B4-BE49-F238E27FC236}">
                      <a16:creationId xmlns:a16="http://schemas.microsoft.com/office/drawing/2014/main" id="{1F8E5A5F-7DB6-6B03-3BA8-0FB777C25E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45" name="Straight Connector 53744">
              <a:extLst>
                <a:ext uri="{FF2B5EF4-FFF2-40B4-BE49-F238E27FC236}">
                  <a16:creationId xmlns:a16="http://schemas.microsoft.com/office/drawing/2014/main" id="{63AD6637-A68B-E512-7E98-38F4362E0882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55" name="Group 53754">
            <a:extLst>
              <a:ext uri="{FF2B5EF4-FFF2-40B4-BE49-F238E27FC236}">
                <a16:creationId xmlns:a16="http://schemas.microsoft.com/office/drawing/2014/main" id="{52F8A9A5-E06B-E078-8A8E-31A66588A405}"/>
              </a:ext>
            </a:extLst>
          </p:cNvPr>
          <p:cNvGrpSpPr/>
          <p:nvPr/>
        </p:nvGrpSpPr>
        <p:grpSpPr>
          <a:xfrm>
            <a:off x="6663690" y="4769636"/>
            <a:ext cx="249764" cy="261637"/>
            <a:chOff x="1072662" y="2437214"/>
            <a:chExt cx="1430838" cy="1983567"/>
          </a:xfrm>
        </p:grpSpPr>
        <p:grpSp>
          <p:nvGrpSpPr>
            <p:cNvPr id="53756" name="Group 53755">
              <a:extLst>
                <a:ext uri="{FF2B5EF4-FFF2-40B4-BE49-F238E27FC236}">
                  <a16:creationId xmlns:a16="http://schemas.microsoft.com/office/drawing/2014/main" id="{3AA42856-B53F-ABA3-147E-8EC976E35654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58" name="Group 53757">
                <a:extLst>
                  <a:ext uri="{FF2B5EF4-FFF2-40B4-BE49-F238E27FC236}">
                    <a16:creationId xmlns:a16="http://schemas.microsoft.com/office/drawing/2014/main" id="{554C05CA-E10C-EDA1-F744-E14FEB52CD9B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65" name="Straight Connector 53764">
                  <a:extLst>
                    <a:ext uri="{FF2B5EF4-FFF2-40B4-BE49-F238E27FC236}">
                      <a16:creationId xmlns:a16="http://schemas.microsoft.com/office/drawing/2014/main" id="{D6F2CDCC-7B94-4ABD-02D8-4C76ED942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66" name="Straight Connector 53765">
                  <a:extLst>
                    <a:ext uri="{FF2B5EF4-FFF2-40B4-BE49-F238E27FC236}">
                      <a16:creationId xmlns:a16="http://schemas.microsoft.com/office/drawing/2014/main" id="{369C8CF3-0D0A-29BC-5815-FC557F241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59" name="Group 53758">
                <a:extLst>
                  <a:ext uri="{FF2B5EF4-FFF2-40B4-BE49-F238E27FC236}">
                    <a16:creationId xmlns:a16="http://schemas.microsoft.com/office/drawing/2014/main" id="{B6474657-900E-0AC9-9946-5A1D587AD88F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63" name="Straight Connector 53762">
                  <a:extLst>
                    <a:ext uri="{FF2B5EF4-FFF2-40B4-BE49-F238E27FC236}">
                      <a16:creationId xmlns:a16="http://schemas.microsoft.com/office/drawing/2014/main" id="{87DC3C9A-2082-030B-A215-FB9045E8AA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64" name="Straight Connector 53763">
                  <a:extLst>
                    <a:ext uri="{FF2B5EF4-FFF2-40B4-BE49-F238E27FC236}">
                      <a16:creationId xmlns:a16="http://schemas.microsoft.com/office/drawing/2014/main" id="{EE34657A-97BA-C16B-7E22-B51D786EB3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60" name="Group 53759">
                <a:extLst>
                  <a:ext uri="{FF2B5EF4-FFF2-40B4-BE49-F238E27FC236}">
                    <a16:creationId xmlns:a16="http://schemas.microsoft.com/office/drawing/2014/main" id="{B42E6BAD-C12D-B0DE-6511-B94AD8B25F7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61" name="Straight Connector 53760">
                  <a:extLst>
                    <a:ext uri="{FF2B5EF4-FFF2-40B4-BE49-F238E27FC236}">
                      <a16:creationId xmlns:a16="http://schemas.microsoft.com/office/drawing/2014/main" id="{2A48E44F-B287-AB44-5B95-F8FF4FE518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62" name="Straight Connector 53761">
                  <a:extLst>
                    <a:ext uri="{FF2B5EF4-FFF2-40B4-BE49-F238E27FC236}">
                      <a16:creationId xmlns:a16="http://schemas.microsoft.com/office/drawing/2014/main" id="{BEC6DFD2-9249-3C1E-0969-7D2945EB36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57" name="Straight Connector 53756">
              <a:extLst>
                <a:ext uri="{FF2B5EF4-FFF2-40B4-BE49-F238E27FC236}">
                  <a16:creationId xmlns:a16="http://schemas.microsoft.com/office/drawing/2014/main" id="{CBCDD87A-44EC-A975-7DFE-5C7F90A054EC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67" name="Group 53766">
            <a:extLst>
              <a:ext uri="{FF2B5EF4-FFF2-40B4-BE49-F238E27FC236}">
                <a16:creationId xmlns:a16="http://schemas.microsoft.com/office/drawing/2014/main" id="{406E9EDB-4E22-BDE3-57E2-7F425B834EEB}"/>
              </a:ext>
            </a:extLst>
          </p:cNvPr>
          <p:cNvGrpSpPr/>
          <p:nvPr/>
        </p:nvGrpSpPr>
        <p:grpSpPr>
          <a:xfrm>
            <a:off x="6666220" y="5041469"/>
            <a:ext cx="249764" cy="261637"/>
            <a:chOff x="1072662" y="2437214"/>
            <a:chExt cx="1430838" cy="1983567"/>
          </a:xfrm>
        </p:grpSpPr>
        <p:grpSp>
          <p:nvGrpSpPr>
            <p:cNvPr id="53768" name="Group 53767">
              <a:extLst>
                <a:ext uri="{FF2B5EF4-FFF2-40B4-BE49-F238E27FC236}">
                  <a16:creationId xmlns:a16="http://schemas.microsoft.com/office/drawing/2014/main" id="{CD7B016F-6C5F-4DBB-F851-DB0153B52AE0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70" name="Group 53769">
                <a:extLst>
                  <a:ext uri="{FF2B5EF4-FFF2-40B4-BE49-F238E27FC236}">
                    <a16:creationId xmlns:a16="http://schemas.microsoft.com/office/drawing/2014/main" id="{A91F274F-DDD6-7F8A-55BA-76B1937E0E8B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77" name="Straight Connector 53776">
                  <a:extLst>
                    <a:ext uri="{FF2B5EF4-FFF2-40B4-BE49-F238E27FC236}">
                      <a16:creationId xmlns:a16="http://schemas.microsoft.com/office/drawing/2014/main" id="{A2AD8350-17F9-BB75-03D5-16178520D0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78" name="Straight Connector 53777">
                  <a:extLst>
                    <a:ext uri="{FF2B5EF4-FFF2-40B4-BE49-F238E27FC236}">
                      <a16:creationId xmlns:a16="http://schemas.microsoft.com/office/drawing/2014/main" id="{5B3D944C-D7E6-9D34-C816-843A5E68CD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71" name="Group 53770">
                <a:extLst>
                  <a:ext uri="{FF2B5EF4-FFF2-40B4-BE49-F238E27FC236}">
                    <a16:creationId xmlns:a16="http://schemas.microsoft.com/office/drawing/2014/main" id="{C6C9C891-5730-4C02-E105-70EE30CB9759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75" name="Straight Connector 53774">
                  <a:extLst>
                    <a:ext uri="{FF2B5EF4-FFF2-40B4-BE49-F238E27FC236}">
                      <a16:creationId xmlns:a16="http://schemas.microsoft.com/office/drawing/2014/main" id="{6F513EB8-872C-8060-164F-CEE00637DF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76" name="Straight Connector 53775">
                  <a:extLst>
                    <a:ext uri="{FF2B5EF4-FFF2-40B4-BE49-F238E27FC236}">
                      <a16:creationId xmlns:a16="http://schemas.microsoft.com/office/drawing/2014/main" id="{35ED9E94-EDF8-53A4-EC28-2B9D6DF9D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72" name="Group 53771">
                <a:extLst>
                  <a:ext uri="{FF2B5EF4-FFF2-40B4-BE49-F238E27FC236}">
                    <a16:creationId xmlns:a16="http://schemas.microsoft.com/office/drawing/2014/main" id="{FCBAEB09-04C8-5D50-9A34-3F6C7FD6A0D4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73" name="Straight Connector 53772">
                  <a:extLst>
                    <a:ext uri="{FF2B5EF4-FFF2-40B4-BE49-F238E27FC236}">
                      <a16:creationId xmlns:a16="http://schemas.microsoft.com/office/drawing/2014/main" id="{9C75E5D0-CBF0-9378-A412-E2858B918B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74" name="Straight Connector 53773">
                  <a:extLst>
                    <a:ext uri="{FF2B5EF4-FFF2-40B4-BE49-F238E27FC236}">
                      <a16:creationId xmlns:a16="http://schemas.microsoft.com/office/drawing/2014/main" id="{4EA4DAA9-04D5-068C-321E-CDCDEE5C7F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69" name="Straight Connector 53768">
              <a:extLst>
                <a:ext uri="{FF2B5EF4-FFF2-40B4-BE49-F238E27FC236}">
                  <a16:creationId xmlns:a16="http://schemas.microsoft.com/office/drawing/2014/main" id="{4B442125-132E-3099-76E4-18E0C13DF76B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79" name="Group 53778">
            <a:extLst>
              <a:ext uri="{FF2B5EF4-FFF2-40B4-BE49-F238E27FC236}">
                <a16:creationId xmlns:a16="http://schemas.microsoft.com/office/drawing/2014/main" id="{81EA765B-C63B-B1AA-3239-B96A189A8F59}"/>
              </a:ext>
            </a:extLst>
          </p:cNvPr>
          <p:cNvGrpSpPr/>
          <p:nvPr/>
        </p:nvGrpSpPr>
        <p:grpSpPr>
          <a:xfrm>
            <a:off x="6666996" y="5362744"/>
            <a:ext cx="249764" cy="261637"/>
            <a:chOff x="1072662" y="2437214"/>
            <a:chExt cx="1430838" cy="1983567"/>
          </a:xfrm>
        </p:grpSpPr>
        <p:grpSp>
          <p:nvGrpSpPr>
            <p:cNvPr id="53780" name="Group 53779">
              <a:extLst>
                <a:ext uri="{FF2B5EF4-FFF2-40B4-BE49-F238E27FC236}">
                  <a16:creationId xmlns:a16="http://schemas.microsoft.com/office/drawing/2014/main" id="{36365717-2171-049A-DC1C-6DEE33F4BDD0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3782" name="Group 53781">
                <a:extLst>
                  <a:ext uri="{FF2B5EF4-FFF2-40B4-BE49-F238E27FC236}">
                    <a16:creationId xmlns:a16="http://schemas.microsoft.com/office/drawing/2014/main" id="{843587C7-C3AA-A61E-61E1-68E2FA1BC51C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3789" name="Straight Connector 53788">
                  <a:extLst>
                    <a:ext uri="{FF2B5EF4-FFF2-40B4-BE49-F238E27FC236}">
                      <a16:creationId xmlns:a16="http://schemas.microsoft.com/office/drawing/2014/main" id="{10D485A2-50A4-EA0D-CCEC-AECE3EB30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90" name="Straight Connector 53789">
                  <a:extLst>
                    <a:ext uri="{FF2B5EF4-FFF2-40B4-BE49-F238E27FC236}">
                      <a16:creationId xmlns:a16="http://schemas.microsoft.com/office/drawing/2014/main" id="{E7A6A456-A17D-C25D-D997-A628A6717A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83" name="Group 53782">
                <a:extLst>
                  <a:ext uri="{FF2B5EF4-FFF2-40B4-BE49-F238E27FC236}">
                    <a16:creationId xmlns:a16="http://schemas.microsoft.com/office/drawing/2014/main" id="{34755504-7F7E-558F-21CB-A018FC365EC7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3787" name="Straight Connector 53786">
                  <a:extLst>
                    <a:ext uri="{FF2B5EF4-FFF2-40B4-BE49-F238E27FC236}">
                      <a16:creationId xmlns:a16="http://schemas.microsoft.com/office/drawing/2014/main" id="{037A0BCA-8A28-CA0A-AB44-6600A38773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88" name="Straight Connector 53787">
                  <a:extLst>
                    <a:ext uri="{FF2B5EF4-FFF2-40B4-BE49-F238E27FC236}">
                      <a16:creationId xmlns:a16="http://schemas.microsoft.com/office/drawing/2014/main" id="{BD9D9067-6255-4F5D-914D-25450A384C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84" name="Group 53783">
                <a:extLst>
                  <a:ext uri="{FF2B5EF4-FFF2-40B4-BE49-F238E27FC236}">
                    <a16:creationId xmlns:a16="http://schemas.microsoft.com/office/drawing/2014/main" id="{A35AF410-31FE-D8B6-5A07-8AE3C1D0E7B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3785" name="Straight Connector 53784">
                  <a:extLst>
                    <a:ext uri="{FF2B5EF4-FFF2-40B4-BE49-F238E27FC236}">
                      <a16:creationId xmlns:a16="http://schemas.microsoft.com/office/drawing/2014/main" id="{888C6D28-E269-3817-D946-3C4DEEC2E0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86" name="Straight Connector 53785">
                  <a:extLst>
                    <a:ext uri="{FF2B5EF4-FFF2-40B4-BE49-F238E27FC236}">
                      <a16:creationId xmlns:a16="http://schemas.microsoft.com/office/drawing/2014/main" id="{204CEA65-B6B1-7E7B-2F0E-D21180F43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781" name="Straight Connector 53780">
              <a:extLst>
                <a:ext uri="{FF2B5EF4-FFF2-40B4-BE49-F238E27FC236}">
                  <a16:creationId xmlns:a16="http://schemas.microsoft.com/office/drawing/2014/main" id="{D14CD470-5C8D-E989-155B-8569A5AE7A9B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859" name="Rectangle 53858">
            <a:extLst>
              <a:ext uri="{FF2B5EF4-FFF2-40B4-BE49-F238E27FC236}">
                <a16:creationId xmlns:a16="http://schemas.microsoft.com/office/drawing/2014/main" id="{E5EFFAF2-2E42-32B4-F4C1-6D523CC47EEC}"/>
              </a:ext>
            </a:extLst>
          </p:cNvPr>
          <p:cNvSpPr/>
          <p:nvPr/>
        </p:nvSpPr>
        <p:spPr>
          <a:xfrm>
            <a:off x="1194047" y="5762252"/>
            <a:ext cx="2869134" cy="273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Period 1</a:t>
            </a:r>
          </a:p>
        </p:txBody>
      </p:sp>
      <p:sp>
        <p:nvSpPr>
          <p:cNvPr id="53860" name="Rectangle 53859">
            <a:extLst>
              <a:ext uri="{FF2B5EF4-FFF2-40B4-BE49-F238E27FC236}">
                <a16:creationId xmlns:a16="http://schemas.microsoft.com/office/drawing/2014/main" id="{322B847E-1D47-D005-530A-BD1636B1F1C2}"/>
              </a:ext>
            </a:extLst>
          </p:cNvPr>
          <p:cNvSpPr/>
          <p:nvPr/>
        </p:nvSpPr>
        <p:spPr>
          <a:xfrm>
            <a:off x="5759342" y="5850877"/>
            <a:ext cx="905420" cy="2732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Period 2</a:t>
            </a:r>
          </a:p>
        </p:txBody>
      </p:sp>
      <p:sp>
        <p:nvSpPr>
          <p:cNvPr id="53861" name="Rectangle 53860">
            <a:extLst>
              <a:ext uri="{FF2B5EF4-FFF2-40B4-BE49-F238E27FC236}">
                <a16:creationId xmlns:a16="http://schemas.microsoft.com/office/drawing/2014/main" id="{55B0691F-2405-4321-7087-121D07934E7F}"/>
              </a:ext>
            </a:extLst>
          </p:cNvPr>
          <p:cNvSpPr/>
          <p:nvPr/>
        </p:nvSpPr>
        <p:spPr>
          <a:xfrm>
            <a:off x="6663690" y="5847858"/>
            <a:ext cx="407422" cy="2732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P 3</a:t>
            </a:r>
          </a:p>
        </p:txBody>
      </p:sp>
      <p:grpSp>
        <p:nvGrpSpPr>
          <p:cNvPr id="54068" name="Group 54067">
            <a:extLst>
              <a:ext uri="{FF2B5EF4-FFF2-40B4-BE49-F238E27FC236}">
                <a16:creationId xmlns:a16="http://schemas.microsoft.com/office/drawing/2014/main" id="{DE337A99-AC28-1D01-0F44-F308914027B9}"/>
              </a:ext>
            </a:extLst>
          </p:cNvPr>
          <p:cNvGrpSpPr/>
          <p:nvPr/>
        </p:nvGrpSpPr>
        <p:grpSpPr>
          <a:xfrm>
            <a:off x="5778827" y="3242513"/>
            <a:ext cx="811397" cy="1031335"/>
            <a:chOff x="1072664" y="2605686"/>
            <a:chExt cx="1528032" cy="1802892"/>
          </a:xfrm>
        </p:grpSpPr>
        <p:grpSp>
          <p:nvGrpSpPr>
            <p:cNvPr id="54069" name="Group 54068">
              <a:extLst>
                <a:ext uri="{FF2B5EF4-FFF2-40B4-BE49-F238E27FC236}">
                  <a16:creationId xmlns:a16="http://schemas.microsoft.com/office/drawing/2014/main" id="{0B2DDB26-47CA-D70E-1685-F2738986C6D2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4071" name="Group 54070">
                <a:extLst>
                  <a:ext uri="{FF2B5EF4-FFF2-40B4-BE49-F238E27FC236}">
                    <a16:creationId xmlns:a16="http://schemas.microsoft.com/office/drawing/2014/main" id="{70B75741-6041-D322-63BA-616EAE10254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4082" name="Straight Connector 54081">
                  <a:extLst>
                    <a:ext uri="{FF2B5EF4-FFF2-40B4-BE49-F238E27FC236}">
                      <a16:creationId xmlns:a16="http://schemas.microsoft.com/office/drawing/2014/main" id="{12C70B0A-28FF-49BC-B056-E1D5FF191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83" name="Straight Connector 54082">
                  <a:extLst>
                    <a:ext uri="{FF2B5EF4-FFF2-40B4-BE49-F238E27FC236}">
                      <a16:creationId xmlns:a16="http://schemas.microsoft.com/office/drawing/2014/main" id="{B2963F38-81CB-7917-AD13-8EDC19747C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084" name="TextBox 54083">
                  <a:extLst>
                    <a:ext uri="{FF2B5EF4-FFF2-40B4-BE49-F238E27FC236}">
                      <a16:creationId xmlns:a16="http://schemas.microsoft.com/office/drawing/2014/main" id="{F4B1AC1E-2155-1C25-1481-C9DF583FA71C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085" name="TextBox 54084">
                  <a:extLst>
                    <a:ext uri="{FF2B5EF4-FFF2-40B4-BE49-F238E27FC236}">
                      <a16:creationId xmlns:a16="http://schemas.microsoft.com/office/drawing/2014/main" id="{D0A254F8-8675-E01E-D273-51966E5A93AB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4072" name="Group 54071">
                <a:extLst>
                  <a:ext uri="{FF2B5EF4-FFF2-40B4-BE49-F238E27FC236}">
                    <a16:creationId xmlns:a16="http://schemas.microsoft.com/office/drawing/2014/main" id="{AB6C4BD4-A40A-17E2-53AD-FD98360409EF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4078" name="Straight Connector 54077">
                  <a:extLst>
                    <a:ext uri="{FF2B5EF4-FFF2-40B4-BE49-F238E27FC236}">
                      <a16:creationId xmlns:a16="http://schemas.microsoft.com/office/drawing/2014/main" id="{5C2CE8B6-A205-BBED-F94F-1D3D36176A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79" name="Straight Connector 54078">
                  <a:extLst>
                    <a:ext uri="{FF2B5EF4-FFF2-40B4-BE49-F238E27FC236}">
                      <a16:creationId xmlns:a16="http://schemas.microsoft.com/office/drawing/2014/main" id="{BF771240-A675-756E-67B4-8F20D1E5A7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080" name="TextBox 54079">
                  <a:extLst>
                    <a:ext uri="{FF2B5EF4-FFF2-40B4-BE49-F238E27FC236}">
                      <a16:creationId xmlns:a16="http://schemas.microsoft.com/office/drawing/2014/main" id="{7B43D2A3-CDE3-1E54-E9BA-BAB41E0341BC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081" name="TextBox 54080">
                  <a:extLst>
                    <a:ext uri="{FF2B5EF4-FFF2-40B4-BE49-F238E27FC236}">
                      <a16:creationId xmlns:a16="http://schemas.microsoft.com/office/drawing/2014/main" id="{76007C16-1041-7C65-FED4-EEBF35A3B721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4073" name="Group 54072">
                <a:extLst>
                  <a:ext uri="{FF2B5EF4-FFF2-40B4-BE49-F238E27FC236}">
                    <a16:creationId xmlns:a16="http://schemas.microsoft.com/office/drawing/2014/main" id="{53800A3B-EFFD-B2C6-DB1D-3F4880F29528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4074" name="Straight Connector 54073">
                  <a:extLst>
                    <a:ext uri="{FF2B5EF4-FFF2-40B4-BE49-F238E27FC236}">
                      <a16:creationId xmlns:a16="http://schemas.microsoft.com/office/drawing/2014/main" id="{36835706-9284-8457-D836-57AA1B4A19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75" name="Straight Connector 54074">
                  <a:extLst>
                    <a:ext uri="{FF2B5EF4-FFF2-40B4-BE49-F238E27FC236}">
                      <a16:creationId xmlns:a16="http://schemas.microsoft.com/office/drawing/2014/main" id="{4FDEDFF2-9D4D-CE21-97A3-8C30FF0AA2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076" name="TextBox 54075">
                  <a:extLst>
                    <a:ext uri="{FF2B5EF4-FFF2-40B4-BE49-F238E27FC236}">
                      <a16:creationId xmlns:a16="http://schemas.microsoft.com/office/drawing/2014/main" id="{D759D7AF-0921-D08C-6743-45BE0C3A912B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077" name="TextBox 54076">
                  <a:extLst>
                    <a:ext uri="{FF2B5EF4-FFF2-40B4-BE49-F238E27FC236}">
                      <a16:creationId xmlns:a16="http://schemas.microsoft.com/office/drawing/2014/main" id="{0FB49E02-C4FF-B69A-D219-B2C68988243D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4070" name="Straight Connector 54069">
              <a:extLst>
                <a:ext uri="{FF2B5EF4-FFF2-40B4-BE49-F238E27FC236}">
                  <a16:creationId xmlns:a16="http://schemas.microsoft.com/office/drawing/2014/main" id="{742C0D1F-5A9D-246E-6690-3ED860A1A59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086" name="Group 54085">
            <a:extLst>
              <a:ext uri="{FF2B5EF4-FFF2-40B4-BE49-F238E27FC236}">
                <a16:creationId xmlns:a16="http://schemas.microsoft.com/office/drawing/2014/main" id="{1C1F6A72-8C10-563A-363B-9450434C099F}"/>
              </a:ext>
            </a:extLst>
          </p:cNvPr>
          <p:cNvGrpSpPr/>
          <p:nvPr/>
        </p:nvGrpSpPr>
        <p:grpSpPr>
          <a:xfrm>
            <a:off x="6672875" y="3159223"/>
            <a:ext cx="249764" cy="261637"/>
            <a:chOff x="1072662" y="2437214"/>
            <a:chExt cx="1430838" cy="1983567"/>
          </a:xfrm>
        </p:grpSpPr>
        <p:grpSp>
          <p:nvGrpSpPr>
            <p:cNvPr id="54087" name="Group 54086">
              <a:extLst>
                <a:ext uri="{FF2B5EF4-FFF2-40B4-BE49-F238E27FC236}">
                  <a16:creationId xmlns:a16="http://schemas.microsoft.com/office/drawing/2014/main" id="{F992B831-D031-2903-E56B-39395468F71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089" name="Group 54088">
                <a:extLst>
                  <a:ext uri="{FF2B5EF4-FFF2-40B4-BE49-F238E27FC236}">
                    <a16:creationId xmlns:a16="http://schemas.microsoft.com/office/drawing/2014/main" id="{BD90456F-A92B-7AEA-D29F-EB82314B910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096" name="Straight Connector 54095">
                  <a:extLst>
                    <a:ext uri="{FF2B5EF4-FFF2-40B4-BE49-F238E27FC236}">
                      <a16:creationId xmlns:a16="http://schemas.microsoft.com/office/drawing/2014/main" id="{1008D9DF-6982-F893-9EF7-BDF9E4621F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97" name="Straight Connector 54096">
                  <a:extLst>
                    <a:ext uri="{FF2B5EF4-FFF2-40B4-BE49-F238E27FC236}">
                      <a16:creationId xmlns:a16="http://schemas.microsoft.com/office/drawing/2014/main" id="{0370ED06-0B69-2221-01EA-E2F69B47A3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090" name="Group 54089">
                <a:extLst>
                  <a:ext uri="{FF2B5EF4-FFF2-40B4-BE49-F238E27FC236}">
                    <a16:creationId xmlns:a16="http://schemas.microsoft.com/office/drawing/2014/main" id="{01F0FA13-4062-F388-29CB-3D76DE129D84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094" name="Straight Connector 54093">
                  <a:extLst>
                    <a:ext uri="{FF2B5EF4-FFF2-40B4-BE49-F238E27FC236}">
                      <a16:creationId xmlns:a16="http://schemas.microsoft.com/office/drawing/2014/main" id="{8F37B434-54E9-5748-B408-96DA0A4322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95" name="Straight Connector 54094">
                  <a:extLst>
                    <a:ext uri="{FF2B5EF4-FFF2-40B4-BE49-F238E27FC236}">
                      <a16:creationId xmlns:a16="http://schemas.microsoft.com/office/drawing/2014/main" id="{E182CB31-23C2-5523-D225-82FB3F6FC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091" name="Group 54090">
                <a:extLst>
                  <a:ext uri="{FF2B5EF4-FFF2-40B4-BE49-F238E27FC236}">
                    <a16:creationId xmlns:a16="http://schemas.microsoft.com/office/drawing/2014/main" id="{3C229628-4924-A35A-2D93-ECBE60B3A56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092" name="Straight Connector 54091">
                  <a:extLst>
                    <a:ext uri="{FF2B5EF4-FFF2-40B4-BE49-F238E27FC236}">
                      <a16:creationId xmlns:a16="http://schemas.microsoft.com/office/drawing/2014/main" id="{30E91018-34BD-8B90-EC40-3CF7187E19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93" name="Straight Connector 54092">
                  <a:extLst>
                    <a:ext uri="{FF2B5EF4-FFF2-40B4-BE49-F238E27FC236}">
                      <a16:creationId xmlns:a16="http://schemas.microsoft.com/office/drawing/2014/main" id="{A846F5A2-FAB9-3648-3904-4D670CD53B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088" name="Straight Connector 54087">
              <a:extLst>
                <a:ext uri="{FF2B5EF4-FFF2-40B4-BE49-F238E27FC236}">
                  <a16:creationId xmlns:a16="http://schemas.microsoft.com/office/drawing/2014/main" id="{ACD62435-AB96-B3C5-820F-24A29AE5F56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098" name="Group 54097">
            <a:extLst>
              <a:ext uri="{FF2B5EF4-FFF2-40B4-BE49-F238E27FC236}">
                <a16:creationId xmlns:a16="http://schemas.microsoft.com/office/drawing/2014/main" id="{FAF228CC-F25A-640C-6AF5-75236626FB40}"/>
              </a:ext>
            </a:extLst>
          </p:cNvPr>
          <p:cNvGrpSpPr/>
          <p:nvPr/>
        </p:nvGrpSpPr>
        <p:grpSpPr>
          <a:xfrm>
            <a:off x="6654151" y="3494457"/>
            <a:ext cx="249764" cy="261637"/>
            <a:chOff x="1072662" y="2437214"/>
            <a:chExt cx="1430838" cy="1983567"/>
          </a:xfrm>
        </p:grpSpPr>
        <p:grpSp>
          <p:nvGrpSpPr>
            <p:cNvPr id="54099" name="Group 54098">
              <a:extLst>
                <a:ext uri="{FF2B5EF4-FFF2-40B4-BE49-F238E27FC236}">
                  <a16:creationId xmlns:a16="http://schemas.microsoft.com/office/drawing/2014/main" id="{93C59DBB-91CB-FEC6-C8A3-E00D5F0DAA2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01" name="Group 54100">
                <a:extLst>
                  <a:ext uri="{FF2B5EF4-FFF2-40B4-BE49-F238E27FC236}">
                    <a16:creationId xmlns:a16="http://schemas.microsoft.com/office/drawing/2014/main" id="{4EA425AE-8B11-8A70-EFB4-BD1939607745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08" name="Straight Connector 54107">
                  <a:extLst>
                    <a:ext uri="{FF2B5EF4-FFF2-40B4-BE49-F238E27FC236}">
                      <a16:creationId xmlns:a16="http://schemas.microsoft.com/office/drawing/2014/main" id="{B4FC26B1-4DC9-7990-D25A-AA2E7D245A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09" name="Straight Connector 54108">
                  <a:extLst>
                    <a:ext uri="{FF2B5EF4-FFF2-40B4-BE49-F238E27FC236}">
                      <a16:creationId xmlns:a16="http://schemas.microsoft.com/office/drawing/2014/main" id="{7D8A291F-C62A-F43C-832F-F45C22C3A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02" name="Group 54101">
                <a:extLst>
                  <a:ext uri="{FF2B5EF4-FFF2-40B4-BE49-F238E27FC236}">
                    <a16:creationId xmlns:a16="http://schemas.microsoft.com/office/drawing/2014/main" id="{31658818-23E3-5908-56AE-98AB5FC42AC5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06" name="Straight Connector 54105">
                  <a:extLst>
                    <a:ext uri="{FF2B5EF4-FFF2-40B4-BE49-F238E27FC236}">
                      <a16:creationId xmlns:a16="http://schemas.microsoft.com/office/drawing/2014/main" id="{93194E7D-933A-FF7E-903F-E73B64A1B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07" name="Straight Connector 54106">
                  <a:extLst>
                    <a:ext uri="{FF2B5EF4-FFF2-40B4-BE49-F238E27FC236}">
                      <a16:creationId xmlns:a16="http://schemas.microsoft.com/office/drawing/2014/main" id="{A18398EF-4A2D-BB8E-CCE8-8D433212CD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03" name="Group 54102">
                <a:extLst>
                  <a:ext uri="{FF2B5EF4-FFF2-40B4-BE49-F238E27FC236}">
                    <a16:creationId xmlns:a16="http://schemas.microsoft.com/office/drawing/2014/main" id="{3B560549-DB50-DF08-E780-1911AF76E4E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04" name="Straight Connector 54103">
                  <a:extLst>
                    <a:ext uri="{FF2B5EF4-FFF2-40B4-BE49-F238E27FC236}">
                      <a16:creationId xmlns:a16="http://schemas.microsoft.com/office/drawing/2014/main" id="{D9564AE5-A0FB-79B4-77E6-AC50361B8E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05" name="Straight Connector 54104">
                  <a:extLst>
                    <a:ext uri="{FF2B5EF4-FFF2-40B4-BE49-F238E27FC236}">
                      <a16:creationId xmlns:a16="http://schemas.microsoft.com/office/drawing/2014/main" id="{01491881-8B32-9B2E-E010-E56A261C8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00" name="Straight Connector 54099">
              <a:extLst>
                <a:ext uri="{FF2B5EF4-FFF2-40B4-BE49-F238E27FC236}">
                  <a16:creationId xmlns:a16="http://schemas.microsoft.com/office/drawing/2014/main" id="{262290FE-4508-BDDC-B172-0220FD57ED74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10" name="Group 54109">
            <a:extLst>
              <a:ext uri="{FF2B5EF4-FFF2-40B4-BE49-F238E27FC236}">
                <a16:creationId xmlns:a16="http://schemas.microsoft.com/office/drawing/2014/main" id="{F11AFCD4-697E-BAE5-CAFB-DBDA429436B9}"/>
              </a:ext>
            </a:extLst>
          </p:cNvPr>
          <p:cNvGrpSpPr/>
          <p:nvPr/>
        </p:nvGrpSpPr>
        <p:grpSpPr>
          <a:xfrm>
            <a:off x="6656681" y="3766290"/>
            <a:ext cx="249764" cy="261637"/>
            <a:chOff x="1072662" y="2437214"/>
            <a:chExt cx="1430838" cy="1983567"/>
          </a:xfrm>
        </p:grpSpPr>
        <p:grpSp>
          <p:nvGrpSpPr>
            <p:cNvPr id="54111" name="Group 54110">
              <a:extLst>
                <a:ext uri="{FF2B5EF4-FFF2-40B4-BE49-F238E27FC236}">
                  <a16:creationId xmlns:a16="http://schemas.microsoft.com/office/drawing/2014/main" id="{D376EEB1-A3C3-116B-04E0-F98DED41999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13" name="Group 54112">
                <a:extLst>
                  <a:ext uri="{FF2B5EF4-FFF2-40B4-BE49-F238E27FC236}">
                    <a16:creationId xmlns:a16="http://schemas.microsoft.com/office/drawing/2014/main" id="{F372DBF4-8671-8890-68DF-AF869E4782A8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20" name="Straight Connector 54119">
                  <a:extLst>
                    <a:ext uri="{FF2B5EF4-FFF2-40B4-BE49-F238E27FC236}">
                      <a16:creationId xmlns:a16="http://schemas.microsoft.com/office/drawing/2014/main" id="{17FA28F6-5275-A7BD-C5EA-59A220D7D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21" name="Straight Connector 54120">
                  <a:extLst>
                    <a:ext uri="{FF2B5EF4-FFF2-40B4-BE49-F238E27FC236}">
                      <a16:creationId xmlns:a16="http://schemas.microsoft.com/office/drawing/2014/main" id="{8321173A-8BD7-65BC-0BEB-935B3CA8C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14" name="Group 54113">
                <a:extLst>
                  <a:ext uri="{FF2B5EF4-FFF2-40B4-BE49-F238E27FC236}">
                    <a16:creationId xmlns:a16="http://schemas.microsoft.com/office/drawing/2014/main" id="{F0F45CEA-9F91-9440-0C08-5CD138023F1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18" name="Straight Connector 54117">
                  <a:extLst>
                    <a:ext uri="{FF2B5EF4-FFF2-40B4-BE49-F238E27FC236}">
                      <a16:creationId xmlns:a16="http://schemas.microsoft.com/office/drawing/2014/main" id="{3FFDB502-D0DC-217A-977A-AB9EC0848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19" name="Straight Connector 54118">
                  <a:extLst>
                    <a:ext uri="{FF2B5EF4-FFF2-40B4-BE49-F238E27FC236}">
                      <a16:creationId xmlns:a16="http://schemas.microsoft.com/office/drawing/2014/main" id="{BE5A67DA-9E12-DC46-F67F-4CDE5895AA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15" name="Group 54114">
                <a:extLst>
                  <a:ext uri="{FF2B5EF4-FFF2-40B4-BE49-F238E27FC236}">
                    <a16:creationId xmlns:a16="http://schemas.microsoft.com/office/drawing/2014/main" id="{167AF83C-79C0-6883-218B-4C6C79C38E67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16" name="Straight Connector 54115">
                  <a:extLst>
                    <a:ext uri="{FF2B5EF4-FFF2-40B4-BE49-F238E27FC236}">
                      <a16:creationId xmlns:a16="http://schemas.microsoft.com/office/drawing/2014/main" id="{523E3D40-19EF-A6E2-45B3-FE7D6611E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17" name="Straight Connector 54116">
                  <a:extLst>
                    <a:ext uri="{FF2B5EF4-FFF2-40B4-BE49-F238E27FC236}">
                      <a16:creationId xmlns:a16="http://schemas.microsoft.com/office/drawing/2014/main" id="{509D1041-36CB-E4B4-9560-7F49E10670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12" name="Straight Connector 54111">
              <a:extLst>
                <a:ext uri="{FF2B5EF4-FFF2-40B4-BE49-F238E27FC236}">
                  <a16:creationId xmlns:a16="http://schemas.microsoft.com/office/drawing/2014/main" id="{E1FF29F5-5DFA-3916-FE3B-74C396F65998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22" name="Group 54121">
            <a:extLst>
              <a:ext uri="{FF2B5EF4-FFF2-40B4-BE49-F238E27FC236}">
                <a16:creationId xmlns:a16="http://schemas.microsoft.com/office/drawing/2014/main" id="{EC5F3CBF-0A5E-CF8F-0D1B-797D92554A77}"/>
              </a:ext>
            </a:extLst>
          </p:cNvPr>
          <p:cNvGrpSpPr/>
          <p:nvPr/>
        </p:nvGrpSpPr>
        <p:grpSpPr>
          <a:xfrm>
            <a:off x="6657457" y="4087565"/>
            <a:ext cx="249764" cy="261637"/>
            <a:chOff x="1072662" y="2437214"/>
            <a:chExt cx="1430838" cy="1983567"/>
          </a:xfrm>
        </p:grpSpPr>
        <p:grpSp>
          <p:nvGrpSpPr>
            <p:cNvPr id="54123" name="Group 54122">
              <a:extLst>
                <a:ext uri="{FF2B5EF4-FFF2-40B4-BE49-F238E27FC236}">
                  <a16:creationId xmlns:a16="http://schemas.microsoft.com/office/drawing/2014/main" id="{B63975BB-121E-D69B-B2C8-2C337B45A08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25" name="Group 54124">
                <a:extLst>
                  <a:ext uri="{FF2B5EF4-FFF2-40B4-BE49-F238E27FC236}">
                    <a16:creationId xmlns:a16="http://schemas.microsoft.com/office/drawing/2014/main" id="{8ABEB0BE-40B5-3B65-A965-9F15446F9144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32" name="Straight Connector 54131">
                  <a:extLst>
                    <a:ext uri="{FF2B5EF4-FFF2-40B4-BE49-F238E27FC236}">
                      <a16:creationId xmlns:a16="http://schemas.microsoft.com/office/drawing/2014/main" id="{3E7B60EE-A9C5-58F8-C395-99CB469916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33" name="Straight Connector 54132">
                  <a:extLst>
                    <a:ext uri="{FF2B5EF4-FFF2-40B4-BE49-F238E27FC236}">
                      <a16:creationId xmlns:a16="http://schemas.microsoft.com/office/drawing/2014/main" id="{250C2CFF-E8CC-D504-E3C2-61803AB50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26" name="Group 54125">
                <a:extLst>
                  <a:ext uri="{FF2B5EF4-FFF2-40B4-BE49-F238E27FC236}">
                    <a16:creationId xmlns:a16="http://schemas.microsoft.com/office/drawing/2014/main" id="{D9CA105C-864A-E64D-EFB2-1DF1AACA3F52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30" name="Straight Connector 54129">
                  <a:extLst>
                    <a:ext uri="{FF2B5EF4-FFF2-40B4-BE49-F238E27FC236}">
                      <a16:creationId xmlns:a16="http://schemas.microsoft.com/office/drawing/2014/main" id="{FDDD9DBA-205C-2490-6D5A-5272CB8015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31" name="Straight Connector 54130">
                  <a:extLst>
                    <a:ext uri="{FF2B5EF4-FFF2-40B4-BE49-F238E27FC236}">
                      <a16:creationId xmlns:a16="http://schemas.microsoft.com/office/drawing/2014/main" id="{5ED9E35F-76FE-9356-AD8B-9E6CEAD40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27" name="Group 54126">
                <a:extLst>
                  <a:ext uri="{FF2B5EF4-FFF2-40B4-BE49-F238E27FC236}">
                    <a16:creationId xmlns:a16="http://schemas.microsoft.com/office/drawing/2014/main" id="{64B40297-0C68-834A-97A8-D7E720DCC217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28" name="Straight Connector 54127">
                  <a:extLst>
                    <a:ext uri="{FF2B5EF4-FFF2-40B4-BE49-F238E27FC236}">
                      <a16:creationId xmlns:a16="http://schemas.microsoft.com/office/drawing/2014/main" id="{96A2C185-7C74-22F5-DA87-8A4148314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29" name="Straight Connector 54128">
                  <a:extLst>
                    <a:ext uri="{FF2B5EF4-FFF2-40B4-BE49-F238E27FC236}">
                      <a16:creationId xmlns:a16="http://schemas.microsoft.com/office/drawing/2014/main" id="{6FD9E411-259E-5ACB-E021-DAF4AAC34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24" name="Straight Connector 54123">
              <a:extLst>
                <a:ext uri="{FF2B5EF4-FFF2-40B4-BE49-F238E27FC236}">
                  <a16:creationId xmlns:a16="http://schemas.microsoft.com/office/drawing/2014/main" id="{8AB7082A-A296-DE36-EA28-E792F2924D91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34" name="Group 54133">
            <a:extLst>
              <a:ext uri="{FF2B5EF4-FFF2-40B4-BE49-F238E27FC236}">
                <a16:creationId xmlns:a16="http://schemas.microsoft.com/office/drawing/2014/main" id="{8BD44DAD-C9C2-EB00-8590-84BE8BB9DA86}"/>
              </a:ext>
            </a:extLst>
          </p:cNvPr>
          <p:cNvGrpSpPr/>
          <p:nvPr/>
        </p:nvGrpSpPr>
        <p:grpSpPr>
          <a:xfrm>
            <a:off x="5799143" y="1901583"/>
            <a:ext cx="811397" cy="1031335"/>
            <a:chOff x="1072664" y="2605686"/>
            <a:chExt cx="1528032" cy="1802892"/>
          </a:xfrm>
        </p:grpSpPr>
        <p:grpSp>
          <p:nvGrpSpPr>
            <p:cNvPr id="54135" name="Group 54134">
              <a:extLst>
                <a:ext uri="{FF2B5EF4-FFF2-40B4-BE49-F238E27FC236}">
                  <a16:creationId xmlns:a16="http://schemas.microsoft.com/office/drawing/2014/main" id="{F17EF5AB-ED40-DABA-C6AF-A35FC51AEFBE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4137" name="Group 54136">
                <a:extLst>
                  <a:ext uri="{FF2B5EF4-FFF2-40B4-BE49-F238E27FC236}">
                    <a16:creationId xmlns:a16="http://schemas.microsoft.com/office/drawing/2014/main" id="{B2CC2AE8-F12A-B9CB-B574-64E83FD449D7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4148" name="Straight Connector 54147">
                  <a:extLst>
                    <a:ext uri="{FF2B5EF4-FFF2-40B4-BE49-F238E27FC236}">
                      <a16:creationId xmlns:a16="http://schemas.microsoft.com/office/drawing/2014/main" id="{39C43E77-01D0-9B43-FDB5-89BE1A22CD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49" name="Straight Connector 54148">
                  <a:extLst>
                    <a:ext uri="{FF2B5EF4-FFF2-40B4-BE49-F238E27FC236}">
                      <a16:creationId xmlns:a16="http://schemas.microsoft.com/office/drawing/2014/main" id="{6286BD53-0E16-F176-DBF4-955CE9039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150" name="TextBox 54149">
                  <a:extLst>
                    <a:ext uri="{FF2B5EF4-FFF2-40B4-BE49-F238E27FC236}">
                      <a16:creationId xmlns:a16="http://schemas.microsoft.com/office/drawing/2014/main" id="{BA70DDC8-0CFF-A06E-52C4-8882D88A0CF2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151" name="TextBox 54150">
                  <a:extLst>
                    <a:ext uri="{FF2B5EF4-FFF2-40B4-BE49-F238E27FC236}">
                      <a16:creationId xmlns:a16="http://schemas.microsoft.com/office/drawing/2014/main" id="{A774C552-9334-55ED-71E1-0D0E282B642E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4138" name="Group 54137">
                <a:extLst>
                  <a:ext uri="{FF2B5EF4-FFF2-40B4-BE49-F238E27FC236}">
                    <a16:creationId xmlns:a16="http://schemas.microsoft.com/office/drawing/2014/main" id="{DDE3440D-43F4-3AB9-86A4-FBB8D9109227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4144" name="Straight Connector 54143">
                  <a:extLst>
                    <a:ext uri="{FF2B5EF4-FFF2-40B4-BE49-F238E27FC236}">
                      <a16:creationId xmlns:a16="http://schemas.microsoft.com/office/drawing/2014/main" id="{EB0EB247-C5D9-5ACC-AA01-5BC25CFDF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45" name="Straight Connector 54144">
                  <a:extLst>
                    <a:ext uri="{FF2B5EF4-FFF2-40B4-BE49-F238E27FC236}">
                      <a16:creationId xmlns:a16="http://schemas.microsoft.com/office/drawing/2014/main" id="{B8903080-4CC0-6942-1166-830A19691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146" name="TextBox 54145">
                  <a:extLst>
                    <a:ext uri="{FF2B5EF4-FFF2-40B4-BE49-F238E27FC236}">
                      <a16:creationId xmlns:a16="http://schemas.microsoft.com/office/drawing/2014/main" id="{F926397B-92C4-DF10-94E6-572AAD8EC251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147" name="TextBox 54146">
                  <a:extLst>
                    <a:ext uri="{FF2B5EF4-FFF2-40B4-BE49-F238E27FC236}">
                      <a16:creationId xmlns:a16="http://schemas.microsoft.com/office/drawing/2014/main" id="{8D76BB31-13C8-B2E3-EE57-C75D29F1E832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4139" name="Group 54138">
                <a:extLst>
                  <a:ext uri="{FF2B5EF4-FFF2-40B4-BE49-F238E27FC236}">
                    <a16:creationId xmlns:a16="http://schemas.microsoft.com/office/drawing/2014/main" id="{EFC96B3A-3A8A-6755-9931-6F6C6D32C97A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4140" name="Straight Connector 54139">
                  <a:extLst>
                    <a:ext uri="{FF2B5EF4-FFF2-40B4-BE49-F238E27FC236}">
                      <a16:creationId xmlns:a16="http://schemas.microsoft.com/office/drawing/2014/main" id="{AE811453-C1F3-D0E5-2FF5-3952F6EC6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41" name="Straight Connector 54140">
                  <a:extLst>
                    <a:ext uri="{FF2B5EF4-FFF2-40B4-BE49-F238E27FC236}">
                      <a16:creationId xmlns:a16="http://schemas.microsoft.com/office/drawing/2014/main" id="{61C3885B-F077-0562-8B7F-D749566A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142" name="TextBox 54141">
                  <a:extLst>
                    <a:ext uri="{FF2B5EF4-FFF2-40B4-BE49-F238E27FC236}">
                      <a16:creationId xmlns:a16="http://schemas.microsoft.com/office/drawing/2014/main" id="{ADB1889C-0FE2-D4CC-F8A4-9A8142514810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143" name="TextBox 54142">
                  <a:extLst>
                    <a:ext uri="{FF2B5EF4-FFF2-40B4-BE49-F238E27FC236}">
                      <a16:creationId xmlns:a16="http://schemas.microsoft.com/office/drawing/2014/main" id="{581FF405-CE27-ADFD-8C7F-B72EF7217665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4136" name="Straight Connector 54135">
              <a:extLst>
                <a:ext uri="{FF2B5EF4-FFF2-40B4-BE49-F238E27FC236}">
                  <a16:creationId xmlns:a16="http://schemas.microsoft.com/office/drawing/2014/main" id="{80FEFF8C-588C-39AE-CB55-35ABA648A1ED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52" name="Group 54151">
            <a:extLst>
              <a:ext uri="{FF2B5EF4-FFF2-40B4-BE49-F238E27FC236}">
                <a16:creationId xmlns:a16="http://schemas.microsoft.com/office/drawing/2014/main" id="{36F5BAFA-1462-228B-28D6-317CB484EEEF}"/>
              </a:ext>
            </a:extLst>
          </p:cNvPr>
          <p:cNvGrpSpPr/>
          <p:nvPr/>
        </p:nvGrpSpPr>
        <p:grpSpPr>
          <a:xfrm>
            <a:off x="6671067" y="1818293"/>
            <a:ext cx="249764" cy="261637"/>
            <a:chOff x="1072662" y="2437214"/>
            <a:chExt cx="1430838" cy="1983567"/>
          </a:xfrm>
        </p:grpSpPr>
        <p:grpSp>
          <p:nvGrpSpPr>
            <p:cNvPr id="54153" name="Group 54152">
              <a:extLst>
                <a:ext uri="{FF2B5EF4-FFF2-40B4-BE49-F238E27FC236}">
                  <a16:creationId xmlns:a16="http://schemas.microsoft.com/office/drawing/2014/main" id="{963BB286-A865-1879-AF31-FF87417ACC9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55" name="Group 54154">
                <a:extLst>
                  <a:ext uri="{FF2B5EF4-FFF2-40B4-BE49-F238E27FC236}">
                    <a16:creationId xmlns:a16="http://schemas.microsoft.com/office/drawing/2014/main" id="{0A0CBE38-52EA-D176-6367-F7CC2748352D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62" name="Straight Connector 54161">
                  <a:extLst>
                    <a:ext uri="{FF2B5EF4-FFF2-40B4-BE49-F238E27FC236}">
                      <a16:creationId xmlns:a16="http://schemas.microsoft.com/office/drawing/2014/main" id="{094767DA-5929-6A8A-A05F-3F5F605467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63" name="Straight Connector 54162">
                  <a:extLst>
                    <a:ext uri="{FF2B5EF4-FFF2-40B4-BE49-F238E27FC236}">
                      <a16:creationId xmlns:a16="http://schemas.microsoft.com/office/drawing/2014/main" id="{DCD6150B-A27F-C84F-100E-D4385EF42C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56" name="Group 54155">
                <a:extLst>
                  <a:ext uri="{FF2B5EF4-FFF2-40B4-BE49-F238E27FC236}">
                    <a16:creationId xmlns:a16="http://schemas.microsoft.com/office/drawing/2014/main" id="{20BE0388-8302-2F20-C659-F6069ACACFA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60" name="Straight Connector 54159">
                  <a:extLst>
                    <a:ext uri="{FF2B5EF4-FFF2-40B4-BE49-F238E27FC236}">
                      <a16:creationId xmlns:a16="http://schemas.microsoft.com/office/drawing/2014/main" id="{B9CD5485-432A-FE4A-55FB-B15E480D7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61" name="Straight Connector 54160">
                  <a:extLst>
                    <a:ext uri="{FF2B5EF4-FFF2-40B4-BE49-F238E27FC236}">
                      <a16:creationId xmlns:a16="http://schemas.microsoft.com/office/drawing/2014/main" id="{90F5739F-63DC-5A0A-2C0F-F24B498B73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57" name="Group 54156">
                <a:extLst>
                  <a:ext uri="{FF2B5EF4-FFF2-40B4-BE49-F238E27FC236}">
                    <a16:creationId xmlns:a16="http://schemas.microsoft.com/office/drawing/2014/main" id="{3F6D99E4-58CF-4A16-0740-B930D72ADC3E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58" name="Straight Connector 54157">
                  <a:extLst>
                    <a:ext uri="{FF2B5EF4-FFF2-40B4-BE49-F238E27FC236}">
                      <a16:creationId xmlns:a16="http://schemas.microsoft.com/office/drawing/2014/main" id="{902D33FD-0450-0A2F-2087-9E4FE277C7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59" name="Straight Connector 54158">
                  <a:extLst>
                    <a:ext uri="{FF2B5EF4-FFF2-40B4-BE49-F238E27FC236}">
                      <a16:creationId xmlns:a16="http://schemas.microsoft.com/office/drawing/2014/main" id="{73CC79DF-6F3D-EC0D-1C37-6FACAB5A5A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54" name="Straight Connector 54153">
              <a:extLst>
                <a:ext uri="{FF2B5EF4-FFF2-40B4-BE49-F238E27FC236}">
                  <a16:creationId xmlns:a16="http://schemas.microsoft.com/office/drawing/2014/main" id="{621057DE-F43E-C2C1-C500-47A3D83BCE7A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64" name="Group 54163">
            <a:extLst>
              <a:ext uri="{FF2B5EF4-FFF2-40B4-BE49-F238E27FC236}">
                <a16:creationId xmlns:a16="http://schemas.microsoft.com/office/drawing/2014/main" id="{AAB0F8BA-80E2-AC61-8C47-40720E4A79EB}"/>
              </a:ext>
            </a:extLst>
          </p:cNvPr>
          <p:cNvGrpSpPr/>
          <p:nvPr/>
        </p:nvGrpSpPr>
        <p:grpSpPr>
          <a:xfrm>
            <a:off x="6652343" y="2153527"/>
            <a:ext cx="249764" cy="261637"/>
            <a:chOff x="1072662" y="2437214"/>
            <a:chExt cx="1430838" cy="1983567"/>
          </a:xfrm>
        </p:grpSpPr>
        <p:grpSp>
          <p:nvGrpSpPr>
            <p:cNvPr id="54165" name="Group 54164">
              <a:extLst>
                <a:ext uri="{FF2B5EF4-FFF2-40B4-BE49-F238E27FC236}">
                  <a16:creationId xmlns:a16="http://schemas.microsoft.com/office/drawing/2014/main" id="{86B05E63-120B-F6C7-DDB4-CC94A4A635EB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67" name="Group 54166">
                <a:extLst>
                  <a:ext uri="{FF2B5EF4-FFF2-40B4-BE49-F238E27FC236}">
                    <a16:creationId xmlns:a16="http://schemas.microsoft.com/office/drawing/2014/main" id="{05EF826D-5E64-44AD-BE6E-C21266FC955B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74" name="Straight Connector 54173">
                  <a:extLst>
                    <a:ext uri="{FF2B5EF4-FFF2-40B4-BE49-F238E27FC236}">
                      <a16:creationId xmlns:a16="http://schemas.microsoft.com/office/drawing/2014/main" id="{A297DEE7-6138-F1A2-EC45-55B6FF7F9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75" name="Straight Connector 54174">
                  <a:extLst>
                    <a:ext uri="{FF2B5EF4-FFF2-40B4-BE49-F238E27FC236}">
                      <a16:creationId xmlns:a16="http://schemas.microsoft.com/office/drawing/2014/main" id="{E0D27F46-8A58-12ED-388D-2C96F5E33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68" name="Group 54167">
                <a:extLst>
                  <a:ext uri="{FF2B5EF4-FFF2-40B4-BE49-F238E27FC236}">
                    <a16:creationId xmlns:a16="http://schemas.microsoft.com/office/drawing/2014/main" id="{91165B16-5A43-2400-A615-049B4F122CB8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72" name="Straight Connector 54171">
                  <a:extLst>
                    <a:ext uri="{FF2B5EF4-FFF2-40B4-BE49-F238E27FC236}">
                      <a16:creationId xmlns:a16="http://schemas.microsoft.com/office/drawing/2014/main" id="{BA21CB77-5B7A-2CED-BA4A-0AEAE41CC7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73" name="Straight Connector 54172">
                  <a:extLst>
                    <a:ext uri="{FF2B5EF4-FFF2-40B4-BE49-F238E27FC236}">
                      <a16:creationId xmlns:a16="http://schemas.microsoft.com/office/drawing/2014/main" id="{20FE2C55-97BF-BFC1-C154-302E87C532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69" name="Group 54168">
                <a:extLst>
                  <a:ext uri="{FF2B5EF4-FFF2-40B4-BE49-F238E27FC236}">
                    <a16:creationId xmlns:a16="http://schemas.microsoft.com/office/drawing/2014/main" id="{D2FD04D9-CBD8-37C3-2330-8A62B55094D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70" name="Straight Connector 54169">
                  <a:extLst>
                    <a:ext uri="{FF2B5EF4-FFF2-40B4-BE49-F238E27FC236}">
                      <a16:creationId xmlns:a16="http://schemas.microsoft.com/office/drawing/2014/main" id="{14F38191-C251-5DF7-A9F3-3D2FF25525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71" name="Straight Connector 54170">
                  <a:extLst>
                    <a:ext uri="{FF2B5EF4-FFF2-40B4-BE49-F238E27FC236}">
                      <a16:creationId xmlns:a16="http://schemas.microsoft.com/office/drawing/2014/main" id="{5FFEC056-17AA-D00A-EBDE-446252B839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66" name="Straight Connector 54165">
              <a:extLst>
                <a:ext uri="{FF2B5EF4-FFF2-40B4-BE49-F238E27FC236}">
                  <a16:creationId xmlns:a16="http://schemas.microsoft.com/office/drawing/2014/main" id="{302D2D0F-7254-57BC-24AE-8DF80A94F68E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76" name="Group 54175">
            <a:extLst>
              <a:ext uri="{FF2B5EF4-FFF2-40B4-BE49-F238E27FC236}">
                <a16:creationId xmlns:a16="http://schemas.microsoft.com/office/drawing/2014/main" id="{1B13EDF9-823D-D313-C13D-E3739AF9B02C}"/>
              </a:ext>
            </a:extLst>
          </p:cNvPr>
          <p:cNvGrpSpPr/>
          <p:nvPr/>
        </p:nvGrpSpPr>
        <p:grpSpPr>
          <a:xfrm>
            <a:off x="6654873" y="2425360"/>
            <a:ext cx="249764" cy="261637"/>
            <a:chOff x="1072662" y="2437214"/>
            <a:chExt cx="1430838" cy="1983567"/>
          </a:xfrm>
        </p:grpSpPr>
        <p:grpSp>
          <p:nvGrpSpPr>
            <p:cNvPr id="54177" name="Group 54176">
              <a:extLst>
                <a:ext uri="{FF2B5EF4-FFF2-40B4-BE49-F238E27FC236}">
                  <a16:creationId xmlns:a16="http://schemas.microsoft.com/office/drawing/2014/main" id="{3A9E22D2-E52D-1C0A-CE95-AC7C39270238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79" name="Group 54178">
                <a:extLst>
                  <a:ext uri="{FF2B5EF4-FFF2-40B4-BE49-F238E27FC236}">
                    <a16:creationId xmlns:a16="http://schemas.microsoft.com/office/drawing/2014/main" id="{07AEAEC6-B935-9304-C33C-81ED2BB9EDB5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86" name="Straight Connector 54185">
                  <a:extLst>
                    <a:ext uri="{FF2B5EF4-FFF2-40B4-BE49-F238E27FC236}">
                      <a16:creationId xmlns:a16="http://schemas.microsoft.com/office/drawing/2014/main" id="{AA8CFA0F-BDB5-1881-FD72-EEB9F85FF6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87" name="Straight Connector 54186">
                  <a:extLst>
                    <a:ext uri="{FF2B5EF4-FFF2-40B4-BE49-F238E27FC236}">
                      <a16:creationId xmlns:a16="http://schemas.microsoft.com/office/drawing/2014/main" id="{87D3B5E0-FFC4-F1B2-18AE-FC9CB3E20A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80" name="Group 54179">
                <a:extLst>
                  <a:ext uri="{FF2B5EF4-FFF2-40B4-BE49-F238E27FC236}">
                    <a16:creationId xmlns:a16="http://schemas.microsoft.com/office/drawing/2014/main" id="{B5234D3E-2295-F77A-BBF4-D34CED173BA2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84" name="Straight Connector 54183">
                  <a:extLst>
                    <a:ext uri="{FF2B5EF4-FFF2-40B4-BE49-F238E27FC236}">
                      <a16:creationId xmlns:a16="http://schemas.microsoft.com/office/drawing/2014/main" id="{932D3EDE-82F8-17C3-DE7F-9DBDA746A8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85" name="Straight Connector 54184">
                  <a:extLst>
                    <a:ext uri="{FF2B5EF4-FFF2-40B4-BE49-F238E27FC236}">
                      <a16:creationId xmlns:a16="http://schemas.microsoft.com/office/drawing/2014/main" id="{42F67195-ED30-CF96-1F81-AFF9DB8E49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81" name="Group 54180">
                <a:extLst>
                  <a:ext uri="{FF2B5EF4-FFF2-40B4-BE49-F238E27FC236}">
                    <a16:creationId xmlns:a16="http://schemas.microsoft.com/office/drawing/2014/main" id="{427223AA-F3C4-517A-6239-2AFB0A779404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82" name="Straight Connector 54181">
                  <a:extLst>
                    <a:ext uri="{FF2B5EF4-FFF2-40B4-BE49-F238E27FC236}">
                      <a16:creationId xmlns:a16="http://schemas.microsoft.com/office/drawing/2014/main" id="{6DFC21D1-BC7A-7788-33D6-0102FB85D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83" name="Straight Connector 54182">
                  <a:extLst>
                    <a:ext uri="{FF2B5EF4-FFF2-40B4-BE49-F238E27FC236}">
                      <a16:creationId xmlns:a16="http://schemas.microsoft.com/office/drawing/2014/main" id="{059D1828-AFBE-43B9-93AC-F2C9C2F1B6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78" name="Straight Connector 54177">
              <a:extLst>
                <a:ext uri="{FF2B5EF4-FFF2-40B4-BE49-F238E27FC236}">
                  <a16:creationId xmlns:a16="http://schemas.microsoft.com/office/drawing/2014/main" id="{22E59E27-ED09-08B2-5584-5C30A6AEBAF5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88" name="Group 54187">
            <a:extLst>
              <a:ext uri="{FF2B5EF4-FFF2-40B4-BE49-F238E27FC236}">
                <a16:creationId xmlns:a16="http://schemas.microsoft.com/office/drawing/2014/main" id="{7913C888-E2E7-90C3-8A81-1168015C2841}"/>
              </a:ext>
            </a:extLst>
          </p:cNvPr>
          <p:cNvGrpSpPr/>
          <p:nvPr/>
        </p:nvGrpSpPr>
        <p:grpSpPr>
          <a:xfrm>
            <a:off x="6655649" y="2746635"/>
            <a:ext cx="249764" cy="261637"/>
            <a:chOff x="1072662" y="2437214"/>
            <a:chExt cx="1430838" cy="1983567"/>
          </a:xfrm>
        </p:grpSpPr>
        <p:grpSp>
          <p:nvGrpSpPr>
            <p:cNvPr id="54189" name="Group 54188">
              <a:extLst>
                <a:ext uri="{FF2B5EF4-FFF2-40B4-BE49-F238E27FC236}">
                  <a16:creationId xmlns:a16="http://schemas.microsoft.com/office/drawing/2014/main" id="{37BB0EE4-8950-CC88-8568-FFEA77BBEE34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191" name="Group 54190">
                <a:extLst>
                  <a:ext uri="{FF2B5EF4-FFF2-40B4-BE49-F238E27FC236}">
                    <a16:creationId xmlns:a16="http://schemas.microsoft.com/office/drawing/2014/main" id="{27EC5F80-20CD-0472-E298-5226C7CAEAD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198" name="Straight Connector 54197">
                  <a:extLst>
                    <a:ext uri="{FF2B5EF4-FFF2-40B4-BE49-F238E27FC236}">
                      <a16:creationId xmlns:a16="http://schemas.microsoft.com/office/drawing/2014/main" id="{393CA10D-1C37-04DA-16D2-DE38C8589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99" name="Straight Connector 54198">
                  <a:extLst>
                    <a:ext uri="{FF2B5EF4-FFF2-40B4-BE49-F238E27FC236}">
                      <a16:creationId xmlns:a16="http://schemas.microsoft.com/office/drawing/2014/main" id="{3B80984B-0B64-1B6A-7F1E-D296571CA3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92" name="Group 54191">
                <a:extLst>
                  <a:ext uri="{FF2B5EF4-FFF2-40B4-BE49-F238E27FC236}">
                    <a16:creationId xmlns:a16="http://schemas.microsoft.com/office/drawing/2014/main" id="{4AF383CC-1B4A-5E04-38B8-D758F3A485FB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196" name="Straight Connector 54195">
                  <a:extLst>
                    <a:ext uri="{FF2B5EF4-FFF2-40B4-BE49-F238E27FC236}">
                      <a16:creationId xmlns:a16="http://schemas.microsoft.com/office/drawing/2014/main" id="{E1C57AB0-0EEC-2503-CC9E-357A3AD40E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97" name="Straight Connector 54196">
                  <a:extLst>
                    <a:ext uri="{FF2B5EF4-FFF2-40B4-BE49-F238E27FC236}">
                      <a16:creationId xmlns:a16="http://schemas.microsoft.com/office/drawing/2014/main" id="{D18B7FA8-970D-4504-1D01-F0D9BD0F4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93" name="Group 54192">
                <a:extLst>
                  <a:ext uri="{FF2B5EF4-FFF2-40B4-BE49-F238E27FC236}">
                    <a16:creationId xmlns:a16="http://schemas.microsoft.com/office/drawing/2014/main" id="{4F92DB9C-40F9-1721-FD32-76DF68C9A511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194" name="Straight Connector 54193">
                  <a:extLst>
                    <a:ext uri="{FF2B5EF4-FFF2-40B4-BE49-F238E27FC236}">
                      <a16:creationId xmlns:a16="http://schemas.microsoft.com/office/drawing/2014/main" id="{3B50570B-0823-FCA6-B215-F5CA015C26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95" name="Straight Connector 54194">
                  <a:extLst>
                    <a:ext uri="{FF2B5EF4-FFF2-40B4-BE49-F238E27FC236}">
                      <a16:creationId xmlns:a16="http://schemas.microsoft.com/office/drawing/2014/main" id="{8E61EE2F-8879-BC67-5DA6-5B8C1ED7A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190" name="Straight Connector 54189">
              <a:extLst>
                <a:ext uri="{FF2B5EF4-FFF2-40B4-BE49-F238E27FC236}">
                  <a16:creationId xmlns:a16="http://schemas.microsoft.com/office/drawing/2014/main" id="{42513519-0CD6-143B-4AB7-2F714BE53279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66" name="Group 54265">
            <a:extLst>
              <a:ext uri="{FF2B5EF4-FFF2-40B4-BE49-F238E27FC236}">
                <a16:creationId xmlns:a16="http://schemas.microsoft.com/office/drawing/2014/main" id="{A224A3E9-6A6F-0721-BB8B-AC4516A7934A}"/>
              </a:ext>
            </a:extLst>
          </p:cNvPr>
          <p:cNvGrpSpPr/>
          <p:nvPr/>
        </p:nvGrpSpPr>
        <p:grpSpPr>
          <a:xfrm>
            <a:off x="5822684" y="606679"/>
            <a:ext cx="811397" cy="1031335"/>
            <a:chOff x="1072664" y="2605686"/>
            <a:chExt cx="1528032" cy="1802892"/>
          </a:xfrm>
        </p:grpSpPr>
        <p:grpSp>
          <p:nvGrpSpPr>
            <p:cNvPr id="54267" name="Group 54266">
              <a:extLst>
                <a:ext uri="{FF2B5EF4-FFF2-40B4-BE49-F238E27FC236}">
                  <a16:creationId xmlns:a16="http://schemas.microsoft.com/office/drawing/2014/main" id="{830DBD89-B035-912A-919C-651A823E4029}"/>
                </a:ext>
              </a:extLst>
            </p:cNvPr>
            <p:cNvGrpSpPr/>
            <p:nvPr/>
          </p:nvGrpSpPr>
          <p:grpSpPr>
            <a:xfrm>
              <a:off x="1072664" y="2605686"/>
              <a:ext cx="1528032" cy="1802892"/>
              <a:chOff x="6899787" y="2291301"/>
              <a:chExt cx="3581455" cy="3914254"/>
            </a:xfrm>
          </p:grpSpPr>
          <p:grpSp>
            <p:nvGrpSpPr>
              <p:cNvPr id="54269" name="Group 54268">
                <a:extLst>
                  <a:ext uri="{FF2B5EF4-FFF2-40B4-BE49-F238E27FC236}">
                    <a16:creationId xmlns:a16="http://schemas.microsoft.com/office/drawing/2014/main" id="{82C640CC-2467-E66C-1CFD-770E8AE0C533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585786"/>
                <a:chOff x="1696064" y="3569111"/>
                <a:chExt cx="1644852" cy="2585786"/>
              </a:xfrm>
            </p:grpSpPr>
            <p:cxnSp>
              <p:nvCxnSpPr>
                <p:cNvPr id="54280" name="Straight Connector 54279">
                  <a:extLst>
                    <a:ext uri="{FF2B5EF4-FFF2-40B4-BE49-F238E27FC236}">
                      <a16:creationId xmlns:a16="http://schemas.microsoft.com/office/drawing/2014/main" id="{864BD7BF-395C-BD98-44EF-4E4CA6CBC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81" name="Straight Connector 54280">
                  <a:extLst>
                    <a:ext uri="{FF2B5EF4-FFF2-40B4-BE49-F238E27FC236}">
                      <a16:creationId xmlns:a16="http://schemas.microsoft.com/office/drawing/2014/main" id="{06241E4E-7379-05D2-4512-019A879EE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282" name="TextBox 54281">
                  <a:extLst>
                    <a:ext uri="{FF2B5EF4-FFF2-40B4-BE49-F238E27FC236}">
                      <a16:creationId xmlns:a16="http://schemas.microsoft.com/office/drawing/2014/main" id="{2F9D1C0C-0CED-5BB0-C00C-AD506EE33D31}"/>
                    </a:ext>
                  </a:extLst>
                </p:cNvPr>
                <p:cNvSpPr txBox="1"/>
                <p:nvPr/>
              </p:nvSpPr>
              <p:spPr>
                <a:xfrm>
                  <a:off x="1810363" y="3660881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283" name="TextBox 54282">
                  <a:extLst>
                    <a:ext uri="{FF2B5EF4-FFF2-40B4-BE49-F238E27FC236}">
                      <a16:creationId xmlns:a16="http://schemas.microsoft.com/office/drawing/2014/main" id="{DD659300-E72E-A688-D034-3700FC8DAFEF}"/>
                    </a:ext>
                  </a:extLst>
                </p:cNvPr>
                <p:cNvSpPr txBox="1"/>
                <p:nvPr/>
              </p:nvSpPr>
              <p:spPr>
                <a:xfrm>
                  <a:off x="1882263" y="5353042"/>
                  <a:ext cx="914400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  <p:grpSp>
            <p:nvGrpSpPr>
              <p:cNvPr id="54270" name="Group 54269">
                <a:extLst>
                  <a:ext uri="{FF2B5EF4-FFF2-40B4-BE49-F238E27FC236}">
                    <a16:creationId xmlns:a16="http://schemas.microsoft.com/office/drawing/2014/main" id="{D739F29C-8FE3-9442-4829-B071F58C39F4}"/>
                  </a:ext>
                </a:extLst>
              </p:cNvPr>
              <p:cNvGrpSpPr/>
              <p:nvPr/>
            </p:nvGrpSpPr>
            <p:grpSpPr>
              <a:xfrm>
                <a:off x="8508288" y="2291301"/>
                <a:ext cx="1972954" cy="1593588"/>
                <a:chOff x="1696064" y="3934880"/>
                <a:chExt cx="1972954" cy="1593588"/>
              </a:xfrm>
            </p:grpSpPr>
            <p:cxnSp>
              <p:nvCxnSpPr>
                <p:cNvPr id="54276" name="Straight Connector 54275">
                  <a:extLst>
                    <a:ext uri="{FF2B5EF4-FFF2-40B4-BE49-F238E27FC236}">
                      <a16:creationId xmlns:a16="http://schemas.microsoft.com/office/drawing/2014/main" id="{0FC6B1D6-C1D6-4D68-07C0-3151ADFA8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118717"/>
                  <a:ext cx="1972954" cy="527027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77" name="Straight Connector 54276">
                  <a:extLst>
                    <a:ext uri="{FF2B5EF4-FFF2-40B4-BE49-F238E27FC236}">
                      <a16:creationId xmlns:a16="http://schemas.microsoft.com/office/drawing/2014/main" id="{3314A6B9-7411-8C97-C20C-A4338DCEAD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774071" cy="7223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278" name="TextBox 54277">
                  <a:extLst>
                    <a:ext uri="{FF2B5EF4-FFF2-40B4-BE49-F238E27FC236}">
                      <a16:creationId xmlns:a16="http://schemas.microsoft.com/office/drawing/2014/main" id="{C75DAD32-7A27-7BA3-4071-6DFE6631F0A7}"/>
                    </a:ext>
                  </a:extLst>
                </p:cNvPr>
                <p:cNvSpPr txBox="1"/>
                <p:nvPr/>
              </p:nvSpPr>
              <p:spPr>
                <a:xfrm>
                  <a:off x="2046334" y="3934880"/>
                  <a:ext cx="1102442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279" name="TextBox 54278">
                  <a:extLst>
                    <a:ext uri="{FF2B5EF4-FFF2-40B4-BE49-F238E27FC236}">
                      <a16:creationId xmlns:a16="http://schemas.microsoft.com/office/drawing/2014/main" id="{E73819E2-9341-C3C2-7ABC-26FCCD9D4794}"/>
                    </a:ext>
                  </a:extLst>
                </p:cNvPr>
                <p:cNvSpPr txBox="1"/>
                <p:nvPr/>
              </p:nvSpPr>
              <p:spPr>
                <a:xfrm>
                  <a:off x="2073910" y="4726612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endParaRPr lang="en-US" b="0" dirty="0"/>
                </a:p>
              </p:txBody>
            </p:sp>
          </p:grpSp>
          <p:grpSp>
            <p:nvGrpSpPr>
              <p:cNvPr id="54271" name="Group 54270">
                <a:extLst>
                  <a:ext uri="{FF2B5EF4-FFF2-40B4-BE49-F238E27FC236}">
                    <a16:creationId xmlns:a16="http://schemas.microsoft.com/office/drawing/2014/main" id="{1042A60A-F3BC-BE40-320E-E5086AAE8F9A}"/>
                  </a:ext>
                </a:extLst>
              </p:cNvPr>
              <p:cNvGrpSpPr/>
              <p:nvPr/>
            </p:nvGrpSpPr>
            <p:grpSpPr>
              <a:xfrm>
                <a:off x="8544639" y="4603089"/>
                <a:ext cx="1828168" cy="1602466"/>
                <a:chOff x="1696064" y="4093405"/>
                <a:chExt cx="1828168" cy="1602466"/>
              </a:xfrm>
            </p:grpSpPr>
            <p:cxnSp>
              <p:nvCxnSpPr>
                <p:cNvPr id="54272" name="Straight Connector 54271">
                  <a:extLst>
                    <a:ext uri="{FF2B5EF4-FFF2-40B4-BE49-F238E27FC236}">
                      <a16:creationId xmlns:a16="http://schemas.microsoft.com/office/drawing/2014/main" id="{ED597026-95EE-DDAC-31D2-79CB8D203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73" name="Straight Connector 54272">
                  <a:extLst>
                    <a:ext uri="{FF2B5EF4-FFF2-40B4-BE49-F238E27FC236}">
                      <a16:creationId xmlns:a16="http://schemas.microsoft.com/office/drawing/2014/main" id="{79C8598E-7160-4F51-B16F-4CAB770563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828168" cy="88792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274" name="TextBox 54273">
                  <a:extLst>
                    <a:ext uri="{FF2B5EF4-FFF2-40B4-BE49-F238E27FC236}">
                      <a16:creationId xmlns:a16="http://schemas.microsoft.com/office/drawing/2014/main" id="{D5A53907-8E2A-3AD7-9934-BB76237665E6}"/>
                    </a:ext>
                  </a:extLst>
                </p:cNvPr>
                <p:cNvSpPr txBox="1"/>
                <p:nvPr/>
              </p:nvSpPr>
              <p:spPr>
                <a:xfrm>
                  <a:off x="2146655" y="4093405"/>
                  <a:ext cx="1102442" cy="801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endParaRPr lang="en-SG" dirty="0"/>
                </a:p>
              </p:txBody>
            </p:sp>
            <p:sp>
              <p:nvSpPr>
                <p:cNvPr id="54275" name="TextBox 54274">
                  <a:extLst>
                    <a:ext uri="{FF2B5EF4-FFF2-40B4-BE49-F238E27FC236}">
                      <a16:creationId xmlns:a16="http://schemas.microsoft.com/office/drawing/2014/main" id="{B9411B87-764F-D16A-B976-E03A3ADD6BC8}"/>
                    </a:ext>
                  </a:extLst>
                </p:cNvPr>
                <p:cNvSpPr txBox="1"/>
                <p:nvPr/>
              </p:nvSpPr>
              <p:spPr>
                <a:xfrm>
                  <a:off x="2085272" y="4894015"/>
                  <a:ext cx="914400" cy="8018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</a:t>
                  </a:r>
                </a:p>
              </p:txBody>
            </p:sp>
          </p:grpSp>
        </p:grpSp>
        <p:cxnSp>
          <p:nvCxnSpPr>
            <p:cNvPr id="54268" name="Straight Connector 54267">
              <a:extLst>
                <a:ext uri="{FF2B5EF4-FFF2-40B4-BE49-F238E27FC236}">
                  <a16:creationId xmlns:a16="http://schemas.microsoft.com/office/drawing/2014/main" id="{74543933-237D-C454-DFA0-19794663E287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84" name="Group 54283">
            <a:extLst>
              <a:ext uri="{FF2B5EF4-FFF2-40B4-BE49-F238E27FC236}">
                <a16:creationId xmlns:a16="http://schemas.microsoft.com/office/drawing/2014/main" id="{DCE0C3EB-503B-AB7C-E96E-0C957A5FD2AD}"/>
              </a:ext>
            </a:extLst>
          </p:cNvPr>
          <p:cNvGrpSpPr/>
          <p:nvPr/>
        </p:nvGrpSpPr>
        <p:grpSpPr>
          <a:xfrm>
            <a:off x="6694610" y="523389"/>
            <a:ext cx="249764" cy="261637"/>
            <a:chOff x="1072662" y="2437214"/>
            <a:chExt cx="1430838" cy="1983567"/>
          </a:xfrm>
        </p:grpSpPr>
        <p:grpSp>
          <p:nvGrpSpPr>
            <p:cNvPr id="54285" name="Group 54284">
              <a:extLst>
                <a:ext uri="{FF2B5EF4-FFF2-40B4-BE49-F238E27FC236}">
                  <a16:creationId xmlns:a16="http://schemas.microsoft.com/office/drawing/2014/main" id="{E0345A8C-570D-B7C8-1323-24ADE13140C0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287" name="Group 54286">
                <a:extLst>
                  <a:ext uri="{FF2B5EF4-FFF2-40B4-BE49-F238E27FC236}">
                    <a16:creationId xmlns:a16="http://schemas.microsoft.com/office/drawing/2014/main" id="{48B07426-5FA2-7887-2D18-9705A7775D0C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294" name="Straight Connector 54293">
                  <a:extLst>
                    <a:ext uri="{FF2B5EF4-FFF2-40B4-BE49-F238E27FC236}">
                      <a16:creationId xmlns:a16="http://schemas.microsoft.com/office/drawing/2014/main" id="{923E84B3-034B-932C-AA41-6CC236B02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95" name="Straight Connector 54294">
                  <a:extLst>
                    <a:ext uri="{FF2B5EF4-FFF2-40B4-BE49-F238E27FC236}">
                      <a16:creationId xmlns:a16="http://schemas.microsoft.com/office/drawing/2014/main" id="{AC19C2E7-CB5A-9AC5-C015-2F1DC311DC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288" name="Group 54287">
                <a:extLst>
                  <a:ext uri="{FF2B5EF4-FFF2-40B4-BE49-F238E27FC236}">
                    <a16:creationId xmlns:a16="http://schemas.microsoft.com/office/drawing/2014/main" id="{3E5E7204-1DFF-D29A-F25C-2E8784A2FEE2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292" name="Straight Connector 54291">
                  <a:extLst>
                    <a:ext uri="{FF2B5EF4-FFF2-40B4-BE49-F238E27FC236}">
                      <a16:creationId xmlns:a16="http://schemas.microsoft.com/office/drawing/2014/main" id="{40D09C6F-7950-43B5-75F4-A63949AA87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93" name="Straight Connector 54292">
                  <a:extLst>
                    <a:ext uri="{FF2B5EF4-FFF2-40B4-BE49-F238E27FC236}">
                      <a16:creationId xmlns:a16="http://schemas.microsoft.com/office/drawing/2014/main" id="{1FC4A5F8-59A2-C265-EDB3-1D4B5DC5CB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289" name="Group 54288">
                <a:extLst>
                  <a:ext uri="{FF2B5EF4-FFF2-40B4-BE49-F238E27FC236}">
                    <a16:creationId xmlns:a16="http://schemas.microsoft.com/office/drawing/2014/main" id="{6DF2F0D5-3E03-4926-A773-282C9A7306CD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290" name="Straight Connector 54289">
                  <a:extLst>
                    <a:ext uri="{FF2B5EF4-FFF2-40B4-BE49-F238E27FC236}">
                      <a16:creationId xmlns:a16="http://schemas.microsoft.com/office/drawing/2014/main" id="{0F5BBF5F-E1EA-4D34-AF17-17338E148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91" name="Straight Connector 54290">
                  <a:extLst>
                    <a:ext uri="{FF2B5EF4-FFF2-40B4-BE49-F238E27FC236}">
                      <a16:creationId xmlns:a16="http://schemas.microsoft.com/office/drawing/2014/main" id="{15160F7F-B593-80FC-AB0B-607136C2DE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286" name="Straight Connector 54285">
              <a:extLst>
                <a:ext uri="{FF2B5EF4-FFF2-40B4-BE49-F238E27FC236}">
                  <a16:creationId xmlns:a16="http://schemas.microsoft.com/office/drawing/2014/main" id="{9EB74ECB-4E6F-906E-F96F-0214DA0BF0BF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96" name="Group 54295">
            <a:extLst>
              <a:ext uri="{FF2B5EF4-FFF2-40B4-BE49-F238E27FC236}">
                <a16:creationId xmlns:a16="http://schemas.microsoft.com/office/drawing/2014/main" id="{BC22FC2B-E08D-D0FD-B9EE-B11A91761B4E}"/>
              </a:ext>
            </a:extLst>
          </p:cNvPr>
          <p:cNvGrpSpPr/>
          <p:nvPr/>
        </p:nvGrpSpPr>
        <p:grpSpPr>
          <a:xfrm>
            <a:off x="6675886" y="858623"/>
            <a:ext cx="249764" cy="261637"/>
            <a:chOff x="1072662" y="2437214"/>
            <a:chExt cx="1430838" cy="1983567"/>
          </a:xfrm>
        </p:grpSpPr>
        <p:grpSp>
          <p:nvGrpSpPr>
            <p:cNvPr id="54297" name="Group 54296">
              <a:extLst>
                <a:ext uri="{FF2B5EF4-FFF2-40B4-BE49-F238E27FC236}">
                  <a16:creationId xmlns:a16="http://schemas.microsoft.com/office/drawing/2014/main" id="{7DD11889-EBEC-3F2E-ED47-E8BAAD99D5CD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299" name="Group 54298">
                <a:extLst>
                  <a:ext uri="{FF2B5EF4-FFF2-40B4-BE49-F238E27FC236}">
                    <a16:creationId xmlns:a16="http://schemas.microsoft.com/office/drawing/2014/main" id="{811BB072-89F9-058A-65D2-F984F55D6C1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306" name="Straight Connector 54305">
                  <a:extLst>
                    <a:ext uri="{FF2B5EF4-FFF2-40B4-BE49-F238E27FC236}">
                      <a16:creationId xmlns:a16="http://schemas.microsoft.com/office/drawing/2014/main" id="{B62B878B-0815-81BD-A755-24FF74FD35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07" name="Straight Connector 54306">
                  <a:extLst>
                    <a:ext uri="{FF2B5EF4-FFF2-40B4-BE49-F238E27FC236}">
                      <a16:creationId xmlns:a16="http://schemas.microsoft.com/office/drawing/2014/main" id="{7762889A-2290-BC1C-7E7C-9326250286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00" name="Group 54299">
                <a:extLst>
                  <a:ext uri="{FF2B5EF4-FFF2-40B4-BE49-F238E27FC236}">
                    <a16:creationId xmlns:a16="http://schemas.microsoft.com/office/drawing/2014/main" id="{7BAB0938-0A3C-BEB8-AC0C-760659442EA0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304" name="Straight Connector 54303">
                  <a:extLst>
                    <a:ext uri="{FF2B5EF4-FFF2-40B4-BE49-F238E27FC236}">
                      <a16:creationId xmlns:a16="http://schemas.microsoft.com/office/drawing/2014/main" id="{1439EB0A-FC0D-7FC6-9D1E-9EB3AD295D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05" name="Straight Connector 54304">
                  <a:extLst>
                    <a:ext uri="{FF2B5EF4-FFF2-40B4-BE49-F238E27FC236}">
                      <a16:creationId xmlns:a16="http://schemas.microsoft.com/office/drawing/2014/main" id="{1F7880F8-A052-47D7-1685-5023D13D01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01" name="Group 54300">
                <a:extLst>
                  <a:ext uri="{FF2B5EF4-FFF2-40B4-BE49-F238E27FC236}">
                    <a16:creationId xmlns:a16="http://schemas.microsoft.com/office/drawing/2014/main" id="{2B353F26-3422-95F0-E79C-6264419FD8D0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302" name="Straight Connector 54301">
                  <a:extLst>
                    <a:ext uri="{FF2B5EF4-FFF2-40B4-BE49-F238E27FC236}">
                      <a16:creationId xmlns:a16="http://schemas.microsoft.com/office/drawing/2014/main" id="{91C0C9D3-041E-2815-7910-E1421EE3C2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03" name="Straight Connector 54302">
                  <a:extLst>
                    <a:ext uri="{FF2B5EF4-FFF2-40B4-BE49-F238E27FC236}">
                      <a16:creationId xmlns:a16="http://schemas.microsoft.com/office/drawing/2014/main" id="{7DBA7AB7-8C5A-77D9-E525-309002934E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298" name="Straight Connector 54297">
              <a:extLst>
                <a:ext uri="{FF2B5EF4-FFF2-40B4-BE49-F238E27FC236}">
                  <a16:creationId xmlns:a16="http://schemas.microsoft.com/office/drawing/2014/main" id="{87E95048-DB9B-F8D6-D53C-DCF1139E4016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308" name="Group 54307">
            <a:extLst>
              <a:ext uri="{FF2B5EF4-FFF2-40B4-BE49-F238E27FC236}">
                <a16:creationId xmlns:a16="http://schemas.microsoft.com/office/drawing/2014/main" id="{3E69DABF-BC5C-0F25-B34D-38736BB47E8F}"/>
              </a:ext>
            </a:extLst>
          </p:cNvPr>
          <p:cNvGrpSpPr/>
          <p:nvPr/>
        </p:nvGrpSpPr>
        <p:grpSpPr>
          <a:xfrm>
            <a:off x="6678416" y="1130456"/>
            <a:ext cx="249764" cy="261637"/>
            <a:chOff x="1072662" y="2437214"/>
            <a:chExt cx="1430838" cy="1983567"/>
          </a:xfrm>
        </p:grpSpPr>
        <p:grpSp>
          <p:nvGrpSpPr>
            <p:cNvPr id="54309" name="Group 54308">
              <a:extLst>
                <a:ext uri="{FF2B5EF4-FFF2-40B4-BE49-F238E27FC236}">
                  <a16:creationId xmlns:a16="http://schemas.microsoft.com/office/drawing/2014/main" id="{8C7FF2ED-1D3B-0D7B-E109-A9E88D5168E9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311" name="Group 54310">
                <a:extLst>
                  <a:ext uri="{FF2B5EF4-FFF2-40B4-BE49-F238E27FC236}">
                    <a16:creationId xmlns:a16="http://schemas.microsoft.com/office/drawing/2014/main" id="{6FEE8AD6-B8B7-A764-D999-DEE678E22A82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318" name="Straight Connector 54317">
                  <a:extLst>
                    <a:ext uri="{FF2B5EF4-FFF2-40B4-BE49-F238E27FC236}">
                      <a16:creationId xmlns:a16="http://schemas.microsoft.com/office/drawing/2014/main" id="{07AEC15D-77ED-EAE1-59AA-040D51382D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19" name="Straight Connector 54318">
                  <a:extLst>
                    <a:ext uri="{FF2B5EF4-FFF2-40B4-BE49-F238E27FC236}">
                      <a16:creationId xmlns:a16="http://schemas.microsoft.com/office/drawing/2014/main" id="{4D8BB7AD-8DE6-7785-561C-DEB8BA701E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12" name="Group 54311">
                <a:extLst>
                  <a:ext uri="{FF2B5EF4-FFF2-40B4-BE49-F238E27FC236}">
                    <a16:creationId xmlns:a16="http://schemas.microsoft.com/office/drawing/2014/main" id="{ED160B3B-2740-E208-3512-128555FF2F0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316" name="Straight Connector 54315">
                  <a:extLst>
                    <a:ext uri="{FF2B5EF4-FFF2-40B4-BE49-F238E27FC236}">
                      <a16:creationId xmlns:a16="http://schemas.microsoft.com/office/drawing/2014/main" id="{AFDA381C-37D5-74DB-0D5E-BB647E177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17" name="Straight Connector 54316">
                  <a:extLst>
                    <a:ext uri="{FF2B5EF4-FFF2-40B4-BE49-F238E27FC236}">
                      <a16:creationId xmlns:a16="http://schemas.microsoft.com/office/drawing/2014/main" id="{D251476D-A6A1-FE2A-C6A2-50B5CE8A8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13" name="Group 54312">
                <a:extLst>
                  <a:ext uri="{FF2B5EF4-FFF2-40B4-BE49-F238E27FC236}">
                    <a16:creationId xmlns:a16="http://schemas.microsoft.com/office/drawing/2014/main" id="{8545B8C1-89E5-CB6F-880C-C292B90246C6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314" name="Straight Connector 54313">
                  <a:extLst>
                    <a:ext uri="{FF2B5EF4-FFF2-40B4-BE49-F238E27FC236}">
                      <a16:creationId xmlns:a16="http://schemas.microsoft.com/office/drawing/2014/main" id="{088A560F-73B1-D3E6-F6B1-A44F5C2CB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15" name="Straight Connector 54314">
                  <a:extLst>
                    <a:ext uri="{FF2B5EF4-FFF2-40B4-BE49-F238E27FC236}">
                      <a16:creationId xmlns:a16="http://schemas.microsoft.com/office/drawing/2014/main" id="{093677D5-3D57-102E-3B48-7D4D78D11D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310" name="Straight Connector 54309">
              <a:extLst>
                <a:ext uri="{FF2B5EF4-FFF2-40B4-BE49-F238E27FC236}">
                  <a16:creationId xmlns:a16="http://schemas.microsoft.com/office/drawing/2014/main" id="{E0F4831B-984D-B5B2-E467-BE972E412DB8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320" name="Group 54319">
            <a:extLst>
              <a:ext uri="{FF2B5EF4-FFF2-40B4-BE49-F238E27FC236}">
                <a16:creationId xmlns:a16="http://schemas.microsoft.com/office/drawing/2014/main" id="{1040391F-A872-DCBE-6CDB-3319F846A45E}"/>
              </a:ext>
            </a:extLst>
          </p:cNvPr>
          <p:cNvGrpSpPr/>
          <p:nvPr/>
        </p:nvGrpSpPr>
        <p:grpSpPr>
          <a:xfrm>
            <a:off x="6679192" y="1451731"/>
            <a:ext cx="249764" cy="261637"/>
            <a:chOff x="1072662" y="2437214"/>
            <a:chExt cx="1430838" cy="1983567"/>
          </a:xfrm>
        </p:grpSpPr>
        <p:grpSp>
          <p:nvGrpSpPr>
            <p:cNvPr id="54321" name="Group 54320">
              <a:extLst>
                <a:ext uri="{FF2B5EF4-FFF2-40B4-BE49-F238E27FC236}">
                  <a16:creationId xmlns:a16="http://schemas.microsoft.com/office/drawing/2014/main" id="{43165580-7DDE-665F-1245-22EBE46DDCA3}"/>
                </a:ext>
              </a:extLst>
            </p:cNvPr>
            <p:cNvGrpSpPr/>
            <p:nvPr/>
          </p:nvGrpSpPr>
          <p:grpSpPr>
            <a:xfrm>
              <a:off x="1072662" y="2437214"/>
              <a:ext cx="1430838" cy="1983567"/>
              <a:chOff x="6899787" y="1925532"/>
              <a:chExt cx="3353650" cy="4306517"/>
            </a:xfrm>
          </p:grpSpPr>
          <p:grpSp>
            <p:nvGrpSpPr>
              <p:cNvPr id="54323" name="Group 54322">
                <a:extLst>
                  <a:ext uri="{FF2B5EF4-FFF2-40B4-BE49-F238E27FC236}">
                    <a16:creationId xmlns:a16="http://schemas.microsoft.com/office/drawing/2014/main" id="{31783049-1C6F-6006-8BB3-272D1A38A5A1}"/>
                  </a:ext>
                </a:extLst>
              </p:cNvPr>
              <p:cNvGrpSpPr/>
              <p:nvPr/>
            </p:nvGrpSpPr>
            <p:grpSpPr>
              <a:xfrm>
                <a:off x="6899787" y="2987189"/>
                <a:ext cx="1644852" cy="2153263"/>
                <a:chOff x="1696064" y="3569111"/>
                <a:chExt cx="1644852" cy="2153263"/>
              </a:xfrm>
            </p:grpSpPr>
            <p:cxnSp>
              <p:nvCxnSpPr>
                <p:cNvPr id="54330" name="Straight Connector 54329">
                  <a:extLst>
                    <a:ext uri="{FF2B5EF4-FFF2-40B4-BE49-F238E27FC236}">
                      <a16:creationId xmlns:a16="http://schemas.microsoft.com/office/drawing/2014/main" id="{D3A1FEBD-C30B-F006-5C76-91D2EFED91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31" name="Straight Connector 54330">
                  <a:extLst>
                    <a:ext uri="{FF2B5EF4-FFF2-40B4-BE49-F238E27FC236}">
                      <a16:creationId xmlns:a16="http://schemas.microsoft.com/office/drawing/2014/main" id="{23C67E90-4930-C5F4-7372-74ABFAA1A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24" name="Group 54323">
                <a:extLst>
                  <a:ext uri="{FF2B5EF4-FFF2-40B4-BE49-F238E27FC236}">
                    <a16:creationId xmlns:a16="http://schemas.microsoft.com/office/drawing/2014/main" id="{0041C3EE-ECAF-3B46-1D27-E6275F71E911}"/>
                  </a:ext>
                </a:extLst>
              </p:cNvPr>
              <p:cNvGrpSpPr/>
              <p:nvPr/>
            </p:nvGrpSpPr>
            <p:grpSpPr>
              <a:xfrm>
                <a:off x="8508288" y="1925532"/>
                <a:ext cx="1650587" cy="1415898"/>
                <a:chOff x="1696064" y="3569111"/>
                <a:chExt cx="1650587" cy="1415898"/>
              </a:xfrm>
            </p:grpSpPr>
            <p:cxnSp>
              <p:nvCxnSpPr>
                <p:cNvPr id="54328" name="Straight Connector 54327">
                  <a:extLst>
                    <a:ext uri="{FF2B5EF4-FFF2-40B4-BE49-F238E27FC236}">
                      <a16:creationId xmlns:a16="http://schemas.microsoft.com/office/drawing/2014/main" id="{FCAB5454-07FF-5845-B93C-77301DF54F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3569111"/>
                  <a:ext cx="1622323" cy="1076632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29" name="Straight Connector 54328">
                  <a:extLst>
                    <a:ext uri="{FF2B5EF4-FFF2-40B4-BE49-F238E27FC236}">
                      <a16:creationId xmlns:a16="http://schemas.microsoft.com/office/drawing/2014/main" id="{492ACF97-9A43-7980-A4F0-9380557568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50587" cy="33926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25" name="Group 54324">
                <a:extLst>
                  <a:ext uri="{FF2B5EF4-FFF2-40B4-BE49-F238E27FC236}">
                    <a16:creationId xmlns:a16="http://schemas.microsoft.com/office/drawing/2014/main" id="{A0E33AA7-3CBA-1FB7-1721-4E07E07FA115}"/>
                  </a:ext>
                </a:extLst>
              </p:cNvPr>
              <p:cNvGrpSpPr/>
              <p:nvPr/>
            </p:nvGrpSpPr>
            <p:grpSpPr>
              <a:xfrm>
                <a:off x="8544639" y="4787783"/>
                <a:ext cx="1708798" cy="1444266"/>
                <a:chOff x="1696064" y="4278099"/>
                <a:chExt cx="1708798" cy="1444266"/>
              </a:xfrm>
            </p:grpSpPr>
            <p:cxnSp>
              <p:nvCxnSpPr>
                <p:cNvPr id="54326" name="Straight Connector 54325">
                  <a:extLst>
                    <a:ext uri="{FF2B5EF4-FFF2-40B4-BE49-F238E27FC236}">
                      <a16:creationId xmlns:a16="http://schemas.microsoft.com/office/drawing/2014/main" id="{4B0FF248-109F-A5F0-A068-1E58B74BBA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6064" y="4278099"/>
                  <a:ext cx="1708798" cy="367643"/>
                </a:xfrm>
                <a:prstGeom prst="line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27" name="Straight Connector 54326">
                  <a:extLst>
                    <a:ext uri="{FF2B5EF4-FFF2-40B4-BE49-F238E27FC236}">
                      <a16:creationId xmlns:a16="http://schemas.microsoft.com/office/drawing/2014/main" id="{B108B443-B1CB-9325-6BA9-F29BB602A6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6064" y="4645743"/>
                  <a:ext cx="1644852" cy="107663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322" name="Straight Connector 54321">
              <a:extLst>
                <a:ext uri="{FF2B5EF4-FFF2-40B4-BE49-F238E27FC236}">
                  <a16:creationId xmlns:a16="http://schemas.microsoft.com/office/drawing/2014/main" id="{355D5FEC-3F0F-B9D3-543F-B03C6CE7B93B}"/>
                </a:ext>
              </a:extLst>
            </p:cNvPr>
            <p:cNvCxnSpPr/>
            <p:nvPr/>
          </p:nvCxnSpPr>
          <p:spPr>
            <a:xfrm>
              <a:off x="1774439" y="2968479"/>
              <a:ext cx="0" cy="99883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474" name="TextBox 54473">
            <a:extLst>
              <a:ext uri="{FF2B5EF4-FFF2-40B4-BE49-F238E27FC236}">
                <a16:creationId xmlns:a16="http://schemas.microsoft.com/office/drawing/2014/main" id="{B1C8DA7A-87E3-B8A8-15AB-41A3CA341E31}"/>
              </a:ext>
            </a:extLst>
          </p:cNvPr>
          <p:cNvSpPr txBox="1"/>
          <p:nvPr/>
        </p:nvSpPr>
        <p:spPr>
          <a:xfrm>
            <a:off x="7521909" y="97849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-20,-20</a:t>
            </a:r>
          </a:p>
        </p:txBody>
      </p:sp>
      <p:sp>
        <p:nvSpPr>
          <p:cNvPr id="54475" name="TextBox 54474">
            <a:extLst>
              <a:ext uri="{FF2B5EF4-FFF2-40B4-BE49-F238E27FC236}">
                <a16:creationId xmlns:a16="http://schemas.microsoft.com/office/drawing/2014/main" id="{C7F39787-D68F-FEEF-3F23-72FA948BA8C7}"/>
              </a:ext>
            </a:extLst>
          </p:cNvPr>
          <p:cNvSpPr txBox="1"/>
          <p:nvPr/>
        </p:nvSpPr>
        <p:spPr>
          <a:xfrm>
            <a:off x="7535294" y="219822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-20,-20</a:t>
            </a:r>
          </a:p>
        </p:txBody>
      </p:sp>
      <p:sp>
        <p:nvSpPr>
          <p:cNvPr id="54476" name="TextBox 54475">
            <a:extLst>
              <a:ext uri="{FF2B5EF4-FFF2-40B4-BE49-F238E27FC236}">
                <a16:creationId xmlns:a16="http://schemas.microsoft.com/office/drawing/2014/main" id="{B6AE7817-5EA5-F87D-F351-4A2887F30C40}"/>
              </a:ext>
            </a:extLst>
          </p:cNvPr>
          <p:cNvSpPr txBox="1"/>
          <p:nvPr/>
        </p:nvSpPr>
        <p:spPr>
          <a:xfrm>
            <a:off x="7521908" y="359878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-20,-20</a:t>
            </a:r>
          </a:p>
        </p:txBody>
      </p:sp>
      <p:sp>
        <p:nvSpPr>
          <p:cNvPr id="54477" name="TextBox 54476">
            <a:extLst>
              <a:ext uri="{FF2B5EF4-FFF2-40B4-BE49-F238E27FC236}">
                <a16:creationId xmlns:a16="http://schemas.microsoft.com/office/drawing/2014/main" id="{965FB008-3EB4-17C2-9EEF-C04689F28E47}"/>
              </a:ext>
            </a:extLst>
          </p:cNvPr>
          <p:cNvSpPr txBox="1"/>
          <p:nvPr/>
        </p:nvSpPr>
        <p:spPr>
          <a:xfrm>
            <a:off x="7588059" y="501302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-20,-20</a:t>
            </a:r>
          </a:p>
        </p:txBody>
      </p:sp>
      <p:sp>
        <p:nvSpPr>
          <p:cNvPr id="54478" name="TextBox 54477">
            <a:extLst>
              <a:ext uri="{FF2B5EF4-FFF2-40B4-BE49-F238E27FC236}">
                <a16:creationId xmlns:a16="http://schemas.microsoft.com/office/drawing/2014/main" id="{DA87ED57-CF71-CB66-BCC3-7E0FE5B8BD1A}"/>
              </a:ext>
            </a:extLst>
          </p:cNvPr>
          <p:cNvSpPr txBox="1"/>
          <p:nvPr/>
        </p:nvSpPr>
        <p:spPr>
          <a:xfrm>
            <a:off x="3764651" y="845001"/>
            <a:ext cx="8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-5,-5</a:t>
            </a:r>
          </a:p>
        </p:txBody>
      </p:sp>
      <p:sp>
        <p:nvSpPr>
          <p:cNvPr id="54479" name="TextBox 54478">
            <a:extLst>
              <a:ext uri="{FF2B5EF4-FFF2-40B4-BE49-F238E27FC236}">
                <a16:creationId xmlns:a16="http://schemas.microsoft.com/office/drawing/2014/main" id="{D0D81E23-4DB6-E124-2849-F71A37BA3C5C}"/>
              </a:ext>
            </a:extLst>
          </p:cNvPr>
          <p:cNvSpPr txBox="1"/>
          <p:nvPr/>
        </p:nvSpPr>
        <p:spPr>
          <a:xfrm>
            <a:off x="3825677" y="2132674"/>
            <a:ext cx="8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-30,-1</a:t>
            </a:r>
          </a:p>
        </p:txBody>
      </p:sp>
      <p:sp>
        <p:nvSpPr>
          <p:cNvPr id="54480" name="TextBox 54479">
            <a:extLst>
              <a:ext uri="{FF2B5EF4-FFF2-40B4-BE49-F238E27FC236}">
                <a16:creationId xmlns:a16="http://schemas.microsoft.com/office/drawing/2014/main" id="{6DF7CFFA-37E4-DEB0-504B-22F6981C3365}"/>
              </a:ext>
            </a:extLst>
          </p:cNvPr>
          <p:cNvSpPr txBox="1"/>
          <p:nvPr/>
        </p:nvSpPr>
        <p:spPr>
          <a:xfrm>
            <a:off x="3860617" y="3470497"/>
            <a:ext cx="8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-1,-30</a:t>
            </a:r>
          </a:p>
        </p:txBody>
      </p:sp>
      <p:sp>
        <p:nvSpPr>
          <p:cNvPr id="54481" name="TextBox 54480">
            <a:extLst>
              <a:ext uri="{FF2B5EF4-FFF2-40B4-BE49-F238E27FC236}">
                <a16:creationId xmlns:a16="http://schemas.microsoft.com/office/drawing/2014/main" id="{5F62CD05-163D-7275-1A2F-3E1AC09AA04F}"/>
              </a:ext>
            </a:extLst>
          </p:cNvPr>
          <p:cNvSpPr txBox="1"/>
          <p:nvPr/>
        </p:nvSpPr>
        <p:spPr>
          <a:xfrm>
            <a:off x="3849788" y="4770329"/>
            <a:ext cx="8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-10,-10</a:t>
            </a:r>
          </a:p>
        </p:txBody>
      </p:sp>
      <p:sp>
        <p:nvSpPr>
          <p:cNvPr id="54482" name="TextBox 54481">
            <a:extLst>
              <a:ext uri="{FF2B5EF4-FFF2-40B4-BE49-F238E27FC236}">
                <a16:creationId xmlns:a16="http://schemas.microsoft.com/office/drawing/2014/main" id="{0FDF7FFD-4AEC-BC51-257E-3127B1CA0AD9}"/>
              </a:ext>
            </a:extLst>
          </p:cNvPr>
          <p:cNvSpPr txBox="1"/>
          <p:nvPr/>
        </p:nvSpPr>
        <p:spPr>
          <a:xfrm>
            <a:off x="4834536" y="2544792"/>
            <a:ext cx="851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5400" dirty="0"/>
              <a:t>+</a:t>
            </a:r>
          </a:p>
        </p:txBody>
      </p:sp>
      <p:sp>
        <p:nvSpPr>
          <p:cNvPr id="54483" name="TextBox 54482">
            <a:extLst>
              <a:ext uri="{FF2B5EF4-FFF2-40B4-BE49-F238E27FC236}">
                <a16:creationId xmlns:a16="http://schemas.microsoft.com/office/drawing/2014/main" id="{4DBC3674-45D1-0DFB-FD64-BC5770BFFB70}"/>
              </a:ext>
            </a:extLst>
          </p:cNvPr>
          <p:cNvSpPr txBox="1"/>
          <p:nvPr/>
        </p:nvSpPr>
        <p:spPr>
          <a:xfrm>
            <a:off x="8812267" y="2746635"/>
            <a:ext cx="2816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NE in period 1 is (C,C)</a:t>
            </a:r>
          </a:p>
          <a:p>
            <a:r>
              <a:rPr lang="en-SG" sz="1600" b="1" dirty="0"/>
              <a:t>Payoff from Periods 1, 2 and 3 overall subgame is (-30, -30)</a:t>
            </a:r>
          </a:p>
        </p:txBody>
      </p:sp>
      <p:sp>
        <p:nvSpPr>
          <p:cNvPr id="54484" name="Arrow: Curved Right 54483">
            <a:extLst>
              <a:ext uri="{FF2B5EF4-FFF2-40B4-BE49-F238E27FC236}">
                <a16:creationId xmlns:a16="http://schemas.microsoft.com/office/drawing/2014/main" id="{0F01B24C-E536-46E8-268F-9931E9601418}"/>
              </a:ext>
            </a:extLst>
          </p:cNvPr>
          <p:cNvSpPr/>
          <p:nvPr/>
        </p:nvSpPr>
        <p:spPr>
          <a:xfrm>
            <a:off x="406454" y="517177"/>
            <a:ext cx="642598" cy="829175"/>
          </a:xfrm>
          <a:prstGeom prst="curved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555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Prisoner</a:t>
            </a:r>
            <a:r>
              <a:rPr lang="en-US" altLang="ja-JP" dirty="0"/>
              <a:t>’s Dilemma: Repeated </a:t>
            </a:r>
            <a:r>
              <a:rPr lang="en-US" altLang="ja-JP" b="1" dirty="0"/>
              <a:t>Finitely</a:t>
            </a:r>
            <a:r>
              <a:rPr lang="en-US" altLang="ja-JP" dirty="0"/>
              <a:t> </a:t>
            </a:r>
            <a:endParaRPr lang="en-US" altLang="en-US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9934575" cy="4755473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en-US" sz="1600" dirty="0"/>
              <a:t>At</a:t>
            </a:r>
            <a:r>
              <a:rPr lang="en-US" altLang="en-US" sz="1600" spc="300" dirty="0"/>
              <a:t> </a:t>
            </a:r>
            <a:r>
              <a:rPr lang="en-US" altLang="en-US" sz="1600" i="1" dirty="0"/>
              <a:t>t </a:t>
            </a:r>
            <a:r>
              <a:rPr lang="en-US" altLang="en-US" sz="1600" dirty="0"/>
              <a:t>= 3</a:t>
            </a:r>
            <a:r>
              <a:rPr lang="en-US" altLang="en-US" sz="1600" spc="300" dirty="0"/>
              <a:t> </a:t>
            </a:r>
            <a:r>
              <a:rPr lang="en-US" altLang="en-US" sz="1600" dirty="0"/>
              <a:t>(i.e., the game has already been played twice).</a:t>
            </a:r>
            <a:r>
              <a:rPr lang="en-US" altLang="en-US" sz="1600" spc="300" dirty="0"/>
              <a:t> </a:t>
            </a:r>
            <a:r>
              <a:rPr lang="en-US" altLang="en-US" sz="1600" dirty="0"/>
              <a:t>Clyde and Bonnie should choose the dominant strategy, confess, as their actions are inconsequential.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/>
              <a:t>At </a:t>
            </a:r>
            <a:r>
              <a:rPr lang="en-US" altLang="en-US" sz="1600" i="1" dirty="0"/>
              <a:t>t </a:t>
            </a:r>
            <a:r>
              <a:rPr lang="en-US" altLang="en-US" sz="1600" dirty="0"/>
              <a:t>= 2,</a:t>
            </a:r>
            <a:r>
              <a:rPr lang="en-US" altLang="en-US" sz="1600" spc="300" dirty="0"/>
              <a:t> </a:t>
            </a:r>
            <a:r>
              <a:rPr lang="en-US" altLang="en-US" sz="1600" dirty="0"/>
              <a:t>Clyde and Bonnie each expect the other to confess in the next period, no matter what they do.</a:t>
            </a:r>
            <a:r>
              <a:rPr lang="en-US" altLang="en-US" sz="1600" spc="300" dirty="0"/>
              <a:t> </a:t>
            </a:r>
            <a:r>
              <a:rPr lang="en-US" altLang="en-US" sz="1600" dirty="0"/>
              <a:t>Scenario is similar to being in the final round; both should choose confess.</a:t>
            </a:r>
          </a:p>
          <a:p>
            <a:pPr marL="342900" indent="-342900"/>
            <a:r>
              <a:rPr lang="en-US" altLang="en-US" sz="1600" dirty="0"/>
              <a:t>At </a:t>
            </a:r>
            <a:r>
              <a:rPr lang="en-US" altLang="en-US" sz="1600" i="1" dirty="0"/>
              <a:t>t</a:t>
            </a:r>
            <a:r>
              <a:rPr lang="en-US" altLang="en-US" sz="1600" dirty="0"/>
              <a:t> = 1,</a:t>
            </a:r>
            <a:r>
              <a:rPr lang="en-US" altLang="en-US" sz="1600" spc="300" dirty="0"/>
              <a:t> </a:t>
            </a:r>
            <a:r>
              <a:rPr lang="en-US" altLang="en-US" sz="1600" dirty="0"/>
              <a:t>Clyde and Bonnie each expect the other to confess in the next two periods, no matter what they do.</a:t>
            </a:r>
            <a:r>
              <a:rPr lang="en-US" altLang="en-US" sz="1600" spc="300" dirty="0"/>
              <a:t> </a:t>
            </a:r>
            <a:r>
              <a:rPr lang="en-US" altLang="en-US" sz="1600" dirty="0"/>
              <a:t>Scenario is similar to being in the final round; both should choose confess.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The unique SPNE for this game is where they choose to confess in every period.</a:t>
            </a:r>
            <a:r>
              <a:rPr lang="en-US" altLang="en-US" sz="2000" spc="300" dirty="0"/>
              <a:t> </a:t>
            </a:r>
            <a:r>
              <a:rPr lang="en-US" altLang="en-US" sz="2000" dirty="0"/>
              <a:t>This holds even if the game is repeated for a large, but still </a:t>
            </a:r>
            <a:r>
              <a:rPr lang="en-US" altLang="en-US" sz="2000" i="1" dirty="0"/>
              <a:t>finite </a:t>
            </a:r>
            <a:r>
              <a:rPr lang="en-US" altLang="en-US" sz="2000" dirty="0"/>
              <a:t>number of periods. </a:t>
            </a:r>
          </a:p>
          <a:p>
            <a:pPr lvl="1"/>
            <a:r>
              <a:rPr lang="en-US" altLang="en-US" sz="1600" dirty="0"/>
              <a:t>Why? With a unique NE, there will never be incentives starting from the penultimate period for people to behave well… This effect trickles down to the first period.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i="1" dirty="0"/>
              <a:t>Takeaway: when there is a unique NE for the stage game, there will also be a unique SPNE for the finitely repeated game.</a:t>
            </a:r>
          </a:p>
          <a:p>
            <a:pPr marL="800100" lvl="1" indent="-342900"/>
            <a:endParaRPr lang="en-US" altLang="en-US" sz="1600" dirty="0"/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2ED2F-C9B3-4981-8B4D-BB8E3156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73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Prisoner</a:t>
            </a:r>
            <a:r>
              <a:rPr lang="en-US" altLang="ja-JP" dirty="0"/>
              <a:t>’s Dilemma: Repeated </a:t>
            </a:r>
            <a:r>
              <a:rPr lang="en-US" altLang="ja-JP" b="1" dirty="0"/>
              <a:t>Infinitely </a:t>
            </a:r>
            <a:endParaRPr lang="en-US" altLang="en-US" b="1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89819" y="1690688"/>
            <a:ext cx="10178845" cy="475547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However, if the game is repeated for </a:t>
            </a:r>
            <a:r>
              <a:rPr lang="en-US" altLang="en-US" sz="2000" b="1" dirty="0"/>
              <a:t>infinite</a:t>
            </a:r>
            <a:r>
              <a:rPr lang="en-US" altLang="en-US" sz="2000" dirty="0"/>
              <a:t> periods, then the game has a huge number of credible subgame perfect NE — provided individuals value the future enough.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The efficient outcome </a:t>
            </a:r>
            <a:r>
              <a:rPr lang="en-US" altLang="en-US" sz="2000" b="1" dirty="0"/>
              <a:t>(Silent, Silent)</a:t>
            </a:r>
            <a:r>
              <a:rPr lang="en-US" altLang="en-US" sz="2000" dirty="0"/>
              <a:t> in every period is a result of one of these SPNE and it is sustained by </a:t>
            </a:r>
            <a:r>
              <a:rPr lang="en-US" altLang="en-US" sz="2000" i="1" dirty="0"/>
              <a:t>grim trigger punishments</a:t>
            </a:r>
            <a:r>
              <a:rPr lang="en-US" altLang="en-US" sz="2000" dirty="0"/>
              <a:t>.</a:t>
            </a:r>
          </a:p>
          <a:p>
            <a:pPr marL="800100" lvl="1" indent="-342900"/>
            <a:r>
              <a:rPr lang="en-US" altLang="en-US" sz="1800" dirty="0"/>
              <a:t>If I observe confessions in any past period, I will confess forever after, otherwise I will stay silent.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The general idea here is that since in infinite games, there is always a future where a player can punish the other for not cooperating/reward the other for cooperating.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i="1" dirty="0"/>
              <a:t>Takeaway: interacting (infinitely) often can potentially help us achieve welfare improvements.</a:t>
            </a:r>
          </a:p>
          <a:p>
            <a:pPr marL="0" indent="0">
              <a:buNone/>
            </a:pPr>
            <a:endParaRPr lang="en-US" altLang="en-US" sz="1600" b="1" i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BECBA-823C-45D0-8DD5-49079A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06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632ED-6249-4378-9241-C14C3A5B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1" y="286028"/>
            <a:ext cx="10436615" cy="1030307"/>
          </a:xfrm>
        </p:spPr>
        <p:txBody>
          <a:bodyPr>
            <a:normAutofit/>
          </a:bodyPr>
          <a:lstStyle/>
          <a:p>
            <a:r>
              <a:rPr lang="en-US" altLang="en-US" dirty="0"/>
              <a:t>Key Learning Outcomes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213F190-B2B0-43F1-B1CA-727BDFB3A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1683834"/>
            <a:ext cx="9950103" cy="4888138"/>
          </a:xfrm>
        </p:spPr>
        <p:txBody>
          <a:bodyPr>
            <a:normAutofit/>
          </a:bodyPr>
          <a:lstStyle/>
          <a:p>
            <a:r>
              <a:rPr lang="en-SG" sz="2000" dirty="0"/>
              <a:t>Writing out the normal form for sequential games.</a:t>
            </a:r>
          </a:p>
          <a:p>
            <a:endParaRPr lang="en-SG" sz="2000" dirty="0"/>
          </a:p>
          <a:p>
            <a:r>
              <a:rPr lang="en-SG" sz="2000" dirty="0"/>
              <a:t>Understand why the concept of Nash Equilibria is not adequate enough for sequential games.</a:t>
            </a:r>
          </a:p>
          <a:p>
            <a:endParaRPr lang="en-SG" sz="2000" dirty="0"/>
          </a:p>
          <a:p>
            <a:r>
              <a:rPr lang="en-SG" sz="2000" dirty="0"/>
              <a:t>Understanding the concept of Subgame Perfect Nash Equilibria and solving for it.</a:t>
            </a:r>
          </a:p>
          <a:p>
            <a:pPr lvl="1"/>
            <a:r>
              <a:rPr lang="en-SG" sz="1800" dirty="0"/>
              <a:t>Simple sequential games</a:t>
            </a:r>
          </a:p>
          <a:p>
            <a:pPr lvl="1"/>
            <a:r>
              <a:rPr lang="en-SG" sz="1800" dirty="0"/>
              <a:t>Hybrid sequential games</a:t>
            </a:r>
          </a:p>
          <a:p>
            <a:pPr lvl="1"/>
            <a:r>
              <a:rPr lang="en-SG" sz="1800" dirty="0"/>
              <a:t>Repeated games</a:t>
            </a:r>
          </a:p>
          <a:p>
            <a:endParaRPr lang="en-SG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40216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Readings</a:t>
            </a:r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9934575" cy="475547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Varian Chapter 29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Varian Chapter 30 (optional)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Osborne, </a:t>
            </a:r>
            <a:r>
              <a:rPr lang="en-US" altLang="en-US" sz="2000" dirty="0">
                <a:hlinkClick r:id="rId2"/>
              </a:rPr>
              <a:t>An Introduction to Game Theory </a:t>
            </a:r>
            <a:r>
              <a:rPr lang="en-US" altLang="en-US" sz="2000" dirty="0"/>
              <a:t>(optional): A game theory reference textbook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Osborne and Rubinstein, </a:t>
            </a:r>
            <a:r>
              <a:rPr lang="en-US" altLang="en-US" sz="2000" i="1" dirty="0">
                <a:hlinkClick r:id="rId3"/>
              </a:rPr>
              <a:t>A Course in Game Theory </a:t>
            </a:r>
            <a:r>
              <a:rPr lang="en-US" altLang="en-US" sz="2000" dirty="0"/>
              <a:t>(optional): A game theory reference textbook 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Other articles (optional)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hlinkClick r:id="rId4"/>
              </a:rPr>
              <a:t>Game Theory in Economics and Beyond</a:t>
            </a:r>
            <a:endParaRPr lang="en-US" altLang="en-US" sz="2000" dirty="0">
              <a:hlinkClick r:id="rId5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hlinkClick r:id="rId5"/>
              </a:rPr>
              <a:t>Game Theory and the First World War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6ADB3A-BD9C-43F7-9437-0E142F18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D1C85-D14C-4D1F-B1AC-077E19A989F2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39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5913</TotalTime>
  <Words>4112</Words>
  <Application>Microsoft Office PowerPoint</Application>
  <PresentationFormat>Widescreen</PresentationFormat>
  <Paragraphs>816</Paragraphs>
  <Slides>50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Office Theme</vt:lpstr>
      <vt:lpstr>Bitmap Image</vt:lpstr>
      <vt:lpstr>Game Theory III</vt:lpstr>
      <vt:lpstr>Recap</vt:lpstr>
      <vt:lpstr>Sequential Games  with and without perfect information</vt:lpstr>
      <vt:lpstr>Sequential Game of Entry (Imperfect Information)</vt:lpstr>
      <vt:lpstr>Extensive Form (Imperfect Information)</vt:lpstr>
      <vt:lpstr>Normal Form (Imperfect Information)</vt:lpstr>
      <vt:lpstr>Sequential Game of Entry (Perfect Information)</vt:lpstr>
      <vt:lpstr>Extensive Form (Perfect Information)</vt:lpstr>
      <vt:lpstr>Normal Form (Perfect Information)</vt:lpstr>
      <vt:lpstr>Normal Form (Perfect Information)</vt:lpstr>
      <vt:lpstr>Review Question 1</vt:lpstr>
      <vt:lpstr>Nash Equilibria in  Sequential Games of Perfect Information</vt:lpstr>
      <vt:lpstr>Sequential Entry Game: Nash Equilibria</vt:lpstr>
      <vt:lpstr>Sequential Entry Game {Out; (F,NF)}</vt:lpstr>
      <vt:lpstr>Sequential Entry Game {Out; (F,NF)}</vt:lpstr>
      <vt:lpstr>Subgame Perfect Nash Equilibria in Sequential Games of Perfect Information</vt:lpstr>
      <vt:lpstr>Refining our set of NE..</vt:lpstr>
      <vt:lpstr>Refining our set of NE..</vt:lpstr>
      <vt:lpstr>Refining our set of NE..</vt:lpstr>
      <vt:lpstr>Refining our set of NE..</vt:lpstr>
      <vt:lpstr>Subgame Perfect Nash Equilibria</vt:lpstr>
      <vt:lpstr>Identifying Subgames (Example)</vt:lpstr>
      <vt:lpstr>Identifying Subgames (Example)</vt:lpstr>
      <vt:lpstr>Identifying Subgames (Example)</vt:lpstr>
      <vt:lpstr>Relationship between SPNE and NE</vt:lpstr>
      <vt:lpstr>Finding Subgame Perfect Nash Equilibria</vt:lpstr>
      <vt:lpstr>Sequential Entry Game: SPNE</vt:lpstr>
      <vt:lpstr>Sequential Entry Game: SPNE</vt:lpstr>
      <vt:lpstr>Review Questions 2</vt:lpstr>
      <vt:lpstr>Other kinds of sequential games..</vt:lpstr>
      <vt:lpstr>Example: Stackelberg Cournot Competition</vt:lpstr>
      <vt:lpstr>Example: Stackelberg Cournot Competition</vt:lpstr>
      <vt:lpstr>Example: Stackelberg Cournot Competition</vt:lpstr>
      <vt:lpstr>Stackelberg Cournot Competition (SPNE)</vt:lpstr>
      <vt:lpstr>Example: “Hybrid” Sequential Games</vt:lpstr>
      <vt:lpstr>Example 1</vt:lpstr>
      <vt:lpstr>Example 1: SPNE</vt:lpstr>
      <vt:lpstr>Example 2</vt:lpstr>
      <vt:lpstr>Example 2: SPNE</vt:lpstr>
      <vt:lpstr>Review Question 3a</vt:lpstr>
      <vt:lpstr>Review Question 3b</vt:lpstr>
      <vt:lpstr>Repeated Games</vt:lpstr>
      <vt:lpstr>Repeated Games</vt:lpstr>
      <vt:lpstr>The Prisoner’s Dilemma: Repeated Finitely </vt:lpstr>
      <vt:lpstr>The Prisoner’s Dilemma: Repeated Finitely </vt:lpstr>
      <vt:lpstr>PowerPoint Presentation</vt:lpstr>
      <vt:lpstr>The Prisoner’s Dilemma: Repeated Finitely </vt:lpstr>
      <vt:lpstr>The Prisoner’s Dilemma: Repeated Infinitely </vt:lpstr>
      <vt:lpstr>Key Learning Outcomes</vt:lpstr>
      <vt:lpstr>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Theory</dc:title>
  <dc:creator>Jonathan Yeo</dc:creator>
  <cp:lastModifiedBy>issac goh</cp:lastModifiedBy>
  <cp:revision>338</cp:revision>
  <dcterms:created xsi:type="dcterms:W3CDTF">2020-11-26T08:07:42Z</dcterms:created>
  <dcterms:modified xsi:type="dcterms:W3CDTF">2024-09-21T12:30:47Z</dcterms:modified>
</cp:coreProperties>
</file>