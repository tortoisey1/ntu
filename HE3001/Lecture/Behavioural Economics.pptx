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727" r:id="rId2"/>
  </p:sldMasterIdLst>
  <p:notesMasterIdLst>
    <p:notesMasterId r:id="rId33"/>
  </p:notesMasterIdLst>
  <p:sldIdLst>
    <p:sldId id="256" r:id="rId3"/>
    <p:sldId id="298" r:id="rId4"/>
    <p:sldId id="297" r:id="rId5"/>
    <p:sldId id="424" r:id="rId6"/>
    <p:sldId id="317" r:id="rId7"/>
    <p:sldId id="1043" r:id="rId8"/>
    <p:sldId id="420" r:id="rId9"/>
    <p:sldId id="306" r:id="rId10"/>
    <p:sldId id="348" r:id="rId11"/>
    <p:sldId id="356" r:id="rId12"/>
    <p:sldId id="423" r:id="rId13"/>
    <p:sldId id="321" r:id="rId14"/>
    <p:sldId id="428" r:id="rId15"/>
    <p:sldId id="1040" r:id="rId16"/>
    <p:sldId id="309" r:id="rId17"/>
    <p:sldId id="425" r:id="rId18"/>
    <p:sldId id="335" r:id="rId19"/>
    <p:sldId id="429" r:id="rId20"/>
    <p:sldId id="1042" r:id="rId21"/>
    <p:sldId id="426" r:id="rId22"/>
    <p:sldId id="339" r:id="rId23"/>
    <p:sldId id="342" r:id="rId24"/>
    <p:sldId id="355" r:id="rId25"/>
    <p:sldId id="427" r:id="rId26"/>
    <p:sldId id="351" r:id="rId27"/>
    <p:sldId id="352" r:id="rId28"/>
    <p:sldId id="354" r:id="rId29"/>
    <p:sldId id="1044" r:id="rId30"/>
    <p:sldId id="1045" r:id="rId31"/>
    <p:sldId id="35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7E30F4-39BE-8140-DE35-02AE8001C628}" name="Yeo Xiong Wei, Jonathan" initials="JY" userId="S::JONATHANYEO@staff.main.ntu.edu.sg::ac2b658e-7ce1-44bb-9f9f-bf4198ceaa2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860E20-49AE-477B-B216-6779C813A177}" v="5793" dt="2024-11-11T03:45:06.5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915" autoAdjust="0"/>
  </p:normalViewPr>
  <p:slideViewPr>
    <p:cSldViewPr snapToGrid="0">
      <p:cViewPr varScale="1">
        <p:scale>
          <a:sx n="138" d="100"/>
          <a:sy n="138" d="100"/>
        </p:scale>
        <p:origin x="584" y="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o Xiong Wei, Jonathan" userId="ac2b658e-7ce1-44bb-9f9f-bf4198ceaa29" providerId="ADAL" clId="{AD860E20-49AE-477B-B216-6779C813A177}"/>
    <pc:docChg chg="undo redo custSel addSld delSld modSld sldOrd addMainMaster delMainMaster">
      <pc:chgData name="Yeo Xiong Wei, Jonathan" userId="ac2b658e-7ce1-44bb-9f9f-bf4198ceaa29" providerId="ADAL" clId="{AD860E20-49AE-477B-B216-6779C813A177}" dt="2024-11-11T03:45:06.592" v="9083"/>
      <pc:docMkLst>
        <pc:docMk/>
      </pc:docMkLst>
      <pc:sldChg chg="addSp delSp modSp new mod setBg modClrScheme addAnim delAnim setClrOvrMap chgLayout">
        <pc:chgData name="Yeo Xiong Wei, Jonathan" userId="ac2b658e-7ce1-44bb-9f9f-bf4198ceaa29" providerId="ADAL" clId="{AD860E20-49AE-477B-B216-6779C813A177}" dt="2024-11-08T09:00:30.491" v="48" actId="27614"/>
        <pc:sldMkLst>
          <pc:docMk/>
          <pc:sldMk cId="2338007991" sldId="256"/>
        </pc:sldMkLst>
        <pc:spChg chg="mod">
          <ac:chgData name="Yeo Xiong Wei, Jonathan" userId="ac2b658e-7ce1-44bb-9f9f-bf4198ceaa29" providerId="ADAL" clId="{AD860E20-49AE-477B-B216-6779C813A177}" dt="2024-11-08T09:00:26.391" v="47" actId="26606"/>
          <ac:spMkLst>
            <pc:docMk/>
            <pc:sldMk cId="2338007991" sldId="256"/>
            <ac:spMk id="2" creationId="{D5DE633E-5B6E-4E7B-FEDF-8CB255A303BC}"/>
          </ac:spMkLst>
        </pc:spChg>
        <pc:spChg chg="mod">
          <ac:chgData name="Yeo Xiong Wei, Jonathan" userId="ac2b658e-7ce1-44bb-9f9f-bf4198ceaa29" providerId="ADAL" clId="{AD860E20-49AE-477B-B216-6779C813A177}" dt="2024-11-08T09:00:26.391" v="47" actId="26606"/>
          <ac:spMkLst>
            <pc:docMk/>
            <pc:sldMk cId="2338007991" sldId="256"/>
            <ac:spMk id="3" creationId="{DC5544EF-3393-865A-F78F-037D43B4044B}"/>
          </ac:spMkLst>
        </pc:spChg>
        <pc:spChg chg="add del">
          <ac:chgData name="Yeo Xiong Wei, Jonathan" userId="ac2b658e-7ce1-44bb-9f9f-bf4198ceaa29" providerId="ADAL" clId="{AD860E20-49AE-477B-B216-6779C813A177}" dt="2024-11-08T08:59:40.838" v="36" actId="26606"/>
          <ac:spMkLst>
            <pc:docMk/>
            <pc:sldMk cId="2338007991" sldId="256"/>
            <ac:spMk id="9" creationId="{729F2144-48B7-4730-955E-365ECED3ABE0}"/>
          </ac:spMkLst>
        </pc:spChg>
        <pc:spChg chg="add del">
          <ac:chgData name="Yeo Xiong Wei, Jonathan" userId="ac2b658e-7ce1-44bb-9f9f-bf4198ceaa29" providerId="ADAL" clId="{AD860E20-49AE-477B-B216-6779C813A177}" dt="2024-11-08T08:59:40.838" v="36" actId="26606"/>
          <ac:spMkLst>
            <pc:docMk/>
            <pc:sldMk cId="2338007991" sldId="256"/>
            <ac:spMk id="11" creationId="{E765FF50-D2F9-4A4F-86ED-F101E172BA93}"/>
          </ac:spMkLst>
        </pc:spChg>
        <pc:spChg chg="add del">
          <ac:chgData name="Yeo Xiong Wei, Jonathan" userId="ac2b658e-7ce1-44bb-9f9f-bf4198ceaa29" providerId="ADAL" clId="{AD860E20-49AE-477B-B216-6779C813A177}" dt="2024-11-08T08:59:40.838" v="36" actId="26606"/>
          <ac:spMkLst>
            <pc:docMk/>
            <pc:sldMk cId="2338007991" sldId="256"/>
            <ac:spMk id="13" creationId="{04D834C7-8223-43DA-AA30-E15A1BC7BB4E}"/>
          </ac:spMkLst>
        </pc:spChg>
        <pc:spChg chg="add del">
          <ac:chgData name="Yeo Xiong Wei, Jonathan" userId="ac2b658e-7ce1-44bb-9f9f-bf4198ceaa29" providerId="ADAL" clId="{AD860E20-49AE-477B-B216-6779C813A177}" dt="2024-11-08T08:59:40.838" v="36" actId="26606"/>
          <ac:spMkLst>
            <pc:docMk/>
            <pc:sldMk cId="2338007991" sldId="256"/>
            <ac:spMk id="15" creationId="{B62DE6C5-8EB8-4E41-B0FF-93563AA4C56C}"/>
          </ac:spMkLst>
        </pc:spChg>
        <pc:spChg chg="add del">
          <ac:chgData name="Yeo Xiong Wei, Jonathan" userId="ac2b658e-7ce1-44bb-9f9f-bf4198ceaa29" providerId="ADAL" clId="{AD860E20-49AE-477B-B216-6779C813A177}" dt="2024-11-08T08:59:42.350" v="40" actId="26606"/>
          <ac:spMkLst>
            <pc:docMk/>
            <pc:sldMk cId="2338007991" sldId="256"/>
            <ac:spMk id="18" creationId="{B9BBDDCC-0358-4EDD-9820-287B1D8FDEE8}"/>
          </ac:spMkLst>
        </pc:spChg>
        <pc:spChg chg="add del">
          <ac:chgData name="Yeo Xiong Wei, Jonathan" userId="ac2b658e-7ce1-44bb-9f9f-bf4198ceaa29" providerId="ADAL" clId="{AD860E20-49AE-477B-B216-6779C813A177}" dt="2024-11-08T08:59:42.350" v="40" actId="26606"/>
          <ac:spMkLst>
            <pc:docMk/>
            <pc:sldMk cId="2338007991" sldId="256"/>
            <ac:spMk id="20" creationId="{B2B3B5E1-901E-49C0-9F76-B48432DE9129}"/>
          </ac:spMkLst>
        </pc:spChg>
        <pc:spChg chg="add del">
          <ac:chgData name="Yeo Xiong Wei, Jonathan" userId="ac2b658e-7ce1-44bb-9f9f-bf4198ceaa29" providerId="ADAL" clId="{AD860E20-49AE-477B-B216-6779C813A177}" dt="2024-11-08T08:59:42.350" v="40" actId="26606"/>
          <ac:spMkLst>
            <pc:docMk/>
            <pc:sldMk cId="2338007991" sldId="256"/>
            <ac:spMk id="21" creationId="{FBE31AC6-E383-4D2B-9A24-69EEE084D547}"/>
          </ac:spMkLst>
        </pc:spChg>
        <pc:spChg chg="add del">
          <ac:chgData name="Yeo Xiong Wei, Jonathan" userId="ac2b658e-7ce1-44bb-9f9f-bf4198ceaa29" providerId="ADAL" clId="{AD860E20-49AE-477B-B216-6779C813A177}" dt="2024-11-08T08:59:48.638" v="42" actId="26606"/>
          <ac:spMkLst>
            <pc:docMk/>
            <pc:sldMk cId="2338007991" sldId="256"/>
            <ac:spMk id="25" creationId="{6482F060-A4AF-4E0B-B364-7C6BA4AE9C03}"/>
          </ac:spMkLst>
        </pc:spChg>
        <pc:spChg chg="add del">
          <ac:chgData name="Yeo Xiong Wei, Jonathan" userId="ac2b658e-7ce1-44bb-9f9f-bf4198ceaa29" providerId="ADAL" clId="{AD860E20-49AE-477B-B216-6779C813A177}" dt="2024-11-08T09:00:20.774" v="44" actId="26606"/>
          <ac:spMkLst>
            <pc:docMk/>
            <pc:sldMk cId="2338007991" sldId="256"/>
            <ac:spMk id="29" creationId="{A7971386-B2B0-4A38-8D3B-8CF23AAA610C}"/>
          </ac:spMkLst>
        </pc:spChg>
        <pc:spChg chg="add del">
          <ac:chgData name="Yeo Xiong Wei, Jonathan" userId="ac2b658e-7ce1-44bb-9f9f-bf4198ceaa29" providerId="ADAL" clId="{AD860E20-49AE-477B-B216-6779C813A177}" dt="2024-11-08T09:00:20.774" v="44" actId="26606"/>
          <ac:spMkLst>
            <pc:docMk/>
            <pc:sldMk cId="2338007991" sldId="256"/>
            <ac:spMk id="30" creationId="{96AE4BD0-E2D6-4FE1-9295-59E338A45340}"/>
          </ac:spMkLst>
        </pc:spChg>
        <pc:spChg chg="add del">
          <ac:chgData name="Yeo Xiong Wei, Jonathan" userId="ac2b658e-7ce1-44bb-9f9f-bf4198ceaa29" providerId="ADAL" clId="{AD860E20-49AE-477B-B216-6779C813A177}" dt="2024-11-08T09:00:20.774" v="44" actId="26606"/>
          <ac:spMkLst>
            <pc:docMk/>
            <pc:sldMk cId="2338007991" sldId="256"/>
            <ac:spMk id="31" creationId="{0D29D77D-2D4E-4868-960B-BEDA724F5CE2}"/>
          </ac:spMkLst>
        </pc:spChg>
        <pc:spChg chg="add del">
          <ac:chgData name="Yeo Xiong Wei, Jonathan" userId="ac2b658e-7ce1-44bb-9f9f-bf4198ceaa29" providerId="ADAL" clId="{AD860E20-49AE-477B-B216-6779C813A177}" dt="2024-11-08T09:00:26.360" v="46" actId="26606"/>
          <ac:spMkLst>
            <pc:docMk/>
            <pc:sldMk cId="2338007991" sldId="256"/>
            <ac:spMk id="34" creationId="{3F672E71-4896-412C-9C70-888CBA0C2F28}"/>
          </ac:spMkLst>
        </pc:spChg>
        <pc:spChg chg="add">
          <ac:chgData name="Yeo Xiong Wei, Jonathan" userId="ac2b658e-7ce1-44bb-9f9f-bf4198ceaa29" providerId="ADAL" clId="{AD860E20-49AE-477B-B216-6779C813A177}" dt="2024-11-08T09:00:26.391" v="47" actId="26606"/>
          <ac:spMkLst>
            <pc:docMk/>
            <pc:sldMk cId="2338007991" sldId="256"/>
            <ac:spMk id="37" creationId="{764E0904-5ABD-4DC7-8562-C38580C953A2}"/>
          </ac:spMkLst>
        </pc:spChg>
        <pc:picChg chg="add del">
          <ac:chgData name="Yeo Xiong Wei, Jonathan" userId="ac2b658e-7ce1-44bb-9f9f-bf4198ceaa29" providerId="ADAL" clId="{AD860E20-49AE-477B-B216-6779C813A177}" dt="2024-11-08T08:59:40.838" v="36" actId="26606"/>
          <ac:picMkLst>
            <pc:docMk/>
            <pc:sldMk cId="2338007991" sldId="256"/>
            <ac:picMk id="4" creationId="{82C1C5CA-FBD8-8497-3325-0829D6FD7392}"/>
          </ac:picMkLst>
        </pc:picChg>
        <pc:picChg chg="add del">
          <ac:chgData name="Yeo Xiong Wei, Jonathan" userId="ac2b658e-7ce1-44bb-9f9f-bf4198ceaa29" providerId="ADAL" clId="{AD860E20-49AE-477B-B216-6779C813A177}" dt="2024-11-08T08:59:42.350" v="40" actId="26606"/>
          <ac:picMkLst>
            <pc:docMk/>
            <pc:sldMk cId="2338007991" sldId="256"/>
            <ac:picMk id="22" creationId="{96F9D9AE-A60F-7E19-7598-7D356B91885F}"/>
          </ac:picMkLst>
        </pc:picChg>
        <pc:picChg chg="add del">
          <ac:chgData name="Yeo Xiong Wei, Jonathan" userId="ac2b658e-7ce1-44bb-9f9f-bf4198ceaa29" providerId="ADAL" clId="{AD860E20-49AE-477B-B216-6779C813A177}" dt="2024-11-08T08:59:48.638" v="42" actId="26606"/>
          <ac:picMkLst>
            <pc:docMk/>
            <pc:sldMk cId="2338007991" sldId="256"/>
            <ac:picMk id="27" creationId="{DF9AE445-320E-C57D-65E9-1221B645110F}"/>
          </ac:picMkLst>
        </pc:picChg>
        <pc:picChg chg="add del">
          <ac:chgData name="Yeo Xiong Wei, Jonathan" userId="ac2b658e-7ce1-44bb-9f9f-bf4198ceaa29" providerId="ADAL" clId="{AD860E20-49AE-477B-B216-6779C813A177}" dt="2024-11-08T09:00:20.774" v="44" actId="26606"/>
          <ac:picMkLst>
            <pc:docMk/>
            <pc:sldMk cId="2338007991" sldId="256"/>
            <ac:picMk id="32" creationId="{3B3F1BE2-1CEC-361A-2B70-E82C4066D99C}"/>
          </ac:picMkLst>
        </pc:picChg>
        <pc:picChg chg="add del">
          <ac:chgData name="Yeo Xiong Wei, Jonathan" userId="ac2b658e-7ce1-44bb-9f9f-bf4198ceaa29" providerId="ADAL" clId="{AD860E20-49AE-477B-B216-6779C813A177}" dt="2024-11-08T09:00:26.360" v="46" actId="26606"/>
          <ac:picMkLst>
            <pc:docMk/>
            <pc:sldMk cId="2338007991" sldId="256"/>
            <ac:picMk id="35" creationId="{3AFE8238-4C7C-DF44-48C7-E0AA28B4ACCB}"/>
          </ac:picMkLst>
        </pc:picChg>
        <pc:picChg chg="add mod">
          <ac:chgData name="Yeo Xiong Wei, Jonathan" userId="ac2b658e-7ce1-44bb-9f9f-bf4198ceaa29" providerId="ADAL" clId="{AD860E20-49AE-477B-B216-6779C813A177}" dt="2024-11-08T09:00:30.491" v="48" actId="27614"/>
          <ac:picMkLst>
            <pc:docMk/>
            <pc:sldMk cId="2338007991" sldId="256"/>
            <ac:picMk id="38" creationId="{7076A80E-2318-D248-9DAD-791006A8FC52}"/>
          </ac:picMkLst>
        </pc:picChg>
        <pc:cxnChg chg="add del">
          <ac:chgData name="Yeo Xiong Wei, Jonathan" userId="ac2b658e-7ce1-44bb-9f9f-bf4198ceaa29" providerId="ADAL" clId="{AD860E20-49AE-477B-B216-6779C813A177}" dt="2024-11-08T08:59:42.350" v="40" actId="26606"/>
          <ac:cxnSpMkLst>
            <pc:docMk/>
            <pc:sldMk cId="2338007991" sldId="256"/>
            <ac:cxnSpMk id="17" creationId="{2F49F475-10BF-4E7D-9BE8-5329BCAFE2C8}"/>
          </ac:cxnSpMkLst>
        </pc:cxnChg>
        <pc:cxnChg chg="add del">
          <ac:chgData name="Yeo Xiong Wei, Jonathan" userId="ac2b658e-7ce1-44bb-9f9f-bf4198ceaa29" providerId="ADAL" clId="{AD860E20-49AE-477B-B216-6779C813A177}" dt="2024-11-08T08:59:42.350" v="40" actId="26606"/>
          <ac:cxnSpMkLst>
            <pc:docMk/>
            <pc:sldMk cId="2338007991" sldId="256"/>
            <ac:cxnSpMk id="19" creationId="{621E947D-525D-4D2A-B0C3-E1BFCA6060FD}"/>
          </ac:cxnSpMkLst>
        </pc:cxnChg>
        <pc:cxnChg chg="add del">
          <ac:chgData name="Yeo Xiong Wei, Jonathan" userId="ac2b658e-7ce1-44bb-9f9f-bf4198ceaa29" providerId="ADAL" clId="{AD860E20-49AE-477B-B216-6779C813A177}" dt="2024-11-08T08:59:42.350" v="40" actId="26606"/>
          <ac:cxnSpMkLst>
            <pc:docMk/>
            <pc:sldMk cId="2338007991" sldId="256"/>
            <ac:cxnSpMk id="23" creationId="{2DD089E2-CEA3-48C4-9094-610D00D9460C}"/>
          </ac:cxnSpMkLst>
        </pc:cxnChg>
        <pc:cxnChg chg="add del">
          <ac:chgData name="Yeo Xiong Wei, Jonathan" userId="ac2b658e-7ce1-44bb-9f9f-bf4198ceaa29" providerId="ADAL" clId="{AD860E20-49AE-477B-B216-6779C813A177}" dt="2024-11-08T08:59:48.638" v="42" actId="26606"/>
          <ac:cxnSpMkLst>
            <pc:docMk/>
            <pc:sldMk cId="2338007991" sldId="256"/>
            <ac:cxnSpMk id="26" creationId="{B9EB6DAA-2F0C-43D5-A577-15D5D2C4E3F5}"/>
          </ac:cxnSpMkLst>
        </pc:cxnChg>
      </pc:sldChg>
      <pc:sldChg chg="modSp add del modAnim">
        <pc:chgData name="Yeo Xiong Wei, Jonathan" userId="ac2b658e-7ce1-44bb-9f9f-bf4198ceaa29" providerId="ADAL" clId="{AD860E20-49AE-477B-B216-6779C813A177}" dt="2024-11-11T03:36:50.128" v="8589"/>
        <pc:sldMkLst>
          <pc:docMk/>
          <pc:sldMk cId="880158339" sldId="297"/>
        </pc:sldMkLst>
        <pc:spChg chg="mod">
          <ac:chgData name="Yeo Xiong Wei, Jonathan" userId="ac2b658e-7ce1-44bb-9f9f-bf4198ceaa29" providerId="ADAL" clId="{AD860E20-49AE-477B-B216-6779C813A177}" dt="2024-11-09T01:50:00.103" v="1695" actId="113"/>
          <ac:spMkLst>
            <pc:docMk/>
            <pc:sldMk cId="880158339" sldId="297"/>
            <ac:spMk id="24578" creationId="{00000000-0000-0000-0000-000000000000}"/>
          </ac:spMkLst>
        </pc:spChg>
      </pc:sldChg>
      <pc:sldChg chg="addSp modSp add del mod ord modAnim">
        <pc:chgData name="Yeo Xiong Wei, Jonathan" userId="ac2b658e-7ce1-44bb-9f9f-bf4198ceaa29" providerId="ADAL" clId="{AD860E20-49AE-477B-B216-6779C813A177}" dt="2024-11-11T03:36:41.483" v="8587"/>
        <pc:sldMkLst>
          <pc:docMk/>
          <pc:sldMk cId="2600090530" sldId="298"/>
        </pc:sldMkLst>
        <pc:spChg chg="add mod">
          <ac:chgData name="Yeo Xiong Wei, Jonathan" userId="ac2b658e-7ce1-44bb-9f9f-bf4198ceaa29" providerId="ADAL" clId="{AD860E20-49AE-477B-B216-6779C813A177}" dt="2024-11-09T02:04:31.354" v="2967" actId="6549"/>
          <ac:spMkLst>
            <pc:docMk/>
            <pc:sldMk cId="2600090530" sldId="298"/>
            <ac:spMk id="5" creationId="{A3A1E6C3-3522-BF90-3DC4-A38C03DE9510}"/>
          </ac:spMkLst>
        </pc:spChg>
        <pc:spChg chg="add mod">
          <ac:chgData name="Yeo Xiong Wei, Jonathan" userId="ac2b658e-7ce1-44bb-9f9f-bf4198ceaa29" providerId="ADAL" clId="{AD860E20-49AE-477B-B216-6779C813A177}" dt="2024-11-09T02:04:06.005" v="2936" actId="20577"/>
          <ac:spMkLst>
            <pc:docMk/>
            <pc:sldMk cId="2600090530" sldId="298"/>
            <ac:spMk id="6" creationId="{6A9D56CE-823C-29DC-BD47-464FCDCF28CB}"/>
          </ac:spMkLst>
        </pc:spChg>
        <pc:spChg chg="mod">
          <ac:chgData name="Yeo Xiong Wei, Jonathan" userId="ac2b658e-7ce1-44bb-9f9f-bf4198ceaa29" providerId="ADAL" clId="{AD860E20-49AE-477B-B216-6779C813A177}" dt="2024-11-09T01:37:41.173" v="625" actId="20577"/>
          <ac:spMkLst>
            <pc:docMk/>
            <pc:sldMk cId="2600090530" sldId="298"/>
            <ac:spMk id="25601" creationId="{00000000-0000-0000-0000-000000000000}"/>
          </ac:spMkLst>
        </pc:spChg>
        <pc:spChg chg="mod">
          <ac:chgData name="Yeo Xiong Wei, Jonathan" userId="ac2b658e-7ce1-44bb-9f9f-bf4198ceaa29" providerId="ADAL" clId="{AD860E20-49AE-477B-B216-6779C813A177}" dt="2024-11-09T02:03:15.324" v="2875" actId="114"/>
          <ac:spMkLst>
            <pc:docMk/>
            <pc:sldMk cId="2600090530" sldId="298"/>
            <ac:spMk id="25602" creationId="{00000000-0000-0000-0000-000000000000}"/>
          </ac:spMkLst>
        </pc:spChg>
        <pc:cxnChg chg="add mod">
          <ac:chgData name="Yeo Xiong Wei, Jonathan" userId="ac2b658e-7ce1-44bb-9f9f-bf4198ceaa29" providerId="ADAL" clId="{AD860E20-49AE-477B-B216-6779C813A177}" dt="2024-11-09T02:03:36.312" v="2911" actId="1076"/>
          <ac:cxnSpMkLst>
            <pc:docMk/>
            <pc:sldMk cId="2600090530" sldId="298"/>
            <ac:cxnSpMk id="4" creationId="{B7A33216-649D-1F59-7344-07D3ABAE55D8}"/>
          </ac:cxnSpMkLst>
        </pc:cxnChg>
        <pc:cxnChg chg="add mod">
          <ac:chgData name="Yeo Xiong Wei, Jonathan" userId="ac2b658e-7ce1-44bb-9f9f-bf4198ceaa29" providerId="ADAL" clId="{AD860E20-49AE-477B-B216-6779C813A177}" dt="2024-11-09T01:55:04.755" v="2029" actId="1076"/>
          <ac:cxnSpMkLst>
            <pc:docMk/>
            <pc:sldMk cId="2600090530" sldId="298"/>
            <ac:cxnSpMk id="7" creationId="{08D62A28-0B6F-FD74-E7BB-1C8136668C32}"/>
          </ac:cxnSpMkLst>
        </pc:cxnChg>
      </pc:sldChg>
      <pc:sldChg chg="add del">
        <pc:chgData name="Yeo Xiong Wei, Jonathan" userId="ac2b658e-7ce1-44bb-9f9f-bf4198ceaa29" providerId="ADAL" clId="{AD860E20-49AE-477B-B216-6779C813A177}" dt="2024-11-08T10:16:46.855" v="52" actId="47"/>
        <pc:sldMkLst>
          <pc:docMk/>
          <pc:sldMk cId="1899192671" sldId="304"/>
        </pc:sldMkLst>
      </pc:sldChg>
      <pc:sldChg chg="modSp add del mod modAnim">
        <pc:chgData name="Yeo Xiong Wei, Jonathan" userId="ac2b658e-7ce1-44bb-9f9f-bf4198ceaa29" providerId="ADAL" clId="{AD860E20-49AE-477B-B216-6779C813A177}" dt="2024-11-11T03:37:59.979" v="8598"/>
        <pc:sldMkLst>
          <pc:docMk/>
          <pc:sldMk cId="2919791523" sldId="306"/>
        </pc:sldMkLst>
        <pc:spChg chg="mod">
          <ac:chgData name="Yeo Xiong Wei, Jonathan" userId="ac2b658e-7ce1-44bb-9f9f-bf4198ceaa29" providerId="ADAL" clId="{AD860E20-49AE-477B-B216-6779C813A177}" dt="2024-11-08T10:17:19.899" v="74" actId="20577"/>
          <ac:spMkLst>
            <pc:docMk/>
            <pc:sldMk cId="2919791523" sldId="306"/>
            <ac:spMk id="33793" creationId="{00000000-0000-0000-0000-000000000000}"/>
          </ac:spMkLst>
        </pc:spChg>
        <pc:spChg chg="mod">
          <ac:chgData name="Yeo Xiong Wei, Jonathan" userId="ac2b658e-7ce1-44bb-9f9f-bf4198ceaa29" providerId="ADAL" clId="{AD860E20-49AE-477B-B216-6779C813A177}" dt="2024-11-09T01:52:09.220" v="1782" actId="6549"/>
          <ac:spMkLst>
            <pc:docMk/>
            <pc:sldMk cId="2919791523" sldId="306"/>
            <ac:spMk id="33794" creationId="{00000000-0000-0000-0000-000000000000}"/>
          </ac:spMkLst>
        </pc:spChg>
      </pc:sldChg>
      <pc:sldChg chg="addSp modSp add del mod modAnim">
        <pc:chgData name="Yeo Xiong Wei, Jonathan" userId="ac2b658e-7ce1-44bb-9f9f-bf4198ceaa29" providerId="ADAL" clId="{AD860E20-49AE-477B-B216-6779C813A177}" dt="2024-11-11T03:39:08.809" v="8608"/>
        <pc:sldMkLst>
          <pc:docMk/>
          <pc:sldMk cId="2957042789" sldId="309"/>
        </pc:sldMkLst>
        <pc:spChg chg="add mod ord">
          <ac:chgData name="Yeo Xiong Wei, Jonathan" userId="ac2b658e-7ce1-44bb-9f9f-bf4198ceaa29" providerId="ADAL" clId="{AD860E20-49AE-477B-B216-6779C813A177}" dt="2024-11-09T02:56:58.153" v="4961" actId="14100"/>
          <ac:spMkLst>
            <pc:docMk/>
            <pc:sldMk cId="2957042789" sldId="309"/>
            <ac:spMk id="2" creationId="{4A929990-3E3F-9A7B-3E8A-1FF2E655FB30}"/>
          </ac:spMkLst>
        </pc:spChg>
        <pc:spChg chg="mod">
          <ac:chgData name="Yeo Xiong Wei, Jonathan" userId="ac2b658e-7ce1-44bb-9f9f-bf4198ceaa29" providerId="ADAL" clId="{AD860E20-49AE-477B-B216-6779C813A177}" dt="2024-11-09T02:56:30.867" v="4955" actId="20577"/>
          <ac:spMkLst>
            <pc:docMk/>
            <pc:sldMk cId="2957042789" sldId="309"/>
            <ac:spMk id="4" creationId="{C0B4F7F3-0363-D549-8109-F73FE41D99E0}"/>
          </ac:spMkLst>
        </pc:spChg>
      </pc:sldChg>
      <pc:sldChg chg="addSp delSp modSp add mod delAnim modAnim modNotesTx">
        <pc:chgData name="Yeo Xiong Wei, Jonathan" userId="ac2b658e-7ce1-44bb-9f9f-bf4198ceaa29" providerId="ADAL" clId="{AD860E20-49AE-477B-B216-6779C813A177}" dt="2024-11-11T03:37:19.630" v="8594" actId="478"/>
        <pc:sldMkLst>
          <pc:docMk/>
          <pc:sldMk cId="573533616" sldId="317"/>
        </pc:sldMkLst>
        <pc:spChg chg="add mod">
          <ac:chgData name="Yeo Xiong Wei, Jonathan" userId="ac2b658e-7ce1-44bb-9f9f-bf4198ceaa29" providerId="ADAL" clId="{AD860E20-49AE-477B-B216-6779C813A177}" dt="2024-11-09T02:09:43.536" v="3209" actId="14100"/>
          <ac:spMkLst>
            <pc:docMk/>
            <pc:sldMk cId="573533616" sldId="317"/>
            <ac:spMk id="2" creationId="{A09E42D2-B338-4367-BC14-DC7DE32A7D6B}"/>
          </ac:spMkLst>
        </pc:spChg>
        <pc:spChg chg="add mod">
          <ac:chgData name="Yeo Xiong Wei, Jonathan" userId="ac2b658e-7ce1-44bb-9f9f-bf4198ceaa29" providerId="ADAL" clId="{AD860E20-49AE-477B-B216-6779C813A177}" dt="2024-11-09T02:09:31.932" v="3205" actId="20577"/>
          <ac:spMkLst>
            <pc:docMk/>
            <pc:sldMk cId="573533616" sldId="317"/>
            <ac:spMk id="4" creationId="{E106E1D6-E6A7-1EFE-5436-24B5AD5AB061}"/>
          </ac:spMkLst>
        </pc:spChg>
        <pc:spChg chg="add del mod">
          <ac:chgData name="Yeo Xiong Wei, Jonathan" userId="ac2b658e-7ce1-44bb-9f9f-bf4198ceaa29" providerId="ADAL" clId="{AD860E20-49AE-477B-B216-6779C813A177}" dt="2024-11-11T03:37:19.630" v="8594" actId="478"/>
          <ac:spMkLst>
            <pc:docMk/>
            <pc:sldMk cId="573533616" sldId="317"/>
            <ac:spMk id="5" creationId="{D71598DD-0567-01E5-CC62-40890785E2A3}"/>
          </ac:spMkLst>
        </pc:spChg>
        <pc:spChg chg="mod">
          <ac:chgData name="Yeo Xiong Wei, Jonathan" userId="ac2b658e-7ce1-44bb-9f9f-bf4198ceaa29" providerId="ADAL" clId="{AD860E20-49AE-477B-B216-6779C813A177}" dt="2024-11-09T02:13:04.036" v="3454" actId="113"/>
          <ac:spMkLst>
            <pc:docMk/>
            <pc:sldMk cId="573533616" sldId="317"/>
            <ac:spMk id="45058" creationId="{00000000-0000-0000-0000-000000000000}"/>
          </ac:spMkLst>
        </pc:spChg>
        <pc:picChg chg="add mod">
          <ac:chgData name="Yeo Xiong Wei, Jonathan" userId="ac2b658e-7ce1-44bb-9f9f-bf4198ceaa29" providerId="ADAL" clId="{AD860E20-49AE-477B-B216-6779C813A177}" dt="2024-11-11T03:36:54.435" v="8590" actId="1076"/>
          <ac:picMkLst>
            <pc:docMk/>
            <pc:sldMk cId="573533616" sldId="317"/>
            <ac:picMk id="1026" creationId="{D2B81696-5A0A-4FC1-9460-C055DBB95996}"/>
          </ac:picMkLst>
        </pc:picChg>
      </pc:sldChg>
      <pc:sldChg chg="add del">
        <pc:chgData name="Yeo Xiong Wei, Jonathan" userId="ac2b658e-7ce1-44bb-9f9f-bf4198ceaa29" providerId="ADAL" clId="{AD860E20-49AE-477B-B216-6779C813A177}" dt="2024-11-08T10:24:32.828" v="370" actId="2696"/>
        <pc:sldMkLst>
          <pc:docMk/>
          <pc:sldMk cId="749868004" sldId="317"/>
        </pc:sldMkLst>
      </pc:sldChg>
      <pc:sldChg chg="add del">
        <pc:chgData name="Yeo Xiong Wei, Jonathan" userId="ac2b658e-7ce1-44bb-9f9f-bf4198ceaa29" providerId="ADAL" clId="{AD860E20-49AE-477B-B216-6779C813A177}" dt="2024-11-09T01:59:46.983" v="2436" actId="2696"/>
        <pc:sldMkLst>
          <pc:docMk/>
          <pc:sldMk cId="1590555222" sldId="317"/>
        </pc:sldMkLst>
      </pc:sldChg>
      <pc:sldChg chg="modSp add del modAnim">
        <pc:chgData name="Yeo Xiong Wei, Jonathan" userId="ac2b658e-7ce1-44bb-9f9f-bf4198ceaa29" providerId="ADAL" clId="{AD860E20-49AE-477B-B216-6779C813A177}" dt="2024-11-08T10:23:48.546" v="365" actId="20577"/>
        <pc:sldMkLst>
          <pc:docMk/>
          <pc:sldMk cId="4033202070" sldId="321"/>
        </pc:sldMkLst>
        <pc:spChg chg="mod">
          <ac:chgData name="Yeo Xiong Wei, Jonathan" userId="ac2b658e-7ce1-44bb-9f9f-bf4198ceaa29" providerId="ADAL" clId="{AD860E20-49AE-477B-B216-6779C813A177}" dt="2024-11-08T10:23:44.611" v="364" actId="20577"/>
          <ac:spMkLst>
            <pc:docMk/>
            <pc:sldMk cId="4033202070" sldId="321"/>
            <ac:spMk id="49154" creationId="{00000000-0000-0000-0000-000000000000}"/>
          </ac:spMkLst>
        </pc:spChg>
      </pc:sldChg>
      <pc:sldChg chg="add del">
        <pc:chgData name="Yeo Xiong Wei, Jonathan" userId="ac2b658e-7ce1-44bb-9f9f-bf4198ceaa29" providerId="ADAL" clId="{AD860E20-49AE-477B-B216-6779C813A177}" dt="2024-11-08T10:21:43.811" v="233" actId="47"/>
        <pc:sldMkLst>
          <pc:docMk/>
          <pc:sldMk cId="1687722588" sldId="325"/>
        </pc:sldMkLst>
      </pc:sldChg>
      <pc:sldChg chg="addSp modSp add del mod modAnim">
        <pc:chgData name="Yeo Xiong Wei, Jonathan" userId="ac2b658e-7ce1-44bb-9f9f-bf4198ceaa29" providerId="ADAL" clId="{AD860E20-49AE-477B-B216-6779C813A177}" dt="2024-11-11T03:39:33.211" v="8612"/>
        <pc:sldMkLst>
          <pc:docMk/>
          <pc:sldMk cId="4271442709" sldId="335"/>
        </pc:sldMkLst>
        <pc:spChg chg="add mod ord">
          <ac:chgData name="Yeo Xiong Wei, Jonathan" userId="ac2b658e-7ce1-44bb-9f9f-bf4198ceaa29" providerId="ADAL" clId="{AD860E20-49AE-477B-B216-6779C813A177}" dt="2024-11-09T03:03:20.704" v="5202" actId="1076"/>
          <ac:spMkLst>
            <pc:docMk/>
            <pc:sldMk cId="4271442709" sldId="335"/>
            <ac:spMk id="2" creationId="{292D4BAA-D1B7-E30E-B1B5-F939C88B4A64}"/>
          </ac:spMkLst>
        </pc:spChg>
        <pc:spChg chg="add mod">
          <ac:chgData name="Yeo Xiong Wei, Jonathan" userId="ac2b658e-7ce1-44bb-9f9f-bf4198ceaa29" providerId="ADAL" clId="{AD860E20-49AE-477B-B216-6779C813A177}" dt="2024-11-09T03:11:27.154" v="5656" actId="14100"/>
          <ac:spMkLst>
            <pc:docMk/>
            <pc:sldMk cId="4271442709" sldId="335"/>
            <ac:spMk id="4" creationId="{0B0A5ABE-2B3B-E77A-32A6-2D809EFD4B8F}"/>
          </ac:spMkLst>
        </pc:spChg>
        <pc:spChg chg="add mod">
          <ac:chgData name="Yeo Xiong Wei, Jonathan" userId="ac2b658e-7ce1-44bb-9f9f-bf4198ceaa29" providerId="ADAL" clId="{AD860E20-49AE-477B-B216-6779C813A177}" dt="2024-11-09T03:11:36.217" v="5659" actId="1076"/>
          <ac:spMkLst>
            <pc:docMk/>
            <pc:sldMk cId="4271442709" sldId="335"/>
            <ac:spMk id="7" creationId="{D3445490-F5DE-2D0E-117A-D20D6EEB75BD}"/>
          </ac:spMkLst>
        </pc:spChg>
        <pc:spChg chg="add mod">
          <ac:chgData name="Yeo Xiong Wei, Jonathan" userId="ac2b658e-7ce1-44bb-9f9f-bf4198ceaa29" providerId="ADAL" clId="{AD860E20-49AE-477B-B216-6779C813A177}" dt="2024-11-09T03:11:47.920" v="5666" actId="20577"/>
          <ac:spMkLst>
            <pc:docMk/>
            <pc:sldMk cId="4271442709" sldId="335"/>
            <ac:spMk id="10" creationId="{00ABF76C-DC91-2151-2AD6-78F798C8EA53}"/>
          </ac:spMkLst>
        </pc:spChg>
        <pc:spChg chg="add mod">
          <ac:chgData name="Yeo Xiong Wei, Jonathan" userId="ac2b658e-7ce1-44bb-9f9f-bf4198ceaa29" providerId="ADAL" clId="{AD860E20-49AE-477B-B216-6779C813A177}" dt="2024-11-09T03:12:00.702" v="5676" actId="1076"/>
          <ac:spMkLst>
            <pc:docMk/>
            <pc:sldMk cId="4271442709" sldId="335"/>
            <ac:spMk id="12" creationId="{B763CB39-DC66-7E65-9225-8295E66515BE}"/>
          </ac:spMkLst>
        </pc:spChg>
        <pc:spChg chg="mod">
          <ac:chgData name="Yeo Xiong Wei, Jonathan" userId="ac2b658e-7ce1-44bb-9f9f-bf4198ceaa29" providerId="ADAL" clId="{AD860E20-49AE-477B-B216-6779C813A177}" dt="2024-11-09T03:09:13.990" v="5558" actId="20577"/>
          <ac:spMkLst>
            <pc:docMk/>
            <pc:sldMk cId="4271442709" sldId="335"/>
            <ac:spMk id="63489" creationId="{00000000-0000-0000-0000-000000000000}"/>
          </ac:spMkLst>
        </pc:spChg>
        <pc:spChg chg="mod">
          <ac:chgData name="Yeo Xiong Wei, Jonathan" userId="ac2b658e-7ce1-44bb-9f9f-bf4198ceaa29" providerId="ADAL" clId="{AD860E20-49AE-477B-B216-6779C813A177}" dt="2024-11-09T03:06:59.278" v="5458" actId="20577"/>
          <ac:spMkLst>
            <pc:docMk/>
            <pc:sldMk cId="4271442709" sldId="335"/>
            <ac:spMk id="63490" creationId="{00000000-0000-0000-0000-000000000000}"/>
          </ac:spMkLst>
        </pc:spChg>
        <pc:cxnChg chg="add">
          <ac:chgData name="Yeo Xiong Wei, Jonathan" userId="ac2b658e-7ce1-44bb-9f9f-bf4198ceaa29" providerId="ADAL" clId="{AD860E20-49AE-477B-B216-6779C813A177}" dt="2024-11-09T03:10:40.351" v="5588" actId="11529"/>
          <ac:cxnSpMkLst>
            <pc:docMk/>
            <pc:sldMk cId="4271442709" sldId="335"/>
            <ac:cxnSpMk id="6" creationId="{D685AEA9-193A-5970-560A-ABE4AD1E1041}"/>
          </ac:cxnSpMkLst>
        </pc:cxnChg>
        <pc:cxnChg chg="add mod">
          <ac:chgData name="Yeo Xiong Wei, Jonathan" userId="ac2b658e-7ce1-44bb-9f9f-bf4198ceaa29" providerId="ADAL" clId="{AD860E20-49AE-477B-B216-6779C813A177}" dt="2024-11-09T03:11:41.320" v="5662" actId="14100"/>
          <ac:cxnSpMkLst>
            <pc:docMk/>
            <pc:sldMk cId="4271442709" sldId="335"/>
            <ac:cxnSpMk id="8" creationId="{05838509-671F-4366-F245-EB6736787751}"/>
          </ac:cxnSpMkLst>
        </pc:cxnChg>
        <pc:cxnChg chg="add mod">
          <ac:chgData name="Yeo Xiong Wei, Jonathan" userId="ac2b658e-7ce1-44bb-9f9f-bf4198ceaa29" providerId="ADAL" clId="{AD860E20-49AE-477B-B216-6779C813A177}" dt="2024-11-09T03:11:52.383" v="5668" actId="1076"/>
          <ac:cxnSpMkLst>
            <pc:docMk/>
            <pc:sldMk cId="4271442709" sldId="335"/>
            <ac:cxnSpMk id="11" creationId="{B6BC6ACD-0539-5B6D-F655-E0C819590D5C}"/>
          </ac:cxnSpMkLst>
        </pc:cxnChg>
      </pc:sldChg>
      <pc:sldChg chg="addSp modSp add del mod modAnim">
        <pc:chgData name="Yeo Xiong Wei, Jonathan" userId="ac2b658e-7ce1-44bb-9f9f-bf4198ceaa29" providerId="ADAL" clId="{AD860E20-49AE-477B-B216-6779C813A177}" dt="2024-11-11T03:40:54.585" v="8622"/>
        <pc:sldMkLst>
          <pc:docMk/>
          <pc:sldMk cId="4100324096" sldId="339"/>
        </pc:sldMkLst>
        <pc:spChg chg="add mod ord">
          <ac:chgData name="Yeo Xiong Wei, Jonathan" userId="ac2b658e-7ce1-44bb-9f9f-bf4198ceaa29" providerId="ADAL" clId="{AD860E20-49AE-477B-B216-6779C813A177}" dt="2024-11-09T03:26:47.100" v="6468" actId="167"/>
          <ac:spMkLst>
            <pc:docMk/>
            <pc:sldMk cId="4100324096" sldId="339"/>
            <ac:spMk id="2" creationId="{F09E04A4-14E1-6BF4-1B78-E627FF5C4578}"/>
          </ac:spMkLst>
        </pc:spChg>
        <pc:spChg chg="mod">
          <ac:chgData name="Yeo Xiong Wei, Jonathan" userId="ac2b658e-7ce1-44bb-9f9f-bf4198ceaa29" providerId="ADAL" clId="{AD860E20-49AE-477B-B216-6779C813A177}" dt="2024-11-09T03:22:25.113" v="6270" actId="20577"/>
          <ac:spMkLst>
            <pc:docMk/>
            <pc:sldMk cId="4100324096" sldId="339"/>
            <ac:spMk id="67586" creationId="{00000000-0000-0000-0000-000000000000}"/>
          </ac:spMkLst>
        </pc:spChg>
      </pc:sldChg>
      <pc:sldChg chg="addSp modSp add del mod modAnim">
        <pc:chgData name="Yeo Xiong Wei, Jonathan" userId="ac2b658e-7ce1-44bb-9f9f-bf4198ceaa29" providerId="ADAL" clId="{AD860E20-49AE-477B-B216-6779C813A177}" dt="2024-11-11T03:41:16.342" v="8627"/>
        <pc:sldMkLst>
          <pc:docMk/>
          <pc:sldMk cId="145871550" sldId="342"/>
        </pc:sldMkLst>
        <pc:spChg chg="add mod">
          <ac:chgData name="Yeo Xiong Wei, Jonathan" userId="ac2b658e-7ce1-44bb-9f9f-bf4198ceaa29" providerId="ADAL" clId="{AD860E20-49AE-477B-B216-6779C813A177}" dt="2024-11-09T03:25:36.578" v="6426" actId="404"/>
          <ac:spMkLst>
            <pc:docMk/>
            <pc:sldMk cId="145871550" sldId="342"/>
            <ac:spMk id="2" creationId="{0A116072-A560-E270-AC16-D2EF797A3D23}"/>
          </ac:spMkLst>
        </pc:spChg>
        <pc:spChg chg="add mod">
          <ac:chgData name="Yeo Xiong Wei, Jonathan" userId="ac2b658e-7ce1-44bb-9f9f-bf4198ceaa29" providerId="ADAL" clId="{AD860E20-49AE-477B-B216-6779C813A177}" dt="2024-11-09T03:25:52.906" v="6447" actId="1076"/>
          <ac:spMkLst>
            <pc:docMk/>
            <pc:sldMk cId="145871550" sldId="342"/>
            <ac:spMk id="4" creationId="{CB10F8D2-8679-79BF-02B1-A4DEFC669EF2}"/>
          </ac:spMkLst>
        </pc:spChg>
        <pc:spChg chg="add mod ord">
          <ac:chgData name="Yeo Xiong Wei, Jonathan" userId="ac2b658e-7ce1-44bb-9f9f-bf4198ceaa29" providerId="ADAL" clId="{AD860E20-49AE-477B-B216-6779C813A177}" dt="2024-11-09T03:26:43.825" v="6466" actId="1076"/>
          <ac:spMkLst>
            <pc:docMk/>
            <pc:sldMk cId="145871550" sldId="342"/>
            <ac:spMk id="15" creationId="{A80ED3C9-98B6-DC2A-188F-69ADD90F1C54}"/>
          </ac:spMkLst>
        </pc:spChg>
        <pc:spChg chg="mod">
          <ac:chgData name="Yeo Xiong Wei, Jonathan" userId="ac2b658e-7ce1-44bb-9f9f-bf4198ceaa29" providerId="ADAL" clId="{AD860E20-49AE-477B-B216-6779C813A177}" dt="2024-11-09T03:24:15.269" v="6353" actId="20577"/>
          <ac:spMkLst>
            <pc:docMk/>
            <pc:sldMk cId="145871550" sldId="342"/>
            <ac:spMk id="70658" creationId="{00000000-0000-0000-0000-000000000000}"/>
          </ac:spMkLst>
        </pc:spChg>
        <pc:cxnChg chg="add mod">
          <ac:chgData name="Yeo Xiong Wei, Jonathan" userId="ac2b658e-7ce1-44bb-9f9f-bf4198ceaa29" providerId="ADAL" clId="{AD860E20-49AE-477B-B216-6779C813A177}" dt="2024-11-09T03:26:16.130" v="6453" actId="14100"/>
          <ac:cxnSpMkLst>
            <pc:docMk/>
            <pc:sldMk cId="145871550" sldId="342"/>
            <ac:cxnSpMk id="5" creationId="{D7F24BC8-E20B-6C1B-C117-935A8D06DE1C}"/>
          </ac:cxnSpMkLst>
        </pc:cxnChg>
        <pc:cxnChg chg="add mod">
          <ac:chgData name="Yeo Xiong Wei, Jonathan" userId="ac2b658e-7ce1-44bb-9f9f-bf4198ceaa29" providerId="ADAL" clId="{AD860E20-49AE-477B-B216-6779C813A177}" dt="2024-11-09T03:26:29.627" v="6461" actId="14100"/>
          <ac:cxnSpMkLst>
            <pc:docMk/>
            <pc:sldMk cId="145871550" sldId="342"/>
            <ac:cxnSpMk id="9" creationId="{483F9100-5CBE-1B67-AE05-CF78B22DC1AA}"/>
          </ac:cxnSpMkLst>
        </pc:cxnChg>
      </pc:sldChg>
      <pc:sldChg chg="add del">
        <pc:chgData name="Yeo Xiong Wei, Jonathan" userId="ac2b658e-7ce1-44bb-9f9f-bf4198ceaa29" providerId="ADAL" clId="{AD860E20-49AE-477B-B216-6779C813A177}" dt="2024-11-09T03:38:09.062" v="7955" actId="47"/>
        <pc:sldMkLst>
          <pc:docMk/>
          <pc:sldMk cId="757917832" sldId="346"/>
        </pc:sldMkLst>
      </pc:sldChg>
      <pc:sldChg chg="modSp add del mod modAnim modNotesTx">
        <pc:chgData name="Yeo Xiong Wei, Jonathan" userId="ac2b658e-7ce1-44bb-9f9f-bf4198ceaa29" providerId="ADAL" clId="{AD860E20-49AE-477B-B216-6779C813A177}" dt="2024-11-09T02:19:49.798" v="4048" actId="313"/>
        <pc:sldMkLst>
          <pc:docMk/>
          <pc:sldMk cId="3061472017" sldId="348"/>
        </pc:sldMkLst>
        <pc:spChg chg="mod">
          <ac:chgData name="Yeo Xiong Wei, Jonathan" userId="ac2b658e-7ce1-44bb-9f9f-bf4198ceaa29" providerId="ADAL" clId="{AD860E20-49AE-477B-B216-6779C813A177}" dt="2024-11-08T10:17:27.752" v="76"/>
          <ac:spMkLst>
            <pc:docMk/>
            <pc:sldMk cId="3061472017" sldId="348"/>
            <ac:spMk id="34817" creationId="{00000000-0000-0000-0000-000000000000}"/>
          </ac:spMkLst>
        </pc:spChg>
        <pc:spChg chg="mod">
          <ac:chgData name="Yeo Xiong Wei, Jonathan" userId="ac2b658e-7ce1-44bb-9f9f-bf4198ceaa29" providerId="ADAL" clId="{AD860E20-49AE-477B-B216-6779C813A177}" dt="2024-11-09T02:19:49.798" v="4048" actId="313"/>
          <ac:spMkLst>
            <pc:docMk/>
            <pc:sldMk cId="3061472017" sldId="348"/>
            <ac:spMk id="34818" creationId="{00000000-0000-0000-0000-000000000000}"/>
          </ac:spMkLst>
        </pc:spChg>
      </pc:sldChg>
      <pc:sldChg chg="modSp add del mod">
        <pc:chgData name="Yeo Xiong Wei, Jonathan" userId="ac2b658e-7ce1-44bb-9f9f-bf4198ceaa29" providerId="ADAL" clId="{AD860E20-49AE-477B-B216-6779C813A177}" dt="2024-11-09T03:39:18.702" v="7998" actId="20577"/>
        <pc:sldMkLst>
          <pc:docMk/>
          <pc:sldMk cId="3825993350" sldId="351"/>
        </pc:sldMkLst>
        <pc:spChg chg="mod">
          <ac:chgData name="Yeo Xiong Wei, Jonathan" userId="ac2b658e-7ce1-44bb-9f9f-bf4198ceaa29" providerId="ADAL" clId="{AD860E20-49AE-477B-B216-6779C813A177}" dt="2024-11-09T03:39:18.702" v="7998" actId="20577"/>
          <ac:spMkLst>
            <pc:docMk/>
            <pc:sldMk cId="3825993350" sldId="351"/>
            <ac:spMk id="74754" creationId="{00000000-0000-0000-0000-000000000000}"/>
          </ac:spMkLst>
        </pc:spChg>
      </pc:sldChg>
      <pc:sldChg chg="modSp add del mod modAnim">
        <pc:chgData name="Yeo Xiong Wei, Jonathan" userId="ac2b658e-7ce1-44bb-9f9f-bf4198ceaa29" providerId="ADAL" clId="{AD860E20-49AE-477B-B216-6779C813A177}" dt="2024-11-09T03:40:11.015" v="8006" actId="6549"/>
        <pc:sldMkLst>
          <pc:docMk/>
          <pc:sldMk cId="870318179" sldId="352"/>
        </pc:sldMkLst>
        <pc:spChg chg="mod">
          <ac:chgData name="Yeo Xiong Wei, Jonathan" userId="ac2b658e-7ce1-44bb-9f9f-bf4198ceaa29" providerId="ADAL" clId="{AD860E20-49AE-477B-B216-6779C813A177}" dt="2024-11-09T03:40:11.015" v="8006" actId="6549"/>
          <ac:spMkLst>
            <pc:docMk/>
            <pc:sldMk cId="870318179" sldId="352"/>
            <ac:spMk id="74754" creationId="{00000000-0000-0000-0000-000000000000}"/>
          </ac:spMkLst>
        </pc:spChg>
      </pc:sldChg>
      <pc:sldChg chg="modSp add del mod">
        <pc:chgData name="Yeo Xiong Wei, Jonathan" userId="ac2b658e-7ce1-44bb-9f9f-bf4198ceaa29" providerId="ADAL" clId="{AD860E20-49AE-477B-B216-6779C813A177}" dt="2024-11-09T03:41:11.274" v="8107" actId="6549"/>
        <pc:sldMkLst>
          <pc:docMk/>
          <pc:sldMk cId="3724589040" sldId="353"/>
        </pc:sldMkLst>
        <pc:spChg chg="mod">
          <ac:chgData name="Yeo Xiong Wei, Jonathan" userId="ac2b658e-7ce1-44bb-9f9f-bf4198ceaa29" providerId="ADAL" clId="{AD860E20-49AE-477B-B216-6779C813A177}" dt="2024-11-09T03:41:11.274" v="8107" actId="6549"/>
          <ac:spMkLst>
            <pc:docMk/>
            <pc:sldMk cId="3724589040" sldId="353"/>
            <ac:spMk id="74754" creationId="{00000000-0000-0000-0000-000000000000}"/>
          </ac:spMkLst>
        </pc:spChg>
      </pc:sldChg>
      <pc:sldChg chg="add del">
        <pc:chgData name="Yeo Xiong Wei, Jonathan" userId="ac2b658e-7ce1-44bb-9f9f-bf4198ceaa29" providerId="ADAL" clId="{AD860E20-49AE-477B-B216-6779C813A177}" dt="2024-11-08T09:00:41.747" v="49"/>
        <pc:sldMkLst>
          <pc:docMk/>
          <pc:sldMk cId="3435871625" sldId="354"/>
        </pc:sldMkLst>
      </pc:sldChg>
      <pc:sldChg chg="modSp add del mod modAnim">
        <pc:chgData name="Yeo Xiong Wei, Jonathan" userId="ac2b658e-7ce1-44bb-9f9f-bf4198ceaa29" providerId="ADAL" clId="{AD860E20-49AE-477B-B216-6779C813A177}" dt="2024-11-11T03:41:28.319" v="8630"/>
        <pc:sldMkLst>
          <pc:docMk/>
          <pc:sldMk cId="3675782885" sldId="355"/>
        </pc:sldMkLst>
        <pc:spChg chg="mod">
          <ac:chgData name="Yeo Xiong Wei, Jonathan" userId="ac2b658e-7ce1-44bb-9f9f-bf4198ceaa29" providerId="ADAL" clId="{AD860E20-49AE-477B-B216-6779C813A177}" dt="2024-11-09T03:27:22.595" v="6541" actId="20577"/>
          <ac:spMkLst>
            <pc:docMk/>
            <pc:sldMk cId="3675782885" sldId="355"/>
            <ac:spMk id="70657" creationId="{00000000-0000-0000-0000-000000000000}"/>
          </ac:spMkLst>
        </pc:spChg>
        <pc:spChg chg="mod">
          <ac:chgData name="Yeo Xiong Wei, Jonathan" userId="ac2b658e-7ce1-44bb-9f9f-bf4198ceaa29" providerId="ADAL" clId="{AD860E20-49AE-477B-B216-6779C813A177}" dt="2024-11-09T03:37:38.908" v="7953" actId="113"/>
          <ac:spMkLst>
            <pc:docMk/>
            <pc:sldMk cId="3675782885" sldId="355"/>
            <ac:spMk id="70658" creationId="{00000000-0000-0000-0000-000000000000}"/>
          </ac:spMkLst>
        </pc:spChg>
      </pc:sldChg>
      <pc:sldChg chg="addSp modSp add del mod">
        <pc:chgData name="Yeo Xiong Wei, Jonathan" userId="ac2b658e-7ce1-44bb-9f9f-bf4198ceaa29" providerId="ADAL" clId="{AD860E20-49AE-477B-B216-6779C813A177}" dt="2024-11-09T02:57:33.051" v="4971" actId="1076"/>
        <pc:sldMkLst>
          <pc:docMk/>
          <pc:sldMk cId="3955885575" sldId="356"/>
        </pc:sldMkLst>
        <pc:spChg chg="mod">
          <ac:chgData name="Yeo Xiong Wei, Jonathan" userId="ac2b658e-7ce1-44bb-9f9f-bf4198ceaa29" providerId="ADAL" clId="{AD860E20-49AE-477B-B216-6779C813A177}" dt="2024-11-09T02:20:18.022" v="4057" actId="1076"/>
          <ac:spMkLst>
            <pc:docMk/>
            <pc:sldMk cId="3955885575" sldId="356"/>
            <ac:spMk id="2" creationId="{73DC8EC1-9EEC-4BE7-8AC2-3303C01E3E57}"/>
          </ac:spMkLst>
        </pc:spChg>
        <pc:spChg chg="add mod">
          <ac:chgData name="Yeo Xiong Wei, Jonathan" userId="ac2b658e-7ce1-44bb-9f9f-bf4198ceaa29" providerId="ADAL" clId="{AD860E20-49AE-477B-B216-6779C813A177}" dt="2024-11-09T02:23:15.875" v="4215" actId="20577"/>
          <ac:spMkLst>
            <pc:docMk/>
            <pc:sldMk cId="3955885575" sldId="356"/>
            <ac:spMk id="4" creationId="{B8BDF202-B1AC-315A-9645-4239C5972EDA}"/>
          </ac:spMkLst>
        </pc:spChg>
        <pc:spChg chg="mod">
          <ac:chgData name="Yeo Xiong Wei, Jonathan" userId="ac2b658e-7ce1-44bb-9f9f-bf4198ceaa29" providerId="ADAL" clId="{AD860E20-49AE-477B-B216-6779C813A177}" dt="2024-11-09T02:20:09.252" v="4054" actId="1076"/>
          <ac:spMkLst>
            <pc:docMk/>
            <pc:sldMk cId="3955885575" sldId="356"/>
            <ac:spMk id="6" creationId="{BBD7F5DE-BC2F-4508-BBE4-4A121BFCC9F6}"/>
          </ac:spMkLst>
        </pc:spChg>
        <pc:spChg chg="mod">
          <ac:chgData name="Yeo Xiong Wei, Jonathan" userId="ac2b658e-7ce1-44bb-9f9f-bf4198ceaa29" providerId="ADAL" clId="{AD860E20-49AE-477B-B216-6779C813A177}" dt="2024-11-09T02:20:09.252" v="4054" actId="1076"/>
          <ac:spMkLst>
            <pc:docMk/>
            <pc:sldMk cId="3955885575" sldId="356"/>
            <ac:spMk id="7" creationId="{D7EDE8F4-90BF-4B0B-9C74-C1C7EA4D4DF0}"/>
          </ac:spMkLst>
        </pc:spChg>
        <pc:spChg chg="mod">
          <ac:chgData name="Yeo Xiong Wei, Jonathan" userId="ac2b658e-7ce1-44bb-9f9f-bf4198ceaa29" providerId="ADAL" clId="{AD860E20-49AE-477B-B216-6779C813A177}" dt="2024-11-09T02:20:09.252" v="4054" actId="1076"/>
          <ac:spMkLst>
            <pc:docMk/>
            <pc:sldMk cId="3955885575" sldId="356"/>
            <ac:spMk id="8" creationId="{656CADBE-E88F-4C2D-8890-1870507E967A}"/>
          </ac:spMkLst>
        </pc:spChg>
        <pc:spChg chg="mod">
          <ac:chgData name="Yeo Xiong Wei, Jonathan" userId="ac2b658e-7ce1-44bb-9f9f-bf4198ceaa29" providerId="ADAL" clId="{AD860E20-49AE-477B-B216-6779C813A177}" dt="2024-11-09T02:20:09.252" v="4054" actId="1076"/>
          <ac:spMkLst>
            <pc:docMk/>
            <pc:sldMk cId="3955885575" sldId="356"/>
            <ac:spMk id="9" creationId="{E11237F1-C238-4C7F-A368-049D31A3725D}"/>
          </ac:spMkLst>
        </pc:spChg>
        <pc:spChg chg="mod">
          <ac:chgData name="Yeo Xiong Wei, Jonathan" userId="ac2b658e-7ce1-44bb-9f9f-bf4198ceaa29" providerId="ADAL" clId="{AD860E20-49AE-477B-B216-6779C813A177}" dt="2024-11-09T02:20:09.252" v="4054" actId="1076"/>
          <ac:spMkLst>
            <pc:docMk/>
            <pc:sldMk cId="3955885575" sldId="356"/>
            <ac:spMk id="10" creationId="{00670E20-C2E5-49C1-A6F3-F93FDB741926}"/>
          </ac:spMkLst>
        </pc:spChg>
        <pc:spChg chg="mod">
          <ac:chgData name="Yeo Xiong Wei, Jonathan" userId="ac2b658e-7ce1-44bb-9f9f-bf4198ceaa29" providerId="ADAL" clId="{AD860E20-49AE-477B-B216-6779C813A177}" dt="2024-11-09T02:20:09.252" v="4054" actId="1076"/>
          <ac:spMkLst>
            <pc:docMk/>
            <pc:sldMk cId="3955885575" sldId="356"/>
            <ac:spMk id="11" creationId="{F5A8D101-D111-4C7A-9246-5C7C2D165EBC}"/>
          </ac:spMkLst>
        </pc:spChg>
        <pc:spChg chg="mod">
          <ac:chgData name="Yeo Xiong Wei, Jonathan" userId="ac2b658e-7ce1-44bb-9f9f-bf4198ceaa29" providerId="ADAL" clId="{AD860E20-49AE-477B-B216-6779C813A177}" dt="2024-11-09T02:20:09.252" v="4054" actId="1076"/>
          <ac:spMkLst>
            <pc:docMk/>
            <pc:sldMk cId="3955885575" sldId="356"/>
            <ac:spMk id="12" creationId="{935A74C0-3CF7-495C-93BF-156D46695080}"/>
          </ac:spMkLst>
        </pc:spChg>
        <pc:spChg chg="mod">
          <ac:chgData name="Yeo Xiong Wei, Jonathan" userId="ac2b658e-7ce1-44bb-9f9f-bf4198ceaa29" providerId="ADAL" clId="{AD860E20-49AE-477B-B216-6779C813A177}" dt="2024-11-09T02:20:09.252" v="4054" actId="1076"/>
          <ac:spMkLst>
            <pc:docMk/>
            <pc:sldMk cId="3955885575" sldId="356"/>
            <ac:spMk id="13" creationId="{CE9CE876-409F-4B22-AB43-939C1C36DAF0}"/>
          </ac:spMkLst>
        </pc:spChg>
        <pc:spChg chg="mod">
          <ac:chgData name="Yeo Xiong Wei, Jonathan" userId="ac2b658e-7ce1-44bb-9f9f-bf4198ceaa29" providerId="ADAL" clId="{AD860E20-49AE-477B-B216-6779C813A177}" dt="2024-11-09T02:20:09.252" v="4054" actId="1076"/>
          <ac:spMkLst>
            <pc:docMk/>
            <pc:sldMk cId="3955885575" sldId="356"/>
            <ac:spMk id="14" creationId="{581779A0-DF6A-46AE-92F1-B31B3C7CAFD6}"/>
          </ac:spMkLst>
        </pc:spChg>
        <pc:spChg chg="add mod ord">
          <ac:chgData name="Yeo Xiong Wei, Jonathan" userId="ac2b658e-7ce1-44bb-9f9f-bf4198ceaa29" providerId="ADAL" clId="{AD860E20-49AE-477B-B216-6779C813A177}" dt="2024-11-09T02:57:33.051" v="4971" actId="1076"/>
          <ac:spMkLst>
            <pc:docMk/>
            <pc:sldMk cId="3955885575" sldId="356"/>
            <ac:spMk id="15" creationId="{60F0EA12-07C2-06D7-0622-472C71B25681}"/>
          </ac:spMkLst>
        </pc:spChg>
        <pc:spChg chg="mod">
          <ac:chgData name="Yeo Xiong Wei, Jonathan" userId="ac2b658e-7ce1-44bb-9f9f-bf4198ceaa29" providerId="ADAL" clId="{AD860E20-49AE-477B-B216-6779C813A177}" dt="2024-11-09T02:20:14.040" v="4056" actId="20577"/>
          <ac:spMkLst>
            <pc:docMk/>
            <pc:sldMk cId="3955885575" sldId="356"/>
            <ac:spMk id="34818" creationId="{00000000-0000-0000-0000-000000000000}"/>
          </ac:spMkLst>
        </pc:spChg>
        <pc:grpChg chg="mod">
          <ac:chgData name="Yeo Xiong Wei, Jonathan" userId="ac2b658e-7ce1-44bb-9f9f-bf4198ceaa29" providerId="ADAL" clId="{AD860E20-49AE-477B-B216-6779C813A177}" dt="2024-11-09T02:20:09.252" v="4054" actId="1076"/>
          <ac:grpSpMkLst>
            <pc:docMk/>
            <pc:sldMk cId="3955885575" sldId="356"/>
            <ac:grpSpMk id="5" creationId="{CE4B491F-B128-491A-ADEB-13D2E5557892}"/>
          </ac:grpSpMkLst>
        </pc:grpChg>
      </pc:sldChg>
      <pc:sldChg chg="modSp add del mod">
        <pc:chgData name="Yeo Xiong Wei, Jonathan" userId="ac2b658e-7ce1-44bb-9f9f-bf4198ceaa29" providerId="ADAL" clId="{AD860E20-49AE-477B-B216-6779C813A177}" dt="2024-11-08T10:22:00.406" v="242" actId="1076"/>
        <pc:sldMkLst>
          <pc:docMk/>
          <pc:sldMk cId="660252975" sldId="420"/>
        </pc:sldMkLst>
        <pc:spChg chg="mod">
          <ac:chgData name="Yeo Xiong Wei, Jonathan" userId="ac2b658e-7ce1-44bb-9f9f-bf4198ceaa29" providerId="ADAL" clId="{AD860E20-49AE-477B-B216-6779C813A177}" dt="2024-11-08T10:22:00.406" v="242" actId="1076"/>
          <ac:spMkLst>
            <pc:docMk/>
            <pc:sldMk cId="660252975" sldId="420"/>
            <ac:spMk id="2" creationId="{E19ABC91-B477-4D87-98FF-6BD62F1458B7}"/>
          </ac:spMkLst>
        </pc:spChg>
      </pc:sldChg>
      <pc:sldChg chg="add del">
        <pc:chgData name="Yeo Xiong Wei, Jonathan" userId="ac2b658e-7ce1-44bb-9f9f-bf4198ceaa29" providerId="ADAL" clId="{AD860E20-49AE-477B-B216-6779C813A177}" dt="2024-11-09T02:21:03.746" v="4060" actId="47"/>
        <pc:sldMkLst>
          <pc:docMk/>
          <pc:sldMk cId="2934069553" sldId="421"/>
        </pc:sldMkLst>
      </pc:sldChg>
      <pc:sldChg chg="modSp add del mod">
        <pc:chgData name="Yeo Xiong Wei, Jonathan" userId="ac2b658e-7ce1-44bb-9f9f-bf4198ceaa29" providerId="ADAL" clId="{AD860E20-49AE-477B-B216-6779C813A177}" dt="2024-11-09T02:21:01.983" v="4059" actId="47"/>
        <pc:sldMkLst>
          <pc:docMk/>
          <pc:sldMk cId="1574284024" sldId="422"/>
        </pc:sldMkLst>
        <pc:spChg chg="mod">
          <ac:chgData name="Yeo Xiong Wei, Jonathan" userId="ac2b658e-7ce1-44bb-9f9f-bf4198ceaa29" providerId="ADAL" clId="{AD860E20-49AE-477B-B216-6779C813A177}" dt="2024-11-08T10:22:24.326" v="321" actId="6549"/>
          <ac:spMkLst>
            <pc:docMk/>
            <pc:sldMk cId="1574284024" sldId="422"/>
            <ac:spMk id="4" creationId="{C0B4F7F3-0363-D549-8109-F73FE41D99E0}"/>
          </ac:spMkLst>
        </pc:spChg>
      </pc:sldChg>
      <pc:sldChg chg="modSp add del mod">
        <pc:chgData name="Yeo Xiong Wei, Jonathan" userId="ac2b658e-7ce1-44bb-9f9f-bf4198ceaa29" providerId="ADAL" clId="{AD860E20-49AE-477B-B216-6779C813A177}" dt="2024-11-09T02:23:23.475" v="4236" actId="20577"/>
        <pc:sldMkLst>
          <pc:docMk/>
          <pc:sldMk cId="2769393223" sldId="423"/>
        </pc:sldMkLst>
        <pc:spChg chg="mod">
          <ac:chgData name="Yeo Xiong Wei, Jonathan" userId="ac2b658e-7ce1-44bb-9f9f-bf4198ceaa29" providerId="ADAL" clId="{AD860E20-49AE-477B-B216-6779C813A177}" dt="2024-11-09T02:23:23.475" v="4236" actId="20577"/>
          <ac:spMkLst>
            <pc:docMk/>
            <pc:sldMk cId="2769393223" sldId="423"/>
            <ac:spMk id="2" creationId="{E19ABC91-B477-4D87-98FF-6BD62F1458B7}"/>
          </ac:spMkLst>
        </pc:spChg>
      </pc:sldChg>
      <pc:sldChg chg="add del">
        <pc:chgData name="Yeo Xiong Wei, Jonathan" userId="ac2b658e-7ce1-44bb-9f9f-bf4198ceaa29" providerId="ADAL" clId="{AD860E20-49AE-477B-B216-6779C813A177}" dt="2024-11-09T01:59:46.983" v="2436" actId="2696"/>
        <pc:sldMkLst>
          <pc:docMk/>
          <pc:sldMk cId="2429757563" sldId="424"/>
        </pc:sldMkLst>
      </pc:sldChg>
      <pc:sldChg chg="add del">
        <pc:chgData name="Yeo Xiong Wei, Jonathan" userId="ac2b658e-7ce1-44bb-9f9f-bf4198ceaa29" providerId="ADAL" clId="{AD860E20-49AE-477B-B216-6779C813A177}" dt="2024-11-08T10:24:32.828" v="370" actId="2696"/>
        <pc:sldMkLst>
          <pc:docMk/>
          <pc:sldMk cId="2983505406" sldId="424"/>
        </pc:sldMkLst>
      </pc:sldChg>
      <pc:sldChg chg="add">
        <pc:chgData name="Yeo Xiong Wei, Jonathan" userId="ac2b658e-7ce1-44bb-9f9f-bf4198ceaa29" providerId="ADAL" clId="{AD860E20-49AE-477B-B216-6779C813A177}" dt="2024-11-09T01:59:48.975" v="2437"/>
        <pc:sldMkLst>
          <pc:docMk/>
          <pc:sldMk cId="3050497154" sldId="424"/>
        </pc:sldMkLst>
      </pc:sldChg>
      <pc:sldChg chg="modSp add del mod">
        <pc:chgData name="Yeo Xiong Wei, Jonathan" userId="ac2b658e-7ce1-44bb-9f9f-bf4198ceaa29" providerId="ADAL" clId="{AD860E20-49AE-477B-B216-6779C813A177}" dt="2024-11-09T02:58:42.652" v="5008" actId="20577"/>
        <pc:sldMkLst>
          <pc:docMk/>
          <pc:sldMk cId="200045555" sldId="425"/>
        </pc:sldMkLst>
        <pc:spChg chg="mod">
          <ac:chgData name="Yeo Xiong Wei, Jonathan" userId="ac2b658e-7ce1-44bb-9f9f-bf4198ceaa29" providerId="ADAL" clId="{AD860E20-49AE-477B-B216-6779C813A177}" dt="2024-11-09T02:58:42.652" v="5008" actId="20577"/>
          <ac:spMkLst>
            <pc:docMk/>
            <pc:sldMk cId="200045555" sldId="425"/>
            <ac:spMk id="2" creationId="{E19ABC91-B477-4D87-98FF-6BD62F1458B7}"/>
          </ac:spMkLst>
        </pc:spChg>
      </pc:sldChg>
      <pc:sldChg chg="add del">
        <pc:chgData name="Yeo Xiong Wei, Jonathan" userId="ac2b658e-7ce1-44bb-9f9f-bf4198ceaa29" providerId="ADAL" clId="{AD860E20-49AE-477B-B216-6779C813A177}" dt="2024-11-08T09:00:41.747" v="49"/>
        <pc:sldMkLst>
          <pc:docMk/>
          <pc:sldMk cId="3426243961" sldId="426"/>
        </pc:sldMkLst>
      </pc:sldChg>
      <pc:sldChg chg="add del">
        <pc:chgData name="Yeo Xiong Wei, Jonathan" userId="ac2b658e-7ce1-44bb-9f9f-bf4198ceaa29" providerId="ADAL" clId="{AD860E20-49AE-477B-B216-6779C813A177}" dt="2024-11-08T09:00:41.747" v="49"/>
        <pc:sldMkLst>
          <pc:docMk/>
          <pc:sldMk cId="57062724" sldId="427"/>
        </pc:sldMkLst>
      </pc:sldChg>
      <pc:sldChg chg="addSp delSp modSp add del mod modAnim">
        <pc:chgData name="Yeo Xiong Wei, Jonathan" userId="ac2b658e-7ce1-44bb-9f9f-bf4198ceaa29" providerId="ADAL" clId="{AD860E20-49AE-477B-B216-6779C813A177}" dt="2024-11-11T03:38:30.619" v="8601"/>
        <pc:sldMkLst>
          <pc:docMk/>
          <pc:sldMk cId="4012876075" sldId="428"/>
        </pc:sldMkLst>
        <pc:spChg chg="add mod">
          <ac:chgData name="Yeo Xiong Wei, Jonathan" userId="ac2b658e-7ce1-44bb-9f9f-bf4198ceaa29" providerId="ADAL" clId="{AD860E20-49AE-477B-B216-6779C813A177}" dt="2024-11-09T02:29:05.948" v="4591" actId="404"/>
          <ac:spMkLst>
            <pc:docMk/>
            <pc:sldMk cId="4012876075" sldId="428"/>
            <ac:spMk id="2" creationId="{18CA06CC-BA40-4BAD-0AF7-B3FC84847954}"/>
          </ac:spMkLst>
        </pc:spChg>
        <pc:spChg chg="add mod">
          <ac:chgData name="Yeo Xiong Wei, Jonathan" userId="ac2b658e-7ce1-44bb-9f9f-bf4198ceaa29" providerId="ADAL" clId="{AD860E20-49AE-477B-B216-6779C813A177}" dt="2024-11-09T02:49:22.322" v="4712" actId="1076"/>
          <ac:spMkLst>
            <pc:docMk/>
            <pc:sldMk cId="4012876075" sldId="428"/>
            <ac:spMk id="4" creationId="{50890A9F-E01E-CFD4-21C9-4486485E003C}"/>
          </ac:spMkLst>
        </pc:spChg>
        <pc:spChg chg="mod">
          <ac:chgData name="Yeo Xiong Wei, Jonathan" userId="ac2b658e-7ce1-44bb-9f9f-bf4198ceaa29" providerId="ADAL" clId="{AD860E20-49AE-477B-B216-6779C813A177}" dt="2024-11-09T02:32:04.278" v="4614" actId="1076"/>
          <ac:spMkLst>
            <pc:docMk/>
            <pc:sldMk cId="4012876075" sldId="428"/>
            <ac:spMk id="5" creationId="{57605240-29BE-BAC7-C572-07F1DF23119B}"/>
          </ac:spMkLst>
        </pc:spChg>
        <pc:spChg chg="mod">
          <ac:chgData name="Yeo Xiong Wei, Jonathan" userId="ac2b658e-7ce1-44bb-9f9f-bf4198ceaa29" providerId="ADAL" clId="{AD860E20-49AE-477B-B216-6779C813A177}" dt="2024-11-09T02:32:04.278" v="4614" actId="1076"/>
          <ac:spMkLst>
            <pc:docMk/>
            <pc:sldMk cId="4012876075" sldId="428"/>
            <ac:spMk id="6" creationId="{7F9C7B99-54AB-41EC-97D5-789C3866B98F}"/>
          </ac:spMkLst>
        </pc:spChg>
        <pc:spChg chg="mod">
          <ac:chgData name="Yeo Xiong Wei, Jonathan" userId="ac2b658e-7ce1-44bb-9f9f-bf4198ceaa29" providerId="ADAL" clId="{AD860E20-49AE-477B-B216-6779C813A177}" dt="2024-11-09T02:50:28.507" v="4737" actId="1076"/>
          <ac:spMkLst>
            <pc:docMk/>
            <pc:sldMk cId="4012876075" sldId="428"/>
            <ac:spMk id="8" creationId="{AF6E8FCC-37B2-6644-FB81-70E7336F0C1B}"/>
          </ac:spMkLst>
        </pc:spChg>
        <pc:spChg chg="add mod">
          <ac:chgData name="Yeo Xiong Wei, Jonathan" userId="ac2b658e-7ce1-44bb-9f9f-bf4198ceaa29" providerId="ADAL" clId="{AD860E20-49AE-477B-B216-6779C813A177}" dt="2024-11-09T02:50:25.693" v="4736" actId="1076"/>
          <ac:spMkLst>
            <pc:docMk/>
            <pc:sldMk cId="4012876075" sldId="428"/>
            <ac:spMk id="12" creationId="{E24A356D-342E-BA41-5D64-6C04BB5971AC}"/>
          </ac:spMkLst>
        </pc:spChg>
        <pc:picChg chg="mod">
          <ac:chgData name="Yeo Xiong Wei, Jonathan" userId="ac2b658e-7ce1-44bb-9f9f-bf4198ceaa29" providerId="ADAL" clId="{AD860E20-49AE-477B-B216-6779C813A177}" dt="2024-11-09T02:32:04.278" v="4614" actId="1076"/>
          <ac:picMkLst>
            <pc:docMk/>
            <pc:sldMk cId="4012876075" sldId="428"/>
            <ac:picMk id="1026" creationId="{DCCA6B58-B643-AA4D-7D96-4C12AA47094D}"/>
          </ac:picMkLst>
        </pc:picChg>
        <pc:cxnChg chg="add">
          <ac:chgData name="Yeo Xiong Wei, Jonathan" userId="ac2b658e-7ce1-44bb-9f9f-bf4198ceaa29" providerId="ADAL" clId="{AD860E20-49AE-477B-B216-6779C813A177}" dt="2024-11-09T02:49:11.882" v="4709" actId="11529"/>
          <ac:cxnSpMkLst>
            <pc:docMk/>
            <pc:sldMk cId="4012876075" sldId="428"/>
            <ac:cxnSpMk id="9" creationId="{87677515-966D-5A27-26E6-34819B0B2BB3}"/>
          </ac:cxnSpMkLst>
        </pc:cxnChg>
        <pc:cxnChg chg="add del">
          <ac:chgData name="Yeo Xiong Wei, Jonathan" userId="ac2b658e-7ce1-44bb-9f9f-bf4198ceaa29" providerId="ADAL" clId="{AD860E20-49AE-477B-B216-6779C813A177}" dt="2024-11-09T02:50:23.225" v="4735" actId="478"/>
          <ac:cxnSpMkLst>
            <pc:docMk/>
            <pc:sldMk cId="4012876075" sldId="428"/>
            <ac:cxnSpMk id="11" creationId="{D95E9BF9-3C9D-0F5F-3926-4C6A6B8E93B9}"/>
          </ac:cxnSpMkLst>
        </pc:cxnChg>
        <pc:cxnChg chg="add mod">
          <ac:chgData name="Yeo Xiong Wei, Jonathan" userId="ac2b658e-7ce1-44bb-9f9f-bf4198ceaa29" providerId="ADAL" clId="{AD860E20-49AE-477B-B216-6779C813A177}" dt="2024-11-09T02:49:58.312" v="4725" actId="1076"/>
          <ac:cxnSpMkLst>
            <pc:docMk/>
            <pc:sldMk cId="4012876075" sldId="428"/>
            <ac:cxnSpMk id="13" creationId="{7014233C-0BEF-C3E5-AF27-A03235CE1C5C}"/>
          </ac:cxnSpMkLst>
        </pc:cxnChg>
        <pc:cxnChg chg="add del mod">
          <ac:chgData name="Yeo Xiong Wei, Jonathan" userId="ac2b658e-7ce1-44bb-9f9f-bf4198ceaa29" providerId="ADAL" clId="{AD860E20-49AE-477B-B216-6779C813A177}" dt="2024-11-09T02:50:21.794" v="4734" actId="478"/>
          <ac:cxnSpMkLst>
            <pc:docMk/>
            <pc:sldMk cId="4012876075" sldId="428"/>
            <ac:cxnSpMk id="14" creationId="{E8CFF1C2-7CC2-0BB3-3A2A-A2DC2EF49F0B}"/>
          </ac:cxnSpMkLst>
        </pc:cxnChg>
      </pc:sldChg>
      <pc:sldChg chg="modSp add del mod">
        <pc:chgData name="Yeo Xiong Wei, Jonathan" userId="ac2b658e-7ce1-44bb-9f9f-bf4198ceaa29" providerId="ADAL" clId="{AD860E20-49AE-477B-B216-6779C813A177}" dt="2024-11-09T03:09:35.161" v="5566" actId="20577"/>
        <pc:sldMkLst>
          <pc:docMk/>
          <pc:sldMk cId="1970593961" sldId="429"/>
        </pc:sldMkLst>
        <pc:spChg chg="mod">
          <ac:chgData name="Yeo Xiong Wei, Jonathan" userId="ac2b658e-7ce1-44bb-9f9f-bf4198ceaa29" providerId="ADAL" clId="{AD860E20-49AE-477B-B216-6779C813A177}" dt="2024-11-09T03:09:17.289" v="5559"/>
          <ac:spMkLst>
            <pc:docMk/>
            <pc:sldMk cId="1970593961" sldId="429"/>
            <ac:spMk id="55297" creationId="{00000000-0000-0000-0000-000000000000}"/>
          </ac:spMkLst>
        </pc:spChg>
        <pc:spChg chg="mod">
          <ac:chgData name="Yeo Xiong Wei, Jonathan" userId="ac2b658e-7ce1-44bb-9f9f-bf4198ceaa29" providerId="ADAL" clId="{AD860E20-49AE-477B-B216-6779C813A177}" dt="2024-11-09T03:09:35.161" v="5566" actId="20577"/>
          <ac:spMkLst>
            <pc:docMk/>
            <pc:sldMk cId="1970593961" sldId="429"/>
            <ac:spMk id="55298" creationId="{00000000-0000-0000-0000-000000000000}"/>
          </ac:spMkLst>
        </pc:spChg>
      </pc:sldChg>
      <pc:sldChg chg="add del">
        <pc:chgData name="Yeo Xiong Wei, Jonathan" userId="ac2b658e-7ce1-44bb-9f9f-bf4198ceaa29" providerId="ADAL" clId="{AD860E20-49AE-477B-B216-6779C813A177}" dt="2024-11-09T03:37:51.953" v="7954" actId="47"/>
        <pc:sldMkLst>
          <pc:docMk/>
          <pc:sldMk cId="485949524" sldId="430"/>
        </pc:sldMkLst>
      </pc:sldChg>
      <pc:sldChg chg="addSp modSp add del mod modAnim modNotesTx">
        <pc:chgData name="Yeo Xiong Wei, Jonathan" userId="ac2b658e-7ce1-44bb-9f9f-bf4198ceaa29" providerId="ADAL" clId="{AD860E20-49AE-477B-B216-6779C813A177}" dt="2024-11-11T03:38:52.441" v="8604"/>
        <pc:sldMkLst>
          <pc:docMk/>
          <pc:sldMk cId="3635319309" sldId="1040"/>
        </pc:sldMkLst>
        <pc:spChg chg="add mod ord">
          <ac:chgData name="Yeo Xiong Wei, Jonathan" userId="ac2b658e-7ce1-44bb-9f9f-bf4198ceaa29" providerId="ADAL" clId="{AD860E20-49AE-477B-B216-6779C813A177}" dt="2024-11-09T02:57:06.546" v="4965" actId="1076"/>
          <ac:spMkLst>
            <pc:docMk/>
            <pc:sldMk cId="3635319309" sldId="1040"/>
            <ac:spMk id="2" creationId="{BBE11048-BE96-7DF3-81ED-215AB0CBE759}"/>
          </ac:spMkLst>
        </pc:spChg>
        <pc:spChg chg="mod">
          <ac:chgData name="Yeo Xiong Wei, Jonathan" userId="ac2b658e-7ce1-44bb-9f9f-bf4198ceaa29" providerId="ADAL" clId="{AD860E20-49AE-477B-B216-6779C813A177}" dt="2024-11-09T02:55:30.411" v="4928" actId="313"/>
          <ac:spMkLst>
            <pc:docMk/>
            <pc:sldMk cId="3635319309" sldId="1040"/>
            <ac:spMk id="29699" creationId="{00000000-0000-0000-0000-000000000000}"/>
          </ac:spMkLst>
        </pc:spChg>
      </pc:sldChg>
      <pc:sldChg chg="add del">
        <pc:chgData name="Yeo Xiong Wei, Jonathan" userId="ac2b658e-7ce1-44bb-9f9f-bf4198ceaa29" providerId="ADAL" clId="{AD860E20-49AE-477B-B216-6779C813A177}" dt="2024-11-09T02:58:47.826" v="5009" actId="47"/>
        <pc:sldMkLst>
          <pc:docMk/>
          <pc:sldMk cId="3432266374" sldId="1041"/>
        </pc:sldMkLst>
      </pc:sldChg>
      <pc:sldChg chg="addSp delSp modSp add del mod modAnim">
        <pc:chgData name="Yeo Xiong Wei, Jonathan" userId="ac2b658e-7ce1-44bb-9f9f-bf4198ceaa29" providerId="ADAL" clId="{AD860E20-49AE-477B-B216-6779C813A177}" dt="2024-11-11T03:40:07.323" v="8618"/>
        <pc:sldMkLst>
          <pc:docMk/>
          <pc:sldMk cId="3768024450" sldId="1042"/>
        </pc:sldMkLst>
        <pc:spChg chg="add del mod">
          <ac:chgData name="Yeo Xiong Wei, Jonathan" userId="ac2b658e-7ce1-44bb-9f9f-bf4198ceaa29" providerId="ADAL" clId="{AD860E20-49AE-477B-B216-6779C813A177}" dt="2024-11-09T03:03:34.400" v="5205" actId="478"/>
          <ac:spMkLst>
            <pc:docMk/>
            <pc:sldMk cId="3768024450" sldId="1042"/>
            <ac:spMk id="2" creationId="{FA328DA4-DA02-108E-1D9F-2BD72D2A9B5C}"/>
          </ac:spMkLst>
        </pc:spChg>
        <pc:spChg chg="add mod ord">
          <ac:chgData name="Yeo Xiong Wei, Jonathan" userId="ac2b658e-7ce1-44bb-9f9f-bf4198ceaa29" providerId="ADAL" clId="{AD860E20-49AE-477B-B216-6779C813A177}" dt="2024-11-11T03:39:46.560" v="8614" actId="1076"/>
          <ac:spMkLst>
            <pc:docMk/>
            <pc:sldMk cId="3768024450" sldId="1042"/>
            <ac:spMk id="4" creationId="{6D43862C-64C5-F073-EB13-ED394D6797BE}"/>
          </ac:spMkLst>
        </pc:spChg>
        <pc:spChg chg="mod">
          <ac:chgData name="Yeo Xiong Wei, Jonathan" userId="ac2b658e-7ce1-44bb-9f9f-bf4198ceaa29" providerId="ADAL" clId="{AD860E20-49AE-477B-B216-6779C813A177}" dt="2024-11-09T03:09:20.257" v="5560"/>
          <ac:spMkLst>
            <pc:docMk/>
            <pc:sldMk cId="3768024450" sldId="1042"/>
            <ac:spMk id="55297" creationId="{00000000-0000-0000-0000-000000000000}"/>
          </ac:spMkLst>
        </pc:spChg>
        <pc:spChg chg="mod">
          <ac:chgData name="Yeo Xiong Wei, Jonathan" userId="ac2b658e-7ce1-44bb-9f9f-bf4198ceaa29" providerId="ADAL" clId="{AD860E20-49AE-477B-B216-6779C813A177}" dt="2024-11-09T03:15:17.848" v="5932" actId="20577"/>
          <ac:spMkLst>
            <pc:docMk/>
            <pc:sldMk cId="3768024450" sldId="1042"/>
            <ac:spMk id="55298" creationId="{00000000-0000-0000-0000-000000000000}"/>
          </ac:spMkLst>
        </pc:spChg>
      </pc:sldChg>
      <pc:sldChg chg="add del">
        <pc:chgData name="Yeo Xiong Wei, Jonathan" userId="ac2b658e-7ce1-44bb-9f9f-bf4198ceaa29" providerId="ADAL" clId="{AD860E20-49AE-477B-B216-6779C813A177}" dt="2024-11-08T08:58:31.058" v="8"/>
        <pc:sldMkLst>
          <pc:docMk/>
          <pc:sldMk cId="1199557564" sldId="1043"/>
        </pc:sldMkLst>
      </pc:sldChg>
      <pc:sldChg chg="addSp delSp modSp add mod modAnim modNotesTx">
        <pc:chgData name="Yeo Xiong Wei, Jonathan" userId="ac2b658e-7ce1-44bb-9f9f-bf4198ceaa29" providerId="ADAL" clId="{AD860E20-49AE-477B-B216-6779C813A177}" dt="2024-11-11T03:37:46.984" v="8595"/>
        <pc:sldMkLst>
          <pc:docMk/>
          <pc:sldMk cId="3358881284" sldId="1043"/>
        </pc:sldMkLst>
        <pc:spChg chg="del">
          <ac:chgData name="Yeo Xiong Wei, Jonathan" userId="ac2b658e-7ce1-44bb-9f9f-bf4198ceaa29" providerId="ADAL" clId="{AD860E20-49AE-477B-B216-6779C813A177}" dt="2024-11-09T02:11:36.508" v="3411" actId="478"/>
          <ac:spMkLst>
            <pc:docMk/>
            <pc:sldMk cId="3358881284" sldId="1043"/>
            <ac:spMk id="2" creationId="{A09E42D2-B338-4367-BC14-DC7DE32A7D6B}"/>
          </ac:spMkLst>
        </pc:spChg>
        <pc:spChg chg="del">
          <ac:chgData name="Yeo Xiong Wei, Jonathan" userId="ac2b658e-7ce1-44bb-9f9f-bf4198ceaa29" providerId="ADAL" clId="{AD860E20-49AE-477B-B216-6779C813A177}" dt="2024-11-09T02:11:37.627" v="3412" actId="478"/>
          <ac:spMkLst>
            <pc:docMk/>
            <pc:sldMk cId="3358881284" sldId="1043"/>
            <ac:spMk id="4" creationId="{E106E1D6-E6A7-1EFE-5436-24B5AD5AB061}"/>
          </ac:spMkLst>
        </pc:spChg>
        <pc:spChg chg="del mod">
          <ac:chgData name="Yeo Xiong Wei, Jonathan" userId="ac2b658e-7ce1-44bb-9f9f-bf4198ceaa29" providerId="ADAL" clId="{AD860E20-49AE-477B-B216-6779C813A177}" dt="2024-11-09T02:11:21.878" v="3370" actId="478"/>
          <ac:spMkLst>
            <pc:docMk/>
            <pc:sldMk cId="3358881284" sldId="1043"/>
            <ac:spMk id="5" creationId="{D71598DD-0567-01E5-CC62-40890785E2A3}"/>
          </ac:spMkLst>
        </pc:spChg>
        <pc:spChg chg="add mod ord">
          <ac:chgData name="Yeo Xiong Wei, Jonathan" userId="ac2b658e-7ce1-44bb-9f9f-bf4198ceaa29" providerId="ADAL" clId="{AD860E20-49AE-477B-B216-6779C813A177}" dt="2024-11-09T02:57:44.215" v="4975" actId="1076"/>
          <ac:spMkLst>
            <pc:docMk/>
            <pc:sldMk cId="3358881284" sldId="1043"/>
            <ac:spMk id="6" creationId="{BF0767BB-1434-D061-9AA5-0BC4C5F8C97F}"/>
          </ac:spMkLst>
        </pc:spChg>
        <pc:spChg chg="mod">
          <ac:chgData name="Yeo Xiong Wei, Jonathan" userId="ac2b658e-7ce1-44bb-9f9f-bf4198ceaa29" providerId="ADAL" clId="{AD860E20-49AE-477B-B216-6779C813A177}" dt="2024-11-09T02:11:32.117" v="3409" actId="20577"/>
          <ac:spMkLst>
            <pc:docMk/>
            <pc:sldMk cId="3358881284" sldId="1043"/>
            <ac:spMk id="45057" creationId="{00000000-0000-0000-0000-000000000000}"/>
          </ac:spMkLst>
        </pc:spChg>
        <pc:spChg chg="mod">
          <ac:chgData name="Yeo Xiong Wei, Jonathan" userId="ac2b658e-7ce1-44bb-9f9f-bf4198ceaa29" providerId="ADAL" clId="{AD860E20-49AE-477B-B216-6779C813A177}" dt="2024-11-09T02:57:50.142" v="4976" actId="114"/>
          <ac:spMkLst>
            <pc:docMk/>
            <pc:sldMk cId="3358881284" sldId="1043"/>
            <ac:spMk id="45058" creationId="{00000000-0000-0000-0000-000000000000}"/>
          </ac:spMkLst>
        </pc:spChg>
        <pc:picChg chg="del">
          <ac:chgData name="Yeo Xiong Wei, Jonathan" userId="ac2b658e-7ce1-44bb-9f9f-bf4198ceaa29" providerId="ADAL" clId="{AD860E20-49AE-477B-B216-6779C813A177}" dt="2024-11-09T02:11:34.184" v="3410" actId="478"/>
          <ac:picMkLst>
            <pc:docMk/>
            <pc:sldMk cId="3358881284" sldId="1043"/>
            <ac:picMk id="1026" creationId="{D2B81696-5A0A-4FC1-9460-C055DBB95996}"/>
          </ac:picMkLst>
        </pc:picChg>
      </pc:sldChg>
      <pc:sldChg chg="addSp delSp modSp add mod modAnim">
        <pc:chgData name="Yeo Xiong Wei, Jonathan" userId="ac2b658e-7ce1-44bb-9f9f-bf4198ceaa29" providerId="ADAL" clId="{AD860E20-49AE-477B-B216-6779C813A177}" dt="2024-11-11T03:45:06.592" v="9083"/>
        <pc:sldMkLst>
          <pc:docMk/>
          <pc:sldMk cId="574813423" sldId="1044"/>
        </pc:sldMkLst>
        <pc:spChg chg="add del mod">
          <ac:chgData name="Yeo Xiong Wei, Jonathan" userId="ac2b658e-7ce1-44bb-9f9f-bf4198ceaa29" providerId="ADAL" clId="{AD860E20-49AE-477B-B216-6779C813A177}" dt="2024-11-09T03:43:47.998" v="8127" actId="478"/>
          <ac:spMkLst>
            <pc:docMk/>
            <pc:sldMk cId="574813423" sldId="1044"/>
            <ac:spMk id="4" creationId="{EC3D6F06-080C-0B0C-6DE7-3DC04DAB49A9}"/>
          </ac:spMkLst>
        </pc:spChg>
        <pc:spChg chg="add mod">
          <ac:chgData name="Yeo Xiong Wei, Jonathan" userId="ac2b658e-7ce1-44bb-9f9f-bf4198ceaa29" providerId="ADAL" clId="{AD860E20-49AE-477B-B216-6779C813A177}" dt="2024-11-11T03:44:49.584" v="9075" actId="313"/>
          <ac:spMkLst>
            <pc:docMk/>
            <pc:sldMk cId="574813423" sldId="1044"/>
            <ac:spMk id="5" creationId="{47AAF537-2C88-44CF-C666-D2A4AD460658}"/>
          </ac:spMkLst>
        </pc:spChg>
        <pc:spChg chg="add mod">
          <ac:chgData name="Yeo Xiong Wei, Jonathan" userId="ac2b658e-7ce1-44bb-9f9f-bf4198ceaa29" providerId="ADAL" clId="{AD860E20-49AE-477B-B216-6779C813A177}" dt="2024-11-11T03:44:56.538" v="9079" actId="113"/>
          <ac:spMkLst>
            <pc:docMk/>
            <pc:sldMk cId="574813423" sldId="1044"/>
            <ac:spMk id="6" creationId="{23A42B06-4F2B-3825-F505-4115E3573FA4}"/>
          </ac:spMkLst>
        </pc:spChg>
        <pc:spChg chg="add mod">
          <ac:chgData name="Yeo Xiong Wei, Jonathan" userId="ac2b658e-7ce1-44bb-9f9f-bf4198ceaa29" providerId="ADAL" clId="{AD860E20-49AE-477B-B216-6779C813A177}" dt="2024-11-11T03:44:58.934" v="9080" actId="113"/>
          <ac:spMkLst>
            <pc:docMk/>
            <pc:sldMk cId="574813423" sldId="1044"/>
            <ac:spMk id="7" creationId="{D3AC9F4A-D6E2-B122-4961-D08988770F7F}"/>
          </ac:spMkLst>
        </pc:spChg>
        <pc:spChg chg="add mod">
          <ac:chgData name="Yeo Xiong Wei, Jonathan" userId="ac2b658e-7ce1-44bb-9f9f-bf4198ceaa29" providerId="ADAL" clId="{AD860E20-49AE-477B-B216-6779C813A177}" dt="2024-11-11T03:44:56.538" v="9079" actId="113"/>
          <ac:spMkLst>
            <pc:docMk/>
            <pc:sldMk cId="574813423" sldId="1044"/>
            <ac:spMk id="8" creationId="{A09ABF3F-FE4C-1F34-C058-3D66C84C22A5}"/>
          </ac:spMkLst>
        </pc:spChg>
        <pc:spChg chg="add mod">
          <ac:chgData name="Yeo Xiong Wei, Jonathan" userId="ac2b658e-7ce1-44bb-9f9f-bf4198ceaa29" providerId="ADAL" clId="{AD860E20-49AE-477B-B216-6779C813A177}" dt="2024-11-11T03:44:54.430" v="9077" actId="113"/>
          <ac:spMkLst>
            <pc:docMk/>
            <pc:sldMk cId="574813423" sldId="1044"/>
            <ac:spMk id="9" creationId="{CDA759DD-538F-7DF4-EEA5-6D7D6273258A}"/>
          </ac:spMkLst>
        </pc:spChg>
        <pc:spChg chg="mod">
          <ac:chgData name="Yeo Xiong Wei, Jonathan" userId="ac2b658e-7ce1-44bb-9f9f-bf4198ceaa29" providerId="ADAL" clId="{AD860E20-49AE-477B-B216-6779C813A177}" dt="2024-11-09T03:43:43.678" v="8125" actId="20577"/>
          <ac:spMkLst>
            <pc:docMk/>
            <pc:sldMk cId="574813423" sldId="1044"/>
            <ac:spMk id="74753" creationId="{00000000-0000-0000-0000-000000000000}"/>
          </ac:spMkLst>
        </pc:spChg>
        <pc:spChg chg="del">
          <ac:chgData name="Yeo Xiong Wei, Jonathan" userId="ac2b658e-7ce1-44bb-9f9f-bf4198ceaa29" providerId="ADAL" clId="{AD860E20-49AE-477B-B216-6779C813A177}" dt="2024-11-09T03:43:46.479" v="8126" actId="478"/>
          <ac:spMkLst>
            <pc:docMk/>
            <pc:sldMk cId="574813423" sldId="1044"/>
            <ac:spMk id="74754" creationId="{00000000-0000-0000-0000-000000000000}"/>
          </ac:spMkLst>
        </pc:spChg>
      </pc:sldChg>
      <pc:sldChg chg="modSp add mod">
        <pc:chgData name="Yeo Xiong Wei, Jonathan" userId="ac2b658e-7ce1-44bb-9f9f-bf4198ceaa29" providerId="ADAL" clId="{AD860E20-49AE-477B-B216-6779C813A177}" dt="2024-11-11T03:44:22.852" v="9070" actId="20577"/>
        <pc:sldMkLst>
          <pc:docMk/>
          <pc:sldMk cId="1278900825" sldId="1045"/>
        </pc:sldMkLst>
        <pc:spChg chg="mod">
          <ac:chgData name="Yeo Xiong Wei, Jonathan" userId="ac2b658e-7ce1-44bb-9f9f-bf4198ceaa29" providerId="ADAL" clId="{AD860E20-49AE-477B-B216-6779C813A177}" dt="2024-11-11T03:42:16.253" v="8652" actId="20577"/>
          <ac:spMkLst>
            <pc:docMk/>
            <pc:sldMk cId="1278900825" sldId="1045"/>
            <ac:spMk id="74753" creationId="{00000000-0000-0000-0000-000000000000}"/>
          </ac:spMkLst>
        </pc:spChg>
        <pc:spChg chg="mod">
          <ac:chgData name="Yeo Xiong Wei, Jonathan" userId="ac2b658e-7ce1-44bb-9f9f-bf4198ceaa29" providerId="ADAL" clId="{AD860E20-49AE-477B-B216-6779C813A177}" dt="2024-11-11T03:44:22.852" v="9070" actId="20577"/>
          <ac:spMkLst>
            <pc:docMk/>
            <pc:sldMk cId="1278900825" sldId="1045"/>
            <ac:spMk id="74754" creationId="{00000000-0000-0000-0000-000000000000}"/>
          </ac:spMkLst>
        </pc:spChg>
      </pc:sldChg>
      <pc:sldMasterChg chg="add del addSldLayout delSldLayout">
        <pc:chgData name="Yeo Xiong Wei, Jonathan" userId="ac2b658e-7ce1-44bb-9f9f-bf4198ceaa29" providerId="ADAL" clId="{AD860E20-49AE-477B-B216-6779C813A177}" dt="2024-11-08T09:00:26.391" v="47" actId="26606"/>
        <pc:sldMasterMkLst>
          <pc:docMk/>
          <pc:sldMasterMk cId="2180042910" sldId="2147483648"/>
        </pc:sldMasterMkLst>
        <pc:sldLayoutChg chg="add del">
          <pc:chgData name="Yeo Xiong Wei, Jonathan" userId="ac2b658e-7ce1-44bb-9f9f-bf4198ceaa29" providerId="ADAL" clId="{AD860E20-49AE-477B-B216-6779C813A177}" dt="2024-11-08T09:00:26.391" v="47" actId="26606"/>
          <pc:sldLayoutMkLst>
            <pc:docMk/>
            <pc:sldMasterMk cId="2180042910" sldId="2147483648"/>
            <pc:sldLayoutMk cId="231640387" sldId="2147483649"/>
          </pc:sldLayoutMkLst>
        </pc:sldLayoutChg>
        <pc:sldLayoutChg chg="add del">
          <pc:chgData name="Yeo Xiong Wei, Jonathan" userId="ac2b658e-7ce1-44bb-9f9f-bf4198ceaa29" providerId="ADAL" clId="{AD860E20-49AE-477B-B216-6779C813A177}" dt="2024-11-08T09:00:26.391" v="47" actId="26606"/>
          <pc:sldLayoutMkLst>
            <pc:docMk/>
            <pc:sldMasterMk cId="2180042910" sldId="2147483648"/>
            <pc:sldLayoutMk cId="2274579490" sldId="2147483650"/>
          </pc:sldLayoutMkLst>
        </pc:sldLayoutChg>
        <pc:sldLayoutChg chg="add del">
          <pc:chgData name="Yeo Xiong Wei, Jonathan" userId="ac2b658e-7ce1-44bb-9f9f-bf4198ceaa29" providerId="ADAL" clId="{AD860E20-49AE-477B-B216-6779C813A177}" dt="2024-11-08T09:00:26.391" v="47" actId="26606"/>
          <pc:sldLayoutMkLst>
            <pc:docMk/>
            <pc:sldMasterMk cId="2180042910" sldId="2147483648"/>
            <pc:sldLayoutMk cId="127258092" sldId="2147483651"/>
          </pc:sldLayoutMkLst>
        </pc:sldLayoutChg>
        <pc:sldLayoutChg chg="add del">
          <pc:chgData name="Yeo Xiong Wei, Jonathan" userId="ac2b658e-7ce1-44bb-9f9f-bf4198ceaa29" providerId="ADAL" clId="{AD860E20-49AE-477B-B216-6779C813A177}" dt="2024-11-08T09:00:26.391" v="47" actId="26606"/>
          <pc:sldLayoutMkLst>
            <pc:docMk/>
            <pc:sldMasterMk cId="2180042910" sldId="2147483648"/>
            <pc:sldLayoutMk cId="4234854872" sldId="2147483652"/>
          </pc:sldLayoutMkLst>
        </pc:sldLayoutChg>
        <pc:sldLayoutChg chg="add del">
          <pc:chgData name="Yeo Xiong Wei, Jonathan" userId="ac2b658e-7ce1-44bb-9f9f-bf4198ceaa29" providerId="ADAL" clId="{AD860E20-49AE-477B-B216-6779C813A177}" dt="2024-11-08T09:00:26.391" v="47" actId="26606"/>
          <pc:sldLayoutMkLst>
            <pc:docMk/>
            <pc:sldMasterMk cId="2180042910" sldId="2147483648"/>
            <pc:sldLayoutMk cId="2185923772" sldId="2147483653"/>
          </pc:sldLayoutMkLst>
        </pc:sldLayoutChg>
        <pc:sldLayoutChg chg="add del">
          <pc:chgData name="Yeo Xiong Wei, Jonathan" userId="ac2b658e-7ce1-44bb-9f9f-bf4198ceaa29" providerId="ADAL" clId="{AD860E20-49AE-477B-B216-6779C813A177}" dt="2024-11-08T09:00:26.391" v="47" actId="26606"/>
          <pc:sldLayoutMkLst>
            <pc:docMk/>
            <pc:sldMasterMk cId="2180042910" sldId="2147483648"/>
            <pc:sldLayoutMk cId="2782748259" sldId="2147483654"/>
          </pc:sldLayoutMkLst>
        </pc:sldLayoutChg>
        <pc:sldLayoutChg chg="add del">
          <pc:chgData name="Yeo Xiong Wei, Jonathan" userId="ac2b658e-7ce1-44bb-9f9f-bf4198ceaa29" providerId="ADAL" clId="{AD860E20-49AE-477B-B216-6779C813A177}" dt="2024-11-08T09:00:26.391" v="47" actId="26606"/>
          <pc:sldLayoutMkLst>
            <pc:docMk/>
            <pc:sldMasterMk cId="2180042910" sldId="2147483648"/>
            <pc:sldLayoutMk cId="1041123391" sldId="2147483655"/>
          </pc:sldLayoutMkLst>
        </pc:sldLayoutChg>
        <pc:sldLayoutChg chg="add del">
          <pc:chgData name="Yeo Xiong Wei, Jonathan" userId="ac2b658e-7ce1-44bb-9f9f-bf4198ceaa29" providerId="ADAL" clId="{AD860E20-49AE-477B-B216-6779C813A177}" dt="2024-11-08T09:00:26.391" v="47" actId="26606"/>
          <pc:sldLayoutMkLst>
            <pc:docMk/>
            <pc:sldMasterMk cId="2180042910" sldId="2147483648"/>
            <pc:sldLayoutMk cId="808295695" sldId="2147483656"/>
          </pc:sldLayoutMkLst>
        </pc:sldLayoutChg>
        <pc:sldLayoutChg chg="add del">
          <pc:chgData name="Yeo Xiong Wei, Jonathan" userId="ac2b658e-7ce1-44bb-9f9f-bf4198ceaa29" providerId="ADAL" clId="{AD860E20-49AE-477B-B216-6779C813A177}" dt="2024-11-08T09:00:26.391" v="47" actId="26606"/>
          <pc:sldLayoutMkLst>
            <pc:docMk/>
            <pc:sldMasterMk cId="2180042910" sldId="2147483648"/>
            <pc:sldLayoutMk cId="3242960324" sldId="2147483657"/>
          </pc:sldLayoutMkLst>
        </pc:sldLayoutChg>
        <pc:sldLayoutChg chg="add del">
          <pc:chgData name="Yeo Xiong Wei, Jonathan" userId="ac2b658e-7ce1-44bb-9f9f-bf4198ceaa29" providerId="ADAL" clId="{AD860E20-49AE-477B-B216-6779C813A177}" dt="2024-11-08T09:00:26.391" v="47" actId="26606"/>
          <pc:sldLayoutMkLst>
            <pc:docMk/>
            <pc:sldMasterMk cId="2180042910" sldId="2147483648"/>
            <pc:sldLayoutMk cId="919620453" sldId="2147483658"/>
          </pc:sldLayoutMkLst>
        </pc:sldLayoutChg>
        <pc:sldLayoutChg chg="add del">
          <pc:chgData name="Yeo Xiong Wei, Jonathan" userId="ac2b658e-7ce1-44bb-9f9f-bf4198ceaa29" providerId="ADAL" clId="{AD860E20-49AE-477B-B216-6779C813A177}" dt="2024-11-08T09:00:26.391" v="47" actId="26606"/>
          <pc:sldLayoutMkLst>
            <pc:docMk/>
            <pc:sldMasterMk cId="2180042910" sldId="2147483648"/>
            <pc:sldLayoutMk cId="2021935100" sldId="2147483659"/>
          </pc:sldLayoutMkLst>
        </pc:sldLayoutChg>
      </pc:sldMasterChg>
      <pc:sldMasterChg chg="add del addSldLayout delSldLayout">
        <pc:chgData name="Yeo Xiong Wei, Jonathan" userId="ac2b658e-7ce1-44bb-9f9f-bf4198ceaa29" providerId="ADAL" clId="{AD860E20-49AE-477B-B216-6779C813A177}" dt="2024-11-08T08:59:42.350" v="40" actId="26606"/>
        <pc:sldMasterMkLst>
          <pc:docMk/>
          <pc:sldMasterMk cId="3840723182" sldId="2147483673"/>
        </pc:sldMasterMkLst>
        <pc:sldLayoutChg chg="add del">
          <pc:chgData name="Yeo Xiong Wei, Jonathan" userId="ac2b658e-7ce1-44bb-9f9f-bf4198ceaa29" providerId="ADAL" clId="{AD860E20-49AE-477B-B216-6779C813A177}" dt="2024-11-08T08:59:42.350" v="40" actId="26606"/>
          <pc:sldLayoutMkLst>
            <pc:docMk/>
            <pc:sldMasterMk cId="3840723182" sldId="2147483673"/>
            <pc:sldLayoutMk cId="1798966862" sldId="2147483662"/>
          </pc:sldLayoutMkLst>
        </pc:sldLayoutChg>
        <pc:sldLayoutChg chg="add del">
          <pc:chgData name="Yeo Xiong Wei, Jonathan" userId="ac2b658e-7ce1-44bb-9f9f-bf4198ceaa29" providerId="ADAL" clId="{AD860E20-49AE-477B-B216-6779C813A177}" dt="2024-11-08T08:59:42.350" v="40" actId="26606"/>
          <pc:sldLayoutMkLst>
            <pc:docMk/>
            <pc:sldMasterMk cId="3840723182" sldId="2147483673"/>
            <pc:sldLayoutMk cId="1728460043" sldId="2147483663"/>
          </pc:sldLayoutMkLst>
        </pc:sldLayoutChg>
        <pc:sldLayoutChg chg="add del">
          <pc:chgData name="Yeo Xiong Wei, Jonathan" userId="ac2b658e-7ce1-44bb-9f9f-bf4198ceaa29" providerId="ADAL" clId="{AD860E20-49AE-477B-B216-6779C813A177}" dt="2024-11-08T08:59:42.350" v="40" actId="26606"/>
          <pc:sldLayoutMkLst>
            <pc:docMk/>
            <pc:sldMasterMk cId="3840723182" sldId="2147483673"/>
            <pc:sldLayoutMk cId="2621403132" sldId="2147483664"/>
          </pc:sldLayoutMkLst>
        </pc:sldLayoutChg>
        <pc:sldLayoutChg chg="add del">
          <pc:chgData name="Yeo Xiong Wei, Jonathan" userId="ac2b658e-7ce1-44bb-9f9f-bf4198ceaa29" providerId="ADAL" clId="{AD860E20-49AE-477B-B216-6779C813A177}" dt="2024-11-08T08:59:42.350" v="40" actId="26606"/>
          <pc:sldLayoutMkLst>
            <pc:docMk/>
            <pc:sldMasterMk cId="3840723182" sldId="2147483673"/>
            <pc:sldLayoutMk cId="3361859209" sldId="2147483665"/>
          </pc:sldLayoutMkLst>
        </pc:sldLayoutChg>
        <pc:sldLayoutChg chg="add del">
          <pc:chgData name="Yeo Xiong Wei, Jonathan" userId="ac2b658e-7ce1-44bb-9f9f-bf4198ceaa29" providerId="ADAL" clId="{AD860E20-49AE-477B-B216-6779C813A177}" dt="2024-11-08T08:59:42.350" v="40" actId="26606"/>
          <pc:sldLayoutMkLst>
            <pc:docMk/>
            <pc:sldMasterMk cId="3840723182" sldId="2147483673"/>
            <pc:sldLayoutMk cId="1806137201" sldId="2147483666"/>
          </pc:sldLayoutMkLst>
        </pc:sldLayoutChg>
        <pc:sldLayoutChg chg="add del">
          <pc:chgData name="Yeo Xiong Wei, Jonathan" userId="ac2b658e-7ce1-44bb-9f9f-bf4198ceaa29" providerId="ADAL" clId="{AD860E20-49AE-477B-B216-6779C813A177}" dt="2024-11-08T08:59:42.350" v="40" actId="26606"/>
          <pc:sldLayoutMkLst>
            <pc:docMk/>
            <pc:sldMasterMk cId="3840723182" sldId="2147483673"/>
            <pc:sldLayoutMk cId="506043770" sldId="2147483667"/>
          </pc:sldLayoutMkLst>
        </pc:sldLayoutChg>
        <pc:sldLayoutChg chg="add del">
          <pc:chgData name="Yeo Xiong Wei, Jonathan" userId="ac2b658e-7ce1-44bb-9f9f-bf4198ceaa29" providerId="ADAL" clId="{AD860E20-49AE-477B-B216-6779C813A177}" dt="2024-11-08T08:59:42.350" v="40" actId="26606"/>
          <pc:sldLayoutMkLst>
            <pc:docMk/>
            <pc:sldMasterMk cId="3840723182" sldId="2147483673"/>
            <pc:sldLayoutMk cId="1585247420" sldId="2147483668"/>
          </pc:sldLayoutMkLst>
        </pc:sldLayoutChg>
        <pc:sldLayoutChg chg="add del">
          <pc:chgData name="Yeo Xiong Wei, Jonathan" userId="ac2b658e-7ce1-44bb-9f9f-bf4198ceaa29" providerId="ADAL" clId="{AD860E20-49AE-477B-B216-6779C813A177}" dt="2024-11-08T08:59:42.350" v="40" actId="26606"/>
          <pc:sldLayoutMkLst>
            <pc:docMk/>
            <pc:sldMasterMk cId="3840723182" sldId="2147483673"/>
            <pc:sldLayoutMk cId="4143557101" sldId="2147483669"/>
          </pc:sldLayoutMkLst>
        </pc:sldLayoutChg>
        <pc:sldLayoutChg chg="add del">
          <pc:chgData name="Yeo Xiong Wei, Jonathan" userId="ac2b658e-7ce1-44bb-9f9f-bf4198ceaa29" providerId="ADAL" clId="{AD860E20-49AE-477B-B216-6779C813A177}" dt="2024-11-08T08:59:42.350" v="40" actId="26606"/>
          <pc:sldLayoutMkLst>
            <pc:docMk/>
            <pc:sldMasterMk cId="3840723182" sldId="2147483673"/>
            <pc:sldLayoutMk cId="2330661015" sldId="2147483670"/>
          </pc:sldLayoutMkLst>
        </pc:sldLayoutChg>
        <pc:sldLayoutChg chg="add del">
          <pc:chgData name="Yeo Xiong Wei, Jonathan" userId="ac2b658e-7ce1-44bb-9f9f-bf4198ceaa29" providerId="ADAL" clId="{AD860E20-49AE-477B-B216-6779C813A177}" dt="2024-11-08T08:59:42.350" v="40" actId="26606"/>
          <pc:sldLayoutMkLst>
            <pc:docMk/>
            <pc:sldMasterMk cId="3840723182" sldId="2147483673"/>
            <pc:sldLayoutMk cId="2533677071" sldId="2147483671"/>
          </pc:sldLayoutMkLst>
        </pc:sldLayoutChg>
        <pc:sldLayoutChg chg="add del">
          <pc:chgData name="Yeo Xiong Wei, Jonathan" userId="ac2b658e-7ce1-44bb-9f9f-bf4198ceaa29" providerId="ADAL" clId="{AD860E20-49AE-477B-B216-6779C813A177}" dt="2024-11-08T08:59:42.350" v="40" actId="26606"/>
          <pc:sldLayoutMkLst>
            <pc:docMk/>
            <pc:sldMasterMk cId="3840723182" sldId="2147483673"/>
            <pc:sldLayoutMk cId="2982060282" sldId="2147483672"/>
          </pc:sldLayoutMkLst>
        </pc:sldLayoutChg>
      </pc:sldMasterChg>
      <pc:sldMasterChg chg="add del addSldLayout delSldLayout">
        <pc:chgData name="Yeo Xiong Wei, Jonathan" userId="ac2b658e-7ce1-44bb-9f9f-bf4198ceaa29" providerId="ADAL" clId="{AD860E20-49AE-477B-B216-6779C813A177}" dt="2024-11-08T08:59:48.638" v="42" actId="26606"/>
        <pc:sldMasterMkLst>
          <pc:docMk/>
          <pc:sldMasterMk cId="1805259820" sldId="2147483686"/>
        </pc:sldMasterMkLst>
        <pc:sldLayoutChg chg="add del">
          <pc:chgData name="Yeo Xiong Wei, Jonathan" userId="ac2b658e-7ce1-44bb-9f9f-bf4198ceaa29" providerId="ADAL" clId="{AD860E20-49AE-477B-B216-6779C813A177}" dt="2024-11-08T08:59:48.638" v="42" actId="26606"/>
          <pc:sldLayoutMkLst>
            <pc:docMk/>
            <pc:sldMasterMk cId="1805259820" sldId="2147483686"/>
            <pc:sldLayoutMk cId="876680168" sldId="2147483675"/>
          </pc:sldLayoutMkLst>
        </pc:sldLayoutChg>
        <pc:sldLayoutChg chg="add del">
          <pc:chgData name="Yeo Xiong Wei, Jonathan" userId="ac2b658e-7ce1-44bb-9f9f-bf4198ceaa29" providerId="ADAL" clId="{AD860E20-49AE-477B-B216-6779C813A177}" dt="2024-11-08T08:59:48.638" v="42" actId="26606"/>
          <pc:sldLayoutMkLst>
            <pc:docMk/>
            <pc:sldMasterMk cId="1805259820" sldId="2147483686"/>
            <pc:sldLayoutMk cId="4008349601" sldId="2147483676"/>
          </pc:sldLayoutMkLst>
        </pc:sldLayoutChg>
        <pc:sldLayoutChg chg="add del">
          <pc:chgData name="Yeo Xiong Wei, Jonathan" userId="ac2b658e-7ce1-44bb-9f9f-bf4198ceaa29" providerId="ADAL" clId="{AD860E20-49AE-477B-B216-6779C813A177}" dt="2024-11-08T08:59:48.638" v="42" actId="26606"/>
          <pc:sldLayoutMkLst>
            <pc:docMk/>
            <pc:sldMasterMk cId="1805259820" sldId="2147483686"/>
            <pc:sldLayoutMk cId="1774782838" sldId="2147483677"/>
          </pc:sldLayoutMkLst>
        </pc:sldLayoutChg>
        <pc:sldLayoutChg chg="add del">
          <pc:chgData name="Yeo Xiong Wei, Jonathan" userId="ac2b658e-7ce1-44bb-9f9f-bf4198ceaa29" providerId="ADAL" clId="{AD860E20-49AE-477B-B216-6779C813A177}" dt="2024-11-08T08:59:48.638" v="42" actId="26606"/>
          <pc:sldLayoutMkLst>
            <pc:docMk/>
            <pc:sldMasterMk cId="1805259820" sldId="2147483686"/>
            <pc:sldLayoutMk cId="4238748689" sldId="2147483678"/>
          </pc:sldLayoutMkLst>
        </pc:sldLayoutChg>
        <pc:sldLayoutChg chg="add del">
          <pc:chgData name="Yeo Xiong Wei, Jonathan" userId="ac2b658e-7ce1-44bb-9f9f-bf4198ceaa29" providerId="ADAL" clId="{AD860E20-49AE-477B-B216-6779C813A177}" dt="2024-11-08T08:59:48.638" v="42" actId="26606"/>
          <pc:sldLayoutMkLst>
            <pc:docMk/>
            <pc:sldMasterMk cId="1805259820" sldId="2147483686"/>
            <pc:sldLayoutMk cId="3991678415" sldId="2147483679"/>
          </pc:sldLayoutMkLst>
        </pc:sldLayoutChg>
        <pc:sldLayoutChg chg="add del">
          <pc:chgData name="Yeo Xiong Wei, Jonathan" userId="ac2b658e-7ce1-44bb-9f9f-bf4198ceaa29" providerId="ADAL" clId="{AD860E20-49AE-477B-B216-6779C813A177}" dt="2024-11-08T08:59:48.638" v="42" actId="26606"/>
          <pc:sldLayoutMkLst>
            <pc:docMk/>
            <pc:sldMasterMk cId="1805259820" sldId="2147483686"/>
            <pc:sldLayoutMk cId="2608224247" sldId="2147483680"/>
          </pc:sldLayoutMkLst>
        </pc:sldLayoutChg>
        <pc:sldLayoutChg chg="add del">
          <pc:chgData name="Yeo Xiong Wei, Jonathan" userId="ac2b658e-7ce1-44bb-9f9f-bf4198ceaa29" providerId="ADAL" clId="{AD860E20-49AE-477B-B216-6779C813A177}" dt="2024-11-08T08:59:48.638" v="42" actId="26606"/>
          <pc:sldLayoutMkLst>
            <pc:docMk/>
            <pc:sldMasterMk cId="1805259820" sldId="2147483686"/>
            <pc:sldLayoutMk cId="2176756379" sldId="2147483681"/>
          </pc:sldLayoutMkLst>
        </pc:sldLayoutChg>
        <pc:sldLayoutChg chg="add del">
          <pc:chgData name="Yeo Xiong Wei, Jonathan" userId="ac2b658e-7ce1-44bb-9f9f-bf4198ceaa29" providerId="ADAL" clId="{AD860E20-49AE-477B-B216-6779C813A177}" dt="2024-11-08T08:59:48.638" v="42" actId="26606"/>
          <pc:sldLayoutMkLst>
            <pc:docMk/>
            <pc:sldMasterMk cId="1805259820" sldId="2147483686"/>
            <pc:sldLayoutMk cId="1332038428" sldId="2147483682"/>
          </pc:sldLayoutMkLst>
        </pc:sldLayoutChg>
        <pc:sldLayoutChg chg="add del">
          <pc:chgData name="Yeo Xiong Wei, Jonathan" userId="ac2b658e-7ce1-44bb-9f9f-bf4198ceaa29" providerId="ADAL" clId="{AD860E20-49AE-477B-B216-6779C813A177}" dt="2024-11-08T08:59:48.638" v="42" actId="26606"/>
          <pc:sldLayoutMkLst>
            <pc:docMk/>
            <pc:sldMasterMk cId="1805259820" sldId="2147483686"/>
            <pc:sldLayoutMk cId="3790479348" sldId="2147483683"/>
          </pc:sldLayoutMkLst>
        </pc:sldLayoutChg>
        <pc:sldLayoutChg chg="add del">
          <pc:chgData name="Yeo Xiong Wei, Jonathan" userId="ac2b658e-7ce1-44bb-9f9f-bf4198ceaa29" providerId="ADAL" clId="{AD860E20-49AE-477B-B216-6779C813A177}" dt="2024-11-08T08:59:48.638" v="42" actId="26606"/>
          <pc:sldLayoutMkLst>
            <pc:docMk/>
            <pc:sldMasterMk cId="1805259820" sldId="2147483686"/>
            <pc:sldLayoutMk cId="3626484491" sldId="2147483684"/>
          </pc:sldLayoutMkLst>
        </pc:sldLayoutChg>
        <pc:sldLayoutChg chg="add del">
          <pc:chgData name="Yeo Xiong Wei, Jonathan" userId="ac2b658e-7ce1-44bb-9f9f-bf4198ceaa29" providerId="ADAL" clId="{AD860E20-49AE-477B-B216-6779C813A177}" dt="2024-11-08T08:59:48.638" v="42" actId="26606"/>
          <pc:sldLayoutMkLst>
            <pc:docMk/>
            <pc:sldMasterMk cId="1805259820" sldId="2147483686"/>
            <pc:sldLayoutMk cId="2590861938" sldId="2147483685"/>
          </pc:sldLayoutMkLst>
        </pc:sldLayoutChg>
      </pc:sldMasterChg>
      <pc:sldMasterChg chg="add del addSldLayout delSldLayout">
        <pc:chgData name="Yeo Xiong Wei, Jonathan" userId="ac2b658e-7ce1-44bb-9f9f-bf4198ceaa29" providerId="ADAL" clId="{AD860E20-49AE-477B-B216-6779C813A177}" dt="2024-11-08T09:00:26.360" v="46" actId="26606"/>
        <pc:sldMasterMkLst>
          <pc:docMk/>
          <pc:sldMasterMk cId="1661585250" sldId="2147483712"/>
        </pc:sldMasterMkLst>
        <pc:sldLayoutChg chg="add del">
          <pc:chgData name="Yeo Xiong Wei, Jonathan" userId="ac2b658e-7ce1-44bb-9f9f-bf4198ceaa29" providerId="ADAL" clId="{AD860E20-49AE-477B-B216-6779C813A177}" dt="2024-11-08T09:00:26.360" v="46" actId="26606"/>
          <pc:sldLayoutMkLst>
            <pc:docMk/>
            <pc:sldMasterMk cId="1661585250" sldId="2147483712"/>
            <pc:sldLayoutMk cId="600507595" sldId="2147483701"/>
          </pc:sldLayoutMkLst>
        </pc:sldLayoutChg>
        <pc:sldLayoutChg chg="add del">
          <pc:chgData name="Yeo Xiong Wei, Jonathan" userId="ac2b658e-7ce1-44bb-9f9f-bf4198ceaa29" providerId="ADAL" clId="{AD860E20-49AE-477B-B216-6779C813A177}" dt="2024-11-08T09:00:26.360" v="46" actId="26606"/>
          <pc:sldLayoutMkLst>
            <pc:docMk/>
            <pc:sldMasterMk cId="1661585250" sldId="2147483712"/>
            <pc:sldLayoutMk cId="2066365724" sldId="2147483702"/>
          </pc:sldLayoutMkLst>
        </pc:sldLayoutChg>
        <pc:sldLayoutChg chg="add del">
          <pc:chgData name="Yeo Xiong Wei, Jonathan" userId="ac2b658e-7ce1-44bb-9f9f-bf4198ceaa29" providerId="ADAL" clId="{AD860E20-49AE-477B-B216-6779C813A177}" dt="2024-11-08T09:00:26.360" v="46" actId="26606"/>
          <pc:sldLayoutMkLst>
            <pc:docMk/>
            <pc:sldMasterMk cId="1661585250" sldId="2147483712"/>
            <pc:sldLayoutMk cId="1836011708" sldId="2147483703"/>
          </pc:sldLayoutMkLst>
        </pc:sldLayoutChg>
        <pc:sldLayoutChg chg="add del">
          <pc:chgData name="Yeo Xiong Wei, Jonathan" userId="ac2b658e-7ce1-44bb-9f9f-bf4198ceaa29" providerId="ADAL" clId="{AD860E20-49AE-477B-B216-6779C813A177}" dt="2024-11-08T09:00:26.360" v="46" actId="26606"/>
          <pc:sldLayoutMkLst>
            <pc:docMk/>
            <pc:sldMasterMk cId="1661585250" sldId="2147483712"/>
            <pc:sldLayoutMk cId="2834354560" sldId="2147483704"/>
          </pc:sldLayoutMkLst>
        </pc:sldLayoutChg>
        <pc:sldLayoutChg chg="add del">
          <pc:chgData name="Yeo Xiong Wei, Jonathan" userId="ac2b658e-7ce1-44bb-9f9f-bf4198ceaa29" providerId="ADAL" clId="{AD860E20-49AE-477B-B216-6779C813A177}" dt="2024-11-08T09:00:26.360" v="46" actId="26606"/>
          <pc:sldLayoutMkLst>
            <pc:docMk/>
            <pc:sldMasterMk cId="1661585250" sldId="2147483712"/>
            <pc:sldLayoutMk cId="520268714" sldId="2147483705"/>
          </pc:sldLayoutMkLst>
        </pc:sldLayoutChg>
        <pc:sldLayoutChg chg="add del">
          <pc:chgData name="Yeo Xiong Wei, Jonathan" userId="ac2b658e-7ce1-44bb-9f9f-bf4198ceaa29" providerId="ADAL" clId="{AD860E20-49AE-477B-B216-6779C813A177}" dt="2024-11-08T09:00:26.360" v="46" actId="26606"/>
          <pc:sldLayoutMkLst>
            <pc:docMk/>
            <pc:sldMasterMk cId="1661585250" sldId="2147483712"/>
            <pc:sldLayoutMk cId="2813235074" sldId="2147483706"/>
          </pc:sldLayoutMkLst>
        </pc:sldLayoutChg>
        <pc:sldLayoutChg chg="add del">
          <pc:chgData name="Yeo Xiong Wei, Jonathan" userId="ac2b658e-7ce1-44bb-9f9f-bf4198ceaa29" providerId="ADAL" clId="{AD860E20-49AE-477B-B216-6779C813A177}" dt="2024-11-08T09:00:26.360" v="46" actId="26606"/>
          <pc:sldLayoutMkLst>
            <pc:docMk/>
            <pc:sldMasterMk cId="1661585250" sldId="2147483712"/>
            <pc:sldLayoutMk cId="1167925105" sldId="2147483707"/>
          </pc:sldLayoutMkLst>
        </pc:sldLayoutChg>
        <pc:sldLayoutChg chg="add del">
          <pc:chgData name="Yeo Xiong Wei, Jonathan" userId="ac2b658e-7ce1-44bb-9f9f-bf4198ceaa29" providerId="ADAL" clId="{AD860E20-49AE-477B-B216-6779C813A177}" dt="2024-11-08T09:00:26.360" v="46" actId="26606"/>
          <pc:sldLayoutMkLst>
            <pc:docMk/>
            <pc:sldMasterMk cId="1661585250" sldId="2147483712"/>
            <pc:sldLayoutMk cId="4228758246" sldId="2147483708"/>
          </pc:sldLayoutMkLst>
        </pc:sldLayoutChg>
        <pc:sldLayoutChg chg="add del">
          <pc:chgData name="Yeo Xiong Wei, Jonathan" userId="ac2b658e-7ce1-44bb-9f9f-bf4198ceaa29" providerId="ADAL" clId="{AD860E20-49AE-477B-B216-6779C813A177}" dt="2024-11-08T09:00:26.360" v="46" actId="26606"/>
          <pc:sldLayoutMkLst>
            <pc:docMk/>
            <pc:sldMasterMk cId="1661585250" sldId="2147483712"/>
            <pc:sldLayoutMk cId="3118044309" sldId="2147483709"/>
          </pc:sldLayoutMkLst>
        </pc:sldLayoutChg>
        <pc:sldLayoutChg chg="add del">
          <pc:chgData name="Yeo Xiong Wei, Jonathan" userId="ac2b658e-7ce1-44bb-9f9f-bf4198ceaa29" providerId="ADAL" clId="{AD860E20-49AE-477B-B216-6779C813A177}" dt="2024-11-08T09:00:26.360" v="46" actId="26606"/>
          <pc:sldLayoutMkLst>
            <pc:docMk/>
            <pc:sldMasterMk cId="1661585250" sldId="2147483712"/>
            <pc:sldLayoutMk cId="614682375" sldId="2147483710"/>
          </pc:sldLayoutMkLst>
        </pc:sldLayoutChg>
        <pc:sldLayoutChg chg="add del">
          <pc:chgData name="Yeo Xiong Wei, Jonathan" userId="ac2b658e-7ce1-44bb-9f9f-bf4198ceaa29" providerId="ADAL" clId="{AD860E20-49AE-477B-B216-6779C813A177}" dt="2024-11-08T09:00:26.360" v="46" actId="26606"/>
          <pc:sldLayoutMkLst>
            <pc:docMk/>
            <pc:sldMasterMk cId="1661585250" sldId="2147483712"/>
            <pc:sldLayoutMk cId="1929246047" sldId="2147483711"/>
          </pc:sldLayoutMkLst>
        </pc:sldLayoutChg>
      </pc:sldMasterChg>
      <pc:sldMasterChg chg="add addSldLayout">
        <pc:chgData name="Yeo Xiong Wei, Jonathan" userId="ac2b658e-7ce1-44bb-9f9f-bf4198ceaa29" providerId="ADAL" clId="{AD860E20-49AE-477B-B216-6779C813A177}" dt="2024-11-08T09:00:26.391" v="47" actId="26606"/>
        <pc:sldMasterMkLst>
          <pc:docMk/>
          <pc:sldMasterMk cId="455207562" sldId="2147483726"/>
        </pc:sldMasterMkLst>
        <pc:sldLayoutChg chg="add">
          <pc:chgData name="Yeo Xiong Wei, Jonathan" userId="ac2b658e-7ce1-44bb-9f9f-bf4198ceaa29" providerId="ADAL" clId="{AD860E20-49AE-477B-B216-6779C813A177}" dt="2024-11-08T09:00:26.391" v="47" actId="26606"/>
          <pc:sldLayoutMkLst>
            <pc:docMk/>
            <pc:sldMasterMk cId="455207562" sldId="2147483726"/>
            <pc:sldLayoutMk cId="3067540501" sldId="2147483714"/>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794995618" sldId="2147483715"/>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314588135" sldId="2147483716"/>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834413063" sldId="2147483717"/>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3538955534" sldId="2147483718"/>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37063489" sldId="2147483719"/>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2186802592" sldId="2147483720"/>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2417512797" sldId="2147483721"/>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4083966847" sldId="2147483722"/>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2490576491" sldId="2147483723"/>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1791732365" sldId="2147483724"/>
          </pc:sldLayoutMkLst>
        </pc:sldLayoutChg>
        <pc:sldLayoutChg chg="add">
          <pc:chgData name="Yeo Xiong Wei, Jonathan" userId="ac2b658e-7ce1-44bb-9f9f-bf4198ceaa29" providerId="ADAL" clId="{AD860E20-49AE-477B-B216-6779C813A177}" dt="2024-11-08T09:00:26.391" v="47" actId="26606"/>
          <pc:sldLayoutMkLst>
            <pc:docMk/>
            <pc:sldMasterMk cId="455207562" sldId="2147483726"/>
            <pc:sldLayoutMk cId="1074430948" sldId="2147483725"/>
          </pc:sldLayoutMkLst>
        </pc:sldLayoutChg>
      </pc:sldMasterChg>
      <pc:sldMasterChg chg="add del addSldLayout delSldLayout">
        <pc:chgData name="Yeo Xiong Wei, Jonathan" userId="ac2b658e-7ce1-44bb-9f9f-bf4198ceaa29" providerId="ADAL" clId="{AD860E20-49AE-477B-B216-6779C813A177}" dt="2024-11-08T09:00:20.774" v="44" actId="26606"/>
        <pc:sldMasterMkLst>
          <pc:docMk/>
          <pc:sldMasterMk cId="681060530" sldId="2147483739"/>
        </pc:sldMasterMkLst>
        <pc:sldLayoutChg chg="add del">
          <pc:chgData name="Yeo Xiong Wei, Jonathan" userId="ac2b658e-7ce1-44bb-9f9f-bf4198ceaa29" providerId="ADAL" clId="{AD860E20-49AE-477B-B216-6779C813A177}" dt="2024-11-08T09:00:20.774" v="44" actId="26606"/>
          <pc:sldLayoutMkLst>
            <pc:docMk/>
            <pc:sldMasterMk cId="681060530" sldId="2147483739"/>
            <pc:sldLayoutMk cId="4163962452" sldId="2147483728"/>
          </pc:sldLayoutMkLst>
        </pc:sldLayoutChg>
        <pc:sldLayoutChg chg="add del">
          <pc:chgData name="Yeo Xiong Wei, Jonathan" userId="ac2b658e-7ce1-44bb-9f9f-bf4198ceaa29" providerId="ADAL" clId="{AD860E20-49AE-477B-B216-6779C813A177}" dt="2024-11-08T09:00:20.774" v="44" actId="26606"/>
          <pc:sldLayoutMkLst>
            <pc:docMk/>
            <pc:sldMasterMk cId="681060530" sldId="2147483739"/>
            <pc:sldLayoutMk cId="2533357292" sldId="2147483729"/>
          </pc:sldLayoutMkLst>
        </pc:sldLayoutChg>
        <pc:sldLayoutChg chg="add del">
          <pc:chgData name="Yeo Xiong Wei, Jonathan" userId="ac2b658e-7ce1-44bb-9f9f-bf4198ceaa29" providerId="ADAL" clId="{AD860E20-49AE-477B-B216-6779C813A177}" dt="2024-11-08T09:00:20.774" v="44" actId="26606"/>
          <pc:sldLayoutMkLst>
            <pc:docMk/>
            <pc:sldMasterMk cId="681060530" sldId="2147483739"/>
            <pc:sldLayoutMk cId="2738266133" sldId="2147483730"/>
          </pc:sldLayoutMkLst>
        </pc:sldLayoutChg>
        <pc:sldLayoutChg chg="add del">
          <pc:chgData name="Yeo Xiong Wei, Jonathan" userId="ac2b658e-7ce1-44bb-9f9f-bf4198ceaa29" providerId="ADAL" clId="{AD860E20-49AE-477B-B216-6779C813A177}" dt="2024-11-08T09:00:20.774" v="44" actId="26606"/>
          <pc:sldLayoutMkLst>
            <pc:docMk/>
            <pc:sldMasterMk cId="681060530" sldId="2147483739"/>
            <pc:sldLayoutMk cId="1013904948" sldId="2147483731"/>
          </pc:sldLayoutMkLst>
        </pc:sldLayoutChg>
        <pc:sldLayoutChg chg="add del">
          <pc:chgData name="Yeo Xiong Wei, Jonathan" userId="ac2b658e-7ce1-44bb-9f9f-bf4198ceaa29" providerId="ADAL" clId="{AD860E20-49AE-477B-B216-6779C813A177}" dt="2024-11-08T09:00:20.774" v="44" actId="26606"/>
          <pc:sldLayoutMkLst>
            <pc:docMk/>
            <pc:sldMasterMk cId="681060530" sldId="2147483739"/>
            <pc:sldLayoutMk cId="3751868482" sldId="2147483732"/>
          </pc:sldLayoutMkLst>
        </pc:sldLayoutChg>
        <pc:sldLayoutChg chg="add del">
          <pc:chgData name="Yeo Xiong Wei, Jonathan" userId="ac2b658e-7ce1-44bb-9f9f-bf4198ceaa29" providerId="ADAL" clId="{AD860E20-49AE-477B-B216-6779C813A177}" dt="2024-11-08T09:00:20.774" v="44" actId="26606"/>
          <pc:sldLayoutMkLst>
            <pc:docMk/>
            <pc:sldMasterMk cId="681060530" sldId="2147483739"/>
            <pc:sldLayoutMk cId="1302707419" sldId="2147483733"/>
          </pc:sldLayoutMkLst>
        </pc:sldLayoutChg>
        <pc:sldLayoutChg chg="add del">
          <pc:chgData name="Yeo Xiong Wei, Jonathan" userId="ac2b658e-7ce1-44bb-9f9f-bf4198ceaa29" providerId="ADAL" clId="{AD860E20-49AE-477B-B216-6779C813A177}" dt="2024-11-08T09:00:20.774" v="44" actId="26606"/>
          <pc:sldLayoutMkLst>
            <pc:docMk/>
            <pc:sldMasterMk cId="681060530" sldId="2147483739"/>
            <pc:sldLayoutMk cId="1824530903" sldId="2147483734"/>
          </pc:sldLayoutMkLst>
        </pc:sldLayoutChg>
        <pc:sldLayoutChg chg="add del">
          <pc:chgData name="Yeo Xiong Wei, Jonathan" userId="ac2b658e-7ce1-44bb-9f9f-bf4198ceaa29" providerId="ADAL" clId="{AD860E20-49AE-477B-B216-6779C813A177}" dt="2024-11-08T09:00:20.774" v="44" actId="26606"/>
          <pc:sldLayoutMkLst>
            <pc:docMk/>
            <pc:sldMasterMk cId="681060530" sldId="2147483739"/>
            <pc:sldLayoutMk cId="151307432" sldId="2147483735"/>
          </pc:sldLayoutMkLst>
        </pc:sldLayoutChg>
        <pc:sldLayoutChg chg="add del">
          <pc:chgData name="Yeo Xiong Wei, Jonathan" userId="ac2b658e-7ce1-44bb-9f9f-bf4198ceaa29" providerId="ADAL" clId="{AD860E20-49AE-477B-B216-6779C813A177}" dt="2024-11-08T09:00:20.774" v="44" actId="26606"/>
          <pc:sldLayoutMkLst>
            <pc:docMk/>
            <pc:sldMasterMk cId="681060530" sldId="2147483739"/>
            <pc:sldLayoutMk cId="1316015522" sldId="2147483736"/>
          </pc:sldLayoutMkLst>
        </pc:sldLayoutChg>
        <pc:sldLayoutChg chg="add del">
          <pc:chgData name="Yeo Xiong Wei, Jonathan" userId="ac2b658e-7ce1-44bb-9f9f-bf4198ceaa29" providerId="ADAL" clId="{AD860E20-49AE-477B-B216-6779C813A177}" dt="2024-11-08T09:00:20.774" v="44" actId="26606"/>
          <pc:sldLayoutMkLst>
            <pc:docMk/>
            <pc:sldMasterMk cId="681060530" sldId="2147483739"/>
            <pc:sldLayoutMk cId="3411698536" sldId="2147483737"/>
          </pc:sldLayoutMkLst>
        </pc:sldLayoutChg>
        <pc:sldLayoutChg chg="add del">
          <pc:chgData name="Yeo Xiong Wei, Jonathan" userId="ac2b658e-7ce1-44bb-9f9f-bf4198ceaa29" providerId="ADAL" clId="{AD860E20-49AE-477B-B216-6779C813A177}" dt="2024-11-08T09:00:20.774" v="44" actId="26606"/>
          <pc:sldLayoutMkLst>
            <pc:docMk/>
            <pc:sldMasterMk cId="681060530" sldId="2147483739"/>
            <pc:sldLayoutMk cId="1852725052" sldId="2147483738"/>
          </pc:sldLayoutMkLst>
        </pc:sldLayoutChg>
      </pc:sldMasterChg>
      <pc:sldMasterChg chg="add del addSldLayout delSldLayout">
        <pc:chgData name="Yeo Xiong Wei, Jonathan" userId="ac2b658e-7ce1-44bb-9f9f-bf4198ceaa29" providerId="ADAL" clId="{AD860E20-49AE-477B-B216-6779C813A177}" dt="2024-11-08T08:59:40.838" v="36" actId="26606"/>
        <pc:sldMasterMkLst>
          <pc:docMk/>
          <pc:sldMasterMk cId="3499556391" sldId="2147483751"/>
        </pc:sldMasterMkLst>
        <pc:sldLayoutChg chg="add del">
          <pc:chgData name="Yeo Xiong Wei, Jonathan" userId="ac2b658e-7ce1-44bb-9f9f-bf4198ceaa29" providerId="ADAL" clId="{AD860E20-49AE-477B-B216-6779C813A177}" dt="2024-11-08T08:59:40.838" v="36" actId="26606"/>
          <pc:sldLayoutMkLst>
            <pc:docMk/>
            <pc:sldMasterMk cId="3499556391" sldId="2147483751"/>
            <pc:sldLayoutMk cId="2302619539" sldId="2147483740"/>
          </pc:sldLayoutMkLst>
        </pc:sldLayoutChg>
        <pc:sldLayoutChg chg="add del">
          <pc:chgData name="Yeo Xiong Wei, Jonathan" userId="ac2b658e-7ce1-44bb-9f9f-bf4198ceaa29" providerId="ADAL" clId="{AD860E20-49AE-477B-B216-6779C813A177}" dt="2024-11-08T08:59:40.838" v="36" actId="26606"/>
          <pc:sldLayoutMkLst>
            <pc:docMk/>
            <pc:sldMasterMk cId="3499556391" sldId="2147483751"/>
            <pc:sldLayoutMk cId="1453167660" sldId="2147483741"/>
          </pc:sldLayoutMkLst>
        </pc:sldLayoutChg>
        <pc:sldLayoutChg chg="add del">
          <pc:chgData name="Yeo Xiong Wei, Jonathan" userId="ac2b658e-7ce1-44bb-9f9f-bf4198ceaa29" providerId="ADAL" clId="{AD860E20-49AE-477B-B216-6779C813A177}" dt="2024-11-08T08:59:40.838" v="36" actId="26606"/>
          <pc:sldLayoutMkLst>
            <pc:docMk/>
            <pc:sldMasterMk cId="3499556391" sldId="2147483751"/>
            <pc:sldLayoutMk cId="2778185398" sldId="2147483742"/>
          </pc:sldLayoutMkLst>
        </pc:sldLayoutChg>
        <pc:sldLayoutChg chg="add del">
          <pc:chgData name="Yeo Xiong Wei, Jonathan" userId="ac2b658e-7ce1-44bb-9f9f-bf4198ceaa29" providerId="ADAL" clId="{AD860E20-49AE-477B-B216-6779C813A177}" dt="2024-11-08T08:59:40.838" v="36" actId="26606"/>
          <pc:sldLayoutMkLst>
            <pc:docMk/>
            <pc:sldMasterMk cId="3499556391" sldId="2147483751"/>
            <pc:sldLayoutMk cId="258274212" sldId="2147483743"/>
          </pc:sldLayoutMkLst>
        </pc:sldLayoutChg>
        <pc:sldLayoutChg chg="add del">
          <pc:chgData name="Yeo Xiong Wei, Jonathan" userId="ac2b658e-7ce1-44bb-9f9f-bf4198ceaa29" providerId="ADAL" clId="{AD860E20-49AE-477B-B216-6779C813A177}" dt="2024-11-08T08:59:40.838" v="36" actId="26606"/>
          <pc:sldLayoutMkLst>
            <pc:docMk/>
            <pc:sldMasterMk cId="3499556391" sldId="2147483751"/>
            <pc:sldLayoutMk cId="1938025966" sldId="2147483744"/>
          </pc:sldLayoutMkLst>
        </pc:sldLayoutChg>
        <pc:sldLayoutChg chg="add del">
          <pc:chgData name="Yeo Xiong Wei, Jonathan" userId="ac2b658e-7ce1-44bb-9f9f-bf4198ceaa29" providerId="ADAL" clId="{AD860E20-49AE-477B-B216-6779C813A177}" dt="2024-11-08T08:59:40.838" v="36" actId="26606"/>
          <pc:sldLayoutMkLst>
            <pc:docMk/>
            <pc:sldMasterMk cId="3499556391" sldId="2147483751"/>
            <pc:sldLayoutMk cId="2479391005" sldId="2147483745"/>
          </pc:sldLayoutMkLst>
        </pc:sldLayoutChg>
        <pc:sldLayoutChg chg="add del">
          <pc:chgData name="Yeo Xiong Wei, Jonathan" userId="ac2b658e-7ce1-44bb-9f9f-bf4198ceaa29" providerId="ADAL" clId="{AD860E20-49AE-477B-B216-6779C813A177}" dt="2024-11-08T08:59:40.838" v="36" actId="26606"/>
          <pc:sldLayoutMkLst>
            <pc:docMk/>
            <pc:sldMasterMk cId="3499556391" sldId="2147483751"/>
            <pc:sldLayoutMk cId="626656276" sldId="2147483746"/>
          </pc:sldLayoutMkLst>
        </pc:sldLayoutChg>
        <pc:sldLayoutChg chg="add del">
          <pc:chgData name="Yeo Xiong Wei, Jonathan" userId="ac2b658e-7ce1-44bb-9f9f-bf4198ceaa29" providerId="ADAL" clId="{AD860E20-49AE-477B-B216-6779C813A177}" dt="2024-11-08T08:59:40.838" v="36" actId="26606"/>
          <pc:sldLayoutMkLst>
            <pc:docMk/>
            <pc:sldMasterMk cId="3499556391" sldId="2147483751"/>
            <pc:sldLayoutMk cId="230567947" sldId="2147483747"/>
          </pc:sldLayoutMkLst>
        </pc:sldLayoutChg>
        <pc:sldLayoutChg chg="add del">
          <pc:chgData name="Yeo Xiong Wei, Jonathan" userId="ac2b658e-7ce1-44bb-9f9f-bf4198ceaa29" providerId="ADAL" clId="{AD860E20-49AE-477B-B216-6779C813A177}" dt="2024-11-08T08:59:40.838" v="36" actId="26606"/>
          <pc:sldLayoutMkLst>
            <pc:docMk/>
            <pc:sldMasterMk cId="3499556391" sldId="2147483751"/>
            <pc:sldLayoutMk cId="3143476616" sldId="2147483748"/>
          </pc:sldLayoutMkLst>
        </pc:sldLayoutChg>
        <pc:sldLayoutChg chg="add del">
          <pc:chgData name="Yeo Xiong Wei, Jonathan" userId="ac2b658e-7ce1-44bb-9f9f-bf4198ceaa29" providerId="ADAL" clId="{AD860E20-49AE-477B-B216-6779C813A177}" dt="2024-11-08T08:59:40.838" v="36" actId="26606"/>
          <pc:sldLayoutMkLst>
            <pc:docMk/>
            <pc:sldMasterMk cId="3499556391" sldId="2147483751"/>
            <pc:sldLayoutMk cId="76125233" sldId="2147483749"/>
          </pc:sldLayoutMkLst>
        </pc:sldLayoutChg>
        <pc:sldLayoutChg chg="add del">
          <pc:chgData name="Yeo Xiong Wei, Jonathan" userId="ac2b658e-7ce1-44bb-9f9f-bf4198ceaa29" providerId="ADAL" clId="{AD860E20-49AE-477B-B216-6779C813A177}" dt="2024-11-08T08:59:40.838" v="36" actId="26606"/>
          <pc:sldLayoutMkLst>
            <pc:docMk/>
            <pc:sldMasterMk cId="3499556391" sldId="2147483751"/>
            <pc:sldLayoutMk cId="1695203316" sldId="21474837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53413E-666B-4FD1-BB2B-7CCB8CCCE0A5}" type="datetimeFigureOut">
              <a:rPr lang="en-SG" smtClean="0"/>
              <a:t>11/11/2024</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B61582-4333-4952-82D1-D2A22A2364A0}" type="slidenum">
              <a:rPr lang="en-SG" smtClean="0"/>
              <a:t>‹#›</a:t>
            </a:fld>
            <a:endParaRPr lang="en-SG"/>
          </a:p>
        </p:txBody>
      </p:sp>
    </p:spTree>
    <p:extLst>
      <p:ext uri="{BB962C8B-B14F-4D97-AF65-F5344CB8AC3E}">
        <p14:creationId xmlns:p14="http://schemas.microsoft.com/office/powerpoint/2010/main" val="841228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defines</a:t>
            </a:r>
            <a:r>
              <a:rPr lang="en-US" baseline="0" dirty="0"/>
              <a:t> a developing subfield of microeconomics that at times reinforces and at times contradicts the traditional theories of microeconomics.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C09B7F-E93B-5E41-8803-6FBF9202B1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6161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2000" dirty="0"/>
              <a:t>Body of literature which discusses how finite “cognitive resources” can influence </a:t>
            </a:r>
            <a:r>
              <a:rPr lang="en-US" altLang="en-US" sz="2000" dirty="0" err="1"/>
              <a:t>behaviour</a:t>
            </a:r>
            <a:r>
              <a:rPr lang="en-US" altLang="en-US" sz="2000" dirty="0"/>
              <a:t>.</a:t>
            </a:r>
          </a:p>
          <a:p>
            <a:pPr lvl="1"/>
            <a:r>
              <a:rPr lang="en-US" altLang="en-US" sz="1600" dirty="0"/>
              <a:t>Some have even applied this to the study of decision making under poverty.</a:t>
            </a:r>
          </a:p>
          <a:p>
            <a:endParaRPr lang="en-SG" dirty="0"/>
          </a:p>
        </p:txBody>
      </p:sp>
      <p:sp>
        <p:nvSpPr>
          <p:cNvPr id="4" name="Slide Number Placeholder 3"/>
          <p:cNvSpPr>
            <a:spLocks noGrp="1"/>
          </p:cNvSpPr>
          <p:nvPr>
            <p:ph type="sldNum" sz="quarter" idx="5"/>
          </p:nvPr>
        </p:nvSpPr>
        <p:spPr/>
        <p:txBody>
          <a:bodyPr/>
          <a:lstStyle/>
          <a:p>
            <a:fld id="{A8B61582-4333-4952-82D1-D2A22A2364A0}" type="slidenum">
              <a:rPr lang="en-SG" smtClean="0"/>
              <a:t>5</a:t>
            </a:fld>
            <a:endParaRPr lang="en-SG"/>
          </a:p>
        </p:txBody>
      </p:sp>
    </p:spTree>
    <p:extLst>
      <p:ext uri="{BB962C8B-B14F-4D97-AF65-F5344CB8AC3E}">
        <p14:creationId xmlns:p14="http://schemas.microsoft.com/office/powerpoint/2010/main" val="15052728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A8B61582-4333-4952-82D1-D2A22A2364A0}" type="slidenum">
              <a:rPr lang="en-SG" smtClean="0"/>
              <a:t>6</a:t>
            </a:fld>
            <a:endParaRPr lang="en-SG"/>
          </a:p>
        </p:txBody>
      </p:sp>
    </p:spTree>
    <p:extLst>
      <p:ext uri="{BB962C8B-B14F-4D97-AF65-F5344CB8AC3E}">
        <p14:creationId xmlns:p14="http://schemas.microsoft.com/office/powerpoint/2010/main" val="2829090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SG" dirty="0"/>
              </a:p>
            </p:txBody>
          </p:sp>
        </mc:Choice>
        <mc:Fallback xmlns="">
          <p:sp>
            <p:nvSpPr>
              <p:cNvPr id="3" name="Notes Placeholder 2"/>
              <p:cNvSpPr>
                <a:spLocks noGrp="1"/>
              </p:cNvSpPr>
              <p:nvPr>
                <p:ph type="body" idx="1"/>
              </p:nvPr>
            </p:nvSpPr>
            <p:spPr/>
            <p:txBody>
              <a:bodyPr/>
              <a:lstStyle/>
              <a:p>
                <a:r>
                  <a:rPr lang="en-US" altLang="en-US" sz="1200" dirty="0"/>
                  <a:t>The sunk cost fallacy is another related example.</a:t>
                </a:r>
              </a:p>
              <a:p>
                <a:endParaRPr lang="en-US" altLang="en-US" sz="1200" dirty="0"/>
              </a:p>
              <a:p>
                <a:r>
                  <a:rPr lang="en-US" altLang="en-US" sz="1200" dirty="0"/>
                  <a:t>Remember sunk costs should not influence current decisions!</a:t>
                </a:r>
              </a:p>
              <a:p>
                <a:pPr marL="0" indent="0">
                  <a:buNone/>
                </a:pPr>
                <a:endParaRPr lang="en-US" altLang="en-US" sz="1100" dirty="0"/>
              </a:p>
              <a:p>
                <a:r>
                  <a:rPr lang="en-US" altLang="en-US" sz="1200" dirty="0"/>
                  <a:t>This may be related to loss aversion </a:t>
                </a:r>
                <a:r>
                  <a:rPr lang="en-US" altLang="en-US" sz="1200" i="0">
                    <a:latin typeface="Cambria Math" panose="02040503050406030204" pitchFamily="18" charset="0"/>
                  </a:rPr>
                  <a:t>−</a:t>
                </a:r>
                <a:r>
                  <a:rPr lang="en-US" altLang="en-US" sz="1200" dirty="0"/>
                  <a:t> since sunk costs are treated as a loss, they want to avoid making this loss.</a:t>
                </a:r>
              </a:p>
              <a:p>
                <a:endParaRPr lang="en-SG" dirty="0"/>
              </a:p>
            </p:txBody>
          </p:sp>
        </mc:Fallback>
      </mc:AlternateContent>
      <p:sp>
        <p:nvSpPr>
          <p:cNvPr id="4" name="Slide Number Placeholder 3"/>
          <p:cNvSpPr>
            <a:spLocks noGrp="1"/>
          </p:cNvSpPr>
          <p:nvPr>
            <p:ph type="sldNum" sz="quarter" idx="5"/>
          </p:nvPr>
        </p:nvSpPr>
        <p:spPr/>
        <p:txBody>
          <a:bodyPr/>
          <a:lstStyle/>
          <a:p>
            <a:fld id="{A8B61582-4333-4952-82D1-D2A22A2364A0}" type="slidenum">
              <a:rPr lang="en-SG" smtClean="0"/>
              <a:t>9</a:t>
            </a:fld>
            <a:endParaRPr lang="en-SG"/>
          </a:p>
        </p:txBody>
      </p:sp>
    </p:spTree>
    <p:extLst>
      <p:ext uri="{BB962C8B-B14F-4D97-AF65-F5344CB8AC3E}">
        <p14:creationId xmlns:p14="http://schemas.microsoft.com/office/powerpoint/2010/main" val="566372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C09B7F-E93B-5E41-8803-6FBF9202B1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281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C09B7F-E93B-5E41-8803-6FBF9202B12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273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SG" dirty="0"/>
              </a:p>
            </p:txBody>
          </p:sp>
        </mc:Choice>
        <mc:Fallback xmlns="">
          <p:sp>
            <p:nvSpPr>
              <p:cNvPr id="3" name="Notes Placeholder 2"/>
              <p:cNvSpPr>
                <a:spLocks noGrp="1"/>
              </p:cNvSpPr>
              <p:nvPr>
                <p:ph type="body" idx="1"/>
              </p:nvPr>
            </p:nvSpPr>
            <p:spPr/>
            <p:txBody>
              <a:bodyPr/>
              <a:lstStyle/>
              <a:p>
                <a:r>
                  <a:rPr lang="en-SG" b="0" i="0">
                    <a:latin typeface="Cambria Math" panose="02040503050406030204" pitchFamily="18" charset="0"/>
                  </a:rPr>
                  <a:t>1+2𝑘𝑡+𝑘^2 𝑡^2&gt;1+𝑘(𝑡−1)+𝑘(𝑡+1)+𝑘^2 (𝑡^2−1)=1+2𝑘𝑡+𝑘^2 𝑡^2−𝑘^2</a:t>
                </a:r>
                <a:endParaRPr lang="en-SG" dirty="0"/>
              </a:p>
            </p:txBody>
          </p:sp>
        </mc:Fallback>
      </mc:AlternateContent>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47F8F0-948A-4C79-88FD-65D3E369054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9625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The explanation is that the other person is offended if you try to keep a large part of the $10. Also, the cost to the other of refusing the offer decreases as you keep more for yourself. You understand this and so offer close to, but less than, $</a:t>
            </a:r>
            <a:r>
              <a:rPr lang="en-US" altLang="en-US" dirty="0">
                <a:cs typeface="Tahoma" pitchFamily="34" charset="0"/>
              </a:rPr>
              <a:t>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The </a:t>
            </a:r>
            <a:r>
              <a:rPr lang="en-US" altLang="en-US" b="1" dirty="0"/>
              <a:t>social norm </a:t>
            </a:r>
            <a:r>
              <a:rPr lang="en-US" altLang="en-US" dirty="0"/>
              <a:t>of </a:t>
            </a:r>
            <a:r>
              <a:rPr lang="ja-JP" altLang="en-US" dirty="0"/>
              <a:t>“</a:t>
            </a:r>
            <a:r>
              <a:rPr lang="en-US" altLang="ja-JP" dirty="0"/>
              <a:t>fair</a:t>
            </a:r>
            <a:r>
              <a:rPr lang="ja-JP" altLang="en-US" dirty="0"/>
              <a:t>”</a:t>
            </a:r>
            <a:r>
              <a:rPr lang="en-US" altLang="ja-JP" dirty="0"/>
              <a:t> being about a 50-50 share results in a desire by the other to punish you if you are </a:t>
            </a:r>
            <a:r>
              <a:rPr lang="ja-JP" altLang="en-US" dirty="0"/>
              <a:t>“</a:t>
            </a:r>
            <a:r>
              <a:rPr lang="en-US" altLang="ja-JP" dirty="0"/>
              <a:t>unfair.</a:t>
            </a:r>
            <a:r>
              <a:rPr lang="ja-JP" altLang="en-US" dirty="0"/>
              <a:t>”</a:t>
            </a:r>
            <a:br>
              <a:rPr lang="en-US" altLang="ja-JP" dirty="0"/>
            </a:br>
            <a:br>
              <a:rPr lang="en-US" altLang="ja-JP" dirty="0"/>
            </a:br>
            <a:endParaRPr lang="en-US" altLang="en-US" dirty="0"/>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47F8F0-948A-4C79-88FD-65D3E369054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4865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47F8F0-948A-4C79-88FD-65D3E369054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8625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47F8F0-948A-4C79-88FD-65D3E369054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8335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47F8F0-948A-4C79-88FD-65D3E369054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6927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47F8F0-948A-4C79-88FD-65D3E369054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3038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47F8F0-948A-4C79-88FD-65D3E369054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6979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47F8F0-948A-4C79-88FD-65D3E369054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8676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17512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4083966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90576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91732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74430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7063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67540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794995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14588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834413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38955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11/11/2024</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86802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E0211-694C-497C-8A2A-CBF243F045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67DDAF1-1207-4220-A9E3-6BF30DAF2E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0B7897A-BB80-4BBE-96B1-5197536A0381}"/>
              </a:ext>
            </a:extLst>
          </p:cNvPr>
          <p:cNvSpPr>
            <a:spLocks noGrp="1"/>
          </p:cNvSpPr>
          <p:nvPr>
            <p:ph type="dt" sz="half" idx="10"/>
          </p:nvPr>
        </p:nvSpPr>
        <p:spPr/>
        <p:txBody>
          <a:bodyPr/>
          <a:lstStyle/>
          <a:p>
            <a:fld id="{46598ED9-1E5C-4FCE-9A0A-0D8A9C5D79DE}" type="datetime1">
              <a:rPr lang="en-GB" smtClean="0"/>
              <a:t>11/11/2024</a:t>
            </a:fld>
            <a:endParaRPr lang="en-GB"/>
          </a:p>
        </p:txBody>
      </p:sp>
      <p:sp>
        <p:nvSpPr>
          <p:cNvPr id="5" name="Footer Placeholder 4">
            <a:extLst>
              <a:ext uri="{FF2B5EF4-FFF2-40B4-BE49-F238E27FC236}">
                <a16:creationId xmlns:a16="http://schemas.microsoft.com/office/drawing/2014/main" id="{5A4D5CD6-8452-4C47-AD51-3250DF1F95AE}"/>
              </a:ext>
            </a:extLst>
          </p:cNvPr>
          <p:cNvSpPr>
            <a:spLocks noGrp="1"/>
          </p:cNvSpPr>
          <p:nvPr>
            <p:ph type="ftr" sz="quarter" idx="11"/>
          </p:nvPr>
        </p:nvSpPr>
        <p:spPr/>
        <p:txBody>
          <a:bodyPr/>
          <a:lstStyle/>
          <a:p>
            <a:r>
              <a:rPr lang="en-GB"/>
              <a:t>Copyright © 2019 Hal R. Varian</a:t>
            </a:r>
          </a:p>
        </p:txBody>
      </p:sp>
      <p:sp>
        <p:nvSpPr>
          <p:cNvPr id="6" name="Slide Number Placeholder 5">
            <a:extLst>
              <a:ext uri="{FF2B5EF4-FFF2-40B4-BE49-F238E27FC236}">
                <a16:creationId xmlns:a16="http://schemas.microsoft.com/office/drawing/2014/main" id="{CA43145B-1CE2-4665-94BB-E3AE638F70A4}"/>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40437496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793B0-E81C-4D0C-BC40-81E3341713E9}"/>
              </a:ext>
            </a:extLst>
          </p:cNvPr>
          <p:cNvSpPr>
            <a:spLocks noGrp="1"/>
          </p:cNvSpPr>
          <p:nvPr>
            <p:ph type="title"/>
          </p:nvPr>
        </p:nvSpPr>
        <p:spPr/>
        <p:txBody>
          <a:bodyPr/>
          <a:lstStyle>
            <a:lvl1pPr>
              <a:defRPr b="0">
                <a:solidFill>
                  <a:schemeClr val="tx2"/>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B5D3FC6C-EDDE-4408-8EB2-C29B69AB2731}"/>
              </a:ext>
            </a:extLst>
          </p:cNvPr>
          <p:cNvSpPr>
            <a:spLocks noGrp="1"/>
          </p:cNvSpPr>
          <p:nvPr>
            <p:ph idx="1"/>
          </p:nvPr>
        </p:nvSpPr>
        <p:spPr/>
        <p:txBody>
          <a:bodyPr/>
          <a:lstStyle>
            <a:lvl1pPr>
              <a:defRPr sz="2200">
                <a:solidFill>
                  <a:schemeClr val="tx1">
                    <a:lumMod val="95000"/>
                    <a:lumOff val="5000"/>
                  </a:schemeClr>
                </a:solidFill>
              </a:defRPr>
            </a:lvl1pPr>
            <a:lvl2pPr>
              <a:defRPr sz="2000">
                <a:solidFill>
                  <a:schemeClr val="tx1">
                    <a:lumMod val="95000"/>
                    <a:lumOff val="5000"/>
                  </a:schemeClr>
                </a:solidFill>
              </a:defRPr>
            </a:lvl2pPr>
            <a:lvl3pPr>
              <a:defRPr sz="1800">
                <a:solidFill>
                  <a:schemeClr val="tx1">
                    <a:lumMod val="95000"/>
                    <a:lumOff val="5000"/>
                  </a:schemeClr>
                </a:solidFill>
              </a:defRPr>
            </a:lvl3pPr>
            <a:lvl4pPr>
              <a:defRPr sz="1600">
                <a:solidFill>
                  <a:schemeClr val="tx1">
                    <a:lumMod val="95000"/>
                    <a:lumOff val="5000"/>
                  </a:schemeClr>
                </a:solidFill>
              </a:defRPr>
            </a:lvl4pPr>
            <a:lvl5pPr>
              <a:defRPr sz="1600">
                <a:solidFill>
                  <a:schemeClr val="tx1">
                    <a:lumMod val="95000"/>
                    <a:lumOff val="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0D0848F2-7A5D-4A1C-825D-07C87FD10D88}"/>
              </a:ext>
            </a:extLst>
          </p:cNvPr>
          <p:cNvSpPr>
            <a:spLocks noGrp="1"/>
          </p:cNvSpPr>
          <p:nvPr>
            <p:ph type="dt" sz="half" idx="10"/>
          </p:nvPr>
        </p:nvSpPr>
        <p:spPr/>
        <p:txBody>
          <a:bodyPr/>
          <a:lstStyle/>
          <a:p>
            <a:fld id="{DA18F2B1-A59F-44CE-BAA2-3D14FE1EE861}" type="datetime1">
              <a:rPr lang="en-GB" smtClean="0"/>
              <a:t>11/11/2024</a:t>
            </a:fld>
            <a:endParaRPr lang="en-GB"/>
          </a:p>
        </p:txBody>
      </p:sp>
      <p:sp>
        <p:nvSpPr>
          <p:cNvPr id="5" name="Footer Placeholder 4">
            <a:extLst>
              <a:ext uri="{FF2B5EF4-FFF2-40B4-BE49-F238E27FC236}">
                <a16:creationId xmlns:a16="http://schemas.microsoft.com/office/drawing/2014/main" id="{5C3C7128-BE08-4113-9996-8B741700109B}"/>
              </a:ext>
            </a:extLst>
          </p:cNvPr>
          <p:cNvSpPr>
            <a:spLocks noGrp="1"/>
          </p:cNvSpPr>
          <p:nvPr>
            <p:ph type="ftr" sz="quarter" idx="11"/>
          </p:nvPr>
        </p:nvSpPr>
        <p:spPr/>
        <p:txBody>
          <a:bodyPr/>
          <a:lstStyle/>
          <a:p>
            <a:r>
              <a:rPr lang="en-GB"/>
              <a:t>Copyright © 2019 Hal R. Varian</a:t>
            </a:r>
          </a:p>
        </p:txBody>
      </p:sp>
      <p:sp>
        <p:nvSpPr>
          <p:cNvPr id="6" name="Slide Number Placeholder 5">
            <a:extLst>
              <a:ext uri="{FF2B5EF4-FFF2-40B4-BE49-F238E27FC236}">
                <a16:creationId xmlns:a16="http://schemas.microsoft.com/office/drawing/2014/main" id="{E95E2553-48E3-48FC-BDF6-D119081F4369}"/>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2624781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5B8A8-AF37-46AB-94C4-6964D08292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6C0EF01-8CB9-43B1-9B6F-D203506E36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B2F7E5-A41E-443D-AA89-9B3B531A322A}"/>
              </a:ext>
            </a:extLst>
          </p:cNvPr>
          <p:cNvSpPr>
            <a:spLocks noGrp="1"/>
          </p:cNvSpPr>
          <p:nvPr>
            <p:ph type="dt" sz="half" idx="10"/>
          </p:nvPr>
        </p:nvSpPr>
        <p:spPr/>
        <p:txBody>
          <a:bodyPr/>
          <a:lstStyle/>
          <a:p>
            <a:fld id="{BA307FEA-8EF7-4963-8D6C-4E3E88436360}" type="datetime1">
              <a:rPr lang="en-GB" smtClean="0"/>
              <a:t>11/11/2024</a:t>
            </a:fld>
            <a:endParaRPr lang="en-GB"/>
          </a:p>
        </p:txBody>
      </p:sp>
      <p:sp>
        <p:nvSpPr>
          <p:cNvPr id="5" name="Footer Placeholder 4">
            <a:extLst>
              <a:ext uri="{FF2B5EF4-FFF2-40B4-BE49-F238E27FC236}">
                <a16:creationId xmlns:a16="http://schemas.microsoft.com/office/drawing/2014/main" id="{C458A9C1-69E8-4487-893A-8790A7D464E7}"/>
              </a:ext>
            </a:extLst>
          </p:cNvPr>
          <p:cNvSpPr>
            <a:spLocks noGrp="1"/>
          </p:cNvSpPr>
          <p:nvPr>
            <p:ph type="ftr" sz="quarter" idx="11"/>
          </p:nvPr>
        </p:nvSpPr>
        <p:spPr/>
        <p:txBody>
          <a:bodyPr/>
          <a:lstStyle/>
          <a:p>
            <a:r>
              <a:rPr lang="en-GB"/>
              <a:t>Copyright © 2019 Hal R. Varian</a:t>
            </a:r>
          </a:p>
        </p:txBody>
      </p:sp>
      <p:sp>
        <p:nvSpPr>
          <p:cNvPr id="6" name="Slide Number Placeholder 5">
            <a:extLst>
              <a:ext uri="{FF2B5EF4-FFF2-40B4-BE49-F238E27FC236}">
                <a16:creationId xmlns:a16="http://schemas.microsoft.com/office/drawing/2014/main" id="{40D1D6C7-F5E5-4322-B49F-510A423BE754}"/>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15514375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3D5F8-A3B4-459B-B131-0D2A8EE6CC9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A1A2869-ED49-4F80-8F01-E415CAC6CB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5DEE7EB-1566-4354-B513-5A010D8F17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25C37F1-4B64-4B65-80D2-8FA3510F726E}"/>
              </a:ext>
            </a:extLst>
          </p:cNvPr>
          <p:cNvSpPr>
            <a:spLocks noGrp="1"/>
          </p:cNvSpPr>
          <p:nvPr>
            <p:ph type="dt" sz="half" idx="10"/>
          </p:nvPr>
        </p:nvSpPr>
        <p:spPr/>
        <p:txBody>
          <a:bodyPr/>
          <a:lstStyle/>
          <a:p>
            <a:fld id="{5684184E-DEA7-4E16-89F2-0DE9A131F894}" type="datetime1">
              <a:rPr lang="en-GB" smtClean="0"/>
              <a:t>11/11/2024</a:t>
            </a:fld>
            <a:endParaRPr lang="en-GB"/>
          </a:p>
        </p:txBody>
      </p:sp>
      <p:sp>
        <p:nvSpPr>
          <p:cNvPr id="6" name="Footer Placeholder 5">
            <a:extLst>
              <a:ext uri="{FF2B5EF4-FFF2-40B4-BE49-F238E27FC236}">
                <a16:creationId xmlns:a16="http://schemas.microsoft.com/office/drawing/2014/main" id="{56858BE0-E118-41EB-AADF-0BC9074FC3E8}"/>
              </a:ext>
            </a:extLst>
          </p:cNvPr>
          <p:cNvSpPr>
            <a:spLocks noGrp="1"/>
          </p:cNvSpPr>
          <p:nvPr>
            <p:ph type="ftr" sz="quarter" idx="11"/>
          </p:nvPr>
        </p:nvSpPr>
        <p:spPr/>
        <p:txBody>
          <a:bodyPr/>
          <a:lstStyle/>
          <a:p>
            <a:r>
              <a:rPr lang="en-GB"/>
              <a:t>Copyright © 2019 Hal R. Varian</a:t>
            </a:r>
          </a:p>
        </p:txBody>
      </p:sp>
      <p:sp>
        <p:nvSpPr>
          <p:cNvPr id="7" name="Slide Number Placeholder 6">
            <a:extLst>
              <a:ext uri="{FF2B5EF4-FFF2-40B4-BE49-F238E27FC236}">
                <a16:creationId xmlns:a16="http://schemas.microsoft.com/office/drawing/2014/main" id="{B1877AC7-AD46-49E2-B895-0E869262E06F}"/>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11437308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C98B6-F5AE-4039-A5D9-F529CE09469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AC74A9-95F0-4056-B524-CB378A2E6E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CED07F-7CAA-438F-919A-881C2F2D9308}"/>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E8FA9D9B-43DF-4AC9-8908-799A279F46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F8623B-F700-4940-8D72-4514E7ECC3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AFC7731-3555-4C01-9FA5-A27E1975290C}"/>
              </a:ext>
            </a:extLst>
          </p:cNvPr>
          <p:cNvSpPr>
            <a:spLocks noGrp="1"/>
          </p:cNvSpPr>
          <p:nvPr>
            <p:ph type="dt" sz="half" idx="10"/>
          </p:nvPr>
        </p:nvSpPr>
        <p:spPr/>
        <p:txBody>
          <a:bodyPr/>
          <a:lstStyle/>
          <a:p>
            <a:fld id="{DC1382A8-7A89-4021-A19E-FEB2BA4588B1}" type="datetime1">
              <a:rPr lang="en-GB" smtClean="0"/>
              <a:t>11/11/2024</a:t>
            </a:fld>
            <a:endParaRPr lang="en-GB"/>
          </a:p>
        </p:txBody>
      </p:sp>
      <p:sp>
        <p:nvSpPr>
          <p:cNvPr id="8" name="Footer Placeholder 7">
            <a:extLst>
              <a:ext uri="{FF2B5EF4-FFF2-40B4-BE49-F238E27FC236}">
                <a16:creationId xmlns:a16="http://schemas.microsoft.com/office/drawing/2014/main" id="{69B1E196-71D8-42F8-B8EE-D583B6D1D219}"/>
              </a:ext>
            </a:extLst>
          </p:cNvPr>
          <p:cNvSpPr>
            <a:spLocks noGrp="1"/>
          </p:cNvSpPr>
          <p:nvPr>
            <p:ph type="ftr" sz="quarter" idx="11"/>
          </p:nvPr>
        </p:nvSpPr>
        <p:spPr/>
        <p:txBody>
          <a:bodyPr/>
          <a:lstStyle/>
          <a:p>
            <a:r>
              <a:rPr lang="en-GB"/>
              <a:t>Copyright © 2019 Hal R. Varian</a:t>
            </a:r>
          </a:p>
        </p:txBody>
      </p:sp>
      <p:sp>
        <p:nvSpPr>
          <p:cNvPr id="9" name="Slide Number Placeholder 8">
            <a:extLst>
              <a:ext uri="{FF2B5EF4-FFF2-40B4-BE49-F238E27FC236}">
                <a16:creationId xmlns:a16="http://schemas.microsoft.com/office/drawing/2014/main" id="{D6C35391-9E0A-4A61-8DF4-BF1EF5FB08CB}"/>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1306756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9C6F-DE14-4406-B678-77D82AF3CA6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31CCDBF-5541-457A-AAFD-C81D12C7A6E2}"/>
              </a:ext>
            </a:extLst>
          </p:cNvPr>
          <p:cNvSpPr>
            <a:spLocks noGrp="1"/>
          </p:cNvSpPr>
          <p:nvPr>
            <p:ph type="dt" sz="half" idx="10"/>
          </p:nvPr>
        </p:nvSpPr>
        <p:spPr/>
        <p:txBody>
          <a:bodyPr/>
          <a:lstStyle/>
          <a:p>
            <a:fld id="{CA07D951-E178-453F-AF4B-A4F8AC98D89C}" type="datetime1">
              <a:rPr lang="en-GB" smtClean="0"/>
              <a:t>11/11/2024</a:t>
            </a:fld>
            <a:endParaRPr lang="en-GB"/>
          </a:p>
        </p:txBody>
      </p:sp>
      <p:sp>
        <p:nvSpPr>
          <p:cNvPr id="4" name="Footer Placeholder 3">
            <a:extLst>
              <a:ext uri="{FF2B5EF4-FFF2-40B4-BE49-F238E27FC236}">
                <a16:creationId xmlns:a16="http://schemas.microsoft.com/office/drawing/2014/main" id="{D517BEFA-31EE-4481-BA5B-FC946E65BB59}"/>
              </a:ext>
            </a:extLst>
          </p:cNvPr>
          <p:cNvSpPr>
            <a:spLocks noGrp="1"/>
          </p:cNvSpPr>
          <p:nvPr>
            <p:ph type="ftr" sz="quarter" idx="11"/>
          </p:nvPr>
        </p:nvSpPr>
        <p:spPr/>
        <p:txBody>
          <a:bodyPr/>
          <a:lstStyle/>
          <a:p>
            <a:r>
              <a:rPr lang="en-GB"/>
              <a:t>Copyright © 2019 Hal R. Varian</a:t>
            </a:r>
          </a:p>
        </p:txBody>
      </p:sp>
      <p:sp>
        <p:nvSpPr>
          <p:cNvPr id="5" name="Slide Number Placeholder 4">
            <a:extLst>
              <a:ext uri="{FF2B5EF4-FFF2-40B4-BE49-F238E27FC236}">
                <a16:creationId xmlns:a16="http://schemas.microsoft.com/office/drawing/2014/main" id="{4960759B-725A-402C-B430-A2DC3AA38A81}"/>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27585908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24B2FB-99C1-4FF4-8BDB-C550A6049419}"/>
              </a:ext>
            </a:extLst>
          </p:cNvPr>
          <p:cNvSpPr>
            <a:spLocks noGrp="1"/>
          </p:cNvSpPr>
          <p:nvPr>
            <p:ph type="dt" sz="half" idx="10"/>
          </p:nvPr>
        </p:nvSpPr>
        <p:spPr/>
        <p:txBody>
          <a:bodyPr/>
          <a:lstStyle/>
          <a:p>
            <a:fld id="{DB84E688-9B0B-4596-B2DE-ACEB517E462B}" type="datetime1">
              <a:rPr lang="en-GB" smtClean="0"/>
              <a:t>11/11/2024</a:t>
            </a:fld>
            <a:endParaRPr lang="en-GB"/>
          </a:p>
        </p:txBody>
      </p:sp>
      <p:sp>
        <p:nvSpPr>
          <p:cNvPr id="3" name="Footer Placeholder 2">
            <a:extLst>
              <a:ext uri="{FF2B5EF4-FFF2-40B4-BE49-F238E27FC236}">
                <a16:creationId xmlns:a16="http://schemas.microsoft.com/office/drawing/2014/main" id="{70432371-2E24-4918-9125-12D54300C6A2}"/>
              </a:ext>
            </a:extLst>
          </p:cNvPr>
          <p:cNvSpPr>
            <a:spLocks noGrp="1"/>
          </p:cNvSpPr>
          <p:nvPr>
            <p:ph type="ftr" sz="quarter" idx="11"/>
          </p:nvPr>
        </p:nvSpPr>
        <p:spPr/>
        <p:txBody>
          <a:bodyPr/>
          <a:lstStyle/>
          <a:p>
            <a:r>
              <a:rPr lang="en-GB"/>
              <a:t>Copyright © 2019 Hal R. Varian</a:t>
            </a:r>
          </a:p>
        </p:txBody>
      </p:sp>
      <p:sp>
        <p:nvSpPr>
          <p:cNvPr id="4" name="Slide Number Placeholder 3">
            <a:extLst>
              <a:ext uri="{FF2B5EF4-FFF2-40B4-BE49-F238E27FC236}">
                <a16:creationId xmlns:a16="http://schemas.microsoft.com/office/drawing/2014/main" id="{A5A460FD-943B-45F8-8E8B-D86012EA1A2A}"/>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31781846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2A528-B847-4FDE-A8C0-8DC0FC42FD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DB2645E-EA4B-44A1-93CE-2EA2512882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A7931D7-8FA6-4F49-BE97-C9378470C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F8099-0EAA-4BF4-8A79-FDABFAB7337F}"/>
              </a:ext>
            </a:extLst>
          </p:cNvPr>
          <p:cNvSpPr>
            <a:spLocks noGrp="1"/>
          </p:cNvSpPr>
          <p:nvPr>
            <p:ph type="dt" sz="half" idx="10"/>
          </p:nvPr>
        </p:nvSpPr>
        <p:spPr/>
        <p:txBody>
          <a:bodyPr/>
          <a:lstStyle/>
          <a:p>
            <a:fld id="{25F0123F-BFFE-4E4B-AC06-67F7364759BE}" type="datetime1">
              <a:rPr lang="en-GB" smtClean="0"/>
              <a:t>11/11/2024</a:t>
            </a:fld>
            <a:endParaRPr lang="en-GB"/>
          </a:p>
        </p:txBody>
      </p:sp>
      <p:sp>
        <p:nvSpPr>
          <p:cNvPr id="6" name="Footer Placeholder 5">
            <a:extLst>
              <a:ext uri="{FF2B5EF4-FFF2-40B4-BE49-F238E27FC236}">
                <a16:creationId xmlns:a16="http://schemas.microsoft.com/office/drawing/2014/main" id="{E32E4F84-C818-4692-9855-E720A7BC5D26}"/>
              </a:ext>
            </a:extLst>
          </p:cNvPr>
          <p:cNvSpPr>
            <a:spLocks noGrp="1"/>
          </p:cNvSpPr>
          <p:nvPr>
            <p:ph type="ftr" sz="quarter" idx="11"/>
          </p:nvPr>
        </p:nvSpPr>
        <p:spPr/>
        <p:txBody>
          <a:bodyPr/>
          <a:lstStyle/>
          <a:p>
            <a:r>
              <a:rPr lang="en-GB"/>
              <a:t>Copyright © 2019 Hal R. Varian</a:t>
            </a:r>
          </a:p>
        </p:txBody>
      </p:sp>
      <p:sp>
        <p:nvSpPr>
          <p:cNvPr id="7" name="Slide Number Placeholder 6">
            <a:extLst>
              <a:ext uri="{FF2B5EF4-FFF2-40B4-BE49-F238E27FC236}">
                <a16:creationId xmlns:a16="http://schemas.microsoft.com/office/drawing/2014/main" id="{0808D97F-BE43-4EA8-A050-609E241B9FB1}"/>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15545015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8D588-DCDA-48F9-A7AE-7EAE5EA56F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B73C3F6-C962-4EEB-94C8-89F7BDD379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B610E54-F270-4AB9-AC47-224BDCCCB5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AF96A7-0831-4D4D-BE92-8B139E60789D}"/>
              </a:ext>
            </a:extLst>
          </p:cNvPr>
          <p:cNvSpPr>
            <a:spLocks noGrp="1"/>
          </p:cNvSpPr>
          <p:nvPr>
            <p:ph type="dt" sz="half" idx="10"/>
          </p:nvPr>
        </p:nvSpPr>
        <p:spPr/>
        <p:txBody>
          <a:bodyPr/>
          <a:lstStyle/>
          <a:p>
            <a:fld id="{8AC7A0B0-4841-4BED-B820-0A84C49D3F6A}" type="datetime1">
              <a:rPr lang="en-GB" smtClean="0"/>
              <a:t>11/11/2024</a:t>
            </a:fld>
            <a:endParaRPr lang="en-GB"/>
          </a:p>
        </p:txBody>
      </p:sp>
      <p:sp>
        <p:nvSpPr>
          <p:cNvPr id="6" name="Footer Placeholder 5">
            <a:extLst>
              <a:ext uri="{FF2B5EF4-FFF2-40B4-BE49-F238E27FC236}">
                <a16:creationId xmlns:a16="http://schemas.microsoft.com/office/drawing/2014/main" id="{B803D421-BDD5-4100-B25A-5C1F4E4300BD}"/>
              </a:ext>
            </a:extLst>
          </p:cNvPr>
          <p:cNvSpPr>
            <a:spLocks noGrp="1"/>
          </p:cNvSpPr>
          <p:nvPr>
            <p:ph type="ftr" sz="quarter" idx="11"/>
          </p:nvPr>
        </p:nvSpPr>
        <p:spPr/>
        <p:txBody>
          <a:bodyPr/>
          <a:lstStyle/>
          <a:p>
            <a:r>
              <a:rPr lang="en-GB"/>
              <a:t>Copyright © 2019 Hal R. Varian</a:t>
            </a:r>
          </a:p>
        </p:txBody>
      </p:sp>
      <p:sp>
        <p:nvSpPr>
          <p:cNvPr id="7" name="Slide Number Placeholder 6">
            <a:extLst>
              <a:ext uri="{FF2B5EF4-FFF2-40B4-BE49-F238E27FC236}">
                <a16:creationId xmlns:a16="http://schemas.microsoft.com/office/drawing/2014/main" id="{6294BD34-5AD3-40DB-8BF7-10428B888015}"/>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3492848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FD3B-3A75-44E3-9949-E1800E6BB92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C5D97E9-C668-43A1-865B-90180D8E38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0B6D2A-2CBB-46ED-9AFC-60CE490F2E08}"/>
              </a:ext>
            </a:extLst>
          </p:cNvPr>
          <p:cNvSpPr>
            <a:spLocks noGrp="1"/>
          </p:cNvSpPr>
          <p:nvPr>
            <p:ph type="dt" sz="half" idx="10"/>
          </p:nvPr>
        </p:nvSpPr>
        <p:spPr/>
        <p:txBody>
          <a:bodyPr/>
          <a:lstStyle/>
          <a:p>
            <a:fld id="{3581C82B-CD41-4D58-B34E-148110FEE71D}" type="datetime1">
              <a:rPr lang="en-GB" smtClean="0"/>
              <a:t>11/11/2024</a:t>
            </a:fld>
            <a:endParaRPr lang="en-GB"/>
          </a:p>
        </p:txBody>
      </p:sp>
      <p:sp>
        <p:nvSpPr>
          <p:cNvPr id="5" name="Footer Placeholder 4">
            <a:extLst>
              <a:ext uri="{FF2B5EF4-FFF2-40B4-BE49-F238E27FC236}">
                <a16:creationId xmlns:a16="http://schemas.microsoft.com/office/drawing/2014/main" id="{ECDE0BA0-D8CB-4C5B-B085-73AB99BBB92F}"/>
              </a:ext>
            </a:extLst>
          </p:cNvPr>
          <p:cNvSpPr>
            <a:spLocks noGrp="1"/>
          </p:cNvSpPr>
          <p:nvPr>
            <p:ph type="ftr" sz="quarter" idx="11"/>
          </p:nvPr>
        </p:nvSpPr>
        <p:spPr/>
        <p:txBody>
          <a:bodyPr/>
          <a:lstStyle/>
          <a:p>
            <a:r>
              <a:rPr lang="en-GB"/>
              <a:t>Copyright © 2019 Hal R. Varian</a:t>
            </a:r>
          </a:p>
        </p:txBody>
      </p:sp>
      <p:sp>
        <p:nvSpPr>
          <p:cNvPr id="6" name="Slide Number Placeholder 5">
            <a:extLst>
              <a:ext uri="{FF2B5EF4-FFF2-40B4-BE49-F238E27FC236}">
                <a16:creationId xmlns:a16="http://schemas.microsoft.com/office/drawing/2014/main" id="{E28F30F4-02BB-4839-89FE-579545F3866A}"/>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2945604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396DD0-B23A-403E-AA1B-433BCA2459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F02EF36-32B6-4A30-BF21-480AB56BCD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AFD0CF-2B0B-4055-85D9-6C686D45C7AF}"/>
              </a:ext>
            </a:extLst>
          </p:cNvPr>
          <p:cNvSpPr>
            <a:spLocks noGrp="1"/>
          </p:cNvSpPr>
          <p:nvPr>
            <p:ph type="dt" sz="half" idx="10"/>
          </p:nvPr>
        </p:nvSpPr>
        <p:spPr/>
        <p:txBody>
          <a:bodyPr/>
          <a:lstStyle/>
          <a:p>
            <a:fld id="{02160DDB-116B-4092-96A5-30EE7F769BB9}" type="datetime1">
              <a:rPr lang="en-GB" smtClean="0"/>
              <a:t>11/11/2024</a:t>
            </a:fld>
            <a:endParaRPr lang="en-GB"/>
          </a:p>
        </p:txBody>
      </p:sp>
      <p:sp>
        <p:nvSpPr>
          <p:cNvPr id="5" name="Footer Placeholder 4">
            <a:extLst>
              <a:ext uri="{FF2B5EF4-FFF2-40B4-BE49-F238E27FC236}">
                <a16:creationId xmlns:a16="http://schemas.microsoft.com/office/drawing/2014/main" id="{47BBAADE-08E0-418F-8A5A-AF38586B229A}"/>
              </a:ext>
            </a:extLst>
          </p:cNvPr>
          <p:cNvSpPr>
            <a:spLocks noGrp="1"/>
          </p:cNvSpPr>
          <p:nvPr>
            <p:ph type="ftr" sz="quarter" idx="11"/>
          </p:nvPr>
        </p:nvSpPr>
        <p:spPr/>
        <p:txBody>
          <a:bodyPr/>
          <a:lstStyle/>
          <a:p>
            <a:r>
              <a:rPr lang="en-GB"/>
              <a:t>Copyright © 2019 Hal R. Varian</a:t>
            </a:r>
          </a:p>
        </p:txBody>
      </p:sp>
      <p:sp>
        <p:nvSpPr>
          <p:cNvPr id="6" name="Slide Number Placeholder 5">
            <a:extLst>
              <a:ext uri="{FF2B5EF4-FFF2-40B4-BE49-F238E27FC236}">
                <a16:creationId xmlns:a16="http://schemas.microsoft.com/office/drawing/2014/main" id="{73B427B3-6D9F-4FC7-B6BB-582E135F4585}"/>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1495386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11/11/2024</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4552075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19" r:id="rId6"/>
    <p:sldLayoutId id="2147483714" r:id="rId7"/>
    <p:sldLayoutId id="2147483715" r:id="rId8"/>
    <p:sldLayoutId id="2147483716" r:id="rId9"/>
    <p:sldLayoutId id="2147483717" r:id="rId10"/>
    <p:sldLayoutId id="2147483718" r:id="rId11"/>
    <p:sldLayoutId id="2147483720"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8F7B0DF-F216-2A26-204E-EF82E86A7494}"/>
              </a:ext>
            </a:extLst>
          </p:cNvPr>
          <p:cNvSpPr/>
          <p:nvPr userDrawn="1"/>
        </p:nvSpPr>
        <p:spPr>
          <a:xfrm>
            <a:off x="0" y="6455377"/>
            <a:ext cx="12192000" cy="183417"/>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Diamond 7">
            <a:extLst>
              <a:ext uri="{FF2B5EF4-FFF2-40B4-BE49-F238E27FC236}">
                <a16:creationId xmlns:a16="http://schemas.microsoft.com/office/drawing/2014/main" id="{E8357902-3D69-FAEE-6124-A7EF34D98E12}"/>
              </a:ext>
            </a:extLst>
          </p:cNvPr>
          <p:cNvSpPr/>
          <p:nvPr userDrawn="1"/>
        </p:nvSpPr>
        <p:spPr>
          <a:xfrm>
            <a:off x="10746288" y="6257076"/>
            <a:ext cx="939452" cy="563671"/>
          </a:xfrm>
          <a:prstGeom prst="diamon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Title Placeholder 1">
            <a:extLst>
              <a:ext uri="{FF2B5EF4-FFF2-40B4-BE49-F238E27FC236}">
                <a16:creationId xmlns:a16="http://schemas.microsoft.com/office/drawing/2014/main" id="{1014BBC4-A686-4073-B326-39EA904049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315AD1B-F1E0-4A5E-AFB4-31C1E53102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FC453466-937E-4132-92F4-63D4330519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97F37D-FF01-4E4B-AB76-89AA154E9693}" type="datetime1">
              <a:rPr lang="en-GB" smtClean="0"/>
              <a:t>11/11/2024</a:t>
            </a:fld>
            <a:endParaRPr lang="en-GB"/>
          </a:p>
        </p:txBody>
      </p:sp>
      <p:sp>
        <p:nvSpPr>
          <p:cNvPr id="5" name="Footer Placeholder 4">
            <a:extLst>
              <a:ext uri="{FF2B5EF4-FFF2-40B4-BE49-F238E27FC236}">
                <a16:creationId xmlns:a16="http://schemas.microsoft.com/office/drawing/2014/main" id="{5B1DD2DD-70B8-4F95-A0CC-23E23FC543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Copyright © 2019 Hal R. Varian</a:t>
            </a:r>
          </a:p>
        </p:txBody>
      </p:sp>
      <p:sp>
        <p:nvSpPr>
          <p:cNvPr id="6" name="Slide Number Placeholder 5">
            <a:extLst>
              <a:ext uri="{FF2B5EF4-FFF2-40B4-BE49-F238E27FC236}">
                <a16:creationId xmlns:a16="http://schemas.microsoft.com/office/drawing/2014/main" id="{F4E06532-DD38-4559-996E-398A5BA70E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chemeClr val="bg1"/>
                </a:solidFill>
              </a:defRPr>
            </a:lvl1pPr>
          </a:lstStyle>
          <a:p>
            <a:fld id="{3F8FFD44-3125-48DD-9AC2-A99B91DF9DE5}" type="slidenum">
              <a:rPr lang="en-GB" smtClean="0"/>
              <a:pPr/>
              <a:t>‹#›</a:t>
            </a:fld>
            <a:endParaRPr lang="en-GB" dirty="0"/>
          </a:p>
        </p:txBody>
      </p:sp>
    </p:spTree>
    <p:extLst>
      <p:ext uri="{BB962C8B-B14F-4D97-AF65-F5344CB8AC3E}">
        <p14:creationId xmlns:p14="http://schemas.microsoft.com/office/powerpoint/2010/main" val="234515830"/>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https://thedecisionlab.com/biases/the-sunk-cost-fallacy" TargetMode="External"/><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14.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764E0904-5ABD-4DC7-8562-C38580C95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descr="A seamless pattern of circles and lines&#10;&#10;Description automatically generated">
            <a:extLst>
              <a:ext uri="{FF2B5EF4-FFF2-40B4-BE49-F238E27FC236}">
                <a16:creationId xmlns:a16="http://schemas.microsoft.com/office/drawing/2014/main" id="{7076A80E-2318-D248-9DAD-791006A8FC52}"/>
              </a:ext>
            </a:extLst>
          </p:cNvPr>
          <p:cNvPicPr>
            <a:picLocks noChangeAspect="1"/>
          </p:cNvPicPr>
          <p:nvPr/>
        </p:nvPicPr>
        <p:blipFill>
          <a:blip r:embed="rId2"/>
          <a:srcRect t="22661" b="21089"/>
          <a:stretch/>
        </p:blipFill>
        <p:spPr>
          <a:xfrm>
            <a:off x="20" y="10"/>
            <a:ext cx="12191980" cy="6857990"/>
          </a:xfrm>
          <a:custGeom>
            <a:avLst/>
            <a:gdLst/>
            <a:ahLst/>
            <a:cxnLst/>
            <a:rect l="l" t="t" r="r" b="b"/>
            <a:pathLst>
              <a:path w="12192000" h="6858000">
                <a:moveTo>
                  <a:pt x="0" y="0"/>
                </a:moveTo>
                <a:lnTo>
                  <a:pt x="12192000" y="0"/>
                </a:lnTo>
                <a:lnTo>
                  <a:pt x="12192000" y="6858000"/>
                </a:lnTo>
                <a:lnTo>
                  <a:pt x="11560655" y="6858000"/>
                </a:lnTo>
                <a:lnTo>
                  <a:pt x="11572884" y="6759738"/>
                </a:lnTo>
                <a:cubicBezTo>
                  <a:pt x="11663744" y="6693104"/>
                  <a:pt x="11749315" y="6619456"/>
                  <a:pt x="11812292" y="6532282"/>
                </a:cubicBezTo>
                <a:cubicBezTo>
                  <a:pt x="11851232" y="6478675"/>
                  <a:pt x="11886807" y="6425068"/>
                  <a:pt x="11956995" y="6386992"/>
                </a:cubicBezTo>
                <a:cubicBezTo>
                  <a:pt x="11918054" y="6334888"/>
                  <a:pt x="11851232" y="6322863"/>
                  <a:pt x="11801234" y="6284788"/>
                </a:cubicBezTo>
                <a:cubicBezTo>
                  <a:pt x="11797390" y="6253224"/>
                  <a:pt x="11876711" y="6262743"/>
                  <a:pt x="11856520" y="6193604"/>
                </a:cubicBezTo>
                <a:cubicBezTo>
                  <a:pt x="11829119" y="6101419"/>
                  <a:pt x="11858923" y="5996209"/>
                  <a:pt x="11722875" y="5956630"/>
                </a:cubicBezTo>
                <a:cubicBezTo>
                  <a:pt x="11686819" y="5866950"/>
                  <a:pt x="11676724" y="5723664"/>
                  <a:pt x="11763258" y="5635988"/>
                </a:cubicBezTo>
                <a:cubicBezTo>
                  <a:pt x="11892094" y="5505226"/>
                  <a:pt x="11871424" y="5422059"/>
                  <a:pt x="11706050" y="5351418"/>
                </a:cubicBezTo>
                <a:cubicBezTo>
                  <a:pt x="11684896" y="5342400"/>
                  <a:pt x="11707491" y="4786287"/>
                  <a:pt x="11697876" y="4763241"/>
                </a:cubicBezTo>
                <a:cubicBezTo>
                  <a:pt x="11713260" y="4731677"/>
                  <a:pt x="11749315" y="4739192"/>
                  <a:pt x="11776236" y="4730675"/>
                </a:cubicBezTo>
                <a:cubicBezTo>
                  <a:pt x="11894018" y="4694603"/>
                  <a:pt x="11897864" y="4694603"/>
                  <a:pt x="11868540" y="4584884"/>
                </a:cubicBezTo>
                <a:cubicBezTo>
                  <a:pt x="11859884" y="4551817"/>
                  <a:pt x="11880076" y="4538289"/>
                  <a:pt x="11898825" y="4517749"/>
                </a:cubicBezTo>
                <a:cubicBezTo>
                  <a:pt x="11969013" y="4441095"/>
                  <a:pt x="11969494" y="4440094"/>
                  <a:pt x="11897864" y="4375464"/>
                </a:cubicBezTo>
                <a:cubicBezTo>
                  <a:pt x="11877192" y="4356928"/>
                  <a:pt x="11863252" y="4336887"/>
                  <a:pt x="11854116" y="4311838"/>
                </a:cubicBezTo>
                <a:cubicBezTo>
                  <a:pt x="11837290" y="4266245"/>
                  <a:pt x="11837771" y="4228169"/>
                  <a:pt x="11901709" y="4203620"/>
                </a:cubicBezTo>
                <a:cubicBezTo>
                  <a:pt x="11946418" y="4186086"/>
                  <a:pt x="11971897" y="4166044"/>
                  <a:pt x="11974782" y="4114442"/>
                </a:cubicBezTo>
                <a:cubicBezTo>
                  <a:pt x="11976706" y="4071355"/>
                  <a:pt x="11981993" y="4043299"/>
                  <a:pt x="11932476" y="4024762"/>
                </a:cubicBezTo>
                <a:cubicBezTo>
                  <a:pt x="11892576" y="4009732"/>
                  <a:pt x="11881038" y="3977668"/>
                  <a:pt x="11885365" y="3939592"/>
                </a:cubicBezTo>
                <a:cubicBezTo>
                  <a:pt x="11895460" y="3846405"/>
                  <a:pt x="11841137" y="3791796"/>
                  <a:pt x="11751719" y="3749211"/>
                </a:cubicBezTo>
                <a:cubicBezTo>
                  <a:pt x="11666628" y="3708629"/>
                  <a:pt x="11592115" y="3654019"/>
                  <a:pt x="11513754" y="3604420"/>
                </a:cubicBezTo>
                <a:cubicBezTo>
                  <a:pt x="11426740" y="3549310"/>
                  <a:pt x="11325786" y="3516243"/>
                  <a:pt x="11220504" y="3488188"/>
                </a:cubicBezTo>
                <a:cubicBezTo>
                  <a:pt x="11239734" y="3448108"/>
                  <a:pt x="11306076" y="3470653"/>
                  <a:pt x="11312805" y="3414541"/>
                </a:cubicBezTo>
                <a:cubicBezTo>
                  <a:pt x="11148394" y="3366945"/>
                  <a:pt x="10991193" y="3295301"/>
                  <a:pt x="10805146" y="3277767"/>
                </a:cubicBezTo>
                <a:cubicBezTo>
                  <a:pt x="10955618" y="3286784"/>
                  <a:pt x="11092147" y="3222154"/>
                  <a:pt x="11234926" y="3203117"/>
                </a:cubicBezTo>
                <a:cubicBezTo>
                  <a:pt x="11248386" y="3171554"/>
                  <a:pt x="11217140" y="3179569"/>
                  <a:pt x="11204640" y="3174060"/>
                </a:cubicBezTo>
                <a:cubicBezTo>
                  <a:pt x="11192140" y="3168047"/>
                  <a:pt x="11176757" y="3166042"/>
                  <a:pt x="11174834" y="3143498"/>
                </a:cubicBezTo>
                <a:cubicBezTo>
                  <a:pt x="11243580" y="3110932"/>
                  <a:pt x="11329632" y="3132475"/>
                  <a:pt x="11400780" y="3099410"/>
                </a:cubicBezTo>
                <a:cubicBezTo>
                  <a:pt x="11384916" y="3051314"/>
                  <a:pt x="11323382" y="3080371"/>
                  <a:pt x="11297902" y="3041793"/>
                </a:cubicBezTo>
                <a:cubicBezTo>
                  <a:pt x="11364246" y="3034780"/>
                  <a:pt x="11425779" y="3031774"/>
                  <a:pt x="11485870" y="3021253"/>
                </a:cubicBezTo>
                <a:cubicBezTo>
                  <a:pt x="11532984" y="3013236"/>
                  <a:pt x="11545964" y="2972154"/>
                  <a:pt x="11513754" y="2944098"/>
                </a:cubicBezTo>
                <a:cubicBezTo>
                  <a:pt x="11484909" y="2919049"/>
                  <a:pt x="11442604" y="2917044"/>
                  <a:pt x="11405107" y="2906523"/>
                </a:cubicBezTo>
                <a:cubicBezTo>
                  <a:pt x="11137817" y="2833377"/>
                  <a:pt x="10857066" y="2809829"/>
                  <a:pt x="10572950" y="2803317"/>
                </a:cubicBezTo>
                <a:cubicBezTo>
                  <a:pt x="10117210" y="2792795"/>
                  <a:pt x="9660028" y="2793297"/>
                  <a:pt x="9205250" y="2778767"/>
                </a:cubicBezTo>
                <a:cubicBezTo>
                  <a:pt x="8996489" y="2772379"/>
                  <a:pt x="8788540" y="2761765"/>
                  <a:pt x="8579578" y="2759181"/>
                </a:cubicBezTo>
                <a:cubicBezTo>
                  <a:pt x="8509922" y="2758320"/>
                  <a:pt x="8440155" y="2758352"/>
                  <a:pt x="8370208" y="2759730"/>
                </a:cubicBezTo>
                <a:cubicBezTo>
                  <a:pt x="8070708" y="2765742"/>
                  <a:pt x="7771690" y="2764238"/>
                  <a:pt x="7470748" y="2819849"/>
                </a:cubicBezTo>
                <a:cubicBezTo>
                  <a:pt x="7316911" y="2848407"/>
                  <a:pt x="7156825" y="2838887"/>
                  <a:pt x="7001547" y="2861432"/>
                </a:cubicBezTo>
                <a:cubicBezTo>
                  <a:pt x="6765024" y="2896002"/>
                  <a:pt x="6528501" y="2936583"/>
                  <a:pt x="6295343" y="2988688"/>
                </a:cubicBezTo>
                <a:cubicBezTo>
                  <a:pt x="6222271" y="3005220"/>
                  <a:pt x="6131892" y="3015241"/>
                  <a:pt x="6075166" y="3078367"/>
                </a:cubicBezTo>
                <a:cubicBezTo>
                  <a:pt x="5985266" y="3038288"/>
                  <a:pt x="5929502" y="3113938"/>
                  <a:pt x="5859314" y="3139490"/>
                </a:cubicBezTo>
                <a:cubicBezTo>
                  <a:pt x="5831912" y="3149510"/>
                  <a:pt x="5795857" y="3163538"/>
                  <a:pt x="5800183" y="3195101"/>
                </a:cubicBezTo>
                <a:cubicBezTo>
                  <a:pt x="5804030" y="3234680"/>
                  <a:pt x="5844410" y="3260231"/>
                  <a:pt x="5882870" y="3252215"/>
                </a:cubicBezTo>
                <a:cubicBezTo>
                  <a:pt x="6002574" y="3227164"/>
                  <a:pt x="6109777" y="3283277"/>
                  <a:pt x="6232848" y="3274760"/>
                </a:cubicBezTo>
                <a:cubicBezTo>
                  <a:pt x="6125643" y="3298808"/>
                  <a:pt x="6018918" y="3323358"/>
                  <a:pt x="5911715" y="3347407"/>
                </a:cubicBezTo>
                <a:cubicBezTo>
                  <a:pt x="6070839" y="3366444"/>
                  <a:pt x="6227559" y="3332376"/>
                  <a:pt x="6384279" y="3312836"/>
                </a:cubicBezTo>
                <a:cubicBezTo>
                  <a:pt x="6434757" y="3306824"/>
                  <a:pt x="6513117" y="3260732"/>
                  <a:pt x="6526097" y="3325362"/>
                </a:cubicBezTo>
                <a:cubicBezTo>
                  <a:pt x="6534750" y="3368448"/>
                  <a:pt x="6450622" y="3371454"/>
                  <a:pt x="6403028" y="3383478"/>
                </a:cubicBezTo>
                <a:cubicBezTo>
                  <a:pt x="6192945" y="3435081"/>
                  <a:pt x="5979497" y="3465141"/>
                  <a:pt x="5767013" y="3500713"/>
                </a:cubicBezTo>
                <a:cubicBezTo>
                  <a:pt x="5746822" y="3504220"/>
                  <a:pt x="5720381" y="3501214"/>
                  <a:pt x="5706920" y="3511233"/>
                </a:cubicBezTo>
                <a:cubicBezTo>
                  <a:pt x="5598272" y="3591895"/>
                  <a:pt x="5460782" y="3618449"/>
                  <a:pt x="5310793" y="3677066"/>
                </a:cubicBezTo>
                <a:cubicBezTo>
                  <a:pt x="5405498" y="3704622"/>
                  <a:pt x="5469435" y="3648007"/>
                  <a:pt x="5548276" y="3660533"/>
                </a:cubicBezTo>
                <a:cubicBezTo>
                  <a:pt x="5467993" y="3721154"/>
                  <a:pt x="5374730" y="3732677"/>
                  <a:pt x="5293005" y="3765743"/>
                </a:cubicBezTo>
                <a:cubicBezTo>
                  <a:pt x="5234355" y="3789291"/>
                  <a:pt x="5016580" y="3862938"/>
                  <a:pt x="4983410" y="3883981"/>
                </a:cubicBezTo>
                <a:cubicBezTo>
                  <a:pt x="4883416" y="3949110"/>
                  <a:pt x="4756501" y="3979672"/>
                  <a:pt x="4674775" y="4068850"/>
                </a:cubicBezTo>
                <a:cubicBezTo>
                  <a:pt x="4617087" y="4131477"/>
                  <a:pt x="4520939" y="4119952"/>
                  <a:pt x="4453155" y="4163539"/>
                </a:cubicBezTo>
                <a:cubicBezTo>
                  <a:pt x="4429119" y="4204622"/>
                  <a:pt x="4475751" y="4215143"/>
                  <a:pt x="4492095" y="4237188"/>
                </a:cubicBezTo>
                <a:cubicBezTo>
                  <a:pt x="4513728" y="4266746"/>
                  <a:pt x="4475269" y="4283280"/>
                  <a:pt x="4464213" y="4318851"/>
                </a:cubicBezTo>
                <a:cubicBezTo>
                  <a:pt x="4591608" y="4278771"/>
                  <a:pt x="4713234" y="4255223"/>
                  <a:pt x="4857456" y="4241696"/>
                </a:cubicBezTo>
                <a:cubicBezTo>
                  <a:pt x="4809862" y="4299311"/>
                  <a:pt x="4752174" y="4274261"/>
                  <a:pt x="4713234" y="4295303"/>
                </a:cubicBezTo>
                <a:cubicBezTo>
                  <a:pt x="4687756" y="4308830"/>
                  <a:pt x="4648816" y="4314843"/>
                  <a:pt x="4656026" y="4348410"/>
                </a:cubicBezTo>
                <a:cubicBezTo>
                  <a:pt x="4661795" y="4374963"/>
                  <a:pt x="4694486" y="4371456"/>
                  <a:pt x="4718523" y="4368951"/>
                </a:cubicBezTo>
                <a:cubicBezTo>
                  <a:pt x="4810825" y="4359433"/>
                  <a:pt x="4900722" y="4356425"/>
                  <a:pt x="4989178" y="4420054"/>
                </a:cubicBezTo>
                <a:cubicBezTo>
                  <a:pt x="4764193" y="4512739"/>
                  <a:pt x="4505557" y="4473661"/>
                  <a:pt x="4304127" y="4609933"/>
                </a:cubicBezTo>
                <a:cubicBezTo>
                  <a:pt x="4332491" y="4652018"/>
                  <a:pt x="4372871" y="4629473"/>
                  <a:pt x="4402677" y="4624463"/>
                </a:cubicBezTo>
                <a:cubicBezTo>
                  <a:pt x="4598338" y="4590394"/>
                  <a:pt x="5297331" y="4651016"/>
                  <a:pt x="5398287" y="4608430"/>
                </a:cubicBezTo>
                <a:cubicBezTo>
                  <a:pt x="5460301" y="4582379"/>
                  <a:pt x="5525682" y="4569853"/>
                  <a:pt x="5592504" y="4585886"/>
                </a:cubicBezTo>
                <a:cubicBezTo>
                  <a:pt x="5656923" y="4601416"/>
                  <a:pt x="5640578" y="4819353"/>
                  <a:pt x="5411266" y="4964142"/>
                </a:cubicBezTo>
                <a:cubicBezTo>
                  <a:pt x="5378575" y="4984684"/>
                  <a:pt x="5524721" y="5014244"/>
                  <a:pt x="5480493" y="5031277"/>
                </a:cubicBezTo>
                <a:cubicBezTo>
                  <a:pt x="5445880" y="5044804"/>
                  <a:pt x="5276179" y="5037289"/>
                  <a:pt x="5233393" y="5047810"/>
                </a:cubicBezTo>
                <a:cubicBezTo>
                  <a:pt x="5216567" y="5052318"/>
                  <a:pt x="4701216" y="5221157"/>
                  <a:pt x="4750251" y="5256728"/>
                </a:cubicBezTo>
                <a:cubicBezTo>
                  <a:pt x="4896877" y="5363441"/>
                  <a:pt x="5388190" y="5558833"/>
                  <a:pt x="4508440" y="5624965"/>
                </a:cubicBezTo>
                <a:cubicBezTo>
                  <a:pt x="4536323" y="5663542"/>
                  <a:pt x="4613241" y="5638994"/>
                  <a:pt x="4602665" y="5706629"/>
                </a:cubicBezTo>
                <a:cubicBezTo>
                  <a:pt x="4485845" y="5743202"/>
                  <a:pt x="4350758" y="5741198"/>
                  <a:pt x="4215189" y="5797811"/>
                </a:cubicBezTo>
                <a:cubicBezTo>
                  <a:pt x="4276245" y="5838893"/>
                  <a:pt x="4346432" y="5813844"/>
                  <a:pt x="4407966" y="5826870"/>
                </a:cubicBezTo>
                <a:cubicBezTo>
                  <a:pt x="4373353" y="5878473"/>
                  <a:pt x="4313741" y="5870457"/>
                  <a:pt x="4265186" y="5881478"/>
                </a:cubicBezTo>
                <a:cubicBezTo>
                  <a:pt x="4220479" y="5892001"/>
                  <a:pt x="4125774" y="5981680"/>
                  <a:pt x="4145964" y="5977170"/>
                </a:cubicBezTo>
                <a:cubicBezTo>
                  <a:pt x="4332971" y="5937091"/>
                  <a:pt x="4522862" y="5948113"/>
                  <a:pt x="4710350" y="5909035"/>
                </a:cubicBezTo>
                <a:cubicBezTo>
                  <a:pt x="4772366" y="5896009"/>
                  <a:pt x="4842554" y="5870958"/>
                  <a:pt x="4870916" y="5949616"/>
                </a:cubicBezTo>
                <a:cubicBezTo>
                  <a:pt x="4879571" y="5972663"/>
                  <a:pt x="4873320" y="5980177"/>
                  <a:pt x="4960333" y="5949115"/>
                </a:cubicBezTo>
                <a:cubicBezTo>
                  <a:pt x="4994466" y="5937091"/>
                  <a:pt x="5039656" y="5924065"/>
                  <a:pt x="5073788" y="5953623"/>
                </a:cubicBezTo>
                <a:cubicBezTo>
                  <a:pt x="5052154" y="5990698"/>
                  <a:pt x="5010331" y="5979675"/>
                  <a:pt x="4979084" y="5990197"/>
                </a:cubicBezTo>
                <a:cubicBezTo>
                  <a:pt x="4896397" y="6017250"/>
                  <a:pt x="5180513" y="6120457"/>
                  <a:pt x="5100228" y="6151519"/>
                </a:cubicBezTo>
                <a:cubicBezTo>
                  <a:pt x="4935817" y="6215148"/>
                  <a:pt x="4832938" y="6196611"/>
                  <a:pt x="4666602" y="6266250"/>
                </a:cubicBezTo>
                <a:cubicBezTo>
                  <a:pt x="4723331" y="6264746"/>
                  <a:pt x="4706024" y="6288795"/>
                  <a:pt x="4762750" y="6288795"/>
                </a:cubicBezTo>
                <a:cubicBezTo>
                  <a:pt x="4788229" y="6288795"/>
                  <a:pt x="4815151" y="6294807"/>
                  <a:pt x="4815151" y="6322363"/>
                </a:cubicBezTo>
                <a:cubicBezTo>
                  <a:pt x="4815151" y="6348414"/>
                  <a:pt x="4516613" y="6491199"/>
                  <a:pt x="4558918" y="6504727"/>
                </a:cubicBezTo>
                <a:cubicBezTo>
                  <a:pt x="4674295" y="6541299"/>
                  <a:pt x="4970431" y="6429075"/>
                  <a:pt x="4899280" y="6480679"/>
                </a:cubicBezTo>
                <a:cubicBezTo>
                  <a:pt x="4791114" y="6559337"/>
                  <a:pt x="4774769" y="6574868"/>
                  <a:pt x="4692563" y="6586391"/>
                </a:cubicBezTo>
                <a:cubicBezTo>
                  <a:pt x="4621894" y="6596411"/>
                  <a:pt x="4373353" y="6816352"/>
                  <a:pt x="4303645" y="6834888"/>
                </a:cubicBezTo>
                <a:cubicBezTo>
                  <a:pt x="4288262" y="6838896"/>
                  <a:pt x="4291687" y="6845065"/>
                  <a:pt x="4307829" y="6852361"/>
                </a:cubicBezTo>
                <a:lnTo>
                  <a:pt x="4323786" y="6858000"/>
                </a:lnTo>
                <a:lnTo>
                  <a:pt x="0" y="6858000"/>
                </a:lnTo>
                <a:close/>
              </a:path>
            </a:pathLst>
          </a:custGeom>
        </p:spPr>
      </p:pic>
      <p:sp>
        <p:nvSpPr>
          <p:cNvPr id="2" name="Title 1">
            <a:extLst>
              <a:ext uri="{FF2B5EF4-FFF2-40B4-BE49-F238E27FC236}">
                <a16:creationId xmlns:a16="http://schemas.microsoft.com/office/drawing/2014/main" id="{D5DE633E-5B6E-4E7B-FEDF-8CB255A303BC}"/>
              </a:ext>
            </a:extLst>
          </p:cNvPr>
          <p:cNvSpPr>
            <a:spLocks noGrp="1"/>
          </p:cNvSpPr>
          <p:nvPr>
            <p:ph type="ctrTitle"/>
          </p:nvPr>
        </p:nvSpPr>
        <p:spPr>
          <a:xfrm>
            <a:off x="6095999" y="3834174"/>
            <a:ext cx="5257800" cy="1701570"/>
          </a:xfrm>
        </p:spPr>
        <p:txBody>
          <a:bodyPr anchor="b">
            <a:normAutofit/>
          </a:bodyPr>
          <a:lstStyle/>
          <a:p>
            <a:r>
              <a:rPr lang="en-SG" sz="4400"/>
              <a:t>Behavioral Economics</a:t>
            </a:r>
          </a:p>
        </p:txBody>
      </p:sp>
      <p:sp>
        <p:nvSpPr>
          <p:cNvPr id="3" name="Subtitle 2">
            <a:extLst>
              <a:ext uri="{FF2B5EF4-FFF2-40B4-BE49-F238E27FC236}">
                <a16:creationId xmlns:a16="http://schemas.microsoft.com/office/drawing/2014/main" id="{DC5544EF-3393-865A-F78F-037D43B4044B}"/>
              </a:ext>
            </a:extLst>
          </p:cNvPr>
          <p:cNvSpPr>
            <a:spLocks noGrp="1"/>
          </p:cNvSpPr>
          <p:nvPr>
            <p:ph type="subTitle" idx="1"/>
          </p:nvPr>
        </p:nvSpPr>
        <p:spPr>
          <a:xfrm>
            <a:off x="6096000" y="5592499"/>
            <a:ext cx="5147960" cy="646785"/>
          </a:xfrm>
        </p:spPr>
        <p:txBody>
          <a:bodyPr>
            <a:normAutofit/>
          </a:bodyPr>
          <a:lstStyle/>
          <a:p>
            <a:pPr>
              <a:lnSpc>
                <a:spcPct val="90000"/>
              </a:lnSpc>
            </a:pPr>
            <a:r>
              <a:rPr lang="en-GB" sz="2000"/>
              <a:t>HE3001, Microeconomics 3</a:t>
            </a:r>
            <a:br>
              <a:rPr lang="en-GB" sz="2000"/>
            </a:br>
            <a:r>
              <a:rPr lang="en-GB" sz="2000"/>
              <a:t>Nanyang Technological University</a:t>
            </a:r>
          </a:p>
          <a:p>
            <a:pPr>
              <a:lnSpc>
                <a:spcPct val="90000"/>
              </a:lnSpc>
            </a:pPr>
            <a:endParaRPr lang="en-SG" sz="2000"/>
          </a:p>
        </p:txBody>
      </p:sp>
    </p:spTree>
    <p:extLst>
      <p:ext uri="{BB962C8B-B14F-4D97-AF65-F5344CB8AC3E}">
        <p14:creationId xmlns:p14="http://schemas.microsoft.com/office/powerpoint/2010/main" val="2338007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pPr eaLnBrk="1" hangingPunct="1"/>
            <a:r>
              <a:rPr lang="en-US" altLang="en-US" dirty="0"/>
              <a:t>The Standard Rational Choice Model</a:t>
            </a:r>
          </a:p>
        </p:txBody>
      </p:sp>
      <mc:AlternateContent xmlns:mc="http://schemas.openxmlformats.org/markup-compatibility/2006" xmlns:a14="http://schemas.microsoft.com/office/drawing/2010/main">
        <mc:Choice Requires="a14">
          <p:sp>
            <p:nvSpPr>
              <p:cNvPr id="25602" name="Rectangle 3"/>
              <p:cNvSpPr>
                <a:spLocks noGrp="1" noChangeArrowheads="1"/>
              </p:cNvSpPr>
              <p:nvPr>
                <p:ph idx="1"/>
              </p:nvPr>
            </p:nvSpPr>
            <p:spPr>
              <a:xfrm>
                <a:off x="838199" y="1456791"/>
                <a:ext cx="10381343" cy="4755473"/>
              </a:xfrm>
            </p:spPr>
            <p:txBody>
              <a:bodyPr>
                <a:noAutofit/>
              </a:bodyPr>
              <a:lstStyle/>
              <a:p>
                <a:pPr eaLnBrk="1" hangingPunct="1"/>
                <a:r>
                  <a:rPr lang="en-US" altLang="en-US" sz="2000" dirty="0"/>
                  <a:t>Colloquially, to do something rational means to do some that is “sensible” or “logical”.</a:t>
                </a:r>
              </a:p>
              <a:p>
                <a:pPr eaLnBrk="1" hangingPunct="1"/>
                <a:endParaRPr lang="en-US" altLang="en-US" sz="2000" dirty="0"/>
              </a:p>
              <a:p>
                <a:pPr eaLnBrk="1" hangingPunct="1"/>
                <a:r>
                  <a:rPr lang="en-US" altLang="en-US" sz="2000" dirty="0"/>
                  <a:t>In economics, the </a:t>
                </a:r>
                <a:r>
                  <a:rPr lang="en-US" altLang="en-US" sz="2000" b="1" i="1" dirty="0">
                    <a:solidFill>
                      <a:srgbClr val="0000FF"/>
                    </a:solidFill>
                  </a:rPr>
                  <a:t>standard</a:t>
                </a:r>
                <a:r>
                  <a:rPr lang="en-US" altLang="en-US" sz="2000" b="1" dirty="0">
                    <a:solidFill>
                      <a:srgbClr val="0000FF"/>
                    </a:solidFill>
                  </a:rPr>
                  <a:t> rational choice model </a:t>
                </a:r>
                <a:r>
                  <a:rPr lang="en-US" altLang="en-US" sz="2000" dirty="0"/>
                  <a:t>has very specific assumptions:</a:t>
                </a:r>
              </a:p>
              <a:p>
                <a:pPr lvl="1"/>
                <a:r>
                  <a:rPr lang="en-US" altLang="en-US" sz="1800" dirty="0"/>
                  <a:t>Complete, transitive and continuous preferences which satisfy independence axiom.</a:t>
                </a:r>
              </a:p>
              <a:p>
                <a:pPr lvl="1"/>
                <a:r>
                  <a:rPr lang="en-US" altLang="en-US" sz="1800" dirty="0"/>
                  <a:t>Self-interested preferences.</a:t>
                </a:r>
              </a:p>
              <a:p>
                <a:pPr marL="0" indent="0">
                  <a:buNone/>
                </a:pPr>
                <a14:m>
                  <m:oMathPara xmlns:m="http://schemas.openxmlformats.org/officeDocument/2006/math">
                    <m:oMathParaPr>
                      <m:jc m:val="centerGroup"/>
                    </m:oMathParaPr>
                    <m:oMath xmlns:m="http://schemas.openxmlformats.org/officeDocument/2006/math">
                      <m:func>
                        <m:funcPr>
                          <m:ctrlPr>
                            <a:rPr lang="en-SG" altLang="en-US" sz="2000" b="0" i="1" smtClean="0">
                              <a:latin typeface="Cambria Math" panose="02040503050406030204" pitchFamily="18" charset="0"/>
                            </a:rPr>
                          </m:ctrlPr>
                        </m:funcPr>
                        <m:fName>
                          <m:limLow>
                            <m:limLowPr>
                              <m:ctrlPr>
                                <a:rPr lang="en-SG" altLang="en-US" sz="2000" b="0" i="1" smtClean="0">
                                  <a:latin typeface="Cambria Math" panose="02040503050406030204" pitchFamily="18" charset="0"/>
                                </a:rPr>
                              </m:ctrlPr>
                            </m:limLowPr>
                            <m:e>
                              <m:r>
                                <m:rPr>
                                  <m:sty m:val="p"/>
                                </m:rPr>
                                <a:rPr lang="en-SG" altLang="en-US" sz="2000" b="0" i="0" smtClean="0">
                                  <a:latin typeface="Cambria Math" panose="02040503050406030204" pitchFamily="18" charset="0"/>
                                </a:rPr>
                                <m:t>max</m:t>
                              </m:r>
                            </m:e>
                            <m:lim>
                              <m:r>
                                <a:rPr lang="en-SG" altLang="en-US" sz="2000" b="0" i="1" smtClean="0">
                                  <a:latin typeface="Cambria Math" panose="02040503050406030204" pitchFamily="18" charset="0"/>
                                </a:rPr>
                                <m:t>𝑥</m:t>
                              </m:r>
                            </m:lim>
                          </m:limLow>
                        </m:fName>
                        <m:e>
                          <m:nary>
                            <m:naryPr>
                              <m:chr m:val="∑"/>
                              <m:supHide m:val="on"/>
                              <m:ctrlPr>
                                <a:rPr lang="en-SG" altLang="en-US" sz="2000" b="0" i="1" smtClean="0">
                                  <a:latin typeface="Cambria Math" panose="02040503050406030204" pitchFamily="18" charset="0"/>
                                </a:rPr>
                              </m:ctrlPr>
                            </m:naryPr>
                            <m:sub>
                              <m:r>
                                <a:rPr lang="en-SG" altLang="en-US" sz="2000" b="0" i="1" smtClean="0">
                                  <a:latin typeface="Cambria Math" panose="02040503050406030204" pitchFamily="18" charset="0"/>
                                </a:rPr>
                                <m:t>𝑠</m:t>
                              </m:r>
                            </m:sub>
                            <m:sup/>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𝑝</m:t>
                                  </m:r>
                                </m:e>
                                <m:sub>
                                  <m:r>
                                    <a:rPr lang="en-SG" altLang="en-US" sz="2000" i="1">
                                      <a:latin typeface="Cambria Math" panose="02040503050406030204" pitchFamily="18" charset="0"/>
                                    </a:rPr>
                                    <m:t>𝑠</m:t>
                                  </m:r>
                                </m:sub>
                              </m:sSub>
                              <m:sSub>
                                <m:sSubPr>
                                  <m:ctrlPr>
                                    <a:rPr lang="en-SG" altLang="en-US" sz="2000" i="1">
                                      <a:latin typeface="Cambria Math" panose="02040503050406030204" pitchFamily="18" charset="0"/>
                                    </a:rPr>
                                  </m:ctrlPr>
                                </m:sSubPr>
                                <m:e>
                                  <m:r>
                                    <a:rPr lang="en-SG" altLang="en-US" sz="2000" b="0" i="1" smtClean="0">
                                      <a:latin typeface="Cambria Math" panose="02040503050406030204" pitchFamily="18" charset="0"/>
                                    </a:rPr>
                                    <m:t>𝑢</m:t>
                                  </m:r>
                                </m:e>
                                <m:sub>
                                  <m:r>
                                    <a:rPr lang="en-SG" altLang="en-US" sz="2000" i="1">
                                      <a:latin typeface="Cambria Math" panose="02040503050406030204" pitchFamily="18" charset="0"/>
                                    </a:rPr>
                                    <m:t>𝑖</m:t>
                                  </m:r>
                                </m:sub>
                              </m:sSub>
                              <m:d>
                                <m:dPr>
                                  <m:ctrlPr>
                                    <a:rPr lang="en-SG" altLang="en-US" sz="2000" i="1">
                                      <a:latin typeface="Cambria Math" panose="02040503050406030204" pitchFamily="18" charset="0"/>
                                    </a:rPr>
                                  </m:ctrlPr>
                                </m:dPr>
                                <m:e>
                                  <m:sSubSup>
                                    <m:sSubSupPr>
                                      <m:ctrlPr>
                                        <a:rPr lang="en-SG" altLang="en-US" sz="2000" b="0" i="1" smtClean="0">
                                          <a:latin typeface="Cambria Math" panose="02040503050406030204" pitchFamily="18" charset="0"/>
                                        </a:rPr>
                                      </m:ctrlPr>
                                    </m:sSubSupPr>
                                    <m:e>
                                      <m:r>
                                        <a:rPr lang="en-SG" altLang="en-US" sz="2000" b="0" i="1" smtClean="0">
                                          <a:latin typeface="Cambria Math" panose="02040503050406030204" pitchFamily="18" charset="0"/>
                                        </a:rPr>
                                        <m:t>𝜋</m:t>
                                      </m:r>
                                    </m:e>
                                    <m:sub>
                                      <m:r>
                                        <a:rPr lang="en-SG" altLang="en-US" sz="2000" i="1">
                                          <a:latin typeface="Cambria Math" panose="02040503050406030204" pitchFamily="18" charset="0"/>
                                        </a:rPr>
                                        <m:t>𝑖</m:t>
                                      </m:r>
                                    </m:sub>
                                    <m:sup>
                                      <m:r>
                                        <a:rPr lang="en-SG" altLang="en-US" sz="2000" b="0" i="1" smtClean="0">
                                          <a:latin typeface="Cambria Math" panose="02040503050406030204" pitchFamily="18" charset="0"/>
                                        </a:rPr>
                                        <m:t>𝑠</m:t>
                                      </m:r>
                                    </m:sup>
                                  </m:sSubSup>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𝑥</m:t>
                                  </m:r>
                                  <m:r>
                                    <a:rPr lang="en-SG" altLang="en-US" sz="2000" b="0" i="1" smtClean="0">
                                      <a:latin typeface="Cambria Math" panose="02040503050406030204" pitchFamily="18" charset="0"/>
                                    </a:rPr>
                                    <m:t>)</m:t>
                                  </m:r>
                                </m:e>
                              </m:d>
                            </m:e>
                          </m:nary>
                        </m:e>
                      </m:func>
                    </m:oMath>
                  </m:oMathPara>
                </a14:m>
                <a:endParaRPr lang="en-US" altLang="en-US" sz="2000" dirty="0"/>
              </a:p>
              <a:p>
                <a:pPr marL="0" indent="0" eaLnBrk="1" hangingPunct="1">
                  <a:buNone/>
                </a:pPr>
                <a:endParaRPr lang="en-US" altLang="en-US" sz="2000" dirty="0"/>
              </a:p>
              <a:p>
                <a:pPr marL="0" indent="0">
                  <a:buNone/>
                </a:pPr>
                <a:endParaRPr lang="en-US" altLang="en-US" sz="2000" b="1" dirty="0"/>
              </a:p>
              <a:p>
                <a:pPr marL="0" indent="0">
                  <a:buNone/>
                </a:pPr>
                <a:r>
                  <a:rPr lang="en-US" altLang="en-US" sz="2000" b="1" dirty="0"/>
                  <a:t>A useful approximation in many cases. BUT, can fail in some circumstances…</a:t>
                </a:r>
              </a:p>
              <a:p>
                <a:r>
                  <a:rPr lang="en-US" altLang="en-US" sz="1800" dirty="0"/>
                  <a:t>Is it failure because of irrationality, or because the models’ assumptions are too restrictive?</a:t>
                </a:r>
              </a:p>
              <a:p>
                <a:r>
                  <a:rPr lang="en-US" altLang="en-US" sz="1800" dirty="0"/>
                  <a:t>Studying this helps us improve on the standard rational choice model. </a:t>
                </a:r>
              </a:p>
              <a:p>
                <a:pPr eaLnBrk="1" hangingPunct="1"/>
                <a:endParaRPr lang="en-US" altLang="en-US" sz="2000" dirty="0"/>
              </a:p>
            </p:txBody>
          </p:sp>
        </mc:Choice>
        <mc:Fallback xmlns="">
          <p:sp>
            <p:nvSpPr>
              <p:cNvPr id="25602" name="Rectangle 3"/>
              <p:cNvSpPr>
                <a:spLocks noGrp="1" noRot="1" noChangeAspect="1" noMove="1" noResize="1" noEditPoints="1" noAdjustHandles="1" noChangeArrowheads="1" noChangeShapeType="1" noTextEdit="1"/>
              </p:cNvSpPr>
              <p:nvPr>
                <p:ph idx="1"/>
              </p:nvPr>
            </p:nvSpPr>
            <p:spPr>
              <a:xfrm>
                <a:off x="838199" y="1456791"/>
                <a:ext cx="10381343" cy="4755473"/>
              </a:xfrm>
              <a:blipFill>
                <a:blip r:embed="rId2"/>
                <a:stretch>
                  <a:fillRect l="-587" t="-1410"/>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C9C2ACFD-0BCB-486C-BA02-2BFA4D0ACA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 name="Straight Arrow Connector 3">
            <a:extLst>
              <a:ext uri="{FF2B5EF4-FFF2-40B4-BE49-F238E27FC236}">
                <a16:creationId xmlns:a16="http://schemas.microsoft.com/office/drawing/2014/main" id="{B7A33216-649D-1F59-7344-07D3ABAE55D8}"/>
              </a:ext>
            </a:extLst>
          </p:cNvPr>
          <p:cNvCxnSpPr/>
          <p:nvPr/>
        </p:nvCxnSpPr>
        <p:spPr>
          <a:xfrm flipH="1">
            <a:off x="7093528" y="3490367"/>
            <a:ext cx="6742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3A1E6C3-3522-BF90-3DC4-A38C03DE9510}"/>
                  </a:ext>
                </a:extLst>
              </p:cNvPr>
              <p:cNvSpPr txBox="1"/>
              <p:nvPr/>
            </p:nvSpPr>
            <p:spPr>
              <a:xfrm>
                <a:off x="7767784" y="3311307"/>
                <a:ext cx="1556326" cy="523220"/>
              </a:xfrm>
              <a:prstGeom prst="rect">
                <a:avLst/>
              </a:prstGeom>
              <a:noFill/>
            </p:spPr>
            <p:txBody>
              <a:bodyPr wrap="square" rtlCol="0">
                <a:spAutoFit/>
              </a:bodyPr>
              <a:lstStyle/>
              <a:p>
                <a:r>
                  <a:rPr lang="en-SG" sz="1400" dirty="0"/>
                  <a:t>Payoffs from one’s choice </a:t>
                </a:r>
                <a14:m>
                  <m:oMath xmlns:m="http://schemas.openxmlformats.org/officeDocument/2006/math">
                    <m:r>
                      <a:rPr lang="en-SG" sz="1400" i="1">
                        <a:latin typeface="Cambria Math" panose="02040503050406030204" pitchFamily="18" charset="0"/>
                      </a:rPr>
                      <m:t>𝑥</m:t>
                    </m:r>
                    <m:r>
                      <a:rPr lang="en-SG" sz="1400" i="1">
                        <a:latin typeface="Cambria Math" panose="02040503050406030204" pitchFamily="18" charset="0"/>
                      </a:rPr>
                      <m:t> </m:t>
                    </m:r>
                  </m:oMath>
                </a14:m>
                <a:r>
                  <a:rPr lang="en-SG" sz="1400" dirty="0"/>
                  <a:t>in state </a:t>
                </a:r>
                <a14:m>
                  <m:oMath xmlns:m="http://schemas.openxmlformats.org/officeDocument/2006/math">
                    <m:r>
                      <a:rPr lang="en-SG" sz="1400" b="0" i="1" smtClean="0">
                        <a:latin typeface="Cambria Math" panose="02040503050406030204" pitchFamily="18" charset="0"/>
                      </a:rPr>
                      <m:t>𝑠</m:t>
                    </m:r>
                  </m:oMath>
                </a14:m>
                <a:endParaRPr lang="en-SG" sz="1400" dirty="0"/>
              </a:p>
            </p:txBody>
          </p:sp>
        </mc:Choice>
        <mc:Fallback xmlns="">
          <p:sp>
            <p:nvSpPr>
              <p:cNvPr id="5" name="TextBox 4">
                <a:extLst>
                  <a:ext uri="{FF2B5EF4-FFF2-40B4-BE49-F238E27FC236}">
                    <a16:creationId xmlns:a16="http://schemas.microsoft.com/office/drawing/2014/main" id="{A3A1E6C3-3522-BF90-3DC4-A38C03DE9510}"/>
                  </a:ext>
                </a:extLst>
              </p:cNvPr>
              <p:cNvSpPr txBox="1">
                <a:spLocks noRot="1" noChangeAspect="1" noMove="1" noResize="1" noEditPoints="1" noAdjustHandles="1" noChangeArrowheads="1" noChangeShapeType="1" noTextEdit="1"/>
              </p:cNvSpPr>
              <p:nvPr/>
            </p:nvSpPr>
            <p:spPr>
              <a:xfrm>
                <a:off x="7767784" y="3311307"/>
                <a:ext cx="1556326" cy="523220"/>
              </a:xfrm>
              <a:prstGeom prst="rect">
                <a:avLst/>
              </a:prstGeom>
              <a:blipFill>
                <a:blip r:embed="rId3"/>
                <a:stretch>
                  <a:fillRect l="-1172" t="-2326" r="-391" b="-1162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A9D56CE-823C-29DC-BD47-464FCDCF28CB}"/>
                  </a:ext>
                </a:extLst>
              </p:cNvPr>
              <p:cNvSpPr txBox="1"/>
              <p:nvPr/>
            </p:nvSpPr>
            <p:spPr>
              <a:xfrm>
                <a:off x="4942763" y="3976420"/>
                <a:ext cx="1819152" cy="307777"/>
              </a:xfrm>
              <a:prstGeom prst="rect">
                <a:avLst/>
              </a:prstGeom>
              <a:noFill/>
            </p:spPr>
            <p:txBody>
              <a:bodyPr wrap="none" rtlCol="0">
                <a:spAutoFit/>
              </a:bodyPr>
              <a:lstStyle/>
              <a:p>
                <a:r>
                  <a:rPr lang="en-SG" sz="1400" dirty="0"/>
                  <a:t>Probability of a state </a:t>
                </a:r>
                <a14:m>
                  <m:oMath xmlns:m="http://schemas.openxmlformats.org/officeDocument/2006/math">
                    <m:r>
                      <a:rPr lang="en-SG" sz="1400" b="0" i="1" smtClean="0">
                        <a:latin typeface="Cambria Math" panose="02040503050406030204" pitchFamily="18" charset="0"/>
                      </a:rPr>
                      <m:t>𝑠</m:t>
                    </m:r>
                  </m:oMath>
                </a14:m>
                <a:endParaRPr lang="en-SG" sz="1400" dirty="0"/>
              </a:p>
            </p:txBody>
          </p:sp>
        </mc:Choice>
        <mc:Fallback xmlns="">
          <p:sp>
            <p:nvSpPr>
              <p:cNvPr id="6" name="TextBox 5">
                <a:extLst>
                  <a:ext uri="{FF2B5EF4-FFF2-40B4-BE49-F238E27FC236}">
                    <a16:creationId xmlns:a16="http://schemas.microsoft.com/office/drawing/2014/main" id="{6A9D56CE-823C-29DC-BD47-464FCDCF28CB}"/>
                  </a:ext>
                </a:extLst>
              </p:cNvPr>
              <p:cNvSpPr txBox="1">
                <a:spLocks noRot="1" noChangeAspect="1" noMove="1" noResize="1" noEditPoints="1" noAdjustHandles="1" noChangeArrowheads="1" noChangeShapeType="1" noTextEdit="1"/>
              </p:cNvSpPr>
              <p:nvPr/>
            </p:nvSpPr>
            <p:spPr>
              <a:xfrm>
                <a:off x="4942763" y="3976420"/>
                <a:ext cx="1819152" cy="307777"/>
              </a:xfrm>
              <a:prstGeom prst="rect">
                <a:avLst/>
              </a:prstGeom>
              <a:blipFill>
                <a:blip r:embed="rId4"/>
                <a:stretch>
                  <a:fillRect l="-1007" t="-1961" b="-19608"/>
                </a:stretch>
              </a:blipFill>
            </p:spPr>
            <p:txBody>
              <a:bodyPr/>
              <a:lstStyle/>
              <a:p>
                <a:r>
                  <a:rPr lang="en-SG">
                    <a:noFill/>
                  </a:rPr>
                  <a:t> </a:t>
                </a:r>
              </a:p>
            </p:txBody>
          </p:sp>
        </mc:Fallback>
      </mc:AlternateContent>
      <p:cxnSp>
        <p:nvCxnSpPr>
          <p:cNvPr id="7" name="Straight Arrow Connector 6">
            <a:extLst>
              <a:ext uri="{FF2B5EF4-FFF2-40B4-BE49-F238E27FC236}">
                <a16:creationId xmlns:a16="http://schemas.microsoft.com/office/drawing/2014/main" id="{08D62A28-0B6F-FD74-E7BB-1C8136668C32}"/>
              </a:ext>
            </a:extLst>
          </p:cNvPr>
          <p:cNvCxnSpPr>
            <a:cxnSpLocks/>
          </p:cNvCxnSpPr>
          <p:nvPr/>
        </p:nvCxnSpPr>
        <p:spPr>
          <a:xfrm flipV="1">
            <a:off x="5992745" y="3694649"/>
            <a:ext cx="101600" cy="351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0090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2">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60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lstStyle/>
          <a:p>
            <a:pPr eaLnBrk="1" hangingPunct="1"/>
            <a:r>
              <a:rPr lang="en-US" altLang="en-US"/>
              <a:t>What Is Behavioral Economics?</a:t>
            </a:r>
          </a:p>
        </p:txBody>
      </p:sp>
      <p:sp>
        <p:nvSpPr>
          <p:cNvPr id="24578" name="Rectangle 3"/>
          <p:cNvSpPr>
            <a:spLocks noGrp="1" noChangeArrowheads="1"/>
          </p:cNvSpPr>
          <p:nvPr>
            <p:ph idx="1"/>
          </p:nvPr>
        </p:nvSpPr>
        <p:spPr>
          <a:xfrm>
            <a:off x="838200" y="1456791"/>
            <a:ext cx="10453914" cy="4755473"/>
          </a:xfrm>
        </p:spPr>
        <p:txBody>
          <a:bodyPr>
            <a:normAutofit/>
          </a:bodyPr>
          <a:lstStyle/>
          <a:p>
            <a:endParaRPr lang="en-US" altLang="en-US" sz="1800" dirty="0"/>
          </a:p>
          <a:p>
            <a:r>
              <a:rPr lang="en-US" altLang="en-US" sz="2000" dirty="0"/>
              <a:t>Behavioral economics is the study of choices </a:t>
            </a:r>
            <a:r>
              <a:rPr lang="en-US" altLang="en-US" sz="2000" b="1" i="1" dirty="0"/>
              <a:t>actually made </a:t>
            </a:r>
            <a:r>
              <a:rPr lang="en-US" altLang="en-US" sz="2000" dirty="0"/>
              <a:t>by economic decision makers.</a:t>
            </a:r>
          </a:p>
          <a:p>
            <a:pPr marL="0" indent="0">
              <a:buNone/>
            </a:pPr>
            <a:r>
              <a:rPr lang="en-US" altLang="en-US" sz="2000" dirty="0"/>
              <a:t> </a:t>
            </a:r>
          </a:p>
          <a:p>
            <a:r>
              <a:rPr lang="en-US" altLang="en-US" sz="2000" b="1" dirty="0"/>
              <a:t>Purpose: </a:t>
            </a:r>
          </a:p>
          <a:p>
            <a:pPr lvl="1"/>
            <a:r>
              <a:rPr lang="en-US" altLang="en-US" sz="1800" dirty="0"/>
              <a:t>Assess strengths and weaknesses of the (standard) rational choice model</a:t>
            </a:r>
          </a:p>
          <a:p>
            <a:pPr lvl="1"/>
            <a:r>
              <a:rPr lang="en-US" altLang="en-US" sz="1800" dirty="0"/>
              <a:t>Improve on economic models and create better predictions.</a:t>
            </a:r>
          </a:p>
          <a:p>
            <a:endParaRPr lang="en-US" altLang="en-US" sz="2000" dirty="0"/>
          </a:p>
          <a:p>
            <a:r>
              <a:rPr lang="en-US" altLang="en-US" sz="2000" dirty="0"/>
              <a:t>Today, we will introduce several findings from </a:t>
            </a:r>
            <a:r>
              <a:rPr lang="en-US" altLang="en-US" sz="2000" dirty="0" err="1"/>
              <a:t>behavioural</a:t>
            </a:r>
            <a:r>
              <a:rPr lang="en-US" altLang="en-US" sz="2000" dirty="0"/>
              <a:t> economics.</a:t>
            </a:r>
          </a:p>
          <a:p>
            <a:pPr lvl="1"/>
            <a:r>
              <a:rPr lang="en-US" altLang="en-US" sz="1800" b="1" dirty="0"/>
              <a:t>No formal models, but you should be able to think about how they are applicable. </a:t>
            </a:r>
          </a:p>
          <a:p>
            <a:endParaRPr lang="en-US" altLang="en-US" sz="1800" dirty="0"/>
          </a:p>
          <a:p>
            <a:endParaRPr lang="en-US" altLang="en-US" sz="1800" dirty="0"/>
          </a:p>
        </p:txBody>
      </p:sp>
      <p:sp>
        <p:nvSpPr>
          <p:cNvPr id="3" name="Slide Number Placeholder 2">
            <a:extLst>
              <a:ext uri="{FF2B5EF4-FFF2-40B4-BE49-F238E27FC236}">
                <a16:creationId xmlns:a16="http://schemas.microsoft.com/office/drawing/2014/main" id="{05C9D747-793F-44B7-9F66-0A30030C4C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0158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7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BC91-B477-4D87-98FF-6BD62F1458B7}"/>
              </a:ext>
            </a:extLst>
          </p:cNvPr>
          <p:cNvSpPr>
            <a:spLocks noGrp="1"/>
          </p:cNvSpPr>
          <p:nvPr>
            <p:ph type="ctrTitle"/>
          </p:nvPr>
        </p:nvSpPr>
        <p:spPr>
          <a:xfrm>
            <a:off x="2765757" y="2028549"/>
            <a:ext cx="7088603" cy="2031055"/>
          </a:xfrm>
        </p:spPr>
        <p:txBody>
          <a:bodyPr>
            <a:normAutofit/>
          </a:bodyPr>
          <a:lstStyle/>
          <a:p>
            <a:r>
              <a:rPr lang="en-US" sz="5200" dirty="0"/>
              <a:t>Limited Cognitive Resources?</a:t>
            </a:r>
            <a:endParaRPr lang="en-GB" sz="5200" dirty="0">
              <a:solidFill>
                <a:schemeClr val="tx2"/>
              </a:solidFill>
            </a:endParaRPr>
          </a:p>
        </p:txBody>
      </p:sp>
      <p:sp>
        <p:nvSpPr>
          <p:cNvPr id="4" name="Slide Number Placeholder 3">
            <a:extLst>
              <a:ext uri="{FF2B5EF4-FFF2-40B4-BE49-F238E27FC236}">
                <a16:creationId xmlns:a16="http://schemas.microsoft.com/office/drawing/2014/main" id="{414BD7E7-9410-4B78-B1F3-51222C9E01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A6B015-14EA-419E-84A1-EA07DEB3B2A0}"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50497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p:txBody>
          <a:bodyPr/>
          <a:lstStyle/>
          <a:p>
            <a:pPr eaLnBrk="1" hangingPunct="1"/>
            <a:r>
              <a:rPr lang="en-US" altLang="en-US" dirty="0"/>
              <a:t>The Paradox of Choice</a:t>
            </a:r>
          </a:p>
        </p:txBody>
      </p:sp>
      <p:sp>
        <p:nvSpPr>
          <p:cNvPr id="45058" name="Rectangle 3"/>
          <p:cNvSpPr>
            <a:spLocks noGrp="1" noChangeArrowheads="1"/>
          </p:cNvSpPr>
          <p:nvPr>
            <p:ph idx="1"/>
          </p:nvPr>
        </p:nvSpPr>
        <p:spPr>
          <a:xfrm>
            <a:off x="838200" y="1690688"/>
            <a:ext cx="10395857" cy="2214664"/>
          </a:xfrm>
        </p:spPr>
        <p:txBody>
          <a:bodyPr>
            <a:normAutofit/>
          </a:bodyPr>
          <a:lstStyle/>
          <a:p>
            <a:r>
              <a:rPr lang="en-US" altLang="en-US" sz="2000" dirty="0"/>
              <a:t>Implicitly in the maximization function.. </a:t>
            </a:r>
            <a:r>
              <a:rPr lang="en-US" altLang="en-US" sz="2000" b="1" dirty="0">
                <a:solidFill>
                  <a:schemeClr val="tx1"/>
                </a:solidFill>
              </a:rPr>
              <a:t>(No cognitive constraints)</a:t>
            </a:r>
            <a:br>
              <a:rPr lang="en-US" altLang="en-US" sz="2000" dirty="0"/>
            </a:br>
            <a:r>
              <a:rPr lang="en-US" altLang="en-US" sz="2000" dirty="0"/>
              <a:t>Assumes that we are able to evaluate all possible options and make the best choice.. Is this true?</a:t>
            </a:r>
            <a:br>
              <a:rPr lang="en-US" altLang="en-US" sz="2000" dirty="0"/>
            </a:br>
            <a:endParaRPr lang="en-US" altLang="en-US" sz="2000" dirty="0"/>
          </a:p>
          <a:p>
            <a:pPr marL="0" indent="0">
              <a:buNone/>
            </a:pPr>
            <a:r>
              <a:rPr lang="en-US" altLang="en-US" sz="2000" dirty="0"/>
              <a:t>A simple test is </a:t>
            </a:r>
            <a:r>
              <a:rPr lang="en-US" altLang="en-US" sz="2000" b="1" dirty="0"/>
              <a:t>whether people can become worse off from having more options</a:t>
            </a:r>
          </a:p>
          <a:p>
            <a:pPr lvl="1"/>
            <a:r>
              <a:rPr lang="en-US" altLang="en-US" sz="2000" dirty="0"/>
              <a:t>The rational choice model says </a:t>
            </a:r>
            <a:r>
              <a:rPr lang="ja-JP" altLang="en-US" sz="2000" dirty="0"/>
              <a:t>“</a:t>
            </a:r>
            <a:r>
              <a:rPr lang="en-US" altLang="ja-JP" sz="2000" dirty="0"/>
              <a:t>No.</a:t>
            </a:r>
            <a:r>
              <a:rPr lang="ja-JP" altLang="en-US" sz="2000" dirty="0"/>
              <a:t>”</a:t>
            </a:r>
            <a:r>
              <a:rPr lang="en-US" altLang="ja-JP" sz="2000" dirty="0"/>
              <a:t> </a:t>
            </a:r>
          </a:p>
          <a:p>
            <a:pPr lvl="1"/>
            <a:endParaRPr lang="en-US" altLang="en-US" sz="2000" dirty="0"/>
          </a:p>
          <a:p>
            <a:pPr lvl="1"/>
            <a:endParaRPr lang="en-US" altLang="en-US" sz="2000" dirty="0"/>
          </a:p>
          <a:p>
            <a:endParaRPr lang="en-US" altLang="en-US" sz="2000" dirty="0"/>
          </a:p>
        </p:txBody>
      </p:sp>
      <p:sp>
        <p:nvSpPr>
          <p:cNvPr id="3" name="Slide Number Placeholder 2">
            <a:extLst>
              <a:ext uri="{FF2B5EF4-FFF2-40B4-BE49-F238E27FC236}">
                <a16:creationId xmlns:a16="http://schemas.microsoft.com/office/drawing/2014/main" id="{AF81D20D-8F2D-4854-8922-8B74FE81CE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Leading building material supplier since 1980 | Hafary">
            <a:extLst>
              <a:ext uri="{FF2B5EF4-FFF2-40B4-BE49-F238E27FC236}">
                <a16:creationId xmlns:a16="http://schemas.microsoft.com/office/drawing/2014/main" id="{D2B81696-5A0A-4FC1-9460-C055DBB959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4436" y="3417268"/>
            <a:ext cx="3667582" cy="229223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09E42D2-B338-4367-BC14-DC7DE32A7D6B}"/>
              </a:ext>
            </a:extLst>
          </p:cNvPr>
          <p:cNvSpPr txBox="1"/>
          <p:nvPr/>
        </p:nvSpPr>
        <p:spPr>
          <a:xfrm>
            <a:off x="1149927" y="4119418"/>
            <a:ext cx="5306291" cy="1200329"/>
          </a:xfrm>
          <a:prstGeom prst="rect">
            <a:avLst/>
          </a:prstGeom>
          <a:noFill/>
        </p:spPr>
        <p:txBody>
          <a:bodyPr wrap="square" rtlCol="0">
            <a:spAutoFit/>
          </a:bodyPr>
          <a:lstStyle/>
          <a:p>
            <a:r>
              <a:rPr lang="en-US" altLang="en-US" sz="1800" dirty="0"/>
              <a:t>The Medicare Drug Prescription Plan in the US offers over 1,000 additional insurance choices. However, most beneficiaries complain they can</a:t>
            </a:r>
            <a:r>
              <a:rPr lang="ja-JP" altLang="en-US" sz="1800" dirty="0"/>
              <a:t>’</a:t>
            </a:r>
            <a:r>
              <a:rPr lang="en-US" altLang="ja-JP" sz="1800" dirty="0"/>
              <a:t>t figure out how to choose. Most want fewer options! </a:t>
            </a:r>
          </a:p>
        </p:txBody>
      </p:sp>
      <p:sp>
        <p:nvSpPr>
          <p:cNvPr id="4" name="TextBox 3">
            <a:extLst>
              <a:ext uri="{FF2B5EF4-FFF2-40B4-BE49-F238E27FC236}">
                <a16:creationId xmlns:a16="http://schemas.microsoft.com/office/drawing/2014/main" id="{E106E1D6-E6A7-1EFE-5436-24B5AD5AB061}"/>
              </a:ext>
            </a:extLst>
          </p:cNvPr>
          <p:cNvSpPr txBox="1"/>
          <p:nvPr/>
        </p:nvSpPr>
        <p:spPr>
          <a:xfrm>
            <a:off x="1149928" y="3720686"/>
            <a:ext cx="2471831" cy="369332"/>
          </a:xfrm>
          <a:prstGeom prst="rect">
            <a:avLst/>
          </a:prstGeom>
          <a:noFill/>
        </p:spPr>
        <p:txBody>
          <a:bodyPr wrap="none" rtlCol="0">
            <a:spAutoFit/>
          </a:bodyPr>
          <a:lstStyle/>
          <a:p>
            <a:r>
              <a:rPr lang="en-SG" b="1" dirty="0"/>
              <a:t>Contradicting Evidence?</a:t>
            </a:r>
          </a:p>
        </p:txBody>
      </p:sp>
    </p:spTree>
    <p:extLst>
      <p:ext uri="{BB962C8B-B14F-4D97-AF65-F5344CB8AC3E}">
        <p14:creationId xmlns:p14="http://schemas.microsoft.com/office/powerpoint/2010/main" val="573533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F0767BB-1434-D061-9AA5-0BC4C5F8C97F}"/>
              </a:ext>
            </a:extLst>
          </p:cNvPr>
          <p:cNvSpPr/>
          <p:nvPr/>
        </p:nvSpPr>
        <p:spPr>
          <a:xfrm>
            <a:off x="658089" y="2010925"/>
            <a:ext cx="10744202" cy="967803"/>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057" name="Rectangle 2"/>
          <p:cNvSpPr>
            <a:spLocks noGrp="1" noChangeArrowheads="1"/>
          </p:cNvSpPr>
          <p:nvPr>
            <p:ph type="title"/>
          </p:nvPr>
        </p:nvSpPr>
        <p:spPr/>
        <p:txBody>
          <a:bodyPr/>
          <a:lstStyle/>
          <a:p>
            <a:pPr eaLnBrk="1" hangingPunct="1"/>
            <a:r>
              <a:rPr lang="en-US" altLang="en-US" dirty="0"/>
              <a:t>Cognitive constraints</a:t>
            </a:r>
          </a:p>
        </p:txBody>
      </p:sp>
      <p:sp>
        <p:nvSpPr>
          <p:cNvPr id="45058" name="Rectangle 3"/>
          <p:cNvSpPr>
            <a:spLocks noGrp="1" noChangeArrowheads="1"/>
          </p:cNvSpPr>
          <p:nvPr>
            <p:ph idx="1"/>
          </p:nvPr>
        </p:nvSpPr>
        <p:spPr>
          <a:xfrm>
            <a:off x="838200" y="1690687"/>
            <a:ext cx="10564091" cy="3726439"/>
          </a:xfrm>
        </p:spPr>
        <p:txBody>
          <a:bodyPr>
            <a:normAutofit/>
          </a:bodyPr>
          <a:lstStyle/>
          <a:p>
            <a:pPr marL="0" indent="0">
              <a:buNone/>
            </a:pPr>
            <a:endParaRPr lang="en-SG" sz="2000" dirty="0"/>
          </a:p>
          <a:p>
            <a:pPr marL="0" indent="0">
              <a:buNone/>
            </a:pPr>
            <a:r>
              <a:rPr lang="en-SG" sz="2000" dirty="0"/>
              <a:t>Suggests that people have </a:t>
            </a:r>
            <a:r>
              <a:rPr lang="en-SG" sz="2000" b="1" dirty="0">
                <a:solidFill>
                  <a:srgbClr val="0000FF"/>
                </a:solidFill>
              </a:rPr>
              <a:t>cognitive constraints</a:t>
            </a:r>
            <a:r>
              <a:rPr lang="en-SG" sz="2000" dirty="0"/>
              <a:t>.</a:t>
            </a:r>
          </a:p>
          <a:p>
            <a:pPr marL="0" indent="0" algn="ctr">
              <a:buNone/>
            </a:pPr>
            <a:r>
              <a:rPr lang="en-SG" sz="1600" b="1" i="1" dirty="0"/>
              <a:t>“</a:t>
            </a:r>
            <a:r>
              <a:rPr lang="en-US" sz="1600" b="1" i="1" dirty="0"/>
              <a:t>… limitations in human information processing abilities, impacting memory, attention, and problem-solving capacities</a:t>
            </a:r>
            <a:r>
              <a:rPr lang="en-SG" sz="1600" b="1" i="1" dirty="0"/>
              <a:t>…”</a:t>
            </a:r>
          </a:p>
          <a:p>
            <a:endParaRPr lang="en-SG" sz="1600" dirty="0"/>
          </a:p>
          <a:p>
            <a:pPr marL="0" indent="0">
              <a:buNone/>
            </a:pPr>
            <a:r>
              <a:rPr lang="en-SG" sz="2000" b="1" dirty="0"/>
              <a:t>Consequences</a:t>
            </a:r>
          </a:p>
          <a:p>
            <a:r>
              <a:rPr lang="en-SG" sz="1800" dirty="0"/>
              <a:t>People may (unconsciously) use </a:t>
            </a:r>
            <a:r>
              <a:rPr lang="en-SG" sz="1800" b="1" dirty="0"/>
              <a:t>heuristics</a:t>
            </a:r>
            <a:r>
              <a:rPr lang="en-SG" sz="1800" dirty="0"/>
              <a:t> as cognitive shortcuts: may not always be the best.</a:t>
            </a:r>
          </a:p>
          <a:p>
            <a:r>
              <a:rPr lang="en-SG" sz="1800" dirty="0"/>
              <a:t>Policies (e.g. targeting consumption, debt) may not always be effective…</a:t>
            </a:r>
          </a:p>
          <a:p>
            <a:r>
              <a:rPr lang="en-SG" sz="1800" dirty="0"/>
              <a:t>When are cognitive constraints the most prevalent? </a:t>
            </a:r>
            <a:br>
              <a:rPr lang="en-SG" sz="1800" dirty="0"/>
            </a:br>
            <a:r>
              <a:rPr lang="en-SG" sz="1800" dirty="0"/>
              <a:t>(E.g. Situations of poverty lead to high stress and stronger constraints?)</a:t>
            </a:r>
          </a:p>
          <a:p>
            <a:endParaRPr lang="en-US" altLang="en-US" sz="2000" dirty="0"/>
          </a:p>
          <a:p>
            <a:pPr lvl="1"/>
            <a:endParaRPr lang="en-US" altLang="en-US" sz="2000" dirty="0"/>
          </a:p>
          <a:p>
            <a:endParaRPr lang="en-US" altLang="en-US" sz="2000" dirty="0"/>
          </a:p>
        </p:txBody>
      </p:sp>
      <p:sp>
        <p:nvSpPr>
          <p:cNvPr id="3" name="Slide Number Placeholder 2">
            <a:extLst>
              <a:ext uri="{FF2B5EF4-FFF2-40B4-BE49-F238E27FC236}">
                <a16:creationId xmlns:a16="http://schemas.microsoft.com/office/drawing/2014/main" id="{AF81D20D-8F2D-4854-8922-8B74FE81CEB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88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5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05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05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BC91-B477-4D87-98FF-6BD62F1458B7}"/>
              </a:ext>
            </a:extLst>
          </p:cNvPr>
          <p:cNvSpPr>
            <a:spLocks noGrp="1"/>
          </p:cNvSpPr>
          <p:nvPr>
            <p:ph type="ctrTitle"/>
          </p:nvPr>
        </p:nvSpPr>
        <p:spPr>
          <a:xfrm>
            <a:off x="2691866" y="1806877"/>
            <a:ext cx="7088603" cy="2031055"/>
          </a:xfrm>
        </p:spPr>
        <p:txBody>
          <a:bodyPr>
            <a:normAutofit/>
          </a:bodyPr>
          <a:lstStyle/>
          <a:p>
            <a:r>
              <a:rPr lang="en-US" sz="5200" dirty="0">
                <a:solidFill>
                  <a:schemeClr val="tx2"/>
                </a:solidFill>
              </a:rPr>
              <a:t>Framing Effects  </a:t>
            </a:r>
            <a:endParaRPr lang="en-GB" sz="5200" dirty="0">
              <a:solidFill>
                <a:schemeClr val="tx2"/>
              </a:solidFill>
            </a:endParaRPr>
          </a:p>
        </p:txBody>
      </p:sp>
      <p:sp>
        <p:nvSpPr>
          <p:cNvPr id="4" name="Slide Number Placeholder 3">
            <a:extLst>
              <a:ext uri="{FF2B5EF4-FFF2-40B4-BE49-F238E27FC236}">
                <a16:creationId xmlns:a16="http://schemas.microsoft.com/office/drawing/2014/main" id="{414BD7E7-9410-4B78-B1F3-51222C9E01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A6B015-14EA-419E-84A1-EA07DEB3B2A0}"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0252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p:txBody>
          <a:bodyPr/>
          <a:lstStyle/>
          <a:p>
            <a:r>
              <a:rPr lang="en-US" altLang="en-US" dirty="0"/>
              <a:t>Reference Points</a:t>
            </a:r>
          </a:p>
        </p:txBody>
      </p:sp>
      <p:sp>
        <p:nvSpPr>
          <p:cNvPr id="33794" name="Rectangle 3"/>
          <p:cNvSpPr>
            <a:spLocks noGrp="1" noChangeArrowheads="1"/>
          </p:cNvSpPr>
          <p:nvPr>
            <p:ph idx="1"/>
          </p:nvPr>
        </p:nvSpPr>
        <p:spPr>
          <a:xfrm>
            <a:off x="838199" y="1456791"/>
            <a:ext cx="10410371" cy="4755473"/>
          </a:xfrm>
        </p:spPr>
        <p:txBody>
          <a:bodyPr>
            <a:normAutofit/>
          </a:bodyPr>
          <a:lstStyle/>
          <a:p>
            <a:pPr marL="0" indent="0">
              <a:buNone/>
            </a:pPr>
            <a:r>
              <a:rPr lang="en-US" altLang="en-US" sz="1800" b="1" dirty="0"/>
              <a:t>Which action would you choose in each of these scenarios?</a:t>
            </a:r>
          </a:p>
          <a:p>
            <a:pPr marL="0" indent="0">
              <a:buNone/>
            </a:pPr>
            <a:endParaRPr lang="en-US" altLang="en-US" sz="1800" b="1" dirty="0"/>
          </a:p>
          <a:p>
            <a:pPr marL="0" indent="0">
              <a:buNone/>
            </a:pPr>
            <a:r>
              <a:rPr lang="en-US" altLang="en-US" sz="1800" b="1" dirty="0"/>
              <a:t>Scenario A</a:t>
            </a:r>
            <a:endParaRPr lang="en-US" altLang="en-US" sz="1600" b="1" dirty="0"/>
          </a:p>
          <a:p>
            <a:pPr marL="0" indent="0" eaLnBrk="1" hangingPunct="1">
              <a:buNone/>
            </a:pPr>
            <a:r>
              <a:rPr lang="en-US" altLang="en-US" sz="1800" dirty="0"/>
              <a:t>600 lives are threatened.</a:t>
            </a:r>
          </a:p>
          <a:p>
            <a:r>
              <a:rPr lang="en-US" altLang="en-US" sz="1800" dirty="0"/>
              <a:t>Action (a) saves 200 lives.</a:t>
            </a:r>
          </a:p>
          <a:p>
            <a:r>
              <a:rPr lang="en-US" altLang="en-US" sz="1800" dirty="0"/>
              <a:t>Action (b) saves all 600 lives with probability 1/3 and saves nobody with probability 2/3. </a:t>
            </a:r>
          </a:p>
          <a:p>
            <a:endParaRPr lang="en-US" altLang="en-US" sz="1800" dirty="0"/>
          </a:p>
          <a:p>
            <a:pPr marL="0" indent="0">
              <a:buNone/>
            </a:pPr>
            <a:r>
              <a:rPr lang="en-US" altLang="en-US" sz="1800" b="1" dirty="0"/>
              <a:t>Scenario B</a:t>
            </a:r>
            <a:endParaRPr lang="en-US" altLang="en-US" sz="1600" b="1" dirty="0"/>
          </a:p>
          <a:p>
            <a:pPr marL="0" indent="0" eaLnBrk="1" hangingPunct="1">
              <a:buNone/>
            </a:pPr>
            <a:r>
              <a:rPr lang="en-US" altLang="en-US" sz="1800" dirty="0"/>
              <a:t>600 lives are threatened.</a:t>
            </a:r>
          </a:p>
          <a:p>
            <a:r>
              <a:rPr lang="en-US" altLang="en-US" sz="1800" dirty="0"/>
              <a:t>Action (c) causes 400 to die.</a:t>
            </a:r>
          </a:p>
          <a:p>
            <a:r>
              <a:rPr lang="en-US" altLang="en-US" sz="1800" dirty="0"/>
              <a:t>Action (d) causes 600 to die with probability 2/3 and causes nobody to die with probability 1/3. </a:t>
            </a:r>
          </a:p>
          <a:p>
            <a:endParaRPr lang="en-US" altLang="en-US" sz="1800" dirty="0"/>
          </a:p>
        </p:txBody>
      </p:sp>
      <p:sp>
        <p:nvSpPr>
          <p:cNvPr id="3" name="Slide Number Placeholder 2">
            <a:extLst>
              <a:ext uri="{FF2B5EF4-FFF2-40B4-BE49-F238E27FC236}">
                <a16:creationId xmlns:a16="http://schemas.microsoft.com/office/drawing/2014/main" id="{006D4DB6-F715-4A0F-B876-0A6DEF63D9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9791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79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4">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79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794">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794">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79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026"/>
          <p:cNvSpPr>
            <a:spLocks noGrp="1" noChangeArrowheads="1"/>
          </p:cNvSpPr>
          <p:nvPr>
            <p:ph type="title"/>
          </p:nvPr>
        </p:nvSpPr>
        <p:spPr/>
        <p:txBody>
          <a:bodyPr/>
          <a:lstStyle/>
          <a:p>
            <a:pPr eaLnBrk="1" hangingPunct="1"/>
            <a:r>
              <a:rPr lang="en-US" altLang="en-US" dirty="0"/>
              <a:t>Reference Points</a:t>
            </a:r>
          </a:p>
        </p:txBody>
      </p:sp>
      <p:sp>
        <p:nvSpPr>
          <p:cNvPr id="34818" name="Rectangle 1027"/>
          <p:cNvSpPr>
            <a:spLocks noGrp="1" noChangeArrowheads="1"/>
          </p:cNvSpPr>
          <p:nvPr>
            <p:ph idx="1"/>
          </p:nvPr>
        </p:nvSpPr>
        <p:spPr>
          <a:xfrm>
            <a:off x="838200" y="1456791"/>
            <a:ext cx="10439400" cy="4755473"/>
          </a:xfrm>
        </p:spPr>
        <p:txBody>
          <a:bodyPr>
            <a:normAutofit/>
          </a:bodyPr>
          <a:lstStyle/>
          <a:p>
            <a:r>
              <a:rPr lang="en-US" altLang="en-US" sz="2000" dirty="0"/>
              <a:t>These problems are </a:t>
            </a:r>
            <a:r>
              <a:rPr lang="en-US" altLang="en-US" sz="2000" b="1" dirty="0"/>
              <a:t>identical</a:t>
            </a:r>
            <a:r>
              <a:rPr lang="en-US" altLang="en-US" sz="2000" dirty="0"/>
              <a:t>, apart from how they are framed. </a:t>
            </a:r>
          </a:p>
          <a:p>
            <a:pPr lvl="1"/>
            <a:r>
              <a:rPr lang="en-US" altLang="en-US" sz="1800" dirty="0"/>
              <a:t>Scenario A: “</a:t>
            </a:r>
            <a:r>
              <a:rPr lang="en-US" altLang="en-US" sz="1800" b="1" dirty="0">
                <a:solidFill>
                  <a:srgbClr val="00B050"/>
                </a:solidFill>
              </a:rPr>
              <a:t>Gain Frame”</a:t>
            </a:r>
            <a:r>
              <a:rPr lang="en-US" altLang="en-US" sz="1800" dirty="0"/>
              <a:t>;  Scenario B: “</a:t>
            </a:r>
            <a:r>
              <a:rPr lang="en-US" altLang="en-US" sz="1800" b="1" dirty="0">
                <a:solidFill>
                  <a:srgbClr val="FF0000"/>
                </a:solidFill>
              </a:rPr>
              <a:t>Loss Frame”</a:t>
            </a:r>
          </a:p>
          <a:p>
            <a:endParaRPr lang="en-US" altLang="en-US" sz="2000" dirty="0"/>
          </a:p>
          <a:p>
            <a:r>
              <a:rPr lang="en-US" altLang="en-US" sz="2000" dirty="0"/>
              <a:t>The standard rational choice model predicts no differences: only the final payoff should matter. </a:t>
            </a:r>
            <a:br>
              <a:rPr lang="en-US" altLang="en-US" sz="2000" dirty="0"/>
            </a:br>
            <a:r>
              <a:rPr lang="en-US" altLang="en-US" sz="2000" b="1" dirty="0"/>
              <a:t>BUT, </a:t>
            </a:r>
            <a:r>
              <a:rPr lang="en-US" altLang="en-US" sz="1800" b="1" dirty="0"/>
              <a:t>People usually choose a) over b), but d) over c)</a:t>
            </a:r>
          </a:p>
          <a:p>
            <a:endParaRPr lang="en-US" altLang="en-US" sz="2000" dirty="0"/>
          </a:p>
          <a:p>
            <a:r>
              <a:rPr lang="en-US" altLang="en-US" sz="2000" dirty="0"/>
              <a:t>These results reflect how individuals seem to be:</a:t>
            </a:r>
          </a:p>
          <a:p>
            <a:pPr marL="800100" lvl="1" indent="-342900">
              <a:buFont typeface="+mj-lt"/>
              <a:buAutoNum type="arabicPeriod"/>
            </a:pPr>
            <a:r>
              <a:rPr lang="en-US" altLang="en-US" sz="1800" b="1" dirty="0">
                <a:solidFill>
                  <a:srgbClr val="0000FF"/>
                </a:solidFill>
              </a:rPr>
              <a:t>More sensitive to losses: </a:t>
            </a:r>
            <a:r>
              <a:rPr lang="en-US" altLang="en-US" sz="1800" b="1" dirty="0" err="1">
                <a:solidFill>
                  <a:srgbClr val="0000FF"/>
                </a:solidFill>
              </a:rPr>
              <a:t>i.e</a:t>
            </a:r>
            <a:r>
              <a:rPr lang="en-US" altLang="en-US" sz="1800" b="1" dirty="0">
                <a:solidFill>
                  <a:srgbClr val="0000FF"/>
                </a:solidFill>
              </a:rPr>
              <a:t> they are loss averse.</a:t>
            </a:r>
          </a:p>
          <a:p>
            <a:pPr marL="800100" lvl="1" indent="-342900">
              <a:buFont typeface="+mj-lt"/>
              <a:buAutoNum type="arabicPeriod"/>
            </a:pPr>
            <a:r>
              <a:rPr lang="en-US" altLang="en-US" sz="1800" b="1" dirty="0">
                <a:solidFill>
                  <a:srgbClr val="0000FF"/>
                </a:solidFill>
              </a:rPr>
              <a:t>Risk averse in gains but risk seeking in losses.</a:t>
            </a:r>
          </a:p>
          <a:p>
            <a:endParaRPr lang="en-US" altLang="en-US" sz="2000" dirty="0"/>
          </a:p>
          <a:p>
            <a:pPr marL="0" indent="0">
              <a:buNone/>
            </a:pPr>
            <a:r>
              <a:rPr lang="en-US" altLang="en-US" sz="1800" i="1" dirty="0"/>
              <a:t>Why? May not be useful nowadays, but such heuristics may have been beneficial in uncertain environments with potential large costs of mistakes.</a:t>
            </a:r>
          </a:p>
        </p:txBody>
      </p:sp>
      <p:sp>
        <p:nvSpPr>
          <p:cNvPr id="3" name="Slide Number Placeholder 2">
            <a:extLst>
              <a:ext uri="{FF2B5EF4-FFF2-40B4-BE49-F238E27FC236}">
                <a16:creationId xmlns:a16="http://schemas.microsoft.com/office/drawing/2014/main" id="{3652757E-9148-49AE-9248-5DB8B311EC6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147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1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18">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0F0EA12-07C2-06D7-0622-472C71B25681}"/>
              </a:ext>
            </a:extLst>
          </p:cNvPr>
          <p:cNvSpPr/>
          <p:nvPr/>
        </p:nvSpPr>
        <p:spPr>
          <a:xfrm>
            <a:off x="5766254" y="2654712"/>
            <a:ext cx="4865170" cy="1868334"/>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817" name="Rectangle 1026"/>
          <p:cNvSpPr>
            <a:spLocks noGrp="1" noChangeArrowheads="1"/>
          </p:cNvSpPr>
          <p:nvPr>
            <p:ph type="title"/>
          </p:nvPr>
        </p:nvSpPr>
        <p:spPr/>
        <p:txBody>
          <a:bodyPr/>
          <a:lstStyle/>
          <a:p>
            <a:pPr eaLnBrk="1" hangingPunct="1"/>
            <a:r>
              <a:rPr lang="en-US" altLang="en-US" dirty="0"/>
              <a:t>Accounting for reference points</a:t>
            </a:r>
          </a:p>
        </p:txBody>
      </p:sp>
      <p:sp>
        <p:nvSpPr>
          <p:cNvPr id="34818" name="Rectangle 1027"/>
          <p:cNvSpPr>
            <a:spLocks noGrp="1" noChangeArrowheads="1"/>
          </p:cNvSpPr>
          <p:nvPr>
            <p:ph idx="1"/>
          </p:nvPr>
        </p:nvSpPr>
        <p:spPr>
          <a:xfrm>
            <a:off x="838200" y="1456791"/>
            <a:ext cx="10439400" cy="4755473"/>
          </a:xfrm>
        </p:spPr>
        <p:txBody>
          <a:bodyPr>
            <a:normAutofit/>
          </a:bodyPr>
          <a:lstStyle/>
          <a:p>
            <a:r>
              <a:rPr lang="en-US" altLang="en-US" sz="2000" b="1" dirty="0"/>
              <a:t>Prospect theory </a:t>
            </a:r>
            <a:r>
              <a:rPr lang="en-US" altLang="en-US" sz="2000" dirty="0"/>
              <a:t>(Kahneman and Tversky, 1979) aims to deal with this by incorporating these into the utility function. </a:t>
            </a:r>
          </a:p>
          <a:p>
            <a:endParaRPr lang="en-US" altLang="en-US" sz="2000" dirty="0"/>
          </a:p>
        </p:txBody>
      </p:sp>
      <p:sp>
        <p:nvSpPr>
          <p:cNvPr id="3" name="Slide Number Placeholder 2">
            <a:extLst>
              <a:ext uri="{FF2B5EF4-FFF2-40B4-BE49-F238E27FC236}">
                <a16:creationId xmlns:a16="http://schemas.microsoft.com/office/drawing/2014/main" id="{3652757E-9148-49AE-9248-5DB8B311EC6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CE4B491F-B128-491A-ADEB-13D2E5557892}"/>
              </a:ext>
            </a:extLst>
          </p:cNvPr>
          <p:cNvGrpSpPr>
            <a:grpSpLocks/>
          </p:cNvGrpSpPr>
          <p:nvPr/>
        </p:nvGrpSpPr>
        <p:grpSpPr bwMode="auto">
          <a:xfrm>
            <a:off x="1864558" y="2512091"/>
            <a:ext cx="3357980" cy="3426418"/>
            <a:chOff x="1655" y="1117"/>
            <a:chExt cx="2614" cy="2554"/>
          </a:xfrm>
        </p:grpSpPr>
        <p:sp>
          <p:nvSpPr>
            <p:cNvPr id="6" name="Freeform 5">
              <a:extLst>
                <a:ext uri="{FF2B5EF4-FFF2-40B4-BE49-F238E27FC236}">
                  <a16:creationId xmlns:a16="http://schemas.microsoft.com/office/drawing/2014/main" id="{BBD7F5DE-BC2F-4508-BBE4-4A121BFCC9F6}"/>
                </a:ext>
              </a:extLst>
            </p:cNvPr>
            <p:cNvSpPr>
              <a:spLocks/>
            </p:cNvSpPr>
            <p:nvPr/>
          </p:nvSpPr>
          <p:spPr bwMode="auto">
            <a:xfrm>
              <a:off x="1746" y="2341"/>
              <a:ext cx="771" cy="1044"/>
            </a:xfrm>
            <a:custGeom>
              <a:avLst/>
              <a:gdLst>
                <a:gd name="T0" fmla="*/ 0 w 544"/>
                <a:gd name="T1" fmla="*/ 1044 h 953"/>
                <a:gd name="T2" fmla="*/ 322 w 544"/>
                <a:gd name="T3" fmla="*/ 944 h 953"/>
                <a:gd name="T4" fmla="*/ 642 w 544"/>
                <a:gd name="T5" fmla="*/ 696 h 953"/>
                <a:gd name="T6" fmla="*/ 771 w 544"/>
                <a:gd name="T7" fmla="*/ 0 h 953"/>
                <a:gd name="T8" fmla="*/ 0 60000 65536"/>
                <a:gd name="T9" fmla="*/ 0 60000 65536"/>
                <a:gd name="T10" fmla="*/ 0 60000 65536"/>
                <a:gd name="T11" fmla="*/ 0 60000 65536"/>
                <a:gd name="T12" fmla="*/ 0 w 544"/>
                <a:gd name="T13" fmla="*/ 0 h 953"/>
                <a:gd name="T14" fmla="*/ 544 w 544"/>
                <a:gd name="T15" fmla="*/ 953 h 953"/>
              </a:gdLst>
              <a:ahLst/>
              <a:cxnLst>
                <a:cxn ang="T8">
                  <a:pos x="T0" y="T1"/>
                </a:cxn>
                <a:cxn ang="T9">
                  <a:pos x="T2" y="T3"/>
                </a:cxn>
                <a:cxn ang="T10">
                  <a:pos x="T4" y="T5"/>
                </a:cxn>
                <a:cxn ang="T11">
                  <a:pos x="T6" y="T7"/>
                </a:cxn>
              </a:cxnLst>
              <a:rect l="T12" t="T13" r="T14" b="T15"/>
              <a:pathLst>
                <a:path w="544" h="953">
                  <a:moveTo>
                    <a:pt x="0" y="953"/>
                  </a:moveTo>
                  <a:cubicBezTo>
                    <a:pt x="75" y="934"/>
                    <a:pt x="151" y="915"/>
                    <a:pt x="227" y="862"/>
                  </a:cubicBezTo>
                  <a:cubicBezTo>
                    <a:pt x="303" y="809"/>
                    <a:pt x="400" y="779"/>
                    <a:pt x="453" y="635"/>
                  </a:cubicBezTo>
                  <a:cubicBezTo>
                    <a:pt x="506" y="491"/>
                    <a:pt x="529" y="106"/>
                    <a:pt x="544"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6">
              <a:extLst>
                <a:ext uri="{FF2B5EF4-FFF2-40B4-BE49-F238E27FC236}">
                  <a16:creationId xmlns:a16="http://schemas.microsoft.com/office/drawing/2014/main" id="{D7EDE8F4-90BF-4B0B-9C74-C1C7EA4D4DF0}"/>
                </a:ext>
              </a:extLst>
            </p:cNvPr>
            <p:cNvSpPr>
              <a:spLocks/>
            </p:cNvSpPr>
            <p:nvPr/>
          </p:nvSpPr>
          <p:spPr bwMode="auto">
            <a:xfrm>
              <a:off x="2517" y="1480"/>
              <a:ext cx="1316" cy="861"/>
            </a:xfrm>
            <a:custGeom>
              <a:avLst/>
              <a:gdLst>
                <a:gd name="T0" fmla="*/ 0 w 907"/>
                <a:gd name="T1" fmla="*/ 861 h 861"/>
                <a:gd name="T2" fmla="*/ 132 w 907"/>
                <a:gd name="T3" fmla="*/ 635 h 861"/>
                <a:gd name="T4" fmla="*/ 329 w 907"/>
                <a:gd name="T5" fmla="*/ 408 h 861"/>
                <a:gd name="T6" fmla="*/ 657 w 907"/>
                <a:gd name="T7" fmla="*/ 181 h 861"/>
                <a:gd name="T8" fmla="*/ 1053 w 907"/>
                <a:gd name="T9" fmla="*/ 45 h 861"/>
                <a:gd name="T10" fmla="*/ 1316 w 907"/>
                <a:gd name="T11" fmla="*/ 0 h 861"/>
                <a:gd name="T12" fmla="*/ 0 60000 65536"/>
                <a:gd name="T13" fmla="*/ 0 60000 65536"/>
                <a:gd name="T14" fmla="*/ 0 60000 65536"/>
                <a:gd name="T15" fmla="*/ 0 60000 65536"/>
                <a:gd name="T16" fmla="*/ 0 60000 65536"/>
                <a:gd name="T17" fmla="*/ 0 60000 65536"/>
                <a:gd name="T18" fmla="*/ 0 w 907"/>
                <a:gd name="T19" fmla="*/ 0 h 861"/>
                <a:gd name="T20" fmla="*/ 907 w 907"/>
                <a:gd name="T21" fmla="*/ 861 h 861"/>
              </a:gdLst>
              <a:ahLst/>
              <a:cxnLst>
                <a:cxn ang="T12">
                  <a:pos x="T0" y="T1"/>
                </a:cxn>
                <a:cxn ang="T13">
                  <a:pos x="T2" y="T3"/>
                </a:cxn>
                <a:cxn ang="T14">
                  <a:pos x="T4" y="T5"/>
                </a:cxn>
                <a:cxn ang="T15">
                  <a:pos x="T6" y="T7"/>
                </a:cxn>
                <a:cxn ang="T16">
                  <a:pos x="T8" y="T9"/>
                </a:cxn>
                <a:cxn ang="T17">
                  <a:pos x="T10" y="T11"/>
                </a:cxn>
              </a:cxnLst>
              <a:rect l="T18" t="T19" r="T20" b="T21"/>
              <a:pathLst>
                <a:path w="907" h="861">
                  <a:moveTo>
                    <a:pt x="0" y="861"/>
                  </a:moveTo>
                  <a:cubicBezTo>
                    <a:pt x="26" y="785"/>
                    <a:pt x="53" y="710"/>
                    <a:pt x="91" y="635"/>
                  </a:cubicBezTo>
                  <a:cubicBezTo>
                    <a:pt x="129" y="560"/>
                    <a:pt x="167" y="484"/>
                    <a:pt x="227" y="408"/>
                  </a:cubicBezTo>
                  <a:cubicBezTo>
                    <a:pt x="287" y="332"/>
                    <a:pt x="370" y="241"/>
                    <a:pt x="453" y="181"/>
                  </a:cubicBezTo>
                  <a:cubicBezTo>
                    <a:pt x="536" y="121"/>
                    <a:pt x="650" y="75"/>
                    <a:pt x="726" y="45"/>
                  </a:cubicBezTo>
                  <a:cubicBezTo>
                    <a:pt x="802" y="15"/>
                    <a:pt x="884" y="7"/>
                    <a:pt x="907"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Box 7">
              <a:extLst>
                <a:ext uri="{FF2B5EF4-FFF2-40B4-BE49-F238E27FC236}">
                  <a16:creationId xmlns:a16="http://schemas.microsoft.com/office/drawing/2014/main" id="{656CADBE-E88F-4C2D-8890-1870507E967A}"/>
                </a:ext>
              </a:extLst>
            </p:cNvPr>
            <p:cNvSpPr txBox="1">
              <a:spLocks noChangeArrowheads="1"/>
            </p:cNvSpPr>
            <p:nvPr/>
          </p:nvSpPr>
          <p:spPr bwMode="auto">
            <a:xfrm>
              <a:off x="3833" y="1298"/>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defRPr>
              </a:lvl1pPr>
              <a:lvl2pPr marL="742950" indent="-285750" eaLnBrk="0" hangingPunct="0">
                <a:defRPr baseline="-25000">
                  <a:solidFill>
                    <a:schemeClr val="tx1"/>
                  </a:solidFill>
                  <a:latin typeface="Arial" panose="020B0604020202020204" pitchFamily="34" charset="0"/>
                </a:defRPr>
              </a:lvl2pPr>
              <a:lvl3pPr marL="1143000" indent="-228600" eaLnBrk="0" hangingPunct="0">
                <a:defRPr baseline="-25000">
                  <a:solidFill>
                    <a:schemeClr val="tx1"/>
                  </a:solidFill>
                  <a:latin typeface="Arial" panose="020B0604020202020204" pitchFamily="34" charset="0"/>
                </a:defRPr>
              </a:lvl3pPr>
              <a:lvl4pPr marL="1600200" indent="-228600" eaLnBrk="0" hangingPunct="0">
                <a:defRPr baseline="-25000">
                  <a:solidFill>
                    <a:schemeClr val="tx1"/>
                  </a:solidFill>
                  <a:latin typeface="Arial" panose="020B0604020202020204" pitchFamily="34" charset="0"/>
                </a:defRPr>
              </a:lvl4pPr>
              <a:lvl5pPr marL="2057400" indent="-228600" eaLnBrk="0" hangingPunct="0">
                <a:defRPr baseline="-25000">
                  <a:solidFill>
                    <a:schemeClr val="tx1"/>
                  </a:solidFill>
                  <a:latin typeface="Arial" panose="020B0604020202020204" pitchFamily="34" charset="0"/>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v(y)</a:t>
              </a:r>
              <a:endPar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9" name="Text Box 8">
              <a:extLst>
                <a:ext uri="{FF2B5EF4-FFF2-40B4-BE49-F238E27FC236}">
                  <a16:creationId xmlns:a16="http://schemas.microsoft.com/office/drawing/2014/main" id="{E11237F1-C238-4C7F-A368-049D31A3725D}"/>
                </a:ext>
              </a:extLst>
            </p:cNvPr>
            <p:cNvSpPr txBox="1">
              <a:spLocks noChangeArrowheads="1"/>
            </p:cNvSpPr>
            <p:nvPr/>
          </p:nvSpPr>
          <p:spPr bwMode="auto">
            <a:xfrm>
              <a:off x="2832" y="2339"/>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defRPr>
              </a:lvl1pPr>
              <a:lvl2pPr marL="742950" indent="-285750" eaLnBrk="0" hangingPunct="0">
                <a:defRPr baseline="-25000">
                  <a:solidFill>
                    <a:schemeClr val="tx1"/>
                  </a:solidFill>
                  <a:latin typeface="Arial" panose="020B0604020202020204" pitchFamily="34" charset="0"/>
                </a:defRPr>
              </a:lvl2pPr>
              <a:lvl3pPr marL="1143000" indent="-228600" eaLnBrk="0" hangingPunct="0">
                <a:defRPr baseline="-25000">
                  <a:solidFill>
                    <a:schemeClr val="tx1"/>
                  </a:solidFill>
                  <a:latin typeface="Arial" panose="020B0604020202020204" pitchFamily="34" charset="0"/>
                </a:defRPr>
              </a:lvl3pPr>
              <a:lvl4pPr marL="1600200" indent="-228600" eaLnBrk="0" hangingPunct="0">
                <a:defRPr baseline="-25000">
                  <a:solidFill>
                    <a:schemeClr val="tx1"/>
                  </a:solidFill>
                  <a:latin typeface="Arial" panose="020B0604020202020204" pitchFamily="34" charset="0"/>
                </a:defRPr>
              </a:lvl4pPr>
              <a:lvl5pPr marL="2057400" indent="-228600" eaLnBrk="0" hangingPunct="0">
                <a:defRPr baseline="-25000">
                  <a:solidFill>
                    <a:schemeClr val="tx1"/>
                  </a:solidFill>
                  <a:latin typeface="Arial" panose="020B0604020202020204" pitchFamily="34" charset="0"/>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y&gt;y</a:t>
              </a:r>
              <a:r>
                <a:rPr kumimoji="0" lang="en-GB" altLang="en-US" sz="2400" b="0" i="0" u="none" strike="noStrike" kern="1200" cap="none" spc="0" normalizeH="0" baseline="-25000" noProof="0" dirty="0">
                  <a:ln>
                    <a:noFill/>
                  </a:ln>
                  <a:solidFill>
                    <a:prstClr val="black"/>
                  </a:solidFill>
                  <a:effectLst/>
                  <a:uLnTx/>
                  <a:uFillTx/>
                  <a:latin typeface="Times New Roman" panose="02020603050405020304" pitchFamily="18" charset="0"/>
                  <a:ea typeface="+mn-ea"/>
                  <a:cs typeface="+mn-cs"/>
                </a:rPr>
                <a:t>0</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10" name="Text Box 9">
              <a:extLst>
                <a:ext uri="{FF2B5EF4-FFF2-40B4-BE49-F238E27FC236}">
                  <a16:creationId xmlns:a16="http://schemas.microsoft.com/office/drawing/2014/main" id="{00670E20-C2E5-49C1-A6F3-F93FDB741926}"/>
                </a:ext>
              </a:extLst>
            </p:cNvPr>
            <p:cNvSpPr txBox="1">
              <a:spLocks noChangeArrowheads="1"/>
            </p:cNvSpPr>
            <p:nvPr/>
          </p:nvSpPr>
          <p:spPr bwMode="auto">
            <a:xfrm>
              <a:off x="1892" y="2343"/>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defRPr>
              </a:lvl1pPr>
              <a:lvl2pPr marL="742950" indent="-285750" eaLnBrk="0" hangingPunct="0">
                <a:defRPr baseline="-25000">
                  <a:solidFill>
                    <a:schemeClr val="tx1"/>
                  </a:solidFill>
                  <a:latin typeface="Arial" panose="020B0604020202020204" pitchFamily="34" charset="0"/>
                </a:defRPr>
              </a:lvl2pPr>
              <a:lvl3pPr marL="1143000" indent="-228600" eaLnBrk="0" hangingPunct="0">
                <a:defRPr baseline="-25000">
                  <a:solidFill>
                    <a:schemeClr val="tx1"/>
                  </a:solidFill>
                  <a:latin typeface="Arial" panose="020B0604020202020204" pitchFamily="34" charset="0"/>
                </a:defRPr>
              </a:lvl3pPr>
              <a:lvl4pPr marL="1600200" indent="-228600" eaLnBrk="0" hangingPunct="0">
                <a:defRPr baseline="-25000">
                  <a:solidFill>
                    <a:schemeClr val="tx1"/>
                  </a:solidFill>
                  <a:latin typeface="Arial" panose="020B0604020202020204" pitchFamily="34" charset="0"/>
                </a:defRPr>
              </a:lvl4pPr>
              <a:lvl5pPr marL="2057400" indent="-228600" eaLnBrk="0" hangingPunct="0">
                <a:defRPr baseline="-25000">
                  <a:solidFill>
                    <a:schemeClr val="tx1"/>
                  </a:solidFill>
                  <a:latin typeface="Arial" panose="020B0604020202020204" pitchFamily="34" charset="0"/>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y&lt;y</a:t>
              </a:r>
              <a:r>
                <a:rPr kumimoji="0" lang="en-GB" altLang="en-US" sz="2400" b="0" i="0" u="none" strike="noStrike" kern="1200" cap="none" spc="0" normalizeH="0" baseline="-25000" noProof="0" dirty="0">
                  <a:ln>
                    <a:noFill/>
                  </a:ln>
                  <a:solidFill>
                    <a:prstClr val="black"/>
                  </a:solidFill>
                  <a:effectLst/>
                  <a:uLnTx/>
                  <a:uFillTx/>
                  <a:latin typeface="Times New Roman" panose="02020603050405020304" pitchFamily="18" charset="0"/>
                  <a:ea typeface="+mn-ea"/>
                  <a:cs typeface="+mn-cs"/>
                </a:rPr>
                <a:t>0</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11" name="Line 10">
              <a:extLst>
                <a:ext uri="{FF2B5EF4-FFF2-40B4-BE49-F238E27FC236}">
                  <a16:creationId xmlns:a16="http://schemas.microsoft.com/office/drawing/2014/main" id="{F5A8D101-D111-4C7A-9246-5C7C2D165EBC}"/>
                </a:ext>
              </a:extLst>
            </p:cNvPr>
            <p:cNvSpPr>
              <a:spLocks noChangeShapeType="1"/>
            </p:cNvSpPr>
            <p:nvPr/>
          </p:nvSpPr>
          <p:spPr bwMode="auto">
            <a:xfrm>
              <a:off x="1655" y="2341"/>
              <a:ext cx="2332" cy="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Box 11">
              <a:extLst>
                <a:ext uri="{FF2B5EF4-FFF2-40B4-BE49-F238E27FC236}">
                  <a16:creationId xmlns:a16="http://schemas.microsoft.com/office/drawing/2014/main" id="{935A74C0-3CF7-495C-93BF-156D46695080}"/>
                </a:ext>
              </a:extLst>
            </p:cNvPr>
            <p:cNvSpPr txBox="1">
              <a:spLocks noChangeArrowheads="1"/>
            </p:cNvSpPr>
            <p:nvPr/>
          </p:nvSpPr>
          <p:spPr bwMode="auto">
            <a:xfrm>
              <a:off x="2426" y="1117"/>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defRPr>
              </a:lvl1pPr>
              <a:lvl2pPr marL="742950" indent="-285750" eaLnBrk="0" hangingPunct="0">
                <a:defRPr baseline="-25000">
                  <a:solidFill>
                    <a:schemeClr val="tx1"/>
                  </a:solidFill>
                  <a:latin typeface="Arial" panose="020B0604020202020204" pitchFamily="34" charset="0"/>
                </a:defRPr>
              </a:lvl2pPr>
              <a:lvl3pPr marL="1143000" indent="-228600" eaLnBrk="0" hangingPunct="0">
                <a:defRPr baseline="-25000">
                  <a:solidFill>
                    <a:schemeClr val="tx1"/>
                  </a:solidFill>
                  <a:latin typeface="Arial" panose="020B0604020202020204" pitchFamily="34" charset="0"/>
                </a:defRPr>
              </a:lvl3pPr>
              <a:lvl4pPr marL="1600200" indent="-228600" eaLnBrk="0" hangingPunct="0">
                <a:defRPr baseline="-25000">
                  <a:solidFill>
                    <a:schemeClr val="tx1"/>
                  </a:solidFill>
                  <a:latin typeface="Arial" panose="020B0604020202020204" pitchFamily="34" charset="0"/>
                </a:defRPr>
              </a:lvl4pPr>
              <a:lvl5pPr marL="2057400" indent="-228600" eaLnBrk="0" hangingPunct="0">
                <a:defRPr baseline="-25000">
                  <a:solidFill>
                    <a:schemeClr val="tx1"/>
                  </a:solidFill>
                  <a:latin typeface="Arial" panose="020B0604020202020204" pitchFamily="34" charset="0"/>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v</a:t>
              </a:r>
              <a:endPar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3" name="Line 12">
              <a:extLst>
                <a:ext uri="{FF2B5EF4-FFF2-40B4-BE49-F238E27FC236}">
                  <a16:creationId xmlns:a16="http://schemas.microsoft.com/office/drawing/2014/main" id="{CE9CE876-409F-4B22-AB43-939C1C36DAF0}"/>
                </a:ext>
              </a:extLst>
            </p:cNvPr>
            <p:cNvSpPr>
              <a:spLocks noChangeShapeType="1"/>
            </p:cNvSpPr>
            <p:nvPr/>
          </p:nvSpPr>
          <p:spPr bwMode="auto">
            <a:xfrm>
              <a:off x="2517" y="1344"/>
              <a:ext cx="0" cy="2131"/>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Box 13">
              <a:extLst>
                <a:ext uri="{FF2B5EF4-FFF2-40B4-BE49-F238E27FC236}">
                  <a16:creationId xmlns:a16="http://schemas.microsoft.com/office/drawing/2014/main" id="{581779A0-DF6A-46AE-92F1-B31B3C7CAFD6}"/>
                </a:ext>
              </a:extLst>
            </p:cNvPr>
            <p:cNvSpPr txBox="1">
              <a:spLocks noChangeArrowheads="1"/>
            </p:cNvSpPr>
            <p:nvPr/>
          </p:nvSpPr>
          <p:spPr bwMode="auto">
            <a:xfrm>
              <a:off x="2414" y="3459"/>
              <a:ext cx="1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aseline="-25000">
                  <a:solidFill>
                    <a:schemeClr val="tx1"/>
                  </a:solidFill>
                  <a:latin typeface="Arial" panose="020B0604020202020204" pitchFamily="34" charset="0"/>
                </a:defRPr>
              </a:lvl1pPr>
              <a:lvl2pPr marL="742950" indent="-285750" eaLnBrk="0" hangingPunct="0">
                <a:defRPr baseline="-25000">
                  <a:solidFill>
                    <a:schemeClr val="tx1"/>
                  </a:solidFill>
                  <a:latin typeface="Arial" panose="020B0604020202020204" pitchFamily="34" charset="0"/>
                </a:defRPr>
              </a:lvl2pPr>
              <a:lvl3pPr marL="1143000" indent="-228600" eaLnBrk="0" hangingPunct="0">
                <a:defRPr baseline="-25000">
                  <a:solidFill>
                    <a:schemeClr val="tx1"/>
                  </a:solidFill>
                  <a:latin typeface="Arial" panose="020B0604020202020204" pitchFamily="34" charset="0"/>
                </a:defRPr>
              </a:lvl3pPr>
              <a:lvl4pPr marL="1600200" indent="-228600" eaLnBrk="0" hangingPunct="0">
                <a:defRPr baseline="-25000">
                  <a:solidFill>
                    <a:schemeClr val="tx1"/>
                  </a:solidFill>
                  <a:latin typeface="Arial" panose="020B0604020202020204" pitchFamily="34" charset="0"/>
                </a:defRPr>
              </a:lvl4pPr>
              <a:lvl5pPr marL="2057400" indent="-228600" eaLnBrk="0" hangingPunct="0">
                <a:defRPr baseline="-25000">
                  <a:solidFill>
                    <a:schemeClr val="tx1"/>
                  </a:solidFill>
                  <a:latin typeface="Arial" panose="020B0604020202020204" pitchFamily="34" charset="0"/>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n-US" sz="2400" b="0" i="0" u="none" strike="noStrike" kern="1200" cap="none" spc="0" normalizeH="0" baseline="-25000" noProof="0">
                <a:ln>
                  <a:noFill/>
                </a:ln>
                <a:solidFill>
                  <a:prstClr val="black"/>
                </a:solidFill>
                <a:effectLst/>
                <a:uLnTx/>
                <a:uFillTx/>
                <a:latin typeface="Times New Roman" panose="02020603050405020304" pitchFamily="18" charset="0"/>
                <a:ea typeface="+mn-ea"/>
                <a:cs typeface="+mn-cs"/>
              </a:endParaRPr>
            </a:p>
          </p:txBody>
        </p:sp>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3DC8EC1-9EEC-4BE7-8AC2-3303C01E3E57}"/>
                  </a:ext>
                </a:extLst>
              </p:cNvPr>
              <p:cNvSpPr txBox="1"/>
              <p:nvPr/>
            </p:nvSpPr>
            <p:spPr>
              <a:xfrm>
                <a:off x="6132469" y="2704904"/>
                <a:ext cx="4070768" cy="154119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𝑣</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sub>
                          </m:sSub>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eqArr>
                            <m:eqArr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eqArr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𝑢</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sub>
                                  </m:sSub>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e>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&amp;−</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𝑘𝑢</m:t>
                              </m:r>
                              <m:d>
                                <m:d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d>
                                    <m:dPr>
                                      <m:begChr m:val="|"/>
                                      <m:endChr m:val="|"/>
                                      <m:ctrlPr>
                                        <a:rPr kumimoji="0" lang="en-SG"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sz="1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sub>
                                      </m:sSub>
                                    </m:e>
                                  </m:d>
                                </m:e>
                              </m:d>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r>
                                <a:rPr kumimoji="0" lang="en-SG"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𝑦</m:t>
                                  </m:r>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sub>
                              </m:sSub>
                            </m:e>
                          </m:eqArr>
                        </m:e>
                      </m:d>
                    </m:oMath>
                  </m:oMathPara>
                </a14:m>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m:t>
                    </m:r>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&gt;1</m:t>
                    </m:r>
                  </m:oMath>
                </a14:m>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14:m>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𝑢</m:t>
                    </m:r>
                  </m:oMath>
                </a14:m>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 is a concave function</a:t>
                </a:r>
              </a:p>
            </p:txBody>
          </p:sp>
        </mc:Choice>
        <mc:Fallback xmlns="">
          <p:sp>
            <p:nvSpPr>
              <p:cNvPr id="2" name="TextBox 1">
                <a:extLst>
                  <a:ext uri="{FF2B5EF4-FFF2-40B4-BE49-F238E27FC236}">
                    <a16:creationId xmlns:a16="http://schemas.microsoft.com/office/drawing/2014/main" id="{73DC8EC1-9EEC-4BE7-8AC2-3303C01E3E57}"/>
                  </a:ext>
                </a:extLst>
              </p:cNvPr>
              <p:cNvSpPr txBox="1">
                <a:spLocks noRot="1" noChangeAspect="1" noMove="1" noResize="1" noEditPoints="1" noAdjustHandles="1" noChangeArrowheads="1" noChangeShapeType="1" noTextEdit="1"/>
              </p:cNvSpPr>
              <p:nvPr/>
            </p:nvSpPr>
            <p:spPr>
              <a:xfrm>
                <a:off x="6132469" y="2704904"/>
                <a:ext cx="4070768" cy="1541191"/>
              </a:xfrm>
              <a:prstGeom prst="rect">
                <a:avLst/>
              </a:prstGeom>
              <a:blipFill>
                <a:blip r:embed="rId2"/>
                <a:stretch>
                  <a:fillRect b="-5534"/>
                </a:stretch>
              </a:blipFill>
            </p:spPr>
            <p:txBody>
              <a:bodyPr/>
              <a:lstStyle/>
              <a:p>
                <a:r>
                  <a:rPr lang="en-SG">
                    <a:noFill/>
                  </a:rPr>
                  <a:t> </a:t>
                </a:r>
              </a:p>
            </p:txBody>
          </p:sp>
        </mc:Fallback>
      </mc:AlternateContent>
      <p:sp>
        <p:nvSpPr>
          <p:cNvPr id="4" name="TextBox 3">
            <a:extLst>
              <a:ext uri="{FF2B5EF4-FFF2-40B4-BE49-F238E27FC236}">
                <a16:creationId xmlns:a16="http://schemas.microsoft.com/office/drawing/2014/main" id="{B8BDF202-B1AC-315A-9645-4239C5972EDA}"/>
              </a:ext>
            </a:extLst>
          </p:cNvPr>
          <p:cNvSpPr txBox="1"/>
          <p:nvPr/>
        </p:nvSpPr>
        <p:spPr>
          <a:xfrm>
            <a:off x="5680951" y="4675181"/>
            <a:ext cx="5713549" cy="1200329"/>
          </a:xfrm>
          <a:prstGeom prst="rect">
            <a:avLst/>
          </a:prstGeom>
          <a:noFill/>
        </p:spPr>
        <p:txBody>
          <a:bodyPr wrap="square" rtlCol="0">
            <a:spAutoFit/>
          </a:bodyPr>
          <a:lstStyle/>
          <a:p>
            <a:r>
              <a:rPr lang="en-SG" b="1" dirty="0"/>
              <a:t>Can also explain other things like the </a:t>
            </a:r>
            <a:r>
              <a:rPr lang="en-SG" b="1" dirty="0">
                <a:hlinkClick r:id="rId3"/>
              </a:rPr>
              <a:t>sunk cost fallacy</a:t>
            </a:r>
            <a:r>
              <a:rPr lang="en-SG" b="1" dirty="0"/>
              <a:t>...</a:t>
            </a:r>
          </a:p>
          <a:p>
            <a:endParaRPr lang="en-SG" b="1" dirty="0"/>
          </a:p>
          <a:p>
            <a:r>
              <a:rPr lang="en-SG" i="1" dirty="0"/>
              <a:t>However, also leads to other questions: </a:t>
            </a:r>
            <a:br>
              <a:rPr lang="en-SG" i="1" dirty="0"/>
            </a:br>
            <a:r>
              <a:rPr lang="en-SG" i="1" dirty="0"/>
              <a:t>What determines reference points?</a:t>
            </a:r>
          </a:p>
        </p:txBody>
      </p:sp>
    </p:spTree>
    <p:extLst>
      <p:ext uri="{BB962C8B-B14F-4D97-AF65-F5344CB8AC3E}">
        <p14:creationId xmlns:p14="http://schemas.microsoft.com/office/powerpoint/2010/main" val="3955885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BC91-B477-4D87-98FF-6BD62F1458B7}"/>
              </a:ext>
            </a:extLst>
          </p:cNvPr>
          <p:cNvSpPr>
            <a:spLocks noGrp="1"/>
          </p:cNvSpPr>
          <p:nvPr>
            <p:ph type="ctrTitle"/>
          </p:nvPr>
        </p:nvSpPr>
        <p:spPr>
          <a:xfrm>
            <a:off x="2765757" y="2028549"/>
            <a:ext cx="7088603" cy="2031055"/>
          </a:xfrm>
        </p:spPr>
        <p:txBody>
          <a:bodyPr>
            <a:normAutofit fontScale="90000"/>
          </a:bodyPr>
          <a:lstStyle/>
          <a:p>
            <a:r>
              <a:rPr lang="en-US" sz="5200" dirty="0"/>
              <a:t>Non-standard</a:t>
            </a:r>
            <a:br>
              <a:rPr lang="en-US" sz="5200" dirty="0"/>
            </a:br>
            <a:r>
              <a:rPr lang="en-US" sz="5200" dirty="0"/>
              <a:t>Decision making under uncertainty</a:t>
            </a:r>
            <a:endParaRPr lang="en-GB" sz="5200" dirty="0">
              <a:solidFill>
                <a:schemeClr val="tx2"/>
              </a:solidFill>
            </a:endParaRPr>
          </a:p>
        </p:txBody>
      </p:sp>
      <p:sp>
        <p:nvSpPr>
          <p:cNvPr id="4" name="Slide Number Placeholder 3">
            <a:extLst>
              <a:ext uri="{FF2B5EF4-FFF2-40B4-BE49-F238E27FC236}">
                <a16:creationId xmlns:a16="http://schemas.microsoft.com/office/drawing/2014/main" id="{414BD7E7-9410-4B78-B1F3-51222C9E01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A6B015-14EA-419E-84A1-EA07DEB3B2A0}"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9393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p:txBody>
          <a:bodyPr/>
          <a:lstStyle/>
          <a:p>
            <a:pPr eaLnBrk="1" hangingPunct="1"/>
            <a:r>
              <a:rPr lang="en-US" altLang="en-US" dirty="0"/>
              <a:t>Non-linear probability weights</a:t>
            </a:r>
          </a:p>
        </p:txBody>
      </p:sp>
      <p:sp>
        <p:nvSpPr>
          <p:cNvPr id="49154" name="Rectangle 3"/>
          <p:cNvSpPr>
            <a:spLocks noGrp="1" noChangeArrowheads="1"/>
          </p:cNvSpPr>
          <p:nvPr>
            <p:ph idx="1"/>
          </p:nvPr>
        </p:nvSpPr>
        <p:spPr>
          <a:xfrm>
            <a:off x="838200" y="1456791"/>
            <a:ext cx="10410371" cy="4755473"/>
          </a:xfrm>
        </p:spPr>
        <p:txBody>
          <a:bodyPr>
            <a:normAutofit/>
          </a:bodyPr>
          <a:lstStyle/>
          <a:p>
            <a:endParaRPr lang="en-US" altLang="en-US" sz="2000" dirty="0"/>
          </a:p>
          <a:p>
            <a:r>
              <a:rPr lang="en-US" altLang="en-US" sz="2000" dirty="0"/>
              <a:t>The rational model of expected utility theory assumes that probabilities are weighed evenly.</a:t>
            </a:r>
          </a:p>
          <a:p>
            <a:pPr lvl="1"/>
            <a:r>
              <a:rPr lang="en-US" altLang="en-US" sz="1800" dirty="0"/>
              <a:t>However, why do people gamble at casinos when they know that casinos make large profits because, on average, gamblers lose money?</a:t>
            </a:r>
          </a:p>
          <a:p>
            <a:pPr lvl="1"/>
            <a:r>
              <a:rPr lang="en-US" altLang="en-US" sz="1800" dirty="0"/>
              <a:t>Many people who buy a new appliance (for example, a refrigerator or a TV) also buy insurance against its failure in the early part of its life, even though the probability of a failure is very low and the expected value of the insurance is far less than its price.</a:t>
            </a:r>
          </a:p>
          <a:p>
            <a:pPr marL="0" indent="0">
              <a:buNone/>
            </a:pPr>
            <a:endParaRPr lang="en-US" altLang="en-US" sz="2000" dirty="0"/>
          </a:p>
          <a:p>
            <a:r>
              <a:rPr lang="en-US" altLang="en-US" sz="2000" dirty="0"/>
              <a:t>Evidence suggests that people assign larger weights to very low probability events which is inconsistent with the expected utility model of choice.</a:t>
            </a:r>
          </a:p>
          <a:p>
            <a:pPr marL="0" indent="0" eaLnBrk="1" hangingPunct="1">
              <a:buNone/>
            </a:pPr>
            <a:endParaRPr lang="en-US" altLang="en-US" sz="2000" dirty="0"/>
          </a:p>
        </p:txBody>
      </p:sp>
      <p:sp>
        <p:nvSpPr>
          <p:cNvPr id="3" name="Slide Number Placeholder 2">
            <a:extLst>
              <a:ext uri="{FF2B5EF4-FFF2-40B4-BE49-F238E27FC236}">
                <a16:creationId xmlns:a16="http://schemas.microsoft.com/office/drawing/2014/main" id="{D0F2A665-5D57-41E4-A203-4D461BA4047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3202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15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915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p:txBody>
          <a:bodyPr/>
          <a:lstStyle/>
          <a:p>
            <a:pPr eaLnBrk="1" hangingPunct="1"/>
            <a:r>
              <a:rPr lang="en-US" altLang="en-US" dirty="0"/>
              <a:t>Non-linear probability weights</a:t>
            </a:r>
          </a:p>
        </p:txBody>
      </p:sp>
      <p:sp>
        <p:nvSpPr>
          <p:cNvPr id="3" name="Slide Number Placeholder 2">
            <a:extLst>
              <a:ext uri="{FF2B5EF4-FFF2-40B4-BE49-F238E27FC236}">
                <a16:creationId xmlns:a16="http://schemas.microsoft.com/office/drawing/2014/main" id="{D0F2A665-5D57-41E4-A203-4D461BA4047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The fitted probability weighting function with the Prelec model. The... |  Download Scientific Diagram">
            <a:extLst>
              <a:ext uri="{FF2B5EF4-FFF2-40B4-BE49-F238E27FC236}">
                <a16:creationId xmlns:a16="http://schemas.microsoft.com/office/drawing/2014/main" id="{DCCA6B58-B643-AA4D-7D96-4C12AA4709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8440" y="3101708"/>
            <a:ext cx="3167146" cy="296444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7605240-29BE-BAC7-C572-07F1DF23119B}"/>
                  </a:ext>
                </a:extLst>
              </p:cNvPr>
              <p:cNvSpPr txBox="1"/>
              <p:nvPr/>
            </p:nvSpPr>
            <p:spPr>
              <a:xfrm>
                <a:off x="4525043" y="5516251"/>
                <a:ext cx="50415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SG"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oMath>
                  </m:oMathPara>
                </a14:m>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57605240-29BE-BAC7-C572-07F1DF23119B}"/>
                  </a:ext>
                </a:extLst>
              </p:cNvPr>
              <p:cNvSpPr txBox="1">
                <a:spLocks noRot="1" noChangeAspect="1" noMove="1" noResize="1" noEditPoints="1" noAdjustHandles="1" noChangeArrowheads="1" noChangeShapeType="1" noTextEdit="1"/>
              </p:cNvSpPr>
              <p:nvPr/>
            </p:nvSpPr>
            <p:spPr>
              <a:xfrm>
                <a:off x="4525043" y="5516251"/>
                <a:ext cx="504156" cy="369332"/>
              </a:xfrm>
              <a:prstGeom prst="rect">
                <a:avLst/>
              </a:prstGeom>
              <a:blipFill>
                <a:blip r:embed="rId3"/>
                <a:stretch>
                  <a:fillRect b="-6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F9C7B99-54AB-41EC-97D5-789C3866B98F}"/>
                  </a:ext>
                </a:extLst>
              </p:cNvPr>
              <p:cNvSpPr txBox="1"/>
              <p:nvPr/>
            </p:nvSpPr>
            <p:spPr>
              <a:xfrm>
                <a:off x="1637097" y="2732376"/>
                <a:ext cx="76897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SG"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𝜋</m:t>
                      </m:r>
                      <m:r>
                        <a:rPr kumimoji="0" lang="en-SG"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SG"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r>
                        <a:rPr kumimoji="0" lang="en-SG"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SG"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 name="TextBox 5">
                <a:extLst>
                  <a:ext uri="{FF2B5EF4-FFF2-40B4-BE49-F238E27FC236}">
                    <a16:creationId xmlns:a16="http://schemas.microsoft.com/office/drawing/2014/main" id="{7F9C7B99-54AB-41EC-97D5-789C3866B98F}"/>
                  </a:ext>
                </a:extLst>
              </p:cNvPr>
              <p:cNvSpPr txBox="1">
                <a:spLocks noRot="1" noChangeAspect="1" noMove="1" noResize="1" noEditPoints="1" noAdjustHandles="1" noChangeArrowheads="1" noChangeShapeType="1" noTextEdit="1"/>
              </p:cNvSpPr>
              <p:nvPr/>
            </p:nvSpPr>
            <p:spPr>
              <a:xfrm>
                <a:off x="1637097" y="2732376"/>
                <a:ext cx="768975" cy="369332"/>
              </a:xfrm>
              <a:prstGeom prst="rect">
                <a:avLst/>
              </a:prstGeom>
              <a:blipFill>
                <a:blip r:embed="rId4"/>
                <a:stretch>
                  <a:fillRect b="-13115"/>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F6E8FCC-37B2-6644-FB81-70E7336F0C1B}"/>
                  </a:ext>
                </a:extLst>
              </p:cNvPr>
              <p:cNvSpPr txBox="1"/>
              <p:nvPr/>
            </p:nvSpPr>
            <p:spPr>
              <a:xfrm>
                <a:off x="6132945" y="3359148"/>
                <a:ext cx="4701310" cy="1754326"/>
              </a:xfrm>
              <a:prstGeom prst="rect">
                <a:avLst/>
              </a:prstGeom>
              <a:noFill/>
            </p:spPr>
            <p:txBody>
              <a:bodyPr wrap="square">
                <a:spAutoFit/>
              </a:bodyPr>
              <a:lstStyle/>
              <a:p>
                <a:pPr lvl="1">
                  <a:defRPr/>
                </a:pPr>
                <a:r>
                  <a:rPr lang="en-US" altLang="en-US" dirty="0"/>
                  <a:t>Evidence suggests that people assign larger weights to very low probability events</a:t>
                </a:r>
              </a:p>
              <a:p>
                <a:pPr lvl="1">
                  <a:defRPr/>
                </a:pPr>
                <a:endParaRPr lang="en-US" altLang="en-US" dirty="0">
                  <a:solidFill>
                    <a:prstClr val="black"/>
                  </a:solidFill>
                  <a:latin typeface="Calibri" panose="020F0502020204030204"/>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altLang="en-US" b="0" i="0" u="none" strike="noStrike" kern="1200" cap="none" spc="0" normalizeH="0" baseline="0" noProof="0" dirty="0">
                    <a:ln>
                      <a:noFill/>
                    </a:ln>
                    <a:solidFill>
                      <a:prstClr val="black"/>
                    </a:solidFill>
                    <a:effectLst/>
                    <a:uLnTx/>
                    <a:uFillTx/>
                    <a:latin typeface="Calibri" panose="020F0502020204030204"/>
                    <a:ea typeface="+mn-ea"/>
                    <a:cs typeface="+mn-cs"/>
                  </a:rPr>
                  <a:t>In prospect theory: a probability weight function </a:t>
                </a:r>
                <a14:m>
                  <m:oMath xmlns:m="http://schemas.openxmlformats.org/officeDocument/2006/math">
                    <m:r>
                      <a:rPr kumimoji="0" lang="en-US"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𝜋</m:t>
                    </m:r>
                    <m:r>
                      <a:rPr kumimoji="0" lang="en-US"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r>
                      <a:rPr kumimoji="0" lang="en-US"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a14:m>
                <a:r>
                  <a:rPr kumimoji="0" lang="en-US" altLang="en-US" b="0" i="0" u="none" strike="noStrike" kern="1200" cap="none" spc="0" normalizeH="0" baseline="0" noProof="0" dirty="0">
                    <a:ln>
                      <a:noFill/>
                    </a:ln>
                    <a:solidFill>
                      <a:prstClr val="black"/>
                    </a:solidFill>
                    <a:effectLst/>
                    <a:uLnTx/>
                    <a:uFillTx/>
                    <a:latin typeface="Calibri" panose="020F0502020204030204"/>
                    <a:ea typeface="+mn-ea"/>
                    <a:cs typeface="+mn-cs"/>
                  </a:rPr>
                  <a:t> which transforms the probability weights: </a:t>
                </a:r>
                <a14:m>
                  <m:oMath xmlns:m="http://schemas.openxmlformats.org/officeDocument/2006/math">
                    <m:r>
                      <a:rPr kumimoji="0" lang="en-SG"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SG"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𝜋</m:t>
                    </m:r>
                    <m:r>
                      <a:rPr kumimoji="0" lang="en-SG"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SG"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SG"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e>
                      <m:sub>
                        <m:r>
                          <a:rPr kumimoji="0" lang="en-SG"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SG" altLang="en-US"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𝑣</m:t>
                    </m:r>
                    <m:d>
                      <m:dPr>
                        <m:ctrlP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sSub>
                          <m:sSubPr>
                            <m:ctrlPr>
                              <a:rPr kumimoji="0" lang="en-SG"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SG"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sub>
                        </m:sSub>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sSub>
                          <m:sSubPr>
                            <m:ctrlP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𝑦</m:t>
                            </m:r>
                          </m:e>
                          <m:sub>
                            <m:r>
                              <a:rPr kumimoji="0" lang="en-US"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sub>
                        </m:sSub>
                      </m:e>
                    </m:d>
                  </m:oMath>
                </a14:m>
                <a:r>
                  <a:rPr kumimoji="0" lang="en-US" altLang="en-US"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mc:Choice>
        <mc:Fallback xmlns="">
          <p:sp>
            <p:nvSpPr>
              <p:cNvPr id="8" name="TextBox 7">
                <a:extLst>
                  <a:ext uri="{FF2B5EF4-FFF2-40B4-BE49-F238E27FC236}">
                    <a16:creationId xmlns:a16="http://schemas.microsoft.com/office/drawing/2014/main" id="{AF6E8FCC-37B2-6644-FB81-70E7336F0C1B}"/>
                  </a:ext>
                </a:extLst>
              </p:cNvPr>
              <p:cNvSpPr txBox="1">
                <a:spLocks noRot="1" noChangeAspect="1" noMove="1" noResize="1" noEditPoints="1" noAdjustHandles="1" noChangeArrowheads="1" noChangeShapeType="1" noTextEdit="1"/>
              </p:cNvSpPr>
              <p:nvPr/>
            </p:nvSpPr>
            <p:spPr>
              <a:xfrm>
                <a:off x="6132945" y="3359148"/>
                <a:ext cx="4701310" cy="1754326"/>
              </a:xfrm>
              <a:prstGeom prst="rect">
                <a:avLst/>
              </a:prstGeom>
              <a:blipFill>
                <a:blip r:embed="rId5"/>
                <a:stretch>
                  <a:fillRect t="-1736" r="-1297" b="-4514"/>
                </a:stretch>
              </a:blipFill>
            </p:spPr>
            <p:txBody>
              <a:bodyPr/>
              <a:lstStyle/>
              <a:p>
                <a:r>
                  <a:rPr lang="en-SG">
                    <a:noFill/>
                  </a:rPr>
                  <a:t> </a:t>
                </a:r>
              </a:p>
            </p:txBody>
          </p:sp>
        </mc:Fallback>
      </mc:AlternateContent>
      <p:sp>
        <p:nvSpPr>
          <p:cNvPr id="2" name="TextBox 1">
            <a:extLst>
              <a:ext uri="{FF2B5EF4-FFF2-40B4-BE49-F238E27FC236}">
                <a16:creationId xmlns:a16="http://schemas.microsoft.com/office/drawing/2014/main" id="{18CA06CC-BA40-4BAD-0AF7-B3FC84847954}"/>
              </a:ext>
            </a:extLst>
          </p:cNvPr>
          <p:cNvSpPr txBox="1"/>
          <p:nvPr/>
        </p:nvSpPr>
        <p:spPr>
          <a:xfrm>
            <a:off x="664196" y="1474221"/>
            <a:ext cx="10675749" cy="954107"/>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SG" altLang="en-US" sz="2000" b="0" i="0" u="none" strike="noStrike" kern="1200" cap="none" spc="0" normalizeH="0" baseline="0" noProof="0" dirty="0">
                <a:ln>
                  <a:noFill/>
                </a:ln>
                <a:solidFill>
                  <a:prstClr val="black"/>
                </a:solidFill>
                <a:effectLst/>
                <a:uLnTx/>
                <a:uFillTx/>
                <a:latin typeface="Calibri" panose="020F0502020204030204"/>
                <a:ea typeface="+mn-ea"/>
                <a:cs typeface="+mn-cs"/>
              </a:rPr>
              <a:t>If people maximise expected utility, then hard to reconcile things like </a:t>
            </a:r>
          </a:p>
          <a:p>
            <a:pPr marL="914400" marR="0" lvl="1" indent="-457200" algn="l" defTabSz="914400" rtl="0" eaLnBrk="1" fontAlgn="auto" latinLnBrk="0" hangingPunct="1">
              <a:lnSpc>
                <a:spcPct val="100000"/>
              </a:lnSpc>
              <a:spcBef>
                <a:spcPts val="0"/>
              </a:spcBef>
              <a:spcAft>
                <a:spcPts val="0"/>
              </a:spcAft>
              <a:buClrTx/>
              <a:buSzTx/>
              <a:buFont typeface="+mj-lt"/>
              <a:buAutoNum type="arabicPeriod"/>
              <a:tabLst/>
              <a:defRPr/>
            </a:pPr>
            <a:r>
              <a:rPr lang="en-SG" altLang="en-US" dirty="0">
                <a:solidFill>
                  <a:prstClr val="black"/>
                </a:solidFill>
                <a:latin typeface="Calibri" panose="020F0502020204030204"/>
              </a:rPr>
              <a:t>G</a:t>
            </a:r>
            <a:r>
              <a:rPr kumimoji="0" lang="en-SG" altLang="en-US" b="0" i="0" u="none" strike="noStrike" kern="1200" cap="none" spc="0" normalizeH="0" baseline="0" noProof="0" dirty="0">
                <a:ln>
                  <a:noFill/>
                </a:ln>
                <a:solidFill>
                  <a:prstClr val="black"/>
                </a:solidFill>
                <a:effectLst/>
                <a:uLnTx/>
                <a:uFillTx/>
                <a:latin typeface="Calibri" panose="020F0502020204030204"/>
                <a:ea typeface="+mn-ea"/>
                <a:cs typeface="+mn-cs"/>
              </a:rPr>
              <a:t>ambling (high risk seeking) </a:t>
            </a:r>
          </a:p>
          <a:p>
            <a:pPr marL="914400" marR="0" lvl="1" indent="-457200" algn="l" defTabSz="914400" rtl="0" eaLnBrk="1" fontAlgn="auto" latinLnBrk="0" hangingPunct="1">
              <a:lnSpc>
                <a:spcPct val="100000"/>
              </a:lnSpc>
              <a:spcBef>
                <a:spcPts val="0"/>
              </a:spcBef>
              <a:spcAft>
                <a:spcPts val="0"/>
              </a:spcAft>
              <a:buClrTx/>
              <a:buSzTx/>
              <a:buFont typeface="+mj-lt"/>
              <a:buAutoNum type="arabicPeriod"/>
              <a:tabLst/>
              <a:defRPr/>
            </a:pPr>
            <a:r>
              <a:rPr kumimoji="0" lang="en-SG" altLang="en-US" b="0" i="0" u="none" strike="noStrike" kern="1200" cap="none" spc="0" normalizeH="0" baseline="0" noProof="0" dirty="0">
                <a:ln>
                  <a:noFill/>
                </a:ln>
                <a:solidFill>
                  <a:prstClr val="black"/>
                </a:solidFill>
                <a:effectLst/>
                <a:uLnTx/>
                <a:uFillTx/>
                <a:latin typeface="Calibri" panose="020F0502020204030204"/>
                <a:ea typeface="+mn-ea"/>
                <a:cs typeface="+mn-cs"/>
              </a:rPr>
              <a:t>Insurance for rare accidents like electronic appliance failure (high risk aversion).</a:t>
            </a:r>
            <a:endParaRPr kumimoji="0" lang="en-US" alt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0890A9F-E01E-CFD4-21C9-4486485E003C}"/>
              </a:ext>
            </a:extLst>
          </p:cNvPr>
          <p:cNvSpPr txBox="1"/>
          <p:nvPr/>
        </p:nvSpPr>
        <p:spPr>
          <a:xfrm>
            <a:off x="376026" y="5285418"/>
            <a:ext cx="1645558" cy="461665"/>
          </a:xfrm>
          <a:prstGeom prst="rect">
            <a:avLst/>
          </a:prstGeom>
          <a:noFill/>
        </p:spPr>
        <p:txBody>
          <a:bodyPr wrap="square" rtlCol="0">
            <a:spAutoFit/>
          </a:bodyPr>
          <a:lstStyle/>
          <a:p>
            <a:r>
              <a:rPr lang="en-SG" sz="1200" dirty="0"/>
              <a:t>Winning chance is low but overweighed</a:t>
            </a:r>
          </a:p>
        </p:txBody>
      </p:sp>
      <p:cxnSp>
        <p:nvCxnSpPr>
          <p:cNvPr id="9" name="Straight Arrow Connector 8">
            <a:extLst>
              <a:ext uri="{FF2B5EF4-FFF2-40B4-BE49-F238E27FC236}">
                <a16:creationId xmlns:a16="http://schemas.microsoft.com/office/drawing/2014/main" id="{87677515-966D-5A27-26E6-34819B0B2BB3}"/>
              </a:ext>
            </a:extLst>
          </p:cNvPr>
          <p:cNvCxnSpPr/>
          <p:nvPr/>
        </p:nvCxnSpPr>
        <p:spPr>
          <a:xfrm>
            <a:off x="2152073" y="5204691"/>
            <a:ext cx="0" cy="31156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24A356D-342E-BA41-5D64-6C04BB5971AC}"/>
              </a:ext>
            </a:extLst>
          </p:cNvPr>
          <p:cNvSpPr txBox="1"/>
          <p:nvPr/>
        </p:nvSpPr>
        <p:spPr>
          <a:xfrm>
            <a:off x="4487387" y="3244495"/>
            <a:ext cx="1645558" cy="461665"/>
          </a:xfrm>
          <a:prstGeom prst="rect">
            <a:avLst/>
          </a:prstGeom>
          <a:noFill/>
        </p:spPr>
        <p:txBody>
          <a:bodyPr wrap="square" rtlCol="0">
            <a:spAutoFit/>
          </a:bodyPr>
          <a:lstStyle/>
          <a:p>
            <a:r>
              <a:rPr lang="en-SG" sz="1200" dirty="0"/>
              <a:t>Failure chance is low but overweighed</a:t>
            </a:r>
          </a:p>
        </p:txBody>
      </p:sp>
      <p:cxnSp>
        <p:nvCxnSpPr>
          <p:cNvPr id="13" name="Straight Arrow Connector 12">
            <a:extLst>
              <a:ext uri="{FF2B5EF4-FFF2-40B4-BE49-F238E27FC236}">
                <a16:creationId xmlns:a16="http://schemas.microsoft.com/office/drawing/2014/main" id="{7014233C-0BEF-C3E5-AF27-A03235CE1C5C}"/>
              </a:ext>
            </a:extLst>
          </p:cNvPr>
          <p:cNvCxnSpPr/>
          <p:nvPr/>
        </p:nvCxnSpPr>
        <p:spPr>
          <a:xfrm>
            <a:off x="4322618" y="3311237"/>
            <a:ext cx="0" cy="31156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876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4"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E11048-BE96-7DF3-81ED-215AB0CBE759}"/>
              </a:ext>
            </a:extLst>
          </p:cNvPr>
          <p:cNvSpPr/>
          <p:nvPr/>
        </p:nvSpPr>
        <p:spPr>
          <a:xfrm>
            <a:off x="664026" y="4370815"/>
            <a:ext cx="10744202" cy="967803"/>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8129" name="Rectangle 2"/>
          <p:cNvSpPr>
            <a:spLocks noGrp="1" noChangeArrowheads="1"/>
          </p:cNvSpPr>
          <p:nvPr>
            <p:ph type="title"/>
          </p:nvPr>
        </p:nvSpPr>
        <p:spPr/>
        <p:txBody>
          <a:bodyPr/>
          <a:lstStyle/>
          <a:p>
            <a:pPr eaLnBrk="1" hangingPunct="1"/>
            <a:r>
              <a:rPr lang="en-US" altLang="en-US" dirty="0"/>
              <a:t>The Gambler’s Fallacy</a:t>
            </a:r>
          </a:p>
        </p:txBody>
      </p:sp>
      <p:sp>
        <p:nvSpPr>
          <p:cNvPr id="29699" name="Rectangle 3"/>
          <p:cNvSpPr>
            <a:spLocks noGrp="1" noChangeArrowheads="1"/>
          </p:cNvSpPr>
          <p:nvPr>
            <p:ph idx="1"/>
          </p:nvPr>
        </p:nvSpPr>
        <p:spPr>
          <a:xfrm>
            <a:off x="838199" y="1456791"/>
            <a:ext cx="10395857" cy="4755473"/>
          </a:xfrm>
        </p:spPr>
        <p:txBody>
          <a:bodyPr>
            <a:noAutofit/>
          </a:bodyPr>
          <a:lstStyle/>
          <a:p>
            <a:endParaRPr lang="en-US" altLang="en-US" sz="2000" dirty="0"/>
          </a:p>
          <a:p>
            <a:r>
              <a:rPr lang="en-US" altLang="en-US" sz="2000" dirty="0"/>
              <a:t>In statistics, the </a:t>
            </a:r>
            <a:r>
              <a:rPr lang="en-US" altLang="en-US" sz="2000" b="1" dirty="0"/>
              <a:t>law of large numbers </a:t>
            </a:r>
            <a:r>
              <a:rPr lang="en-US" altLang="en-US" sz="2000" dirty="0"/>
              <a:t>says that the mean of a large sample drawn randomly and independently from a population is likely to be very close to the mean of the population.</a:t>
            </a:r>
          </a:p>
          <a:p>
            <a:pPr marL="0" indent="0" eaLnBrk="1" hangingPunct="1">
              <a:buNone/>
            </a:pPr>
            <a:endParaRPr lang="en-US" altLang="en-US" sz="1800" dirty="0"/>
          </a:p>
          <a:p>
            <a:r>
              <a:rPr lang="en-US" altLang="en-US" sz="2000" dirty="0"/>
              <a:t>Kahneman and Tversky’s </a:t>
            </a:r>
            <a:r>
              <a:rPr lang="en-US" altLang="en-US" sz="2000" b="1" dirty="0"/>
              <a:t>law of small numbers </a:t>
            </a:r>
            <a:r>
              <a:rPr lang="en-US" altLang="en-US" sz="2000" dirty="0"/>
              <a:t>says that an individual’s choices are overly influenced by the outcomes in a small sample, especially if one “experiences” the sampling</a:t>
            </a:r>
          </a:p>
          <a:p>
            <a:pPr lvl="1"/>
            <a:r>
              <a:rPr lang="en-US" altLang="en-US" sz="1800" dirty="0"/>
              <a:t>When asking people to construct random sequences of coin flips, they are always too “balanced”.</a:t>
            </a:r>
          </a:p>
          <a:p>
            <a:pPr lvl="1"/>
            <a:r>
              <a:rPr lang="en-US" altLang="en-US" sz="1800" dirty="0"/>
              <a:t>When seeing black rolled more often on a roulette, more likely to believe that red will be rolled next.</a:t>
            </a:r>
          </a:p>
          <a:p>
            <a:pPr lvl="1"/>
            <a:endParaRPr lang="en-US" altLang="en-US" sz="1800" dirty="0"/>
          </a:p>
          <a:p>
            <a:r>
              <a:rPr lang="en-US" altLang="en-US" sz="2000" dirty="0"/>
              <a:t>The misconception that outcomes which have already appeared are less likely to occur in future for </a:t>
            </a:r>
            <a:r>
              <a:rPr lang="en-US" altLang="en-US" sz="2000" i="1" dirty="0"/>
              <a:t>independent events (and vice versa) </a:t>
            </a:r>
            <a:r>
              <a:rPr lang="en-US" altLang="en-US" sz="2000" dirty="0"/>
              <a:t>is called the </a:t>
            </a:r>
            <a:r>
              <a:rPr lang="en-US" altLang="en-US" sz="2000" b="1" dirty="0">
                <a:solidFill>
                  <a:srgbClr val="0000FF"/>
                </a:solidFill>
              </a:rPr>
              <a:t>Gambler’s Fallacy</a:t>
            </a:r>
            <a:r>
              <a:rPr lang="en-US" altLang="en-US" sz="2000" dirty="0"/>
              <a:t>.</a:t>
            </a:r>
          </a:p>
          <a:p>
            <a:pPr marL="0" indent="0" eaLnBrk="1" hangingPunct="1">
              <a:buNone/>
            </a:pPr>
            <a:endParaRPr lang="en-US" altLang="en-US" sz="1800" dirty="0"/>
          </a:p>
        </p:txBody>
      </p:sp>
      <p:sp>
        <p:nvSpPr>
          <p:cNvPr id="3" name="Slide Number Placeholder 2">
            <a:extLst>
              <a:ext uri="{FF2B5EF4-FFF2-40B4-BE49-F238E27FC236}">
                <a16:creationId xmlns:a16="http://schemas.microsoft.com/office/drawing/2014/main" id="{275BEE69-5065-45C6-BF3F-C240BE8DB23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531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7" end="7"/>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A929990-3E3F-9A7B-3E8A-1FF2E655FB30}"/>
              </a:ext>
            </a:extLst>
          </p:cNvPr>
          <p:cNvSpPr/>
          <p:nvPr/>
        </p:nvSpPr>
        <p:spPr>
          <a:xfrm>
            <a:off x="759690" y="2717506"/>
            <a:ext cx="10744202" cy="967803"/>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865" name="Rectangle 6"/>
          <p:cNvSpPr>
            <a:spLocks noGrp="1" noChangeArrowheads="1"/>
          </p:cNvSpPr>
          <p:nvPr>
            <p:ph type="title"/>
          </p:nvPr>
        </p:nvSpPr>
        <p:spPr/>
        <p:txBody>
          <a:bodyPr/>
          <a:lstStyle/>
          <a:p>
            <a:pPr eaLnBrk="1" hangingPunct="1"/>
            <a:r>
              <a:rPr lang="en-US" altLang="en-US" dirty="0"/>
              <a:t>The Hot Hand Fallacy</a:t>
            </a:r>
          </a:p>
        </p:txBody>
      </p:sp>
      <p:sp>
        <p:nvSpPr>
          <p:cNvPr id="4" name="Content Placeholder 3">
            <a:extLst>
              <a:ext uri="{FF2B5EF4-FFF2-40B4-BE49-F238E27FC236}">
                <a16:creationId xmlns:a16="http://schemas.microsoft.com/office/drawing/2014/main" id="{C0B4F7F3-0363-D549-8109-F73FE41D99E0}"/>
              </a:ext>
            </a:extLst>
          </p:cNvPr>
          <p:cNvSpPr>
            <a:spLocks noGrp="1"/>
          </p:cNvSpPr>
          <p:nvPr>
            <p:ph idx="1"/>
          </p:nvPr>
        </p:nvSpPr>
        <p:spPr>
          <a:xfrm>
            <a:off x="838199" y="1456791"/>
            <a:ext cx="10395858" cy="4755473"/>
          </a:xfrm>
        </p:spPr>
        <p:txBody>
          <a:bodyPr>
            <a:normAutofit/>
          </a:bodyPr>
          <a:lstStyle/>
          <a:p>
            <a:pPr algn="just"/>
            <a:endParaRPr lang="en-US" altLang="en-US" sz="2000" dirty="0"/>
          </a:p>
          <a:p>
            <a:pPr algn="just"/>
            <a:r>
              <a:rPr lang="en-US" altLang="en-US" sz="2000" dirty="0"/>
              <a:t>Consider a gambling game which bets on a coin flip</a:t>
            </a:r>
            <a:endParaRPr lang="en-US" altLang="ja-JP" sz="2000" dirty="0">
              <a:cs typeface="Tahoma" pitchFamily="34" charset="0"/>
            </a:endParaRPr>
          </a:p>
          <a:p>
            <a:pPr lvl="1" algn="just"/>
            <a:r>
              <a:rPr lang="en-US" altLang="ja-JP" sz="1800" dirty="0">
                <a:cs typeface="Tahoma" pitchFamily="34" charset="0"/>
              </a:rPr>
              <a:t>Often, a player who has just won is more likely to continue to bet than is a player who has just lost. </a:t>
            </a:r>
          </a:p>
          <a:p>
            <a:pPr lvl="1" algn="just"/>
            <a:endParaRPr lang="en-US" altLang="ja-JP" sz="1800" dirty="0">
              <a:cs typeface="Tahoma" pitchFamily="34" charset="0"/>
            </a:endParaRPr>
          </a:p>
          <a:p>
            <a:pPr algn="just"/>
            <a:r>
              <a:rPr lang="en-US" altLang="en-US" sz="2000" dirty="0"/>
              <a:t>The misconception that future events are likely to be similar to past events is called the </a:t>
            </a:r>
            <a:r>
              <a:rPr lang="en-US" altLang="en-US" sz="2000" b="1" dirty="0">
                <a:solidFill>
                  <a:srgbClr val="0000FF"/>
                </a:solidFill>
              </a:rPr>
              <a:t>Hot Hand Fallacy</a:t>
            </a:r>
            <a:r>
              <a:rPr lang="en-US" altLang="en-US" sz="2000" b="1" dirty="0"/>
              <a:t>.</a:t>
            </a:r>
          </a:p>
          <a:p>
            <a:pPr marL="457200" lvl="1" indent="0" algn="just">
              <a:buNone/>
            </a:pPr>
            <a:endParaRPr lang="en-US" altLang="ja-JP" sz="1800" dirty="0">
              <a:cs typeface="Tahoma" pitchFamily="34" charset="0"/>
            </a:endParaRPr>
          </a:p>
          <a:p>
            <a:pPr marL="457200" lvl="1" indent="0" algn="just">
              <a:buNone/>
            </a:pPr>
            <a:endParaRPr lang="en-US" altLang="ja-JP" sz="1800" dirty="0">
              <a:cs typeface="Tahoma" pitchFamily="34" charset="0"/>
            </a:endParaRPr>
          </a:p>
          <a:p>
            <a:pPr algn="just"/>
            <a:r>
              <a:rPr lang="en-US" altLang="ja-JP" sz="2000" dirty="0">
                <a:cs typeface="Tahoma" pitchFamily="34" charset="0"/>
              </a:rPr>
              <a:t>Notice that the Gambler’s fallacy instead predicts the opposite: a winner is less likely to continue.</a:t>
            </a:r>
          </a:p>
          <a:p>
            <a:pPr lvl="1" algn="just"/>
            <a:r>
              <a:rPr lang="en-US" altLang="ja-JP" sz="1800" dirty="0">
                <a:cs typeface="Tahoma" pitchFamily="34" charset="0"/>
              </a:rPr>
              <a:t>What explains these differences?</a:t>
            </a:r>
          </a:p>
          <a:p>
            <a:pPr marL="457200" lvl="1" indent="0" algn="just">
              <a:buNone/>
            </a:pPr>
            <a:r>
              <a:rPr lang="en-US" altLang="ja-JP" sz="1800" dirty="0">
                <a:cs typeface="Tahoma" pitchFamily="34" charset="0"/>
              </a:rPr>
              <a:t>Research suggests that the hot hand fallacy is more likely to occur when there is a focus on the outcome being a result of a (specific) individual doing the toss.</a:t>
            </a:r>
          </a:p>
          <a:p>
            <a:pPr lvl="1" algn="just"/>
            <a:endParaRPr lang="en-US" altLang="ja-JP" sz="1800" dirty="0">
              <a:cs typeface="Tahoma" pitchFamily="34" charset="0"/>
            </a:endParaRPr>
          </a:p>
          <a:p>
            <a:pPr lvl="1" algn="just"/>
            <a:endParaRPr lang="en-US" altLang="en-US" sz="2000" dirty="0">
              <a:cs typeface="Tahoma" pitchFamily="34" charset="0"/>
            </a:endParaRPr>
          </a:p>
          <a:p>
            <a:pPr lvl="1" algn="just"/>
            <a:endParaRPr lang="en-US" altLang="en-US" sz="2000" dirty="0">
              <a:cs typeface="Tahoma" pitchFamily="34" charset="0"/>
            </a:endParaRPr>
          </a:p>
          <a:p>
            <a:endParaRPr lang="en-US" altLang="en-US" sz="2000" dirty="0"/>
          </a:p>
          <a:p>
            <a:endParaRPr lang="en-US" sz="2000" dirty="0"/>
          </a:p>
        </p:txBody>
      </p:sp>
      <p:sp>
        <p:nvSpPr>
          <p:cNvPr id="3" name="Slide Number Placeholder 2">
            <a:extLst>
              <a:ext uri="{FF2B5EF4-FFF2-40B4-BE49-F238E27FC236}">
                <a16:creationId xmlns:a16="http://schemas.microsoft.com/office/drawing/2014/main" id="{5A317FE4-B862-4071-80E8-33CF23BAED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704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BC91-B477-4D87-98FF-6BD62F1458B7}"/>
              </a:ext>
            </a:extLst>
          </p:cNvPr>
          <p:cNvSpPr>
            <a:spLocks noGrp="1"/>
          </p:cNvSpPr>
          <p:nvPr>
            <p:ph type="ctrTitle"/>
          </p:nvPr>
        </p:nvSpPr>
        <p:spPr>
          <a:xfrm>
            <a:off x="2765757" y="2028549"/>
            <a:ext cx="7088603" cy="2031055"/>
          </a:xfrm>
        </p:spPr>
        <p:txBody>
          <a:bodyPr>
            <a:normAutofit fontScale="90000"/>
          </a:bodyPr>
          <a:lstStyle/>
          <a:p>
            <a:r>
              <a:rPr lang="en-US" sz="5200" dirty="0"/>
              <a:t>Non-Standard </a:t>
            </a:r>
            <a:br>
              <a:rPr lang="en-US" sz="5200" dirty="0"/>
            </a:br>
            <a:r>
              <a:rPr lang="en-US" sz="5200" dirty="0"/>
              <a:t>Intertemporal Preferences</a:t>
            </a:r>
            <a:endParaRPr lang="en-GB" sz="5200" dirty="0">
              <a:solidFill>
                <a:schemeClr val="tx2"/>
              </a:solidFill>
            </a:endParaRPr>
          </a:p>
        </p:txBody>
      </p:sp>
      <p:sp>
        <p:nvSpPr>
          <p:cNvPr id="4" name="Slide Number Placeholder 3">
            <a:extLst>
              <a:ext uri="{FF2B5EF4-FFF2-40B4-BE49-F238E27FC236}">
                <a16:creationId xmlns:a16="http://schemas.microsoft.com/office/drawing/2014/main" id="{414BD7E7-9410-4B78-B1F3-51222C9E01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A6B015-14EA-419E-84A1-EA07DEB3B2A0}"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45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2D4BAA-D1B7-E30E-B1B5-F939C88B4A64}"/>
              </a:ext>
            </a:extLst>
          </p:cNvPr>
          <p:cNvSpPr/>
          <p:nvPr/>
        </p:nvSpPr>
        <p:spPr>
          <a:xfrm>
            <a:off x="477979" y="3429000"/>
            <a:ext cx="10813475" cy="1898538"/>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3489" name="Rectangle 1026"/>
          <p:cNvSpPr>
            <a:spLocks noGrp="1" noChangeArrowheads="1"/>
          </p:cNvSpPr>
          <p:nvPr>
            <p:ph type="title"/>
          </p:nvPr>
        </p:nvSpPr>
        <p:spPr/>
        <p:txBody>
          <a:bodyPr/>
          <a:lstStyle/>
          <a:p>
            <a:pPr eaLnBrk="1" hangingPunct="1"/>
            <a:r>
              <a:rPr lang="en-US" altLang="en-US" dirty="0"/>
              <a:t>Time-Inconsistency</a:t>
            </a:r>
          </a:p>
        </p:txBody>
      </p:sp>
      <mc:AlternateContent xmlns:mc="http://schemas.openxmlformats.org/markup-compatibility/2006" xmlns:a14="http://schemas.microsoft.com/office/drawing/2010/main">
        <mc:Choice Requires="a14">
          <p:sp>
            <p:nvSpPr>
              <p:cNvPr id="63490" name="Rectangle 1027"/>
              <p:cNvSpPr>
                <a:spLocks noGrp="1" noChangeArrowheads="1"/>
              </p:cNvSpPr>
              <p:nvPr>
                <p:ph idx="1"/>
              </p:nvPr>
            </p:nvSpPr>
            <p:spPr>
              <a:xfrm>
                <a:off x="838200" y="1456791"/>
                <a:ext cx="10337800" cy="4755473"/>
              </a:xfrm>
            </p:spPr>
            <p:txBody>
              <a:bodyPr>
                <a:normAutofit/>
              </a:bodyPr>
              <a:lstStyle/>
              <a:p>
                <a:endParaRPr lang="en-US" altLang="en-US" sz="2000" dirty="0">
                  <a:sym typeface="Symbol" pitchFamily="18" charset="2"/>
                </a:endParaRPr>
              </a:p>
              <a:p>
                <a:r>
                  <a:rPr lang="en-US" altLang="en-US" sz="2000" dirty="0">
                    <a:sym typeface="Symbol" pitchFamily="18" charset="2"/>
                  </a:rPr>
                  <a:t>The rational choice model assumes that your preferences are known to you and do not alter over time. </a:t>
                </a:r>
                <a:r>
                  <a:rPr lang="en-US" altLang="en-US" sz="2000" b="1" dirty="0">
                    <a:sym typeface="Symbol" pitchFamily="18" charset="2"/>
                  </a:rPr>
                  <a:t>If so, then a decision you make today about future behavior should be a decision you do not change as time goes by</a:t>
                </a:r>
                <a:r>
                  <a:rPr lang="en-US" altLang="en-US" sz="2000" dirty="0">
                    <a:sym typeface="Symbol" pitchFamily="18" charset="2"/>
                  </a:rPr>
                  <a:t>.</a:t>
                </a:r>
              </a:p>
              <a:p>
                <a:pPr lvl="1"/>
                <a:r>
                  <a:rPr lang="en-US" altLang="en-US" sz="1800" dirty="0">
                    <a:sym typeface="Symbol" pitchFamily="18" charset="2"/>
                  </a:rPr>
                  <a:t>Decisions should be </a:t>
                </a:r>
                <a:r>
                  <a:rPr lang="en-US" altLang="en-US" sz="1800" b="1" dirty="0">
                    <a:solidFill>
                      <a:srgbClr val="0000FF"/>
                    </a:solidFill>
                    <a:sym typeface="Symbol" pitchFamily="18" charset="2"/>
                  </a:rPr>
                  <a:t>time-consistent</a:t>
                </a:r>
                <a:r>
                  <a:rPr lang="en-US" altLang="en-US" sz="1800" dirty="0">
                    <a:sym typeface="Symbol" pitchFamily="18" charset="2"/>
                  </a:rPr>
                  <a:t> if nothing unpredicted happens.</a:t>
                </a:r>
              </a:p>
              <a:p>
                <a:endParaRPr lang="en-US" altLang="en-US" sz="2000" dirty="0">
                  <a:sym typeface="Symbol" pitchFamily="18" charset="2"/>
                </a:endParaRPr>
              </a:p>
              <a:p>
                <a:r>
                  <a:rPr lang="en-US" altLang="en-US" sz="2000" dirty="0"/>
                  <a:t>This is captured by </a:t>
                </a:r>
                <a:r>
                  <a:rPr lang="en-US" altLang="ja-JP" sz="2000" b="1" dirty="0">
                    <a:solidFill>
                      <a:srgbClr val="0000FF"/>
                    </a:solidFill>
                    <a:sym typeface="Symbol" pitchFamily="18" charset="2"/>
                  </a:rPr>
                  <a:t>exponential discounting</a:t>
                </a:r>
                <a:r>
                  <a:rPr lang="en-US" altLang="ja-JP" sz="2000" b="1" dirty="0">
                    <a:sym typeface="Symbol" pitchFamily="18" charset="2"/>
                  </a:rPr>
                  <a:t> </a:t>
                </a:r>
                <a:r>
                  <a:rPr lang="en-US" altLang="ja-JP" sz="2000" dirty="0">
                    <a:sym typeface="Symbol" pitchFamily="18" charset="2"/>
                  </a:rPr>
                  <a:t>which is widely used in economics .</a:t>
                </a:r>
              </a:p>
              <a:p>
                <a:pPr lvl="1"/>
                <a:r>
                  <a:rPr lang="en-US" altLang="en-US" sz="1800" dirty="0"/>
                  <a:t>The time-discount factor </a:t>
                </a:r>
                <a14:m>
                  <m:oMath xmlns:m="http://schemas.openxmlformats.org/officeDocument/2006/math">
                    <m:r>
                      <a:rPr lang="en-SG" altLang="en-US" sz="1800" b="0" i="1" smtClean="0">
                        <a:latin typeface="Cambria Math" panose="02040503050406030204" pitchFamily="18" charset="0"/>
                      </a:rPr>
                      <m:t>𝛿</m:t>
                    </m:r>
                  </m:oMath>
                </a14:m>
                <a:r>
                  <a:rPr lang="en-US" altLang="en-US" sz="1800" dirty="0"/>
                  <a:t> between each period is constant.</a:t>
                </a:r>
              </a:p>
              <a:p>
                <a:pPr lvl="1"/>
                <a:endParaRPr lang="en-US" altLang="ja-JP" sz="2000" dirty="0">
                  <a:sym typeface="Symbol" pitchFamily="18" charset="2"/>
                </a:endParaRPr>
              </a:p>
              <a:p>
                <a:pPr marL="0" indent="0">
                  <a:buNone/>
                </a:pPr>
                <a14:m>
                  <m:oMathPara xmlns:m="http://schemas.openxmlformats.org/officeDocument/2006/math">
                    <m:oMathParaPr>
                      <m:jc m:val="centerGroup"/>
                    </m:oMathParaPr>
                    <m:oMath xmlns:m="http://schemas.openxmlformats.org/officeDocument/2006/math">
                      <m:r>
                        <a:rPr lang="en-SG" altLang="en-US" sz="2000" b="0" i="1" smtClean="0">
                          <a:latin typeface="Cambria Math" panose="02040503050406030204" pitchFamily="18" charset="0"/>
                        </a:rPr>
                        <m:t>𝑃𝑟𝑒𝑠𝑒𝑛𝑡</m:t>
                      </m:r>
                      <m:r>
                        <a:rPr lang="en-SG" altLang="en-US" sz="2000" b="0" i="1" smtClean="0">
                          <a:latin typeface="Cambria Math" panose="02040503050406030204" pitchFamily="18" charset="0"/>
                        </a:rPr>
                        <m:t> </m:t>
                      </m:r>
                      <m:r>
                        <a:rPr lang="en-SG" altLang="en-US" sz="2000" b="0" i="1" smtClean="0">
                          <a:latin typeface="Cambria Math" panose="02040503050406030204" pitchFamily="18" charset="0"/>
                        </a:rPr>
                        <m:t>𝑉𝑎𝑙𝑢𝑒</m:t>
                      </m:r>
                      <m:r>
                        <a:rPr lang="en-SG" altLang="en-US" sz="2000" b="0" i="1" smtClean="0">
                          <a:latin typeface="Cambria Math" panose="02040503050406030204" pitchFamily="18" charset="0"/>
                        </a:rPr>
                        <m:t> </m:t>
                      </m:r>
                      <m:r>
                        <a:rPr lang="en-SG" altLang="en-US" sz="2000" b="0" i="1" smtClean="0">
                          <a:latin typeface="Cambria Math" panose="02040503050406030204" pitchFamily="18" charset="0"/>
                        </a:rPr>
                        <m:t>𝑜𝑓</m:t>
                      </m:r>
                      <m:r>
                        <a:rPr lang="en-SG" altLang="en-US" sz="2000" b="0" i="1" smtClean="0">
                          <a:latin typeface="Cambria Math" panose="02040503050406030204" pitchFamily="18" charset="0"/>
                        </a:rPr>
                        <m:t> </m:t>
                      </m:r>
                      <m:r>
                        <a:rPr lang="en-SG" altLang="en-US" sz="2000" b="0" i="1" smtClean="0">
                          <a:latin typeface="Cambria Math" panose="02040503050406030204" pitchFamily="18" charset="0"/>
                        </a:rPr>
                        <m:t>𝑈𝑡𝑖𝑙𝑖𝑡𝑦</m:t>
                      </m:r>
                      <m:r>
                        <a:rPr lang="en-SG" altLang="en-US" sz="2000" b="0" i="1" smtClean="0">
                          <a:latin typeface="Cambria Math" panose="02040503050406030204" pitchFamily="18" charset="0"/>
                        </a:rPr>
                        <m:t>=</m:t>
                      </m:r>
                    </m:oMath>
                  </m:oMathPara>
                </a14:m>
                <a:endParaRPr lang="en-SG" altLang="en-US" sz="2000"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SG" altLang="en-US" sz="2000" b="0" i="1" smtClean="0">
                          <a:latin typeface="Cambria Math" panose="02040503050406030204" pitchFamily="18" charset="0"/>
                        </a:rPr>
                        <m:t>𝑢</m:t>
                      </m:r>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0</m:t>
                              </m:r>
                            </m:sub>
                          </m:sSub>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𝛿</m:t>
                      </m:r>
                      <m:r>
                        <a:rPr lang="en-SG" altLang="en-US" sz="2000" b="0" i="1" smtClean="0">
                          <a:latin typeface="Cambria Math" panose="02040503050406030204" pitchFamily="18" charset="0"/>
                        </a:rPr>
                        <m:t>𝑢</m:t>
                      </m:r>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1</m:t>
                              </m:r>
                            </m:sub>
                          </m:sSub>
                        </m:e>
                      </m:d>
                      <m:r>
                        <a:rPr lang="en-SG" altLang="en-US" sz="2000" b="0" i="1" smtClean="0">
                          <a:latin typeface="Cambria Math" panose="02040503050406030204" pitchFamily="18" charset="0"/>
                        </a:rPr>
                        <m:t>+</m:t>
                      </m:r>
                      <m:sSup>
                        <m:sSupPr>
                          <m:ctrlPr>
                            <a:rPr lang="en-SG" altLang="en-US" sz="2000" b="0" i="1" smtClean="0">
                              <a:latin typeface="Cambria Math" panose="02040503050406030204" pitchFamily="18" charset="0"/>
                            </a:rPr>
                          </m:ctrlPr>
                        </m:sSupPr>
                        <m:e>
                          <m:r>
                            <a:rPr lang="en-SG" altLang="en-US" sz="2000" b="0" i="1" smtClean="0">
                              <a:latin typeface="Cambria Math" panose="02040503050406030204" pitchFamily="18" charset="0"/>
                            </a:rPr>
                            <m:t>𝛿</m:t>
                          </m:r>
                        </m:e>
                        <m:sup>
                          <m:r>
                            <a:rPr lang="en-SG" altLang="en-US" sz="2000" b="0" i="1" smtClean="0">
                              <a:latin typeface="Cambria Math" panose="02040503050406030204" pitchFamily="18" charset="0"/>
                            </a:rPr>
                            <m:t>2</m:t>
                          </m:r>
                        </m:sup>
                      </m:sSup>
                      <m:r>
                        <a:rPr lang="en-SG" altLang="en-US" sz="2000" b="0" i="1" smtClean="0">
                          <a:latin typeface="Cambria Math" panose="02040503050406030204" pitchFamily="18" charset="0"/>
                        </a:rPr>
                        <m:t>𝑢</m:t>
                      </m:r>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2</m:t>
                              </m:r>
                            </m:sub>
                          </m:sSub>
                        </m:e>
                      </m:d>
                      <m:r>
                        <a:rPr lang="en-SG" altLang="en-US" sz="2000" b="0" i="1" smtClean="0">
                          <a:latin typeface="Cambria Math" panose="02040503050406030204" pitchFamily="18" charset="0"/>
                        </a:rPr>
                        <m:t>+…+</m:t>
                      </m:r>
                      <m:sSup>
                        <m:sSupPr>
                          <m:ctrlPr>
                            <a:rPr lang="en-SG" altLang="en-US" sz="2000" b="0" i="1" smtClean="0">
                              <a:latin typeface="Cambria Math" panose="02040503050406030204" pitchFamily="18" charset="0"/>
                            </a:rPr>
                          </m:ctrlPr>
                        </m:sSupPr>
                        <m:e>
                          <m:r>
                            <a:rPr lang="en-SG" altLang="en-US" sz="2000" b="0" i="1" smtClean="0">
                              <a:latin typeface="Cambria Math" panose="02040503050406030204" pitchFamily="18" charset="0"/>
                            </a:rPr>
                            <m:t>𝛿</m:t>
                          </m:r>
                        </m:e>
                        <m:sup>
                          <m:r>
                            <a:rPr lang="en-SG" altLang="en-US" sz="2000" b="0" i="1" smtClean="0">
                              <a:latin typeface="Cambria Math" panose="02040503050406030204" pitchFamily="18" charset="0"/>
                            </a:rPr>
                            <m:t>𝑇</m:t>
                          </m:r>
                          <m:r>
                            <a:rPr lang="en-SG" altLang="en-US" sz="2000" b="0" i="1" smtClean="0">
                              <a:latin typeface="Cambria Math" panose="02040503050406030204" pitchFamily="18" charset="0"/>
                            </a:rPr>
                            <m:t>−1</m:t>
                          </m:r>
                        </m:sup>
                      </m:sSup>
                      <m:r>
                        <a:rPr lang="en-SG" altLang="en-US" sz="2000" b="0" i="1" smtClean="0">
                          <a:latin typeface="Cambria Math" panose="02040503050406030204" pitchFamily="18" charset="0"/>
                        </a:rPr>
                        <m:t>𝑢</m:t>
                      </m:r>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𝑇</m:t>
                              </m:r>
                            </m:sub>
                          </m:sSub>
                        </m:e>
                      </m:d>
                      <m:r>
                        <a:rPr lang="en-SG" altLang="en-US" sz="2000" b="0" i="1" smtClean="0">
                          <a:latin typeface="Cambria Math" panose="02040503050406030204" pitchFamily="18" charset="0"/>
                        </a:rPr>
                        <m:t> </m:t>
                      </m:r>
                    </m:oMath>
                  </m:oMathPara>
                </a14:m>
                <a:endParaRPr lang="en-US" altLang="en-US" sz="2000" dirty="0"/>
              </a:p>
              <a:p>
                <a:endParaRPr lang="en-US" altLang="en-US" sz="2000" dirty="0">
                  <a:sym typeface="Symbol" pitchFamily="18" charset="2"/>
                </a:endParaRPr>
              </a:p>
              <a:p>
                <a:endParaRPr lang="en-US" altLang="en-US" sz="2000" dirty="0">
                  <a:sym typeface="Symbol" pitchFamily="18" charset="2"/>
                </a:endParaRPr>
              </a:p>
              <a:p>
                <a:pPr lvl="1"/>
                <a:endParaRPr lang="en-US" altLang="ja-JP" sz="2000" dirty="0">
                  <a:sym typeface="Symbol" pitchFamily="18" charset="2"/>
                </a:endParaRPr>
              </a:p>
              <a:p>
                <a:endParaRPr lang="en-US" altLang="en-US" sz="2000" dirty="0">
                  <a:sym typeface="Symbol" pitchFamily="18" charset="2"/>
                </a:endParaRPr>
              </a:p>
            </p:txBody>
          </p:sp>
        </mc:Choice>
        <mc:Fallback xmlns="">
          <p:sp>
            <p:nvSpPr>
              <p:cNvPr id="63490" name="Rectangle 1027"/>
              <p:cNvSpPr>
                <a:spLocks noGrp="1" noRot="1" noChangeAspect="1" noMove="1" noResize="1" noEditPoints="1" noAdjustHandles="1" noChangeArrowheads="1" noChangeShapeType="1" noTextEdit="1"/>
              </p:cNvSpPr>
              <p:nvPr>
                <p:ph idx="1"/>
              </p:nvPr>
            </p:nvSpPr>
            <p:spPr>
              <a:xfrm>
                <a:off x="838200" y="1456791"/>
                <a:ext cx="10337800" cy="4755473"/>
              </a:xfrm>
              <a:blipFill>
                <a:blip r:embed="rId2"/>
                <a:stretch>
                  <a:fillRect l="-531"/>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B76E9675-E36A-49D1-9B8C-D8B4F3FFAD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B0A5ABE-2B3B-E77A-32A6-2D809EFD4B8F}"/>
              </a:ext>
            </a:extLst>
          </p:cNvPr>
          <p:cNvSpPr txBox="1"/>
          <p:nvPr/>
        </p:nvSpPr>
        <p:spPr>
          <a:xfrm>
            <a:off x="3108086" y="5650078"/>
            <a:ext cx="1274569" cy="523220"/>
          </a:xfrm>
          <a:prstGeom prst="rect">
            <a:avLst/>
          </a:prstGeom>
          <a:noFill/>
        </p:spPr>
        <p:txBody>
          <a:bodyPr wrap="square" rtlCol="0">
            <a:spAutoFit/>
          </a:bodyPr>
          <a:lstStyle/>
          <a:p>
            <a:r>
              <a:rPr lang="en-SG" sz="1400" dirty="0"/>
              <a:t>Payoff in current period</a:t>
            </a:r>
          </a:p>
        </p:txBody>
      </p:sp>
      <p:cxnSp>
        <p:nvCxnSpPr>
          <p:cNvPr id="6" name="Straight Arrow Connector 5">
            <a:extLst>
              <a:ext uri="{FF2B5EF4-FFF2-40B4-BE49-F238E27FC236}">
                <a16:creationId xmlns:a16="http://schemas.microsoft.com/office/drawing/2014/main" id="{D685AEA9-193A-5970-560A-ABE4AD1E1041}"/>
              </a:ext>
            </a:extLst>
          </p:cNvPr>
          <p:cNvCxnSpPr/>
          <p:nvPr/>
        </p:nvCxnSpPr>
        <p:spPr>
          <a:xfrm flipV="1">
            <a:off x="3814618" y="5121564"/>
            <a:ext cx="110837" cy="551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3445490-F5DE-2D0E-117A-D20D6EEB75BD}"/>
              </a:ext>
            </a:extLst>
          </p:cNvPr>
          <p:cNvSpPr txBox="1"/>
          <p:nvPr/>
        </p:nvSpPr>
        <p:spPr>
          <a:xfrm>
            <a:off x="4631987" y="5646498"/>
            <a:ext cx="1235313" cy="523220"/>
          </a:xfrm>
          <a:prstGeom prst="rect">
            <a:avLst/>
          </a:prstGeom>
          <a:noFill/>
        </p:spPr>
        <p:txBody>
          <a:bodyPr wrap="square" rtlCol="0">
            <a:spAutoFit/>
          </a:bodyPr>
          <a:lstStyle/>
          <a:p>
            <a:r>
              <a:rPr lang="en-SG" sz="1400" dirty="0"/>
              <a:t>Payoff in 1 period’s time</a:t>
            </a:r>
          </a:p>
        </p:txBody>
      </p:sp>
      <p:cxnSp>
        <p:nvCxnSpPr>
          <p:cNvPr id="8" name="Straight Arrow Connector 7">
            <a:extLst>
              <a:ext uri="{FF2B5EF4-FFF2-40B4-BE49-F238E27FC236}">
                <a16:creationId xmlns:a16="http://schemas.microsoft.com/office/drawing/2014/main" id="{05838509-671F-4366-F245-EB6736787751}"/>
              </a:ext>
            </a:extLst>
          </p:cNvPr>
          <p:cNvCxnSpPr>
            <a:cxnSpLocks/>
          </p:cNvCxnSpPr>
          <p:nvPr/>
        </p:nvCxnSpPr>
        <p:spPr>
          <a:xfrm flipH="1" flipV="1">
            <a:off x="4927600" y="5121564"/>
            <a:ext cx="106168" cy="551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0ABF76C-DC91-2151-2AD6-78F798C8EA53}"/>
              </a:ext>
            </a:extLst>
          </p:cNvPr>
          <p:cNvSpPr txBox="1"/>
          <p:nvPr/>
        </p:nvSpPr>
        <p:spPr>
          <a:xfrm>
            <a:off x="6035913" y="5646498"/>
            <a:ext cx="1235313" cy="523220"/>
          </a:xfrm>
          <a:prstGeom prst="rect">
            <a:avLst/>
          </a:prstGeom>
          <a:noFill/>
        </p:spPr>
        <p:txBody>
          <a:bodyPr wrap="square" rtlCol="0">
            <a:spAutoFit/>
          </a:bodyPr>
          <a:lstStyle/>
          <a:p>
            <a:r>
              <a:rPr lang="en-SG" sz="1400" dirty="0"/>
              <a:t>Payoff in 2 period’s time</a:t>
            </a:r>
          </a:p>
        </p:txBody>
      </p:sp>
      <p:cxnSp>
        <p:nvCxnSpPr>
          <p:cNvPr id="11" name="Straight Arrow Connector 10">
            <a:extLst>
              <a:ext uri="{FF2B5EF4-FFF2-40B4-BE49-F238E27FC236}">
                <a16:creationId xmlns:a16="http://schemas.microsoft.com/office/drawing/2014/main" id="{B6BC6ACD-0539-5B6D-F655-E0C819590D5C}"/>
              </a:ext>
            </a:extLst>
          </p:cNvPr>
          <p:cNvCxnSpPr>
            <a:cxnSpLocks/>
          </p:cNvCxnSpPr>
          <p:nvPr/>
        </p:nvCxnSpPr>
        <p:spPr>
          <a:xfrm flipH="1" flipV="1">
            <a:off x="6175790" y="5098475"/>
            <a:ext cx="106168" cy="5511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763CB39-DC66-7E65-9225-8295E66515BE}"/>
              </a:ext>
            </a:extLst>
          </p:cNvPr>
          <p:cNvSpPr txBox="1"/>
          <p:nvPr/>
        </p:nvSpPr>
        <p:spPr>
          <a:xfrm>
            <a:off x="7988299" y="5754219"/>
            <a:ext cx="1235313" cy="307777"/>
          </a:xfrm>
          <a:prstGeom prst="rect">
            <a:avLst/>
          </a:prstGeom>
          <a:noFill/>
        </p:spPr>
        <p:txBody>
          <a:bodyPr wrap="square" rtlCol="0">
            <a:spAutoFit/>
          </a:bodyPr>
          <a:lstStyle/>
          <a:p>
            <a:r>
              <a:rPr lang="en-SG" sz="1400" dirty="0"/>
              <a:t>….</a:t>
            </a:r>
          </a:p>
        </p:txBody>
      </p:sp>
    </p:spTree>
    <p:extLst>
      <p:ext uri="{BB962C8B-B14F-4D97-AF65-F5344CB8AC3E}">
        <p14:creationId xmlns:p14="http://schemas.microsoft.com/office/powerpoint/2010/main" val="427144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0">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490">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490">
                                            <p:txEl>
                                              <p:pRg st="8" end="8"/>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7" grpId="0"/>
      <p:bldP spid="10"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p:txBody>
          <a:bodyPr/>
          <a:lstStyle/>
          <a:p>
            <a:r>
              <a:rPr lang="en-US" altLang="en-US" dirty="0"/>
              <a:t>Time-Inconsistency</a:t>
            </a:r>
          </a:p>
        </p:txBody>
      </p:sp>
      <p:sp>
        <p:nvSpPr>
          <p:cNvPr id="55298" name="Rectangle 3"/>
          <p:cNvSpPr>
            <a:spLocks noGrp="1" noChangeArrowheads="1"/>
          </p:cNvSpPr>
          <p:nvPr>
            <p:ph idx="1"/>
          </p:nvPr>
        </p:nvSpPr>
        <p:spPr>
          <a:xfrm>
            <a:off x="838199" y="1456791"/>
            <a:ext cx="10381343" cy="4612116"/>
          </a:xfrm>
        </p:spPr>
        <p:txBody>
          <a:bodyPr>
            <a:noAutofit/>
          </a:bodyPr>
          <a:lstStyle/>
          <a:p>
            <a:endParaRPr lang="en-US" altLang="en-US" sz="2000" dirty="0">
              <a:sym typeface="Symbol" pitchFamily="18" charset="2"/>
            </a:endParaRPr>
          </a:p>
          <a:p>
            <a:r>
              <a:rPr lang="en-US" altLang="en-US" sz="2000" dirty="0">
                <a:sym typeface="Symbol" pitchFamily="18" charset="2"/>
              </a:rPr>
              <a:t>However, we often notice violations of this:</a:t>
            </a:r>
          </a:p>
          <a:p>
            <a:endParaRPr lang="en-US" altLang="en-US" sz="2000" dirty="0">
              <a:sym typeface="Symbol" pitchFamily="18" charset="2"/>
            </a:endParaRPr>
          </a:p>
          <a:p>
            <a:pPr lvl="1"/>
            <a:r>
              <a:rPr lang="en-US" altLang="en-US" sz="1800" dirty="0">
                <a:sym typeface="Symbol" pitchFamily="18" charset="2"/>
              </a:rPr>
              <a:t>Today, you are sure you will finish your homework tomorrow. </a:t>
            </a:r>
            <a:br>
              <a:rPr lang="en-US" altLang="en-US" sz="1800" dirty="0">
                <a:sym typeface="Symbol" pitchFamily="18" charset="2"/>
              </a:rPr>
            </a:br>
            <a:r>
              <a:rPr lang="en-US" altLang="en-US" sz="1800" dirty="0">
                <a:sym typeface="Symbol" pitchFamily="18" charset="2"/>
              </a:rPr>
              <a:t>But tomorrow, you postpone doing your homework again.</a:t>
            </a:r>
          </a:p>
          <a:p>
            <a:pPr marL="457200" lvl="1" indent="0">
              <a:buNone/>
            </a:pPr>
            <a:endParaRPr lang="en-US" altLang="en-US" sz="1800" dirty="0">
              <a:sym typeface="Symbol" pitchFamily="18" charset="2"/>
            </a:endParaRPr>
          </a:p>
          <a:p>
            <a:pPr lvl="1"/>
            <a:r>
              <a:rPr lang="en-US" altLang="en-US" sz="1800" dirty="0">
                <a:sym typeface="Symbol" pitchFamily="18" charset="2"/>
              </a:rPr>
              <a:t>Your sincere New Year</a:t>
            </a:r>
            <a:r>
              <a:rPr lang="ja-JP" altLang="en-US" sz="1800" dirty="0">
                <a:sym typeface="Symbol" pitchFamily="18" charset="2"/>
              </a:rPr>
              <a:t>’</a:t>
            </a:r>
            <a:r>
              <a:rPr lang="en-US" altLang="ja-JP" sz="1800" dirty="0">
                <a:sym typeface="Symbol" pitchFamily="18" charset="2"/>
              </a:rPr>
              <a:t>s resolution is to exercise regularly, but you don</a:t>
            </a:r>
            <a:r>
              <a:rPr lang="ja-JP" altLang="en-US" sz="1800" dirty="0">
                <a:sym typeface="Symbol" pitchFamily="18" charset="2"/>
              </a:rPr>
              <a:t>’</a:t>
            </a:r>
            <a:r>
              <a:rPr lang="en-US" altLang="ja-JP" sz="1800" dirty="0">
                <a:sym typeface="Symbol" pitchFamily="18" charset="2"/>
              </a:rPr>
              <a:t>t.</a:t>
            </a:r>
          </a:p>
          <a:p>
            <a:pPr marL="457200" lvl="1" indent="0">
              <a:buNone/>
            </a:pPr>
            <a:endParaRPr lang="en-US" altLang="ja-JP" sz="1800" dirty="0">
              <a:sym typeface="Symbol" pitchFamily="18" charset="2"/>
            </a:endParaRPr>
          </a:p>
          <a:p>
            <a:pPr lvl="1"/>
            <a:r>
              <a:rPr lang="en-US" altLang="ja-JP" sz="1800" dirty="0">
                <a:sym typeface="Symbol" pitchFamily="18" charset="2"/>
              </a:rPr>
              <a:t>In experiments:</a:t>
            </a:r>
          </a:p>
          <a:p>
            <a:pPr lvl="2"/>
            <a:r>
              <a:rPr lang="en-US" altLang="en-US" sz="1800" dirty="0">
                <a:sym typeface="Symbol" pitchFamily="18" charset="2"/>
              </a:rPr>
              <a:t>Prefer $10 today rather than $12 tomorrow BUT</a:t>
            </a:r>
          </a:p>
          <a:p>
            <a:pPr lvl="2"/>
            <a:r>
              <a:rPr lang="en-US" altLang="en-US" sz="1800" dirty="0">
                <a:sym typeface="Symbol" pitchFamily="18" charset="2"/>
              </a:rPr>
              <a:t>Prefer $12 in 31 days to $10 in 30 days</a:t>
            </a:r>
          </a:p>
          <a:p>
            <a:pPr marL="0" indent="0">
              <a:buNone/>
            </a:pPr>
            <a:endParaRPr lang="en-US" altLang="ja-JP" sz="2000" dirty="0">
              <a:sym typeface="Symbol" pitchFamily="18" charset="2"/>
            </a:endParaRPr>
          </a:p>
          <a:p>
            <a:pPr marL="0" indent="0">
              <a:buNone/>
            </a:pPr>
            <a:endParaRPr lang="en-US" altLang="ja-JP" sz="2000" dirty="0">
              <a:sym typeface="Symbol" pitchFamily="18" charset="2"/>
            </a:endParaRPr>
          </a:p>
          <a:p>
            <a:endParaRPr lang="en-US" altLang="ja-JP" sz="2000" dirty="0">
              <a:sym typeface="Symbol" pitchFamily="18" charset="2"/>
            </a:endParaRPr>
          </a:p>
        </p:txBody>
      </p:sp>
      <p:sp>
        <p:nvSpPr>
          <p:cNvPr id="3" name="Slide Number Placeholder 2">
            <a:extLst>
              <a:ext uri="{FF2B5EF4-FFF2-40B4-BE49-F238E27FC236}">
                <a16:creationId xmlns:a16="http://schemas.microsoft.com/office/drawing/2014/main" id="{953FE0AB-5D60-47BA-8FD5-4ABAD927974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0593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D43862C-64C5-F073-EB13-ED394D6797BE}"/>
              </a:ext>
            </a:extLst>
          </p:cNvPr>
          <p:cNvSpPr/>
          <p:nvPr/>
        </p:nvSpPr>
        <p:spPr>
          <a:xfrm>
            <a:off x="589805" y="3151909"/>
            <a:ext cx="10813475" cy="1898538"/>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5297" name="Rectangle 2"/>
          <p:cNvSpPr>
            <a:spLocks noGrp="1" noChangeArrowheads="1"/>
          </p:cNvSpPr>
          <p:nvPr>
            <p:ph type="title"/>
          </p:nvPr>
        </p:nvSpPr>
        <p:spPr/>
        <p:txBody>
          <a:bodyPr/>
          <a:lstStyle/>
          <a:p>
            <a:r>
              <a:rPr lang="en-US" altLang="en-US" dirty="0"/>
              <a:t>Time-Inconsistency</a:t>
            </a:r>
          </a:p>
        </p:txBody>
      </p:sp>
      <mc:AlternateContent xmlns:mc="http://schemas.openxmlformats.org/markup-compatibility/2006" xmlns:a14="http://schemas.microsoft.com/office/drawing/2010/main">
        <mc:Choice Requires="a14">
          <p:sp>
            <p:nvSpPr>
              <p:cNvPr id="55298" name="Rectangle 3"/>
              <p:cNvSpPr>
                <a:spLocks noGrp="1" noChangeArrowheads="1"/>
              </p:cNvSpPr>
              <p:nvPr>
                <p:ph idx="1"/>
              </p:nvPr>
            </p:nvSpPr>
            <p:spPr>
              <a:xfrm>
                <a:off x="838199" y="1456791"/>
                <a:ext cx="10381343" cy="4612116"/>
              </a:xfrm>
            </p:spPr>
            <p:txBody>
              <a:bodyPr>
                <a:noAutofit/>
              </a:bodyPr>
              <a:lstStyle/>
              <a:p>
                <a:pPr marL="457200" lvl="1" indent="0">
                  <a:buNone/>
                </a:pPr>
                <a:endParaRPr lang="en-US" altLang="ja-JP" sz="2000" dirty="0">
                  <a:sym typeface="Symbol" pitchFamily="18" charset="2"/>
                </a:endParaRPr>
              </a:p>
              <a:p>
                <a:r>
                  <a:rPr lang="en-US" altLang="ja-JP" sz="2000" dirty="0">
                    <a:sym typeface="Symbol" pitchFamily="18" charset="2"/>
                  </a:rPr>
                  <a:t>We say that people often display time-inconsistency, in particular a </a:t>
                </a:r>
                <a:r>
                  <a:rPr lang="en-US" altLang="ja-JP" sz="2000" b="1" dirty="0">
                    <a:solidFill>
                      <a:srgbClr val="0000FF"/>
                    </a:solidFill>
                    <a:sym typeface="Symbol" pitchFamily="18" charset="2"/>
                  </a:rPr>
                  <a:t>present bias</a:t>
                </a:r>
              </a:p>
              <a:p>
                <a:pPr lvl="1"/>
                <a:r>
                  <a:rPr lang="en-US" altLang="ja-JP" sz="1800" dirty="0">
                    <a:sym typeface="Symbol" pitchFamily="18" charset="2"/>
                  </a:rPr>
                  <a:t>They are more patient when making long term decisions than when making current decisions.</a:t>
                </a:r>
              </a:p>
              <a:p>
                <a:pPr lvl="1"/>
                <a:r>
                  <a:rPr lang="en-US" altLang="en-US" sz="1800" dirty="0">
                    <a:sym typeface="Symbol" pitchFamily="18" charset="2"/>
                  </a:rPr>
                  <a:t>In </a:t>
                </a:r>
                <a:r>
                  <a:rPr lang="en-US" altLang="en-US" sz="1800" dirty="0" err="1">
                    <a:sym typeface="Symbol" pitchFamily="18" charset="2"/>
                  </a:rPr>
                  <a:t>behavioural</a:t>
                </a:r>
                <a:r>
                  <a:rPr lang="en-US" altLang="en-US" sz="1800" dirty="0">
                    <a:sym typeface="Symbol" pitchFamily="18" charset="2"/>
                  </a:rPr>
                  <a:t> economics, this is often modelled using </a:t>
                </a:r>
                <a:r>
                  <a:rPr lang="en-US" altLang="en-US" sz="1800" b="1" dirty="0">
                    <a:sym typeface="Symbol" pitchFamily="18" charset="2"/>
                  </a:rPr>
                  <a:t>hyperbolic discounting</a:t>
                </a:r>
                <a:endParaRPr lang="en-US" altLang="ja-JP" sz="1800" dirty="0">
                  <a:sym typeface="Symbol" pitchFamily="18" charset="2"/>
                </a:endParaRPr>
              </a:p>
              <a:p>
                <a:pPr lvl="1"/>
                <a:endParaRPr lang="en-US" altLang="ja-JP" sz="2000" dirty="0">
                  <a:sym typeface="Symbol" pitchFamily="18" charset="2"/>
                </a:endParaRPr>
              </a:p>
              <a:p>
                <a:r>
                  <a:rPr lang="en-US" altLang="en-US" sz="1800" dirty="0">
                    <a:sym typeface="Symbol" pitchFamily="18" charset="2"/>
                  </a:rPr>
                  <a:t>A simplified version is the </a:t>
                </a:r>
                <a:r>
                  <a:rPr lang="en-US" altLang="en-US" sz="1800" b="1" dirty="0">
                    <a:solidFill>
                      <a:srgbClr val="0000FF"/>
                    </a:solidFill>
                    <a:sym typeface="Symbol" pitchFamily="18" charset="2"/>
                  </a:rPr>
                  <a:t>quasi-hyperbolic discounting model</a:t>
                </a:r>
                <a:r>
                  <a:rPr lang="en-US" altLang="en-US" sz="1800" dirty="0">
                    <a:sym typeface="Symbol" pitchFamily="18" charset="2"/>
                  </a:rPr>
                  <a:t>.</a:t>
                </a:r>
              </a:p>
              <a:p>
                <a:pPr lvl="1"/>
                <a:r>
                  <a:rPr lang="en-US" altLang="en-US" sz="1600" dirty="0">
                    <a:sym typeface="Symbol" pitchFamily="18" charset="2"/>
                  </a:rPr>
                  <a:t>Discount factor is </a:t>
                </a:r>
                <a14:m>
                  <m:oMath xmlns:m="http://schemas.openxmlformats.org/officeDocument/2006/math">
                    <m:r>
                      <a:rPr lang="en-SG" altLang="en-US" sz="1600" b="0" i="1" smtClean="0">
                        <a:latin typeface="Cambria Math" panose="02040503050406030204" pitchFamily="18" charset="0"/>
                        <a:sym typeface="Symbol" pitchFamily="18" charset="2"/>
                      </a:rPr>
                      <m:t>𝛽𝛿</m:t>
                    </m:r>
                  </m:oMath>
                </a14:m>
                <a:r>
                  <a:rPr lang="en-US" altLang="en-US" sz="1600" dirty="0">
                    <a:sym typeface="Symbol" pitchFamily="18" charset="2"/>
                  </a:rPr>
                  <a:t> between today and tomorrow, and </a:t>
                </a:r>
                <a14:m>
                  <m:oMath xmlns:m="http://schemas.openxmlformats.org/officeDocument/2006/math">
                    <m:r>
                      <a:rPr lang="en-SG" altLang="en-US" sz="1600" b="0" i="1" smtClean="0">
                        <a:latin typeface="Cambria Math" panose="02040503050406030204" pitchFamily="18" charset="0"/>
                        <a:sym typeface="Symbol" pitchFamily="18" charset="2"/>
                      </a:rPr>
                      <m:t>𝛿</m:t>
                    </m:r>
                  </m:oMath>
                </a14:m>
                <a:r>
                  <a:rPr lang="en-US" altLang="en-US" sz="1600" dirty="0">
                    <a:sym typeface="Symbol" pitchFamily="18" charset="2"/>
                  </a:rPr>
                  <a:t> between any two consecutive future periods.</a:t>
                </a:r>
              </a:p>
              <a:p>
                <a:endParaRPr lang="en-US" altLang="en-US" sz="1800" dirty="0">
                  <a:sym typeface="Symbol" pitchFamily="18" charset="2"/>
                </a:endParaRPr>
              </a:p>
              <a:p>
                <a:pPr marL="0" indent="0">
                  <a:buNone/>
                </a:pPr>
                <a14:m>
                  <m:oMathPara xmlns:m="http://schemas.openxmlformats.org/officeDocument/2006/math">
                    <m:oMathParaPr>
                      <m:jc m:val="centerGroup"/>
                    </m:oMathParaPr>
                    <m:oMath xmlns:m="http://schemas.openxmlformats.org/officeDocument/2006/math">
                      <m:r>
                        <a:rPr lang="en-SG" altLang="en-US" sz="1800" i="1">
                          <a:latin typeface="Cambria Math" panose="02040503050406030204" pitchFamily="18" charset="0"/>
                        </a:rPr>
                        <m:t>𝑃𝑟𝑒𝑠𝑒𝑛𝑡</m:t>
                      </m:r>
                      <m:r>
                        <a:rPr lang="en-SG" altLang="en-US" sz="1800" i="1">
                          <a:latin typeface="Cambria Math" panose="02040503050406030204" pitchFamily="18" charset="0"/>
                        </a:rPr>
                        <m:t> </m:t>
                      </m:r>
                      <m:r>
                        <a:rPr lang="en-SG" altLang="en-US" sz="1800" i="1">
                          <a:latin typeface="Cambria Math" panose="02040503050406030204" pitchFamily="18" charset="0"/>
                        </a:rPr>
                        <m:t>𝑉𝑎𝑙𝑢𝑒</m:t>
                      </m:r>
                      <m:r>
                        <a:rPr lang="en-SG" altLang="en-US" sz="1800" i="1">
                          <a:latin typeface="Cambria Math" panose="02040503050406030204" pitchFamily="18" charset="0"/>
                        </a:rPr>
                        <m:t> </m:t>
                      </m:r>
                      <m:r>
                        <a:rPr lang="en-SG" altLang="en-US" sz="1800" i="1">
                          <a:latin typeface="Cambria Math" panose="02040503050406030204" pitchFamily="18" charset="0"/>
                        </a:rPr>
                        <m:t>𝑜𝑓</m:t>
                      </m:r>
                      <m:r>
                        <a:rPr lang="en-SG" altLang="en-US" sz="1800" i="1">
                          <a:latin typeface="Cambria Math" panose="02040503050406030204" pitchFamily="18" charset="0"/>
                        </a:rPr>
                        <m:t> </m:t>
                      </m:r>
                      <m:r>
                        <a:rPr lang="en-SG" altLang="en-US" sz="1800" i="1">
                          <a:latin typeface="Cambria Math" panose="02040503050406030204" pitchFamily="18" charset="0"/>
                        </a:rPr>
                        <m:t>𝑈𝑡𝑖𝑙𝑖𝑡𝑦</m:t>
                      </m:r>
                      <m:r>
                        <a:rPr lang="en-SG" altLang="en-US" sz="1800" i="1">
                          <a:latin typeface="Cambria Math" panose="02040503050406030204" pitchFamily="18" charset="0"/>
                        </a:rPr>
                        <m:t>=</m:t>
                      </m:r>
                    </m:oMath>
                  </m:oMathPara>
                </a14:m>
                <a:endParaRPr lang="en-SG" altLang="en-US" sz="18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SG" altLang="en-US" sz="1800" i="1">
                          <a:latin typeface="Cambria Math" panose="02040503050406030204" pitchFamily="18" charset="0"/>
                        </a:rPr>
                        <m:t>𝑢</m:t>
                      </m:r>
                      <m:d>
                        <m:dPr>
                          <m:ctrlPr>
                            <a:rPr lang="en-SG" altLang="en-US" sz="1800" i="1">
                              <a:latin typeface="Cambria Math" panose="02040503050406030204" pitchFamily="18" charset="0"/>
                            </a:rPr>
                          </m:ctrlPr>
                        </m:dPr>
                        <m:e>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𝑥</m:t>
                              </m:r>
                            </m:e>
                            <m:sub>
                              <m:r>
                                <a:rPr lang="en-SG" altLang="en-US" sz="1800" i="1">
                                  <a:latin typeface="Cambria Math" panose="02040503050406030204" pitchFamily="18" charset="0"/>
                                </a:rPr>
                                <m:t>0</m:t>
                              </m:r>
                            </m:sub>
                          </m:sSub>
                        </m:e>
                      </m:d>
                      <m:r>
                        <a:rPr lang="en-SG" altLang="en-US" sz="1800" i="1">
                          <a:latin typeface="Cambria Math" panose="02040503050406030204" pitchFamily="18" charset="0"/>
                        </a:rPr>
                        <m:t>+</m:t>
                      </m:r>
                      <m:r>
                        <a:rPr lang="en-SG" altLang="en-US" sz="1800" b="1" i="1" smtClean="0">
                          <a:latin typeface="Cambria Math" panose="02040503050406030204" pitchFamily="18" charset="0"/>
                        </a:rPr>
                        <m:t>𝜷</m:t>
                      </m:r>
                      <m:d>
                        <m:dPr>
                          <m:begChr m:val="["/>
                          <m:endChr m:val="]"/>
                          <m:ctrlPr>
                            <a:rPr lang="en-SG" altLang="en-US" sz="1800" b="0" i="1" smtClean="0">
                              <a:latin typeface="Cambria Math" panose="02040503050406030204" pitchFamily="18" charset="0"/>
                            </a:rPr>
                          </m:ctrlPr>
                        </m:dPr>
                        <m:e>
                          <m:r>
                            <a:rPr lang="en-SG" altLang="en-US" sz="1800" i="1">
                              <a:latin typeface="Cambria Math" panose="02040503050406030204" pitchFamily="18" charset="0"/>
                            </a:rPr>
                            <m:t>𝛿</m:t>
                          </m:r>
                          <m:r>
                            <a:rPr lang="en-SG" altLang="en-US" sz="1800" i="1">
                              <a:latin typeface="Cambria Math" panose="02040503050406030204" pitchFamily="18" charset="0"/>
                            </a:rPr>
                            <m:t>𝑢</m:t>
                          </m:r>
                          <m:d>
                            <m:dPr>
                              <m:ctrlPr>
                                <a:rPr lang="en-SG" altLang="en-US" sz="1800" i="1">
                                  <a:latin typeface="Cambria Math" panose="02040503050406030204" pitchFamily="18" charset="0"/>
                                </a:rPr>
                              </m:ctrlPr>
                            </m:dPr>
                            <m:e>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𝑥</m:t>
                                  </m:r>
                                </m:e>
                                <m:sub>
                                  <m:r>
                                    <a:rPr lang="en-SG" altLang="en-US" sz="1800" i="1">
                                      <a:latin typeface="Cambria Math" panose="02040503050406030204" pitchFamily="18" charset="0"/>
                                    </a:rPr>
                                    <m:t>1</m:t>
                                  </m:r>
                                </m:sub>
                              </m:sSub>
                            </m:e>
                          </m:d>
                          <m:r>
                            <a:rPr lang="en-SG" altLang="en-US" sz="1800" i="1">
                              <a:latin typeface="Cambria Math" panose="02040503050406030204" pitchFamily="18" charset="0"/>
                            </a:rPr>
                            <m:t>+</m:t>
                          </m:r>
                          <m:sSup>
                            <m:sSupPr>
                              <m:ctrlPr>
                                <a:rPr lang="en-SG" altLang="en-US" sz="1800" i="1">
                                  <a:latin typeface="Cambria Math" panose="02040503050406030204" pitchFamily="18" charset="0"/>
                                </a:rPr>
                              </m:ctrlPr>
                            </m:sSupPr>
                            <m:e>
                              <m:r>
                                <a:rPr lang="en-SG" altLang="en-US" sz="1800" i="1">
                                  <a:latin typeface="Cambria Math" panose="02040503050406030204" pitchFamily="18" charset="0"/>
                                </a:rPr>
                                <m:t>𝛿</m:t>
                              </m:r>
                            </m:e>
                            <m:sup>
                              <m:r>
                                <a:rPr lang="en-SG" altLang="en-US" sz="1800" i="1">
                                  <a:latin typeface="Cambria Math" panose="02040503050406030204" pitchFamily="18" charset="0"/>
                                </a:rPr>
                                <m:t>2</m:t>
                              </m:r>
                            </m:sup>
                          </m:sSup>
                          <m:r>
                            <a:rPr lang="en-SG" altLang="en-US" sz="1800" i="1">
                              <a:latin typeface="Cambria Math" panose="02040503050406030204" pitchFamily="18" charset="0"/>
                            </a:rPr>
                            <m:t>𝑢</m:t>
                          </m:r>
                          <m:d>
                            <m:dPr>
                              <m:ctrlPr>
                                <a:rPr lang="en-SG" altLang="en-US" sz="1800" i="1">
                                  <a:latin typeface="Cambria Math" panose="02040503050406030204" pitchFamily="18" charset="0"/>
                                </a:rPr>
                              </m:ctrlPr>
                            </m:dPr>
                            <m:e>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𝑥</m:t>
                                  </m:r>
                                </m:e>
                                <m:sub>
                                  <m:r>
                                    <a:rPr lang="en-SG" altLang="en-US" sz="1800" i="1">
                                      <a:latin typeface="Cambria Math" panose="02040503050406030204" pitchFamily="18" charset="0"/>
                                    </a:rPr>
                                    <m:t>2</m:t>
                                  </m:r>
                                </m:sub>
                              </m:sSub>
                            </m:e>
                          </m:d>
                          <m:r>
                            <a:rPr lang="en-SG" altLang="en-US" sz="1800" i="1">
                              <a:latin typeface="Cambria Math" panose="02040503050406030204" pitchFamily="18" charset="0"/>
                            </a:rPr>
                            <m:t>+…+</m:t>
                          </m:r>
                          <m:sSup>
                            <m:sSupPr>
                              <m:ctrlPr>
                                <a:rPr lang="en-SG" altLang="en-US" sz="1800" i="1">
                                  <a:latin typeface="Cambria Math" panose="02040503050406030204" pitchFamily="18" charset="0"/>
                                </a:rPr>
                              </m:ctrlPr>
                            </m:sSupPr>
                            <m:e>
                              <m:r>
                                <a:rPr lang="en-SG" altLang="en-US" sz="1800" i="1">
                                  <a:latin typeface="Cambria Math" panose="02040503050406030204" pitchFamily="18" charset="0"/>
                                </a:rPr>
                                <m:t>𝛿</m:t>
                              </m:r>
                            </m:e>
                            <m:sup>
                              <m:r>
                                <a:rPr lang="en-SG" altLang="en-US" sz="1800" i="1">
                                  <a:latin typeface="Cambria Math" panose="02040503050406030204" pitchFamily="18" charset="0"/>
                                </a:rPr>
                                <m:t>𝑇</m:t>
                              </m:r>
                              <m:r>
                                <a:rPr lang="en-SG" altLang="en-US" sz="1800" i="1">
                                  <a:latin typeface="Cambria Math" panose="02040503050406030204" pitchFamily="18" charset="0"/>
                                </a:rPr>
                                <m:t>−1</m:t>
                              </m:r>
                            </m:sup>
                          </m:sSup>
                          <m:r>
                            <a:rPr lang="en-SG" altLang="en-US" sz="1800" i="1">
                              <a:latin typeface="Cambria Math" panose="02040503050406030204" pitchFamily="18" charset="0"/>
                            </a:rPr>
                            <m:t>𝑢</m:t>
                          </m:r>
                          <m:d>
                            <m:dPr>
                              <m:ctrlPr>
                                <a:rPr lang="en-SG" altLang="en-US" sz="1800" i="1">
                                  <a:latin typeface="Cambria Math" panose="02040503050406030204" pitchFamily="18" charset="0"/>
                                </a:rPr>
                              </m:ctrlPr>
                            </m:dPr>
                            <m:e>
                              <m:sSub>
                                <m:sSubPr>
                                  <m:ctrlPr>
                                    <a:rPr lang="en-SG" altLang="en-US" sz="1800" i="1">
                                      <a:latin typeface="Cambria Math" panose="02040503050406030204" pitchFamily="18" charset="0"/>
                                    </a:rPr>
                                  </m:ctrlPr>
                                </m:sSubPr>
                                <m:e>
                                  <m:r>
                                    <a:rPr lang="en-SG" altLang="en-US" sz="1800" i="1">
                                      <a:latin typeface="Cambria Math" panose="02040503050406030204" pitchFamily="18" charset="0"/>
                                    </a:rPr>
                                    <m:t>𝑥</m:t>
                                  </m:r>
                                </m:e>
                                <m:sub>
                                  <m:r>
                                    <a:rPr lang="en-SG" altLang="en-US" sz="1800" i="1">
                                      <a:latin typeface="Cambria Math" panose="02040503050406030204" pitchFamily="18" charset="0"/>
                                    </a:rPr>
                                    <m:t>𝑇</m:t>
                                  </m:r>
                                </m:sub>
                              </m:sSub>
                            </m:e>
                          </m:d>
                        </m:e>
                      </m:d>
                      <m:r>
                        <a:rPr lang="en-SG" altLang="en-US" sz="1800" b="0" i="1" smtClean="0">
                          <a:latin typeface="Cambria Math" panose="02040503050406030204" pitchFamily="18" charset="0"/>
                        </a:rPr>
                        <m:t>,  </m:t>
                      </m:r>
                      <m:r>
                        <a:rPr lang="en-SG" altLang="en-US" sz="1800" b="0" i="1" smtClean="0">
                          <a:latin typeface="Cambria Math" panose="02040503050406030204" pitchFamily="18" charset="0"/>
                        </a:rPr>
                        <m:t>𝛽</m:t>
                      </m:r>
                      <m:r>
                        <a:rPr lang="en-SG" altLang="en-US" sz="1800" b="0" i="1" smtClean="0">
                          <a:latin typeface="Cambria Math" panose="02040503050406030204" pitchFamily="18" charset="0"/>
                        </a:rPr>
                        <m:t>&lt;1</m:t>
                      </m:r>
                    </m:oMath>
                  </m:oMathPara>
                </a14:m>
                <a:endParaRPr lang="en-US" altLang="en-US" sz="1800" dirty="0"/>
              </a:p>
              <a:p>
                <a:endParaRPr lang="en-US" altLang="ja-JP" sz="1800" dirty="0">
                  <a:sym typeface="Symbol" pitchFamily="18" charset="2"/>
                </a:endParaRPr>
              </a:p>
              <a:p>
                <a:endParaRPr lang="en-US" altLang="ja-JP" sz="1800" dirty="0">
                  <a:sym typeface="Symbol" pitchFamily="18" charset="2"/>
                </a:endParaRPr>
              </a:p>
              <a:p>
                <a:r>
                  <a:rPr lang="en-US" altLang="ja-JP" sz="1800" dirty="0">
                    <a:sym typeface="Symbol" pitchFamily="18" charset="2"/>
                  </a:rPr>
                  <a:t>Today and </a:t>
                </a:r>
                <a14:m>
                  <m:oMath xmlns:m="http://schemas.openxmlformats.org/officeDocument/2006/math">
                    <m:r>
                      <a:rPr lang="en-SG" altLang="ja-JP" sz="1800" b="0" i="1" smtClean="0">
                        <a:latin typeface="Cambria Math" panose="02040503050406030204" pitchFamily="18" charset="0"/>
                        <a:sym typeface="Symbol" pitchFamily="18" charset="2"/>
                      </a:rPr>
                      <m:t>𝑡</m:t>
                    </m:r>
                  </m:oMath>
                </a14:m>
                <a:r>
                  <a:rPr lang="en-US" altLang="ja-JP" sz="1800" dirty="0">
                    <a:sym typeface="Symbol" pitchFamily="18" charset="2"/>
                  </a:rPr>
                  <a:t> periods ahead: </a:t>
                </a:r>
                <a14:m>
                  <m:oMath xmlns:m="http://schemas.openxmlformats.org/officeDocument/2006/math">
                    <m:r>
                      <a:rPr lang="en-SG" altLang="ja-JP" sz="1800" b="0" i="1" smtClean="0">
                        <a:latin typeface="Cambria Math" panose="02040503050406030204" pitchFamily="18" charset="0"/>
                        <a:sym typeface="Symbol" pitchFamily="18" charset="2"/>
                      </a:rPr>
                      <m:t>𝛽</m:t>
                    </m:r>
                    <m:sSup>
                      <m:sSupPr>
                        <m:ctrlPr>
                          <a:rPr lang="en-SG" altLang="ja-JP" sz="1800" b="0" i="1" smtClean="0">
                            <a:latin typeface="Cambria Math" panose="02040503050406030204" pitchFamily="18" charset="0"/>
                            <a:sym typeface="Symbol" pitchFamily="18" charset="2"/>
                          </a:rPr>
                        </m:ctrlPr>
                      </m:sSupPr>
                      <m:e>
                        <m:r>
                          <a:rPr lang="en-SG" altLang="ja-JP" sz="1800" b="0" i="1" smtClean="0">
                            <a:latin typeface="Cambria Math" panose="02040503050406030204" pitchFamily="18" charset="0"/>
                            <a:sym typeface="Symbol" pitchFamily="18" charset="2"/>
                          </a:rPr>
                          <m:t>𝛿</m:t>
                        </m:r>
                      </m:e>
                      <m:sup>
                        <m:r>
                          <a:rPr lang="en-SG" altLang="ja-JP" sz="1800" b="0" i="1" smtClean="0">
                            <a:latin typeface="Cambria Math" panose="02040503050406030204" pitchFamily="18" charset="0"/>
                            <a:sym typeface="Symbol" pitchFamily="18" charset="2"/>
                          </a:rPr>
                          <m:t>𝑡</m:t>
                        </m:r>
                      </m:sup>
                    </m:sSup>
                  </m:oMath>
                </a14:m>
                <a:r>
                  <a:rPr lang="en-SG" altLang="ja-JP" sz="1800" b="0" dirty="0">
                    <a:sym typeface="Symbol" pitchFamily="18" charset="2"/>
                  </a:rPr>
                  <a:t>,  Period </a:t>
                </a:r>
                <a14:m>
                  <m:oMath xmlns:m="http://schemas.openxmlformats.org/officeDocument/2006/math">
                    <m:r>
                      <a:rPr lang="en-SG" altLang="ja-JP" sz="1800" b="0" i="1" smtClean="0">
                        <a:latin typeface="Cambria Math" panose="02040503050406030204" pitchFamily="18" charset="0"/>
                        <a:sym typeface="Symbol" pitchFamily="18" charset="2"/>
                      </a:rPr>
                      <m:t>𝑥</m:t>
                    </m:r>
                  </m:oMath>
                </a14:m>
                <a:r>
                  <a:rPr lang="en-SG" altLang="ja-JP" sz="1800" b="0" dirty="0">
                    <a:sym typeface="Symbol" pitchFamily="18" charset="2"/>
                  </a:rPr>
                  <a:t> and period </a:t>
                </a:r>
                <a14:m>
                  <m:oMath xmlns:m="http://schemas.openxmlformats.org/officeDocument/2006/math">
                    <m:r>
                      <a:rPr lang="en-SG" altLang="ja-JP" sz="1800" b="0" i="1" smtClean="0">
                        <a:latin typeface="Cambria Math" panose="02040503050406030204" pitchFamily="18" charset="0"/>
                        <a:sym typeface="Symbol" pitchFamily="18" charset="2"/>
                      </a:rPr>
                      <m:t>𝑥</m:t>
                    </m:r>
                    <m:r>
                      <a:rPr lang="en-SG" altLang="ja-JP" sz="1800" b="0" i="1" smtClean="0">
                        <a:latin typeface="Cambria Math" panose="02040503050406030204" pitchFamily="18" charset="0"/>
                        <a:sym typeface="Symbol" pitchFamily="18" charset="2"/>
                      </a:rPr>
                      <m:t>+</m:t>
                    </m:r>
                    <m:r>
                      <a:rPr lang="en-SG" altLang="ja-JP" sz="1800" b="0" i="1" smtClean="0">
                        <a:latin typeface="Cambria Math" panose="02040503050406030204" pitchFamily="18" charset="0"/>
                        <a:sym typeface="Symbol" pitchFamily="18" charset="2"/>
                      </a:rPr>
                      <m:t>𝑡</m:t>
                    </m:r>
                  </m:oMath>
                </a14:m>
                <a:r>
                  <a:rPr lang="en-SG" altLang="ja-JP" sz="1800" b="0" dirty="0">
                    <a:sym typeface="Symbol" pitchFamily="18" charset="2"/>
                  </a:rPr>
                  <a:t>: </a:t>
                </a:r>
                <a14:m>
                  <m:oMath xmlns:m="http://schemas.openxmlformats.org/officeDocument/2006/math">
                    <m:sSup>
                      <m:sSupPr>
                        <m:ctrlPr>
                          <a:rPr lang="en-SG" altLang="ja-JP" sz="1800" b="0" i="1" smtClean="0">
                            <a:latin typeface="Cambria Math" panose="02040503050406030204" pitchFamily="18" charset="0"/>
                            <a:sym typeface="Symbol" pitchFamily="18" charset="2"/>
                          </a:rPr>
                        </m:ctrlPr>
                      </m:sSupPr>
                      <m:e>
                        <m:r>
                          <a:rPr lang="en-SG" altLang="ja-JP" sz="1800" b="0" i="1" smtClean="0">
                            <a:latin typeface="Cambria Math" panose="02040503050406030204" pitchFamily="18" charset="0"/>
                            <a:sym typeface="Symbol" pitchFamily="18" charset="2"/>
                          </a:rPr>
                          <m:t>𝛿</m:t>
                        </m:r>
                      </m:e>
                      <m:sup>
                        <m:r>
                          <a:rPr lang="en-SG" altLang="ja-JP" sz="1800" b="0" i="1" smtClean="0">
                            <a:latin typeface="Cambria Math" panose="02040503050406030204" pitchFamily="18" charset="0"/>
                            <a:sym typeface="Symbol" pitchFamily="18" charset="2"/>
                          </a:rPr>
                          <m:t>𝑡</m:t>
                        </m:r>
                      </m:sup>
                    </m:sSup>
                  </m:oMath>
                </a14:m>
                <a:r>
                  <a:rPr lang="en-SG" altLang="ja-JP" sz="1800" b="0" dirty="0">
                    <a:sym typeface="Symbol" pitchFamily="18" charset="2"/>
                  </a:rPr>
                  <a:t>.  </a:t>
                </a:r>
                <a:r>
                  <a:rPr lang="en-SG" altLang="ja-JP" sz="1800" b="1" dirty="0">
                    <a:sym typeface="Symbol" pitchFamily="18" charset="2"/>
                  </a:rPr>
                  <a:t>Today has higher weight!</a:t>
                </a:r>
              </a:p>
            </p:txBody>
          </p:sp>
        </mc:Choice>
        <mc:Fallback xmlns="">
          <p:sp>
            <p:nvSpPr>
              <p:cNvPr id="55298" name="Rectangle 3"/>
              <p:cNvSpPr>
                <a:spLocks noGrp="1" noRot="1" noChangeAspect="1" noMove="1" noResize="1" noEditPoints="1" noAdjustHandles="1" noChangeArrowheads="1" noChangeShapeType="1" noTextEdit="1"/>
              </p:cNvSpPr>
              <p:nvPr>
                <p:ph idx="1"/>
              </p:nvPr>
            </p:nvSpPr>
            <p:spPr>
              <a:xfrm>
                <a:off x="838199" y="1456791"/>
                <a:ext cx="10381343" cy="4612116"/>
              </a:xfrm>
              <a:blipFill>
                <a:blip r:embed="rId3"/>
                <a:stretch>
                  <a:fillRect l="-470"/>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953FE0AB-5D60-47BA-8FD5-4ABAD927974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802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9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298">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298">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298">
                                            <p:txEl>
                                              <p:pRg st="9" end="9"/>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29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BC91-B477-4D87-98FF-6BD62F1458B7}"/>
              </a:ext>
            </a:extLst>
          </p:cNvPr>
          <p:cNvSpPr>
            <a:spLocks noGrp="1"/>
          </p:cNvSpPr>
          <p:nvPr>
            <p:ph type="ctrTitle"/>
          </p:nvPr>
        </p:nvSpPr>
        <p:spPr>
          <a:xfrm>
            <a:off x="2765757" y="2028549"/>
            <a:ext cx="7088603" cy="2031055"/>
          </a:xfrm>
        </p:spPr>
        <p:txBody>
          <a:bodyPr>
            <a:normAutofit/>
          </a:bodyPr>
          <a:lstStyle/>
          <a:p>
            <a:r>
              <a:rPr lang="en-US" sz="5200" dirty="0"/>
              <a:t>Social Preferences</a:t>
            </a:r>
            <a:endParaRPr lang="en-GB" sz="5200" dirty="0">
              <a:solidFill>
                <a:schemeClr val="tx2"/>
              </a:solidFill>
            </a:endParaRPr>
          </a:p>
        </p:txBody>
      </p:sp>
      <p:sp>
        <p:nvSpPr>
          <p:cNvPr id="4" name="Slide Number Placeholder 3">
            <a:extLst>
              <a:ext uri="{FF2B5EF4-FFF2-40B4-BE49-F238E27FC236}">
                <a16:creationId xmlns:a16="http://schemas.microsoft.com/office/drawing/2014/main" id="{414BD7E7-9410-4B78-B1F3-51222C9E01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A6B015-14EA-419E-84A1-EA07DEB3B2A0}"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262439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9E04A4-14E1-6BF4-1B78-E627FF5C4578}"/>
              </a:ext>
            </a:extLst>
          </p:cNvPr>
          <p:cNvSpPr/>
          <p:nvPr/>
        </p:nvSpPr>
        <p:spPr>
          <a:xfrm>
            <a:off x="591125" y="4153762"/>
            <a:ext cx="10762675" cy="1542028"/>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7585" name="Rectangle 2"/>
          <p:cNvSpPr>
            <a:spLocks noGrp="1" noChangeArrowheads="1"/>
          </p:cNvSpPr>
          <p:nvPr>
            <p:ph type="title"/>
          </p:nvPr>
        </p:nvSpPr>
        <p:spPr/>
        <p:txBody>
          <a:bodyPr>
            <a:normAutofit/>
          </a:bodyPr>
          <a:lstStyle/>
          <a:p>
            <a:pPr eaLnBrk="1" hangingPunct="1"/>
            <a:r>
              <a:rPr lang="en-US" altLang="en-US" dirty="0"/>
              <a:t>Altruism</a:t>
            </a:r>
          </a:p>
        </p:txBody>
      </p:sp>
      <mc:AlternateContent xmlns:mc="http://schemas.openxmlformats.org/markup-compatibility/2006" xmlns:a14="http://schemas.microsoft.com/office/drawing/2010/main">
        <mc:Choice Requires="a14">
          <p:sp>
            <p:nvSpPr>
              <p:cNvPr id="67586" name="Rectangle 3"/>
              <p:cNvSpPr>
                <a:spLocks noGrp="1" noChangeArrowheads="1"/>
              </p:cNvSpPr>
              <p:nvPr>
                <p:ph idx="1"/>
              </p:nvPr>
            </p:nvSpPr>
            <p:spPr>
              <a:xfrm>
                <a:off x="838200" y="1456791"/>
                <a:ext cx="10453914" cy="4755473"/>
              </a:xfrm>
            </p:spPr>
            <p:txBody>
              <a:bodyPr>
                <a:normAutofit/>
              </a:bodyPr>
              <a:lstStyle/>
              <a:p>
                <a:pPr eaLnBrk="1" hangingPunct="1"/>
                <a:r>
                  <a:rPr lang="en-US" altLang="en-US" sz="2000" dirty="0"/>
                  <a:t>Consider the dictator game: </a:t>
                </a:r>
                <a:r>
                  <a:rPr lang="en-US" altLang="en-US" sz="2000" i="1" dirty="0"/>
                  <a:t>You, and only you, will decide how to divide $10 between yourself and one other person. This will happen </a:t>
                </a:r>
                <a:r>
                  <a:rPr lang="en-US" altLang="en-US" sz="2000" i="1" u="sng" dirty="0"/>
                  <a:t>only once</a:t>
                </a:r>
                <a:r>
                  <a:rPr lang="en-US" altLang="en-US" sz="2000" i="1" dirty="0"/>
                  <a:t>. You don</a:t>
                </a:r>
                <a:r>
                  <a:rPr lang="ja-JP" altLang="en-US" sz="2000" i="1" dirty="0"/>
                  <a:t>’</a:t>
                </a:r>
                <a:r>
                  <a:rPr lang="en-US" altLang="ja-JP" sz="2000" i="1" dirty="0"/>
                  <a:t>t know who is the other person and the other person does not know who you are. </a:t>
                </a:r>
                <a:r>
                  <a:rPr lang="en-US" altLang="en-US" sz="2000" i="1" dirty="0"/>
                  <a:t>How would you divide the $10? </a:t>
                </a:r>
              </a:p>
              <a:p>
                <a:pPr eaLnBrk="1" hangingPunct="1"/>
                <a:endParaRPr lang="en-US" altLang="en-US" sz="2000" dirty="0"/>
              </a:p>
              <a:p>
                <a:pPr eaLnBrk="1" hangingPunct="1"/>
                <a:r>
                  <a:rPr lang="en-US" altLang="en-US" sz="2000" dirty="0"/>
                  <a:t>Standard rational model’s prediction: you will take everything.</a:t>
                </a:r>
              </a:p>
              <a:p>
                <a:pPr lvl="1"/>
                <a:r>
                  <a:rPr lang="en-US" altLang="en-US" sz="1800" b="1" dirty="0"/>
                  <a:t>But most people give at least something to the other person. The smaller is the amount to be divided, the more likely it is to be divided equally</a:t>
                </a:r>
                <a:r>
                  <a:rPr lang="en-US" altLang="en-US" sz="2000" b="1" dirty="0"/>
                  <a:t>.</a:t>
                </a:r>
              </a:p>
              <a:p>
                <a:pPr eaLnBrk="1" hangingPunct="1"/>
                <a:endParaRPr lang="en-US" altLang="en-US" sz="2000" dirty="0"/>
              </a:p>
              <a:p>
                <a:pPr eaLnBrk="1" hangingPunct="1"/>
                <a:r>
                  <a:rPr lang="en-US" altLang="en-US" sz="2000" dirty="0"/>
                  <a:t>In </a:t>
                </a:r>
                <a:r>
                  <a:rPr lang="en-US" altLang="en-US" sz="2000" dirty="0" err="1"/>
                  <a:t>behavioural</a:t>
                </a:r>
                <a:r>
                  <a:rPr lang="en-US" altLang="en-US" sz="2000" dirty="0"/>
                  <a:t> economics, this is often attributed to altruistic preferences, but other reasons like social image or fairness may also play a role.</a:t>
                </a:r>
              </a:p>
              <a:p>
                <a:pPr eaLnBrk="1" hangingPunct="1"/>
                <a:endParaRPr lang="en-US" altLang="en-US" sz="2000" dirty="0"/>
              </a:p>
              <a:p>
                <a:pPr marL="0" indent="0">
                  <a:buNone/>
                </a:pPr>
                <a14:m>
                  <m:oMathPara xmlns:m="http://schemas.openxmlformats.org/officeDocument/2006/math">
                    <m:oMathParaPr>
                      <m:jc m:val="centerGroup"/>
                    </m:oMathParaPr>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𝑈</m:t>
                          </m:r>
                        </m:e>
                        <m:sub>
                          <m:r>
                            <a:rPr lang="en-SG" altLang="en-US" sz="2000" b="0" i="1" smtClean="0">
                              <a:latin typeface="Cambria Math" panose="02040503050406030204" pitchFamily="18" charset="0"/>
                            </a:rPr>
                            <m:t>𝑖</m:t>
                          </m:r>
                        </m:sub>
                      </m:sSub>
                      <m:d>
                        <m:dPr>
                          <m:ctrlPr>
                            <a:rPr lang="en-SG" altLang="en-US" sz="2000" b="0" i="1" smtClean="0">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𝑥</m:t>
                              </m:r>
                            </m:e>
                            <m:sub>
                              <m:r>
                                <a:rPr lang="en-SG" altLang="en-US" sz="2000" b="0" i="1" smtClean="0">
                                  <a:latin typeface="Cambria Math" panose="02040503050406030204" pitchFamily="18" charset="0"/>
                                </a:rPr>
                                <m:t>𝑖</m:t>
                              </m:r>
                            </m:sub>
                          </m:sSub>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𝑗</m:t>
                              </m:r>
                            </m:sub>
                          </m:sSub>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𝑢</m:t>
                      </m:r>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𝑖</m:t>
                              </m:r>
                            </m:sub>
                          </m:sSub>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𝛽</m:t>
                      </m:r>
                      <m:r>
                        <a:rPr lang="en-SG" altLang="en-US" sz="2000" b="0" i="1" smtClean="0">
                          <a:latin typeface="Cambria Math" panose="02040503050406030204" pitchFamily="18" charset="0"/>
                        </a:rPr>
                        <m:t>𝑢</m:t>
                      </m:r>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𝑗</m:t>
                              </m:r>
                            </m:sub>
                          </m:sSub>
                        </m:e>
                      </m:d>
                      <m:r>
                        <a:rPr lang="en-SG" altLang="en-US" sz="2000" b="0" i="1" smtClean="0">
                          <a:latin typeface="Cambria Math" panose="02040503050406030204" pitchFamily="18" charset="0"/>
                        </a:rPr>
                        <m:t>,  </m:t>
                      </m:r>
                      <m:r>
                        <a:rPr lang="en-SG" altLang="en-US" sz="2000" b="0" i="1" smtClean="0">
                          <a:latin typeface="Cambria Math" panose="02040503050406030204" pitchFamily="18" charset="0"/>
                        </a:rPr>
                        <m:t>𝛽</m:t>
                      </m:r>
                      <m:r>
                        <a:rPr lang="en-SG" altLang="en-US" sz="2000" b="0" i="1" smtClean="0">
                          <a:latin typeface="Cambria Math" panose="02040503050406030204" pitchFamily="18" charset="0"/>
                        </a:rPr>
                        <m:t>≥0</m:t>
                      </m:r>
                    </m:oMath>
                  </m:oMathPara>
                </a14:m>
                <a:endParaRPr lang="en-US" altLang="en-US" sz="2000" dirty="0"/>
              </a:p>
            </p:txBody>
          </p:sp>
        </mc:Choice>
        <mc:Fallback xmlns="">
          <p:sp>
            <p:nvSpPr>
              <p:cNvPr id="67586" name="Rectangle 3"/>
              <p:cNvSpPr>
                <a:spLocks noGrp="1" noRot="1" noChangeAspect="1" noMove="1" noResize="1" noEditPoints="1" noAdjustHandles="1" noChangeArrowheads="1" noChangeShapeType="1" noTextEdit="1"/>
              </p:cNvSpPr>
              <p:nvPr>
                <p:ph idx="1"/>
              </p:nvPr>
            </p:nvSpPr>
            <p:spPr>
              <a:xfrm>
                <a:off x="838200" y="1456791"/>
                <a:ext cx="10453914" cy="4755473"/>
              </a:xfrm>
              <a:blipFill>
                <a:blip r:embed="rId2"/>
                <a:stretch>
                  <a:fillRect l="-525" t="-1410" r="-933"/>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EE7C5234-9A7D-4541-B4A9-47BA1240A39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032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8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58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758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586">
                                            <p:txEl>
                                              <p:pRg st="7" end="7"/>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80ED3C9-98B6-DC2A-188F-69ADD90F1C54}"/>
              </a:ext>
            </a:extLst>
          </p:cNvPr>
          <p:cNvSpPr/>
          <p:nvPr/>
        </p:nvSpPr>
        <p:spPr>
          <a:xfrm>
            <a:off x="591125" y="4153762"/>
            <a:ext cx="10762675" cy="1542028"/>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0657" name="Rectangle 2"/>
          <p:cNvSpPr>
            <a:spLocks noGrp="1" noChangeArrowheads="1"/>
          </p:cNvSpPr>
          <p:nvPr>
            <p:ph type="title"/>
          </p:nvPr>
        </p:nvSpPr>
        <p:spPr/>
        <p:txBody>
          <a:bodyPr>
            <a:normAutofit/>
          </a:bodyPr>
          <a:lstStyle/>
          <a:p>
            <a:pPr eaLnBrk="1" hangingPunct="1"/>
            <a:r>
              <a:rPr lang="en-US" altLang="en-US" dirty="0"/>
              <a:t>Fairness</a:t>
            </a:r>
          </a:p>
        </p:txBody>
      </p:sp>
      <mc:AlternateContent xmlns:mc="http://schemas.openxmlformats.org/markup-compatibility/2006" xmlns:a14="http://schemas.microsoft.com/office/drawing/2010/main">
        <mc:Choice Requires="a14">
          <p:sp>
            <p:nvSpPr>
              <p:cNvPr id="70658" name="Rectangle 3"/>
              <p:cNvSpPr>
                <a:spLocks noGrp="1" noChangeArrowheads="1"/>
              </p:cNvSpPr>
              <p:nvPr>
                <p:ph idx="1"/>
              </p:nvPr>
            </p:nvSpPr>
            <p:spPr>
              <a:xfrm>
                <a:off x="838199" y="1456791"/>
                <a:ext cx="10410371" cy="4755473"/>
              </a:xfrm>
            </p:spPr>
            <p:txBody>
              <a:bodyPr>
                <a:normAutofit/>
              </a:bodyPr>
              <a:lstStyle/>
              <a:p>
                <a:pPr eaLnBrk="1" hangingPunct="1"/>
                <a:r>
                  <a:rPr lang="en-US" altLang="en-US" sz="2000" dirty="0"/>
                  <a:t>Consider instead the ultimatum game: </a:t>
                </a:r>
                <a:r>
                  <a:rPr lang="en-US" altLang="en-US" sz="2000" i="1" dirty="0"/>
                  <a:t>You make an offer on how to divide $10. If the other person accepts then this is how the $10 is divided. If the offer is rejected then both get nothing. How would you divide the $10?</a:t>
                </a:r>
                <a:endParaRPr lang="en-US" altLang="en-US" sz="1800" i="1" dirty="0"/>
              </a:p>
              <a:p>
                <a:pPr lvl="1"/>
                <a:endParaRPr lang="en-US" altLang="en-US" sz="2000" dirty="0"/>
              </a:p>
              <a:p>
                <a:r>
                  <a:rPr lang="en-US" altLang="en-US" sz="2000" dirty="0"/>
                  <a:t>Standard rational model’s prediction: </a:t>
                </a:r>
                <a:br>
                  <a:rPr lang="en-US" altLang="en-US" sz="2000" dirty="0"/>
                </a:br>
                <a:r>
                  <a:rPr lang="en-US" altLang="en-US" sz="2000" dirty="0" err="1"/>
                  <a:t>i</a:t>
                </a:r>
                <a:r>
                  <a:rPr lang="en-US" altLang="en-US" sz="2000" dirty="0"/>
                  <a:t>) other will always accept you, and hence, ii) you will offer at most one cent to the other.</a:t>
                </a:r>
              </a:p>
              <a:p>
                <a:pPr lvl="1"/>
                <a:r>
                  <a:rPr lang="en-US" altLang="en-US" sz="1800" b="1" dirty="0"/>
                  <a:t>But most people refuse offers of about 3 dollars or less are refuse.</a:t>
                </a:r>
                <a:r>
                  <a:rPr lang="en-US" altLang="ja-JP" sz="1800" b="1" dirty="0"/>
                  <a:t> </a:t>
                </a:r>
                <a:br>
                  <a:rPr lang="en-US" altLang="ja-JP" sz="1800" b="1" dirty="0"/>
                </a:br>
                <a:r>
                  <a:rPr lang="en-US" altLang="ja-JP" sz="1800" b="1" dirty="0"/>
                  <a:t>Most offers are about 4 dollars and are accepted.</a:t>
                </a:r>
              </a:p>
              <a:p>
                <a:pPr lvl="1"/>
                <a:endParaRPr lang="en-US" altLang="en-US" sz="1800" dirty="0"/>
              </a:p>
              <a:p>
                <a:r>
                  <a:rPr lang="en-US" altLang="en-US" sz="2000" dirty="0"/>
                  <a:t>In </a:t>
                </a:r>
                <a:r>
                  <a:rPr lang="en-US" altLang="en-US" sz="2000" dirty="0" err="1"/>
                  <a:t>behavioural</a:t>
                </a:r>
                <a:r>
                  <a:rPr lang="en-US" altLang="en-US" sz="2000" dirty="0"/>
                  <a:t> economics, this is attributed to preferences for fairness:</a:t>
                </a:r>
              </a:p>
              <a:p>
                <a:endParaRPr lang="en-US" altLang="en-US" sz="2000" dirty="0"/>
              </a:p>
              <a:p>
                <a:pPr marL="0" indent="0">
                  <a:buNone/>
                </a:pPr>
                <a14:m>
                  <m:oMathPara xmlns:m="http://schemas.openxmlformats.org/officeDocument/2006/math">
                    <m:oMathParaPr>
                      <m:jc m:val="centerGroup"/>
                    </m:oMathParaPr>
                    <m:oMath xmlns:m="http://schemas.openxmlformats.org/officeDocument/2006/math">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𝑈</m:t>
                          </m:r>
                        </m:e>
                        <m:sub>
                          <m:r>
                            <a:rPr lang="en-SG" altLang="en-US" sz="2000" i="1">
                              <a:latin typeface="Cambria Math" panose="02040503050406030204" pitchFamily="18" charset="0"/>
                            </a:rPr>
                            <m:t>𝑖</m:t>
                          </m:r>
                        </m:sub>
                      </m:sSub>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𝑥</m:t>
                              </m:r>
                            </m:e>
                            <m:sub>
                              <m:r>
                                <a:rPr lang="en-SG" altLang="en-US" sz="2000" i="1">
                                  <a:latin typeface="Cambria Math" panose="02040503050406030204" pitchFamily="18" charset="0"/>
                                </a:rPr>
                                <m:t>𝑖</m:t>
                              </m:r>
                            </m:sub>
                          </m:sSub>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m:t>
                              </m:r>
                              <m:r>
                                <a:rPr lang="en-SG" altLang="en-US" sz="2000" i="1">
                                  <a:latin typeface="Cambria Math" panose="02040503050406030204" pitchFamily="18" charset="0"/>
                                </a:rPr>
                                <m:t>𝑥</m:t>
                              </m:r>
                            </m:e>
                            <m:sub>
                              <m:r>
                                <a:rPr lang="en-SG" altLang="en-US" sz="2000" i="1">
                                  <a:latin typeface="Cambria Math" panose="02040503050406030204" pitchFamily="18" charset="0"/>
                                </a:rPr>
                                <m:t>𝑗</m:t>
                              </m:r>
                            </m:sub>
                          </m:sSub>
                        </m:e>
                      </m:d>
                      <m:r>
                        <a:rPr lang="en-SG" altLang="en-US" sz="2000" i="1">
                          <a:latin typeface="Cambria Math" panose="02040503050406030204" pitchFamily="18" charset="0"/>
                        </a:rPr>
                        <m:t>=</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𝑖</m:t>
                          </m:r>
                        </m:sub>
                      </m:sSub>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𝛼</m:t>
                      </m:r>
                      <m:func>
                        <m:funcPr>
                          <m:ctrlPr>
                            <a:rPr lang="en-SG" altLang="en-US" sz="2000" b="0" i="1" smtClean="0">
                              <a:latin typeface="Cambria Math" panose="02040503050406030204" pitchFamily="18" charset="0"/>
                            </a:rPr>
                          </m:ctrlPr>
                        </m:funcPr>
                        <m:fName>
                          <m:r>
                            <m:rPr>
                              <m:sty m:val="p"/>
                            </m:rPr>
                            <a:rPr lang="en-SG" altLang="en-US" sz="2000" b="0" i="0" smtClean="0">
                              <a:latin typeface="Cambria Math" panose="02040503050406030204" pitchFamily="18" charset="0"/>
                            </a:rPr>
                            <m:t>max</m:t>
                          </m:r>
                        </m:fName>
                        <m:e>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𝑖</m:t>
                                  </m:r>
                                </m:sub>
                              </m:sSub>
                              <m:r>
                                <a:rPr lang="en-SG" altLang="en-US" sz="2000" b="0" i="1" smtClean="0">
                                  <a:latin typeface="Cambria Math" panose="02040503050406030204" pitchFamily="18" charset="0"/>
                                </a:rPr>
                                <m:t>−</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𝑗</m:t>
                                  </m:r>
                                </m:sub>
                              </m:sSub>
                              <m:r>
                                <a:rPr lang="en-SG" altLang="en-US" sz="2000" b="0" i="1" smtClean="0">
                                  <a:latin typeface="Cambria Math" panose="02040503050406030204" pitchFamily="18" charset="0"/>
                                </a:rPr>
                                <m:t>,0</m:t>
                              </m:r>
                            </m:e>
                          </m:d>
                        </m:e>
                      </m:func>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𝛽</m:t>
                      </m:r>
                      <m:func>
                        <m:funcPr>
                          <m:ctrlPr>
                            <a:rPr lang="en-SG" altLang="en-US" sz="2000" b="0" i="1" smtClean="0">
                              <a:latin typeface="Cambria Math" panose="02040503050406030204" pitchFamily="18" charset="0"/>
                            </a:rPr>
                          </m:ctrlPr>
                        </m:funcPr>
                        <m:fName>
                          <m:r>
                            <m:rPr>
                              <m:sty m:val="p"/>
                            </m:rPr>
                            <a:rPr lang="en-SG" altLang="en-US" sz="2000" b="0" i="0" smtClean="0">
                              <a:latin typeface="Cambria Math" panose="02040503050406030204" pitchFamily="18" charset="0"/>
                            </a:rPr>
                            <m:t>max</m:t>
                          </m:r>
                        </m:fName>
                        <m:e>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𝑗</m:t>
                                  </m:r>
                                </m:sub>
                              </m:sSub>
                              <m:r>
                                <a:rPr lang="en-SG" altLang="en-US" sz="2000" b="0" i="1" smtClean="0">
                                  <a:latin typeface="Cambria Math" panose="02040503050406030204" pitchFamily="18" charset="0"/>
                                </a:rPr>
                                <m:t>−</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𝑥</m:t>
                                  </m:r>
                                </m:e>
                                <m:sub>
                                  <m:r>
                                    <a:rPr lang="en-SG" altLang="en-US" sz="2000" b="0" i="1" smtClean="0">
                                      <a:latin typeface="Cambria Math" panose="02040503050406030204" pitchFamily="18" charset="0"/>
                                    </a:rPr>
                                    <m:t>𝑖</m:t>
                                  </m:r>
                                </m:sub>
                              </m:sSub>
                              <m:r>
                                <a:rPr lang="en-SG" altLang="en-US" sz="2000" b="0" i="1" smtClean="0">
                                  <a:latin typeface="Cambria Math" panose="02040503050406030204" pitchFamily="18" charset="0"/>
                                </a:rPr>
                                <m:t>,0</m:t>
                              </m:r>
                            </m:e>
                          </m:d>
                        </m:e>
                      </m:func>
                      <m:r>
                        <a:rPr lang="en-SG" altLang="en-US" sz="2000" i="1">
                          <a:latin typeface="Cambria Math" panose="02040503050406030204" pitchFamily="18" charset="0"/>
                        </a:rPr>
                        <m:t> </m:t>
                      </m:r>
                      <m:r>
                        <a:rPr lang="en-SG" altLang="en-US" sz="2000" b="0" i="1" smtClean="0">
                          <a:latin typeface="Cambria Math" panose="02040503050406030204" pitchFamily="18" charset="0"/>
                        </a:rPr>
                        <m:t>𝛼</m:t>
                      </m:r>
                      <m:r>
                        <a:rPr lang="en-SG" altLang="en-US" sz="2000" b="0" i="1" smtClean="0">
                          <a:latin typeface="Cambria Math" panose="02040503050406030204" pitchFamily="18" charset="0"/>
                        </a:rPr>
                        <m:t>,</m:t>
                      </m:r>
                      <m:r>
                        <a:rPr lang="en-SG" altLang="en-US" sz="2000" i="1">
                          <a:latin typeface="Cambria Math" panose="02040503050406030204" pitchFamily="18" charset="0"/>
                        </a:rPr>
                        <m:t>𝛽</m:t>
                      </m:r>
                      <m:r>
                        <a:rPr lang="en-SG" altLang="en-US" sz="2000" i="1">
                          <a:latin typeface="Cambria Math" panose="02040503050406030204" pitchFamily="18" charset="0"/>
                        </a:rPr>
                        <m:t>≥0</m:t>
                      </m:r>
                    </m:oMath>
                  </m:oMathPara>
                </a14:m>
                <a:endParaRPr lang="en-US" altLang="en-US" sz="2000" dirty="0"/>
              </a:p>
              <a:p>
                <a:endParaRPr lang="en-US" altLang="en-US" sz="2000" dirty="0"/>
              </a:p>
            </p:txBody>
          </p:sp>
        </mc:Choice>
        <mc:Fallback xmlns="">
          <p:sp>
            <p:nvSpPr>
              <p:cNvPr id="70658" name="Rectangle 3"/>
              <p:cNvSpPr>
                <a:spLocks noGrp="1" noRot="1" noChangeAspect="1" noMove="1" noResize="1" noEditPoints="1" noAdjustHandles="1" noChangeArrowheads="1" noChangeShapeType="1" noTextEdit="1"/>
              </p:cNvSpPr>
              <p:nvPr>
                <p:ph idx="1"/>
              </p:nvPr>
            </p:nvSpPr>
            <p:spPr>
              <a:xfrm>
                <a:off x="838199" y="1456791"/>
                <a:ext cx="10410371" cy="4755473"/>
              </a:xfrm>
              <a:blipFill>
                <a:blip r:embed="rId3"/>
                <a:stretch>
                  <a:fillRect l="-468" t="-1410"/>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B31256F1-4CC3-43BB-BDA5-FC554003D07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0A116072-A560-E270-AC16-D2EF797A3D23}"/>
              </a:ext>
            </a:extLst>
          </p:cNvPr>
          <p:cNvSpPr txBox="1"/>
          <p:nvPr/>
        </p:nvSpPr>
        <p:spPr>
          <a:xfrm>
            <a:off x="4165600" y="5784750"/>
            <a:ext cx="2632363" cy="338554"/>
          </a:xfrm>
          <a:prstGeom prst="rect">
            <a:avLst/>
          </a:prstGeom>
          <a:noFill/>
        </p:spPr>
        <p:txBody>
          <a:bodyPr wrap="square" rtlCol="0">
            <a:spAutoFit/>
          </a:bodyPr>
          <a:lstStyle/>
          <a:p>
            <a:r>
              <a:rPr lang="en-SG" sz="1600" dirty="0"/>
              <a:t>Envy from being behind</a:t>
            </a:r>
          </a:p>
        </p:txBody>
      </p:sp>
      <p:sp>
        <p:nvSpPr>
          <p:cNvPr id="4" name="TextBox 3">
            <a:extLst>
              <a:ext uri="{FF2B5EF4-FFF2-40B4-BE49-F238E27FC236}">
                <a16:creationId xmlns:a16="http://schemas.microsoft.com/office/drawing/2014/main" id="{CB10F8D2-8679-79BF-02B1-A4DEFC669EF2}"/>
              </a:ext>
            </a:extLst>
          </p:cNvPr>
          <p:cNvSpPr txBox="1"/>
          <p:nvPr/>
        </p:nvSpPr>
        <p:spPr>
          <a:xfrm>
            <a:off x="6761019" y="5776476"/>
            <a:ext cx="2632363" cy="338554"/>
          </a:xfrm>
          <a:prstGeom prst="rect">
            <a:avLst/>
          </a:prstGeom>
          <a:noFill/>
        </p:spPr>
        <p:txBody>
          <a:bodyPr wrap="square" rtlCol="0">
            <a:spAutoFit/>
          </a:bodyPr>
          <a:lstStyle/>
          <a:p>
            <a:r>
              <a:rPr lang="en-SG" sz="1600" dirty="0"/>
              <a:t>Guilt from being ahead</a:t>
            </a:r>
          </a:p>
        </p:txBody>
      </p:sp>
      <p:cxnSp>
        <p:nvCxnSpPr>
          <p:cNvPr id="5" name="Straight Arrow Connector 4">
            <a:extLst>
              <a:ext uri="{FF2B5EF4-FFF2-40B4-BE49-F238E27FC236}">
                <a16:creationId xmlns:a16="http://schemas.microsoft.com/office/drawing/2014/main" id="{D7F24BC8-E20B-6C1B-C117-935A8D06DE1C}"/>
              </a:ext>
            </a:extLst>
          </p:cNvPr>
          <p:cNvCxnSpPr>
            <a:cxnSpLocks/>
          </p:cNvCxnSpPr>
          <p:nvPr/>
        </p:nvCxnSpPr>
        <p:spPr>
          <a:xfrm flipH="1" flipV="1">
            <a:off x="4835236" y="5352473"/>
            <a:ext cx="290946" cy="4240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83F9100-5CBE-1B67-AE05-CF78B22DC1AA}"/>
              </a:ext>
            </a:extLst>
          </p:cNvPr>
          <p:cNvCxnSpPr>
            <a:cxnSpLocks/>
          </p:cNvCxnSpPr>
          <p:nvPr/>
        </p:nvCxnSpPr>
        <p:spPr>
          <a:xfrm flipH="1" flipV="1">
            <a:off x="7093527" y="5352473"/>
            <a:ext cx="286328" cy="432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871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65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0658">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0658">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p:nvPr>
        </p:nvSpPr>
        <p:spPr/>
        <p:txBody>
          <a:bodyPr>
            <a:normAutofit/>
          </a:bodyPr>
          <a:lstStyle/>
          <a:p>
            <a:pPr eaLnBrk="1" hangingPunct="1"/>
            <a:r>
              <a:rPr lang="en-US" altLang="en-US" dirty="0"/>
              <a:t>Social Utility</a:t>
            </a:r>
          </a:p>
        </p:txBody>
      </p:sp>
      <p:sp>
        <p:nvSpPr>
          <p:cNvPr id="70658" name="Rectangle 3"/>
          <p:cNvSpPr>
            <a:spLocks noGrp="1" noChangeArrowheads="1"/>
          </p:cNvSpPr>
          <p:nvPr>
            <p:ph idx="1"/>
          </p:nvPr>
        </p:nvSpPr>
        <p:spPr>
          <a:xfrm>
            <a:off x="838199" y="1456791"/>
            <a:ext cx="10251201" cy="4416235"/>
          </a:xfrm>
        </p:spPr>
        <p:txBody>
          <a:bodyPr>
            <a:normAutofit/>
          </a:bodyPr>
          <a:lstStyle/>
          <a:p>
            <a:pPr eaLnBrk="1" hangingPunct="1"/>
            <a:r>
              <a:rPr lang="en-US" altLang="en-US" sz="2000" dirty="0"/>
              <a:t>These models are related generally to the idea that people get some utility from their social interactions with others.</a:t>
            </a:r>
          </a:p>
          <a:p>
            <a:pPr lvl="1"/>
            <a:r>
              <a:rPr lang="en-US" altLang="en-US" sz="1800" dirty="0"/>
              <a:t>They like being nice to others, and also perform social comparisons with others.</a:t>
            </a:r>
          </a:p>
          <a:p>
            <a:pPr eaLnBrk="1" hangingPunct="1"/>
            <a:endParaRPr lang="en-US" altLang="en-US" sz="2000" dirty="0"/>
          </a:p>
          <a:p>
            <a:pPr eaLnBrk="1" hangingPunct="1"/>
            <a:r>
              <a:rPr lang="en-US" altLang="en-US" sz="2000" dirty="0"/>
              <a:t>Where social utility is derived from can depend on social contexts. For example,</a:t>
            </a:r>
          </a:p>
          <a:p>
            <a:pPr lvl="1"/>
            <a:r>
              <a:rPr lang="en-US" altLang="en-US" sz="1800" dirty="0"/>
              <a:t>Who people compare themselves to depends on the people they interact with more often.</a:t>
            </a:r>
          </a:p>
          <a:p>
            <a:pPr lvl="1"/>
            <a:r>
              <a:rPr lang="en-US" altLang="en-US" sz="1800" dirty="0"/>
              <a:t>In social identity theory: people derive esteem from group belonging and group comparisons.</a:t>
            </a:r>
          </a:p>
          <a:p>
            <a:pPr lvl="1"/>
            <a:r>
              <a:rPr lang="en-US" altLang="en-US" sz="1800" dirty="0"/>
              <a:t>In social network theory: people gain utility from connecting to people who are alike to them.</a:t>
            </a:r>
          </a:p>
          <a:p>
            <a:pPr marL="0" indent="0">
              <a:buNone/>
            </a:pPr>
            <a:endParaRPr lang="en-US" altLang="en-US" sz="2400" dirty="0"/>
          </a:p>
          <a:p>
            <a:pPr marL="0" indent="0">
              <a:buNone/>
            </a:pPr>
            <a:r>
              <a:rPr lang="en-US" altLang="en-US" sz="2000" b="1" dirty="0"/>
              <a:t>This can have a wide range of consequences for the organization of society and social welfare.</a:t>
            </a:r>
          </a:p>
          <a:p>
            <a:r>
              <a:rPr lang="en-US" altLang="en-US" sz="1800" dirty="0"/>
              <a:t>For example, even within affluent societies, there exists a wide range of happiness (subjective well-being) due to social comparison.</a:t>
            </a:r>
          </a:p>
        </p:txBody>
      </p:sp>
      <p:sp>
        <p:nvSpPr>
          <p:cNvPr id="3" name="Slide Number Placeholder 2">
            <a:extLst>
              <a:ext uri="{FF2B5EF4-FFF2-40B4-BE49-F238E27FC236}">
                <a16:creationId xmlns:a16="http://schemas.microsoft.com/office/drawing/2014/main" id="{89E773C8-89F8-4D54-B9CD-5BD0460063A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5782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65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658">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0658">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0658">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065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BC91-B477-4D87-98FF-6BD62F1458B7}"/>
              </a:ext>
            </a:extLst>
          </p:cNvPr>
          <p:cNvSpPr>
            <a:spLocks noGrp="1"/>
          </p:cNvSpPr>
          <p:nvPr>
            <p:ph type="ctrTitle"/>
          </p:nvPr>
        </p:nvSpPr>
        <p:spPr>
          <a:xfrm>
            <a:off x="2765757" y="2028549"/>
            <a:ext cx="7088603" cy="2031055"/>
          </a:xfrm>
        </p:spPr>
        <p:txBody>
          <a:bodyPr>
            <a:normAutofit/>
          </a:bodyPr>
          <a:lstStyle/>
          <a:p>
            <a:r>
              <a:rPr lang="en-US" sz="5200" dirty="0">
                <a:solidFill>
                  <a:schemeClr val="tx2"/>
                </a:solidFill>
              </a:rPr>
              <a:t>Applications</a:t>
            </a:r>
            <a:endParaRPr lang="en-GB" sz="5200" dirty="0">
              <a:solidFill>
                <a:schemeClr val="tx2"/>
              </a:solidFill>
            </a:endParaRPr>
          </a:p>
        </p:txBody>
      </p:sp>
      <p:sp>
        <p:nvSpPr>
          <p:cNvPr id="4" name="Slide Number Placeholder 3">
            <a:extLst>
              <a:ext uri="{FF2B5EF4-FFF2-40B4-BE49-F238E27FC236}">
                <a16:creationId xmlns:a16="http://schemas.microsoft.com/office/drawing/2014/main" id="{414BD7E7-9410-4B78-B1F3-51222C9E010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A6B015-14EA-419E-84A1-EA07DEB3B2A0}"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062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en-US" altLang="en-US" dirty="0"/>
              <a:t>Welfare implications (Chetty, 2015)</a:t>
            </a:r>
          </a:p>
        </p:txBody>
      </p:sp>
      <p:sp>
        <p:nvSpPr>
          <p:cNvPr id="74754" name="Rectangle 3"/>
          <p:cNvSpPr>
            <a:spLocks noGrp="1" noChangeArrowheads="1"/>
          </p:cNvSpPr>
          <p:nvPr>
            <p:ph idx="1"/>
          </p:nvPr>
        </p:nvSpPr>
        <p:spPr>
          <a:xfrm>
            <a:off x="838199" y="1456791"/>
            <a:ext cx="10515600" cy="4755473"/>
          </a:xfrm>
        </p:spPr>
        <p:txBody>
          <a:bodyPr>
            <a:normAutofit/>
          </a:bodyPr>
          <a:lstStyle/>
          <a:p>
            <a:pPr eaLnBrk="1" hangingPunct="1"/>
            <a:endParaRPr lang="en-US" altLang="en-US" sz="2000" dirty="0"/>
          </a:p>
          <a:p>
            <a:pPr eaLnBrk="1" hangingPunct="1"/>
            <a:r>
              <a:rPr lang="en-US" altLang="en-US" sz="2000" dirty="0"/>
              <a:t>Improving on models of human choice, gives us </a:t>
            </a:r>
            <a:r>
              <a:rPr lang="en-US" altLang="en-US" sz="2000" b="1" dirty="0"/>
              <a:t>new policy tools</a:t>
            </a:r>
            <a:r>
              <a:rPr lang="en-US" altLang="en-US" sz="2000" dirty="0"/>
              <a:t>: more scope for efficient policy </a:t>
            </a:r>
          </a:p>
          <a:p>
            <a:pPr lvl="1"/>
            <a:r>
              <a:rPr lang="en-US" altLang="en-US" sz="1800" dirty="0"/>
              <a:t>Example: changing defaults and automatic enrolment plans can improve retirement saving. Highlighting social norms to reduce petty crime. Reducing conflict through changing social preferences.</a:t>
            </a:r>
          </a:p>
          <a:p>
            <a:pPr lvl="1"/>
            <a:endParaRPr lang="en-US" altLang="en-US" sz="2000" dirty="0"/>
          </a:p>
          <a:p>
            <a:r>
              <a:rPr lang="en-US" altLang="en-US" sz="2000" dirty="0"/>
              <a:t>Improved models allows us to make </a:t>
            </a:r>
            <a:r>
              <a:rPr lang="en-US" altLang="en-US" sz="2000" b="1" dirty="0"/>
              <a:t>better predictions </a:t>
            </a:r>
            <a:r>
              <a:rPr lang="en-US" altLang="en-US" sz="2000" dirty="0"/>
              <a:t>about the effects of existing policies</a:t>
            </a:r>
          </a:p>
          <a:p>
            <a:pPr lvl="1"/>
            <a:r>
              <a:rPr lang="en-US" altLang="en-US" sz="1800" dirty="0"/>
              <a:t>E.g. Effects of minimum wages.</a:t>
            </a:r>
          </a:p>
          <a:p>
            <a:pPr lvl="1"/>
            <a:endParaRPr lang="en-US" altLang="en-US" sz="2000" dirty="0"/>
          </a:p>
          <a:p>
            <a:pPr eaLnBrk="1" hangingPunct="1"/>
            <a:r>
              <a:rPr lang="en-US" altLang="en-US" sz="2000" dirty="0"/>
              <a:t>Improved models generates </a:t>
            </a:r>
            <a:r>
              <a:rPr lang="en-US" altLang="en-US" sz="2000" b="1" dirty="0"/>
              <a:t>new welfare implications </a:t>
            </a:r>
            <a:r>
              <a:rPr lang="en-US" altLang="en-US" sz="2000" dirty="0"/>
              <a:t>by delving into how decision utility may differ from experienced utility (e.g. self control, time preferences).</a:t>
            </a:r>
          </a:p>
          <a:p>
            <a:pPr lvl="1"/>
            <a:r>
              <a:rPr lang="en-US" altLang="en-US" sz="1800" dirty="0"/>
              <a:t>Can identify where improvements to people’s welfare can be made.</a:t>
            </a:r>
          </a:p>
          <a:p>
            <a:pPr lvl="1"/>
            <a:r>
              <a:rPr lang="en-US" altLang="en-US" sz="1800" dirty="0"/>
              <a:t>Implications of relative income and caring about social status?</a:t>
            </a:r>
          </a:p>
          <a:p>
            <a:endParaRPr lang="en-US" altLang="en-US" sz="1600" dirty="0"/>
          </a:p>
          <a:p>
            <a:pPr lvl="1"/>
            <a:endParaRPr lang="en-US" altLang="en-US" sz="1600" dirty="0"/>
          </a:p>
          <a:p>
            <a:endParaRPr lang="en-US" altLang="en-US" sz="1800" dirty="0"/>
          </a:p>
          <a:p>
            <a:endParaRPr lang="en-US" altLang="en-US" sz="1800" dirty="0"/>
          </a:p>
          <a:p>
            <a:pPr eaLnBrk="1" hangingPunct="1"/>
            <a:endParaRPr lang="en-US" altLang="en-US" sz="1800" dirty="0"/>
          </a:p>
        </p:txBody>
      </p:sp>
      <p:sp>
        <p:nvSpPr>
          <p:cNvPr id="3" name="Slide Number Placeholder 2">
            <a:extLst>
              <a:ext uri="{FF2B5EF4-FFF2-40B4-BE49-F238E27FC236}">
                <a16:creationId xmlns:a16="http://schemas.microsoft.com/office/drawing/2014/main" id="{6CD127F2-A196-4963-A23D-15A457C2F1B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599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54">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4754">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4754">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75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en-US" altLang="en-US" dirty="0"/>
              <a:t>Paternalism?</a:t>
            </a:r>
          </a:p>
        </p:txBody>
      </p:sp>
      <p:sp>
        <p:nvSpPr>
          <p:cNvPr id="74754" name="Rectangle 3"/>
          <p:cNvSpPr>
            <a:spLocks noGrp="1" noChangeArrowheads="1"/>
          </p:cNvSpPr>
          <p:nvPr>
            <p:ph idx="1"/>
          </p:nvPr>
        </p:nvSpPr>
        <p:spPr>
          <a:xfrm>
            <a:off x="838199" y="1456791"/>
            <a:ext cx="10395857" cy="4755473"/>
          </a:xfrm>
        </p:spPr>
        <p:txBody>
          <a:bodyPr>
            <a:normAutofit/>
          </a:bodyPr>
          <a:lstStyle/>
          <a:p>
            <a:r>
              <a:rPr lang="en-US" altLang="en-US" sz="2000" dirty="0"/>
              <a:t>Interventions based on the </a:t>
            </a:r>
            <a:r>
              <a:rPr lang="en-US" altLang="en-US" sz="2000" i="1" dirty="0"/>
              <a:t>assumption</a:t>
            </a:r>
            <a:r>
              <a:rPr lang="en-US" altLang="en-US" sz="2000" dirty="0"/>
              <a:t> that people may have certain biases may be too paternalistic and infringes on their freedom.</a:t>
            </a:r>
          </a:p>
          <a:p>
            <a:pPr lvl="1"/>
            <a:r>
              <a:rPr lang="en-US" altLang="en-US" sz="1800" dirty="0"/>
              <a:t>E.g. your parents giving you a curfew on staying out. The government banning e-cigarettes.</a:t>
            </a:r>
          </a:p>
          <a:p>
            <a:pPr lvl="1"/>
            <a:endParaRPr lang="en-US" altLang="en-US" sz="1800" dirty="0"/>
          </a:p>
          <a:p>
            <a:r>
              <a:rPr lang="en-US" altLang="en-US" sz="2000" b="1" dirty="0"/>
              <a:t>Nudges</a:t>
            </a:r>
            <a:r>
              <a:rPr lang="en-US" altLang="en-US" sz="2000" dirty="0"/>
              <a:t> (Thaler and Sunstein, 2008), aim to shape the choice context to influence people’s choices to become better without restricting their ability to choose.</a:t>
            </a:r>
            <a:endParaRPr lang="en-US" altLang="en-US" sz="1600" b="1" dirty="0"/>
          </a:p>
          <a:p>
            <a:pPr marL="457200" lvl="1" indent="0">
              <a:buNone/>
            </a:pPr>
            <a:endParaRPr lang="en-US" altLang="en-US" sz="1600" dirty="0"/>
          </a:p>
          <a:p>
            <a:r>
              <a:rPr lang="en-US" altLang="en-US" sz="2000" b="1" dirty="0"/>
              <a:t>Libertarian Paternalism</a:t>
            </a:r>
          </a:p>
          <a:p>
            <a:pPr lvl="1"/>
            <a:r>
              <a:rPr lang="en-US" altLang="en-US" sz="1800" u="sng" dirty="0"/>
              <a:t>Libertarian</a:t>
            </a:r>
            <a:r>
              <a:rPr lang="en-US" altLang="en-US" sz="1800" dirty="0"/>
              <a:t>: policies that maintain or increase freedom of choice.</a:t>
            </a:r>
          </a:p>
          <a:p>
            <a:pPr lvl="1"/>
            <a:r>
              <a:rPr lang="en-US" altLang="en-US" sz="1800" u="sng" dirty="0"/>
              <a:t>Paternalism</a:t>
            </a:r>
            <a:r>
              <a:rPr lang="en-US" altLang="en-US" sz="1800" dirty="0"/>
              <a:t>: influencing choices in a way that “will make choosers better off, as judged by themselves”.</a:t>
            </a:r>
          </a:p>
          <a:p>
            <a:pPr lvl="1"/>
            <a:endParaRPr lang="en-US" altLang="en-US" sz="2000" dirty="0"/>
          </a:p>
          <a:p>
            <a:r>
              <a:rPr lang="en-US" altLang="en-US" sz="2000" dirty="0"/>
              <a:t>Example: changing the default option of a savings plan while still letting people opt out. </a:t>
            </a:r>
            <a:br>
              <a:rPr lang="en-US" altLang="en-US" sz="2000" dirty="0"/>
            </a:br>
            <a:r>
              <a:rPr lang="en-US" altLang="en-US" sz="2000" dirty="0"/>
              <a:t>Seems effective because people do not regret taking the default option.</a:t>
            </a:r>
          </a:p>
          <a:p>
            <a:pPr lvl="1"/>
            <a:endParaRPr lang="en-US" altLang="en-US" sz="2000" dirty="0"/>
          </a:p>
          <a:p>
            <a:pPr lvl="1"/>
            <a:endParaRPr lang="en-US" altLang="en-US" sz="2000" dirty="0"/>
          </a:p>
          <a:p>
            <a:endParaRPr lang="en-US" altLang="en-US" sz="2400" dirty="0"/>
          </a:p>
          <a:p>
            <a:pPr lvl="1"/>
            <a:endParaRPr lang="en-US" altLang="en-US" sz="2000" dirty="0"/>
          </a:p>
          <a:p>
            <a:endParaRPr lang="en-US" altLang="en-US" sz="2400" dirty="0"/>
          </a:p>
          <a:p>
            <a:endParaRPr lang="en-US" altLang="en-US" sz="2400" dirty="0"/>
          </a:p>
          <a:p>
            <a:endParaRPr lang="en-US" altLang="en-US" sz="2000" dirty="0"/>
          </a:p>
          <a:p>
            <a:pPr lvl="1"/>
            <a:endParaRPr lang="en-US" altLang="en-US" sz="2000" dirty="0"/>
          </a:p>
          <a:p>
            <a:endParaRPr lang="en-US" altLang="en-US" sz="2400" dirty="0"/>
          </a:p>
          <a:p>
            <a:endParaRPr lang="en-US" altLang="en-US" sz="2400" dirty="0"/>
          </a:p>
          <a:p>
            <a:pPr eaLnBrk="1" hangingPunct="1"/>
            <a:endParaRPr lang="en-US" altLang="en-US" sz="2400" dirty="0"/>
          </a:p>
        </p:txBody>
      </p:sp>
      <p:sp>
        <p:nvSpPr>
          <p:cNvPr id="3" name="Slide Number Placeholder 2">
            <a:extLst>
              <a:ext uri="{FF2B5EF4-FFF2-40B4-BE49-F238E27FC236}">
                <a16:creationId xmlns:a16="http://schemas.microsoft.com/office/drawing/2014/main" id="{7CB91F1D-4925-47E9-9FBE-50245465BF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0318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5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75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754">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475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en-US" altLang="en-US" dirty="0"/>
              <a:t>Sludges</a:t>
            </a:r>
          </a:p>
        </p:txBody>
      </p:sp>
      <mc:AlternateContent xmlns:mc="http://schemas.openxmlformats.org/markup-compatibility/2006" xmlns:a14="http://schemas.microsoft.com/office/drawing/2010/main">
        <mc:Choice Requires="a14">
          <p:sp>
            <p:nvSpPr>
              <p:cNvPr id="74754" name="Rectangle 3"/>
              <p:cNvSpPr>
                <a:spLocks noGrp="1" noChangeArrowheads="1"/>
              </p:cNvSpPr>
              <p:nvPr>
                <p:ph idx="1"/>
              </p:nvPr>
            </p:nvSpPr>
            <p:spPr>
              <a:xfrm>
                <a:off x="838199" y="1456791"/>
                <a:ext cx="10395857" cy="4755473"/>
              </a:xfrm>
            </p:spPr>
            <p:txBody>
              <a:bodyPr>
                <a:normAutofit/>
              </a:bodyPr>
              <a:lstStyle/>
              <a:p>
                <a:endParaRPr lang="en-US" altLang="en-US" sz="2000"/>
              </a:p>
              <a:p>
                <a:r>
                  <a:rPr lang="en-US" altLang="en-US" sz="2000"/>
                  <a:t>Sludges </a:t>
                </a:r>
                <a:r>
                  <a:rPr lang="en-US" altLang="en-US" sz="2000" dirty="0"/>
                  <a:t>are behavioral interventions that do not have the individual’s best interest in mind. </a:t>
                </a:r>
              </a:p>
              <a:p>
                <a:endParaRPr lang="en-US" altLang="en-US" sz="2000" dirty="0"/>
              </a:p>
              <a:p>
                <a:r>
                  <a:rPr lang="en-US" altLang="en-US" sz="2000" dirty="0"/>
                  <a:t>They exploit people’s cognitive biases via choice architecture, in order to nudge people towards choices that will not necessarily increase their welfare.</a:t>
                </a:r>
              </a:p>
              <a:p>
                <a:endParaRPr lang="en-US" altLang="en-US" sz="2000" dirty="0"/>
              </a:p>
              <a:p>
                <a:r>
                  <a:rPr lang="en-US" altLang="en-US" sz="2000" dirty="0"/>
                  <a:t>For example, certain types of marketing try and exploit your biases in order to optimize their income </a:t>
                </a:r>
                <a14:m>
                  <m:oMath xmlns:m="http://schemas.openxmlformats.org/officeDocument/2006/math">
                    <m:r>
                      <a:rPr lang="en-US" altLang="en-US" sz="2000" b="0" i="1" smtClean="0">
                        <a:latin typeface="Cambria Math" panose="02040503050406030204" pitchFamily="18" charset="0"/>
                      </a:rPr>
                      <m:t>→</m:t>
                    </m:r>
                  </m:oMath>
                </a14:m>
                <a:r>
                  <a:rPr lang="en-US" altLang="en-US" sz="2000" dirty="0"/>
                  <a:t> hopefully you will be more aware of this in your everyday life!</a:t>
                </a:r>
              </a:p>
              <a:p>
                <a:endParaRPr lang="en-US" altLang="en-US" sz="2000" dirty="0"/>
              </a:p>
              <a:p>
                <a:pPr marL="457200" lvl="1" indent="0">
                  <a:buNone/>
                </a:pPr>
                <a:endParaRPr lang="en-US" altLang="en-US" sz="2000" dirty="0"/>
              </a:p>
              <a:p>
                <a:pPr lvl="1"/>
                <a:endParaRPr lang="en-US" altLang="en-US" sz="2000" dirty="0"/>
              </a:p>
              <a:p>
                <a:endParaRPr lang="en-US" altLang="en-US" sz="2400" dirty="0"/>
              </a:p>
              <a:p>
                <a:pPr lvl="1"/>
                <a:endParaRPr lang="en-US" altLang="en-US" sz="2000" dirty="0"/>
              </a:p>
              <a:p>
                <a:endParaRPr lang="en-US" altLang="en-US" sz="2400" dirty="0"/>
              </a:p>
              <a:p>
                <a:endParaRPr lang="en-US" altLang="en-US" sz="2400" dirty="0"/>
              </a:p>
              <a:p>
                <a:endParaRPr lang="en-US" altLang="en-US" sz="2000" dirty="0"/>
              </a:p>
              <a:p>
                <a:pPr lvl="1"/>
                <a:endParaRPr lang="en-US" altLang="en-US" sz="2000" dirty="0"/>
              </a:p>
              <a:p>
                <a:endParaRPr lang="en-US" altLang="en-US" sz="2400" dirty="0"/>
              </a:p>
              <a:p>
                <a:endParaRPr lang="en-US" altLang="en-US" sz="2400" dirty="0"/>
              </a:p>
              <a:p>
                <a:pPr eaLnBrk="1" hangingPunct="1"/>
                <a:endParaRPr lang="en-US" altLang="en-US" sz="2400" dirty="0"/>
              </a:p>
            </p:txBody>
          </p:sp>
        </mc:Choice>
        <mc:Fallback xmlns="">
          <p:sp>
            <p:nvSpPr>
              <p:cNvPr id="74754" name="Rectangle 3"/>
              <p:cNvSpPr>
                <a:spLocks noGrp="1" noRot="1" noChangeAspect="1" noMove="1" noResize="1" noEditPoints="1" noAdjustHandles="1" noChangeArrowheads="1" noChangeShapeType="1" noTextEdit="1"/>
              </p:cNvSpPr>
              <p:nvPr>
                <p:ph idx="1"/>
              </p:nvPr>
            </p:nvSpPr>
            <p:spPr>
              <a:xfrm>
                <a:off x="838199" y="1456791"/>
                <a:ext cx="10395857" cy="4755473"/>
              </a:xfrm>
              <a:blipFill>
                <a:blip r:embed="rId3"/>
                <a:stretch>
                  <a:fillRect l="-469"/>
                </a:stretch>
              </a:blipFill>
            </p:spPr>
            <p:txBody>
              <a:bodyPr/>
              <a:lstStyle/>
              <a:p>
                <a:r>
                  <a:rPr lang="en-SG">
                    <a:noFill/>
                  </a:rPr>
                  <a:t> </a:t>
                </a:r>
              </a:p>
            </p:txBody>
          </p:sp>
        </mc:Fallback>
      </mc:AlternateContent>
      <p:sp>
        <p:nvSpPr>
          <p:cNvPr id="3" name="Slide Number Placeholder 2">
            <a:extLst>
              <a:ext uri="{FF2B5EF4-FFF2-40B4-BE49-F238E27FC236}">
                <a16:creationId xmlns:a16="http://schemas.microsoft.com/office/drawing/2014/main" id="{A5405D32-B98F-47CA-8F82-FD8F10C3855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58716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en-US" altLang="en-US" dirty="0"/>
              <a:t>A case study…?</a:t>
            </a:r>
          </a:p>
        </p:txBody>
      </p:sp>
      <p:sp>
        <p:nvSpPr>
          <p:cNvPr id="3" name="Slide Number Placeholder 2">
            <a:extLst>
              <a:ext uri="{FF2B5EF4-FFF2-40B4-BE49-F238E27FC236}">
                <a16:creationId xmlns:a16="http://schemas.microsoft.com/office/drawing/2014/main" id="{A5405D32-B98F-47CA-8F82-FD8F10C3855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7AAF537-2C88-44CF-C666-D2A4AD460658}"/>
              </a:ext>
            </a:extLst>
          </p:cNvPr>
          <p:cNvSpPr txBox="1"/>
          <p:nvPr/>
        </p:nvSpPr>
        <p:spPr>
          <a:xfrm>
            <a:off x="889107" y="1999580"/>
            <a:ext cx="10037511" cy="1754326"/>
          </a:xfrm>
          <a:prstGeom prst="rect">
            <a:avLst/>
          </a:prstGeom>
          <a:noFill/>
        </p:spPr>
        <p:txBody>
          <a:bodyPr wrap="square" rtlCol="0">
            <a:spAutoFit/>
          </a:bodyPr>
          <a:lstStyle/>
          <a:p>
            <a:r>
              <a:rPr lang="en-SG" sz="1800" i="1" dirty="0">
                <a:effectLst/>
                <a:latin typeface="Arial" panose="020B0604020202020204" pitchFamily="34" charset="0"/>
                <a:ea typeface="Aptos" panose="020B0004020202020204" pitchFamily="34" charset="0"/>
                <a:cs typeface="Aptos" panose="020B0004020202020204" pitchFamily="34" charset="0"/>
              </a:rPr>
              <a:t>“The university has launched a new initiative to encourage greater participation in the SFT.  To encourage more robust feedback from students, we are offering them the opportunity to view their exam results earlier than the usual results release date. Effective this semester (AY24/25, Semester 1), students who complete at least 75% of all their SFT surveys for the semester will receive their examination results earlier, on </a:t>
            </a:r>
            <a:r>
              <a:rPr lang="en-SG" sz="1800" b="1" i="1" dirty="0">
                <a:effectLst/>
                <a:latin typeface="Arial" panose="020B0604020202020204" pitchFamily="34" charset="0"/>
                <a:ea typeface="Aptos" panose="020B0004020202020204" pitchFamily="34" charset="0"/>
                <a:cs typeface="Aptos" panose="020B0004020202020204" pitchFamily="34" charset="0"/>
              </a:rPr>
              <a:t>2 Jan 2025, </a:t>
            </a:r>
            <a:r>
              <a:rPr lang="en-SG" sz="1800" i="1" dirty="0">
                <a:effectLst/>
                <a:latin typeface="Arial" panose="020B0604020202020204" pitchFamily="34" charset="0"/>
                <a:ea typeface="Aptos" panose="020B0004020202020204" pitchFamily="34" charset="0"/>
                <a:cs typeface="Aptos" panose="020B0004020202020204" pitchFamily="34" charset="0"/>
              </a:rPr>
              <a:t>instead of </a:t>
            </a:r>
            <a:r>
              <a:rPr lang="en-SG" sz="1800" b="1" i="1" dirty="0">
                <a:effectLst/>
                <a:latin typeface="Arial" panose="020B0604020202020204" pitchFamily="34" charset="0"/>
                <a:ea typeface="Aptos" panose="020B0004020202020204" pitchFamily="34" charset="0"/>
                <a:cs typeface="Aptos" panose="020B0004020202020204" pitchFamily="34" charset="0"/>
              </a:rPr>
              <a:t>6 Jan 2025.” </a:t>
            </a:r>
            <a:endParaRPr lang="en-SG" sz="1800" i="1" dirty="0">
              <a:effectLst/>
              <a:latin typeface="Aptos" panose="020B0004020202020204" pitchFamily="34" charset="0"/>
              <a:ea typeface="Aptos" panose="020B0004020202020204" pitchFamily="34" charset="0"/>
              <a:cs typeface="Aptos" panose="020B0004020202020204" pitchFamily="34" charset="0"/>
            </a:endParaRPr>
          </a:p>
          <a:p>
            <a:endParaRPr lang="en-SG" dirty="0"/>
          </a:p>
        </p:txBody>
      </p:sp>
      <p:sp>
        <p:nvSpPr>
          <p:cNvPr id="6" name="TextBox 5">
            <a:extLst>
              <a:ext uri="{FF2B5EF4-FFF2-40B4-BE49-F238E27FC236}">
                <a16:creationId xmlns:a16="http://schemas.microsoft.com/office/drawing/2014/main" id="{23A42B06-4F2B-3825-F505-4115E3573FA4}"/>
              </a:ext>
            </a:extLst>
          </p:cNvPr>
          <p:cNvSpPr txBox="1"/>
          <p:nvPr/>
        </p:nvSpPr>
        <p:spPr>
          <a:xfrm>
            <a:off x="1177638" y="4939828"/>
            <a:ext cx="3846374" cy="369332"/>
          </a:xfrm>
          <a:prstGeom prst="rect">
            <a:avLst/>
          </a:prstGeom>
          <a:noFill/>
        </p:spPr>
        <p:txBody>
          <a:bodyPr wrap="none" rtlCol="0">
            <a:spAutoFit/>
          </a:bodyPr>
          <a:lstStyle/>
          <a:p>
            <a:r>
              <a:rPr lang="en-SG" b="1" dirty="0">
                <a:solidFill>
                  <a:srgbClr val="FF0000"/>
                </a:solidFill>
              </a:rPr>
              <a:t>Students want to get results together?</a:t>
            </a:r>
          </a:p>
        </p:txBody>
      </p:sp>
      <p:sp>
        <p:nvSpPr>
          <p:cNvPr id="7" name="TextBox 6">
            <a:extLst>
              <a:ext uri="{FF2B5EF4-FFF2-40B4-BE49-F238E27FC236}">
                <a16:creationId xmlns:a16="http://schemas.microsoft.com/office/drawing/2014/main" id="{D3AC9F4A-D6E2-B122-4961-D08988770F7F}"/>
              </a:ext>
            </a:extLst>
          </p:cNvPr>
          <p:cNvSpPr txBox="1"/>
          <p:nvPr/>
        </p:nvSpPr>
        <p:spPr>
          <a:xfrm>
            <a:off x="6131167" y="4797196"/>
            <a:ext cx="5423857" cy="1200329"/>
          </a:xfrm>
          <a:prstGeom prst="rect">
            <a:avLst/>
          </a:prstGeom>
          <a:noFill/>
        </p:spPr>
        <p:txBody>
          <a:bodyPr wrap="none" rtlCol="0">
            <a:spAutoFit/>
          </a:bodyPr>
          <a:lstStyle/>
          <a:p>
            <a:pPr algn="ctr"/>
            <a:r>
              <a:rPr lang="en-SG" b="1" dirty="0">
                <a:solidFill>
                  <a:srgbClr val="FF0000"/>
                </a:solidFill>
              </a:rPr>
              <a:t>Standard date if comply and late date if do not comply.</a:t>
            </a:r>
          </a:p>
          <a:p>
            <a:pPr algn="ctr"/>
            <a:r>
              <a:rPr lang="en-SG" b="1" dirty="0">
                <a:solidFill>
                  <a:srgbClr val="FF0000"/>
                </a:solidFill>
              </a:rPr>
              <a:t>vs   </a:t>
            </a:r>
          </a:p>
          <a:p>
            <a:pPr algn="ctr"/>
            <a:r>
              <a:rPr lang="en-SG" b="1" dirty="0">
                <a:solidFill>
                  <a:srgbClr val="FF0000"/>
                </a:solidFill>
              </a:rPr>
              <a:t>Early date if comply and standard if do not comply</a:t>
            </a:r>
          </a:p>
          <a:p>
            <a:pPr algn="ctr"/>
            <a:endParaRPr lang="en-SG" b="1" dirty="0">
              <a:solidFill>
                <a:srgbClr val="FF0000"/>
              </a:solidFill>
            </a:endParaRPr>
          </a:p>
        </p:txBody>
      </p:sp>
      <p:sp>
        <p:nvSpPr>
          <p:cNvPr id="8" name="TextBox 7">
            <a:extLst>
              <a:ext uri="{FF2B5EF4-FFF2-40B4-BE49-F238E27FC236}">
                <a16:creationId xmlns:a16="http://schemas.microsoft.com/office/drawing/2014/main" id="{A09ABF3F-FE4C-1F34-C058-3D66C84C22A5}"/>
              </a:ext>
            </a:extLst>
          </p:cNvPr>
          <p:cNvSpPr txBox="1"/>
          <p:nvPr/>
        </p:nvSpPr>
        <p:spPr>
          <a:xfrm>
            <a:off x="2512289" y="5321720"/>
            <a:ext cx="2352182" cy="369332"/>
          </a:xfrm>
          <a:prstGeom prst="rect">
            <a:avLst/>
          </a:prstGeom>
          <a:noFill/>
        </p:spPr>
        <p:txBody>
          <a:bodyPr wrap="none" rtlCol="0">
            <a:spAutoFit/>
          </a:bodyPr>
          <a:lstStyle/>
          <a:p>
            <a:r>
              <a:rPr lang="en-SG" b="1" dirty="0">
                <a:solidFill>
                  <a:srgbClr val="0000FF"/>
                </a:solidFill>
              </a:rPr>
              <a:t>Coordination problem.</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DA759DD-538F-7DF4-EEA5-6D7D6273258A}"/>
                  </a:ext>
                </a:extLst>
              </p:cNvPr>
              <p:cNvSpPr txBox="1"/>
              <p:nvPr/>
            </p:nvSpPr>
            <p:spPr>
              <a:xfrm>
                <a:off x="3251250" y="3878132"/>
                <a:ext cx="3485954" cy="369332"/>
              </a:xfrm>
              <a:prstGeom prst="rect">
                <a:avLst/>
              </a:prstGeom>
              <a:noFill/>
            </p:spPr>
            <p:txBody>
              <a:bodyPr wrap="none" rtlCol="0">
                <a:spAutoFit/>
              </a:bodyPr>
              <a:lstStyle/>
              <a:p>
                <a:r>
                  <a:rPr lang="en-SG" b="1" dirty="0">
                    <a:solidFill>
                      <a:srgbClr val="0000FF"/>
                    </a:solidFill>
                  </a:rPr>
                  <a:t>Completing feedback </a:t>
                </a:r>
                <a14:m>
                  <m:oMath xmlns:m="http://schemas.openxmlformats.org/officeDocument/2006/math">
                    <m:r>
                      <a:rPr lang="en-SG" b="1" i="1" smtClean="0">
                        <a:solidFill>
                          <a:srgbClr val="0000FF"/>
                        </a:solidFill>
                        <a:latin typeface="Cambria Math" panose="02040503050406030204" pitchFamily="18" charset="0"/>
                      </a:rPr>
                      <m:t>→</m:t>
                    </m:r>
                  </m:oMath>
                </a14:m>
                <a:r>
                  <a:rPr lang="en-SG" b="1" dirty="0">
                    <a:solidFill>
                      <a:srgbClr val="0000FF"/>
                    </a:solidFill>
                  </a:rPr>
                  <a:t> “Benefits”</a:t>
                </a:r>
              </a:p>
            </p:txBody>
          </p:sp>
        </mc:Choice>
        <mc:Fallback>
          <p:sp>
            <p:nvSpPr>
              <p:cNvPr id="9" name="TextBox 8">
                <a:extLst>
                  <a:ext uri="{FF2B5EF4-FFF2-40B4-BE49-F238E27FC236}">
                    <a16:creationId xmlns:a16="http://schemas.microsoft.com/office/drawing/2014/main" id="{CDA759DD-538F-7DF4-EEA5-6D7D6273258A}"/>
                  </a:ext>
                </a:extLst>
              </p:cNvPr>
              <p:cNvSpPr txBox="1">
                <a:spLocks noRot="1" noChangeAspect="1" noMove="1" noResize="1" noEditPoints="1" noAdjustHandles="1" noChangeArrowheads="1" noChangeShapeType="1" noTextEdit="1"/>
              </p:cNvSpPr>
              <p:nvPr/>
            </p:nvSpPr>
            <p:spPr>
              <a:xfrm>
                <a:off x="3251250" y="3878132"/>
                <a:ext cx="3485954" cy="369332"/>
              </a:xfrm>
              <a:prstGeom prst="rect">
                <a:avLst/>
              </a:prstGeom>
              <a:blipFill>
                <a:blip r:embed="rId3"/>
                <a:stretch>
                  <a:fillRect l="-1399" t="-8197" r="-1049" b="-24590"/>
                </a:stretch>
              </a:blipFill>
            </p:spPr>
            <p:txBody>
              <a:bodyPr/>
              <a:lstStyle/>
              <a:p>
                <a:r>
                  <a:rPr lang="en-SG">
                    <a:noFill/>
                  </a:rPr>
                  <a:t> </a:t>
                </a:r>
              </a:p>
            </p:txBody>
          </p:sp>
        </mc:Fallback>
      </mc:AlternateContent>
    </p:spTree>
    <p:extLst>
      <p:ext uri="{BB962C8B-B14F-4D97-AF65-F5344CB8AC3E}">
        <p14:creationId xmlns:p14="http://schemas.microsoft.com/office/powerpoint/2010/main" val="57481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en-US" altLang="en-US" dirty="0"/>
              <a:t>Key Learning Outcomes</a:t>
            </a:r>
          </a:p>
        </p:txBody>
      </p:sp>
      <p:sp>
        <p:nvSpPr>
          <p:cNvPr id="74754" name="Rectangle 3"/>
          <p:cNvSpPr>
            <a:spLocks noGrp="1" noChangeArrowheads="1"/>
          </p:cNvSpPr>
          <p:nvPr>
            <p:ph idx="1"/>
          </p:nvPr>
        </p:nvSpPr>
        <p:spPr>
          <a:xfrm>
            <a:off x="838199" y="1456791"/>
            <a:ext cx="10395857" cy="4755473"/>
          </a:xfrm>
        </p:spPr>
        <p:txBody>
          <a:bodyPr>
            <a:normAutofit/>
          </a:bodyPr>
          <a:lstStyle/>
          <a:p>
            <a:endParaRPr lang="en-US" altLang="en-US" sz="2000" dirty="0"/>
          </a:p>
          <a:p>
            <a:r>
              <a:rPr lang="en-US" altLang="en-US" sz="2000" dirty="0"/>
              <a:t>How does actual human </a:t>
            </a:r>
            <a:r>
              <a:rPr lang="en-US" altLang="en-US" sz="2000" dirty="0" err="1"/>
              <a:t>behaviour</a:t>
            </a:r>
            <a:r>
              <a:rPr lang="en-US" altLang="en-US" sz="2000" dirty="0"/>
              <a:t> deviates from standard rational </a:t>
            </a:r>
            <a:r>
              <a:rPr lang="en-US" altLang="en-US" sz="2000" dirty="0" err="1"/>
              <a:t>behaviour</a:t>
            </a:r>
            <a:r>
              <a:rPr lang="en-US" altLang="en-US" sz="2000" dirty="0"/>
              <a:t>?</a:t>
            </a:r>
          </a:p>
          <a:p>
            <a:endParaRPr lang="en-US" altLang="en-US" sz="2000" dirty="0"/>
          </a:p>
          <a:p>
            <a:r>
              <a:rPr lang="en-US" altLang="en-US" sz="2000" dirty="0"/>
              <a:t>What are the alternative models/theories which are used to explain this in the literature?</a:t>
            </a:r>
          </a:p>
          <a:p>
            <a:endParaRPr lang="en-US" altLang="en-US" sz="2000" dirty="0"/>
          </a:p>
          <a:p>
            <a:r>
              <a:rPr lang="en-US" altLang="en-US" sz="2000" dirty="0"/>
              <a:t>Be able to identify scenarios where </a:t>
            </a:r>
            <a:r>
              <a:rPr lang="en-US" altLang="en-US" sz="2000" dirty="0" err="1"/>
              <a:t>behavioural</a:t>
            </a:r>
            <a:r>
              <a:rPr lang="en-US" altLang="en-US" sz="2000" dirty="0"/>
              <a:t> economics can be applied.</a:t>
            </a:r>
          </a:p>
          <a:p>
            <a:endParaRPr lang="en-US" altLang="en-US" sz="2000" dirty="0"/>
          </a:p>
          <a:p>
            <a:pPr lvl="1"/>
            <a:endParaRPr lang="en-US" altLang="en-US" sz="2000" dirty="0"/>
          </a:p>
          <a:p>
            <a:pPr lvl="1"/>
            <a:endParaRPr lang="en-US" altLang="en-US" sz="2000" dirty="0"/>
          </a:p>
          <a:p>
            <a:endParaRPr lang="en-US" altLang="en-US" sz="2400" dirty="0"/>
          </a:p>
          <a:p>
            <a:pPr lvl="1"/>
            <a:endParaRPr lang="en-US" altLang="en-US" sz="2000" dirty="0"/>
          </a:p>
          <a:p>
            <a:endParaRPr lang="en-US" altLang="en-US" sz="2400" dirty="0"/>
          </a:p>
          <a:p>
            <a:endParaRPr lang="en-US" altLang="en-US" sz="2400" dirty="0"/>
          </a:p>
          <a:p>
            <a:endParaRPr lang="en-US" altLang="en-US" sz="2000" dirty="0"/>
          </a:p>
          <a:p>
            <a:pPr lvl="1"/>
            <a:endParaRPr lang="en-US" altLang="en-US" sz="2000" dirty="0"/>
          </a:p>
          <a:p>
            <a:endParaRPr lang="en-US" altLang="en-US" sz="2400" dirty="0"/>
          </a:p>
          <a:p>
            <a:endParaRPr lang="en-US" altLang="en-US" sz="2400" dirty="0"/>
          </a:p>
          <a:p>
            <a:pPr eaLnBrk="1" hangingPunct="1"/>
            <a:endParaRPr lang="en-US" altLang="en-US" sz="2400" dirty="0"/>
          </a:p>
        </p:txBody>
      </p:sp>
      <p:sp>
        <p:nvSpPr>
          <p:cNvPr id="3" name="Slide Number Placeholder 2">
            <a:extLst>
              <a:ext uri="{FF2B5EF4-FFF2-40B4-BE49-F238E27FC236}">
                <a16:creationId xmlns:a16="http://schemas.microsoft.com/office/drawing/2014/main" id="{DE4C5C9F-99FF-43B1-9A06-CA4E8C8AAC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8900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p:txBody>
          <a:bodyPr/>
          <a:lstStyle/>
          <a:p>
            <a:pPr eaLnBrk="1" hangingPunct="1"/>
            <a:r>
              <a:rPr lang="en-US" altLang="en-US" dirty="0"/>
              <a:t>References</a:t>
            </a:r>
          </a:p>
        </p:txBody>
      </p:sp>
      <p:sp>
        <p:nvSpPr>
          <p:cNvPr id="74754" name="Rectangle 3"/>
          <p:cNvSpPr>
            <a:spLocks noGrp="1" noChangeArrowheads="1"/>
          </p:cNvSpPr>
          <p:nvPr>
            <p:ph idx="1"/>
          </p:nvPr>
        </p:nvSpPr>
        <p:spPr>
          <a:xfrm>
            <a:off x="838199" y="1456791"/>
            <a:ext cx="10395857" cy="4755473"/>
          </a:xfrm>
        </p:spPr>
        <p:txBody>
          <a:bodyPr>
            <a:normAutofit/>
          </a:bodyPr>
          <a:lstStyle/>
          <a:p>
            <a:endParaRPr lang="en-US" altLang="en-US" sz="2000" dirty="0"/>
          </a:p>
          <a:p>
            <a:r>
              <a:rPr lang="en-US" altLang="en-US" sz="2000" dirty="0"/>
              <a:t>Varian, Chapter 31 (contains some material covered here)</a:t>
            </a:r>
          </a:p>
          <a:p>
            <a:r>
              <a:rPr lang="en-US" altLang="en-US" sz="2000" dirty="0"/>
              <a:t>Raj Chetty; 2015, Behavioral Economics and Public Policy: A Pragmatic Perspective </a:t>
            </a:r>
          </a:p>
          <a:p>
            <a:pPr lvl="1"/>
            <a:endParaRPr lang="en-US" altLang="en-US" sz="2000" dirty="0"/>
          </a:p>
          <a:p>
            <a:pPr lvl="1"/>
            <a:endParaRPr lang="en-US" altLang="en-US" sz="2000" dirty="0"/>
          </a:p>
          <a:p>
            <a:endParaRPr lang="en-US" altLang="en-US" sz="2400" dirty="0"/>
          </a:p>
          <a:p>
            <a:pPr lvl="1"/>
            <a:endParaRPr lang="en-US" altLang="en-US" sz="2000" dirty="0"/>
          </a:p>
          <a:p>
            <a:endParaRPr lang="en-US" altLang="en-US" sz="2400" dirty="0"/>
          </a:p>
          <a:p>
            <a:endParaRPr lang="en-US" altLang="en-US" sz="2400" dirty="0"/>
          </a:p>
          <a:p>
            <a:endParaRPr lang="en-US" altLang="en-US" sz="2000" dirty="0"/>
          </a:p>
          <a:p>
            <a:pPr lvl="1"/>
            <a:endParaRPr lang="en-US" altLang="en-US" sz="2000" dirty="0"/>
          </a:p>
          <a:p>
            <a:endParaRPr lang="en-US" altLang="en-US" sz="2400" dirty="0"/>
          </a:p>
          <a:p>
            <a:endParaRPr lang="en-US" altLang="en-US" sz="2400" dirty="0"/>
          </a:p>
          <a:p>
            <a:pPr eaLnBrk="1" hangingPunct="1"/>
            <a:endParaRPr lang="en-US" altLang="en-US" sz="2400" dirty="0"/>
          </a:p>
        </p:txBody>
      </p:sp>
      <p:sp>
        <p:nvSpPr>
          <p:cNvPr id="3" name="Slide Number Placeholder 2">
            <a:extLst>
              <a:ext uri="{FF2B5EF4-FFF2-40B4-BE49-F238E27FC236}">
                <a16:creationId xmlns:a16="http://schemas.microsoft.com/office/drawing/2014/main" id="{DE4C5C9F-99FF-43B1-9A06-CA4E8C8AAC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E4FDB-6AE6-4F17-A2E1-10F150AE06B6}" type="slidenum">
              <a:rPr kumimoji="0" lang="en-GB" sz="1200" b="1"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4589040"/>
      </p:ext>
    </p:extLst>
  </p:cSld>
  <p:clrMapOvr>
    <a:masterClrMapping/>
  </p:clrMapOvr>
</p:sld>
</file>

<file path=ppt/theme/theme1.xml><?xml version="1.0" encoding="utf-8"?>
<a:theme xmlns:a="http://schemas.openxmlformats.org/drawingml/2006/main" name="BrushVTI">
  <a:themeElements>
    <a:clrScheme name="AnalogousFromLightSeedLeftStep">
      <a:dk1>
        <a:srgbClr val="000000"/>
      </a:dk1>
      <a:lt1>
        <a:srgbClr val="FFFFFF"/>
      </a:lt1>
      <a:dk2>
        <a:srgbClr val="233A3E"/>
      </a:dk2>
      <a:lt2>
        <a:srgbClr val="E8E5E2"/>
      </a:lt2>
      <a:accent1>
        <a:srgbClr val="72A3E5"/>
      </a:accent1>
      <a:accent2>
        <a:srgbClr val="3EAFC3"/>
      </a:accent2>
      <a:accent3>
        <a:srgbClr val="4BB398"/>
      </a:accent3>
      <a:accent4>
        <a:srgbClr val="45B669"/>
      </a:accent4>
      <a:accent5>
        <a:srgbClr val="50B645"/>
      </a:accent5>
      <a:accent6>
        <a:srgbClr val="7CB045"/>
      </a:accent6>
      <a:hlink>
        <a:srgbClr val="997E5C"/>
      </a:hlink>
      <a:folHlink>
        <a:srgbClr val="7F7F7F"/>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188</TotalTime>
  <Words>2553</Words>
  <Application>Microsoft Office PowerPoint</Application>
  <PresentationFormat>Widescreen</PresentationFormat>
  <Paragraphs>336</Paragraphs>
  <Slides>30</Slides>
  <Notes>14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30</vt:i4>
      </vt:variant>
    </vt:vector>
  </HeadingPairs>
  <TitlesOfParts>
    <vt:vector size="41" baseType="lpstr">
      <vt:lpstr>Aptos</vt:lpstr>
      <vt:lpstr>Arial</vt:lpstr>
      <vt:lpstr>Calibri</vt:lpstr>
      <vt:lpstr>Calibri Light</vt:lpstr>
      <vt:lpstr>Cambria Math</vt:lpstr>
      <vt:lpstr>Century Gothic</vt:lpstr>
      <vt:lpstr>Symbol</vt:lpstr>
      <vt:lpstr>Tahoma</vt:lpstr>
      <vt:lpstr>Times New Roman</vt:lpstr>
      <vt:lpstr>BrushVTI</vt:lpstr>
      <vt:lpstr>Office Theme</vt:lpstr>
      <vt:lpstr>Behavioral Economics</vt:lpstr>
      <vt:lpstr>The Standard Rational Choice Model</vt:lpstr>
      <vt:lpstr>What Is Behavioral Economics?</vt:lpstr>
      <vt:lpstr>Limited Cognitive Resources?</vt:lpstr>
      <vt:lpstr>The Paradox of Choice</vt:lpstr>
      <vt:lpstr>Cognitive constraints</vt:lpstr>
      <vt:lpstr>Framing Effects  </vt:lpstr>
      <vt:lpstr>Reference Points</vt:lpstr>
      <vt:lpstr>Reference Points</vt:lpstr>
      <vt:lpstr>Accounting for reference points</vt:lpstr>
      <vt:lpstr>Non-standard Decision making under uncertainty</vt:lpstr>
      <vt:lpstr>Non-linear probability weights</vt:lpstr>
      <vt:lpstr>Non-linear probability weights</vt:lpstr>
      <vt:lpstr>The Gambler’s Fallacy</vt:lpstr>
      <vt:lpstr>The Hot Hand Fallacy</vt:lpstr>
      <vt:lpstr>Non-Standard  Intertemporal Preferences</vt:lpstr>
      <vt:lpstr>Time-Inconsistency</vt:lpstr>
      <vt:lpstr>Time-Inconsistency</vt:lpstr>
      <vt:lpstr>Time-Inconsistency</vt:lpstr>
      <vt:lpstr>Social Preferences</vt:lpstr>
      <vt:lpstr>Altruism</vt:lpstr>
      <vt:lpstr>Fairness</vt:lpstr>
      <vt:lpstr>Social Utility</vt:lpstr>
      <vt:lpstr>Applications</vt:lpstr>
      <vt:lpstr>Welfare implications (Chetty, 2015)</vt:lpstr>
      <vt:lpstr>Paternalism?</vt:lpstr>
      <vt:lpstr>Sludges</vt:lpstr>
      <vt:lpstr>A case study…?</vt:lpstr>
      <vt:lpstr>Key Learning Outcomes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Yeo</dc:creator>
  <cp:lastModifiedBy>Jonathan Yeo</cp:lastModifiedBy>
  <cp:revision>1</cp:revision>
  <dcterms:created xsi:type="dcterms:W3CDTF">2024-11-08T08:57:54Z</dcterms:created>
  <dcterms:modified xsi:type="dcterms:W3CDTF">2024-11-11T03:45:07Z</dcterms:modified>
</cp:coreProperties>
</file>