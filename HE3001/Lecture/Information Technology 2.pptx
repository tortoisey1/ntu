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47" r:id="rId2"/>
    <p:sldId id="1008" r:id="rId3"/>
    <p:sldId id="1032" r:id="rId4"/>
    <p:sldId id="1012" r:id="rId5"/>
    <p:sldId id="1013" r:id="rId6"/>
    <p:sldId id="1015" r:id="rId7"/>
    <p:sldId id="1031" r:id="rId8"/>
    <p:sldId id="1016" r:id="rId9"/>
    <p:sldId id="1014" r:id="rId10"/>
    <p:sldId id="1033" r:id="rId11"/>
    <p:sldId id="1034" r:id="rId12"/>
    <p:sldId id="1018" r:id="rId13"/>
    <p:sldId id="1022" r:id="rId14"/>
    <p:sldId id="991" r:id="rId15"/>
    <p:sldId id="319" r:id="rId16"/>
    <p:sldId id="320" r:id="rId17"/>
    <p:sldId id="996" r:id="rId18"/>
    <p:sldId id="326" r:id="rId19"/>
    <p:sldId id="997" r:id="rId20"/>
    <p:sldId id="1020" r:id="rId21"/>
    <p:sldId id="1035" r:id="rId22"/>
    <p:sldId id="415" r:id="rId23"/>
    <p:sldId id="1036" r:id="rId24"/>
    <p:sldId id="1037" r:id="rId25"/>
    <p:sldId id="998" r:id="rId26"/>
    <p:sldId id="1025" r:id="rId27"/>
    <p:sldId id="349" r:id="rId28"/>
    <p:sldId id="366" r:id="rId29"/>
    <p:sldId id="1038" r:id="rId30"/>
    <p:sldId id="1026" r:id="rId31"/>
    <p:sldId id="369" r:id="rId32"/>
    <p:sldId id="1004" r:id="rId33"/>
    <p:sldId id="1005" r:id="rId34"/>
    <p:sldId id="1006" r:id="rId35"/>
    <p:sldId id="1028" r:id="rId36"/>
    <p:sldId id="1019" r:id="rId37"/>
    <p:sldId id="102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7E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84BBB-D260-4B00-BC4D-BD0FD70D9712}" v="1916" dt="2024-10-31T04:44:34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82" autoAdjust="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259B2179-0BCC-47BE-BC28-E61390C4E3E6}"/>
    <pc:docChg chg="modSld">
      <pc:chgData name="Yeo Xiong Wei, Jonathan" userId="ac2b658e-7ce1-44bb-9f9f-bf4198ceaa29" providerId="ADAL" clId="{259B2179-0BCC-47BE-BC28-E61390C4E3E6}" dt="2022-10-13T09:59:45.845" v="135" actId="404"/>
      <pc:docMkLst>
        <pc:docMk/>
      </pc:docMkLst>
      <pc:sldChg chg="modSp modAnim">
        <pc:chgData name="Yeo Xiong Wei, Jonathan" userId="ac2b658e-7ce1-44bb-9f9f-bf4198ceaa29" providerId="ADAL" clId="{259B2179-0BCC-47BE-BC28-E61390C4E3E6}" dt="2022-10-13T09:55:32.204" v="1"/>
        <pc:sldMkLst>
          <pc:docMk/>
          <pc:sldMk cId="2651268871" sldId="1012"/>
        </pc:sldMkLst>
        <pc:spChg chg="mod">
          <ac:chgData name="Yeo Xiong Wei, Jonathan" userId="ac2b658e-7ce1-44bb-9f9f-bf4198ceaa29" providerId="ADAL" clId="{259B2179-0BCC-47BE-BC28-E61390C4E3E6}" dt="2022-10-13T09:55:28.043" v="0" actId="113"/>
          <ac:spMkLst>
            <pc:docMk/>
            <pc:sldMk cId="2651268871" sldId="1012"/>
            <ac:spMk id="3" creationId="{D195060D-B1A5-D17B-DB0B-CBF6A0833656}"/>
          </ac:spMkLst>
        </pc:spChg>
      </pc:sldChg>
      <pc:sldChg chg="modSp">
        <pc:chgData name="Yeo Xiong Wei, Jonathan" userId="ac2b658e-7ce1-44bb-9f9f-bf4198ceaa29" providerId="ADAL" clId="{259B2179-0BCC-47BE-BC28-E61390C4E3E6}" dt="2022-10-13T09:55:53.330" v="9" actId="20577"/>
        <pc:sldMkLst>
          <pc:docMk/>
          <pc:sldMk cId="916613523" sldId="1013"/>
        </pc:sldMkLst>
        <pc:spChg chg="mod">
          <ac:chgData name="Yeo Xiong Wei, Jonathan" userId="ac2b658e-7ce1-44bb-9f9f-bf4198ceaa29" providerId="ADAL" clId="{259B2179-0BCC-47BE-BC28-E61390C4E3E6}" dt="2022-10-13T09:55:53.330" v="9" actId="20577"/>
          <ac:spMkLst>
            <pc:docMk/>
            <pc:sldMk cId="916613523" sldId="1013"/>
            <ac:spMk id="3" creationId="{D195060D-B1A5-D17B-DB0B-CBF6A0833656}"/>
          </ac:spMkLst>
        </pc:spChg>
      </pc:sldChg>
      <pc:sldChg chg="modSp mod">
        <pc:chgData name="Yeo Xiong Wei, Jonathan" userId="ac2b658e-7ce1-44bb-9f9f-bf4198ceaa29" providerId="ADAL" clId="{259B2179-0BCC-47BE-BC28-E61390C4E3E6}" dt="2022-10-13T09:59:45.845" v="135" actId="404"/>
        <pc:sldMkLst>
          <pc:docMk/>
          <pc:sldMk cId="3306958921" sldId="1015"/>
        </pc:sldMkLst>
        <pc:spChg chg="mod">
          <ac:chgData name="Yeo Xiong Wei, Jonathan" userId="ac2b658e-7ce1-44bb-9f9f-bf4198ceaa29" providerId="ADAL" clId="{259B2179-0BCC-47BE-BC28-E61390C4E3E6}" dt="2022-10-13T09:59:45.845" v="135" actId="404"/>
          <ac:spMkLst>
            <pc:docMk/>
            <pc:sldMk cId="3306958921" sldId="1015"/>
            <ac:spMk id="13" creationId="{AD684B2A-297A-DEB0-6C30-BBD46040ABCA}"/>
          </ac:spMkLst>
        </pc:spChg>
      </pc:sldChg>
      <pc:sldChg chg="modSp">
        <pc:chgData name="Yeo Xiong Wei, Jonathan" userId="ac2b658e-7ce1-44bb-9f9f-bf4198ceaa29" providerId="ADAL" clId="{259B2179-0BCC-47BE-BC28-E61390C4E3E6}" dt="2022-10-13T09:56:01.816" v="13" actId="20577"/>
        <pc:sldMkLst>
          <pc:docMk/>
          <pc:sldMk cId="302861532" sldId="1016"/>
        </pc:sldMkLst>
        <pc:spChg chg="mod">
          <ac:chgData name="Yeo Xiong Wei, Jonathan" userId="ac2b658e-7ce1-44bb-9f9f-bf4198ceaa29" providerId="ADAL" clId="{259B2179-0BCC-47BE-BC28-E61390C4E3E6}" dt="2022-10-13T09:55:59.663" v="11" actId="20577"/>
          <ac:spMkLst>
            <pc:docMk/>
            <pc:sldMk cId="302861532" sldId="1016"/>
            <ac:spMk id="3" creationId="{EBDF4A38-8842-3349-A2E0-084DD0D4CC0A}"/>
          </ac:spMkLst>
        </pc:spChg>
        <pc:spChg chg="mod">
          <ac:chgData name="Yeo Xiong Wei, Jonathan" userId="ac2b658e-7ce1-44bb-9f9f-bf4198ceaa29" providerId="ADAL" clId="{259B2179-0BCC-47BE-BC28-E61390C4E3E6}" dt="2022-10-13T09:56:01.816" v="13" actId="20577"/>
          <ac:spMkLst>
            <pc:docMk/>
            <pc:sldMk cId="302861532" sldId="1016"/>
            <ac:spMk id="15" creationId="{DF85F657-A2D0-B163-CAEF-D820C6B5045A}"/>
          </ac:spMkLst>
        </pc:spChg>
      </pc:sldChg>
    </pc:docChg>
  </pc:docChgLst>
  <pc:docChgLst>
    <pc:chgData name="Yeo Xiong Wei, Jonathan" userId="ac2b658e-7ce1-44bb-9f9f-bf4198ceaa29" providerId="ADAL" clId="{A25534FF-E287-4E96-9807-F28E6C98FFB8}"/>
    <pc:docChg chg="undo custSel addSld delSld modSld sldOrd">
      <pc:chgData name="Yeo Xiong Wei, Jonathan" userId="ac2b658e-7ce1-44bb-9f9f-bf4198ceaa29" providerId="ADAL" clId="{A25534FF-E287-4E96-9807-F28E6C98FFB8}" dt="2022-10-25T11:32:15.881" v="6035" actId="478"/>
      <pc:docMkLst>
        <pc:docMk/>
      </pc:docMkLst>
      <pc:sldChg chg="addSp delSp mod modAnim">
        <pc:chgData name="Yeo Xiong Wei, Jonathan" userId="ac2b658e-7ce1-44bb-9f9f-bf4198ceaa29" providerId="ADAL" clId="{A25534FF-E287-4E96-9807-F28E6C98FFB8}" dt="2022-10-25T11:32:04.947" v="6032" actId="478"/>
        <pc:sldMkLst>
          <pc:docMk/>
          <pc:sldMk cId="3204475275" sldId="319"/>
        </pc:sldMkLst>
        <pc:inkChg chg="add del">
          <ac:chgData name="Yeo Xiong Wei, Jonathan" userId="ac2b658e-7ce1-44bb-9f9f-bf4198ceaa29" providerId="ADAL" clId="{A25534FF-E287-4E96-9807-F28E6C98FFB8}" dt="2022-10-25T11:32:04.947" v="6032" actId="478"/>
          <ac:inkMkLst>
            <pc:docMk/>
            <pc:sldMk cId="3204475275" sldId="319"/>
            <ac:inkMk id="3" creationId="{B566417D-5AAA-8330-0E26-C70A0F605F2E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11:32:02.714" v="6031" actId="478"/>
        <pc:sldMkLst>
          <pc:docMk/>
          <pc:sldMk cId="3286780022" sldId="320"/>
        </pc:sldMkLst>
        <pc:spChg chg="mod">
          <ac:chgData name="Yeo Xiong Wei, Jonathan" userId="ac2b658e-7ce1-44bb-9f9f-bf4198ceaa29" providerId="ADAL" clId="{A25534FF-E287-4E96-9807-F28E6C98FFB8}" dt="2022-10-21T07:16:19.658" v="2333" actId="113"/>
          <ac:spMkLst>
            <pc:docMk/>
            <pc:sldMk cId="3286780022" sldId="320"/>
            <ac:spMk id="50178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2:02.714" v="6031" actId="478"/>
          <ac:inkMkLst>
            <pc:docMk/>
            <pc:sldMk cId="3286780022" sldId="320"/>
            <ac:inkMk id="3" creationId="{3293C9E5-FBCE-3AEF-A0E4-42D923693616}"/>
          </ac:inkMkLst>
        </pc:inkChg>
      </pc:sldChg>
      <pc:sldChg chg="addSp delSp modSp mod modAnim modNotesTx">
        <pc:chgData name="Yeo Xiong Wei, Jonathan" userId="ac2b658e-7ce1-44bb-9f9f-bf4198ceaa29" providerId="ADAL" clId="{A25534FF-E287-4E96-9807-F28E6C98FFB8}" dt="2022-10-25T11:31:57.388" v="6029" actId="478"/>
        <pc:sldMkLst>
          <pc:docMk/>
          <pc:sldMk cId="3245279371" sldId="326"/>
        </pc:sldMkLst>
        <pc:spChg chg="mod">
          <ac:chgData name="Yeo Xiong Wei, Jonathan" userId="ac2b658e-7ce1-44bb-9f9f-bf4198ceaa29" providerId="ADAL" clId="{A25534FF-E287-4E96-9807-F28E6C98FFB8}" dt="2022-10-15T14:41:12.632" v="2315" actId="20577"/>
          <ac:spMkLst>
            <pc:docMk/>
            <pc:sldMk cId="3245279371" sldId="326"/>
            <ac:spMk id="56322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1:57.388" v="6029" actId="478"/>
          <ac:inkMkLst>
            <pc:docMk/>
            <pc:sldMk cId="3245279371" sldId="326"/>
            <ac:inkMk id="3" creationId="{B6F0CB0C-8F55-32DD-2892-BF500868DAC0}"/>
          </ac:inkMkLst>
        </pc:inkChg>
      </pc:sldChg>
      <pc:sldChg chg="modSp mod">
        <pc:chgData name="Yeo Xiong Wei, Jonathan" userId="ac2b658e-7ce1-44bb-9f9f-bf4198ceaa29" providerId="ADAL" clId="{A25534FF-E287-4E96-9807-F28E6C98FFB8}" dt="2022-10-15T14:33:35.452" v="2255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A25534FF-E287-4E96-9807-F28E6C98FFB8}" dt="2022-10-15T14:33:35.452" v="2255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A25534FF-E287-4E96-9807-F28E6C98FFB8}" dt="2022-10-25T11:30:53.332" v="6006" actId="478"/>
        <pc:sldMkLst>
          <pc:docMk/>
          <pc:sldMk cId="613747932" sldId="350"/>
        </pc:sldMkLst>
        <pc:spChg chg="mod">
          <ac:chgData name="Yeo Xiong Wei, Jonathan" userId="ac2b658e-7ce1-44bb-9f9f-bf4198ceaa29" providerId="ADAL" clId="{A25534FF-E287-4E96-9807-F28E6C98FFB8}" dt="2022-10-21T07:28:39.797" v="2550" actId="20577"/>
          <ac:spMkLst>
            <pc:docMk/>
            <pc:sldMk cId="613747932" sldId="350"/>
            <ac:spMk id="80898" creationId="{00000000-0000-0000-0000-000000000000}"/>
          </ac:spMkLst>
        </pc:spChg>
        <pc:picChg chg="mod">
          <ac:chgData name="Yeo Xiong Wei, Jonathan" userId="ac2b658e-7ce1-44bb-9f9f-bf4198ceaa29" providerId="ADAL" clId="{A25534FF-E287-4E96-9807-F28E6C98FFB8}" dt="2022-10-15T14:27:39.580" v="2013" actId="1076"/>
          <ac:picMkLst>
            <pc:docMk/>
            <pc:sldMk cId="613747932" sldId="350"/>
            <ac:picMk id="5" creationId="{F40B358A-B747-4896-BCE4-75106F1F097E}"/>
          </ac:picMkLst>
        </pc:picChg>
        <pc:inkChg chg="add del">
          <ac:chgData name="Yeo Xiong Wei, Jonathan" userId="ac2b658e-7ce1-44bb-9f9f-bf4198ceaa29" providerId="ADAL" clId="{A25534FF-E287-4E96-9807-F28E6C98FFB8}" dt="2022-10-25T11:30:53.332" v="6006" actId="478"/>
          <ac:inkMkLst>
            <pc:docMk/>
            <pc:sldMk cId="613747932" sldId="350"/>
            <ac:inkMk id="3" creationId="{39B31393-33B7-8603-00F0-487D6AB79674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11:30:35.435" v="5995" actId="478"/>
        <pc:sldMkLst>
          <pc:docMk/>
          <pc:sldMk cId="2098012594" sldId="366"/>
        </pc:sldMkLst>
        <pc:spChg chg="mod">
          <ac:chgData name="Yeo Xiong Wei, Jonathan" userId="ac2b658e-7ce1-44bb-9f9f-bf4198ceaa29" providerId="ADAL" clId="{A25534FF-E287-4E96-9807-F28E6C98FFB8}" dt="2022-10-21T09:43:36.546" v="4866" actId="6549"/>
          <ac:spMkLst>
            <pc:docMk/>
            <pc:sldMk cId="2098012594" sldId="366"/>
            <ac:spMk id="97282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0:35.435" v="5995" actId="478"/>
          <ac:inkMkLst>
            <pc:docMk/>
            <pc:sldMk cId="2098012594" sldId="366"/>
            <ac:inkMk id="3" creationId="{EA75BBB5-CF58-B37D-1859-22C1A8927FBA}"/>
          </ac:inkMkLst>
        </pc:inkChg>
      </pc:sldChg>
      <pc:sldChg chg="addSp delSp modSp mod modNotesTx">
        <pc:chgData name="Yeo Xiong Wei, Jonathan" userId="ac2b658e-7ce1-44bb-9f9f-bf4198ceaa29" providerId="ADAL" clId="{A25534FF-E287-4E96-9807-F28E6C98FFB8}" dt="2022-10-25T11:30:30.620" v="5994" actId="478"/>
        <pc:sldMkLst>
          <pc:docMk/>
          <pc:sldMk cId="3178832480" sldId="369"/>
        </pc:sldMkLst>
        <pc:spChg chg="mod">
          <ac:chgData name="Yeo Xiong Wei, Jonathan" userId="ac2b658e-7ce1-44bb-9f9f-bf4198ceaa29" providerId="ADAL" clId="{A25534FF-E287-4E96-9807-F28E6C98FFB8}" dt="2022-10-21T09:55:40.329" v="5606" actId="20577"/>
          <ac:spMkLst>
            <pc:docMk/>
            <pc:sldMk cId="3178832480" sldId="369"/>
            <ac:spMk id="10035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0:30.620" v="5994" actId="478"/>
          <ac:inkMkLst>
            <pc:docMk/>
            <pc:sldMk cId="3178832480" sldId="369"/>
            <ac:inkMk id="3" creationId="{0F9021A5-C1D4-0295-148B-0B6253BBCA08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25T11:31:38.962" v="6024" actId="1036"/>
        <pc:sldMkLst>
          <pc:docMk/>
          <pc:sldMk cId="2874127277" sldId="389"/>
        </pc:sldMkLst>
        <pc:spChg chg="add mod">
          <ac:chgData name="Yeo Xiong Wei, Jonathan" userId="ac2b658e-7ce1-44bb-9f9f-bf4198ceaa29" providerId="ADAL" clId="{A25534FF-E287-4E96-9807-F28E6C98FFB8}" dt="2022-10-25T11:31:38.962" v="6024" actId="1036"/>
          <ac:spMkLst>
            <pc:docMk/>
            <pc:sldMk cId="2874127277" sldId="389"/>
            <ac:spMk id="6" creationId="{28D687A8-45B7-DF24-FD8E-C466175C60C1}"/>
          </ac:spMkLst>
        </pc:spChg>
        <pc:picChg chg="add del mod">
          <ac:chgData name="Yeo Xiong Wei, Jonathan" userId="ac2b658e-7ce1-44bb-9f9f-bf4198ceaa29" providerId="ADAL" clId="{A25534FF-E287-4E96-9807-F28E6C98FFB8}" dt="2022-10-25T11:31:24.195" v="6016"/>
          <ac:picMkLst>
            <pc:docMk/>
            <pc:sldMk cId="2874127277" sldId="389"/>
            <ac:picMk id="5" creationId="{305BA13E-A301-CB26-E1DB-91F86F1954BB}"/>
          </ac:picMkLst>
        </pc:picChg>
      </pc:sldChg>
      <pc:sldChg chg="addSp delSp modSp add mod">
        <pc:chgData name="Yeo Xiong Wei, Jonathan" userId="ac2b658e-7ce1-44bb-9f9f-bf4198ceaa29" providerId="ADAL" clId="{A25534FF-E287-4E96-9807-F28E6C98FFB8}" dt="2022-10-25T11:31:51.732" v="6027" actId="478"/>
        <pc:sldMkLst>
          <pc:docMk/>
          <pc:sldMk cId="4146181364" sldId="415"/>
        </pc:sldMkLst>
        <pc:spChg chg="mod">
          <ac:chgData name="Yeo Xiong Wei, Jonathan" userId="ac2b658e-7ce1-44bb-9f9f-bf4198ceaa29" providerId="ADAL" clId="{A25534FF-E287-4E96-9807-F28E6C98FFB8}" dt="2022-10-21T07:46:39.282" v="3793" actId="20577"/>
          <ac:spMkLst>
            <pc:docMk/>
            <pc:sldMk cId="4146181364" sldId="415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A25534FF-E287-4E96-9807-F28E6C98FFB8}" dt="2022-10-21T07:48:18.838" v="3932" actId="20577"/>
          <ac:spMkLst>
            <pc:docMk/>
            <pc:sldMk cId="4146181364" sldId="415"/>
            <ac:spMk id="3" creationId="{CDF4B2E5-1CF0-4D19-AFAA-E09B13AE7CF3}"/>
          </ac:spMkLst>
        </pc:spChg>
        <pc:picChg chg="del mod">
          <ac:chgData name="Yeo Xiong Wei, Jonathan" userId="ac2b658e-7ce1-44bb-9f9f-bf4198ceaa29" providerId="ADAL" clId="{A25534FF-E287-4E96-9807-F28E6C98FFB8}" dt="2022-10-21T07:41:53.478" v="3137" actId="478"/>
          <ac:picMkLst>
            <pc:docMk/>
            <pc:sldMk cId="4146181364" sldId="415"/>
            <ac:picMk id="5" creationId="{64AD149A-80D7-895C-4892-334A18822CEA}"/>
          </ac:picMkLst>
        </pc:picChg>
        <pc:inkChg chg="add del">
          <ac:chgData name="Yeo Xiong Wei, Jonathan" userId="ac2b658e-7ce1-44bb-9f9f-bf4198ceaa29" providerId="ADAL" clId="{A25534FF-E287-4E96-9807-F28E6C98FFB8}" dt="2022-10-25T11:31:51.732" v="6027" actId="478"/>
          <ac:inkMkLst>
            <pc:docMk/>
            <pc:sldMk cId="4146181364" sldId="415"/>
            <ac:inkMk id="5" creationId="{8888325B-A76D-57B7-84A6-FC39EA4158A9}"/>
          </ac:inkMkLst>
        </pc:inkChg>
      </pc:sldChg>
      <pc:sldChg chg="addSp delSp mod modAnim">
        <pc:chgData name="Yeo Xiong Wei, Jonathan" userId="ac2b658e-7ce1-44bb-9f9f-bf4198ceaa29" providerId="ADAL" clId="{A25534FF-E287-4E96-9807-F28E6C98FFB8}" dt="2022-10-25T11:31:59.675" v="6030" actId="478"/>
        <pc:sldMkLst>
          <pc:docMk/>
          <pc:sldMk cId="1161125845" sldId="996"/>
        </pc:sldMkLst>
        <pc:inkChg chg="add del">
          <ac:chgData name="Yeo Xiong Wei, Jonathan" userId="ac2b658e-7ce1-44bb-9f9f-bf4198ceaa29" providerId="ADAL" clId="{A25534FF-E287-4E96-9807-F28E6C98FFB8}" dt="2022-10-25T11:31:59.675" v="6030" actId="478"/>
          <ac:inkMkLst>
            <pc:docMk/>
            <pc:sldMk cId="1161125845" sldId="996"/>
            <ac:inkMk id="3" creationId="{4FFE4535-A6C1-6B3B-4BD4-6C3D302FA32B}"/>
          </ac:inkMkLst>
        </pc:inkChg>
      </pc:sldChg>
      <pc:sldChg chg="addSp delSp modSp mod modNotesTx">
        <pc:chgData name="Yeo Xiong Wei, Jonathan" userId="ac2b658e-7ce1-44bb-9f9f-bf4198ceaa29" providerId="ADAL" clId="{A25534FF-E287-4E96-9807-F28E6C98FFB8}" dt="2022-10-25T11:31:54.190" v="6028" actId="478"/>
        <pc:sldMkLst>
          <pc:docMk/>
          <pc:sldMk cId="186024609" sldId="997"/>
        </pc:sldMkLst>
        <pc:spChg chg="mod">
          <ac:chgData name="Yeo Xiong Wei, Jonathan" userId="ac2b658e-7ce1-44bb-9f9f-bf4198ceaa29" providerId="ADAL" clId="{A25534FF-E287-4E96-9807-F28E6C98FFB8}" dt="2022-10-21T07:17:24.078" v="2339" actId="113"/>
          <ac:spMkLst>
            <pc:docMk/>
            <pc:sldMk cId="186024609" sldId="997"/>
            <ac:spMk id="56322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1:54.190" v="6028" actId="478"/>
          <ac:inkMkLst>
            <pc:docMk/>
            <pc:sldMk cId="186024609" sldId="997"/>
            <ac:inkMk id="3" creationId="{DF53E72D-B5FA-190B-C6B6-76EB8CE12F84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25T11:30:50.876" v="6005" actId="478"/>
        <pc:sldMkLst>
          <pc:docMk/>
          <pc:sldMk cId="1394295024" sldId="999"/>
        </pc:sldMkLst>
        <pc:spChg chg="mod">
          <ac:chgData name="Yeo Xiong Wei, Jonathan" userId="ac2b658e-7ce1-44bb-9f9f-bf4198ceaa29" providerId="ADAL" clId="{A25534FF-E287-4E96-9807-F28E6C98FFB8}" dt="2022-10-21T07:36:02.399" v="2743" actId="113"/>
          <ac:spMkLst>
            <pc:docMk/>
            <pc:sldMk cId="1394295024" sldId="999"/>
            <ac:spMk id="7987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0:50.876" v="6005" actId="478"/>
          <ac:inkMkLst>
            <pc:docMk/>
            <pc:sldMk cId="1394295024" sldId="999"/>
            <ac:inkMk id="3" creationId="{AF2B9944-35C2-7B9B-6B8E-D0E1FC57AC4D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25T11:31:12.668" v="6014" actId="207"/>
        <pc:sldMkLst>
          <pc:docMk/>
          <pc:sldMk cId="2435912938" sldId="1000"/>
        </pc:sldMkLst>
        <pc:spChg chg="add mod">
          <ac:chgData name="Yeo Xiong Wei, Jonathan" userId="ac2b658e-7ce1-44bb-9f9f-bf4198ceaa29" providerId="ADAL" clId="{A25534FF-E287-4E96-9807-F28E6C98FFB8}" dt="2022-10-25T11:31:12.668" v="6014" actId="207"/>
          <ac:spMkLst>
            <pc:docMk/>
            <pc:sldMk cId="2435912938" sldId="1000"/>
            <ac:spMk id="4" creationId="{2D440AFB-FD2B-D406-A1A8-88519F581389}"/>
          </ac:spMkLst>
        </pc:spChg>
        <pc:spChg chg="mod">
          <ac:chgData name="Yeo Xiong Wei, Jonathan" userId="ac2b658e-7ce1-44bb-9f9f-bf4198ceaa29" providerId="ADAL" clId="{A25534FF-E287-4E96-9807-F28E6C98FFB8}" dt="2022-10-15T14:30:55.209" v="2161" actId="20577"/>
          <ac:spMkLst>
            <pc:docMk/>
            <pc:sldMk cId="2435912938" sldId="1000"/>
            <ac:spMk id="80898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0:47.618" v="6004" actId="478"/>
          <ac:inkMkLst>
            <pc:docMk/>
            <pc:sldMk cId="2435912938" sldId="1000"/>
            <ac:inkMk id="3" creationId="{C85A5FE8-B08A-B8F9-E838-CAB0DC94ED44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25T11:30:44.225" v="6003" actId="20577"/>
        <pc:sldMkLst>
          <pc:docMk/>
          <pc:sldMk cId="2760042923" sldId="1001"/>
        </pc:sldMkLst>
        <pc:spChg chg="mod">
          <ac:chgData name="Yeo Xiong Wei, Jonathan" userId="ac2b658e-7ce1-44bb-9f9f-bf4198ceaa29" providerId="ADAL" clId="{A25534FF-E287-4E96-9807-F28E6C98FFB8}" dt="2022-10-25T11:30:44.225" v="6003" actId="20577"/>
          <ac:spMkLst>
            <pc:docMk/>
            <pc:sldMk cId="2760042923" sldId="1001"/>
            <ac:spMk id="7987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0:42.450" v="5998" actId="478"/>
          <ac:inkMkLst>
            <pc:docMk/>
            <pc:sldMk cId="2760042923" sldId="1001"/>
            <ac:inkMk id="3" creationId="{DA2B7930-AEAA-783D-B367-A6A0BA675911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11:28:00.677" v="5773" actId="478"/>
        <pc:sldMkLst>
          <pc:docMk/>
          <pc:sldMk cId="2401209983" sldId="1004"/>
        </pc:sldMkLst>
        <pc:spChg chg="mod">
          <ac:chgData name="Yeo Xiong Wei, Jonathan" userId="ac2b658e-7ce1-44bb-9f9f-bf4198ceaa29" providerId="ADAL" clId="{A25534FF-E287-4E96-9807-F28E6C98FFB8}" dt="2022-10-21T09:30:15.994" v="4505" actId="115"/>
          <ac:spMkLst>
            <pc:docMk/>
            <pc:sldMk cId="2401209983" sldId="1004"/>
            <ac:spMk id="10035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28:00.677" v="5773" actId="478"/>
          <ac:inkMkLst>
            <pc:docMk/>
            <pc:sldMk cId="2401209983" sldId="1004"/>
            <ac:inkMk id="3" creationId="{D04BD7F9-E890-D7F2-3F86-F4E24AAB7BA1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11:27:57.622" v="5772" actId="478"/>
        <pc:sldMkLst>
          <pc:docMk/>
          <pc:sldMk cId="1244654915" sldId="1005"/>
        </pc:sldMkLst>
        <pc:spChg chg="mod">
          <ac:chgData name="Yeo Xiong Wei, Jonathan" userId="ac2b658e-7ce1-44bb-9f9f-bf4198ceaa29" providerId="ADAL" clId="{A25534FF-E287-4E96-9807-F28E6C98FFB8}" dt="2022-10-21T07:37:32.589" v="2802" actId="404"/>
          <ac:spMkLst>
            <pc:docMk/>
            <pc:sldMk cId="1244654915" sldId="1005"/>
            <ac:spMk id="10035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27:57.622" v="5772" actId="478"/>
          <ac:inkMkLst>
            <pc:docMk/>
            <pc:sldMk cId="1244654915" sldId="1005"/>
            <ac:inkMk id="3" creationId="{406001BD-42A6-9558-D2A2-56EC80228681}"/>
          </ac:inkMkLst>
        </pc:inkChg>
      </pc:sldChg>
      <pc:sldChg chg="addSp delSp mod modAnim">
        <pc:chgData name="Yeo Xiong Wei, Jonathan" userId="ac2b658e-7ce1-44bb-9f9f-bf4198ceaa29" providerId="ADAL" clId="{A25534FF-E287-4E96-9807-F28E6C98FFB8}" dt="2022-10-25T11:27:54.434" v="5771" actId="478"/>
        <pc:sldMkLst>
          <pc:docMk/>
          <pc:sldMk cId="2998425468" sldId="1006"/>
        </pc:sldMkLst>
        <pc:inkChg chg="add del">
          <ac:chgData name="Yeo Xiong Wei, Jonathan" userId="ac2b658e-7ce1-44bb-9f9f-bf4198ceaa29" providerId="ADAL" clId="{A25534FF-E287-4E96-9807-F28E6C98FFB8}" dt="2022-10-25T11:27:54.434" v="5771" actId="478"/>
          <ac:inkMkLst>
            <pc:docMk/>
            <pc:sldMk cId="2998425468" sldId="1006"/>
            <ac:inkMk id="3" creationId="{A4791E35-FE32-AA8A-CA73-F875EFBA0447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05:01:11.423" v="5769"/>
        <pc:sldMkLst>
          <pc:docMk/>
          <pc:sldMk cId="2651268871" sldId="1012"/>
        </pc:sldMkLst>
        <pc:spChg chg="mod">
          <ac:chgData name="Yeo Xiong Wei, Jonathan" userId="ac2b658e-7ce1-44bb-9f9f-bf4198ceaa29" providerId="ADAL" clId="{A25534FF-E287-4E96-9807-F28E6C98FFB8}" dt="2022-10-17T03:18:20.916" v="2323" actId="20577"/>
          <ac:spMkLst>
            <pc:docMk/>
            <pc:sldMk cId="2651268871" sldId="1012"/>
            <ac:spMk id="3" creationId="{D195060D-B1A5-D17B-DB0B-CBF6A0833656}"/>
          </ac:spMkLst>
        </pc:spChg>
        <pc:inkChg chg="add">
          <ac:chgData name="Yeo Xiong Wei, Jonathan" userId="ac2b658e-7ce1-44bb-9f9f-bf4198ceaa29" providerId="ADAL" clId="{A25534FF-E287-4E96-9807-F28E6C98FFB8}" dt="2022-10-25T05:01:11.423" v="5769"/>
          <ac:inkMkLst>
            <pc:docMk/>
            <pc:sldMk cId="2651268871" sldId="1012"/>
            <ac:inkMk id="5" creationId="{C4A41F61-826B-7228-8280-784B9766EAFD}"/>
          </ac:inkMkLst>
        </pc:inkChg>
        <pc:inkChg chg="add del">
          <ac:chgData name="Yeo Xiong Wei, Jonathan" userId="ac2b658e-7ce1-44bb-9f9f-bf4198ceaa29" providerId="ADAL" clId="{A25534FF-E287-4E96-9807-F28E6C98FFB8}" dt="2022-10-17T03:18:16.864" v="2319" actId="478"/>
          <ac:inkMkLst>
            <pc:docMk/>
            <pc:sldMk cId="2651268871" sldId="1012"/>
            <ac:inkMk id="5" creationId="{EC46952A-FA05-83EF-B39A-D4B50EB64DD9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25T11:32:15.881" v="6035" actId="478"/>
        <pc:sldMkLst>
          <pc:docMk/>
          <pc:sldMk cId="916613523" sldId="1013"/>
        </pc:sldMkLst>
        <pc:spChg chg="mod">
          <ac:chgData name="Yeo Xiong Wei, Jonathan" userId="ac2b658e-7ce1-44bb-9f9f-bf4198ceaa29" providerId="ADAL" clId="{A25534FF-E287-4E96-9807-F28E6C98FFB8}" dt="2022-10-17T03:22:14.600" v="2326" actId="20577"/>
          <ac:spMkLst>
            <pc:docMk/>
            <pc:sldMk cId="916613523" sldId="1013"/>
            <ac:spMk id="3" creationId="{D195060D-B1A5-D17B-DB0B-CBF6A0833656}"/>
          </ac:spMkLst>
        </pc:spChg>
        <pc:inkChg chg="add del">
          <ac:chgData name="Yeo Xiong Wei, Jonathan" userId="ac2b658e-7ce1-44bb-9f9f-bf4198ceaa29" providerId="ADAL" clId="{A25534FF-E287-4E96-9807-F28E6C98FFB8}" dt="2022-10-25T11:32:15.881" v="6035" actId="478"/>
          <ac:inkMkLst>
            <pc:docMk/>
            <pc:sldMk cId="916613523" sldId="1013"/>
            <ac:inkMk id="5" creationId="{9E71F6CA-6D6D-483B-7556-2E0D1D603E67}"/>
          </ac:inkMkLst>
        </pc:inkChg>
        <pc:inkChg chg="add del">
          <ac:chgData name="Yeo Xiong Wei, Jonathan" userId="ac2b658e-7ce1-44bb-9f9f-bf4198ceaa29" providerId="ADAL" clId="{A25534FF-E287-4E96-9807-F28E6C98FFB8}" dt="2022-10-17T03:22:11.385" v="2324" actId="478"/>
          <ac:inkMkLst>
            <pc:docMk/>
            <pc:sldMk cId="916613523" sldId="1013"/>
            <ac:inkMk id="5" creationId="{C91E3796-817A-FD8B-B98E-671E8733D961}"/>
          </ac:inkMkLst>
        </pc:inkChg>
      </pc:sldChg>
      <pc:sldChg chg="addSp delSp modSp mod">
        <pc:chgData name="Yeo Xiong Wei, Jonathan" userId="ac2b658e-7ce1-44bb-9f9f-bf4198ceaa29" providerId="ADAL" clId="{A25534FF-E287-4E96-9807-F28E6C98FFB8}" dt="2022-10-17T03:22:22.314" v="2328" actId="478"/>
        <pc:sldMkLst>
          <pc:docMk/>
          <pc:sldMk cId="2648001329" sldId="1014"/>
        </pc:sldMkLst>
        <pc:inkChg chg="add del mod">
          <ac:chgData name="Yeo Xiong Wei, Jonathan" userId="ac2b658e-7ce1-44bb-9f9f-bf4198ceaa29" providerId="ADAL" clId="{A25534FF-E287-4E96-9807-F28E6C98FFB8}" dt="2022-10-17T03:22:22.314" v="2328" actId="478"/>
          <ac:inkMkLst>
            <pc:docMk/>
            <pc:sldMk cId="2648001329" sldId="1014"/>
            <ac:inkMk id="3" creationId="{7116A3E5-B075-92B2-B710-8848BC7D61F4}"/>
          </ac:inkMkLst>
        </pc:inkChg>
      </pc:sldChg>
      <pc:sldChg chg="addSp delSp mod">
        <pc:chgData name="Yeo Xiong Wei, Jonathan" userId="ac2b658e-7ce1-44bb-9f9f-bf4198ceaa29" providerId="ADAL" clId="{A25534FF-E287-4E96-9807-F28E6C98FFB8}" dt="2022-10-17T03:22:27.902" v="2329" actId="478"/>
        <pc:sldMkLst>
          <pc:docMk/>
          <pc:sldMk cId="3306958921" sldId="1015"/>
        </pc:sldMkLst>
        <pc:inkChg chg="add del">
          <ac:chgData name="Yeo Xiong Wei, Jonathan" userId="ac2b658e-7ce1-44bb-9f9f-bf4198ceaa29" providerId="ADAL" clId="{A25534FF-E287-4E96-9807-F28E6C98FFB8}" dt="2022-10-17T03:22:27.902" v="2329" actId="478"/>
          <ac:inkMkLst>
            <pc:docMk/>
            <pc:sldMk cId="3306958921" sldId="1015"/>
            <ac:inkMk id="3" creationId="{BCD16F0E-C96C-3678-35E8-C874FC3DCF96}"/>
          </ac:inkMkLst>
        </pc:inkChg>
      </pc:sldChg>
      <pc:sldChg chg="addSp delSp mod">
        <pc:chgData name="Yeo Xiong Wei, Jonathan" userId="ac2b658e-7ce1-44bb-9f9f-bf4198ceaa29" providerId="ADAL" clId="{A25534FF-E287-4E96-9807-F28E6C98FFB8}" dt="2022-10-17T03:22:32.333" v="2330" actId="478"/>
        <pc:sldMkLst>
          <pc:docMk/>
          <pc:sldMk cId="302861532" sldId="1016"/>
        </pc:sldMkLst>
        <pc:inkChg chg="add del">
          <ac:chgData name="Yeo Xiong Wei, Jonathan" userId="ac2b658e-7ce1-44bb-9f9f-bf4198ceaa29" providerId="ADAL" clId="{A25534FF-E287-4E96-9807-F28E6C98FFB8}" dt="2022-10-17T03:22:32.333" v="2330" actId="478"/>
          <ac:inkMkLst>
            <pc:docMk/>
            <pc:sldMk cId="302861532" sldId="1016"/>
            <ac:inkMk id="6" creationId="{4CA4FE24-0369-7A49-0B7A-F5EB45C84F18}"/>
          </ac:inkMkLst>
        </pc:inkChg>
      </pc:sldChg>
      <pc:sldChg chg="addSp delSp mod">
        <pc:chgData name="Yeo Xiong Wei, Jonathan" userId="ac2b658e-7ce1-44bb-9f9f-bf4198ceaa29" providerId="ADAL" clId="{A25534FF-E287-4E96-9807-F28E6C98FFB8}" dt="2022-10-25T11:32:10.860" v="6034" actId="478"/>
        <pc:sldMkLst>
          <pc:docMk/>
          <pc:sldMk cId="2920022428" sldId="1018"/>
        </pc:sldMkLst>
        <pc:inkChg chg="add del">
          <ac:chgData name="Yeo Xiong Wei, Jonathan" userId="ac2b658e-7ce1-44bb-9f9f-bf4198ceaa29" providerId="ADAL" clId="{A25534FF-E287-4E96-9807-F28E6C98FFB8}" dt="2022-10-25T11:32:10.860" v="6034" actId="478"/>
          <ac:inkMkLst>
            <pc:docMk/>
            <pc:sldMk cId="2920022428" sldId="1018"/>
            <ac:inkMk id="3" creationId="{9F8AB43C-3223-38EC-5D2E-7D512C65F934}"/>
          </ac:inkMkLst>
        </pc:inkChg>
      </pc:sldChg>
      <pc:sldChg chg="modSp mod">
        <pc:chgData name="Yeo Xiong Wei, Jonathan" userId="ac2b658e-7ce1-44bb-9f9f-bf4198ceaa29" providerId="ADAL" clId="{A25534FF-E287-4E96-9807-F28E6C98FFB8}" dt="2022-10-21T07:39:00.589" v="2926" actId="20577"/>
        <pc:sldMkLst>
          <pc:docMk/>
          <pc:sldMk cId="1218359282" sldId="1019"/>
        </pc:sldMkLst>
        <pc:spChg chg="mod">
          <ac:chgData name="Yeo Xiong Wei, Jonathan" userId="ac2b658e-7ce1-44bb-9f9f-bf4198ceaa29" providerId="ADAL" clId="{A25534FF-E287-4E96-9807-F28E6C98FFB8}" dt="2022-10-21T07:39:00.589" v="2926" actId="20577"/>
          <ac:spMkLst>
            <pc:docMk/>
            <pc:sldMk cId="1218359282" sldId="1019"/>
            <ac:spMk id="100354" creationId="{00000000-0000-0000-0000-000000000000}"/>
          </ac:spMkLst>
        </pc:spChg>
      </pc:sldChg>
      <pc:sldChg chg="addSp delSp modSp mod modAnim">
        <pc:chgData name="Yeo Xiong Wei, Jonathan" userId="ac2b658e-7ce1-44bb-9f9f-bf4198ceaa29" providerId="ADAL" clId="{A25534FF-E287-4E96-9807-F28E6C98FFB8}" dt="2022-10-25T11:31:49.748" v="6026" actId="478"/>
        <pc:sldMkLst>
          <pc:docMk/>
          <pc:sldMk cId="1635831083" sldId="1020"/>
        </pc:sldMkLst>
        <pc:spChg chg="mod">
          <ac:chgData name="Yeo Xiong Wei, Jonathan" userId="ac2b658e-7ce1-44bb-9f9f-bf4198ceaa29" providerId="ADAL" clId="{A25534FF-E287-4E96-9807-F28E6C98FFB8}" dt="2022-10-21T07:17:42.780" v="2355" actId="20577"/>
          <ac:spMkLst>
            <pc:docMk/>
            <pc:sldMk cId="1635831083" sldId="1020"/>
            <ac:spMk id="56322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1:49.748" v="6026" actId="478"/>
          <ac:inkMkLst>
            <pc:docMk/>
            <pc:sldMk cId="1635831083" sldId="1020"/>
            <ac:inkMk id="3" creationId="{6BBD4D9E-EB87-90C1-38C5-25EED30D10EC}"/>
          </ac:inkMkLst>
        </pc:inkChg>
      </pc:sldChg>
      <pc:sldChg chg="modSp del modAnim">
        <pc:chgData name="Yeo Xiong Wei, Jonathan" userId="ac2b658e-7ce1-44bb-9f9f-bf4198ceaa29" providerId="ADAL" clId="{A25534FF-E287-4E96-9807-F28E6C98FFB8}" dt="2022-10-21T07:18:53.583" v="2358" actId="47"/>
        <pc:sldMkLst>
          <pc:docMk/>
          <pc:sldMk cId="3066487498" sldId="1021"/>
        </pc:sldMkLst>
        <pc:spChg chg="mod">
          <ac:chgData name="Yeo Xiong Wei, Jonathan" userId="ac2b658e-7ce1-44bb-9f9f-bf4198ceaa29" providerId="ADAL" clId="{A25534FF-E287-4E96-9807-F28E6C98FFB8}" dt="2022-10-15T13:51:20.975" v="9" actId="6549"/>
          <ac:spMkLst>
            <pc:docMk/>
            <pc:sldMk cId="3066487498" sldId="1021"/>
            <ac:spMk id="3" creationId="{CDF4B2E5-1CF0-4D19-AFAA-E09B13AE7CF3}"/>
          </ac:spMkLst>
        </pc:spChg>
      </pc:sldChg>
      <pc:sldChg chg="addSp delSp modSp mod modAnim">
        <pc:chgData name="Yeo Xiong Wei, Jonathan" userId="ac2b658e-7ce1-44bb-9f9f-bf4198ceaa29" providerId="ADAL" clId="{A25534FF-E287-4E96-9807-F28E6C98FFB8}" dt="2022-10-25T11:32:07.717" v="6033" actId="478"/>
        <pc:sldMkLst>
          <pc:docMk/>
          <pc:sldMk cId="967267242" sldId="1022"/>
        </pc:sldMkLst>
        <pc:spChg chg="mod">
          <ac:chgData name="Yeo Xiong Wei, Jonathan" userId="ac2b658e-7ce1-44bb-9f9f-bf4198ceaa29" providerId="ADAL" clId="{A25534FF-E287-4E96-9807-F28E6C98FFB8}" dt="2022-10-21T07:16:27.182" v="2335" actId="113"/>
          <ac:spMkLst>
            <pc:docMk/>
            <pc:sldMk cId="967267242" sldId="1022"/>
            <ac:spMk id="4915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2:07.717" v="6033" actId="478"/>
          <ac:inkMkLst>
            <pc:docMk/>
            <pc:sldMk cId="967267242" sldId="1022"/>
            <ac:inkMk id="3" creationId="{290013CB-3684-3484-0247-C847004A7C13}"/>
          </ac:inkMkLst>
        </pc:inkChg>
      </pc:sldChg>
      <pc:sldChg chg="addSp delSp modSp mod modAnim">
        <pc:chgData name="Yeo Xiong Wei, Jonathan" userId="ac2b658e-7ce1-44bb-9f9f-bf4198ceaa29" providerId="ADAL" clId="{A25534FF-E287-4E96-9807-F28E6C98FFB8}" dt="2022-10-25T11:31:44.259" v="6025" actId="478"/>
        <pc:sldMkLst>
          <pc:docMk/>
          <pc:sldMk cId="4012184775" sldId="1024"/>
        </pc:sldMkLst>
        <pc:spChg chg="mod">
          <ac:chgData name="Yeo Xiong Wei, Jonathan" userId="ac2b658e-7ce1-44bb-9f9f-bf4198ceaa29" providerId="ADAL" clId="{A25534FF-E287-4E96-9807-F28E6C98FFB8}" dt="2022-10-15T14:26:36.174" v="1986" actId="20577"/>
          <ac:spMkLst>
            <pc:docMk/>
            <pc:sldMk cId="4012184775" sldId="1024"/>
            <ac:spMk id="79874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31:44.259" v="6025" actId="478"/>
          <ac:inkMkLst>
            <pc:docMk/>
            <pc:sldMk cId="4012184775" sldId="1024"/>
            <ac:inkMk id="3" creationId="{9C430519-431E-03C0-89D6-1E10B454899A}"/>
          </ac:inkMkLst>
        </pc:inkChg>
      </pc:sldChg>
      <pc:sldChg chg="modSp mod modAnim">
        <pc:chgData name="Yeo Xiong Wei, Jonathan" userId="ac2b658e-7ce1-44bb-9f9f-bf4198ceaa29" providerId="ADAL" clId="{A25534FF-E287-4E96-9807-F28E6C98FFB8}" dt="2022-10-21T07:19:09.658" v="2360"/>
        <pc:sldMkLst>
          <pc:docMk/>
          <pc:sldMk cId="3026843799" sldId="1025"/>
        </pc:sldMkLst>
        <pc:spChg chg="mod">
          <ac:chgData name="Yeo Xiong Wei, Jonathan" userId="ac2b658e-7ce1-44bb-9f9f-bf4198ceaa29" providerId="ADAL" clId="{A25534FF-E287-4E96-9807-F28E6C98FFB8}" dt="2022-10-21T07:19:08.514" v="2359" actId="113"/>
          <ac:spMkLst>
            <pc:docMk/>
            <pc:sldMk cId="3026843799" sldId="1025"/>
            <ac:spMk id="798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A25534FF-E287-4E96-9807-F28E6C98FFB8}" dt="2022-10-25T11:30:23.909" v="5993" actId="207"/>
        <pc:sldMkLst>
          <pc:docMk/>
          <pc:sldMk cId="459497993" sldId="1026"/>
        </pc:sldMkLst>
        <pc:spChg chg="mod">
          <ac:chgData name="Yeo Xiong Wei, Jonathan" userId="ac2b658e-7ce1-44bb-9f9f-bf4198ceaa29" providerId="ADAL" clId="{A25534FF-E287-4E96-9807-F28E6C98FFB8}" dt="2022-10-25T11:30:23.909" v="5993" actId="207"/>
          <ac:spMkLst>
            <pc:docMk/>
            <pc:sldMk cId="459497993" sldId="1026"/>
            <ac:spMk id="97282" creationId="{00000000-0000-0000-0000-000000000000}"/>
          </ac:spMkLst>
        </pc:spChg>
        <pc:inkChg chg="add del">
          <ac:chgData name="Yeo Xiong Wei, Jonathan" userId="ac2b658e-7ce1-44bb-9f9f-bf4198ceaa29" providerId="ADAL" clId="{A25534FF-E287-4E96-9807-F28E6C98FFB8}" dt="2022-10-25T11:28:05.211" v="5774" actId="478"/>
          <ac:inkMkLst>
            <pc:docMk/>
            <pc:sldMk cId="459497993" sldId="1026"/>
            <ac:inkMk id="3" creationId="{4C9D8A5B-6384-843E-3203-287EFFD31BC7}"/>
          </ac:inkMkLst>
        </pc:inkChg>
      </pc:sldChg>
      <pc:sldChg chg="addSp delSp modSp add del mod ord">
        <pc:chgData name="Yeo Xiong Wei, Jonathan" userId="ac2b658e-7ce1-44bb-9f9f-bf4198ceaa29" providerId="ADAL" clId="{A25534FF-E287-4E96-9807-F28E6C98FFB8}" dt="2022-10-25T11:27:51.492" v="5770" actId="478"/>
        <pc:sldMkLst>
          <pc:docMk/>
          <pc:sldMk cId="1079776352" sldId="1028"/>
        </pc:sldMkLst>
        <pc:spChg chg="mod">
          <ac:chgData name="Yeo Xiong Wei, Jonathan" userId="ac2b658e-7ce1-44bb-9f9f-bf4198ceaa29" providerId="ADAL" clId="{A25534FF-E287-4E96-9807-F28E6C98FFB8}" dt="2022-10-21T07:48:59.337" v="3937" actId="20577"/>
          <ac:spMkLst>
            <pc:docMk/>
            <pc:sldMk cId="1079776352" sldId="1028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A25534FF-E287-4E96-9807-F28E6C98FFB8}" dt="2022-10-21T09:56:16.058" v="5768" actId="20577"/>
          <ac:spMkLst>
            <pc:docMk/>
            <pc:sldMk cId="1079776352" sldId="1028"/>
            <ac:spMk id="3" creationId="{CDF4B2E5-1CF0-4D19-AFAA-E09B13AE7CF3}"/>
          </ac:spMkLst>
        </pc:spChg>
        <pc:inkChg chg="add del">
          <ac:chgData name="Yeo Xiong Wei, Jonathan" userId="ac2b658e-7ce1-44bb-9f9f-bf4198ceaa29" providerId="ADAL" clId="{A25534FF-E287-4E96-9807-F28E6C98FFB8}" dt="2022-10-25T11:27:51.492" v="5770" actId="478"/>
          <ac:inkMkLst>
            <pc:docMk/>
            <pc:sldMk cId="1079776352" sldId="1028"/>
            <ac:inkMk id="5" creationId="{89BE6B92-627F-63C1-2893-104060B8951C}"/>
          </ac:inkMkLst>
        </pc:inkChg>
      </pc:sldChg>
      <pc:sldChg chg="modSp add del mod modAnim">
        <pc:chgData name="Yeo Xiong Wei, Jonathan" userId="ac2b658e-7ce1-44bb-9f9f-bf4198ceaa29" providerId="ADAL" clId="{A25534FF-E287-4E96-9807-F28E6C98FFB8}" dt="2022-10-21T09:26:50.606" v="4456" actId="47"/>
        <pc:sldMkLst>
          <pc:docMk/>
          <pc:sldMk cId="1931832028" sldId="1029"/>
        </pc:sldMkLst>
        <pc:spChg chg="mod">
          <ac:chgData name="Yeo Xiong Wei, Jonathan" userId="ac2b658e-7ce1-44bb-9f9f-bf4198ceaa29" providerId="ADAL" clId="{A25534FF-E287-4E96-9807-F28E6C98FFB8}" dt="2022-10-21T09:26:48.667" v="4455" actId="6549"/>
          <ac:spMkLst>
            <pc:docMk/>
            <pc:sldMk cId="1931832028" sldId="1029"/>
            <ac:spMk id="100354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7D4355CF-8229-4835-9629-238254ABD8D1}"/>
    <pc:docChg chg="undo redo custSel modSld modMainMaster">
      <pc:chgData name="Yeo Xiong Wei, Jonathan" userId="ac2b658e-7ce1-44bb-9f9f-bf4198ceaa29" providerId="ADAL" clId="{7D4355CF-8229-4835-9629-238254ABD8D1}" dt="2024-06-29T09:46:23.802" v="773" actId="20577"/>
      <pc:docMkLst>
        <pc:docMk/>
      </pc:docMkLst>
      <pc:sldChg chg="modSp">
        <pc:chgData name="Yeo Xiong Wei, Jonathan" userId="ac2b658e-7ce1-44bb-9f9f-bf4198ceaa29" providerId="ADAL" clId="{7D4355CF-8229-4835-9629-238254ABD8D1}" dt="2024-06-29T08:55:34.120" v="129" actId="207"/>
        <pc:sldMkLst>
          <pc:docMk/>
          <pc:sldMk cId="3204475275" sldId="319"/>
        </pc:sldMkLst>
        <pc:spChg chg="mod">
          <ac:chgData name="Yeo Xiong Wei, Jonathan" userId="ac2b658e-7ce1-44bb-9f9f-bf4198ceaa29" providerId="ADAL" clId="{7D4355CF-8229-4835-9629-238254ABD8D1}" dt="2024-06-29T08:55:34.120" v="129" actId="207"/>
          <ac:spMkLst>
            <pc:docMk/>
            <pc:sldMk cId="3204475275" sldId="319"/>
            <ac:spMk id="49154" creationId="{00000000-0000-0000-0000-000000000000}"/>
          </ac:spMkLst>
        </pc:spChg>
      </pc:sldChg>
      <pc:sldChg chg="modSp mod">
        <pc:chgData name="Yeo Xiong Wei, Jonathan" userId="ac2b658e-7ce1-44bb-9f9f-bf4198ceaa29" providerId="ADAL" clId="{7D4355CF-8229-4835-9629-238254ABD8D1}" dt="2024-06-29T08:55:50.677" v="130" actId="14100"/>
        <pc:sldMkLst>
          <pc:docMk/>
          <pc:sldMk cId="3286780022" sldId="320"/>
        </pc:sldMkLst>
        <pc:spChg chg="mod">
          <ac:chgData name="Yeo Xiong Wei, Jonathan" userId="ac2b658e-7ce1-44bb-9f9f-bf4198ceaa29" providerId="ADAL" clId="{7D4355CF-8229-4835-9629-238254ABD8D1}" dt="2024-06-29T08:55:50.677" v="130" actId="14100"/>
          <ac:spMkLst>
            <pc:docMk/>
            <pc:sldMk cId="3286780022" sldId="320"/>
            <ac:spMk id="50178" creationId="{00000000-0000-0000-0000-000000000000}"/>
          </ac:spMkLst>
        </pc:spChg>
      </pc:sldChg>
      <pc:sldChg chg="modSp modAnim">
        <pc:chgData name="Yeo Xiong Wei, Jonathan" userId="ac2b658e-7ce1-44bb-9f9f-bf4198ceaa29" providerId="ADAL" clId="{7D4355CF-8229-4835-9629-238254ABD8D1}" dt="2024-06-29T09:46:23.802" v="773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7D4355CF-8229-4835-9629-238254ABD8D1}" dt="2024-06-29T09:46:23.802" v="773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7D4355CF-8229-4835-9629-238254ABD8D1}" dt="2024-06-29T09:19:36.082" v="591" actId="478"/>
        <pc:sldMkLst>
          <pc:docMk/>
          <pc:sldMk cId="613747932" sldId="350"/>
        </pc:sldMkLst>
        <pc:spChg chg="add del mod">
          <ac:chgData name="Yeo Xiong Wei, Jonathan" userId="ac2b658e-7ce1-44bb-9f9f-bf4198ceaa29" providerId="ADAL" clId="{7D4355CF-8229-4835-9629-238254ABD8D1}" dt="2024-06-29T09:19:36.082" v="591" actId="478"/>
          <ac:spMkLst>
            <pc:docMk/>
            <pc:sldMk cId="613747932" sldId="350"/>
            <ac:spMk id="4" creationId="{50628940-F0E6-26B0-9014-0B3BC6008F7D}"/>
          </ac:spMkLst>
        </pc:spChg>
        <pc:spChg chg="mod">
          <ac:chgData name="Yeo Xiong Wei, Jonathan" userId="ac2b658e-7ce1-44bb-9f9f-bf4198ceaa29" providerId="ADAL" clId="{7D4355CF-8229-4835-9629-238254ABD8D1}" dt="2024-06-29T09:16:46.345" v="507" actId="20577"/>
          <ac:spMkLst>
            <pc:docMk/>
            <pc:sldMk cId="613747932" sldId="350"/>
            <ac:spMk id="80898" creationId="{00000000-0000-0000-0000-000000000000}"/>
          </ac:spMkLst>
        </pc:spChg>
      </pc:sldChg>
      <pc:sldChg chg="modSp mod">
        <pc:chgData name="Yeo Xiong Wei, Jonathan" userId="ac2b658e-7ce1-44bb-9f9f-bf4198ceaa29" providerId="ADAL" clId="{7D4355CF-8229-4835-9629-238254ABD8D1}" dt="2024-06-29T09:33:29.260" v="620" actId="1076"/>
        <pc:sldMkLst>
          <pc:docMk/>
          <pc:sldMk cId="2098012594" sldId="366"/>
        </pc:sldMkLst>
        <pc:spChg chg="mod">
          <ac:chgData name="Yeo Xiong Wei, Jonathan" userId="ac2b658e-7ce1-44bb-9f9f-bf4198ceaa29" providerId="ADAL" clId="{7D4355CF-8229-4835-9629-238254ABD8D1}" dt="2024-06-29T09:33:29.260" v="620" actId="1076"/>
          <ac:spMkLst>
            <pc:docMk/>
            <pc:sldMk cId="2098012594" sldId="366"/>
            <ac:spMk id="97282" creationId="{00000000-0000-0000-0000-000000000000}"/>
          </ac:spMkLst>
        </pc:spChg>
      </pc:sldChg>
      <pc:sldChg chg="modSp mod">
        <pc:chgData name="Yeo Xiong Wei, Jonathan" userId="ac2b658e-7ce1-44bb-9f9f-bf4198ceaa29" providerId="ADAL" clId="{7D4355CF-8229-4835-9629-238254ABD8D1}" dt="2024-06-29T09:01:23.850" v="274" actId="20577"/>
        <pc:sldMkLst>
          <pc:docMk/>
          <pc:sldMk cId="4146181364" sldId="415"/>
        </pc:sldMkLst>
        <pc:spChg chg="mod">
          <ac:chgData name="Yeo Xiong Wei, Jonathan" userId="ac2b658e-7ce1-44bb-9f9f-bf4198ceaa29" providerId="ADAL" clId="{7D4355CF-8229-4835-9629-238254ABD8D1}" dt="2024-06-29T09:01:23.850" v="274" actId="20577"/>
          <ac:spMkLst>
            <pc:docMk/>
            <pc:sldMk cId="4146181364" sldId="415"/>
            <ac:spMk id="3" creationId="{CDF4B2E5-1CF0-4D19-AFAA-E09B13AE7CF3}"/>
          </ac:spMkLst>
        </pc:spChg>
      </pc:sldChg>
      <pc:sldChg chg="addSp delSp modSp mod addAnim delAnim">
        <pc:chgData name="Yeo Xiong Wei, Jonathan" userId="ac2b658e-7ce1-44bb-9f9f-bf4198ceaa29" providerId="ADAL" clId="{7D4355CF-8229-4835-9629-238254ABD8D1}" dt="2024-06-29T08:49:13.019" v="9"/>
        <pc:sldMkLst>
          <pc:docMk/>
          <pc:sldMk cId="3783780466" sldId="447"/>
        </pc:sldMkLst>
        <pc:spChg chg="mod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2" creationId="{9A0F84E2-3745-45CC-919A-EFB835CCA507}"/>
          </ac:spMkLst>
        </pc:spChg>
        <pc:spChg chg="mod">
          <ac:chgData name="Yeo Xiong Wei, Jonathan" userId="ac2b658e-7ce1-44bb-9f9f-bf4198ceaa29" providerId="ADAL" clId="{7D4355CF-8229-4835-9629-238254ABD8D1}" dt="2024-06-29T08:49:13.019" v="9"/>
          <ac:spMkLst>
            <pc:docMk/>
            <pc:sldMk cId="3783780466" sldId="447"/>
            <ac:spMk id="3" creationId="{4654AD20-AC49-4381-823B-E28293A4CF3A}"/>
          </ac:spMkLst>
        </pc:spChg>
        <pc:spChg chg="mod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4" creationId="{B0AF27A3-75C2-44C3-B516-3779A07C5C4A}"/>
          </ac:spMkLst>
        </pc:spChg>
        <pc:spChg chg="add mod">
          <ac:chgData name="Yeo Xiong Wei, Jonathan" userId="ac2b658e-7ce1-44bb-9f9f-bf4198ceaa29" providerId="ADAL" clId="{7D4355CF-8229-4835-9629-238254ABD8D1}" dt="2024-06-29T08:49:07.919" v="8"/>
          <ac:spMkLst>
            <pc:docMk/>
            <pc:sldMk cId="3783780466" sldId="447"/>
            <ac:spMk id="5" creationId="{76F824CF-D8D1-91BA-44C8-A3DDB10368E3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9" creationId="{1EADCAF8-8823-4E89-8612-21029831A4B2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11" creationId="{28CA07B2-0819-4B62-9425-7A52BBDD7070}"/>
          </ac:spMkLst>
        </pc:spChg>
        <pc:spChg chg="del mod">
          <ac:chgData name="Yeo Xiong Wei, Jonathan" userId="ac2b658e-7ce1-44bb-9f9f-bf4198ceaa29" providerId="ADAL" clId="{7D4355CF-8229-4835-9629-238254ABD8D1}" dt="2024-06-29T08:48:58.209" v="7" actId="478"/>
          <ac:spMkLst>
            <pc:docMk/>
            <pc:sldMk cId="3783780466" sldId="447"/>
            <ac:spMk id="21" creationId="{5D7F6947-882E-4EAB-9221-42DA860B527D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24" creationId="{6CCA5F87-1D1E-45CB-8D83-FC7EEFAD9935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26" creationId="{7CCFC2C6-6238-4A2F-93DE-2ADF74AF635E}"/>
          </ac:spMkLst>
        </pc:spChg>
        <pc:spChg chg="add del">
          <ac:chgData name="Yeo Xiong Wei, Jonathan" userId="ac2b658e-7ce1-44bb-9f9f-bf4198ceaa29" providerId="ADAL" clId="{7D4355CF-8229-4835-9629-238254ABD8D1}" dt="2024-06-29T08:48:35.252" v="2" actId="26606"/>
          <ac:spMkLst>
            <pc:docMk/>
            <pc:sldMk cId="3783780466" sldId="447"/>
            <ac:spMk id="27" creationId="{8870DEF6-46A2-D4F8-8BE6-91165D93ECC4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31" creationId="{AF2F604E-43BE-4DC3-B983-E071523364F8}"/>
          </ac:spMkLst>
        </pc:spChg>
        <pc:spChg chg="add del">
          <ac:chgData name="Yeo Xiong Wei, Jonathan" userId="ac2b658e-7ce1-44bb-9f9f-bf4198ceaa29" providerId="ADAL" clId="{7D4355CF-8229-4835-9629-238254ABD8D1}" dt="2024-06-29T08:48:54.578" v="6" actId="26606"/>
          <ac:spMkLst>
            <pc:docMk/>
            <pc:sldMk cId="3783780466" sldId="447"/>
            <ac:spMk id="33" creationId="{08C9B587-E65E-4B52-B37C-ABEBB6E87928}"/>
          </ac:spMkLst>
        </pc:spChg>
        <pc:grpChg chg="add del">
          <ac:chgData name="Yeo Xiong Wei, Jonathan" userId="ac2b658e-7ce1-44bb-9f9f-bf4198ceaa29" providerId="ADAL" clId="{7D4355CF-8229-4835-9629-238254ABD8D1}" dt="2024-06-29T08:48:54.578" v="6" actId="26606"/>
          <ac:grpSpMkLst>
            <pc:docMk/>
            <pc:sldMk cId="3783780466" sldId="447"/>
            <ac:grpSpMk id="13" creationId="{DA02BEE4-A5D4-40AF-882D-49D34B086FFF}"/>
          </ac:grpSpMkLst>
        </pc:grpChg>
        <pc:picChg chg="add del">
          <ac:chgData name="Yeo Xiong Wei, Jonathan" userId="ac2b658e-7ce1-44bb-9f9f-bf4198ceaa29" providerId="ADAL" clId="{7D4355CF-8229-4835-9629-238254ABD8D1}" dt="2024-06-29T08:48:35.252" v="2" actId="26606"/>
          <ac:picMkLst>
            <pc:docMk/>
            <pc:sldMk cId="3783780466" sldId="447"/>
            <ac:picMk id="23" creationId="{51500B8C-9FEF-BC9C-6150-9ACAA81FB307}"/>
          </ac:picMkLst>
        </pc:picChg>
        <pc:picChg chg="add del">
          <ac:chgData name="Yeo Xiong Wei, Jonathan" userId="ac2b658e-7ce1-44bb-9f9f-bf4198ceaa29" providerId="ADAL" clId="{7D4355CF-8229-4835-9629-238254ABD8D1}" dt="2024-06-29T08:48:54.578" v="6" actId="26606"/>
          <ac:picMkLst>
            <pc:docMk/>
            <pc:sldMk cId="3783780466" sldId="447"/>
            <ac:picMk id="25" creationId="{82EC108A-CF05-59E9-E8D9-7D9FA6DD7CA8}"/>
          </ac:picMkLst>
        </pc:picChg>
        <pc:cxnChg chg="add del">
          <ac:chgData name="Yeo Xiong Wei, Jonathan" userId="ac2b658e-7ce1-44bb-9f9f-bf4198ceaa29" providerId="ADAL" clId="{7D4355CF-8229-4835-9629-238254ABD8D1}" dt="2024-06-29T08:48:35.252" v="2" actId="26606"/>
          <ac:cxnSpMkLst>
            <pc:docMk/>
            <pc:sldMk cId="3783780466" sldId="447"/>
            <ac:cxnSpMk id="29" creationId="{522632D6-DED9-FDEC-FD9F-09FF0A4544CC}"/>
          </ac:cxnSpMkLst>
        </pc:cxnChg>
      </pc:sldChg>
      <pc:sldChg chg="addSp delSp modSp mod">
        <pc:chgData name="Yeo Xiong Wei, Jonathan" userId="ac2b658e-7ce1-44bb-9f9f-bf4198ceaa29" providerId="ADAL" clId="{7D4355CF-8229-4835-9629-238254ABD8D1}" dt="2024-06-29T08:57:17.563" v="219" actId="478"/>
        <pc:sldMkLst>
          <pc:docMk/>
          <pc:sldMk cId="1161125845" sldId="996"/>
        </pc:sldMkLst>
        <pc:spChg chg="del">
          <ac:chgData name="Yeo Xiong Wei, Jonathan" userId="ac2b658e-7ce1-44bb-9f9f-bf4198ceaa29" providerId="ADAL" clId="{7D4355CF-8229-4835-9629-238254ABD8D1}" dt="2024-06-29T08:57:17.563" v="219" actId="478"/>
          <ac:spMkLst>
            <pc:docMk/>
            <pc:sldMk cId="1161125845" sldId="996"/>
            <ac:spMk id="2" creationId="{00000000-0000-0000-0000-000000000000}"/>
          </ac:spMkLst>
        </pc:spChg>
        <pc:spChg chg="add mod">
          <ac:chgData name="Yeo Xiong Wei, Jonathan" userId="ac2b658e-7ce1-44bb-9f9f-bf4198ceaa29" providerId="ADAL" clId="{7D4355CF-8229-4835-9629-238254ABD8D1}" dt="2024-06-29T08:57:11.817" v="218" actId="1036"/>
          <ac:spMkLst>
            <pc:docMk/>
            <pc:sldMk cId="1161125845" sldId="996"/>
            <ac:spMk id="3" creationId="{80552C27-0DB1-F997-6BA6-1E0546270C34}"/>
          </ac:spMkLst>
        </pc:spChg>
        <pc:spChg chg="mod">
          <ac:chgData name="Yeo Xiong Wei, Jonathan" userId="ac2b658e-7ce1-44bb-9f9f-bf4198ceaa29" providerId="ADAL" clId="{7D4355CF-8229-4835-9629-238254ABD8D1}" dt="2024-06-29T08:57:11.817" v="218" actId="1036"/>
          <ac:spMkLst>
            <pc:docMk/>
            <pc:sldMk cId="1161125845" sldId="996"/>
            <ac:spMk id="50178" creationId="{00000000-0000-0000-0000-000000000000}"/>
          </ac:spMkLst>
        </pc:spChg>
        <pc:cxnChg chg="add mod">
          <ac:chgData name="Yeo Xiong Wei, Jonathan" userId="ac2b658e-7ce1-44bb-9f9f-bf4198ceaa29" providerId="ADAL" clId="{7D4355CF-8229-4835-9629-238254ABD8D1}" dt="2024-06-29T08:57:11.817" v="218" actId="1036"/>
          <ac:cxnSpMkLst>
            <pc:docMk/>
            <pc:sldMk cId="1161125845" sldId="996"/>
            <ac:cxnSpMk id="5" creationId="{699AE7F1-D68E-877A-C50E-9023CD1DFF0C}"/>
          </ac:cxnSpMkLst>
        </pc:cxnChg>
      </pc:sldChg>
      <pc:sldChg chg="modSp mod">
        <pc:chgData name="Yeo Xiong Wei, Jonathan" userId="ac2b658e-7ce1-44bb-9f9f-bf4198ceaa29" providerId="ADAL" clId="{7D4355CF-8229-4835-9629-238254ABD8D1}" dt="2024-06-29T08:59:22.838" v="235" actId="6549"/>
        <pc:sldMkLst>
          <pc:docMk/>
          <pc:sldMk cId="186024609" sldId="997"/>
        </pc:sldMkLst>
        <pc:spChg chg="mod">
          <ac:chgData name="Yeo Xiong Wei, Jonathan" userId="ac2b658e-7ce1-44bb-9f9f-bf4198ceaa29" providerId="ADAL" clId="{7D4355CF-8229-4835-9629-238254ABD8D1}" dt="2024-06-29T08:59:22.838" v="235" actId="6549"/>
          <ac:spMkLst>
            <pc:docMk/>
            <pc:sldMk cId="186024609" sldId="997"/>
            <ac:spMk id="56322" creationId="{00000000-0000-0000-0000-000000000000}"/>
          </ac:spMkLst>
        </pc:spChg>
      </pc:sldChg>
      <pc:sldChg chg="modSp">
        <pc:chgData name="Yeo Xiong Wei, Jonathan" userId="ac2b658e-7ce1-44bb-9f9f-bf4198ceaa29" providerId="ADAL" clId="{7D4355CF-8229-4835-9629-238254ABD8D1}" dt="2024-06-29T09:17:09.968" v="513" actId="20577"/>
        <pc:sldMkLst>
          <pc:docMk/>
          <pc:sldMk cId="1394295024" sldId="999"/>
        </pc:sldMkLst>
        <pc:spChg chg="mod">
          <ac:chgData name="Yeo Xiong Wei, Jonathan" userId="ac2b658e-7ce1-44bb-9f9f-bf4198ceaa29" providerId="ADAL" clId="{7D4355CF-8229-4835-9629-238254ABD8D1}" dt="2024-06-29T09:17:09.968" v="513" actId="20577"/>
          <ac:spMkLst>
            <pc:docMk/>
            <pc:sldMk cId="1394295024" sldId="999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7D4355CF-8229-4835-9629-238254ABD8D1}" dt="2024-06-29T09:17:31.155" v="515" actId="20577"/>
        <pc:sldMkLst>
          <pc:docMk/>
          <pc:sldMk cId="2435912938" sldId="1000"/>
        </pc:sldMkLst>
        <pc:spChg chg="mod">
          <ac:chgData name="Yeo Xiong Wei, Jonathan" userId="ac2b658e-7ce1-44bb-9f9f-bf4198ceaa29" providerId="ADAL" clId="{7D4355CF-8229-4835-9629-238254ABD8D1}" dt="2024-06-29T09:10:17.740" v="485" actId="1038"/>
          <ac:spMkLst>
            <pc:docMk/>
            <pc:sldMk cId="2435912938" sldId="1000"/>
            <ac:spMk id="3" creationId="{DDB09DB1-A8A6-D53E-BF57-07135AC7B6CA}"/>
          </ac:spMkLst>
        </pc:spChg>
        <pc:spChg chg="mod">
          <ac:chgData name="Yeo Xiong Wei, Jonathan" userId="ac2b658e-7ce1-44bb-9f9f-bf4198ceaa29" providerId="ADAL" clId="{7D4355CF-8229-4835-9629-238254ABD8D1}" dt="2024-06-29T09:10:17.740" v="485" actId="1038"/>
          <ac:spMkLst>
            <pc:docMk/>
            <pc:sldMk cId="2435912938" sldId="1000"/>
            <ac:spMk id="5" creationId="{68F87BBA-637A-64BB-78F6-92529DFAAC66}"/>
          </ac:spMkLst>
        </pc:spChg>
        <pc:spChg chg="mod">
          <ac:chgData name="Yeo Xiong Wei, Jonathan" userId="ac2b658e-7ce1-44bb-9f9f-bf4198ceaa29" providerId="ADAL" clId="{7D4355CF-8229-4835-9629-238254ABD8D1}" dt="2024-06-29T09:10:17.740" v="485" actId="1038"/>
          <ac:spMkLst>
            <pc:docMk/>
            <pc:sldMk cId="2435912938" sldId="1000"/>
            <ac:spMk id="8" creationId="{B3545A67-1F53-0788-AEEB-3B8E85190535}"/>
          </ac:spMkLst>
        </pc:spChg>
        <pc:spChg chg="mod">
          <ac:chgData name="Yeo Xiong Wei, Jonathan" userId="ac2b658e-7ce1-44bb-9f9f-bf4198ceaa29" providerId="ADAL" clId="{7D4355CF-8229-4835-9629-238254ABD8D1}" dt="2024-06-29T09:10:17.740" v="485" actId="1038"/>
          <ac:spMkLst>
            <pc:docMk/>
            <pc:sldMk cId="2435912938" sldId="1000"/>
            <ac:spMk id="9" creationId="{686D3AC8-BCF5-E44C-B40B-4287A32BAAF9}"/>
          </ac:spMkLst>
        </pc:spChg>
        <pc:spChg chg="mod">
          <ac:chgData name="Yeo Xiong Wei, Jonathan" userId="ac2b658e-7ce1-44bb-9f9f-bf4198ceaa29" providerId="ADAL" clId="{7D4355CF-8229-4835-9629-238254ABD8D1}" dt="2024-06-29T09:17:31.155" v="515" actId="20577"/>
          <ac:spMkLst>
            <pc:docMk/>
            <pc:sldMk cId="2435912938" sldId="1000"/>
            <ac:spMk id="80898" creationId="{00000000-0000-0000-0000-000000000000}"/>
          </ac:spMkLst>
        </pc:spChg>
        <pc:picChg chg="mod">
          <ac:chgData name="Yeo Xiong Wei, Jonathan" userId="ac2b658e-7ce1-44bb-9f9f-bf4198ceaa29" providerId="ADAL" clId="{7D4355CF-8229-4835-9629-238254ABD8D1}" dt="2024-06-29T09:10:17.740" v="485" actId="1038"/>
          <ac:picMkLst>
            <pc:docMk/>
            <pc:sldMk cId="2435912938" sldId="1000"/>
            <ac:picMk id="6" creationId="{BEC33357-A0C7-4A89-847A-24A2246CB284}"/>
          </ac:picMkLst>
        </pc:picChg>
        <pc:picChg chg="mod">
          <ac:chgData name="Yeo Xiong Wei, Jonathan" userId="ac2b658e-7ce1-44bb-9f9f-bf4198ceaa29" providerId="ADAL" clId="{7D4355CF-8229-4835-9629-238254ABD8D1}" dt="2024-06-29T09:10:17.740" v="485" actId="1038"/>
          <ac:picMkLst>
            <pc:docMk/>
            <pc:sldMk cId="2435912938" sldId="1000"/>
            <ac:picMk id="7" creationId="{6FA63921-0D9D-93F6-6DD4-393D7F62E2A0}"/>
          </ac:picMkLst>
        </pc:picChg>
      </pc:sldChg>
      <pc:sldChg chg="modSp mod modAnim">
        <pc:chgData name="Yeo Xiong Wei, Jonathan" userId="ac2b658e-7ce1-44bb-9f9f-bf4198ceaa29" providerId="ADAL" clId="{7D4355CF-8229-4835-9629-238254ABD8D1}" dt="2024-06-29T09:25:45.010" v="619" actId="207"/>
        <pc:sldMkLst>
          <pc:docMk/>
          <pc:sldMk cId="2401209983" sldId="1004"/>
        </pc:sldMkLst>
        <pc:spChg chg="mod">
          <ac:chgData name="Yeo Xiong Wei, Jonathan" userId="ac2b658e-7ce1-44bb-9f9f-bf4198ceaa29" providerId="ADAL" clId="{7D4355CF-8229-4835-9629-238254ABD8D1}" dt="2024-06-29T09:25:45.010" v="619" actId="207"/>
          <ac:spMkLst>
            <pc:docMk/>
            <pc:sldMk cId="2401209983" sldId="1004"/>
            <ac:spMk id="100354" creationId="{00000000-0000-0000-0000-000000000000}"/>
          </ac:spMkLst>
        </pc:spChg>
      </pc:sldChg>
      <pc:sldChg chg="modSp">
        <pc:chgData name="Yeo Xiong Wei, Jonathan" userId="ac2b658e-7ce1-44bb-9f9f-bf4198ceaa29" providerId="ADAL" clId="{7D4355CF-8229-4835-9629-238254ABD8D1}" dt="2024-06-29T08:50:39.750" v="14" actId="207"/>
        <pc:sldMkLst>
          <pc:docMk/>
          <pc:sldMk cId="916613523" sldId="1013"/>
        </pc:sldMkLst>
        <pc:spChg chg="mod">
          <ac:chgData name="Yeo Xiong Wei, Jonathan" userId="ac2b658e-7ce1-44bb-9f9f-bf4198ceaa29" providerId="ADAL" clId="{7D4355CF-8229-4835-9629-238254ABD8D1}" dt="2024-06-29T08:50:39.750" v="14" actId="207"/>
          <ac:spMkLst>
            <pc:docMk/>
            <pc:sldMk cId="916613523" sldId="1013"/>
            <ac:spMk id="3" creationId="{D195060D-B1A5-D17B-DB0B-CBF6A0833656}"/>
          </ac:spMkLst>
        </pc:spChg>
      </pc:sldChg>
      <pc:sldChg chg="modSp">
        <pc:chgData name="Yeo Xiong Wei, Jonathan" userId="ac2b658e-7ce1-44bb-9f9f-bf4198ceaa29" providerId="ADAL" clId="{7D4355CF-8229-4835-9629-238254ABD8D1}" dt="2024-06-29T08:51:22.434" v="15" actId="20577"/>
        <pc:sldMkLst>
          <pc:docMk/>
          <pc:sldMk cId="3306958921" sldId="1015"/>
        </pc:sldMkLst>
        <pc:spChg chg="mod">
          <ac:chgData name="Yeo Xiong Wei, Jonathan" userId="ac2b658e-7ce1-44bb-9f9f-bf4198ceaa29" providerId="ADAL" clId="{7D4355CF-8229-4835-9629-238254ABD8D1}" dt="2024-06-29T08:51:22.434" v="15" actId="20577"/>
          <ac:spMkLst>
            <pc:docMk/>
            <pc:sldMk cId="3306958921" sldId="1015"/>
            <ac:spMk id="3" creationId="{1BE65C5E-86F6-C9B0-A5B4-2F8FE2B44B58}"/>
          </ac:spMkLst>
        </pc:spChg>
      </pc:sldChg>
      <pc:sldChg chg="addSp modSp mod">
        <pc:chgData name="Yeo Xiong Wei, Jonathan" userId="ac2b658e-7ce1-44bb-9f9f-bf4198ceaa29" providerId="ADAL" clId="{7D4355CF-8229-4835-9629-238254ABD8D1}" dt="2024-06-29T08:54:10.146" v="126"/>
        <pc:sldMkLst>
          <pc:docMk/>
          <pc:sldMk cId="302861532" sldId="1016"/>
        </pc:sldMkLst>
        <pc:spChg chg="mod">
          <ac:chgData name="Yeo Xiong Wei, Jonathan" userId="ac2b658e-7ce1-44bb-9f9f-bf4198ceaa29" providerId="ADAL" clId="{7D4355CF-8229-4835-9629-238254ABD8D1}" dt="2024-06-29T08:51:44.795" v="33" actId="1076"/>
          <ac:spMkLst>
            <pc:docMk/>
            <pc:sldMk cId="302861532" sldId="1016"/>
            <ac:spMk id="2" creationId="{FC105BA6-7FF1-C4FC-0FA0-68745D569591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3" creationId="{EBDF4A38-8842-3349-A2E0-084DD0D4CC0A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5" creationId="{8FF677D8-C7CE-C0D3-EB77-98A14762BDE3}"/>
          </ac:spMkLst>
        </pc:spChg>
        <pc:spChg chg="add mod">
          <ac:chgData name="Yeo Xiong Wei, Jonathan" userId="ac2b658e-7ce1-44bb-9f9f-bf4198ceaa29" providerId="ADAL" clId="{7D4355CF-8229-4835-9629-238254ABD8D1}" dt="2024-06-29T08:53:53.672" v="122" actId="14100"/>
          <ac:spMkLst>
            <pc:docMk/>
            <pc:sldMk cId="302861532" sldId="1016"/>
            <ac:spMk id="6" creationId="{E9AFDDD9-0201-AAF4-A914-6F356BC09949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3" creationId="{063B1998-1AB8-0BEC-6B01-0B4ABD7E0608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4" creationId="{A538B73A-AF4C-EE97-EAA5-2FF494CF7009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5" creationId="{DF85F657-A2D0-B163-CAEF-D820C6B5045A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6" creationId="{33A3DA21-39CF-B522-1ACA-C14C5AD496D3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8" creationId="{70231123-CCC4-2BE2-F301-D86F038D2BE3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19" creationId="{688BD350-B809-F91A-C7B8-E1B29C5C0A61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0" creationId="{1BD6E9C6-94A5-CADA-AF1A-A2BA44557474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1" creationId="{94E12B8B-FDAC-4F83-ECCB-54652F6C017D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2" creationId="{85286890-2634-933F-EDC3-036E6131A5C9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3" creationId="{54B14D80-D95A-C901-0625-6DE105FCDDD8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4" creationId="{ACA7AC8A-2812-968C-DCFD-F50C8F2B42D4}"/>
          </ac:spMkLst>
        </pc:spChg>
        <pc:spChg chg="mod">
          <ac:chgData name="Yeo Xiong Wei, Jonathan" userId="ac2b658e-7ce1-44bb-9f9f-bf4198ceaa29" providerId="ADAL" clId="{7D4355CF-8229-4835-9629-238254ABD8D1}" dt="2024-06-29T08:53:45.798" v="120" actId="1037"/>
          <ac:spMkLst>
            <pc:docMk/>
            <pc:sldMk cId="302861532" sldId="1016"/>
            <ac:spMk id="25" creationId="{49264F10-9E73-5750-A31C-C5F7FC5B7115}"/>
          </ac:spMkLst>
        </pc:spChg>
        <pc:picChg chg="mod">
          <ac:chgData name="Yeo Xiong Wei, Jonathan" userId="ac2b658e-7ce1-44bb-9f9f-bf4198ceaa29" providerId="ADAL" clId="{7D4355CF-8229-4835-9629-238254ABD8D1}" dt="2024-06-29T08:53:45.798" v="120" actId="1037"/>
          <ac:picMkLst>
            <pc:docMk/>
            <pc:sldMk cId="302861532" sldId="1016"/>
            <ac:picMk id="8" creationId="{537FAA6F-1CF8-C0B1-CB27-A767CDBBDB3C}"/>
          </ac:picMkLst>
        </pc:picChg>
        <pc:picChg chg="add mod">
          <ac:chgData name="Yeo Xiong Wei, Jonathan" userId="ac2b658e-7ce1-44bb-9f9f-bf4198ceaa29" providerId="ADAL" clId="{7D4355CF-8229-4835-9629-238254ABD8D1}" dt="2024-06-29T08:54:10.146" v="126"/>
          <ac:picMkLst>
            <pc:docMk/>
            <pc:sldMk cId="302861532" sldId="1016"/>
            <ac:picMk id="1026" creationId="{6517246D-F190-D877-69B1-990136705306}"/>
          </ac:picMkLst>
        </pc:picChg>
      </pc:sldChg>
      <pc:sldChg chg="modSp mod">
        <pc:chgData name="Yeo Xiong Wei, Jonathan" userId="ac2b658e-7ce1-44bb-9f9f-bf4198ceaa29" providerId="ADAL" clId="{7D4355CF-8229-4835-9629-238254ABD8D1}" dt="2024-06-29T09:00:23.912" v="262" actId="207"/>
        <pc:sldMkLst>
          <pc:docMk/>
          <pc:sldMk cId="1635831083" sldId="1020"/>
        </pc:sldMkLst>
        <pc:spChg chg="mod">
          <ac:chgData name="Yeo Xiong Wei, Jonathan" userId="ac2b658e-7ce1-44bb-9f9f-bf4198ceaa29" providerId="ADAL" clId="{7D4355CF-8229-4835-9629-238254ABD8D1}" dt="2024-06-29T09:00:23.912" v="262" actId="207"/>
          <ac:spMkLst>
            <pc:docMk/>
            <pc:sldMk cId="1635831083" sldId="1020"/>
            <ac:spMk id="56322" creationId="{00000000-0000-0000-0000-000000000000}"/>
          </ac:spMkLst>
        </pc:spChg>
      </pc:sldChg>
      <pc:sldChg chg="modSp">
        <pc:chgData name="Yeo Xiong Wei, Jonathan" userId="ac2b658e-7ce1-44bb-9f9f-bf4198ceaa29" providerId="ADAL" clId="{7D4355CF-8229-4835-9629-238254ABD8D1}" dt="2024-06-29T08:55:06.507" v="128" actId="20577"/>
        <pc:sldMkLst>
          <pc:docMk/>
          <pc:sldMk cId="967267242" sldId="1022"/>
        </pc:sldMkLst>
        <pc:spChg chg="mod">
          <ac:chgData name="Yeo Xiong Wei, Jonathan" userId="ac2b658e-7ce1-44bb-9f9f-bf4198ceaa29" providerId="ADAL" clId="{7D4355CF-8229-4835-9629-238254ABD8D1}" dt="2024-06-29T08:55:06.507" v="128" actId="20577"/>
          <ac:spMkLst>
            <pc:docMk/>
            <pc:sldMk cId="967267242" sldId="1022"/>
            <ac:spMk id="49154" creationId="{00000000-0000-0000-0000-000000000000}"/>
          </ac:spMkLst>
        </pc:spChg>
      </pc:sldChg>
      <pc:sldChg chg="modSp mod">
        <pc:chgData name="Yeo Xiong Wei, Jonathan" userId="ac2b658e-7ce1-44bb-9f9f-bf4198ceaa29" providerId="ADAL" clId="{7D4355CF-8229-4835-9629-238254ABD8D1}" dt="2024-06-29T09:22:16.814" v="605" actId="1076"/>
        <pc:sldMkLst>
          <pc:docMk/>
          <pc:sldMk cId="459497993" sldId="1026"/>
        </pc:sldMkLst>
        <pc:spChg chg="mod">
          <ac:chgData name="Yeo Xiong Wei, Jonathan" userId="ac2b658e-7ce1-44bb-9f9f-bf4198ceaa29" providerId="ADAL" clId="{7D4355CF-8229-4835-9629-238254ABD8D1}" dt="2024-06-29T09:22:16.814" v="605" actId="1076"/>
          <ac:spMkLst>
            <pc:docMk/>
            <pc:sldMk cId="459497993" sldId="1026"/>
            <ac:spMk id="97282" creationId="{00000000-0000-0000-0000-000000000000}"/>
          </ac:spMkLst>
        </pc:spChg>
      </pc:sldChg>
      <pc:sldChg chg="modSp">
        <pc:chgData name="Yeo Xiong Wei, Jonathan" userId="ac2b658e-7ce1-44bb-9f9f-bf4198ceaa29" providerId="ADAL" clId="{7D4355CF-8229-4835-9629-238254ABD8D1}" dt="2024-06-29T09:21:27.918" v="603" actId="20577"/>
        <pc:sldMkLst>
          <pc:docMk/>
          <pc:sldMk cId="256898689" sldId="1029"/>
        </pc:sldMkLst>
        <pc:spChg chg="mod">
          <ac:chgData name="Yeo Xiong Wei, Jonathan" userId="ac2b658e-7ce1-44bb-9f9f-bf4198ceaa29" providerId="ADAL" clId="{7D4355CF-8229-4835-9629-238254ABD8D1}" dt="2024-06-29T09:21:27.918" v="603" actId="20577"/>
          <ac:spMkLst>
            <pc:docMk/>
            <pc:sldMk cId="256898689" sldId="1029"/>
            <ac:spMk id="3" creationId="{CDF4B2E5-1CF0-4D19-AFAA-E09B13AE7CF3}"/>
          </ac:spMkLst>
        </pc:spChg>
      </pc:sldChg>
      <pc:sldMasterChg chg="addSp modSp mod">
        <pc:chgData name="Yeo Xiong Wei, Jonathan" userId="ac2b658e-7ce1-44bb-9f9f-bf4198ceaa29" providerId="ADAL" clId="{7D4355CF-8229-4835-9629-238254ABD8D1}" dt="2024-06-29T08:50:01.796" v="13" actId="207"/>
        <pc:sldMasterMkLst>
          <pc:docMk/>
          <pc:sldMasterMk cId="2486355324" sldId="2147483648"/>
        </pc:sldMasterMkLst>
        <pc:spChg chg="mod">
          <ac:chgData name="Yeo Xiong Wei, Jonathan" userId="ac2b658e-7ce1-44bb-9f9f-bf4198ceaa29" providerId="ADAL" clId="{7D4355CF-8229-4835-9629-238254ABD8D1}" dt="2024-06-29T08:50:01.796" v="13" actId="207"/>
          <ac:spMkLst>
            <pc:docMk/>
            <pc:sldMasterMk cId="2486355324" sldId="2147483648"/>
            <ac:spMk id="6" creationId="{F4E06532-DD38-4559-996E-398A5BA70E92}"/>
          </ac:spMkLst>
        </pc:spChg>
        <pc:spChg chg="add mod ord">
          <ac:chgData name="Yeo Xiong Wei, Jonathan" userId="ac2b658e-7ce1-44bb-9f9f-bf4198ceaa29" providerId="ADAL" clId="{7D4355CF-8229-4835-9629-238254ABD8D1}" dt="2024-06-29T08:49:52.965" v="11" actId="167"/>
          <ac:spMkLst>
            <pc:docMk/>
            <pc:sldMasterMk cId="2486355324" sldId="2147483648"/>
            <ac:spMk id="7" creationId="{88F7B0DF-F216-2A26-204E-EF82E86A7494}"/>
          </ac:spMkLst>
        </pc:spChg>
        <pc:spChg chg="add mod ord">
          <ac:chgData name="Yeo Xiong Wei, Jonathan" userId="ac2b658e-7ce1-44bb-9f9f-bf4198ceaa29" providerId="ADAL" clId="{7D4355CF-8229-4835-9629-238254ABD8D1}" dt="2024-06-29T08:49:52.965" v="11" actId="167"/>
          <ac:spMkLst>
            <pc:docMk/>
            <pc:sldMasterMk cId="2486355324" sldId="2147483648"/>
            <ac:spMk id="8" creationId="{E8357902-3D69-FAEE-6124-A7EF34D98E12}"/>
          </ac:spMkLst>
        </pc:spChg>
      </pc:sldMasterChg>
    </pc:docChg>
  </pc:docChgLst>
  <pc:docChgLst>
    <pc:chgData name="Yeo Xiong Wei, Jonathan" userId="ac2b658e-7ce1-44bb-9f9f-bf4198ceaa29" providerId="ADAL" clId="{9AAD289B-8994-4D40-8993-E235519D5094}"/>
    <pc:docChg chg="undo custSel addSld delSld modSld modMainMaster">
      <pc:chgData name="Yeo Xiong Wei, Jonathan" userId="ac2b658e-7ce1-44bb-9f9f-bf4198ceaa29" providerId="ADAL" clId="{9AAD289B-8994-4D40-8993-E235519D5094}" dt="2022-03-18T10:37:03.701" v="9796" actId="47"/>
      <pc:docMkLst>
        <pc:docMk/>
      </pc:docMkLst>
      <pc:sldChg chg="add">
        <pc:chgData name="Yeo Xiong Wei, Jonathan" userId="ac2b658e-7ce1-44bb-9f9f-bf4198ceaa29" providerId="ADAL" clId="{9AAD289B-8994-4D40-8993-E235519D5094}" dt="2022-03-16T07:24:10.832" v="1"/>
        <pc:sldMkLst>
          <pc:docMk/>
          <pc:sldMk cId="1757574941" sldId="295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694545353" sldId="297"/>
        </pc:sldMkLst>
      </pc:sldChg>
      <pc:sldChg chg="modSp add del mod modNotesTx">
        <pc:chgData name="Yeo Xiong Wei, Jonathan" userId="ac2b658e-7ce1-44bb-9f9f-bf4198ceaa29" providerId="ADAL" clId="{9AAD289B-8994-4D40-8993-E235519D5094}" dt="2022-03-16T07:40:09.265" v="1256" actId="47"/>
        <pc:sldMkLst>
          <pc:docMk/>
          <pc:sldMk cId="3415087326" sldId="297"/>
        </pc:sldMkLst>
        <pc:spChg chg="mod">
          <ac:chgData name="Yeo Xiong Wei, Jonathan" userId="ac2b658e-7ce1-44bb-9f9f-bf4198ceaa29" providerId="ADAL" clId="{9AAD289B-8994-4D40-8993-E235519D5094}" dt="2022-03-16T07:39:10.189" v="1156" actId="20577"/>
          <ac:spMkLst>
            <pc:docMk/>
            <pc:sldMk cId="3415087326" sldId="297"/>
            <ac:spMk id="26626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7:24:10.898" v="2" actId="27636"/>
        <pc:sldMkLst>
          <pc:docMk/>
          <pc:sldMk cId="165549870" sldId="298"/>
        </pc:sldMkLst>
        <pc:spChg chg="mod">
          <ac:chgData name="Yeo Xiong Wei, Jonathan" userId="ac2b658e-7ce1-44bb-9f9f-bf4198ceaa29" providerId="ADAL" clId="{9AAD289B-8994-4D40-8993-E235519D5094}" dt="2022-03-16T07:24:10.898" v="2" actId="27636"/>
          <ac:spMkLst>
            <pc:docMk/>
            <pc:sldMk cId="165549870" sldId="298"/>
            <ac:spMk id="27649" creationId="{00000000-0000-0000-0000-000000000000}"/>
          </ac:spMkLst>
        </pc:spChg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966302377" sldId="298"/>
        </pc:sldMkLst>
      </pc:sldChg>
      <pc:sldChg chg="modSp add mod">
        <pc:chgData name="Yeo Xiong Wei, Jonathan" userId="ac2b658e-7ce1-44bb-9f9f-bf4198ceaa29" providerId="ADAL" clId="{9AAD289B-8994-4D40-8993-E235519D5094}" dt="2022-03-16T07:40:18.532" v="1260" actId="20577"/>
        <pc:sldMkLst>
          <pc:docMk/>
          <pc:sldMk cId="663591570" sldId="299"/>
        </pc:sldMkLst>
        <pc:spChg chg="mod">
          <ac:chgData name="Yeo Xiong Wei, Jonathan" userId="ac2b658e-7ce1-44bb-9f9f-bf4198ceaa29" providerId="ADAL" clId="{9AAD289B-8994-4D40-8993-E235519D5094}" dt="2022-03-16T07:24:10.901" v="3" actId="27636"/>
          <ac:spMkLst>
            <pc:docMk/>
            <pc:sldMk cId="663591570" sldId="299"/>
            <ac:spMk id="2867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6T07:40:18.532" v="1260" actId="20577"/>
          <ac:spMkLst>
            <pc:docMk/>
            <pc:sldMk cId="663591570" sldId="299"/>
            <ac:spMk id="286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7:43:37.448" v="1471" actId="20577"/>
        <pc:sldMkLst>
          <pc:docMk/>
          <pc:sldMk cId="3982701179" sldId="300"/>
        </pc:sldMkLst>
        <pc:spChg chg="mod">
          <ac:chgData name="Yeo Xiong Wei, Jonathan" userId="ac2b658e-7ce1-44bb-9f9f-bf4198ceaa29" providerId="ADAL" clId="{9AAD289B-8994-4D40-8993-E235519D5094}" dt="2022-03-16T07:43:37.448" v="1471" actId="20577"/>
          <ac:spMkLst>
            <pc:docMk/>
            <pc:sldMk cId="3982701179" sldId="300"/>
            <ac:spMk id="29698" creationId="{00000000-0000-0000-0000-000000000000}"/>
          </ac:spMkLst>
        </pc:spChg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4031192782" sldId="300"/>
        </pc:sldMkLst>
      </pc:sldChg>
      <pc:sldChg chg="add">
        <pc:chgData name="Yeo Xiong Wei, Jonathan" userId="ac2b658e-7ce1-44bb-9f9f-bf4198ceaa29" providerId="ADAL" clId="{9AAD289B-8994-4D40-8993-E235519D5094}" dt="2022-03-16T07:24:10.832" v="1"/>
        <pc:sldMkLst>
          <pc:docMk/>
          <pc:sldMk cId="1062100081" sldId="301"/>
        </pc:sldMkLst>
      </pc:sldChg>
      <pc:sldChg chg="add">
        <pc:chgData name="Yeo Xiong Wei, Jonathan" userId="ac2b658e-7ce1-44bb-9f9f-bf4198ceaa29" providerId="ADAL" clId="{9AAD289B-8994-4D40-8993-E235519D5094}" dt="2022-03-16T07:24:10.832" v="1"/>
        <pc:sldMkLst>
          <pc:docMk/>
          <pc:sldMk cId="3712019787" sldId="302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4243480544" sldId="302"/>
        </pc:sldMkLst>
      </pc:sldChg>
      <pc:sldChg chg="modSp add mod">
        <pc:chgData name="Yeo Xiong Wei, Jonathan" userId="ac2b658e-7ce1-44bb-9f9f-bf4198ceaa29" providerId="ADAL" clId="{9AAD289B-8994-4D40-8993-E235519D5094}" dt="2022-03-16T07:50:01.408" v="1893" actId="20577"/>
        <pc:sldMkLst>
          <pc:docMk/>
          <pc:sldMk cId="2736786001" sldId="303"/>
        </pc:sldMkLst>
        <pc:spChg chg="mod">
          <ac:chgData name="Yeo Xiong Wei, Jonathan" userId="ac2b658e-7ce1-44bb-9f9f-bf4198ceaa29" providerId="ADAL" clId="{9AAD289B-8994-4D40-8993-E235519D5094}" dt="2022-03-16T07:50:01.408" v="1893" actId="20577"/>
          <ac:spMkLst>
            <pc:docMk/>
            <pc:sldMk cId="2736786001" sldId="303"/>
            <ac:spMk id="32770" creationId="{00000000-0000-0000-0000-000000000000}"/>
          </ac:spMkLst>
        </pc:spChg>
      </pc:sldChg>
      <pc:sldChg chg="add del">
        <pc:chgData name="Yeo Xiong Wei, Jonathan" userId="ac2b658e-7ce1-44bb-9f9f-bf4198ceaa29" providerId="ADAL" clId="{9AAD289B-8994-4D40-8993-E235519D5094}" dt="2022-03-16T07:50:13.521" v="1895" actId="47"/>
        <pc:sldMkLst>
          <pc:docMk/>
          <pc:sldMk cId="4124829497" sldId="305"/>
        </pc:sldMkLst>
      </pc:sldChg>
      <pc:sldChg chg="add del">
        <pc:chgData name="Yeo Xiong Wei, Jonathan" userId="ac2b658e-7ce1-44bb-9f9f-bf4198ceaa29" providerId="ADAL" clId="{9AAD289B-8994-4D40-8993-E235519D5094}" dt="2022-03-16T07:56:04.447" v="2207" actId="47"/>
        <pc:sldMkLst>
          <pc:docMk/>
          <pc:sldMk cId="3954912179" sldId="311"/>
        </pc:sldMkLst>
      </pc:sldChg>
      <pc:sldChg chg="delSp modSp add mod">
        <pc:chgData name="Yeo Xiong Wei, Jonathan" userId="ac2b658e-7ce1-44bb-9f9f-bf4198ceaa29" providerId="ADAL" clId="{9AAD289B-8994-4D40-8993-E235519D5094}" dt="2022-03-16T09:41:39.600" v="2736"/>
        <pc:sldMkLst>
          <pc:docMk/>
          <pc:sldMk cId="3389499626" sldId="313"/>
        </pc:sldMkLst>
        <pc:spChg chg="mod">
          <ac:chgData name="Yeo Xiong Wei, Jonathan" userId="ac2b658e-7ce1-44bb-9f9f-bf4198ceaa29" providerId="ADAL" clId="{9AAD289B-8994-4D40-8993-E235519D5094}" dt="2022-03-16T09:41:39.600" v="2736"/>
          <ac:spMkLst>
            <pc:docMk/>
            <pc:sldMk cId="3389499626" sldId="313"/>
            <ac:spMk id="43010" creationId="{00000000-0000-0000-0000-000000000000}"/>
          </ac:spMkLst>
        </pc:spChg>
        <pc:picChg chg="del mod">
          <ac:chgData name="Yeo Xiong Wei, Jonathan" userId="ac2b658e-7ce1-44bb-9f9f-bf4198ceaa29" providerId="ADAL" clId="{9AAD289B-8994-4D40-8993-E235519D5094}" dt="2022-03-16T07:57:08.891" v="2275" actId="478"/>
          <ac:picMkLst>
            <pc:docMk/>
            <pc:sldMk cId="3389499626" sldId="313"/>
            <ac:picMk id="5" creationId="{00000000-0000-0000-0000-000000000000}"/>
          </ac:picMkLst>
        </pc:picChg>
        <pc:picChg chg="del">
          <ac:chgData name="Yeo Xiong Wei, Jonathan" userId="ac2b658e-7ce1-44bb-9f9f-bf4198ceaa29" providerId="ADAL" clId="{9AAD289B-8994-4D40-8993-E235519D5094}" dt="2022-03-16T07:58:03.475" v="2308" actId="478"/>
          <ac:picMkLst>
            <pc:docMk/>
            <pc:sldMk cId="3389499626" sldId="313"/>
            <ac:picMk id="6" creationId="{00000000-0000-0000-0000-000000000000}"/>
          </ac:picMkLst>
        </pc:picChg>
      </pc:sldChg>
      <pc:sldChg chg="add del">
        <pc:chgData name="Yeo Xiong Wei, Jonathan" userId="ac2b658e-7ce1-44bb-9f9f-bf4198ceaa29" providerId="ADAL" clId="{9AAD289B-8994-4D40-8993-E235519D5094}" dt="2022-03-16T09:38:47.499" v="2622" actId="47"/>
        <pc:sldMkLst>
          <pc:docMk/>
          <pc:sldMk cId="1858371329" sldId="315"/>
        </pc:sldMkLst>
      </pc:sldChg>
      <pc:sldChg chg="add del">
        <pc:chgData name="Yeo Xiong Wei, Jonathan" userId="ac2b658e-7ce1-44bb-9f9f-bf4198ceaa29" providerId="ADAL" clId="{9AAD289B-8994-4D40-8993-E235519D5094}" dt="2022-03-16T09:38:48.417" v="2623" actId="47"/>
        <pc:sldMkLst>
          <pc:docMk/>
          <pc:sldMk cId="3512047178" sldId="316"/>
        </pc:sldMkLst>
      </pc:sldChg>
      <pc:sldChg chg="modSp add mod">
        <pc:chgData name="Yeo Xiong Wei, Jonathan" userId="ac2b658e-7ce1-44bb-9f9f-bf4198ceaa29" providerId="ADAL" clId="{9AAD289B-8994-4D40-8993-E235519D5094}" dt="2022-03-18T08:53:50.026" v="2894" actId="6549"/>
        <pc:sldMkLst>
          <pc:docMk/>
          <pc:sldMk cId="1702885413" sldId="317"/>
        </pc:sldMkLst>
        <pc:spChg chg="mod">
          <ac:chgData name="Yeo Xiong Wei, Jonathan" userId="ac2b658e-7ce1-44bb-9f9f-bf4198ceaa29" providerId="ADAL" clId="{9AAD289B-8994-4D40-8993-E235519D5094}" dt="2022-03-18T08:53:50.026" v="2894" actId="6549"/>
          <ac:spMkLst>
            <pc:docMk/>
            <pc:sldMk cId="1702885413" sldId="317"/>
            <ac:spMk id="47106" creationId="{00000000-0000-0000-0000-000000000000}"/>
          </ac:spMkLst>
        </pc:spChg>
      </pc:sldChg>
      <pc:sldChg chg="add del">
        <pc:chgData name="Yeo Xiong Wei, Jonathan" userId="ac2b658e-7ce1-44bb-9f9f-bf4198ceaa29" providerId="ADAL" clId="{9AAD289B-8994-4D40-8993-E235519D5094}" dt="2022-03-18T08:53:54.549" v="2895" actId="47"/>
        <pc:sldMkLst>
          <pc:docMk/>
          <pc:sldMk cId="1229386494" sldId="318"/>
        </pc:sldMkLst>
      </pc:sldChg>
      <pc:sldChg chg="modSp add mod modNotesTx">
        <pc:chgData name="Yeo Xiong Wei, Jonathan" userId="ac2b658e-7ce1-44bb-9f9f-bf4198ceaa29" providerId="ADAL" clId="{9AAD289B-8994-4D40-8993-E235519D5094}" dt="2022-03-18T09:30:01.190" v="5686" actId="20577"/>
        <pc:sldMkLst>
          <pc:docMk/>
          <pc:sldMk cId="4272335518" sldId="319"/>
        </pc:sldMkLst>
        <pc:spChg chg="mod">
          <ac:chgData name="Yeo Xiong Wei, Jonathan" userId="ac2b658e-7ce1-44bb-9f9f-bf4198ceaa29" providerId="ADAL" clId="{9AAD289B-8994-4D40-8993-E235519D5094}" dt="2022-03-16T07:24:10.928" v="5" actId="27636"/>
          <ac:spMkLst>
            <pc:docMk/>
            <pc:sldMk cId="4272335518" sldId="319"/>
            <ac:spMk id="4915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09:30:01.190" v="5686" actId="20577"/>
          <ac:spMkLst>
            <pc:docMk/>
            <pc:sldMk cId="4272335518" sldId="319"/>
            <ac:spMk id="491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30:25.342" v="5689"/>
        <pc:sldMkLst>
          <pc:docMk/>
          <pc:sldMk cId="3950983522" sldId="320"/>
        </pc:sldMkLst>
        <pc:spChg chg="mod">
          <ac:chgData name="Yeo Xiong Wei, Jonathan" userId="ac2b658e-7ce1-44bb-9f9f-bf4198ceaa29" providerId="ADAL" clId="{9AAD289B-8994-4D40-8993-E235519D5094}" dt="2022-03-18T09:30:25.342" v="5689"/>
          <ac:spMkLst>
            <pc:docMk/>
            <pc:sldMk cId="3950983522" sldId="320"/>
            <ac:spMk id="50178" creationId="{00000000-0000-0000-0000-000000000000}"/>
          </ac:spMkLst>
        </pc:spChg>
      </pc:sldChg>
      <pc:sldChg chg="modSp add del mod">
        <pc:chgData name="Yeo Xiong Wei, Jonathan" userId="ac2b658e-7ce1-44bb-9f9f-bf4198ceaa29" providerId="ADAL" clId="{9AAD289B-8994-4D40-8993-E235519D5094}" dt="2022-03-18T09:30:29.871" v="5690" actId="47"/>
        <pc:sldMkLst>
          <pc:docMk/>
          <pc:sldMk cId="2397600833" sldId="321"/>
        </pc:sldMkLst>
        <pc:spChg chg="mod">
          <ac:chgData name="Yeo Xiong Wei, Jonathan" userId="ac2b658e-7ce1-44bb-9f9f-bf4198ceaa29" providerId="ADAL" clId="{9AAD289B-8994-4D40-8993-E235519D5094}" dt="2022-03-18T09:30:23.295" v="5687" actId="21"/>
          <ac:spMkLst>
            <pc:docMk/>
            <pc:sldMk cId="2397600833" sldId="321"/>
            <ac:spMk id="5120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36:41.149" v="6060" actId="20577"/>
        <pc:sldMkLst>
          <pc:docMk/>
          <pc:sldMk cId="3314535483" sldId="326"/>
        </pc:sldMkLst>
        <pc:spChg chg="mod">
          <ac:chgData name="Yeo Xiong Wei, Jonathan" userId="ac2b658e-7ce1-44bb-9f9f-bf4198ceaa29" providerId="ADAL" clId="{9AAD289B-8994-4D40-8993-E235519D5094}" dt="2022-03-18T09:36:41.149" v="6060" actId="20577"/>
          <ac:spMkLst>
            <pc:docMk/>
            <pc:sldMk cId="3314535483" sldId="326"/>
            <ac:spMk id="5632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04:03.803" v="3707" actId="20577"/>
        <pc:sldMkLst>
          <pc:docMk/>
          <pc:sldMk cId="3920119451" sldId="332"/>
        </pc:sldMkLst>
        <pc:spChg chg="mod">
          <ac:chgData name="Yeo Xiong Wei, Jonathan" userId="ac2b658e-7ce1-44bb-9f9f-bf4198ceaa29" providerId="ADAL" clId="{9AAD289B-8994-4D40-8993-E235519D5094}" dt="2022-03-18T09:04:03.803" v="3707" actId="20577"/>
          <ac:spMkLst>
            <pc:docMk/>
            <pc:sldMk cId="3920119451" sldId="332"/>
            <ac:spMk id="62466" creationId="{00000000-0000-0000-0000-000000000000}"/>
          </ac:spMkLst>
        </pc:sp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4002629675" sldId="332"/>
        </pc:sldMkLst>
      </pc:sldChg>
      <pc:sldChg chg="modSp add mod">
        <pc:chgData name="Yeo Xiong Wei, Jonathan" userId="ac2b658e-7ce1-44bb-9f9f-bf4198ceaa29" providerId="ADAL" clId="{9AAD289B-8994-4D40-8993-E235519D5094}" dt="2022-03-18T09:08:21.130" v="3958" actId="20577"/>
        <pc:sldMkLst>
          <pc:docMk/>
          <pc:sldMk cId="745064473" sldId="333"/>
        </pc:sldMkLst>
        <pc:spChg chg="mod">
          <ac:chgData name="Yeo Xiong Wei, Jonathan" userId="ac2b658e-7ce1-44bb-9f9f-bf4198ceaa29" providerId="ADAL" clId="{9AAD289B-8994-4D40-8993-E235519D5094}" dt="2022-03-18T09:08:21.130" v="3958" actId="20577"/>
          <ac:spMkLst>
            <pc:docMk/>
            <pc:sldMk cId="745064473" sldId="333"/>
            <ac:spMk id="63490" creationId="{00000000-0000-0000-0000-000000000000}"/>
          </ac:spMkLst>
        </pc:sp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1229491559" sldId="333"/>
        </pc:sldMkLst>
      </pc:sldChg>
      <pc:sldChg chg="add">
        <pc:chgData name="Yeo Xiong Wei, Jonathan" userId="ac2b658e-7ce1-44bb-9f9f-bf4198ceaa29" providerId="ADAL" clId="{9AAD289B-8994-4D40-8993-E235519D5094}" dt="2022-03-18T08:57:25.844" v="3044"/>
        <pc:sldMkLst>
          <pc:docMk/>
          <pc:sldMk cId="111974515" sldId="334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597440594" sldId="334"/>
        </pc:sldMkLst>
      </pc:sldChg>
      <pc:sldChg chg="addSp modSp add">
        <pc:chgData name="Yeo Xiong Wei, Jonathan" userId="ac2b658e-7ce1-44bb-9f9f-bf4198ceaa29" providerId="ADAL" clId="{9AAD289B-8994-4D40-8993-E235519D5094}" dt="2022-03-18T09:08:37.864" v="3960"/>
        <pc:sldMkLst>
          <pc:docMk/>
          <pc:sldMk cId="1849850092" sldId="335"/>
        </pc:sldMkLst>
        <pc:picChg chg="add mod">
          <ac:chgData name="Yeo Xiong Wei, Jonathan" userId="ac2b658e-7ce1-44bb-9f9f-bf4198ceaa29" providerId="ADAL" clId="{9AAD289B-8994-4D40-8993-E235519D5094}" dt="2022-03-18T09:08:37.864" v="3960"/>
          <ac:picMkLst>
            <pc:docMk/>
            <pc:sldMk cId="1849850092" sldId="335"/>
            <ac:picMk id="5" creationId="{38DF7E8D-689E-4A34-B657-4895C97C266E}"/>
          </ac:picMkLst>
        </pc:pic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4063162876" sldId="335"/>
        </pc:sldMkLst>
      </pc:sldChg>
      <pc:sldChg chg="addSp modSp add mod">
        <pc:chgData name="Yeo Xiong Wei, Jonathan" userId="ac2b658e-7ce1-44bb-9f9f-bf4198ceaa29" providerId="ADAL" clId="{9AAD289B-8994-4D40-8993-E235519D5094}" dt="2022-03-18T09:09:27.153" v="3967" actId="1076"/>
        <pc:sldMkLst>
          <pc:docMk/>
          <pc:sldMk cId="434201001" sldId="338"/>
        </pc:sldMkLst>
        <pc:spChg chg="mod">
          <ac:chgData name="Yeo Xiong Wei, Jonathan" userId="ac2b658e-7ce1-44bb-9f9f-bf4198ceaa29" providerId="ADAL" clId="{9AAD289B-8994-4D40-8993-E235519D5094}" dt="2022-03-18T09:09:20.671" v="3965" actId="14100"/>
          <ac:spMkLst>
            <pc:docMk/>
            <pc:sldMk cId="434201001" sldId="338"/>
            <ac:spMk id="68610" creationId="{00000000-0000-0000-0000-000000000000}"/>
          </ac:spMkLst>
        </pc:spChg>
        <pc:picChg chg="add mod">
          <ac:chgData name="Yeo Xiong Wei, Jonathan" userId="ac2b658e-7ce1-44bb-9f9f-bf4198ceaa29" providerId="ADAL" clId="{9AAD289B-8994-4D40-8993-E235519D5094}" dt="2022-03-18T09:09:27.153" v="3967" actId="1076"/>
          <ac:picMkLst>
            <pc:docMk/>
            <pc:sldMk cId="434201001" sldId="338"/>
            <ac:picMk id="5" creationId="{E3183B36-7FA6-43AE-BE23-02075AE98B08}"/>
          </ac:picMkLst>
        </pc:pic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2355264573" sldId="338"/>
        </pc:sldMkLst>
      </pc:sldChg>
      <pc:sldChg chg="addSp delSp modSp add mod">
        <pc:chgData name="Yeo Xiong Wei, Jonathan" userId="ac2b658e-7ce1-44bb-9f9f-bf4198ceaa29" providerId="ADAL" clId="{9AAD289B-8994-4D40-8993-E235519D5094}" dt="2022-03-18T09:11:51.553" v="4091" actId="1076"/>
        <pc:sldMkLst>
          <pc:docMk/>
          <pc:sldMk cId="1748669557" sldId="341"/>
        </pc:sldMkLst>
        <pc:spChg chg="del mod">
          <ac:chgData name="Yeo Xiong Wei, Jonathan" userId="ac2b658e-7ce1-44bb-9f9f-bf4198ceaa29" providerId="ADAL" clId="{9AAD289B-8994-4D40-8993-E235519D5094}" dt="2022-03-18T09:10:22.458" v="3986" actId="478"/>
          <ac:spMkLst>
            <pc:docMk/>
            <pc:sldMk cId="1748669557" sldId="341"/>
            <ac:spMk id="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09:11:49.518" v="4090" actId="14100"/>
          <ac:spMkLst>
            <pc:docMk/>
            <pc:sldMk cId="1748669557" sldId="341"/>
            <ac:spMk id="71682" creationId="{00000000-0000-0000-0000-000000000000}"/>
          </ac:spMkLst>
        </pc:spChg>
        <pc:picChg chg="add mod">
          <ac:chgData name="Yeo Xiong Wei, Jonathan" userId="ac2b658e-7ce1-44bb-9f9f-bf4198ceaa29" providerId="ADAL" clId="{9AAD289B-8994-4D40-8993-E235519D5094}" dt="2022-03-18T09:11:51.553" v="4091" actId="1076"/>
          <ac:picMkLst>
            <pc:docMk/>
            <pc:sldMk cId="1748669557" sldId="341"/>
            <ac:picMk id="8" creationId="{EE4489EF-5EB0-4721-B0EA-00641BDBDC53}"/>
          </ac:picMkLst>
        </pc:picChg>
        <pc:picChg chg="del">
          <ac:chgData name="Yeo Xiong Wei, Jonathan" userId="ac2b658e-7ce1-44bb-9f9f-bf4198ceaa29" providerId="ADAL" clId="{9AAD289B-8994-4D40-8993-E235519D5094}" dt="2022-03-18T09:10:02.170" v="3979" actId="478"/>
          <ac:picMkLst>
            <pc:docMk/>
            <pc:sldMk cId="1748669557" sldId="341"/>
            <ac:picMk id="3074" creationId="{00000000-0000-0000-0000-000000000000}"/>
          </ac:picMkLst>
        </pc:picChg>
      </pc:sldChg>
      <pc:sldChg chg="modSp add del mod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065666684" sldId="341"/>
        </pc:sldMkLst>
        <pc:spChg chg="mod">
          <ac:chgData name="Yeo Xiong Wei, Jonathan" userId="ac2b658e-7ce1-44bb-9f9f-bf4198ceaa29" providerId="ADAL" clId="{9AAD289B-8994-4D40-8993-E235519D5094}" dt="2022-03-16T07:28:37.769" v="123" actId="27636"/>
          <ac:spMkLst>
            <pc:docMk/>
            <pc:sldMk cId="3065666684" sldId="341"/>
            <ac:spMk id="71682" creationId="{00000000-0000-0000-0000-000000000000}"/>
          </ac:spMkLst>
        </pc:spChg>
      </pc:sldChg>
      <pc:sldChg chg="add del">
        <pc:chgData name="Yeo Xiong Wei, Jonathan" userId="ac2b658e-7ce1-44bb-9f9f-bf4198ceaa29" providerId="ADAL" clId="{9AAD289B-8994-4D40-8993-E235519D5094}" dt="2022-03-18T09:15:00.858" v="4207" actId="47"/>
        <pc:sldMkLst>
          <pc:docMk/>
          <pc:sldMk cId="2018667550" sldId="343"/>
        </pc:sldMkLst>
      </pc:sldChg>
      <pc:sldChg chg="modSp add del mod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831953174" sldId="343"/>
        </pc:sldMkLst>
        <pc:spChg chg="mod">
          <ac:chgData name="Yeo Xiong Wei, Jonathan" userId="ac2b658e-7ce1-44bb-9f9f-bf4198ceaa29" providerId="ADAL" clId="{9AAD289B-8994-4D40-8993-E235519D5094}" dt="2022-03-16T07:28:37.776" v="124" actId="27636"/>
          <ac:spMkLst>
            <pc:docMk/>
            <pc:sldMk cId="3831953174" sldId="343"/>
            <ac:spMk id="73730" creationId="{00000000-0000-0000-0000-000000000000}"/>
          </ac:spMkLst>
        </pc:spChg>
      </pc:sldChg>
      <pc:sldChg chg="addSp modSp add mod">
        <pc:chgData name="Yeo Xiong Wei, Jonathan" userId="ac2b658e-7ce1-44bb-9f9f-bf4198ceaa29" providerId="ADAL" clId="{9AAD289B-8994-4D40-8993-E235519D5094}" dt="2022-03-18T09:16:12.137" v="4243" actId="20577"/>
        <pc:sldMkLst>
          <pc:docMk/>
          <pc:sldMk cId="2761039419" sldId="345"/>
        </pc:sldMkLst>
        <pc:spChg chg="mod">
          <ac:chgData name="Yeo Xiong Wei, Jonathan" userId="ac2b658e-7ce1-44bb-9f9f-bf4198ceaa29" providerId="ADAL" clId="{9AAD289B-8994-4D40-8993-E235519D5094}" dt="2022-03-18T09:16:12.137" v="4243" actId="20577"/>
          <ac:spMkLst>
            <pc:docMk/>
            <pc:sldMk cId="2761039419" sldId="345"/>
            <ac:spMk id="75778" creationId="{00000000-0000-0000-0000-000000000000}"/>
          </ac:spMkLst>
        </pc:spChg>
        <pc:picChg chg="add mod">
          <ac:chgData name="Yeo Xiong Wei, Jonathan" userId="ac2b658e-7ce1-44bb-9f9f-bf4198ceaa29" providerId="ADAL" clId="{9AAD289B-8994-4D40-8993-E235519D5094}" dt="2022-03-18T09:15:49.230" v="4221" actId="1076"/>
          <ac:picMkLst>
            <pc:docMk/>
            <pc:sldMk cId="2761039419" sldId="345"/>
            <ac:picMk id="5" creationId="{9A6ECEF0-EE14-4799-A38D-7C5984E31E30}"/>
          </ac:picMkLst>
        </pc:pic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618743370" sldId="345"/>
        </pc:sldMkLst>
      </pc:sldChg>
      <pc:sldChg chg="modSp add mod">
        <pc:chgData name="Yeo Xiong Wei, Jonathan" userId="ac2b658e-7ce1-44bb-9f9f-bf4198ceaa29" providerId="ADAL" clId="{9AAD289B-8994-4D40-8993-E235519D5094}" dt="2022-03-18T09:56:54.575" v="6787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9AAD289B-8994-4D40-8993-E235519D5094}" dt="2022-03-18T09:56:54.575" v="6787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addSp modSp add mod">
        <pc:chgData name="Yeo Xiong Wei, Jonathan" userId="ac2b658e-7ce1-44bb-9f9f-bf4198ceaa29" providerId="ADAL" clId="{9AAD289B-8994-4D40-8993-E235519D5094}" dt="2022-03-18T09:43:43.832" v="6534" actId="20577"/>
        <pc:sldMkLst>
          <pc:docMk/>
          <pc:sldMk cId="613747932" sldId="350"/>
        </pc:sldMkLst>
        <pc:spChg chg="mod">
          <ac:chgData name="Yeo Xiong Wei, Jonathan" userId="ac2b658e-7ce1-44bb-9f9f-bf4198ceaa29" providerId="ADAL" clId="{9AAD289B-8994-4D40-8993-E235519D5094}" dt="2022-03-18T09:43:43.832" v="6534" actId="20577"/>
          <ac:spMkLst>
            <pc:docMk/>
            <pc:sldMk cId="613747932" sldId="350"/>
            <ac:spMk id="80898" creationId="{00000000-0000-0000-0000-000000000000}"/>
          </ac:spMkLst>
        </pc:spChg>
        <pc:picChg chg="add mod">
          <ac:chgData name="Yeo Xiong Wei, Jonathan" userId="ac2b658e-7ce1-44bb-9f9f-bf4198ceaa29" providerId="ADAL" clId="{9AAD289B-8994-4D40-8993-E235519D5094}" dt="2022-03-18T09:43:36.562" v="6532" actId="1076"/>
          <ac:picMkLst>
            <pc:docMk/>
            <pc:sldMk cId="613747932" sldId="350"/>
            <ac:picMk id="5" creationId="{F40B358A-B747-4896-BCE4-75106F1F097E}"/>
          </ac:picMkLst>
        </pc:picChg>
      </pc:sldChg>
      <pc:sldChg chg="add del">
        <pc:chgData name="Yeo Xiong Wei, Jonathan" userId="ac2b658e-7ce1-44bb-9f9f-bf4198ceaa29" providerId="ADAL" clId="{9AAD289B-8994-4D40-8993-E235519D5094}" dt="2022-03-18T09:43:49.517" v="6535" actId="47"/>
        <pc:sldMkLst>
          <pc:docMk/>
          <pc:sldMk cId="4130968103" sldId="353"/>
        </pc:sldMkLst>
      </pc:sldChg>
      <pc:sldChg chg="add del">
        <pc:chgData name="Yeo Xiong Wei, Jonathan" userId="ac2b658e-7ce1-44bb-9f9f-bf4198ceaa29" providerId="ADAL" clId="{9AAD289B-8994-4D40-8993-E235519D5094}" dt="2022-03-18T10:06:03.059" v="7509" actId="47"/>
        <pc:sldMkLst>
          <pc:docMk/>
          <pc:sldMk cId="1215500637" sldId="360"/>
        </pc:sldMkLst>
      </pc:sldChg>
      <pc:sldChg chg="add">
        <pc:chgData name="Yeo Xiong Wei, Jonathan" userId="ac2b658e-7ce1-44bb-9f9f-bf4198ceaa29" providerId="ADAL" clId="{9AAD289B-8994-4D40-8993-E235519D5094}" dt="2022-03-16T07:24:10.832" v="1"/>
        <pc:sldMkLst>
          <pc:docMk/>
          <pc:sldMk cId="3294816556" sldId="364"/>
        </pc:sldMkLst>
      </pc:sldChg>
      <pc:sldChg chg="delSp modSp add mod">
        <pc:chgData name="Yeo Xiong Wei, Jonathan" userId="ac2b658e-7ce1-44bb-9f9f-bf4198ceaa29" providerId="ADAL" clId="{9AAD289B-8994-4D40-8993-E235519D5094}" dt="2022-03-18T10:10:45.093" v="7996" actId="478"/>
        <pc:sldMkLst>
          <pc:docMk/>
          <pc:sldMk cId="2098012594" sldId="366"/>
        </pc:sldMkLst>
        <pc:spChg chg="mod">
          <ac:chgData name="Yeo Xiong Wei, Jonathan" userId="ac2b658e-7ce1-44bb-9f9f-bf4198ceaa29" providerId="ADAL" clId="{9AAD289B-8994-4D40-8993-E235519D5094}" dt="2022-03-18T10:10:42.159" v="7995"/>
          <ac:spMkLst>
            <pc:docMk/>
            <pc:sldMk cId="2098012594" sldId="366"/>
            <ac:spMk id="97282" creationId="{00000000-0000-0000-0000-000000000000}"/>
          </ac:spMkLst>
        </pc:spChg>
        <pc:picChg chg="del mod">
          <ac:chgData name="Yeo Xiong Wei, Jonathan" userId="ac2b658e-7ce1-44bb-9f9f-bf4198ceaa29" providerId="ADAL" clId="{9AAD289B-8994-4D40-8993-E235519D5094}" dt="2022-03-18T10:10:45.093" v="7996" actId="478"/>
          <ac:picMkLst>
            <pc:docMk/>
            <pc:sldMk cId="2098012594" sldId="366"/>
            <ac:picMk id="1026" creationId="{00000000-0000-0000-0000-000000000000}"/>
          </ac:picMkLst>
        </pc:picChg>
      </pc:sldChg>
      <pc:sldChg chg="delSp modSp add mod">
        <pc:chgData name="Yeo Xiong Wei, Jonathan" userId="ac2b658e-7ce1-44bb-9f9f-bf4198ceaa29" providerId="ADAL" clId="{9AAD289B-8994-4D40-8993-E235519D5094}" dt="2022-03-18T10:12:38.752" v="8223" actId="20577"/>
        <pc:sldMkLst>
          <pc:docMk/>
          <pc:sldMk cId="3178832480" sldId="369"/>
        </pc:sldMkLst>
        <pc:spChg chg="del">
          <ac:chgData name="Yeo Xiong Wei, Jonathan" userId="ac2b658e-7ce1-44bb-9f9f-bf4198ceaa29" providerId="ADAL" clId="{9AAD289B-8994-4D40-8993-E235519D5094}" dt="2022-03-18T10:11:58.286" v="8134" actId="478"/>
          <ac:spMkLst>
            <pc:docMk/>
            <pc:sldMk cId="3178832480" sldId="369"/>
            <ac:spMk id="3" creationId="{00000000-0000-0000-0000-000000000000}"/>
          </ac:spMkLst>
        </pc:spChg>
        <pc:spChg chg="del">
          <ac:chgData name="Yeo Xiong Wei, Jonathan" userId="ac2b658e-7ce1-44bb-9f9f-bf4198ceaa29" providerId="ADAL" clId="{9AAD289B-8994-4D40-8993-E235519D5094}" dt="2022-03-18T10:12:34.038" v="8219" actId="478"/>
          <ac:spMkLst>
            <pc:docMk/>
            <pc:sldMk cId="3178832480" sldId="369"/>
            <ac:spMk id="4" creationId="{00000000-0000-0000-0000-000000000000}"/>
          </ac:spMkLst>
        </pc:spChg>
        <pc:spChg chg="del mod">
          <ac:chgData name="Yeo Xiong Wei, Jonathan" userId="ac2b658e-7ce1-44bb-9f9f-bf4198ceaa29" providerId="ADAL" clId="{9AAD289B-8994-4D40-8993-E235519D5094}" dt="2022-03-18T10:12:35.214" v="8220" actId="478"/>
          <ac:spMkLst>
            <pc:docMk/>
            <pc:sldMk cId="3178832480" sldId="369"/>
            <ac:spMk id="6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12:38.752" v="8223" actId="20577"/>
          <ac:spMkLst>
            <pc:docMk/>
            <pc:sldMk cId="3178832480" sldId="369"/>
            <ac:spMk id="100354" creationId="{00000000-0000-0000-0000-000000000000}"/>
          </ac:spMkLst>
        </pc:spChg>
        <pc:picChg chg="del">
          <ac:chgData name="Yeo Xiong Wei, Jonathan" userId="ac2b658e-7ce1-44bb-9f9f-bf4198ceaa29" providerId="ADAL" clId="{9AAD289B-8994-4D40-8993-E235519D5094}" dt="2022-03-18T10:11:59.190" v="8135" actId="478"/>
          <ac:picMkLst>
            <pc:docMk/>
            <pc:sldMk cId="3178832480" sldId="369"/>
            <ac:picMk id="5" creationId="{00000000-0000-0000-0000-000000000000}"/>
          </ac:picMkLst>
        </pc:picChg>
        <pc:picChg chg="del mod">
          <ac:chgData name="Yeo Xiong Wei, Jonathan" userId="ac2b658e-7ce1-44bb-9f9f-bf4198ceaa29" providerId="ADAL" clId="{9AAD289B-8994-4D40-8993-E235519D5094}" dt="2022-03-18T10:12:37.053" v="8221" actId="478"/>
          <ac:picMkLst>
            <pc:docMk/>
            <pc:sldMk cId="3178832480" sldId="369"/>
            <ac:picMk id="5122" creationId="{00000000-0000-0000-0000-000000000000}"/>
          </ac:picMkLst>
        </pc:picChg>
      </pc:sldChg>
      <pc:sldChg chg="add del">
        <pc:chgData name="Yeo Xiong Wei, Jonathan" userId="ac2b658e-7ce1-44bb-9f9f-bf4198ceaa29" providerId="ADAL" clId="{9AAD289B-8994-4D40-8993-E235519D5094}" dt="2022-03-18T10:33:04.926" v="9639" actId="47"/>
        <pc:sldMkLst>
          <pc:docMk/>
          <pc:sldMk cId="4109741852" sldId="373"/>
        </pc:sldMkLst>
      </pc:sldChg>
      <pc:sldChg chg="add del">
        <pc:chgData name="Yeo Xiong Wei, Jonathan" userId="ac2b658e-7ce1-44bb-9f9f-bf4198ceaa29" providerId="ADAL" clId="{9AAD289B-8994-4D40-8993-E235519D5094}" dt="2022-03-18T10:33:05.521" v="9640" actId="47"/>
        <pc:sldMkLst>
          <pc:docMk/>
          <pc:sldMk cId="3930267286" sldId="375"/>
        </pc:sldMkLst>
      </pc:sldChg>
      <pc:sldChg chg="add del">
        <pc:chgData name="Yeo Xiong Wei, Jonathan" userId="ac2b658e-7ce1-44bb-9f9f-bf4198ceaa29" providerId="ADAL" clId="{9AAD289B-8994-4D40-8993-E235519D5094}" dt="2022-03-18T10:33:06.997" v="9641" actId="47"/>
        <pc:sldMkLst>
          <pc:docMk/>
          <pc:sldMk cId="1377716392" sldId="376"/>
        </pc:sldMkLst>
      </pc:sldChg>
      <pc:sldChg chg="add del">
        <pc:chgData name="Yeo Xiong Wei, Jonathan" userId="ac2b658e-7ce1-44bb-9f9f-bf4198ceaa29" providerId="ADAL" clId="{9AAD289B-8994-4D40-8993-E235519D5094}" dt="2022-03-18T10:37:03.701" v="9796" actId="47"/>
        <pc:sldMkLst>
          <pc:docMk/>
          <pc:sldMk cId="1691959689" sldId="377"/>
        </pc:sldMkLst>
      </pc:sldChg>
      <pc:sldChg chg="add del">
        <pc:chgData name="Yeo Xiong Wei, Jonathan" userId="ac2b658e-7ce1-44bb-9f9f-bf4198ceaa29" providerId="ADAL" clId="{9AAD289B-8994-4D40-8993-E235519D5094}" dt="2022-03-16T07:56:03.450" v="2206" actId="47"/>
        <pc:sldMkLst>
          <pc:docMk/>
          <pc:sldMk cId="3712462665" sldId="378"/>
        </pc:sldMkLst>
      </pc:sldChg>
      <pc:sldChg chg="add del">
        <pc:chgData name="Yeo Xiong Wei, Jonathan" userId="ac2b658e-7ce1-44bb-9f9f-bf4198ceaa29" providerId="ADAL" clId="{9AAD289B-8994-4D40-8993-E235519D5094}" dt="2022-03-18T09:35:05.839" v="5961" actId="47"/>
        <pc:sldMkLst>
          <pc:docMk/>
          <pc:sldMk cId="636046206" sldId="379"/>
        </pc:sldMkLst>
      </pc:sldChg>
      <pc:sldChg chg="add del">
        <pc:chgData name="Yeo Xiong Wei, Jonathan" userId="ac2b658e-7ce1-44bb-9f9f-bf4198ceaa29" providerId="ADAL" clId="{9AAD289B-8994-4D40-8993-E235519D5094}" dt="2022-03-18T09:36:52.317" v="6061" actId="47"/>
        <pc:sldMkLst>
          <pc:docMk/>
          <pc:sldMk cId="766010353" sldId="380"/>
        </pc:sldMkLst>
      </pc:sldChg>
      <pc:sldChg chg="add del">
        <pc:chgData name="Yeo Xiong Wei, Jonathan" userId="ac2b658e-7ce1-44bb-9f9f-bf4198ceaa29" providerId="ADAL" clId="{9AAD289B-8994-4D40-8993-E235519D5094}" dt="2022-03-18T09:39:13.932" v="6234" actId="47"/>
        <pc:sldMkLst>
          <pc:docMk/>
          <pc:sldMk cId="3721868178" sldId="381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2833217015" sldId="382"/>
        </pc:sldMkLst>
      </pc:sldChg>
      <pc:sldChg chg="modSp add del mod">
        <pc:chgData name="Yeo Xiong Wei, Jonathan" userId="ac2b658e-7ce1-44bb-9f9f-bf4198ceaa29" providerId="ADAL" clId="{9AAD289B-8994-4D40-8993-E235519D5094}" dt="2022-03-18T09:08:42.063" v="3961" actId="47"/>
        <pc:sldMkLst>
          <pc:docMk/>
          <pc:sldMk cId="2902199749" sldId="382"/>
        </pc:sldMkLst>
        <pc:picChg chg="mod">
          <ac:chgData name="Yeo Xiong Wei, Jonathan" userId="ac2b658e-7ce1-44bb-9f9f-bf4198ceaa29" providerId="ADAL" clId="{9AAD289B-8994-4D40-8993-E235519D5094}" dt="2022-03-18T09:08:33.135" v="3959" actId="1076"/>
          <ac:picMkLst>
            <pc:docMk/>
            <pc:sldMk cId="2902199749" sldId="382"/>
            <ac:picMk id="4" creationId="{00000000-0000-0000-0000-000000000000}"/>
          </ac:picMkLst>
        </pc:picChg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63949696" sldId="383"/>
        </pc:sldMkLst>
      </pc:sldChg>
      <pc:sldChg chg="add del">
        <pc:chgData name="Yeo Xiong Wei, Jonathan" userId="ac2b658e-7ce1-44bb-9f9f-bf4198ceaa29" providerId="ADAL" clId="{9AAD289B-8994-4D40-8993-E235519D5094}" dt="2022-03-18T09:09:35.550" v="3968" actId="47"/>
        <pc:sldMkLst>
          <pc:docMk/>
          <pc:sldMk cId="2737341740" sldId="383"/>
        </pc:sldMkLst>
      </pc:sldChg>
      <pc:sldChg chg="add del">
        <pc:chgData name="Yeo Xiong Wei, Jonathan" userId="ac2b658e-7ce1-44bb-9f9f-bf4198ceaa29" providerId="ADAL" clId="{9AAD289B-8994-4D40-8993-E235519D5094}" dt="2022-03-18T09:11:58.013" v="4092" actId="47"/>
        <pc:sldMkLst>
          <pc:docMk/>
          <pc:sldMk cId="1083434243" sldId="384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948986484" sldId="384"/>
        </pc:sldMkLst>
      </pc:sldChg>
      <pc:sldChg chg="add del">
        <pc:chgData name="Yeo Xiong Wei, Jonathan" userId="ac2b658e-7ce1-44bb-9f9f-bf4198ceaa29" providerId="ADAL" clId="{9AAD289B-8994-4D40-8993-E235519D5094}" dt="2022-03-18T09:15:19.703" v="4214" actId="47"/>
        <pc:sldMkLst>
          <pc:docMk/>
          <pc:sldMk cId="2252823553" sldId="385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3820324470" sldId="385"/>
        </pc:sldMkLst>
      </pc:sldChg>
      <pc:sldChg chg="add del">
        <pc:chgData name="Yeo Xiong Wei, Jonathan" userId="ac2b658e-7ce1-44bb-9f9f-bf4198ceaa29" providerId="ADAL" clId="{9AAD289B-8994-4D40-8993-E235519D5094}" dt="2022-03-18T09:16:37.580" v="4250" actId="47"/>
        <pc:sldMkLst>
          <pc:docMk/>
          <pc:sldMk cId="3258089379" sldId="386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4216394324" sldId="386"/>
        </pc:sldMkLst>
      </pc:sldChg>
      <pc:sldChg chg="add del">
        <pc:chgData name="Yeo Xiong Wei, Jonathan" userId="ac2b658e-7ce1-44bb-9f9f-bf4198ceaa29" providerId="ADAL" clId="{9AAD289B-8994-4D40-8993-E235519D5094}" dt="2022-03-18T09:16:39.214" v="4251" actId="47"/>
        <pc:sldMkLst>
          <pc:docMk/>
          <pc:sldMk cId="700852066" sldId="387"/>
        </pc:sldMkLst>
      </pc:sldChg>
      <pc:sldChg chg="add del">
        <pc:chgData name="Yeo Xiong Wei, Jonathan" userId="ac2b658e-7ce1-44bb-9f9f-bf4198ceaa29" providerId="ADAL" clId="{9AAD289B-8994-4D40-8993-E235519D5094}" dt="2022-03-18T08:57:18.218" v="3043" actId="2696"/>
        <pc:sldMkLst>
          <pc:docMk/>
          <pc:sldMk cId="4248161348" sldId="387"/>
        </pc:sldMkLst>
      </pc:sldChg>
      <pc:sldChg chg="add del">
        <pc:chgData name="Yeo Xiong Wei, Jonathan" userId="ac2b658e-7ce1-44bb-9f9f-bf4198ceaa29" providerId="ADAL" clId="{9AAD289B-8994-4D40-8993-E235519D5094}" dt="2022-03-18T09:46:46.733" v="6672" actId="47"/>
        <pc:sldMkLst>
          <pc:docMk/>
          <pc:sldMk cId="1877630585" sldId="388"/>
        </pc:sldMkLst>
      </pc:sldChg>
      <pc:sldChg chg="add">
        <pc:chgData name="Yeo Xiong Wei, Jonathan" userId="ac2b658e-7ce1-44bb-9f9f-bf4198ceaa29" providerId="ADAL" clId="{9AAD289B-8994-4D40-8993-E235519D5094}" dt="2022-03-16T07:24:10.832" v="1"/>
        <pc:sldMkLst>
          <pc:docMk/>
          <pc:sldMk cId="2874127277" sldId="389"/>
        </pc:sldMkLst>
      </pc:sldChg>
      <pc:sldChg chg="add del">
        <pc:chgData name="Yeo Xiong Wei, Jonathan" userId="ac2b658e-7ce1-44bb-9f9f-bf4198ceaa29" providerId="ADAL" clId="{9AAD289B-8994-4D40-8993-E235519D5094}" dt="2022-03-18T10:06:16.948" v="7512" actId="47"/>
        <pc:sldMkLst>
          <pc:docMk/>
          <pc:sldMk cId="2678958964" sldId="390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626611511" sldId="422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339228875" sldId="423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836479171" sldId="424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752884842" sldId="425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2599901672" sldId="426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2804154378" sldId="427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289169299" sldId="428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2863872561" sldId="429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663062866" sldId="430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685554903" sldId="433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229939910" sldId="434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386104858" sldId="435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129617942" sldId="436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452178662" sldId="438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351489455" sldId="439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4182796486" sldId="441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438234917" sldId="442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2236551889" sldId="443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83123542" sldId="445"/>
        </pc:sldMkLst>
      </pc:sldChg>
      <pc:sldChg chg="modSp mod">
        <pc:chgData name="Yeo Xiong Wei, Jonathan" userId="ac2b658e-7ce1-44bb-9f9f-bf4198ceaa29" providerId="ADAL" clId="{9AAD289B-8994-4D40-8993-E235519D5094}" dt="2022-03-16T07:24:20.528" v="37" actId="20577"/>
        <pc:sldMkLst>
          <pc:docMk/>
          <pc:sldMk cId="3783780466" sldId="447"/>
        </pc:sldMkLst>
        <pc:spChg chg="mod">
          <ac:chgData name="Yeo Xiong Wei, Jonathan" userId="ac2b658e-7ce1-44bb-9f9f-bf4198ceaa29" providerId="ADAL" clId="{9AAD289B-8994-4D40-8993-E235519D5094}" dt="2022-03-16T07:24:20.528" v="37" actId="20577"/>
          <ac:spMkLst>
            <pc:docMk/>
            <pc:sldMk cId="3783780466" sldId="447"/>
            <ac:spMk id="2" creationId="{9A0F84E2-3745-45CC-919A-EFB835CCA507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7:40:06.372" v="1255" actId="20577"/>
        <pc:sldMkLst>
          <pc:docMk/>
          <pc:sldMk cId="609857261" sldId="448"/>
        </pc:sldMkLst>
        <pc:spChg chg="mod">
          <ac:chgData name="Yeo Xiong Wei, Jonathan" userId="ac2b658e-7ce1-44bb-9f9f-bf4198ceaa29" providerId="ADAL" clId="{9AAD289B-8994-4D40-8993-E235519D5094}" dt="2022-03-16T07:27:46.197" v="66" actId="20577"/>
          <ac:spMkLst>
            <pc:docMk/>
            <pc:sldMk cId="609857261" sldId="448"/>
            <ac:spMk id="26625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6T07:40:06.372" v="1255" actId="20577"/>
          <ac:spMkLst>
            <pc:docMk/>
            <pc:sldMk cId="609857261" sldId="448"/>
            <ac:spMk id="26626" creationId="{00000000-0000-0000-0000-000000000000}"/>
          </ac:spMkLst>
        </pc:spChg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719260337" sldId="448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346913982" sldId="449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626524365" sldId="450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873964792" sldId="451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378113013" sldId="452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104785521" sldId="455"/>
        </pc:sldMkLst>
      </pc:sldChg>
      <pc:sldChg chg="del">
        <pc:chgData name="Yeo Xiong Wei, Jonathan" userId="ac2b658e-7ce1-44bb-9f9f-bf4198ceaa29" providerId="ADAL" clId="{9AAD289B-8994-4D40-8993-E235519D5094}" dt="2022-03-16T07:24:00.866" v="0" actId="47"/>
        <pc:sldMkLst>
          <pc:docMk/>
          <pc:sldMk cId="3788905468" sldId="456"/>
        </pc:sldMkLst>
      </pc:sldChg>
      <pc:sldChg chg="modSp add mod">
        <pc:chgData name="Yeo Xiong Wei, Jonathan" userId="ac2b658e-7ce1-44bb-9f9f-bf4198ceaa29" providerId="ADAL" clId="{9AAD289B-8994-4D40-8993-E235519D5094}" dt="2022-03-16T07:41:07.892" v="1313" actId="20577"/>
        <pc:sldMkLst>
          <pc:docMk/>
          <pc:sldMk cId="627690055" sldId="987"/>
        </pc:sldMkLst>
        <pc:spChg chg="mod">
          <ac:chgData name="Yeo Xiong Wei, Jonathan" userId="ac2b658e-7ce1-44bb-9f9f-bf4198ceaa29" providerId="ADAL" clId="{9AAD289B-8994-4D40-8993-E235519D5094}" dt="2022-03-16T07:41:07.892" v="1313" actId="20577"/>
          <ac:spMkLst>
            <pc:docMk/>
            <pc:sldMk cId="627690055" sldId="987"/>
            <ac:spMk id="2" creationId="{EAE8B178-01C8-4DCD-B46E-160FEEC9F757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7:52:17.343" v="2066" actId="20577"/>
        <pc:sldMkLst>
          <pc:docMk/>
          <pc:sldMk cId="2766970164" sldId="988"/>
        </pc:sldMkLst>
        <pc:spChg chg="mod">
          <ac:chgData name="Yeo Xiong Wei, Jonathan" userId="ac2b658e-7ce1-44bb-9f9f-bf4198ceaa29" providerId="ADAL" clId="{9AAD289B-8994-4D40-8993-E235519D5094}" dt="2022-03-16T07:44:39.596" v="1474" actId="20577"/>
          <ac:spMkLst>
            <pc:docMk/>
            <pc:sldMk cId="2766970164" sldId="988"/>
            <ac:spMk id="32769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6T07:52:17.343" v="2066" actId="20577"/>
          <ac:spMkLst>
            <pc:docMk/>
            <pc:sldMk cId="2766970164" sldId="988"/>
            <ac:spMk id="327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9:41:25.342" v="2726" actId="20577"/>
        <pc:sldMkLst>
          <pc:docMk/>
          <pc:sldMk cId="3488352532" sldId="989"/>
        </pc:sldMkLst>
        <pc:spChg chg="mod">
          <ac:chgData name="Yeo Xiong Wei, Jonathan" userId="ac2b658e-7ce1-44bb-9f9f-bf4198ceaa29" providerId="ADAL" clId="{9AAD289B-8994-4D40-8993-E235519D5094}" dt="2022-03-16T09:41:25.342" v="2726" actId="20577"/>
          <ac:spMkLst>
            <pc:docMk/>
            <pc:sldMk cId="3488352532" sldId="989"/>
            <ac:spMk id="3277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9:42:11.005" v="2807" actId="20577"/>
        <pc:sldMkLst>
          <pc:docMk/>
          <pc:sldMk cId="1890180024" sldId="990"/>
        </pc:sldMkLst>
        <pc:spChg chg="mod">
          <ac:chgData name="Yeo Xiong Wei, Jonathan" userId="ac2b658e-7ce1-44bb-9f9f-bf4198ceaa29" providerId="ADAL" clId="{9AAD289B-8994-4D40-8993-E235519D5094}" dt="2022-03-16T07:59:22.115" v="2389" actId="20577"/>
          <ac:spMkLst>
            <pc:docMk/>
            <pc:sldMk cId="1890180024" sldId="990"/>
            <ac:spMk id="43009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6T09:42:11.005" v="2807" actId="20577"/>
          <ac:spMkLst>
            <pc:docMk/>
            <pc:sldMk cId="1890180024" sldId="990"/>
            <ac:spMk id="4301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6T09:42:37.429" v="2819" actId="20577"/>
        <pc:sldMkLst>
          <pc:docMk/>
          <pc:sldMk cId="1597342428" sldId="991"/>
        </pc:sldMkLst>
        <pc:spChg chg="mod">
          <ac:chgData name="Yeo Xiong Wei, Jonathan" userId="ac2b658e-7ce1-44bb-9f9f-bf4198ceaa29" providerId="ADAL" clId="{9AAD289B-8994-4D40-8993-E235519D5094}" dt="2022-03-16T09:42:37.429" v="2819" actId="20577"/>
          <ac:spMkLst>
            <pc:docMk/>
            <pc:sldMk cId="1597342428" sldId="991"/>
            <ac:spMk id="2" creationId="{EAE8B178-01C8-4DCD-B46E-160FEEC9F757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8:57:43.185" v="3069" actId="20577"/>
        <pc:sldMkLst>
          <pc:docMk/>
          <pc:sldMk cId="4075477710" sldId="992"/>
        </pc:sldMkLst>
        <pc:spChg chg="mod">
          <ac:chgData name="Yeo Xiong Wei, Jonathan" userId="ac2b658e-7ce1-44bb-9f9f-bf4198ceaa29" providerId="ADAL" clId="{9AAD289B-8994-4D40-8993-E235519D5094}" dt="2022-03-18T08:57:43.185" v="3069" actId="20577"/>
          <ac:spMkLst>
            <pc:docMk/>
            <pc:sldMk cId="4075477710" sldId="992"/>
            <ac:spMk id="2" creationId="{EAE8B178-01C8-4DCD-B46E-160FEEC9F757}"/>
          </ac:spMkLst>
        </pc:spChg>
      </pc:sldChg>
      <pc:sldChg chg="addSp delSp modSp add mod">
        <pc:chgData name="Yeo Xiong Wei, Jonathan" userId="ac2b658e-7ce1-44bb-9f9f-bf4198ceaa29" providerId="ADAL" clId="{9AAD289B-8994-4D40-8993-E235519D5094}" dt="2022-03-18T09:15:27.326" v="4217" actId="1076"/>
        <pc:sldMkLst>
          <pc:docMk/>
          <pc:sldMk cId="264684988" sldId="993"/>
        </pc:sldMkLst>
        <pc:spChg chg="mod">
          <ac:chgData name="Yeo Xiong Wei, Jonathan" userId="ac2b658e-7ce1-44bb-9f9f-bf4198ceaa29" providerId="ADAL" clId="{9AAD289B-8994-4D40-8993-E235519D5094}" dt="2022-03-18T09:12:09.633" v="4096" actId="20577"/>
          <ac:spMkLst>
            <pc:docMk/>
            <pc:sldMk cId="264684988" sldId="993"/>
            <ac:spMk id="71681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09:14:36.035" v="4206" actId="20577"/>
          <ac:spMkLst>
            <pc:docMk/>
            <pc:sldMk cId="264684988" sldId="993"/>
            <ac:spMk id="71682" creationId="{00000000-0000-0000-0000-000000000000}"/>
          </ac:spMkLst>
        </pc:spChg>
        <pc:picChg chg="add mod">
          <ac:chgData name="Yeo Xiong Wei, Jonathan" userId="ac2b658e-7ce1-44bb-9f9f-bf4198ceaa29" providerId="ADAL" clId="{9AAD289B-8994-4D40-8993-E235519D5094}" dt="2022-03-18T09:15:27.326" v="4217" actId="1076"/>
          <ac:picMkLst>
            <pc:docMk/>
            <pc:sldMk cId="264684988" sldId="993"/>
            <ac:picMk id="7" creationId="{D62B33EF-924F-48A9-8ACA-77D15DE35F94}"/>
          </ac:picMkLst>
        </pc:picChg>
        <pc:picChg chg="del">
          <ac:chgData name="Yeo Xiong Wei, Jonathan" userId="ac2b658e-7ce1-44bb-9f9f-bf4198ceaa29" providerId="ADAL" clId="{9AAD289B-8994-4D40-8993-E235519D5094}" dt="2022-03-18T09:15:09.161" v="4208" actId="478"/>
          <ac:picMkLst>
            <pc:docMk/>
            <pc:sldMk cId="264684988" sldId="993"/>
            <ac:picMk id="8" creationId="{EE4489EF-5EB0-4721-B0EA-00641BDBDC53}"/>
          </ac:picMkLst>
        </pc:picChg>
      </pc:sldChg>
      <pc:sldChg chg="addSp delSp modSp add mod">
        <pc:chgData name="Yeo Xiong Wei, Jonathan" userId="ac2b658e-7ce1-44bb-9f9f-bf4198ceaa29" providerId="ADAL" clId="{9AAD289B-8994-4D40-8993-E235519D5094}" dt="2022-03-18T09:16:31.752" v="4249" actId="1076"/>
        <pc:sldMkLst>
          <pc:docMk/>
          <pc:sldMk cId="1681545386" sldId="994"/>
        </pc:sldMkLst>
        <pc:picChg chg="del">
          <ac:chgData name="Yeo Xiong Wei, Jonathan" userId="ac2b658e-7ce1-44bb-9f9f-bf4198ceaa29" providerId="ADAL" clId="{9AAD289B-8994-4D40-8993-E235519D5094}" dt="2022-03-18T09:16:24.802" v="4245" actId="478"/>
          <ac:picMkLst>
            <pc:docMk/>
            <pc:sldMk cId="1681545386" sldId="994"/>
            <ac:picMk id="5" creationId="{9A6ECEF0-EE14-4799-A38D-7C5984E31E30}"/>
          </ac:picMkLst>
        </pc:picChg>
        <pc:picChg chg="add mod">
          <ac:chgData name="Yeo Xiong Wei, Jonathan" userId="ac2b658e-7ce1-44bb-9f9f-bf4198ceaa29" providerId="ADAL" clId="{9AAD289B-8994-4D40-8993-E235519D5094}" dt="2022-03-18T09:16:31.752" v="4249" actId="1076"/>
          <ac:picMkLst>
            <pc:docMk/>
            <pc:sldMk cId="1681545386" sldId="994"/>
            <ac:picMk id="6" creationId="{36B13609-557B-471D-A3BB-92BD667CDE1A}"/>
          </ac:picMkLst>
        </pc:picChg>
      </pc:sldChg>
      <pc:sldChg chg="modSp add mod">
        <pc:chgData name="Yeo Xiong Wei, Jonathan" userId="ac2b658e-7ce1-44bb-9f9f-bf4198ceaa29" providerId="ADAL" clId="{9AAD289B-8994-4D40-8993-E235519D5094}" dt="2022-03-18T09:25:09.225" v="5297" actId="20577"/>
        <pc:sldMkLst>
          <pc:docMk/>
          <pc:sldMk cId="1584622828" sldId="995"/>
        </pc:sldMkLst>
        <pc:spChg chg="mod">
          <ac:chgData name="Yeo Xiong Wei, Jonathan" userId="ac2b658e-7ce1-44bb-9f9f-bf4198ceaa29" providerId="ADAL" clId="{9AAD289B-8994-4D40-8993-E235519D5094}" dt="2022-03-18T09:25:09.225" v="5297" actId="20577"/>
          <ac:spMkLst>
            <pc:docMk/>
            <pc:sldMk cId="1584622828" sldId="995"/>
            <ac:spMk id="6349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35:02.682" v="5960" actId="20577"/>
        <pc:sldMkLst>
          <pc:docMk/>
          <pc:sldMk cId="455216595" sldId="996"/>
        </pc:sldMkLst>
        <pc:spChg chg="mod">
          <ac:chgData name="Yeo Xiong Wei, Jonathan" userId="ac2b658e-7ce1-44bb-9f9f-bf4198ceaa29" providerId="ADAL" clId="{9AAD289B-8994-4D40-8993-E235519D5094}" dt="2022-03-18T09:30:37.376" v="5693" actId="20577"/>
          <ac:spMkLst>
            <pc:docMk/>
            <pc:sldMk cId="455216595" sldId="996"/>
            <ac:spMk id="50177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09:35:02.682" v="5960" actId="20577"/>
          <ac:spMkLst>
            <pc:docMk/>
            <pc:sldMk cId="455216595" sldId="996"/>
            <ac:spMk id="50178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38:49.499" v="6233" actId="20577"/>
        <pc:sldMkLst>
          <pc:docMk/>
          <pc:sldMk cId="2446170886" sldId="997"/>
        </pc:sldMkLst>
        <pc:spChg chg="mod">
          <ac:chgData name="Yeo Xiong Wei, Jonathan" userId="ac2b658e-7ce1-44bb-9f9f-bf4198ceaa29" providerId="ADAL" clId="{9AAD289B-8994-4D40-8993-E235519D5094}" dt="2022-03-18T09:36:57.489" v="6064" actId="20577"/>
          <ac:spMkLst>
            <pc:docMk/>
            <pc:sldMk cId="2446170886" sldId="997"/>
            <ac:spMk id="56321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09:38:49.499" v="6233" actId="20577"/>
          <ac:spMkLst>
            <pc:docMk/>
            <pc:sldMk cId="2446170886" sldId="997"/>
            <ac:spMk id="5632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09:39:26.928" v="6252" actId="20577"/>
        <pc:sldMkLst>
          <pc:docMk/>
          <pc:sldMk cId="4092584242" sldId="998"/>
        </pc:sldMkLst>
        <pc:spChg chg="mod">
          <ac:chgData name="Yeo Xiong Wei, Jonathan" userId="ac2b658e-7ce1-44bb-9f9f-bf4198ceaa29" providerId="ADAL" clId="{9AAD289B-8994-4D40-8993-E235519D5094}" dt="2022-03-18T09:39:26.928" v="6252" actId="20577"/>
          <ac:spMkLst>
            <pc:docMk/>
            <pc:sldMk cId="4092584242" sldId="998"/>
            <ac:spMk id="2" creationId="{EAE8B178-01C8-4DCD-B46E-160FEEC9F757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10:03:59.323" v="7302" actId="20577"/>
        <pc:sldMkLst>
          <pc:docMk/>
          <pc:sldMk cId="1394295024" sldId="999"/>
        </pc:sldMkLst>
        <pc:spChg chg="mod">
          <ac:chgData name="Yeo Xiong Wei, Jonathan" userId="ac2b658e-7ce1-44bb-9f9f-bf4198ceaa29" providerId="ADAL" clId="{9AAD289B-8994-4D40-8993-E235519D5094}" dt="2022-03-18T09:44:34.504" v="6538" actId="20577"/>
          <ac:spMkLst>
            <pc:docMk/>
            <pc:sldMk cId="1394295024" sldId="999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03:59.323" v="7302" actId="20577"/>
          <ac:spMkLst>
            <pc:docMk/>
            <pc:sldMk cId="1394295024" sldId="999"/>
            <ac:spMk id="79874" creationId="{00000000-0000-0000-0000-000000000000}"/>
          </ac:spMkLst>
        </pc:spChg>
      </pc:sldChg>
      <pc:sldChg chg="addSp delSp modSp add mod">
        <pc:chgData name="Yeo Xiong Wei, Jonathan" userId="ac2b658e-7ce1-44bb-9f9f-bf4198ceaa29" providerId="ADAL" clId="{9AAD289B-8994-4D40-8993-E235519D5094}" dt="2022-03-18T10:06:06.558" v="7511" actId="20577"/>
        <pc:sldMkLst>
          <pc:docMk/>
          <pc:sldMk cId="2435912938" sldId="1000"/>
        </pc:sldMkLst>
        <pc:spChg chg="mod">
          <ac:chgData name="Yeo Xiong Wei, Jonathan" userId="ac2b658e-7ce1-44bb-9f9f-bf4198ceaa29" providerId="ADAL" clId="{9AAD289B-8994-4D40-8993-E235519D5094}" dt="2022-03-18T10:06:06.558" v="7511" actId="20577"/>
          <ac:spMkLst>
            <pc:docMk/>
            <pc:sldMk cId="2435912938" sldId="1000"/>
            <ac:spMk id="80897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05:43.939" v="7504" actId="20577"/>
          <ac:spMkLst>
            <pc:docMk/>
            <pc:sldMk cId="2435912938" sldId="1000"/>
            <ac:spMk id="80898" creationId="{00000000-0000-0000-0000-000000000000}"/>
          </ac:spMkLst>
        </pc:spChg>
        <pc:picChg chg="del">
          <ac:chgData name="Yeo Xiong Wei, Jonathan" userId="ac2b658e-7ce1-44bb-9f9f-bf4198ceaa29" providerId="ADAL" clId="{9AAD289B-8994-4D40-8993-E235519D5094}" dt="2022-03-18T10:05:50.654" v="7505" actId="478"/>
          <ac:picMkLst>
            <pc:docMk/>
            <pc:sldMk cId="2435912938" sldId="1000"/>
            <ac:picMk id="5" creationId="{F40B358A-B747-4896-BCE4-75106F1F097E}"/>
          </ac:picMkLst>
        </pc:picChg>
        <pc:picChg chg="add mod">
          <ac:chgData name="Yeo Xiong Wei, Jonathan" userId="ac2b658e-7ce1-44bb-9f9f-bf4198ceaa29" providerId="ADAL" clId="{9AAD289B-8994-4D40-8993-E235519D5094}" dt="2022-03-18T10:05:57.290" v="7508" actId="1076"/>
          <ac:picMkLst>
            <pc:docMk/>
            <pc:sldMk cId="2435912938" sldId="1000"/>
            <ac:picMk id="6" creationId="{BEC33357-A0C7-4A89-847A-24A2246CB284}"/>
          </ac:picMkLst>
        </pc:picChg>
      </pc:sldChg>
      <pc:sldChg chg="add del">
        <pc:chgData name="Yeo Xiong Wei, Jonathan" userId="ac2b658e-7ce1-44bb-9f9f-bf4198ceaa29" providerId="ADAL" clId="{9AAD289B-8994-4D40-8993-E235519D5094}" dt="2022-03-18T10:06:27.036" v="7514" actId="47"/>
        <pc:sldMkLst>
          <pc:docMk/>
          <pc:sldMk cId="655476215" sldId="1001"/>
        </pc:sldMkLst>
      </pc:sldChg>
      <pc:sldChg chg="modSp add mod">
        <pc:chgData name="Yeo Xiong Wei, Jonathan" userId="ac2b658e-7ce1-44bb-9f9f-bf4198ceaa29" providerId="ADAL" clId="{9AAD289B-8994-4D40-8993-E235519D5094}" dt="2022-03-18T10:09:17.127" v="7913" actId="20577"/>
        <pc:sldMkLst>
          <pc:docMk/>
          <pc:sldMk cId="2760042923" sldId="1001"/>
        </pc:sldMkLst>
        <pc:spChg chg="mod">
          <ac:chgData name="Yeo Xiong Wei, Jonathan" userId="ac2b658e-7ce1-44bb-9f9f-bf4198ceaa29" providerId="ADAL" clId="{9AAD289B-8994-4D40-8993-E235519D5094}" dt="2022-03-18T10:06:33.471" v="7517" actId="20577"/>
          <ac:spMkLst>
            <pc:docMk/>
            <pc:sldMk cId="2760042923" sldId="1001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09:17.127" v="7913" actId="20577"/>
          <ac:spMkLst>
            <pc:docMk/>
            <pc:sldMk cId="2760042923" sldId="1001"/>
            <ac:spMk id="798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10:09:50.960" v="7969" actId="20577"/>
        <pc:sldMkLst>
          <pc:docMk/>
          <pc:sldMk cId="2709728492" sldId="1002"/>
        </pc:sldMkLst>
        <pc:spChg chg="mod">
          <ac:chgData name="Yeo Xiong Wei, Jonathan" userId="ac2b658e-7ce1-44bb-9f9f-bf4198ceaa29" providerId="ADAL" clId="{9AAD289B-8994-4D40-8993-E235519D5094}" dt="2022-03-18T10:09:50.960" v="7969" actId="20577"/>
          <ac:spMkLst>
            <pc:docMk/>
            <pc:sldMk cId="2709728492" sldId="1002"/>
            <ac:spMk id="2" creationId="{EAE8B178-01C8-4DCD-B46E-160FEEC9F757}"/>
          </ac:spMkLst>
        </pc:spChg>
      </pc:sldChg>
      <pc:sldChg chg="add del">
        <pc:chgData name="Yeo Xiong Wei, Jonathan" userId="ac2b658e-7ce1-44bb-9f9f-bf4198ceaa29" providerId="ADAL" clId="{9AAD289B-8994-4D40-8993-E235519D5094}" dt="2022-03-18T10:23:30.246" v="8732" actId="47"/>
        <pc:sldMkLst>
          <pc:docMk/>
          <pc:sldMk cId="179934920" sldId="1003"/>
        </pc:sldMkLst>
      </pc:sldChg>
      <pc:sldChg chg="modSp add mod">
        <pc:chgData name="Yeo Xiong Wei, Jonathan" userId="ac2b658e-7ce1-44bb-9f9f-bf4198ceaa29" providerId="ADAL" clId="{9AAD289B-8994-4D40-8993-E235519D5094}" dt="2022-03-18T10:32:49.126" v="9638" actId="20577"/>
        <pc:sldMkLst>
          <pc:docMk/>
          <pc:sldMk cId="2401209983" sldId="1004"/>
        </pc:sldMkLst>
        <pc:spChg chg="mod">
          <ac:chgData name="Yeo Xiong Wei, Jonathan" userId="ac2b658e-7ce1-44bb-9f9f-bf4198ceaa29" providerId="ADAL" clId="{9AAD289B-8994-4D40-8993-E235519D5094}" dt="2022-03-18T10:23:36.062" v="8734" actId="20577"/>
          <ac:spMkLst>
            <pc:docMk/>
            <pc:sldMk cId="2401209983" sldId="1004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32:49.126" v="9638" actId="20577"/>
          <ac:spMkLst>
            <pc:docMk/>
            <pc:sldMk cId="2401209983" sldId="1004"/>
            <ac:spMk id="1003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10:29:16.796" v="9245" actId="27636"/>
        <pc:sldMkLst>
          <pc:docMk/>
          <pc:sldMk cId="1244654915" sldId="1005"/>
        </pc:sldMkLst>
        <pc:spChg chg="mod">
          <ac:chgData name="Yeo Xiong Wei, Jonathan" userId="ac2b658e-7ce1-44bb-9f9f-bf4198ceaa29" providerId="ADAL" clId="{9AAD289B-8994-4D40-8993-E235519D5094}" dt="2022-03-18T10:23:48.301" v="8737" actId="20577"/>
          <ac:spMkLst>
            <pc:docMk/>
            <pc:sldMk cId="1244654915" sldId="1005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9AAD289B-8994-4D40-8993-E235519D5094}" dt="2022-03-18T10:29:16.796" v="9245" actId="27636"/>
          <ac:spMkLst>
            <pc:docMk/>
            <pc:sldMk cId="1244654915" sldId="1005"/>
            <ac:spMk id="1003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9AAD289B-8994-4D40-8993-E235519D5094}" dt="2022-03-18T10:37:00.894" v="9795" actId="20577"/>
        <pc:sldMkLst>
          <pc:docMk/>
          <pc:sldMk cId="2998425468" sldId="1006"/>
        </pc:sldMkLst>
        <pc:spChg chg="mod">
          <ac:chgData name="Yeo Xiong Wei, Jonathan" userId="ac2b658e-7ce1-44bb-9f9f-bf4198ceaa29" providerId="ADAL" clId="{9AAD289B-8994-4D40-8993-E235519D5094}" dt="2022-03-18T10:37:00.894" v="9795" actId="20577"/>
          <ac:spMkLst>
            <pc:docMk/>
            <pc:sldMk cId="2998425468" sldId="1006"/>
            <ac:spMk id="100354" creationId="{00000000-0000-0000-0000-000000000000}"/>
          </ac:spMkLst>
        </pc:spChg>
      </pc:sldChg>
      <pc:sldMasterChg chg="modSp modSldLayout">
        <pc:chgData name="Yeo Xiong Wei, Jonathan" userId="ac2b658e-7ce1-44bb-9f9f-bf4198ceaa29" providerId="ADAL" clId="{9AAD289B-8994-4D40-8993-E235519D5094}" dt="2022-03-16T07:29:57.730" v="133" actId="403"/>
        <pc:sldMasterMkLst>
          <pc:docMk/>
          <pc:sldMasterMk cId="2486355324" sldId="2147483648"/>
        </pc:sldMasterMkLst>
        <pc:spChg chg="mod">
          <ac:chgData name="Yeo Xiong Wei, Jonathan" userId="ac2b658e-7ce1-44bb-9f9f-bf4198ceaa29" providerId="ADAL" clId="{9AAD289B-8994-4D40-8993-E235519D5094}" dt="2022-03-16T07:29:35.374" v="132" actId="255"/>
          <ac:spMkLst>
            <pc:docMk/>
            <pc:sldMasterMk cId="2486355324" sldId="2147483648"/>
            <ac:spMk id="3" creationId="{2315AD1B-F1E0-4A5E-AFB4-31C1E53102BA}"/>
          </ac:spMkLst>
        </pc:spChg>
        <pc:sldLayoutChg chg="modSp">
          <pc:chgData name="Yeo Xiong Wei, Jonathan" userId="ac2b658e-7ce1-44bb-9f9f-bf4198ceaa29" providerId="ADAL" clId="{9AAD289B-8994-4D40-8993-E235519D5094}" dt="2022-03-16T07:29:57.730" v="133" actId="403"/>
          <pc:sldLayoutMkLst>
            <pc:docMk/>
            <pc:sldMasterMk cId="2486355324" sldId="2147483648"/>
            <pc:sldLayoutMk cId="1601940279" sldId="2147483650"/>
          </pc:sldLayoutMkLst>
          <pc:spChg chg="mod">
            <ac:chgData name="Yeo Xiong Wei, Jonathan" userId="ac2b658e-7ce1-44bb-9f9f-bf4198ceaa29" providerId="ADAL" clId="{9AAD289B-8994-4D40-8993-E235519D5094}" dt="2022-03-16T07:29:57.730" v="133" actId="403"/>
            <ac:spMkLst>
              <pc:docMk/>
              <pc:sldMasterMk cId="2486355324" sldId="2147483648"/>
              <pc:sldLayoutMk cId="1601940279" sldId="2147483650"/>
              <ac:spMk id="3" creationId="{B5D3FC6C-EDDE-4408-8EB2-C29B69AB2731}"/>
            </ac:spMkLst>
          </pc:spChg>
        </pc:sldLayoutChg>
      </pc:sldMasterChg>
    </pc:docChg>
  </pc:docChgLst>
  <pc:docChgLst>
    <pc:chgData name="Yeo Xiong Wei, Jonathan" userId="ac2b658e-7ce1-44bb-9f9f-bf4198ceaa29" providerId="ADAL" clId="{10784BBB-D260-4B00-BC4D-BD0FD70D9712}"/>
    <pc:docChg chg="undo redo custSel addSld delSld modSld sldOrd">
      <pc:chgData name="Yeo Xiong Wei, Jonathan" userId="ac2b658e-7ce1-44bb-9f9f-bf4198ceaa29" providerId="ADAL" clId="{10784BBB-D260-4B00-BC4D-BD0FD70D9712}" dt="2024-10-31T04:48:29.812" v="5712" actId="6549"/>
      <pc:docMkLst>
        <pc:docMk/>
      </pc:docMkLst>
      <pc:sldChg chg="modSp">
        <pc:chgData name="Yeo Xiong Wei, Jonathan" userId="ac2b658e-7ce1-44bb-9f9f-bf4198ceaa29" providerId="ADAL" clId="{10784BBB-D260-4B00-BC4D-BD0FD70D9712}" dt="2024-10-31T03:17:35.447" v="1594" actId="114"/>
        <pc:sldMkLst>
          <pc:docMk/>
          <pc:sldMk cId="3204475275" sldId="319"/>
        </pc:sldMkLst>
        <pc:spChg chg="mod">
          <ac:chgData name="Yeo Xiong Wei, Jonathan" userId="ac2b658e-7ce1-44bb-9f9f-bf4198ceaa29" providerId="ADAL" clId="{10784BBB-D260-4B00-BC4D-BD0FD70D9712}" dt="2024-10-31T03:17:35.447" v="1594" actId="114"/>
          <ac:spMkLst>
            <pc:docMk/>
            <pc:sldMk cId="3204475275" sldId="319"/>
            <ac:spMk id="49154" creationId="{00000000-0000-0000-0000-000000000000}"/>
          </ac:spMkLst>
        </pc:spChg>
      </pc:sldChg>
      <pc:sldChg chg="addSp modSp">
        <pc:chgData name="Yeo Xiong Wei, Jonathan" userId="ac2b658e-7ce1-44bb-9f9f-bf4198ceaa29" providerId="ADAL" clId="{10784BBB-D260-4B00-BC4D-BD0FD70D9712}" dt="2024-10-31T03:29:13.225" v="1835" actId="20577"/>
        <pc:sldMkLst>
          <pc:docMk/>
          <pc:sldMk cId="3286780022" sldId="320"/>
        </pc:sldMkLst>
        <pc:spChg chg="mod">
          <ac:chgData name="Yeo Xiong Wei, Jonathan" userId="ac2b658e-7ce1-44bb-9f9f-bf4198ceaa29" providerId="ADAL" clId="{10784BBB-D260-4B00-BC4D-BD0FD70D9712}" dt="2024-10-31T03:29:13.225" v="1835" actId="20577"/>
          <ac:spMkLst>
            <pc:docMk/>
            <pc:sldMk cId="3286780022" sldId="320"/>
            <ac:spMk id="50178" creationId="{00000000-0000-0000-0000-000000000000}"/>
          </ac:spMkLst>
        </pc:spChg>
        <pc:picChg chg="add mod">
          <ac:chgData name="Yeo Xiong Wei, Jonathan" userId="ac2b658e-7ce1-44bb-9f9f-bf4198ceaa29" providerId="ADAL" clId="{10784BBB-D260-4B00-BC4D-BD0FD70D9712}" dt="2024-10-31T03:18:11.526" v="1597"/>
          <ac:picMkLst>
            <pc:docMk/>
            <pc:sldMk cId="3286780022" sldId="320"/>
            <ac:picMk id="2" creationId="{4E33929F-E61D-DA81-8106-6F34EAFE62A9}"/>
          </ac:picMkLst>
        </pc:picChg>
      </pc:sldChg>
      <pc:sldChg chg="modSp">
        <pc:chgData name="Yeo Xiong Wei, Jonathan" userId="ac2b658e-7ce1-44bb-9f9f-bf4198ceaa29" providerId="ADAL" clId="{10784BBB-D260-4B00-BC4D-BD0FD70D9712}" dt="2024-10-31T03:24:04.505" v="1649" actId="113"/>
        <pc:sldMkLst>
          <pc:docMk/>
          <pc:sldMk cId="3245279371" sldId="326"/>
        </pc:sldMkLst>
        <pc:spChg chg="mod">
          <ac:chgData name="Yeo Xiong Wei, Jonathan" userId="ac2b658e-7ce1-44bb-9f9f-bf4198ceaa29" providerId="ADAL" clId="{10784BBB-D260-4B00-BC4D-BD0FD70D9712}" dt="2024-10-31T03:24:04.505" v="1649" actId="113"/>
          <ac:spMkLst>
            <pc:docMk/>
            <pc:sldMk cId="3245279371" sldId="326"/>
            <ac:spMk id="56322" creationId="{00000000-0000-0000-0000-000000000000}"/>
          </ac:spMkLst>
        </pc:spChg>
      </pc:sldChg>
      <pc:sldChg chg="modSp modAnim">
        <pc:chgData name="Yeo Xiong Wei, Jonathan" userId="ac2b658e-7ce1-44bb-9f9f-bf4198ceaa29" providerId="ADAL" clId="{10784BBB-D260-4B00-BC4D-BD0FD70D9712}" dt="2024-10-31T04:13:03.862" v="4349" actId="207"/>
        <pc:sldMkLst>
          <pc:docMk/>
          <pc:sldMk cId="1143314007" sldId="349"/>
        </pc:sldMkLst>
        <pc:spChg chg="mod">
          <ac:chgData name="Yeo Xiong Wei, Jonathan" userId="ac2b658e-7ce1-44bb-9f9f-bf4198ceaa29" providerId="ADAL" clId="{10784BBB-D260-4B00-BC4D-BD0FD70D9712}" dt="2024-10-31T04:13:03.862" v="4349" actId="207"/>
          <ac:spMkLst>
            <pc:docMk/>
            <pc:sldMk cId="1143314007" sldId="349"/>
            <ac:spMk id="79874" creationId="{00000000-0000-0000-0000-000000000000}"/>
          </ac:spMkLst>
        </pc:spChg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613747932" sldId="350"/>
        </pc:sldMkLst>
      </pc:sldChg>
      <pc:sldChg chg="addSp modSp">
        <pc:chgData name="Yeo Xiong Wei, Jonathan" userId="ac2b658e-7ce1-44bb-9f9f-bf4198ceaa29" providerId="ADAL" clId="{10784BBB-D260-4B00-BC4D-BD0FD70D9712}" dt="2024-10-31T04:25:07.364" v="5101" actId="20577"/>
        <pc:sldMkLst>
          <pc:docMk/>
          <pc:sldMk cId="2098012594" sldId="366"/>
        </pc:sldMkLst>
        <pc:spChg chg="mod">
          <ac:chgData name="Yeo Xiong Wei, Jonathan" userId="ac2b658e-7ce1-44bb-9f9f-bf4198ceaa29" providerId="ADAL" clId="{10784BBB-D260-4B00-BC4D-BD0FD70D9712}" dt="2024-10-31T04:25:07.364" v="5101" actId="20577"/>
          <ac:spMkLst>
            <pc:docMk/>
            <pc:sldMk cId="2098012594" sldId="366"/>
            <ac:spMk id="97282" creationId="{00000000-0000-0000-0000-000000000000}"/>
          </ac:spMkLst>
        </pc:spChg>
        <pc:picChg chg="add mod">
          <ac:chgData name="Yeo Xiong Wei, Jonathan" userId="ac2b658e-7ce1-44bb-9f9f-bf4198ceaa29" providerId="ADAL" clId="{10784BBB-D260-4B00-BC4D-BD0FD70D9712}" dt="2024-10-31T04:11:49.006" v="4229"/>
          <ac:picMkLst>
            <pc:docMk/>
            <pc:sldMk cId="2098012594" sldId="366"/>
            <ac:picMk id="2" creationId="{DB88A58C-1C3A-9EAE-5429-7092E5E71268}"/>
          </ac:picMkLst>
        </pc:picChg>
      </pc:sldChg>
      <pc:sldChg chg="addSp modSp modAnim">
        <pc:chgData name="Yeo Xiong Wei, Jonathan" userId="ac2b658e-7ce1-44bb-9f9f-bf4198ceaa29" providerId="ADAL" clId="{10784BBB-D260-4B00-BC4D-BD0FD70D9712}" dt="2024-10-31T04:25:26.669" v="5103" actId="20577"/>
        <pc:sldMkLst>
          <pc:docMk/>
          <pc:sldMk cId="3178832480" sldId="369"/>
        </pc:sldMkLst>
        <pc:spChg chg="mod">
          <ac:chgData name="Yeo Xiong Wei, Jonathan" userId="ac2b658e-7ce1-44bb-9f9f-bf4198ceaa29" providerId="ADAL" clId="{10784BBB-D260-4B00-BC4D-BD0FD70D9712}" dt="2024-10-31T04:25:23.007" v="5102" actId="20577"/>
          <ac:spMkLst>
            <pc:docMk/>
            <pc:sldMk cId="3178832480" sldId="369"/>
            <ac:spMk id="100354" creationId="{00000000-0000-0000-0000-000000000000}"/>
          </ac:spMkLst>
        </pc:spChg>
        <pc:picChg chg="add mod">
          <ac:chgData name="Yeo Xiong Wei, Jonathan" userId="ac2b658e-7ce1-44bb-9f9f-bf4198ceaa29" providerId="ADAL" clId="{10784BBB-D260-4B00-BC4D-BD0FD70D9712}" dt="2024-10-31T04:20:19.590" v="4838"/>
          <ac:picMkLst>
            <pc:docMk/>
            <pc:sldMk cId="3178832480" sldId="369"/>
            <ac:picMk id="2" creationId="{1F179247-6908-66C4-0D84-D7ADEB90EC77}"/>
          </ac:picMkLst>
        </pc:picChg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2874127277" sldId="389"/>
        </pc:sldMkLst>
      </pc:sldChg>
      <pc:sldChg chg="modSp mod ord">
        <pc:chgData name="Yeo Xiong Wei, Jonathan" userId="ac2b658e-7ce1-44bb-9f9f-bf4198ceaa29" providerId="ADAL" clId="{10784BBB-D260-4B00-BC4D-BD0FD70D9712}" dt="2024-10-31T04:09:16.994" v="4112"/>
        <pc:sldMkLst>
          <pc:docMk/>
          <pc:sldMk cId="4146181364" sldId="415"/>
        </pc:sldMkLst>
        <pc:spChg chg="mod">
          <ac:chgData name="Yeo Xiong Wei, Jonathan" userId="ac2b658e-7ce1-44bb-9f9f-bf4198ceaa29" providerId="ADAL" clId="{10784BBB-D260-4B00-BC4D-BD0FD70D9712}" dt="2024-10-31T03:28:09.716" v="1799" actId="20577"/>
          <ac:spMkLst>
            <pc:docMk/>
            <pc:sldMk cId="4146181364" sldId="415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10784BBB-D260-4B00-BC4D-BD0FD70D9712}" dt="2024-10-31T03:37:16.008" v="2098" actId="20577"/>
          <ac:spMkLst>
            <pc:docMk/>
            <pc:sldMk cId="4146181364" sldId="415"/>
            <ac:spMk id="3" creationId="{CDF4B2E5-1CF0-4D19-AFAA-E09B13AE7CF3}"/>
          </ac:spMkLst>
        </pc:spChg>
      </pc:sldChg>
      <pc:sldChg chg="modSp">
        <pc:chgData name="Yeo Xiong Wei, Jonathan" userId="ac2b658e-7ce1-44bb-9f9f-bf4198ceaa29" providerId="ADAL" clId="{10784BBB-D260-4B00-BC4D-BD0FD70D9712}" dt="2024-10-31T03:19:00.164" v="1618"/>
        <pc:sldMkLst>
          <pc:docMk/>
          <pc:sldMk cId="1161125845" sldId="996"/>
        </pc:sldMkLst>
        <pc:spChg chg="mod">
          <ac:chgData name="Yeo Xiong Wei, Jonathan" userId="ac2b658e-7ce1-44bb-9f9f-bf4198ceaa29" providerId="ADAL" clId="{10784BBB-D260-4B00-BC4D-BD0FD70D9712}" dt="2024-10-31T03:19:00.164" v="1618"/>
          <ac:spMkLst>
            <pc:docMk/>
            <pc:sldMk cId="1161125845" sldId="996"/>
            <ac:spMk id="50178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10784BBB-D260-4B00-BC4D-BD0FD70D9712}" dt="2024-10-31T03:48:17.604" v="2359" actId="20577"/>
        <pc:sldMkLst>
          <pc:docMk/>
          <pc:sldMk cId="186024609" sldId="997"/>
        </pc:sldMkLst>
        <pc:spChg chg="add mod">
          <ac:chgData name="Yeo Xiong Wei, Jonathan" userId="ac2b658e-7ce1-44bb-9f9f-bf4198ceaa29" providerId="ADAL" clId="{10784BBB-D260-4B00-BC4D-BD0FD70D9712}" dt="2024-10-31T03:26:35.215" v="1792" actId="207"/>
          <ac:spMkLst>
            <pc:docMk/>
            <pc:sldMk cId="186024609" sldId="997"/>
            <ac:spMk id="2" creationId="{33B9E400-BA9F-EEBB-F465-2122C07DA770}"/>
          </ac:spMkLst>
        </pc:spChg>
        <pc:spChg chg="add mod">
          <ac:chgData name="Yeo Xiong Wei, Jonathan" userId="ac2b658e-7ce1-44bb-9f9f-bf4198ceaa29" providerId="ADAL" clId="{10784BBB-D260-4B00-BC4D-BD0FD70D9712}" dt="2024-10-31T03:26:29.520" v="1791" actId="207"/>
          <ac:spMkLst>
            <pc:docMk/>
            <pc:sldMk cId="186024609" sldId="997"/>
            <ac:spMk id="4" creationId="{5893FF33-9D7E-133B-A85F-8B2EE17291FC}"/>
          </ac:spMkLst>
        </pc:spChg>
        <pc:spChg chg="mod">
          <ac:chgData name="Yeo Xiong Wei, Jonathan" userId="ac2b658e-7ce1-44bb-9f9f-bf4198ceaa29" providerId="ADAL" clId="{10784BBB-D260-4B00-BC4D-BD0FD70D9712}" dt="2024-10-31T03:25:51.366" v="1786" actId="1076"/>
          <ac:spMkLst>
            <pc:docMk/>
            <pc:sldMk cId="186024609" sldId="997"/>
            <ac:spMk id="56321" creationId="{00000000-0000-0000-0000-000000000000}"/>
          </ac:spMkLst>
        </pc:spChg>
        <pc:spChg chg="mod">
          <ac:chgData name="Yeo Xiong Wei, Jonathan" userId="ac2b658e-7ce1-44bb-9f9f-bf4198ceaa29" providerId="ADAL" clId="{10784BBB-D260-4B00-BC4D-BD0FD70D9712}" dt="2024-10-31T03:48:17.604" v="2359" actId="20577"/>
          <ac:spMkLst>
            <pc:docMk/>
            <pc:sldMk cId="186024609" sldId="997"/>
            <ac:spMk id="56322" creationId="{00000000-0000-0000-0000-000000000000}"/>
          </ac:spMkLst>
        </pc:spChg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1394295024" sldId="999"/>
        </pc:sldMkLst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2435912938" sldId="1000"/>
        </pc:sldMkLst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2760042923" sldId="1001"/>
        </pc:sldMkLst>
      </pc:sldChg>
      <pc:sldChg chg="del">
        <pc:chgData name="Yeo Xiong Wei, Jonathan" userId="ac2b658e-7ce1-44bb-9f9f-bf4198ceaa29" providerId="ADAL" clId="{10784BBB-D260-4B00-BC4D-BD0FD70D9712}" dt="2024-10-31T04:11:09.335" v="4199" actId="47"/>
        <pc:sldMkLst>
          <pc:docMk/>
          <pc:sldMk cId="2709728492" sldId="1002"/>
        </pc:sldMkLst>
      </pc:sldChg>
      <pc:sldChg chg="modSp mod">
        <pc:chgData name="Yeo Xiong Wei, Jonathan" userId="ac2b658e-7ce1-44bb-9f9f-bf4198ceaa29" providerId="ADAL" clId="{10784BBB-D260-4B00-BC4D-BD0FD70D9712}" dt="2024-10-31T04:26:25.489" v="5117" actId="20577"/>
        <pc:sldMkLst>
          <pc:docMk/>
          <pc:sldMk cId="2401209983" sldId="1004"/>
        </pc:sldMkLst>
        <pc:spChg chg="mod">
          <ac:chgData name="Yeo Xiong Wei, Jonathan" userId="ac2b658e-7ce1-44bb-9f9f-bf4198ceaa29" providerId="ADAL" clId="{10784BBB-D260-4B00-BC4D-BD0FD70D9712}" dt="2024-10-31T04:26:25.489" v="5117" actId="20577"/>
          <ac:spMkLst>
            <pc:docMk/>
            <pc:sldMk cId="2401209983" sldId="1004"/>
            <ac:spMk id="100354" creationId="{00000000-0000-0000-0000-000000000000}"/>
          </ac:spMkLst>
        </pc:spChg>
      </pc:sldChg>
      <pc:sldChg chg="modSp">
        <pc:chgData name="Yeo Xiong Wei, Jonathan" userId="ac2b658e-7ce1-44bb-9f9f-bf4198ceaa29" providerId="ADAL" clId="{10784BBB-D260-4B00-BC4D-BD0FD70D9712}" dt="2024-10-31T04:42:17.184" v="5314" actId="20577"/>
        <pc:sldMkLst>
          <pc:docMk/>
          <pc:sldMk cId="1244654915" sldId="1005"/>
        </pc:sldMkLst>
        <pc:spChg chg="mod">
          <ac:chgData name="Yeo Xiong Wei, Jonathan" userId="ac2b658e-7ce1-44bb-9f9f-bf4198ceaa29" providerId="ADAL" clId="{10784BBB-D260-4B00-BC4D-BD0FD70D9712}" dt="2024-10-31T04:42:17.184" v="5314" actId="20577"/>
          <ac:spMkLst>
            <pc:docMk/>
            <pc:sldMk cId="1244654915" sldId="1005"/>
            <ac:spMk id="100354" creationId="{00000000-0000-0000-0000-000000000000}"/>
          </ac:spMkLst>
        </pc:spChg>
      </pc:sldChg>
      <pc:sldChg chg="addSp delSp modSp mod modAnim">
        <pc:chgData name="Yeo Xiong Wei, Jonathan" userId="ac2b658e-7ce1-44bb-9f9f-bf4198ceaa29" providerId="ADAL" clId="{10784BBB-D260-4B00-BC4D-BD0FD70D9712}" dt="2024-10-31T03:07:34.463" v="1093" actId="20577"/>
        <pc:sldMkLst>
          <pc:docMk/>
          <pc:sldMk cId="2651268871" sldId="1012"/>
        </pc:sldMkLst>
        <pc:spChg chg="mod">
          <ac:chgData name="Yeo Xiong Wei, Jonathan" userId="ac2b658e-7ce1-44bb-9f9f-bf4198ceaa29" providerId="ADAL" clId="{10784BBB-D260-4B00-BC4D-BD0FD70D9712}" dt="2024-10-31T03:07:34.463" v="1093" actId="20577"/>
          <ac:spMkLst>
            <pc:docMk/>
            <pc:sldMk cId="2651268871" sldId="1012"/>
            <ac:spMk id="3" creationId="{D195060D-B1A5-D17B-DB0B-CBF6A0833656}"/>
          </ac:spMkLst>
        </pc:spChg>
        <pc:spChg chg="add del mod">
          <ac:chgData name="Yeo Xiong Wei, Jonathan" userId="ac2b658e-7ce1-44bb-9f9f-bf4198ceaa29" providerId="ADAL" clId="{10784BBB-D260-4B00-BC4D-BD0FD70D9712}" dt="2024-10-31T03:07:10.993" v="1087" actId="478"/>
          <ac:spMkLst>
            <pc:docMk/>
            <pc:sldMk cId="2651268871" sldId="1012"/>
            <ac:spMk id="6" creationId="{20AF5813-E572-7661-C359-BFDA9D53A55A}"/>
          </ac:spMkLst>
        </pc:spChg>
        <pc:picChg chg="add mod">
          <ac:chgData name="Yeo Xiong Wei, Jonathan" userId="ac2b658e-7ce1-44bb-9f9f-bf4198ceaa29" providerId="ADAL" clId="{10784BBB-D260-4B00-BC4D-BD0FD70D9712}" dt="2024-10-31T03:05:54.985" v="1049"/>
          <ac:picMkLst>
            <pc:docMk/>
            <pc:sldMk cId="2651268871" sldId="1012"/>
            <ac:picMk id="5" creationId="{8EC373D2-A340-216C-390C-627A5DA09D2D}"/>
          </ac:picMkLst>
        </pc:picChg>
      </pc:sldChg>
      <pc:sldChg chg="modSp">
        <pc:chgData name="Yeo Xiong Wei, Jonathan" userId="ac2b658e-7ce1-44bb-9f9f-bf4198ceaa29" providerId="ADAL" clId="{10784BBB-D260-4B00-BC4D-BD0FD70D9712}" dt="2024-10-31T02:50:23.384" v="557" actId="20577"/>
        <pc:sldMkLst>
          <pc:docMk/>
          <pc:sldMk cId="916613523" sldId="1013"/>
        </pc:sldMkLst>
        <pc:spChg chg="mod">
          <ac:chgData name="Yeo Xiong Wei, Jonathan" userId="ac2b658e-7ce1-44bb-9f9f-bf4198ceaa29" providerId="ADAL" clId="{10784BBB-D260-4B00-BC4D-BD0FD70D9712}" dt="2024-10-31T02:50:23.384" v="557" actId="20577"/>
          <ac:spMkLst>
            <pc:docMk/>
            <pc:sldMk cId="916613523" sldId="1013"/>
            <ac:spMk id="3" creationId="{D195060D-B1A5-D17B-DB0B-CBF6A0833656}"/>
          </ac:spMkLst>
        </pc:spChg>
      </pc:sldChg>
      <pc:sldChg chg="modSp mod">
        <pc:chgData name="Yeo Xiong Wei, Jonathan" userId="ac2b658e-7ce1-44bb-9f9f-bf4198ceaa29" providerId="ADAL" clId="{10784BBB-D260-4B00-BC4D-BD0FD70D9712}" dt="2024-10-31T02:51:37.957" v="560" actId="1076"/>
        <pc:sldMkLst>
          <pc:docMk/>
          <pc:sldMk cId="2648001329" sldId="1014"/>
        </pc:sldMkLst>
        <pc:spChg chg="mod">
          <ac:chgData name="Yeo Xiong Wei, Jonathan" userId="ac2b658e-7ce1-44bb-9f9f-bf4198ceaa29" providerId="ADAL" clId="{10784BBB-D260-4B00-BC4D-BD0FD70D9712}" dt="2024-10-31T02:51:37.957" v="560" actId="1076"/>
          <ac:spMkLst>
            <pc:docMk/>
            <pc:sldMk cId="2648001329" sldId="1014"/>
            <ac:spMk id="9" creationId="{15A52FFE-CD32-0AC7-FC21-878D57BA9F47}"/>
          </ac:spMkLst>
        </pc:spChg>
      </pc:sldChg>
      <pc:sldChg chg="modSp mod">
        <pc:chgData name="Yeo Xiong Wei, Jonathan" userId="ac2b658e-7ce1-44bb-9f9f-bf4198ceaa29" providerId="ADAL" clId="{10784BBB-D260-4B00-BC4D-BD0FD70D9712}" dt="2024-10-31T04:48:29.812" v="5712" actId="6549"/>
        <pc:sldMkLst>
          <pc:docMk/>
          <pc:sldMk cId="1218359282" sldId="1019"/>
        </pc:sldMkLst>
        <pc:spChg chg="mod">
          <ac:chgData name="Yeo Xiong Wei, Jonathan" userId="ac2b658e-7ce1-44bb-9f9f-bf4198ceaa29" providerId="ADAL" clId="{10784BBB-D260-4B00-BC4D-BD0FD70D9712}" dt="2024-10-31T04:11:26.600" v="4228" actId="20577"/>
          <ac:spMkLst>
            <pc:docMk/>
            <pc:sldMk cId="1218359282" sldId="1019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10784BBB-D260-4B00-BC4D-BD0FD70D9712}" dt="2024-10-31T04:48:29.812" v="5712" actId="6549"/>
          <ac:spMkLst>
            <pc:docMk/>
            <pc:sldMk cId="1218359282" sldId="1019"/>
            <ac:spMk id="100354" creationId="{00000000-0000-0000-0000-000000000000}"/>
          </ac:spMkLst>
        </pc:spChg>
      </pc:sldChg>
      <pc:sldChg chg="addSp delSp modSp mod ord">
        <pc:chgData name="Yeo Xiong Wei, Jonathan" userId="ac2b658e-7ce1-44bb-9f9f-bf4198ceaa29" providerId="ADAL" clId="{10784BBB-D260-4B00-BC4D-BD0FD70D9712}" dt="2024-10-31T04:02:52.167" v="3349"/>
        <pc:sldMkLst>
          <pc:docMk/>
          <pc:sldMk cId="1635831083" sldId="1020"/>
        </pc:sldMkLst>
        <pc:spChg chg="mod">
          <ac:chgData name="Yeo Xiong Wei, Jonathan" userId="ac2b658e-7ce1-44bb-9f9f-bf4198ceaa29" providerId="ADAL" clId="{10784BBB-D260-4B00-BC4D-BD0FD70D9712}" dt="2024-10-31T03:43:28.639" v="2150" actId="20577"/>
          <ac:spMkLst>
            <pc:docMk/>
            <pc:sldMk cId="1635831083" sldId="1020"/>
            <ac:spMk id="56322" creationId="{00000000-0000-0000-0000-000000000000}"/>
          </ac:spMkLst>
        </pc:spChg>
        <pc:picChg chg="add del mod">
          <ac:chgData name="Yeo Xiong Wei, Jonathan" userId="ac2b658e-7ce1-44bb-9f9f-bf4198ceaa29" providerId="ADAL" clId="{10784BBB-D260-4B00-BC4D-BD0FD70D9712}" dt="2024-10-31T03:30:02.630" v="1838" actId="478"/>
          <ac:picMkLst>
            <pc:docMk/>
            <pc:sldMk cId="1635831083" sldId="1020"/>
            <ac:picMk id="2" creationId="{21CD0AB5-C3D4-F082-192E-94F8D106CC98}"/>
          </ac:picMkLst>
        </pc:picChg>
      </pc:sldChg>
      <pc:sldChg chg="addSp delSp modSp mod">
        <pc:chgData name="Yeo Xiong Wei, Jonathan" userId="ac2b658e-7ce1-44bb-9f9f-bf4198ceaa29" providerId="ADAL" clId="{10784BBB-D260-4B00-BC4D-BD0FD70D9712}" dt="2024-10-31T03:18:08.458" v="1596" actId="21"/>
        <pc:sldMkLst>
          <pc:docMk/>
          <pc:sldMk cId="967267242" sldId="1022"/>
        </pc:sldMkLst>
        <pc:picChg chg="add del mod">
          <ac:chgData name="Yeo Xiong Wei, Jonathan" userId="ac2b658e-7ce1-44bb-9f9f-bf4198ceaa29" providerId="ADAL" clId="{10784BBB-D260-4B00-BC4D-BD0FD70D9712}" dt="2024-10-31T03:18:08.458" v="1596" actId="21"/>
          <ac:picMkLst>
            <pc:docMk/>
            <pc:sldMk cId="967267242" sldId="1022"/>
            <ac:picMk id="2" creationId="{4E33929F-E61D-DA81-8106-6F34EAFE62A9}"/>
          </ac:picMkLst>
        </pc:picChg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523539984" sldId="1023"/>
        </pc:sldMkLst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4012184775" sldId="1024"/>
        </pc:sldMkLst>
      </pc:sldChg>
      <pc:sldChg chg="modSp mod">
        <pc:chgData name="Yeo Xiong Wei, Jonathan" userId="ac2b658e-7ce1-44bb-9f9f-bf4198ceaa29" providerId="ADAL" clId="{10784BBB-D260-4B00-BC4D-BD0FD70D9712}" dt="2024-10-31T04:23:35.561" v="5100" actId="20577"/>
        <pc:sldMkLst>
          <pc:docMk/>
          <pc:sldMk cId="459497993" sldId="1026"/>
        </pc:sldMkLst>
        <pc:spChg chg="mod">
          <ac:chgData name="Yeo Xiong Wei, Jonathan" userId="ac2b658e-7ce1-44bb-9f9f-bf4198ceaa29" providerId="ADAL" clId="{10784BBB-D260-4B00-BC4D-BD0FD70D9712}" dt="2024-10-31T04:23:35.561" v="5100" actId="20577"/>
          <ac:spMkLst>
            <pc:docMk/>
            <pc:sldMk cId="459497993" sldId="1026"/>
            <ac:spMk id="97282" creationId="{00000000-0000-0000-0000-000000000000}"/>
          </ac:spMkLst>
        </pc:spChg>
      </pc:sldChg>
      <pc:sldChg chg="modSp mod">
        <pc:chgData name="Yeo Xiong Wei, Jonathan" userId="ac2b658e-7ce1-44bb-9f9f-bf4198ceaa29" providerId="ADAL" clId="{10784BBB-D260-4B00-BC4D-BD0FD70D9712}" dt="2024-10-31T04:45:08.704" v="5360" actId="5793"/>
        <pc:sldMkLst>
          <pc:docMk/>
          <pc:sldMk cId="1079776352" sldId="1028"/>
        </pc:sldMkLst>
        <pc:spChg chg="mod">
          <ac:chgData name="Yeo Xiong Wei, Jonathan" userId="ac2b658e-7ce1-44bb-9f9f-bf4198ceaa29" providerId="ADAL" clId="{10784BBB-D260-4B00-BC4D-BD0FD70D9712}" dt="2024-10-31T04:45:08.704" v="5360" actId="5793"/>
          <ac:spMkLst>
            <pc:docMk/>
            <pc:sldMk cId="1079776352" sldId="1028"/>
            <ac:spMk id="3" creationId="{CDF4B2E5-1CF0-4D19-AFAA-E09B13AE7CF3}"/>
          </ac:spMkLst>
        </pc:spChg>
      </pc:sldChg>
      <pc:sldChg chg="del">
        <pc:chgData name="Yeo Xiong Wei, Jonathan" userId="ac2b658e-7ce1-44bb-9f9f-bf4198ceaa29" providerId="ADAL" clId="{10784BBB-D260-4B00-BC4D-BD0FD70D9712}" dt="2024-10-31T03:42:16.921" v="2099" actId="47"/>
        <pc:sldMkLst>
          <pc:docMk/>
          <pc:sldMk cId="256898689" sldId="1029"/>
        </pc:sldMkLst>
      </pc:sldChg>
      <pc:sldChg chg="modSp add modAnim">
        <pc:chgData name="Yeo Xiong Wei, Jonathan" userId="ac2b658e-7ce1-44bb-9f9f-bf4198ceaa29" providerId="ADAL" clId="{10784BBB-D260-4B00-BC4D-BD0FD70D9712}" dt="2024-10-31T04:41:14.717" v="5302" actId="20577"/>
        <pc:sldMkLst>
          <pc:docMk/>
          <pc:sldMk cId="3869593929" sldId="1032"/>
        </pc:sldMkLst>
        <pc:spChg chg="mod">
          <ac:chgData name="Yeo Xiong Wei, Jonathan" userId="ac2b658e-7ce1-44bb-9f9f-bf4198ceaa29" providerId="ADAL" clId="{10784BBB-D260-4B00-BC4D-BD0FD70D9712}" dt="2024-10-31T04:41:14.717" v="5302" actId="20577"/>
          <ac:spMkLst>
            <pc:docMk/>
            <pc:sldMk cId="3869593929" sldId="1032"/>
            <ac:spMk id="3" creationId="{D195060D-B1A5-D17B-DB0B-CBF6A0833656}"/>
          </ac:spMkLst>
        </pc:spChg>
      </pc:sldChg>
      <pc:sldChg chg="addSp delSp modSp add mod">
        <pc:chgData name="Yeo Xiong Wei, Jonathan" userId="ac2b658e-7ce1-44bb-9f9f-bf4198ceaa29" providerId="ADAL" clId="{10784BBB-D260-4B00-BC4D-BD0FD70D9712}" dt="2024-10-31T04:40:34.414" v="5245" actId="21"/>
        <pc:sldMkLst>
          <pc:docMk/>
          <pc:sldMk cId="726621015" sldId="1033"/>
        </pc:sldMkLst>
        <pc:spChg chg="mod">
          <ac:chgData name="Yeo Xiong Wei, Jonathan" userId="ac2b658e-7ce1-44bb-9f9f-bf4198ceaa29" providerId="ADAL" clId="{10784BBB-D260-4B00-BC4D-BD0FD70D9712}" dt="2024-10-31T02:57:48.771" v="827" actId="20577"/>
          <ac:spMkLst>
            <pc:docMk/>
            <pc:sldMk cId="726621015" sldId="1033"/>
            <ac:spMk id="2" creationId="{FC105BA6-7FF1-C4FC-0FA0-68745D569591}"/>
          </ac:spMkLst>
        </pc:spChg>
        <pc:spChg chg="mod">
          <ac:chgData name="Yeo Xiong Wei, Jonathan" userId="ac2b658e-7ce1-44bb-9f9f-bf4198ceaa29" providerId="ADAL" clId="{10784BBB-D260-4B00-BC4D-BD0FD70D9712}" dt="2024-10-31T04:40:34.414" v="5245" actId="21"/>
          <ac:spMkLst>
            <pc:docMk/>
            <pc:sldMk cId="726621015" sldId="1033"/>
            <ac:spMk id="9" creationId="{15A52FFE-CD32-0AC7-FC21-878D57BA9F47}"/>
          </ac:spMkLst>
        </pc:spChg>
        <pc:spChg chg="add mod">
          <ac:chgData name="Yeo Xiong Wei, Jonathan" userId="ac2b658e-7ce1-44bb-9f9f-bf4198ceaa29" providerId="ADAL" clId="{10784BBB-D260-4B00-BC4D-BD0FD70D9712}" dt="2024-10-31T02:55:14.836" v="659" actId="1076"/>
          <ac:spMkLst>
            <pc:docMk/>
            <pc:sldMk cId="726621015" sldId="1033"/>
            <ac:spMk id="26" creationId="{82CBE1C5-C363-621D-DCB6-216E780D8CC2}"/>
          </ac:spMkLst>
        </pc:spChg>
        <pc:spChg chg="add del">
          <ac:chgData name="Yeo Xiong Wei, Jonathan" userId="ac2b658e-7ce1-44bb-9f9f-bf4198ceaa29" providerId="ADAL" clId="{10784BBB-D260-4B00-BC4D-BD0FD70D9712}" dt="2024-10-31T02:58:25.202" v="829" actId="478"/>
          <ac:spMkLst>
            <pc:docMk/>
            <pc:sldMk cId="726621015" sldId="1033"/>
            <ac:spMk id="34" creationId="{CA11809A-3532-1B71-69A1-82042C9325AA}"/>
          </ac:spMkLst>
        </pc:spChg>
        <pc:spChg chg="add del mod">
          <ac:chgData name="Yeo Xiong Wei, Jonathan" userId="ac2b658e-7ce1-44bb-9f9f-bf4198ceaa29" providerId="ADAL" clId="{10784BBB-D260-4B00-BC4D-BD0FD70D9712}" dt="2024-10-31T02:59:00.927" v="834" actId="478"/>
          <ac:spMkLst>
            <pc:docMk/>
            <pc:sldMk cId="726621015" sldId="1033"/>
            <ac:spMk id="37" creationId="{21E5C86F-7121-E3CE-079E-8E768ED7EEB6}"/>
          </ac:spMkLst>
        </pc:spChg>
        <pc:spChg chg="add mod">
          <ac:chgData name="Yeo Xiong Wei, Jonathan" userId="ac2b658e-7ce1-44bb-9f9f-bf4198ceaa29" providerId="ADAL" clId="{10784BBB-D260-4B00-BC4D-BD0FD70D9712}" dt="2024-10-31T03:01:15.755" v="976" actId="1076"/>
          <ac:spMkLst>
            <pc:docMk/>
            <pc:sldMk cId="726621015" sldId="1033"/>
            <ac:spMk id="38" creationId="{23689173-E4BE-B459-BBC3-32DCE14BE84E}"/>
          </ac:spMkLst>
        </pc:spChg>
        <pc:picChg chg="mod">
          <ac:chgData name="Yeo Xiong Wei, Jonathan" userId="ac2b658e-7ce1-44bb-9f9f-bf4198ceaa29" providerId="ADAL" clId="{10784BBB-D260-4B00-BC4D-BD0FD70D9712}" dt="2024-10-31T03:00:57.141" v="972" actId="1076"/>
          <ac:picMkLst>
            <pc:docMk/>
            <pc:sldMk cId="726621015" sldId="1033"/>
            <ac:picMk id="8" creationId="{537FAA6F-1CF8-C0B1-CB27-A767CDBBDB3C}"/>
          </ac:picMkLst>
        </pc:picChg>
        <pc:cxnChg chg="add del mod ord">
          <ac:chgData name="Yeo Xiong Wei, Jonathan" userId="ac2b658e-7ce1-44bb-9f9f-bf4198ceaa29" providerId="ADAL" clId="{10784BBB-D260-4B00-BC4D-BD0FD70D9712}" dt="2024-10-31T02:55:49.153" v="665" actId="478"/>
          <ac:cxnSpMkLst>
            <pc:docMk/>
            <pc:sldMk cId="726621015" sldId="1033"/>
            <ac:cxnSpMk id="5" creationId="{5591FFD6-FB59-D75D-F187-AB99AC77C85B}"/>
          </ac:cxnSpMkLst>
        </pc:cxnChg>
        <pc:cxnChg chg="add mod ord">
          <ac:chgData name="Yeo Xiong Wei, Jonathan" userId="ac2b658e-7ce1-44bb-9f9f-bf4198ceaa29" providerId="ADAL" clId="{10784BBB-D260-4B00-BC4D-BD0FD70D9712}" dt="2024-10-31T02:55:26.734" v="661" actId="166"/>
          <ac:cxnSpMkLst>
            <pc:docMk/>
            <pc:sldMk cId="726621015" sldId="1033"/>
            <ac:cxnSpMk id="16" creationId="{9A3CD64F-FBE6-43E7-B9B5-318695C64294}"/>
          </ac:cxnSpMkLst>
        </pc:cxnChg>
        <pc:cxnChg chg="add del mod ord">
          <ac:chgData name="Yeo Xiong Wei, Jonathan" userId="ac2b658e-7ce1-44bb-9f9f-bf4198ceaa29" providerId="ADAL" clId="{10784BBB-D260-4B00-BC4D-BD0FD70D9712}" dt="2024-10-31T02:55:45.699" v="664" actId="478"/>
          <ac:cxnSpMkLst>
            <pc:docMk/>
            <pc:sldMk cId="726621015" sldId="1033"/>
            <ac:cxnSpMk id="19" creationId="{F756E551-A665-6452-BE01-BBB7864276D6}"/>
          </ac:cxnSpMkLst>
        </pc:cxnChg>
        <pc:cxnChg chg="add mod">
          <ac:chgData name="Yeo Xiong Wei, Jonathan" userId="ac2b658e-7ce1-44bb-9f9f-bf4198ceaa29" providerId="ADAL" clId="{10784BBB-D260-4B00-BC4D-BD0FD70D9712}" dt="2024-10-31T02:56:10.455" v="670" actId="1076"/>
          <ac:cxnSpMkLst>
            <pc:docMk/>
            <pc:sldMk cId="726621015" sldId="1033"/>
            <ac:cxnSpMk id="30" creationId="{0FFB4883-396A-C055-8AEC-B2A50B84D35C}"/>
          </ac:cxnSpMkLst>
        </pc:cxnChg>
        <pc:cxnChg chg="add mod">
          <ac:chgData name="Yeo Xiong Wei, Jonathan" userId="ac2b658e-7ce1-44bb-9f9f-bf4198ceaa29" providerId="ADAL" clId="{10784BBB-D260-4B00-BC4D-BD0FD70D9712}" dt="2024-10-31T02:56:35.321" v="677" actId="1076"/>
          <ac:cxnSpMkLst>
            <pc:docMk/>
            <pc:sldMk cId="726621015" sldId="1033"/>
            <ac:cxnSpMk id="32" creationId="{941B74CC-0938-061C-EA59-03081BFB943D}"/>
          </ac:cxnSpMkLst>
        </pc:cxnChg>
        <pc:cxnChg chg="add del mod">
          <ac:chgData name="Yeo Xiong Wei, Jonathan" userId="ac2b658e-7ce1-44bb-9f9f-bf4198ceaa29" providerId="ADAL" clId="{10784BBB-D260-4B00-BC4D-BD0FD70D9712}" dt="2024-10-31T02:58:32.242" v="831" actId="478"/>
          <ac:cxnSpMkLst>
            <pc:docMk/>
            <pc:sldMk cId="726621015" sldId="1033"/>
            <ac:cxnSpMk id="36" creationId="{FD391FA1-7399-E419-363B-D596C627CDC7}"/>
          </ac:cxnSpMkLst>
        </pc:cxnChg>
      </pc:sldChg>
      <pc:sldChg chg="addSp modSp add mod">
        <pc:chgData name="Yeo Xiong Wei, Jonathan" userId="ac2b658e-7ce1-44bb-9f9f-bf4198ceaa29" providerId="ADAL" clId="{10784BBB-D260-4B00-BC4D-BD0FD70D9712}" dt="2024-10-31T03:16:35.822" v="1593" actId="20577"/>
        <pc:sldMkLst>
          <pc:docMk/>
          <pc:sldMk cId="1448564226" sldId="1034"/>
        </pc:sldMkLst>
        <pc:spChg chg="mod">
          <ac:chgData name="Yeo Xiong Wei, Jonathan" userId="ac2b658e-7ce1-44bb-9f9f-bf4198ceaa29" providerId="ADAL" clId="{10784BBB-D260-4B00-BC4D-BD0FD70D9712}" dt="2024-10-31T03:13:19.237" v="1325" actId="14100"/>
          <ac:spMkLst>
            <pc:docMk/>
            <pc:sldMk cId="1448564226" sldId="1034"/>
            <ac:spMk id="3" creationId="{CDF4B2E5-1CF0-4D19-AFAA-E09B13AE7CF3}"/>
          </ac:spMkLst>
        </pc:spChg>
        <pc:spChg chg="add mod">
          <ac:chgData name="Yeo Xiong Wei, Jonathan" userId="ac2b658e-7ce1-44bb-9f9f-bf4198ceaa29" providerId="ADAL" clId="{10784BBB-D260-4B00-BC4D-BD0FD70D9712}" dt="2024-10-31T03:16:35.822" v="1593" actId="20577"/>
          <ac:spMkLst>
            <pc:docMk/>
            <pc:sldMk cId="1448564226" sldId="1034"/>
            <ac:spMk id="7" creationId="{9EA0C25F-1B08-920C-0ED1-7D94E90FDAA7}"/>
          </ac:spMkLst>
        </pc:spChg>
        <pc:spChg chg="add mod">
          <ac:chgData name="Yeo Xiong Wei, Jonathan" userId="ac2b658e-7ce1-44bb-9f9f-bf4198ceaa29" providerId="ADAL" clId="{10784BBB-D260-4B00-BC4D-BD0FD70D9712}" dt="2024-10-31T03:15:48.277" v="1480" actId="1076"/>
          <ac:spMkLst>
            <pc:docMk/>
            <pc:sldMk cId="1448564226" sldId="1034"/>
            <ac:spMk id="8" creationId="{6291F453-E68C-1EFF-D125-F7809340AEF2}"/>
          </ac:spMkLst>
        </pc:spChg>
        <pc:spChg chg="add mod">
          <ac:chgData name="Yeo Xiong Wei, Jonathan" userId="ac2b658e-7ce1-44bb-9f9f-bf4198ceaa29" providerId="ADAL" clId="{10784BBB-D260-4B00-BC4D-BD0FD70D9712}" dt="2024-10-31T03:15:53.777" v="1484" actId="20577"/>
          <ac:spMkLst>
            <pc:docMk/>
            <pc:sldMk cId="1448564226" sldId="1034"/>
            <ac:spMk id="9" creationId="{6B42D462-3356-5B41-28B1-0E6DDACB8CE6}"/>
          </ac:spMkLst>
        </pc:spChg>
        <pc:spChg chg="add mod">
          <ac:chgData name="Yeo Xiong Wei, Jonathan" userId="ac2b658e-7ce1-44bb-9f9f-bf4198ceaa29" providerId="ADAL" clId="{10784BBB-D260-4B00-BC4D-BD0FD70D9712}" dt="2024-10-31T03:16:03.685" v="1489" actId="1076"/>
          <ac:spMkLst>
            <pc:docMk/>
            <pc:sldMk cId="1448564226" sldId="1034"/>
            <ac:spMk id="10" creationId="{DA0A24DE-9CB1-1F3F-91D8-79C6BD5B1BC8}"/>
          </ac:spMkLst>
        </pc:spChg>
        <pc:spChg chg="add mod">
          <ac:chgData name="Yeo Xiong Wei, Jonathan" userId="ac2b658e-7ce1-44bb-9f9f-bf4198ceaa29" providerId="ADAL" clId="{10784BBB-D260-4B00-BC4D-BD0FD70D9712}" dt="2024-10-31T03:16:12.431" v="1493" actId="20577"/>
          <ac:spMkLst>
            <pc:docMk/>
            <pc:sldMk cId="1448564226" sldId="1034"/>
            <ac:spMk id="11" creationId="{8AAB176D-6698-236B-4BC5-DCF477945CE5}"/>
          </ac:spMkLst>
        </pc:spChg>
        <pc:picChg chg="add mod">
          <ac:chgData name="Yeo Xiong Wei, Jonathan" userId="ac2b658e-7ce1-44bb-9f9f-bf4198ceaa29" providerId="ADAL" clId="{10784BBB-D260-4B00-BC4D-BD0FD70D9712}" dt="2024-10-31T03:14:53.281" v="1445" actId="1076"/>
          <ac:picMkLst>
            <pc:docMk/>
            <pc:sldMk cId="1448564226" sldId="1034"/>
            <ac:picMk id="6" creationId="{4BE83E53-09AC-1F74-FD84-5D67239761F6}"/>
          </ac:picMkLst>
        </pc:picChg>
      </pc:sldChg>
      <pc:sldChg chg="modSp add mod ord">
        <pc:chgData name="Yeo Xiong Wei, Jonathan" userId="ac2b658e-7ce1-44bb-9f9f-bf4198ceaa29" providerId="ADAL" clId="{10784BBB-D260-4B00-BC4D-BD0FD70D9712}" dt="2024-10-31T04:02:52.167" v="3349"/>
        <pc:sldMkLst>
          <pc:docMk/>
          <pc:sldMk cId="3389813902" sldId="1035"/>
        </pc:sldMkLst>
        <pc:spChg chg="mod">
          <ac:chgData name="Yeo Xiong Wei, Jonathan" userId="ac2b658e-7ce1-44bb-9f9f-bf4198ceaa29" providerId="ADAL" clId="{10784BBB-D260-4B00-BC4D-BD0FD70D9712}" dt="2024-10-31T03:47:15.104" v="2358" actId="113"/>
          <ac:spMkLst>
            <pc:docMk/>
            <pc:sldMk cId="3389813902" sldId="1035"/>
            <ac:spMk id="56322" creationId="{00000000-0000-0000-0000-000000000000}"/>
          </ac:spMkLst>
        </pc:spChg>
      </pc:sldChg>
      <pc:sldChg chg="delSp modSp add mod">
        <pc:chgData name="Yeo Xiong Wei, Jonathan" userId="ac2b658e-7ce1-44bb-9f9f-bf4198ceaa29" providerId="ADAL" clId="{10784BBB-D260-4B00-BC4D-BD0FD70D9712}" dt="2024-10-31T04:09:27.673" v="4128" actId="20577"/>
        <pc:sldMkLst>
          <pc:docMk/>
          <pc:sldMk cId="2747497293" sldId="1036"/>
        </pc:sldMkLst>
        <pc:spChg chg="del">
          <ac:chgData name="Yeo Xiong Wei, Jonathan" userId="ac2b658e-7ce1-44bb-9f9f-bf4198ceaa29" providerId="ADAL" clId="{10784BBB-D260-4B00-BC4D-BD0FD70D9712}" dt="2024-10-31T03:48:48.947" v="2395" actId="478"/>
          <ac:spMkLst>
            <pc:docMk/>
            <pc:sldMk cId="2747497293" sldId="1036"/>
            <ac:spMk id="2" creationId="{33B9E400-BA9F-EEBB-F465-2122C07DA770}"/>
          </ac:spMkLst>
        </pc:spChg>
        <pc:spChg chg="del">
          <ac:chgData name="Yeo Xiong Wei, Jonathan" userId="ac2b658e-7ce1-44bb-9f9f-bf4198ceaa29" providerId="ADAL" clId="{10784BBB-D260-4B00-BC4D-BD0FD70D9712}" dt="2024-10-31T03:48:50.409" v="2396" actId="478"/>
          <ac:spMkLst>
            <pc:docMk/>
            <pc:sldMk cId="2747497293" sldId="1036"/>
            <ac:spMk id="4" creationId="{5893FF33-9D7E-133B-A85F-8B2EE17291FC}"/>
          </ac:spMkLst>
        </pc:spChg>
        <pc:spChg chg="mod">
          <ac:chgData name="Yeo Xiong Wei, Jonathan" userId="ac2b658e-7ce1-44bb-9f9f-bf4198ceaa29" providerId="ADAL" clId="{10784BBB-D260-4B00-BC4D-BD0FD70D9712}" dt="2024-10-31T03:48:44.549" v="2394" actId="6549"/>
          <ac:spMkLst>
            <pc:docMk/>
            <pc:sldMk cId="2747497293" sldId="1036"/>
            <ac:spMk id="56321" creationId="{00000000-0000-0000-0000-000000000000}"/>
          </ac:spMkLst>
        </pc:spChg>
        <pc:spChg chg="mod">
          <ac:chgData name="Yeo Xiong Wei, Jonathan" userId="ac2b658e-7ce1-44bb-9f9f-bf4198ceaa29" providerId="ADAL" clId="{10784BBB-D260-4B00-BC4D-BD0FD70D9712}" dt="2024-10-31T04:09:27.673" v="4128" actId="20577"/>
          <ac:spMkLst>
            <pc:docMk/>
            <pc:sldMk cId="2747497293" sldId="1036"/>
            <ac:spMk id="56322" creationId="{00000000-0000-0000-0000-000000000000}"/>
          </ac:spMkLst>
        </pc:spChg>
      </pc:sldChg>
      <pc:sldChg chg="modSp add mod">
        <pc:chgData name="Yeo Xiong Wei, Jonathan" userId="ac2b658e-7ce1-44bb-9f9f-bf4198ceaa29" providerId="ADAL" clId="{10784BBB-D260-4B00-BC4D-BD0FD70D9712}" dt="2024-10-31T04:09:31.982" v="4129"/>
        <pc:sldMkLst>
          <pc:docMk/>
          <pc:sldMk cId="3056235675" sldId="1037"/>
        </pc:sldMkLst>
        <pc:spChg chg="mod">
          <ac:chgData name="Yeo Xiong Wei, Jonathan" userId="ac2b658e-7ce1-44bb-9f9f-bf4198ceaa29" providerId="ADAL" clId="{10784BBB-D260-4B00-BC4D-BD0FD70D9712}" dt="2024-10-31T04:09:31.982" v="4129"/>
          <ac:spMkLst>
            <pc:docMk/>
            <pc:sldMk cId="3056235675" sldId="1037"/>
            <ac:spMk id="56322" creationId="{00000000-0000-0000-0000-000000000000}"/>
          </ac:spMkLst>
        </pc:spChg>
      </pc:sldChg>
      <pc:sldChg chg="addSp modSp add mod ord">
        <pc:chgData name="Yeo Xiong Wei, Jonathan" userId="ac2b658e-7ce1-44bb-9f9f-bf4198ceaa29" providerId="ADAL" clId="{10784BBB-D260-4B00-BC4D-BD0FD70D9712}" dt="2024-10-31T04:20:35.107" v="4840"/>
        <pc:sldMkLst>
          <pc:docMk/>
          <pc:sldMk cId="1941950276" sldId="1038"/>
        </pc:sldMkLst>
        <pc:spChg chg="add mod ord">
          <ac:chgData name="Yeo Xiong Wei, Jonathan" userId="ac2b658e-7ce1-44bb-9f9f-bf4198ceaa29" providerId="ADAL" clId="{10784BBB-D260-4B00-BC4D-BD0FD70D9712}" dt="2024-10-31T04:19:45.385" v="4837" actId="1076"/>
          <ac:spMkLst>
            <pc:docMk/>
            <pc:sldMk cId="1941950276" sldId="1038"/>
            <ac:spMk id="2" creationId="{A838FD0B-6087-22E8-53EA-175E93EF96F7}"/>
          </ac:spMkLst>
        </pc:spChg>
        <pc:spChg chg="mod">
          <ac:chgData name="Yeo Xiong Wei, Jonathan" userId="ac2b658e-7ce1-44bb-9f9f-bf4198ceaa29" providerId="ADAL" clId="{10784BBB-D260-4B00-BC4D-BD0FD70D9712}" dt="2024-10-31T04:19:41.992" v="4836" actId="20577"/>
          <ac:spMkLst>
            <pc:docMk/>
            <pc:sldMk cId="1941950276" sldId="1038"/>
            <ac:spMk id="97282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78784DE3-02AA-4124-A331-4921E27FCCBB}"/>
    <pc:docChg chg="delSld modSld">
      <pc:chgData name="Yeo Xiong Wei, Jonathan" userId="ac2b658e-7ce1-44bb-9f9f-bf4198ceaa29" providerId="ADAL" clId="{78784DE3-02AA-4124-A331-4921E27FCCBB}" dt="2022-05-26T06:15:28.934" v="4" actId="20577"/>
      <pc:docMkLst>
        <pc:docMk/>
      </pc:docMkLst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65549870" sldId="298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663591570" sldId="299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982701179" sldId="300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062100081" sldId="301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712019787" sldId="302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2736786001" sldId="303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389499626" sldId="313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702885413" sldId="317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204475275" sldId="319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286780022" sldId="320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245279371" sldId="326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920119451" sldId="332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745064473" sldId="333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11974515" sldId="334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849850092" sldId="335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434201001" sldId="338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748669557" sldId="341"/>
        </pc:sldMkLst>
      </pc:sldChg>
      <pc:sldChg chg="modSp mod">
        <pc:chgData name="Yeo Xiong Wei, Jonathan" userId="ac2b658e-7ce1-44bb-9f9f-bf4198ceaa29" providerId="ADAL" clId="{78784DE3-02AA-4124-A331-4921E27FCCBB}" dt="2022-05-26T06:15:28.934" v="4" actId="20577"/>
        <pc:sldMkLst>
          <pc:docMk/>
          <pc:sldMk cId="3783780466" sldId="447"/>
        </pc:sldMkLst>
        <pc:spChg chg="mod">
          <ac:chgData name="Yeo Xiong Wei, Jonathan" userId="ac2b658e-7ce1-44bb-9f9f-bf4198ceaa29" providerId="ADAL" clId="{78784DE3-02AA-4124-A331-4921E27FCCBB}" dt="2022-05-26T06:15:28.934" v="4" actId="20577"/>
          <ac:spMkLst>
            <pc:docMk/>
            <pc:sldMk cId="3783780466" sldId="447"/>
            <ac:spMk id="2" creationId="{9A0F84E2-3745-45CC-919A-EFB835CCA507}"/>
          </ac:spMkLst>
        </pc:spChg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609857261" sldId="448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627690055" sldId="987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2766970164" sldId="988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488352532" sldId="989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890180024" sldId="990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3158750245" sldId="991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4075477710" sldId="992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264684988" sldId="993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161125845" sldId="996"/>
        </pc:sldMkLst>
      </pc:sldChg>
      <pc:sldChg chg="del">
        <pc:chgData name="Yeo Xiong Wei, Jonathan" userId="ac2b658e-7ce1-44bb-9f9f-bf4198ceaa29" providerId="ADAL" clId="{78784DE3-02AA-4124-A331-4921E27FCCBB}" dt="2022-05-26T06:13:46.759" v="0" actId="47"/>
        <pc:sldMkLst>
          <pc:docMk/>
          <pc:sldMk cId="186024609" sldId="997"/>
        </pc:sldMkLst>
      </pc:sldChg>
    </pc:docChg>
  </pc:docChgLst>
  <pc:docChgLst>
    <pc:chgData name="Yeo Xiong Wei, Jonathan" userId="ac2b658e-7ce1-44bb-9f9f-bf4198ceaa29" providerId="ADAL" clId="{5D23FFFA-3C52-4B55-A214-DC5F415B0CBC}"/>
    <pc:docChg chg="undo custSel addSld modSld">
      <pc:chgData name="Yeo Xiong Wei, Jonathan" userId="ac2b658e-7ce1-44bb-9f9f-bf4198ceaa29" providerId="ADAL" clId="{5D23FFFA-3C52-4B55-A214-DC5F415B0CBC}" dt="2023-07-27T07:07:33.220" v="2616" actId="20577"/>
      <pc:docMkLst>
        <pc:docMk/>
      </pc:docMkLst>
      <pc:sldChg chg="modSp">
        <pc:chgData name="Yeo Xiong Wei, Jonathan" userId="ac2b658e-7ce1-44bb-9f9f-bf4198ceaa29" providerId="ADAL" clId="{5D23FFFA-3C52-4B55-A214-DC5F415B0CBC}" dt="2023-07-27T05:05:21.025" v="734" actId="113"/>
        <pc:sldMkLst>
          <pc:docMk/>
          <pc:sldMk cId="3204475275" sldId="319"/>
        </pc:sldMkLst>
        <pc:spChg chg="mod">
          <ac:chgData name="Yeo Xiong Wei, Jonathan" userId="ac2b658e-7ce1-44bb-9f9f-bf4198ceaa29" providerId="ADAL" clId="{5D23FFFA-3C52-4B55-A214-DC5F415B0CBC}" dt="2023-07-27T05:05:21.025" v="734" actId="113"/>
          <ac:spMkLst>
            <pc:docMk/>
            <pc:sldMk cId="3204475275" sldId="319"/>
            <ac:spMk id="49154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5:05:38.293" v="738" actId="20577"/>
        <pc:sldMkLst>
          <pc:docMk/>
          <pc:sldMk cId="3286780022" sldId="320"/>
        </pc:sldMkLst>
        <pc:spChg chg="mod">
          <ac:chgData name="Yeo Xiong Wei, Jonathan" userId="ac2b658e-7ce1-44bb-9f9f-bf4198ceaa29" providerId="ADAL" clId="{5D23FFFA-3C52-4B55-A214-DC5F415B0CBC}" dt="2023-07-27T05:05:38.293" v="738" actId="20577"/>
          <ac:spMkLst>
            <pc:docMk/>
            <pc:sldMk cId="3286780022" sldId="320"/>
            <ac:spMk id="50178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5:15:30.013" v="749" actId="403"/>
        <pc:sldMkLst>
          <pc:docMk/>
          <pc:sldMk cId="3245279371" sldId="326"/>
        </pc:sldMkLst>
        <pc:spChg chg="mod">
          <ac:chgData name="Yeo Xiong Wei, Jonathan" userId="ac2b658e-7ce1-44bb-9f9f-bf4198ceaa29" providerId="ADAL" clId="{5D23FFFA-3C52-4B55-A214-DC5F415B0CBC}" dt="2023-07-27T05:15:30.013" v="749" actId="403"/>
          <ac:spMkLst>
            <pc:docMk/>
            <pc:sldMk cId="3245279371" sldId="326"/>
            <ac:spMk id="56322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5:58:30.069" v="822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5D23FFFA-3C52-4B55-A214-DC5F415B0CBC}" dt="2023-07-27T05:58:30.069" v="822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6:49:36.394" v="1981" actId="20577"/>
        <pc:sldMkLst>
          <pc:docMk/>
          <pc:sldMk cId="613747932" sldId="350"/>
        </pc:sldMkLst>
        <pc:spChg chg="mod">
          <ac:chgData name="Yeo Xiong Wei, Jonathan" userId="ac2b658e-7ce1-44bb-9f9f-bf4198ceaa29" providerId="ADAL" clId="{5D23FFFA-3C52-4B55-A214-DC5F415B0CBC}" dt="2023-07-27T06:49:36.394" v="1981" actId="20577"/>
          <ac:spMkLst>
            <pc:docMk/>
            <pc:sldMk cId="613747932" sldId="350"/>
            <ac:spMk id="80898" creationId="{00000000-0000-0000-0000-000000000000}"/>
          </ac:spMkLst>
        </pc:spChg>
      </pc:sldChg>
      <pc:sldChg chg="modSp mod modNotesTx">
        <pc:chgData name="Yeo Xiong Wei, Jonathan" userId="ac2b658e-7ce1-44bb-9f9f-bf4198ceaa29" providerId="ADAL" clId="{5D23FFFA-3C52-4B55-A214-DC5F415B0CBC}" dt="2023-07-27T06:46:29.689" v="1938" actId="20577"/>
        <pc:sldMkLst>
          <pc:docMk/>
          <pc:sldMk cId="2098012594" sldId="366"/>
        </pc:sldMkLst>
        <pc:spChg chg="mod">
          <ac:chgData name="Yeo Xiong Wei, Jonathan" userId="ac2b658e-7ce1-44bb-9f9f-bf4198ceaa29" providerId="ADAL" clId="{5D23FFFA-3C52-4B55-A214-DC5F415B0CBC}" dt="2023-07-27T06:46:29.689" v="1938" actId="20577"/>
          <ac:spMkLst>
            <pc:docMk/>
            <pc:sldMk cId="2098012594" sldId="366"/>
            <ac:spMk id="97282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6:22:51.743" v="1395" actId="20577"/>
        <pc:sldMkLst>
          <pc:docMk/>
          <pc:sldMk cId="3178832480" sldId="369"/>
        </pc:sldMkLst>
        <pc:spChg chg="mod">
          <ac:chgData name="Yeo Xiong Wei, Jonathan" userId="ac2b658e-7ce1-44bb-9f9f-bf4198ceaa29" providerId="ADAL" clId="{5D23FFFA-3C52-4B55-A214-DC5F415B0CBC}" dt="2023-07-27T06:22:51.743" v="1395" actId="20577"/>
          <ac:spMkLst>
            <pc:docMk/>
            <pc:sldMk cId="3178832480" sldId="369"/>
            <ac:spMk id="100354" creationId="{00000000-0000-0000-0000-000000000000}"/>
          </ac:spMkLst>
        </pc:spChg>
      </pc:sldChg>
      <pc:sldChg chg="delSp modSp mod">
        <pc:chgData name="Yeo Xiong Wei, Jonathan" userId="ac2b658e-7ce1-44bb-9f9f-bf4198ceaa29" providerId="ADAL" clId="{5D23FFFA-3C52-4B55-A214-DC5F415B0CBC}" dt="2023-07-27T06:08:31.437" v="970" actId="20577"/>
        <pc:sldMkLst>
          <pc:docMk/>
          <pc:sldMk cId="2874127277" sldId="389"/>
        </pc:sldMkLst>
        <pc:spChg chg="mod">
          <ac:chgData name="Yeo Xiong Wei, Jonathan" userId="ac2b658e-7ce1-44bb-9f9f-bf4198ceaa29" providerId="ADAL" clId="{5D23FFFA-3C52-4B55-A214-DC5F415B0CBC}" dt="2023-07-27T06:08:31.437" v="970" actId="20577"/>
          <ac:spMkLst>
            <pc:docMk/>
            <pc:sldMk cId="2874127277" sldId="389"/>
            <ac:spMk id="3" creationId="{4B8A2915-C538-29F7-8B59-353E58B8215D}"/>
          </ac:spMkLst>
        </pc:spChg>
        <pc:spChg chg="del">
          <ac:chgData name="Yeo Xiong Wei, Jonathan" userId="ac2b658e-7ce1-44bb-9f9f-bf4198ceaa29" providerId="ADAL" clId="{5D23FFFA-3C52-4B55-A214-DC5F415B0CBC}" dt="2023-07-27T06:08:00.941" v="964" actId="478"/>
          <ac:spMkLst>
            <pc:docMk/>
            <pc:sldMk cId="2874127277" sldId="389"/>
            <ac:spMk id="6" creationId="{28D687A8-45B7-DF24-FD8E-C466175C60C1}"/>
          </ac:spMkLst>
        </pc:spChg>
      </pc:sldChg>
      <pc:sldChg chg="modSp">
        <pc:chgData name="Yeo Xiong Wei, Jonathan" userId="ac2b658e-7ce1-44bb-9f9f-bf4198ceaa29" providerId="ADAL" clId="{5D23FFFA-3C52-4B55-A214-DC5F415B0CBC}" dt="2023-07-27T05:14:46.826" v="746" actId="20577"/>
        <pc:sldMkLst>
          <pc:docMk/>
          <pc:sldMk cId="1161125845" sldId="996"/>
        </pc:sldMkLst>
        <pc:spChg chg="mod">
          <ac:chgData name="Yeo Xiong Wei, Jonathan" userId="ac2b658e-7ce1-44bb-9f9f-bf4198ceaa29" providerId="ADAL" clId="{5D23FFFA-3C52-4B55-A214-DC5F415B0CBC}" dt="2023-07-27T05:14:46.826" v="746" actId="20577"/>
          <ac:spMkLst>
            <pc:docMk/>
            <pc:sldMk cId="1161125845" sldId="996"/>
            <ac:spMk id="50178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5:16:13.825" v="753" actId="20577"/>
        <pc:sldMkLst>
          <pc:docMk/>
          <pc:sldMk cId="186024609" sldId="997"/>
        </pc:sldMkLst>
        <pc:spChg chg="mod">
          <ac:chgData name="Yeo Xiong Wei, Jonathan" userId="ac2b658e-7ce1-44bb-9f9f-bf4198ceaa29" providerId="ADAL" clId="{5D23FFFA-3C52-4B55-A214-DC5F415B0CBC}" dt="2023-07-27T05:16:13.825" v="753" actId="20577"/>
          <ac:spMkLst>
            <pc:docMk/>
            <pc:sldMk cId="186024609" sldId="997"/>
            <ac:spMk id="56322" creationId="{00000000-0000-0000-0000-000000000000}"/>
          </ac:spMkLst>
        </pc:spChg>
      </pc:sldChg>
      <pc:sldChg chg="modSp modNotesTx">
        <pc:chgData name="Yeo Xiong Wei, Jonathan" userId="ac2b658e-7ce1-44bb-9f9f-bf4198ceaa29" providerId="ADAL" clId="{5D23FFFA-3C52-4B55-A214-DC5F415B0CBC}" dt="2023-07-27T06:09:46.909" v="995" actId="114"/>
        <pc:sldMkLst>
          <pc:docMk/>
          <pc:sldMk cId="1394295024" sldId="999"/>
        </pc:sldMkLst>
        <pc:spChg chg="mod">
          <ac:chgData name="Yeo Xiong Wei, Jonathan" userId="ac2b658e-7ce1-44bb-9f9f-bf4198ceaa29" providerId="ADAL" clId="{5D23FFFA-3C52-4B55-A214-DC5F415B0CBC}" dt="2023-07-27T06:09:46.909" v="995" actId="114"/>
          <ac:spMkLst>
            <pc:docMk/>
            <pc:sldMk cId="1394295024" sldId="999"/>
            <ac:spMk id="79874" creationId="{00000000-0000-0000-0000-000000000000}"/>
          </ac:spMkLst>
        </pc:spChg>
      </pc:sldChg>
      <pc:sldChg chg="addSp delSp modSp mod">
        <pc:chgData name="Yeo Xiong Wei, Jonathan" userId="ac2b658e-7ce1-44bb-9f9f-bf4198ceaa29" providerId="ADAL" clId="{5D23FFFA-3C52-4B55-A214-DC5F415B0CBC}" dt="2023-07-27T06:49:18.453" v="1977" actId="6549"/>
        <pc:sldMkLst>
          <pc:docMk/>
          <pc:sldMk cId="2435912938" sldId="1000"/>
        </pc:sldMkLst>
        <pc:spChg chg="add mod">
          <ac:chgData name="Yeo Xiong Wei, Jonathan" userId="ac2b658e-7ce1-44bb-9f9f-bf4198ceaa29" providerId="ADAL" clId="{5D23FFFA-3C52-4B55-A214-DC5F415B0CBC}" dt="2023-07-27T06:14:08.205" v="1090" actId="1038"/>
          <ac:spMkLst>
            <pc:docMk/>
            <pc:sldMk cId="2435912938" sldId="1000"/>
            <ac:spMk id="3" creationId="{DDB09DB1-A8A6-D53E-BF57-07135AC7B6CA}"/>
          </ac:spMkLst>
        </pc:spChg>
        <pc:spChg chg="del">
          <ac:chgData name="Yeo Xiong Wei, Jonathan" userId="ac2b658e-7ce1-44bb-9f9f-bf4198ceaa29" providerId="ADAL" clId="{5D23FFFA-3C52-4B55-A214-DC5F415B0CBC}" dt="2023-07-27T06:11:16.500" v="1021" actId="478"/>
          <ac:spMkLst>
            <pc:docMk/>
            <pc:sldMk cId="2435912938" sldId="1000"/>
            <ac:spMk id="4" creationId="{2D440AFB-FD2B-D406-A1A8-88519F581389}"/>
          </ac:spMkLst>
        </pc:spChg>
        <pc:spChg chg="add mod">
          <ac:chgData name="Yeo Xiong Wei, Jonathan" userId="ac2b658e-7ce1-44bb-9f9f-bf4198ceaa29" providerId="ADAL" clId="{5D23FFFA-3C52-4B55-A214-DC5F415B0CBC}" dt="2023-07-27T06:14:33.104" v="1120" actId="1037"/>
          <ac:spMkLst>
            <pc:docMk/>
            <pc:sldMk cId="2435912938" sldId="1000"/>
            <ac:spMk id="5" creationId="{68F87BBA-637A-64BB-78F6-92529DFAAC66}"/>
          </ac:spMkLst>
        </pc:spChg>
        <pc:spChg chg="mod">
          <ac:chgData name="Yeo Xiong Wei, Jonathan" userId="ac2b658e-7ce1-44bb-9f9f-bf4198ceaa29" providerId="ADAL" clId="{5D23FFFA-3C52-4B55-A214-DC5F415B0CBC}" dt="2023-07-27T06:11:36.766" v="1026" actId="688"/>
          <ac:spMkLst>
            <pc:docMk/>
            <pc:sldMk cId="2435912938" sldId="1000"/>
            <ac:spMk id="8" creationId="{B3545A67-1F53-0788-AEEB-3B8E85190535}"/>
          </ac:spMkLst>
        </pc:spChg>
        <pc:spChg chg="mod">
          <ac:chgData name="Yeo Xiong Wei, Jonathan" userId="ac2b658e-7ce1-44bb-9f9f-bf4198ceaa29" providerId="ADAL" clId="{5D23FFFA-3C52-4B55-A214-DC5F415B0CBC}" dt="2023-07-27T06:12:37.449" v="1056" actId="20577"/>
          <ac:spMkLst>
            <pc:docMk/>
            <pc:sldMk cId="2435912938" sldId="1000"/>
            <ac:spMk id="9" creationId="{686D3AC8-BCF5-E44C-B40B-4287A32BAAF9}"/>
          </ac:spMkLst>
        </pc:spChg>
        <pc:spChg chg="mod">
          <ac:chgData name="Yeo Xiong Wei, Jonathan" userId="ac2b658e-7ce1-44bb-9f9f-bf4198ceaa29" providerId="ADAL" clId="{5D23FFFA-3C52-4B55-A214-DC5F415B0CBC}" dt="2023-07-27T06:49:18.453" v="1977" actId="6549"/>
          <ac:spMkLst>
            <pc:docMk/>
            <pc:sldMk cId="2435912938" sldId="1000"/>
            <ac:spMk id="80898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6:17:27.827" v="1244" actId="20577"/>
        <pc:sldMkLst>
          <pc:docMk/>
          <pc:sldMk cId="2760042923" sldId="1001"/>
        </pc:sldMkLst>
        <pc:spChg chg="mod">
          <ac:chgData name="Yeo Xiong Wei, Jonathan" userId="ac2b658e-7ce1-44bb-9f9f-bf4198ceaa29" providerId="ADAL" clId="{5D23FFFA-3C52-4B55-A214-DC5F415B0CBC}" dt="2023-07-27T06:17:27.827" v="1244" actId="20577"/>
          <ac:spMkLst>
            <pc:docMk/>
            <pc:sldMk cId="2760042923" sldId="1001"/>
            <ac:spMk id="79874" creationId="{00000000-0000-0000-0000-000000000000}"/>
          </ac:spMkLst>
        </pc:spChg>
      </pc:sldChg>
      <pc:sldChg chg="modSp modAnim modNotesTx">
        <pc:chgData name="Yeo Xiong Wei, Jonathan" userId="ac2b658e-7ce1-44bb-9f9f-bf4198ceaa29" providerId="ADAL" clId="{5D23FFFA-3C52-4B55-A214-DC5F415B0CBC}" dt="2023-07-27T06:43:21.401" v="1920" actId="20577"/>
        <pc:sldMkLst>
          <pc:docMk/>
          <pc:sldMk cId="2401209983" sldId="1004"/>
        </pc:sldMkLst>
        <pc:spChg chg="mod">
          <ac:chgData name="Yeo Xiong Wei, Jonathan" userId="ac2b658e-7ce1-44bb-9f9f-bf4198ceaa29" providerId="ADAL" clId="{5D23FFFA-3C52-4B55-A214-DC5F415B0CBC}" dt="2023-07-27T06:43:21.401" v="1920" actId="20577"/>
          <ac:spMkLst>
            <pc:docMk/>
            <pc:sldMk cId="2401209983" sldId="1004"/>
            <ac:spMk id="10035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5D23FFFA-3C52-4B55-A214-DC5F415B0CBC}" dt="2023-07-27T06:47:12.316" v="1959" actId="20577"/>
        <pc:sldMkLst>
          <pc:docMk/>
          <pc:sldMk cId="1244654915" sldId="1005"/>
        </pc:sldMkLst>
        <pc:spChg chg="mod">
          <ac:chgData name="Yeo Xiong Wei, Jonathan" userId="ac2b658e-7ce1-44bb-9f9f-bf4198ceaa29" providerId="ADAL" clId="{5D23FFFA-3C52-4B55-A214-DC5F415B0CBC}" dt="2023-07-27T06:47:12.316" v="1959" actId="20577"/>
          <ac:spMkLst>
            <pc:docMk/>
            <pc:sldMk cId="1244654915" sldId="1005"/>
            <ac:spMk id="100354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7:02:10.582" v="2171" actId="20577"/>
        <pc:sldMkLst>
          <pc:docMk/>
          <pc:sldMk cId="2998425468" sldId="1006"/>
        </pc:sldMkLst>
        <pc:spChg chg="mod">
          <ac:chgData name="Yeo Xiong Wei, Jonathan" userId="ac2b658e-7ce1-44bb-9f9f-bf4198ceaa29" providerId="ADAL" clId="{5D23FFFA-3C52-4B55-A214-DC5F415B0CBC}" dt="2023-07-27T07:02:10.582" v="2171" actId="20577"/>
          <ac:spMkLst>
            <pc:docMk/>
            <pc:sldMk cId="2998425468" sldId="1006"/>
            <ac:spMk id="100354" creationId="{00000000-0000-0000-0000-000000000000}"/>
          </ac:spMkLst>
        </pc:spChg>
      </pc:sldChg>
      <pc:sldChg chg="delSp modSp mod">
        <pc:chgData name="Yeo Xiong Wei, Jonathan" userId="ac2b658e-7ce1-44bb-9f9f-bf4198ceaa29" providerId="ADAL" clId="{5D23FFFA-3C52-4B55-A214-DC5F415B0CBC}" dt="2023-07-27T04:49:21.427" v="617" actId="478"/>
        <pc:sldMkLst>
          <pc:docMk/>
          <pc:sldMk cId="2651268871" sldId="1012"/>
        </pc:sldMkLst>
        <pc:spChg chg="mod">
          <ac:chgData name="Yeo Xiong Wei, Jonathan" userId="ac2b658e-7ce1-44bb-9f9f-bf4198ceaa29" providerId="ADAL" clId="{5D23FFFA-3C52-4B55-A214-DC5F415B0CBC}" dt="2023-07-27T04:30:22.262" v="496" actId="20577"/>
          <ac:spMkLst>
            <pc:docMk/>
            <pc:sldMk cId="2651268871" sldId="1012"/>
            <ac:spMk id="3" creationId="{D195060D-B1A5-D17B-DB0B-CBF6A0833656}"/>
          </ac:spMkLst>
        </pc:spChg>
        <pc:inkChg chg="del">
          <ac:chgData name="Yeo Xiong Wei, Jonathan" userId="ac2b658e-7ce1-44bb-9f9f-bf4198ceaa29" providerId="ADAL" clId="{5D23FFFA-3C52-4B55-A214-DC5F415B0CBC}" dt="2023-07-27T04:49:21.427" v="617" actId="478"/>
          <ac:inkMkLst>
            <pc:docMk/>
            <pc:sldMk cId="2651268871" sldId="1012"/>
            <ac:inkMk id="5" creationId="{C4A41F61-826B-7228-8280-784B9766EAFD}"/>
          </ac:inkMkLst>
        </pc:inkChg>
      </pc:sldChg>
      <pc:sldChg chg="modSp mod">
        <pc:chgData name="Yeo Xiong Wei, Jonathan" userId="ac2b658e-7ce1-44bb-9f9f-bf4198ceaa29" providerId="ADAL" clId="{5D23FFFA-3C52-4B55-A214-DC5F415B0CBC}" dt="2023-07-27T04:31:22.916" v="521" actId="20577"/>
        <pc:sldMkLst>
          <pc:docMk/>
          <pc:sldMk cId="916613523" sldId="1013"/>
        </pc:sldMkLst>
        <pc:spChg chg="mod">
          <ac:chgData name="Yeo Xiong Wei, Jonathan" userId="ac2b658e-7ce1-44bb-9f9f-bf4198ceaa29" providerId="ADAL" clId="{5D23FFFA-3C52-4B55-A214-DC5F415B0CBC}" dt="2023-07-27T04:31:22.916" v="521" actId="20577"/>
          <ac:spMkLst>
            <pc:docMk/>
            <pc:sldMk cId="916613523" sldId="1013"/>
            <ac:spMk id="3" creationId="{D195060D-B1A5-D17B-DB0B-CBF6A0833656}"/>
          </ac:spMkLst>
        </pc:spChg>
      </pc:sldChg>
      <pc:sldChg chg="modSp mod">
        <pc:chgData name="Yeo Xiong Wei, Jonathan" userId="ac2b658e-7ce1-44bb-9f9f-bf4198ceaa29" providerId="ADAL" clId="{5D23FFFA-3C52-4B55-A214-DC5F415B0CBC}" dt="2023-07-27T05:01:07.226" v="717" actId="27636"/>
        <pc:sldMkLst>
          <pc:docMk/>
          <pc:sldMk cId="3306958921" sldId="1015"/>
        </pc:sldMkLst>
        <pc:spChg chg="mod">
          <ac:chgData name="Yeo Xiong Wei, Jonathan" userId="ac2b658e-7ce1-44bb-9f9f-bf4198ceaa29" providerId="ADAL" clId="{5D23FFFA-3C52-4B55-A214-DC5F415B0CBC}" dt="2023-07-27T05:01:07.226" v="717" actId="27636"/>
          <ac:spMkLst>
            <pc:docMk/>
            <pc:sldMk cId="3306958921" sldId="1015"/>
            <ac:spMk id="13" creationId="{AD684B2A-297A-DEB0-6C30-BBD46040ABCA}"/>
          </ac:spMkLst>
        </pc:spChg>
      </pc:sldChg>
      <pc:sldChg chg="modSp mod">
        <pc:chgData name="Yeo Xiong Wei, Jonathan" userId="ac2b658e-7ce1-44bb-9f9f-bf4198ceaa29" providerId="ADAL" clId="{5D23FFFA-3C52-4B55-A214-DC5F415B0CBC}" dt="2023-07-27T05:03:15.269" v="728" actId="113"/>
        <pc:sldMkLst>
          <pc:docMk/>
          <pc:sldMk cId="302861532" sldId="1016"/>
        </pc:sldMkLst>
        <pc:spChg chg="mod">
          <ac:chgData name="Yeo Xiong Wei, Jonathan" userId="ac2b658e-7ce1-44bb-9f9f-bf4198ceaa29" providerId="ADAL" clId="{5D23FFFA-3C52-4B55-A214-DC5F415B0CBC}" dt="2023-07-27T05:03:13.465" v="727" actId="113"/>
          <ac:spMkLst>
            <pc:docMk/>
            <pc:sldMk cId="302861532" sldId="1016"/>
            <ac:spMk id="3" creationId="{EBDF4A38-8842-3349-A2E0-084DD0D4CC0A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5" creationId="{8FF677D8-C7CE-C0D3-EB77-98A14762BDE3}"/>
          </ac:spMkLst>
        </pc:spChg>
        <pc:spChg chg="mod">
          <ac:chgData name="Yeo Xiong Wei, Jonathan" userId="ac2b658e-7ce1-44bb-9f9f-bf4198ceaa29" providerId="ADAL" clId="{5D23FFFA-3C52-4B55-A214-DC5F415B0CBC}" dt="2023-07-27T05:03:15.269" v="728" actId="113"/>
          <ac:spMkLst>
            <pc:docMk/>
            <pc:sldMk cId="302861532" sldId="1016"/>
            <ac:spMk id="15" creationId="{DF85F657-A2D0-B163-CAEF-D820C6B5045A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16" creationId="{33A3DA21-39CF-B522-1ACA-C14C5AD496D3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18" creationId="{70231123-CCC4-2BE2-F301-D86F038D2BE3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19" creationId="{688BD350-B809-F91A-C7B8-E1B29C5C0A61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0" creationId="{1BD6E9C6-94A5-CADA-AF1A-A2BA44557474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1" creationId="{94E12B8B-FDAC-4F83-ECCB-54652F6C017D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2" creationId="{85286890-2634-933F-EDC3-036E6131A5C9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3" creationId="{54B14D80-D95A-C901-0625-6DE105FCDDD8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4" creationId="{ACA7AC8A-2812-968C-DCFD-F50C8F2B42D4}"/>
          </ac:spMkLst>
        </pc:spChg>
        <pc:spChg chg="mod">
          <ac:chgData name="Yeo Xiong Wei, Jonathan" userId="ac2b658e-7ce1-44bb-9f9f-bf4198ceaa29" providerId="ADAL" clId="{5D23FFFA-3C52-4B55-A214-DC5F415B0CBC}" dt="2023-07-27T05:03:03.166" v="726" actId="208"/>
          <ac:spMkLst>
            <pc:docMk/>
            <pc:sldMk cId="302861532" sldId="1016"/>
            <ac:spMk id="25" creationId="{49264F10-9E73-5750-A31C-C5F7FC5B7115}"/>
          </ac:spMkLst>
        </pc:spChg>
        <pc:picChg chg="mod">
          <ac:chgData name="Yeo Xiong Wei, Jonathan" userId="ac2b658e-7ce1-44bb-9f9f-bf4198ceaa29" providerId="ADAL" clId="{5D23FFFA-3C52-4B55-A214-DC5F415B0CBC}" dt="2023-07-27T05:03:03.166" v="726" actId="208"/>
          <ac:picMkLst>
            <pc:docMk/>
            <pc:sldMk cId="302861532" sldId="1016"/>
            <ac:picMk id="8" creationId="{537FAA6F-1CF8-C0B1-CB27-A767CDBBDB3C}"/>
          </ac:picMkLst>
        </pc:picChg>
      </pc:sldChg>
      <pc:sldChg chg="modSp mod">
        <pc:chgData name="Yeo Xiong Wei, Jonathan" userId="ac2b658e-7ce1-44bb-9f9f-bf4198ceaa29" providerId="ADAL" clId="{5D23FFFA-3C52-4B55-A214-DC5F415B0CBC}" dt="2023-07-27T06:48:24.038" v="1963" actId="404"/>
        <pc:sldMkLst>
          <pc:docMk/>
          <pc:sldMk cId="1218359282" sldId="1019"/>
        </pc:sldMkLst>
        <pc:spChg chg="mod">
          <ac:chgData name="Yeo Xiong Wei, Jonathan" userId="ac2b658e-7ce1-44bb-9f9f-bf4198ceaa29" providerId="ADAL" clId="{5D23FFFA-3C52-4B55-A214-DC5F415B0CBC}" dt="2023-07-27T06:48:24.038" v="1963" actId="404"/>
          <ac:spMkLst>
            <pc:docMk/>
            <pc:sldMk cId="1218359282" sldId="1019"/>
            <ac:spMk id="100354" creationId="{00000000-0000-0000-0000-000000000000}"/>
          </ac:spMkLst>
        </pc:spChg>
      </pc:sldChg>
      <pc:sldChg chg="modSp modAnim">
        <pc:chgData name="Yeo Xiong Wei, Jonathan" userId="ac2b658e-7ce1-44bb-9f9f-bf4198ceaa29" providerId="ADAL" clId="{5D23FFFA-3C52-4B55-A214-DC5F415B0CBC}" dt="2023-07-27T05:55:17.574" v="793" actId="20577"/>
        <pc:sldMkLst>
          <pc:docMk/>
          <pc:sldMk cId="1635831083" sldId="1020"/>
        </pc:sldMkLst>
        <pc:spChg chg="mod">
          <ac:chgData name="Yeo Xiong Wei, Jonathan" userId="ac2b658e-7ce1-44bb-9f9f-bf4198ceaa29" providerId="ADAL" clId="{5D23FFFA-3C52-4B55-A214-DC5F415B0CBC}" dt="2023-07-27T05:55:17.574" v="793" actId="20577"/>
          <ac:spMkLst>
            <pc:docMk/>
            <pc:sldMk cId="1635831083" sldId="1020"/>
            <ac:spMk id="56322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5:04:09.701" v="731" actId="15"/>
        <pc:sldMkLst>
          <pc:docMk/>
          <pc:sldMk cId="967267242" sldId="1022"/>
        </pc:sldMkLst>
        <pc:spChg chg="mod">
          <ac:chgData name="Yeo Xiong Wei, Jonathan" userId="ac2b658e-7ce1-44bb-9f9f-bf4198ceaa29" providerId="ADAL" clId="{5D23FFFA-3C52-4B55-A214-DC5F415B0CBC}" dt="2023-07-27T05:04:09.701" v="731" actId="15"/>
          <ac:spMkLst>
            <pc:docMk/>
            <pc:sldMk cId="967267242" sldId="1022"/>
            <ac:spMk id="49154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5:59:19.019" v="823" actId="113"/>
        <pc:sldMkLst>
          <pc:docMk/>
          <pc:sldMk cId="4012184775" sldId="1024"/>
        </pc:sldMkLst>
        <pc:spChg chg="mod">
          <ac:chgData name="Yeo Xiong Wei, Jonathan" userId="ac2b658e-7ce1-44bb-9f9f-bf4198ceaa29" providerId="ADAL" clId="{5D23FFFA-3C52-4B55-A214-DC5F415B0CBC}" dt="2023-07-27T05:59:19.019" v="823" actId="113"/>
          <ac:spMkLst>
            <pc:docMk/>
            <pc:sldMk cId="4012184775" sldId="1024"/>
            <ac:spMk id="79874" creationId="{00000000-0000-0000-0000-000000000000}"/>
          </ac:spMkLst>
        </pc:spChg>
      </pc:sldChg>
      <pc:sldChg chg="modSp">
        <pc:chgData name="Yeo Xiong Wei, Jonathan" userId="ac2b658e-7ce1-44bb-9f9f-bf4198ceaa29" providerId="ADAL" clId="{5D23FFFA-3C52-4B55-A214-DC5F415B0CBC}" dt="2023-07-27T05:57:58.385" v="795" actId="20577"/>
        <pc:sldMkLst>
          <pc:docMk/>
          <pc:sldMk cId="3026843799" sldId="1025"/>
        </pc:sldMkLst>
        <pc:spChg chg="mod">
          <ac:chgData name="Yeo Xiong Wei, Jonathan" userId="ac2b658e-7ce1-44bb-9f9f-bf4198ceaa29" providerId="ADAL" clId="{5D23FFFA-3C52-4B55-A214-DC5F415B0CBC}" dt="2023-07-27T05:57:58.385" v="795" actId="20577"/>
          <ac:spMkLst>
            <pc:docMk/>
            <pc:sldMk cId="3026843799" sldId="1025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6:20:34.893" v="1379" actId="207"/>
        <pc:sldMkLst>
          <pc:docMk/>
          <pc:sldMk cId="459497993" sldId="1026"/>
        </pc:sldMkLst>
        <pc:spChg chg="mod">
          <ac:chgData name="Yeo Xiong Wei, Jonathan" userId="ac2b658e-7ce1-44bb-9f9f-bf4198ceaa29" providerId="ADAL" clId="{5D23FFFA-3C52-4B55-A214-DC5F415B0CBC}" dt="2023-07-27T06:20:34.893" v="1379" actId="207"/>
          <ac:spMkLst>
            <pc:docMk/>
            <pc:sldMk cId="459497993" sldId="1026"/>
            <ac:spMk id="97282" creationId="{00000000-0000-0000-0000-000000000000}"/>
          </ac:spMkLst>
        </pc:spChg>
      </pc:sldChg>
      <pc:sldChg chg="modSp mod">
        <pc:chgData name="Yeo Xiong Wei, Jonathan" userId="ac2b658e-7ce1-44bb-9f9f-bf4198ceaa29" providerId="ADAL" clId="{5D23FFFA-3C52-4B55-A214-DC5F415B0CBC}" dt="2023-07-27T07:07:33.220" v="2616" actId="20577"/>
        <pc:sldMkLst>
          <pc:docMk/>
          <pc:sldMk cId="1079776352" sldId="1028"/>
        </pc:sldMkLst>
        <pc:spChg chg="mod">
          <ac:chgData name="Yeo Xiong Wei, Jonathan" userId="ac2b658e-7ce1-44bb-9f9f-bf4198ceaa29" providerId="ADAL" clId="{5D23FFFA-3C52-4B55-A214-DC5F415B0CBC}" dt="2023-07-27T06:59:20.552" v="2142" actId="20577"/>
          <ac:spMkLst>
            <pc:docMk/>
            <pc:sldMk cId="1079776352" sldId="1028"/>
            <ac:spMk id="2" creationId="{141545B8-14FC-4EE7-BE64-CA386A90E219}"/>
          </ac:spMkLst>
        </pc:spChg>
        <pc:spChg chg="mod">
          <ac:chgData name="Yeo Xiong Wei, Jonathan" userId="ac2b658e-7ce1-44bb-9f9f-bf4198ceaa29" providerId="ADAL" clId="{5D23FFFA-3C52-4B55-A214-DC5F415B0CBC}" dt="2023-07-27T07:07:33.220" v="2616" actId="20577"/>
          <ac:spMkLst>
            <pc:docMk/>
            <pc:sldMk cId="1079776352" sldId="1028"/>
            <ac:spMk id="3" creationId="{CDF4B2E5-1CF0-4D19-AFAA-E09B13AE7CF3}"/>
          </ac:spMkLst>
        </pc:spChg>
      </pc:sldChg>
      <pc:sldChg chg="modSp add mod">
        <pc:chgData name="Yeo Xiong Wei, Jonathan" userId="ac2b658e-7ce1-44bb-9f9f-bf4198ceaa29" providerId="ADAL" clId="{5D23FFFA-3C52-4B55-A214-DC5F415B0CBC}" dt="2023-07-27T06:59:11.542" v="2140" actId="113"/>
        <pc:sldMkLst>
          <pc:docMk/>
          <pc:sldMk cId="256898689" sldId="1029"/>
        </pc:sldMkLst>
        <pc:spChg chg="mod">
          <ac:chgData name="Yeo Xiong Wei, Jonathan" userId="ac2b658e-7ce1-44bb-9f9f-bf4198ceaa29" providerId="ADAL" clId="{5D23FFFA-3C52-4B55-A214-DC5F415B0CBC}" dt="2023-07-27T06:59:11.542" v="2140" actId="113"/>
          <ac:spMkLst>
            <pc:docMk/>
            <pc:sldMk cId="256898689" sldId="1029"/>
            <ac:spMk id="3" creationId="{CDF4B2E5-1CF0-4D19-AFAA-E09B13AE7CF3}"/>
          </ac:spMkLst>
        </pc:spChg>
      </pc:sldChg>
    </pc:docChg>
  </pc:docChgLst>
  <pc:docChgLst>
    <pc:chgData name="Yeo Xiong Wei, Jonathan" userId="ac2b658e-7ce1-44bb-9f9f-bf4198ceaa29" providerId="ADAL" clId="{235A516D-95FA-47B7-BF46-9549F9E16AF5}"/>
    <pc:docChg chg="undo custSel modSld">
      <pc:chgData name="Yeo Xiong Wei, Jonathan" userId="ac2b658e-7ce1-44bb-9f9f-bf4198ceaa29" providerId="ADAL" clId="{235A516D-95FA-47B7-BF46-9549F9E16AF5}" dt="2023-10-30T04:26:42.524" v="19" actId="207"/>
      <pc:docMkLst>
        <pc:docMk/>
      </pc:docMkLst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2098012594" sldId="366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2098012594" sldId="366"/>
            <ac:inkMk id="3" creationId="{FD337D7B-DF5A-5DE4-D5DA-60CD0F3FC731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3178832480" sldId="369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3178832480" sldId="369"/>
            <ac:inkMk id="3" creationId="{F5A134B3-96A1-9BA6-EA89-E952FFDC1D51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2401209983" sldId="1004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2401209983" sldId="1004"/>
            <ac:inkMk id="3" creationId="{967ECEA5-1DD0-3CB2-26ED-6493813426E1}"/>
          </ac:inkMkLst>
        </pc:inkChg>
      </pc:sldChg>
      <pc:sldChg chg="addSp delSp mod">
        <pc:chgData name="Yeo Xiong Wei, Jonathan" userId="ac2b658e-7ce1-44bb-9f9f-bf4198ceaa29" providerId="ADAL" clId="{235A516D-95FA-47B7-BF46-9549F9E16AF5}" dt="2023-10-30T03:25:54.201" v="2" actId="9405"/>
        <pc:sldMkLst>
          <pc:docMk/>
          <pc:sldMk cId="1244654915" sldId="1005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1244654915" sldId="1005"/>
            <ac:inkMk id="3" creationId="{68CC7FC6-59CA-1804-D080-2A9104B116CB}"/>
          </ac:inkMkLst>
        </pc:inkChg>
        <pc:inkChg chg="add del">
          <ac:chgData name="Yeo Xiong Wei, Jonathan" userId="ac2b658e-7ce1-44bb-9f9f-bf4198ceaa29" providerId="ADAL" clId="{235A516D-95FA-47B7-BF46-9549F9E16AF5}" dt="2023-10-30T03:25:54.201" v="2" actId="9405"/>
          <ac:inkMkLst>
            <pc:docMk/>
            <pc:sldMk cId="1244654915" sldId="1005"/>
            <ac:inkMk id="4" creationId="{20AEDB80-092E-1018-271F-833F60356CF5}"/>
          </ac:inkMkLst>
        </pc:inkChg>
      </pc:sldChg>
      <pc:sldChg chg="addSp delSp modSp mod">
        <pc:chgData name="Yeo Xiong Wei, Jonathan" userId="ac2b658e-7ce1-44bb-9f9f-bf4198ceaa29" providerId="ADAL" clId="{235A516D-95FA-47B7-BF46-9549F9E16AF5}" dt="2023-10-30T03:26:49.706" v="12"/>
        <pc:sldMkLst>
          <pc:docMk/>
          <pc:sldMk cId="2998425468" sldId="1006"/>
        </pc:sldMkLst>
        <pc:grpChg chg="del mod">
          <ac:chgData name="Yeo Xiong Wei, Jonathan" userId="ac2b658e-7ce1-44bb-9f9f-bf4198ceaa29" providerId="ADAL" clId="{235A516D-95FA-47B7-BF46-9549F9E16AF5}" dt="2023-10-30T03:26:42.403" v="9"/>
          <ac:grpSpMkLst>
            <pc:docMk/>
            <pc:sldMk cId="2998425468" sldId="1006"/>
            <ac:grpSpMk id="7" creationId="{857D5B11-90CE-C0E3-A783-1E8AF8C79EE2}"/>
          </ac:grpSpMkLst>
        </pc:grpChg>
        <pc:grpChg chg="mod">
          <ac:chgData name="Yeo Xiong Wei, Jonathan" userId="ac2b658e-7ce1-44bb-9f9f-bf4198ceaa29" providerId="ADAL" clId="{235A516D-95FA-47B7-BF46-9549F9E16AF5}" dt="2023-10-30T03:26:42.403" v="9"/>
          <ac:grpSpMkLst>
            <pc:docMk/>
            <pc:sldMk cId="2998425468" sldId="1006"/>
            <ac:grpSpMk id="10" creationId="{841867CB-6ECA-7BE7-FB92-D282C559B33D}"/>
          </ac:grpSpMkLst>
        </pc:grpChg>
        <pc:grpChg chg="mod">
          <ac:chgData name="Yeo Xiong Wei, Jonathan" userId="ac2b658e-7ce1-44bb-9f9f-bf4198ceaa29" providerId="ADAL" clId="{235A516D-95FA-47B7-BF46-9549F9E16AF5}" dt="2023-10-30T03:26:49.706" v="12"/>
          <ac:grpSpMkLst>
            <pc:docMk/>
            <pc:sldMk cId="2998425468" sldId="1006"/>
            <ac:grpSpMk id="13" creationId="{BE259E61-4911-7AB2-43DF-99DA9E4CAC78}"/>
          </ac:grpSpMkLst>
        </pc:grpChg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2998425468" sldId="1006"/>
            <ac:inkMk id="3" creationId="{F350E862-F0AE-1372-6623-E72F74F2131B}"/>
          </ac:inkMkLst>
        </pc:inkChg>
        <pc:inkChg chg="add mod">
          <ac:chgData name="Yeo Xiong Wei, Jonathan" userId="ac2b658e-7ce1-44bb-9f9f-bf4198ceaa29" providerId="ADAL" clId="{235A516D-95FA-47B7-BF46-9549F9E16AF5}" dt="2023-10-30T03:26:42.403" v="9"/>
          <ac:inkMkLst>
            <pc:docMk/>
            <pc:sldMk cId="2998425468" sldId="1006"/>
            <ac:inkMk id="4" creationId="{26A06156-FB84-5EC8-EA99-F753CA9B08FD}"/>
          </ac:inkMkLst>
        </pc:inkChg>
        <pc:inkChg chg="add mod">
          <ac:chgData name="Yeo Xiong Wei, Jonathan" userId="ac2b658e-7ce1-44bb-9f9f-bf4198ceaa29" providerId="ADAL" clId="{235A516D-95FA-47B7-BF46-9549F9E16AF5}" dt="2023-10-30T03:26:42.403" v="9"/>
          <ac:inkMkLst>
            <pc:docMk/>
            <pc:sldMk cId="2998425468" sldId="1006"/>
            <ac:inkMk id="5" creationId="{B47B225E-1273-5080-C9DB-40CEE32AB732}"/>
          </ac:inkMkLst>
        </pc:inkChg>
        <pc:inkChg chg="add mod">
          <ac:chgData name="Yeo Xiong Wei, Jonathan" userId="ac2b658e-7ce1-44bb-9f9f-bf4198ceaa29" providerId="ADAL" clId="{235A516D-95FA-47B7-BF46-9549F9E16AF5}" dt="2023-10-30T03:26:42.403" v="9"/>
          <ac:inkMkLst>
            <pc:docMk/>
            <pc:sldMk cId="2998425468" sldId="1006"/>
            <ac:inkMk id="6" creationId="{74BC9080-BC7C-B42D-CEFC-2785EA0F55B0}"/>
          </ac:inkMkLst>
        </pc:inkChg>
        <pc:inkChg chg="add">
          <ac:chgData name="Yeo Xiong Wei, Jonathan" userId="ac2b658e-7ce1-44bb-9f9f-bf4198ceaa29" providerId="ADAL" clId="{235A516D-95FA-47B7-BF46-9549F9E16AF5}" dt="2023-10-30T03:26:38.242" v="7" actId="9405"/>
          <ac:inkMkLst>
            <pc:docMk/>
            <pc:sldMk cId="2998425468" sldId="1006"/>
            <ac:inkMk id="8" creationId="{D9CDAE14-6FD2-F12C-1A74-F739944002BB}"/>
          </ac:inkMkLst>
        </pc:inkChg>
        <pc:inkChg chg="add mod">
          <ac:chgData name="Yeo Xiong Wei, Jonathan" userId="ac2b658e-7ce1-44bb-9f9f-bf4198ceaa29" providerId="ADAL" clId="{235A516D-95FA-47B7-BF46-9549F9E16AF5}" dt="2023-10-30T03:26:42.403" v="9"/>
          <ac:inkMkLst>
            <pc:docMk/>
            <pc:sldMk cId="2998425468" sldId="1006"/>
            <ac:inkMk id="9" creationId="{CECD0C44-6AB4-9B29-4234-9E526263E424}"/>
          </ac:inkMkLst>
        </pc:inkChg>
        <pc:inkChg chg="add mod">
          <ac:chgData name="Yeo Xiong Wei, Jonathan" userId="ac2b658e-7ce1-44bb-9f9f-bf4198ceaa29" providerId="ADAL" clId="{235A516D-95FA-47B7-BF46-9549F9E16AF5}" dt="2023-10-30T03:26:49.706" v="12"/>
          <ac:inkMkLst>
            <pc:docMk/>
            <pc:sldMk cId="2998425468" sldId="1006"/>
            <ac:inkMk id="11" creationId="{DF0BBB13-8163-F2C8-5A88-6C1F5A5CEC09}"/>
          </ac:inkMkLst>
        </pc:inkChg>
        <pc:inkChg chg="add mod">
          <ac:chgData name="Yeo Xiong Wei, Jonathan" userId="ac2b658e-7ce1-44bb-9f9f-bf4198ceaa29" providerId="ADAL" clId="{235A516D-95FA-47B7-BF46-9549F9E16AF5}" dt="2023-10-30T03:26:49.706" v="12"/>
          <ac:inkMkLst>
            <pc:docMk/>
            <pc:sldMk cId="2998425468" sldId="1006"/>
            <ac:inkMk id="12" creationId="{9D081641-807D-AA94-D952-D4A597F5A2D4}"/>
          </ac:inkMkLst>
        </pc:inkChg>
      </pc:sldChg>
      <pc:sldChg chg="addSp delSp modSp mod modAnim">
        <pc:chgData name="Yeo Xiong Wei, Jonathan" userId="ac2b658e-7ce1-44bb-9f9f-bf4198ceaa29" providerId="ADAL" clId="{235A516D-95FA-47B7-BF46-9549F9E16AF5}" dt="2023-10-30T04:26:42.524" v="19" actId="207"/>
        <pc:sldMkLst>
          <pc:docMk/>
          <pc:sldMk cId="916613523" sldId="1013"/>
        </pc:sldMkLst>
        <pc:spChg chg="mod">
          <ac:chgData name="Yeo Xiong Wei, Jonathan" userId="ac2b658e-7ce1-44bb-9f9f-bf4198ceaa29" providerId="ADAL" clId="{235A516D-95FA-47B7-BF46-9549F9E16AF5}" dt="2023-10-30T04:26:42.524" v="19" actId="207"/>
          <ac:spMkLst>
            <pc:docMk/>
            <pc:sldMk cId="916613523" sldId="1013"/>
            <ac:spMk id="3" creationId="{D195060D-B1A5-D17B-DB0B-CBF6A0833656}"/>
          </ac:spMkLst>
        </pc:spChg>
        <pc:grpChg chg="del mod">
          <ac:chgData name="Yeo Xiong Wei, Jonathan" userId="ac2b658e-7ce1-44bb-9f9f-bf4198ceaa29" providerId="ADAL" clId="{235A516D-95FA-47B7-BF46-9549F9E16AF5}" dt="2023-10-30T04:16:03.206" v="16" actId="478"/>
          <ac:grpSpMkLst>
            <pc:docMk/>
            <pc:sldMk cId="916613523" sldId="1013"/>
            <ac:grpSpMk id="7" creationId="{DF80EBA5-8204-C867-ECA5-57F992286626}"/>
          </ac:grpSpMkLst>
        </pc:grpChg>
        <pc:inkChg chg="add mod">
          <ac:chgData name="Yeo Xiong Wei, Jonathan" userId="ac2b658e-7ce1-44bb-9f9f-bf4198ceaa29" providerId="ADAL" clId="{235A516D-95FA-47B7-BF46-9549F9E16AF5}" dt="2023-10-30T03:29:46.956" v="15"/>
          <ac:inkMkLst>
            <pc:docMk/>
            <pc:sldMk cId="916613523" sldId="1013"/>
            <ac:inkMk id="5" creationId="{C0987201-98A3-EA1C-144A-EBAC65335998}"/>
          </ac:inkMkLst>
        </pc:inkChg>
        <pc:inkChg chg="add mod">
          <ac:chgData name="Yeo Xiong Wei, Jonathan" userId="ac2b658e-7ce1-44bb-9f9f-bf4198ceaa29" providerId="ADAL" clId="{235A516D-95FA-47B7-BF46-9549F9E16AF5}" dt="2023-10-30T03:29:46.956" v="15"/>
          <ac:inkMkLst>
            <pc:docMk/>
            <pc:sldMk cId="916613523" sldId="1013"/>
            <ac:inkMk id="6" creationId="{D5690F7F-6333-79F6-41A1-C9B0C6F0FDDC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1218359282" sldId="1019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1218359282" sldId="1019"/>
            <ac:inkMk id="3" creationId="{A15111A4-9A5A-6A26-8FBD-99312C30891B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459497993" sldId="1026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459497993" sldId="1026"/>
            <ac:inkMk id="3" creationId="{76E2B2D2-53C4-07CD-69B8-2F49BDE3FE3F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2853846862" sldId="1027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2853846862" sldId="1027"/>
            <ac:inkMk id="4" creationId="{969868BF-CD48-687B-AD5A-E89DD25D4254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1079776352" sldId="1028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1079776352" sldId="1028"/>
            <ac:inkMk id="5" creationId="{472FB0EA-1512-BB6C-43BF-D4D4C91BF9ED}"/>
          </ac:inkMkLst>
        </pc:inkChg>
      </pc:sldChg>
      <pc:sldChg chg="addSp">
        <pc:chgData name="Yeo Xiong Wei, Jonathan" userId="ac2b658e-7ce1-44bb-9f9f-bf4198ceaa29" providerId="ADAL" clId="{235A516D-95FA-47B7-BF46-9549F9E16AF5}" dt="2023-10-30T03:25:20.281" v="0"/>
        <pc:sldMkLst>
          <pc:docMk/>
          <pc:sldMk cId="256898689" sldId="1029"/>
        </pc:sldMkLst>
        <pc:inkChg chg="add">
          <ac:chgData name="Yeo Xiong Wei, Jonathan" userId="ac2b658e-7ce1-44bb-9f9f-bf4198ceaa29" providerId="ADAL" clId="{235A516D-95FA-47B7-BF46-9549F9E16AF5}" dt="2023-10-30T03:25:20.281" v="0"/>
          <ac:inkMkLst>
            <pc:docMk/>
            <pc:sldMk cId="256898689" sldId="1029"/>
            <ac:inkMk id="6" creationId="{0DBA98CB-E3BF-E5F0-2F7D-FD796CA34555}"/>
          </ac:inkMkLst>
        </pc:inkChg>
      </pc:sldChg>
    </pc:docChg>
  </pc:docChgLst>
  <pc:docChgLst>
    <pc:chgData name="Yeo Xiong Wei, Jonathan" userId="ac2b658e-7ce1-44bb-9f9f-bf4198ceaa29" providerId="ADAL" clId="{AF664825-C95D-4060-9B01-81438E7B56BC}"/>
    <pc:docChg chg="undo redo custSel addSld delSld modSld sldOrd">
      <pc:chgData name="Yeo Xiong Wei, Jonathan" userId="ac2b658e-7ce1-44bb-9f9f-bf4198ceaa29" providerId="ADAL" clId="{AF664825-C95D-4060-9B01-81438E7B56BC}" dt="2022-06-30T09:52:32.921" v="10987" actId="47"/>
      <pc:docMkLst>
        <pc:docMk/>
      </pc:docMkLst>
      <pc:sldChg chg="del">
        <pc:chgData name="Yeo Xiong Wei, Jonathan" userId="ac2b658e-7ce1-44bb-9f9f-bf4198ceaa29" providerId="ADAL" clId="{AF664825-C95D-4060-9B01-81438E7B56BC}" dt="2022-06-30T09:52:32.921" v="10987" actId="47"/>
        <pc:sldMkLst>
          <pc:docMk/>
          <pc:sldMk cId="1757574941" sldId="295"/>
        </pc:sldMkLst>
      </pc:sldChg>
      <pc:sldChg chg="modSp add mod">
        <pc:chgData name="Yeo Xiong Wei, Jonathan" userId="ac2b658e-7ce1-44bb-9f9f-bf4198ceaa29" providerId="ADAL" clId="{AF664825-C95D-4060-9B01-81438E7B56BC}" dt="2022-06-30T08:22:34.888" v="5889" actId="20577"/>
        <pc:sldMkLst>
          <pc:docMk/>
          <pc:sldMk cId="3204475275" sldId="319"/>
        </pc:sldMkLst>
        <pc:spChg chg="mod">
          <ac:chgData name="Yeo Xiong Wei, Jonathan" userId="ac2b658e-7ce1-44bb-9f9f-bf4198ceaa29" providerId="ADAL" clId="{AF664825-C95D-4060-9B01-81438E7B56BC}" dt="2022-06-30T08:22:18.312" v="5885" actId="6549"/>
          <ac:spMkLst>
            <pc:docMk/>
            <pc:sldMk cId="3204475275" sldId="319"/>
            <ac:spMk id="491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22:34.888" v="5889" actId="20577"/>
          <ac:spMkLst>
            <pc:docMk/>
            <pc:sldMk cId="3204475275" sldId="319"/>
            <ac:spMk id="491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8:23:14.405" v="5892" actId="404"/>
        <pc:sldMkLst>
          <pc:docMk/>
          <pc:sldMk cId="3286780022" sldId="320"/>
        </pc:sldMkLst>
        <pc:spChg chg="mod">
          <ac:chgData name="Yeo Xiong Wei, Jonathan" userId="ac2b658e-7ce1-44bb-9f9f-bf4198ceaa29" providerId="ADAL" clId="{AF664825-C95D-4060-9B01-81438E7B56BC}" dt="2022-06-30T08:23:14.405" v="5892" actId="404"/>
          <ac:spMkLst>
            <pc:docMk/>
            <pc:sldMk cId="3286780022" sldId="320"/>
            <ac:spMk id="50178" creationId="{00000000-0000-0000-0000-000000000000}"/>
          </ac:spMkLst>
        </pc:spChg>
      </pc:sldChg>
      <pc:sldChg chg="add">
        <pc:chgData name="Yeo Xiong Wei, Jonathan" userId="ac2b658e-7ce1-44bb-9f9f-bf4198ceaa29" providerId="ADAL" clId="{AF664825-C95D-4060-9B01-81438E7B56BC}" dt="2022-06-30T03:26:50.269" v="4490"/>
        <pc:sldMkLst>
          <pc:docMk/>
          <pc:sldMk cId="3245279371" sldId="326"/>
        </pc:sldMkLst>
      </pc:sldChg>
      <pc:sldChg chg="modSp del mod">
        <pc:chgData name="Yeo Xiong Wei, Jonathan" userId="ac2b658e-7ce1-44bb-9f9f-bf4198ceaa29" providerId="ADAL" clId="{AF664825-C95D-4060-9B01-81438E7B56BC}" dt="2022-06-30T03:27:06.953" v="4491" actId="2696"/>
        <pc:sldMkLst>
          <pc:docMk/>
          <pc:sldMk cId="2761039419" sldId="345"/>
        </pc:sldMkLst>
        <pc:spChg chg="mod">
          <ac:chgData name="Yeo Xiong Wei, Jonathan" userId="ac2b658e-7ce1-44bb-9f9f-bf4198ceaa29" providerId="ADAL" clId="{AF664825-C95D-4060-9B01-81438E7B56BC}" dt="2022-06-29T10:00:32.480" v="3266" actId="6549"/>
          <ac:spMkLst>
            <pc:docMk/>
            <pc:sldMk cId="2761039419" sldId="345"/>
            <ac:spMk id="75777" creationId="{00000000-0000-0000-0000-000000000000}"/>
          </ac:spMkLst>
        </pc:spChg>
        <pc:picChg chg="mod modCrop">
          <ac:chgData name="Yeo Xiong Wei, Jonathan" userId="ac2b658e-7ce1-44bb-9f9f-bf4198ceaa29" providerId="ADAL" clId="{AF664825-C95D-4060-9B01-81438E7B56BC}" dt="2022-06-29T10:03:08.207" v="3626" actId="14100"/>
          <ac:picMkLst>
            <pc:docMk/>
            <pc:sldMk cId="2761039419" sldId="345"/>
            <ac:picMk id="5" creationId="{9A6ECEF0-EE14-4799-A38D-7C5984E31E30}"/>
          </ac:picMkLst>
        </pc:picChg>
      </pc:sldChg>
      <pc:sldChg chg="modSp mod ord">
        <pc:chgData name="Yeo Xiong Wei, Jonathan" userId="ac2b658e-7ce1-44bb-9f9f-bf4198ceaa29" providerId="ADAL" clId="{AF664825-C95D-4060-9B01-81438E7B56BC}" dt="2022-06-30T08:55:09.659" v="8210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AF664825-C95D-4060-9B01-81438E7B56BC}" dt="2022-06-30T08:29:10.966" v="6382" actId="20577"/>
          <ac:spMkLst>
            <pc:docMk/>
            <pc:sldMk cId="1143314007" sldId="349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55:09.659" v="8210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8:41:38.405" v="7193" actId="20577"/>
        <pc:sldMkLst>
          <pc:docMk/>
          <pc:sldMk cId="613747932" sldId="350"/>
        </pc:sldMkLst>
        <pc:spChg chg="mod">
          <ac:chgData name="Yeo Xiong Wei, Jonathan" userId="ac2b658e-7ce1-44bb-9f9f-bf4198ceaa29" providerId="ADAL" clId="{AF664825-C95D-4060-9B01-81438E7B56BC}" dt="2022-06-29T10:07:57.023" v="3865"/>
          <ac:spMkLst>
            <pc:docMk/>
            <pc:sldMk cId="613747932" sldId="350"/>
            <ac:spMk id="80897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41:38.405" v="7193" actId="20577"/>
          <ac:spMkLst>
            <pc:docMk/>
            <pc:sldMk cId="613747932" sldId="350"/>
            <ac:spMk id="80898" creationId="{00000000-0000-0000-0000-000000000000}"/>
          </ac:spMkLst>
        </pc:spChg>
      </pc:sldChg>
      <pc:sldChg chg="modSp del mod">
        <pc:chgData name="Yeo Xiong Wei, Jonathan" userId="ac2b658e-7ce1-44bb-9f9f-bf4198ceaa29" providerId="ADAL" clId="{AF664825-C95D-4060-9B01-81438E7B56BC}" dt="2022-06-30T08:56:06.715" v="8211" actId="47"/>
        <pc:sldMkLst>
          <pc:docMk/>
          <pc:sldMk cId="3294816556" sldId="364"/>
        </pc:sldMkLst>
        <pc:spChg chg="mod">
          <ac:chgData name="Yeo Xiong Wei, Jonathan" userId="ac2b658e-7ce1-44bb-9f9f-bf4198ceaa29" providerId="ADAL" clId="{AF664825-C95D-4060-9B01-81438E7B56BC}" dt="2022-06-29T10:27:29.913" v="4045"/>
          <ac:spMkLst>
            <pc:docMk/>
            <pc:sldMk cId="3294816556" sldId="364"/>
            <ac:spMk id="9523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29T10:32:40.050" v="4366" actId="20577"/>
          <ac:spMkLst>
            <pc:docMk/>
            <pc:sldMk cId="3294816556" sldId="364"/>
            <ac:spMk id="95234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9:32:46.144" v="9881" actId="20577"/>
        <pc:sldMkLst>
          <pc:docMk/>
          <pc:sldMk cId="2098012594" sldId="366"/>
        </pc:sldMkLst>
        <pc:spChg chg="mod">
          <ac:chgData name="Yeo Xiong Wei, Jonathan" userId="ac2b658e-7ce1-44bb-9f9f-bf4198ceaa29" providerId="ADAL" clId="{AF664825-C95D-4060-9B01-81438E7B56BC}" dt="2022-06-29T10:27:27.008" v="4044"/>
          <ac:spMkLst>
            <pc:docMk/>
            <pc:sldMk cId="2098012594" sldId="366"/>
            <ac:spMk id="97281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32:46.144" v="9881" actId="20577"/>
          <ac:spMkLst>
            <pc:docMk/>
            <pc:sldMk cId="2098012594" sldId="366"/>
            <ac:spMk id="97282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9:13:53.890" v="9110" actId="20577"/>
        <pc:sldMkLst>
          <pc:docMk/>
          <pc:sldMk cId="3178832480" sldId="369"/>
        </pc:sldMkLst>
        <pc:spChg chg="mod">
          <ac:chgData name="Yeo Xiong Wei, Jonathan" userId="ac2b658e-7ce1-44bb-9f9f-bf4198ceaa29" providerId="ADAL" clId="{AF664825-C95D-4060-9B01-81438E7B56BC}" dt="2022-06-29T10:27:32.984" v="4046"/>
          <ac:spMkLst>
            <pc:docMk/>
            <pc:sldMk cId="3178832480" sldId="369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13:53.890" v="9110" actId="20577"/>
          <ac:spMkLst>
            <pc:docMk/>
            <pc:sldMk cId="3178832480" sldId="369"/>
            <ac:spMk id="10035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AF664825-C95D-4060-9B01-81438E7B56BC}" dt="2022-06-30T08:49:49.136" v="7549" actId="403"/>
        <pc:sldMkLst>
          <pc:docMk/>
          <pc:sldMk cId="2874127277" sldId="389"/>
        </pc:sldMkLst>
        <pc:spChg chg="add mod">
          <ac:chgData name="Yeo Xiong Wei, Jonathan" userId="ac2b658e-7ce1-44bb-9f9f-bf4198ceaa29" providerId="ADAL" clId="{AF664825-C95D-4060-9B01-81438E7B56BC}" dt="2022-06-30T08:49:49.136" v="7549" actId="403"/>
          <ac:spMkLst>
            <pc:docMk/>
            <pc:sldMk cId="2874127277" sldId="389"/>
            <ac:spMk id="3" creationId="{4B8A2915-C538-29F7-8B59-353E58B8215D}"/>
          </ac:spMkLst>
        </pc:spChg>
        <pc:spChg chg="mod">
          <ac:chgData name="Yeo Xiong Wei, Jonathan" userId="ac2b658e-7ce1-44bb-9f9f-bf4198ceaa29" providerId="ADAL" clId="{AF664825-C95D-4060-9B01-81438E7B56BC}" dt="2022-06-30T08:48:30.368" v="7519"/>
          <ac:spMkLst>
            <pc:docMk/>
            <pc:sldMk cId="2874127277" sldId="389"/>
            <ac:spMk id="83969" creationId="{00000000-0000-0000-0000-000000000000}"/>
          </ac:spMkLst>
        </pc:spChg>
        <pc:picChg chg="mod">
          <ac:chgData name="Yeo Xiong Wei, Jonathan" userId="ac2b658e-7ce1-44bb-9f9f-bf4198ceaa29" providerId="ADAL" clId="{AF664825-C95D-4060-9B01-81438E7B56BC}" dt="2022-06-29T10:08:07.341" v="3869" actId="1076"/>
          <ac:picMkLst>
            <pc:docMk/>
            <pc:sldMk cId="2874127277" sldId="389"/>
            <ac:picMk id="4" creationId="{00000000-0000-0000-0000-000000000000}"/>
          </ac:picMkLst>
        </pc:picChg>
      </pc:sldChg>
      <pc:sldChg chg="modSp add mod">
        <pc:chgData name="Yeo Xiong Wei, Jonathan" userId="ac2b658e-7ce1-44bb-9f9f-bf4198ceaa29" providerId="ADAL" clId="{AF664825-C95D-4060-9B01-81438E7B56BC}" dt="2022-06-30T08:29:45.126" v="6476" actId="20577"/>
        <pc:sldMkLst>
          <pc:docMk/>
          <pc:sldMk cId="3158750245" sldId="991"/>
        </pc:sldMkLst>
        <pc:spChg chg="mod">
          <ac:chgData name="Yeo Xiong Wei, Jonathan" userId="ac2b658e-7ce1-44bb-9f9f-bf4198ceaa29" providerId="ADAL" clId="{AF664825-C95D-4060-9B01-81438E7B56BC}" dt="2022-06-30T08:29:45.126" v="6476" actId="20577"/>
          <ac:spMkLst>
            <pc:docMk/>
            <pc:sldMk cId="3158750245" sldId="991"/>
            <ac:spMk id="2" creationId="{EAE8B178-01C8-4DCD-B46E-160FEEC9F757}"/>
          </ac:spMkLst>
        </pc:spChg>
      </pc:sldChg>
      <pc:sldChg chg="addSp delSp modSp del mod">
        <pc:chgData name="Yeo Xiong Wei, Jonathan" userId="ac2b658e-7ce1-44bb-9f9f-bf4198ceaa29" providerId="ADAL" clId="{AF664825-C95D-4060-9B01-81438E7B56BC}" dt="2022-06-30T03:27:06.953" v="4491" actId="2696"/>
        <pc:sldMkLst>
          <pc:docMk/>
          <pc:sldMk cId="1681545386" sldId="994"/>
        </pc:sldMkLst>
        <pc:spChg chg="mod">
          <ac:chgData name="Yeo Xiong Wei, Jonathan" userId="ac2b658e-7ce1-44bb-9f9f-bf4198ceaa29" providerId="ADAL" clId="{AF664825-C95D-4060-9B01-81438E7B56BC}" dt="2022-06-29T10:00:37.880" v="3267"/>
          <ac:spMkLst>
            <pc:docMk/>
            <pc:sldMk cId="1681545386" sldId="994"/>
            <ac:spMk id="75777" creationId="{00000000-0000-0000-0000-000000000000}"/>
          </ac:spMkLst>
        </pc:spChg>
        <pc:picChg chg="mod modCrop">
          <ac:chgData name="Yeo Xiong Wei, Jonathan" userId="ac2b658e-7ce1-44bb-9f9f-bf4198ceaa29" providerId="ADAL" clId="{AF664825-C95D-4060-9B01-81438E7B56BC}" dt="2022-06-29T10:04:02.566" v="3700" actId="1036"/>
          <ac:picMkLst>
            <pc:docMk/>
            <pc:sldMk cId="1681545386" sldId="994"/>
            <ac:picMk id="6" creationId="{36B13609-557B-471D-A3BB-92BD667CDE1A}"/>
          </ac:picMkLst>
        </pc:picChg>
        <pc:picChg chg="add del mod">
          <ac:chgData name="Yeo Xiong Wei, Jonathan" userId="ac2b658e-7ce1-44bb-9f9f-bf4198ceaa29" providerId="ADAL" clId="{AF664825-C95D-4060-9B01-81438E7B56BC}" dt="2022-06-29T10:03:41.234" v="3649"/>
          <ac:picMkLst>
            <pc:docMk/>
            <pc:sldMk cId="1681545386" sldId="994"/>
            <ac:picMk id="7" creationId="{662F0A3B-792A-BCCE-47A7-FF052E8C073F}"/>
          </ac:picMkLst>
        </pc:picChg>
        <pc:picChg chg="add del mod">
          <ac:chgData name="Yeo Xiong Wei, Jonathan" userId="ac2b658e-7ce1-44bb-9f9f-bf4198ceaa29" providerId="ADAL" clId="{AF664825-C95D-4060-9B01-81438E7B56BC}" dt="2022-06-29T10:03:58.969" v="3684"/>
          <ac:picMkLst>
            <pc:docMk/>
            <pc:sldMk cId="1681545386" sldId="994"/>
            <ac:picMk id="8" creationId="{BA207701-3E2E-FA69-E6E7-838BAEC01AA4}"/>
          </ac:picMkLst>
        </pc:picChg>
        <pc:picChg chg="add del mod">
          <ac:chgData name="Yeo Xiong Wei, Jonathan" userId="ac2b658e-7ce1-44bb-9f9f-bf4198ceaa29" providerId="ADAL" clId="{AF664825-C95D-4060-9B01-81438E7B56BC}" dt="2022-06-29T10:04:01.649" v="3695"/>
          <ac:picMkLst>
            <pc:docMk/>
            <pc:sldMk cId="1681545386" sldId="994"/>
            <ac:picMk id="9" creationId="{B0A93921-3D41-43B4-C439-5FADC79B153F}"/>
          </ac:picMkLst>
        </pc:picChg>
        <pc:picChg chg="add del mod">
          <ac:chgData name="Yeo Xiong Wei, Jonathan" userId="ac2b658e-7ce1-44bb-9f9f-bf4198ceaa29" providerId="ADAL" clId="{AF664825-C95D-4060-9B01-81438E7B56BC}" dt="2022-06-29T10:04:03.790" v="3702"/>
          <ac:picMkLst>
            <pc:docMk/>
            <pc:sldMk cId="1681545386" sldId="994"/>
            <ac:picMk id="10" creationId="{779CE5CB-660D-31F6-A3F9-823FE0CC2DBF}"/>
          </ac:picMkLst>
        </pc:picChg>
      </pc:sldChg>
      <pc:sldChg chg="modSp del mod">
        <pc:chgData name="Yeo Xiong Wei, Jonathan" userId="ac2b658e-7ce1-44bb-9f9f-bf4198ceaa29" providerId="ADAL" clId="{AF664825-C95D-4060-9B01-81438E7B56BC}" dt="2022-06-30T03:27:06.953" v="4491" actId="2696"/>
        <pc:sldMkLst>
          <pc:docMk/>
          <pc:sldMk cId="1584622828" sldId="995"/>
        </pc:sldMkLst>
        <pc:spChg chg="mod">
          <ac:chgData name="Yeo Xiong Wei, Jonathan" userId="ac2b658e-7ce1-44bb-9f9f-bf4198ceaa29" providerId="ADAL" clId="{AF664825-C95D-4060-9B01-81438E7B56BC}" dt="2022-06-29T10:00:40.868" v="3268"/>
          <ac:spMkLst>
            <pc:docMk/>
            <pc:sldMk cId="1584622828" sldId="995"/>
            <ac:spMk id="63489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29T10:05:46.520" v="3808" actId="20577"/>
          <ac:spMkLst>
            <pc:docMk/>
            <pc:sldMk cId="1584622828" sldId="995"/>
            <ac:spMk id="63490" creationId="{00000000-0000-0000-0000-000000000000}"/>
          </ac:spMkLst>
        </pc:spChg>
      </pc:sldChg>
      <pc:sldChg chg="add">
        <pc:chgData name="Yeo Xiong Wei, Jonathan" userId="ac2b658e-7ce1-44bb-9f9f-bf4198ceaa29" providerId="ADAL" clId="{AF664825-C95D-4060-9B01-81438E7B56BC}" dt="2022-06-30T03:26:50.269" v="4490"/>
        <pc:sldMkLst>
          <pc:docMk/>
          <pc:sldMk cId="1161125845" sldId="996"/>
        </pc:sldMkLst>
      </pc:sldChg>
      <pc:sldChg chg="add">
        <pc:chgData name="Yeo Xiong Wei, Jonathan" userId="ac2b658e-7ce1-44bb-9f9f-bf4198ceaa29" providerId="ADAL" clId="{AF664825-C95D-4060-9B01-81438E7B56BC}" dt="2022-06-30T03:26:50.269" v="4490"/>
        <pc:sldMkLst>
          <pc:docMk/>
          <pc:sldMk cId="186024609" sldId="997"/>
        </pc:sldMkLst>
      </pc:sldChg>
      <pc:sldChg chg="modSp mod">
        <pc:chgData name="Yeo Xiong Wei, Jonathan" userId="ac2b658e-7ce1-44bb-9f9f-bf4198ceaa29" providerId="ADAL" clId="{AF664825-C95D-4060-9B01-81438E7B56BC}" dt="2022-06-30T08:29:51.789" v="6485" actId="20577"/>
        <pc:sldMkLst>
          <pc:docMk/>
          <pc:sldMk cId="4092584242" sldId="998"/>
        </pc:sldMkLst>
        <pc:spChg chg="mod">
          <ac:chgData name="Yeo Xiong Wei, Jonathan" userId="ac2b658e-7ce1-44bb-9f9f-bf4198ceaa29" providerId="ADAL" clId="{AF664825-C95D-4060-9B01-81438E7B56BC}" dt="2022-06-30T08:29:51.789" v="6485" actId="20577"/>
          <ac:spMkLst>
            <pc:docMk/>
            <pc:sldMk cId="4092584242" sldId="998"/>
            <ac:spMk id="2" creationId="{EAE8B178-01C8-4DCD-B46E-160FEEC9F757}"/>
          </ac:spMkLst>
        </pc:spChg>
      </pc:sldChg>
      <pc:sldChg chg="modSp mod modNotesTx">
        <pc:chgData name="Yeo Xiong Wei, Jonathan" userId="ac2b658e-7ce1-44bb-9f9f-bf4198ceaa29" providerId="ADAL" clId="{AF664825-C95D-4060-9B01-81438E7B56BC}" dt="2022-06-30T08:48:01.501" v="7511" actId="20577"/>
        <pc:sldMkLst>
          <pc:docMk/>
          <pc:sldMk cId="1394295024" sldId="999"/>
        </pc:sldMkLst>
        <pc:spChg chg="mod">
          <ac:chgData name="Yeo Xiong Wei, Jonathan" userId="ac2b658e-7ce1-44bb-9f9f-bf4198ceaa29" providerId="ADAL" clId="{AF664825-C95D-4060-9B01-81438E7B56BC}" dt="2022-06-29T10:07:59.658" v="3866"/>
          <ac:spMkLst>
            <pc:docMk/>
            <pc:sldMk cId="1394295024" sldId="999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48:01.501" v="7511" actId="20577"/>
          <ac:spMkLst>
            <pc:docMk/>
            <pc:sldMk cId="1394295024" sldId="999"/>
            <ac:spMk id="79874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AF664825-C95D-4060-9B01-81438E7B56BC}" dt="2022-06-30T08:51:11.018" v="7584" actId="207"/>
        <pc:sldMkLst>
          <pc:docMk/>
          <pc:sldMk cId="2435912938" sldId="1000"/>
        </pc:sldMkLst>
        <pc:spChg chg="add mod">
          <ac:chgData name="Yeo Xiong Wei, Jonathan" userId="ac2b658e-7ce1-44bb-9f9f-bf4198ceaa29" providerId="ADAL" clId="{AF664825-C95D-4060-9B01-81438E7B56BC}" dt="2022-06-30T08:50:05.076" v="7554" actId="1076"/>
          <ac:spMkLst>
            <pc:docMk/>
            <pc:sldMk cId="2435912938" sldId="1000"/>
            <ac:spMk id="8" creationId="{B3545A67-1F53-0788-AEEB-3B8E85190535}"/>
          </ac:spMkLst>
        </pc:spChg>
        <pc:spChg chg="add mod">
          <ac:chgData name="Yeo Xiong Wei, Jonathan" userId="ac2b658e-7ce1-44bb-9f9f-bf4198ceaa29" providerId="ADAL" clId="{AF664825-C95D-4060-9B01-81438E7B56BC}" dt="2022-06-30T08:51:11.018" v="7584" actId="207"/>
          <ac:spMkLst>
            <pc:docMk/>
            <pc:sldMk cId="2435912938" sldId="1000"/>
            <ac:spMk id="9" creationId="{686D3AC8-BCF5-E44C-B40B-4287A32BAAF9}"/>
          </ac:spMkLst>
        </pc:spChg>
        <pc:spChg chg="mod">
          <ac:chgData name="Yeo Xiong Wei, Jonathan" userId="ac2b658e-7ce1-44bb-9f9f-bf4198ceaa29" providerId="ADAL" clId="{AF664825-C95D-4060-9B01-81438E7B56BC}" dt="2022-06-29T10:08:11.053" v="3870"/>
          <ac:spMkLst>
            <pc:docMk/>
            <pc:sldMk cId="2435912938" sldId="1000"/>
            <ac:spMk id="80897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29T10:21:54.003" v="4017" actId="20577"/>
          <ac:spMkLst>
            <pc:docMk/>
            <pc:sldMk cId="2435912938" sldId="1000"/>
            <ac:spMk id="80898" creationId="{00000000-0000-0000-0000-000000000000}"/>
          </ac:spMkLst>
        </pc:spChg>
        <pc:picChg chg="mod modCrop">
          <ac:chgData name="Yeo Xiong Wei, Jonathan" userId="ac2b658e-7ce1-44bb-9f9f-bf4198ceaa29" providerId="ADAL" clId="{AF664825-C95D-4060-9B01-81438E7B56BC}" dt="2022-06-29T10:10:50.756" v="3928" actId="14100"/>
          <ac:picMkLst>
            <pc:docMk/>
            <pc:sldMk cId="2435912938" sldId="1000"/>
            <ac:picMk id="6" creationId="{BEC33357-A0C7-4A89-847A-24A2246CB284}"/>
          </ac:picMkLst>
        </pc:picChg>
        <pc:picChg chg="add mod modCrop">
          <ac:chgData name="Yeo Xiong Wei, Jonathan" userId="ac2b658e-7ce1-44bb-9f9f-bf4198ceaa29" providerId="ADAL" clId="{AF664825-C95D-4060-9B01-81438E7B56BC}" dt="2022-06-29T10:10:42.722" v="3926" actId="1076"/>
          <ac:picMkLst>
            <pc:docMk/>
            <pc:sldMk cId="2435912938" sldId="1000"/>
            <ac:picMk id="7" creationId="{6FA63921-0D9D-93F6-6DD4-393D7F62E2A0}"/>
          </ac:picMkLst>
        </pc:picChg>
      </pc:sldChg>
      <pc:sldChg chg="modSp mod">
        <pc:chgData name="Yeo Xiong Wei, Jonathan" userId="ac2b658e-7ce1-44bb-9f9f-bf4198ceaa29" providerId="ADAL" clId="{AF664825-C95D-4060-9B01-81438E7B56BC}" dt="2022-06-30T08:54:36.812" v="8166" actId="20577"/>
        <pc:sldMkLst>
          <pc:docMk/>
          <pc:sldMk cId="2760042923" sldId="1001"/>
        </pc:sldMkLst>
        <pc:spChg chg="mod">
          <ac:chgData name="Yeo Xiong Wei, Jonathan" userId="ac2b658e-7ce1-44bb-9f9f-bf4198ceaa29" providerId="ADAL" clId="{AF664825-C95D-4060-9B01-81438E7B56BC}" dt="2022-06-29T10:08:14.059" v="3871"/>
          <ac:spMkLst>
            <pc:docMk/>
            <pc:sldMk cId="2760042923" sldId="1001"/>
            <ac:spMk id="7987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54:36.812" v="8166" actId="20577"/>
          <ac:spMkLst>
            <pc:docMk/>
            <pc:sldMk cId="2760042923" sldId="1001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9:19:53.820" v="9487" actId="207"/>
        <pc:sldMkLst>
          <pc:docMk/>
          <pc:sldMk cId="2401209983" sldId="1004"/>
        </pc:sldMkLst>
        <pc:spChg chg="mod">
          <ac:chgData name="Yeo Xiong Wei, Jonathan" userId="ac2b658e-7ce1-44bb-9f9f-bf4198ceaa29" providerId="ADAL" clId="{AF664825-C95D-4060-9B01-81438E7B56BC}" dt="2022-06-29T10:27:35.113" v="4047"/>
          <ac:spMkLst>
            <pc:docMk/>
            <pc:sldMk cId="2401209983" sldId="1004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19:53.820" v="9487" actId="207"/>
          <ac:spMkLst>
            <pc:docMk/>
            <pc:sldMk cId="2401209983" sldId="1004"/>
            <ac:spMk id="100354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9:22:08.985" v="9529" actId="27636"/>
        <pc:sldMkLst>
          <pc:docMk/>
          <pc:sldMk cId="1244654915" sldId="1005"/>
        </pc:sldMkLst>
        <pc:spChg chg="mod">
          <ac:chgData name="Yeo Xiong Wei, Jonathan" userId="ac2b658e-7ce1-44bb-9f9f-bf4198ceaa29" providerId="ADAL" clId="{AF664825-C95D-4060-9B01-81438E7B56BC}" dt="2022-06-29T10:27:37.543" v="4048"/>
          <ac:spMkLst>
            <pc:docMk/>
            <pc:sldMk cId="1244654915" sldId="1005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22:08.985" v="9529" actId="27636"/>
          <ac:spMkLst>
            <pc:docMk/>
            <pc:sldMk cId="1244654915" sldId="1005"/>
            <ac:spMk id="100354" creationId="{00000000-0000-0000-0000-000000000000}"/>
          </ac:spMkLst>
        </pc:spChg>
      </pc:sldChg>
      <pc:sldChg chg="modSp mod">
        <pc:chgData name="Yeo Xiong Wei, Jonathan" userId="ac2b658e-7ce1-44bb-9f9f-bf4198ceaa29" providerId="ADAL" clId="{AF664825-C95D-4060-9B01-81438E7B56BC}" dt="2022-06-30T09:49:57.131" v="10636" actId="20577"/>
        <pc:sldMkLst>
          <pc:docMk/>
          <pc:sldMk cId="2998425468" sldId="1006"/>
        </pc:sldMkLst>
        <pc:spChg chg="mod">
          <ac:chgData name="Yeo Xiong Wei, Jonathan" userId="ac2b658e-7ce1-44bb-9f9f-bf4198ceaa29" providerId="ADAL" clId="{AF664825-C95D-4060-9B01-81438E7B56BC}" dt="2022-06-29T10:27:40.382" v="4049"/>
          <ac:spMkLst>
            <pc:docMk/>
            <pc:sldMk cId="2998425468" sldId="1006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49:57.131" v="10636" actId="20577"/>
          <ac:spMkLst>
            <pc:docMk/>
            <pc:sldMk cId="2998425468" sldId="1006"/>
            <ac:spMk id="100354" creationId="{00000000-0000-0000-0000-000000000000}"/>
          </ac:spMkLst>
        </pc:spChg>
      </pc:sldChg>
      <pc:sldChg chg="del">
        <pc:chgData name="Yeo Xiong Wei, Jonathan" userId="ac2b658e-7ce1-44bb-9f9f-bf4198ceaa29" providerId="ADAL" clId="{AF664825-C95D-4060-9B01-81438E7B56BC}" dt="2022-06-30T03:27:06.953" v="4491" actId="2696"/>
        <pc:sldMkLst>
          <pc:docMk/>
          <pc:sldMk cId="2951512512" sldId="1007"/>
        </pc:sldMkLst>
      </pc:sldChg>
      <pc:sldChg chg="modSp add del mod">
        <pc:chgData name="Yeo Xiong Wei, Jonathan" userId="ac2b658e-7ce1-44bb-9f9f-bf4198ceaa29" providerId="ADAL" clId="{AF664825-C95D-4060-9B01-81438E7B56BC}" dt="2022-06-30T08:05:28.441" v="4505" actId="20577"/>
        <pc:sldMkLst>
          <pc:docMk/>
          <pc:sldMk cId="1575323387" sldId="1008"/>
        </pc:sldMkLst>
        <pc:spChg chg="mod">
          <ac:chgData name="Yeo Xiong Wei, Jonathan" userId="ac2b658e-7ce1-44bb-9f9f-bf4198ceaa29" providerId="ADAL" clId="{AF664825-C95D-4060-9B01-81438E7B56BC}" dt="2022-06-30T08:05:28.441" v="4505" actId="20577"/>
          <ac:spMkLst>
            <pc:docMk/>
            <pc:sldMk cId="1575323387" sldId="1008"/>
            <ac:spMk id="2" creationId="{EAE8B178-01C8-4DCD-B46E-160FEEC9F757}"/>
          </ac:spMkLst>
        </pc:spChg>
      </pc:sldChg>
      <pc:sldChg chg="modSp del mod">
        <pc:chgData name="Yeo Xiong Wei, Jonathan" userId="ac2b658e-7ce1-44bb-9f9f-bf4198ceaa29" providerId="ADAL" clId="{AF664825-C95D-4060-9B01-81438E7B56BC}" dt="2022-06-30T03:31:32.623" v="4492" actId="2696"/>
        <pc:sldMkLst>
          <pc:docMk/>
          <pc:sldMk cId="2599278897" sldId="1009"/>
        </pc:sldMkLst>
        <pc:spChg chg="mod">
          <ac:chgData name="Yeo Xiong Wei, Jonathan" userId="ac2b658e-7ce1-44bb-9f9f-bf4198ceaa29" providerId="ADAL" clId="{AF664825-C95D-4060-9B01-81438E7B56BC}" dt="2022-06-29T09:00:34.926" v="18" actId="20577"/>
          <ac:spMkLst>
            <pc:docMk/>
            <pc:sldMk cId="2599278897" sldId="1009"/>
            <ac:spMk id="2" creationId="{FC105BA6-7FF1-C4FC-0FA0-68745D569591}"/>
          </ac:spMkLst>
        </pc:spChg>
        <pc:spChg chg="mod">
          <ac:chgData name="Yeo Xiong Wei, Jonathan" userId="ac2b658e-7ce1-44bb-9f9f-bf4198ceaa29" providerId="ADAL" clId="{AF664825-C95D-4060-9B01-81438E7B56BC}" dt="2022-06-29T09:08:58.565" v="1004" actId="20577"/>
          <ac:spMkLst>
            <pc:docMk/>
            <pc:sldMk cId="2599278897" sldId="1009"/>
            <ac:spMk id="3" creationId="{D195060D-B1A5-D17B-DB0B-CBF6A0833656}"/>
          </ac:spMkLst>
        </pc:spChg>
      </pc:sldChg>
      <pc:sldChg chg="addSp delSp modSp del mod">
        <pc:chgData name="Yeo Xiong Wei, Jonathan" userId="ac2b658e-7ce1-44bb-9f9f-bf4198ceaa29" providerId="ADAL" clId="{AF664825-C95D-4060-9B01-81438E7B56BC}" dt="2022-06-29T09:20:26.668" v="1985" actId="47"/>
        <pc:sldMkLst>
          <pc:docMk/>
          <pc:sldMk cId="3130135080" sldId="1010"/>
        </pc:sldMkLst>
        <pc:spChg chg="add del">
          <ac:chgData name="Yeo Xiong Wei, Jonathan" userId="ac2b658e-7ce1-44bb-9f9f-bf4198ceaa29" providerId="ADAL" clId="{AF664825-C95D-4060-9B01-81438E7B56BC}" dt="2022-06-29T09:20:23.940" v="1983" actId="478"/>
          <ac:spMkLst>
            <pc:docMk/>
            <pc:sldMk cId="3130135080" sldId="1010"/>
            <ac:spMk id="3" creationId="{4EBFFA1A-EAF6-3DD3-42B9-0DF548537ADB}"/>
          </ac:spMkLst>
        </pc:spChg>
        <pc:spChg chg="add del mod">
          <ac:chgData name="Yeo Xiong Wei, Jonathan" userId="ac2b658e-7ce1-44bb-9f9f-bf4198ceaa29" providerId="ADAL" clId="{AF664825-C95D-4060-9B01-81438E7B56BC}" dt="2022-06-29T09:20:23.667" v="1982"/>
          <ac:spMkLst>
            <pc:docMk/>
            <pc:sldMk cId="3130135080" sldId="1010"/>
            <ac:spMk id="5" creationId="{499703C8-48CF-010B-B070-AAEFDDEFF301}"/>
          </ac:spMkLst>
        </pc:spChg>
      </pc:sldChg>
      <pc:sldChg chg="modSp add del mod">
        <pc:chgData name="Yeo Xiong Wei, Jonathan" userId="ac2b658e-7ce1-44bb-9f9f-bf4198ceaa29" providerId="ADAL" clId="{AF664825-C95D-4060-9B01-81438E7B56BC}" dt="2022-06-30T03:31:32.623" v="4492" actId="2696"/>
        <pc:sldMkLst>
          <pc:docMk/>
          <pc:sldMk cId="2882623215" sldId="1011"/>
        </pc:sldMkLst>
        <pc:spChg chg="mod">
          <ac:chgData name="Yeo Xiong Wei, Jonathan" userId="ac2b658e-7ce1-44bb-9f9f-bf4198ceaa29" providerId="ADAL" clId="{AF664825-C95D-4060-9B01-81438E7B56BC}" dt="2022-06-29T09:13:57.013" v="1542" actId="20577"/>
          <ac:spMkLst>
            <pc:docMk/>
            <pc:sldMk cId="2882623215" sldId="1011"/>
            <ac:spMk id="3" creationId="{D195060D-B1A5-D17B-DB0B-CBF6A0833656}"/>
          </ac:spMkLst>
        </pc:spChg>
      </pc:sldChg>
      <pc:sldChg chg="modSp add mod">
        <pc:chgData name="Yeo Xiong Wei, Jonathan" userId="ac2b658e-7ce1-44bb-9f9f-bf4198ceaa29" providerId="ADAL" clId="{AF664825-C95D-4060-9B01-81438E7B56BC}" dt="2022-06-29T09:23:24.785" v="2243" actId="20577"/>
        <pc:sldMkLst>
          <pc:docMk/>
          <pc:sldMk cId="2651268871" sldId="1012"/>
        </pc:sldMkLst>
        <pc:spChg chg="mod">
          <ac:chgData name="Yeo Xiong Wei, Jonathan" userId="ac2b658e-7ce1-44bb-9f9f-bf4198ceaa29" providerId="ADAL" clId="{AF664825-C95D-4060-9B01-81438E7B56BC}" dt="2022-06-29T09:23:24.785" v="2243" actId="20577"/>
          <ac:spMkLst>
            <pc:docMk/>
            <pc:sldMk cId="2651268871" sldId="1012"/>
            <ac:spMk id="3" creationId="{D195060D-B1A5-D17B-DB0B-CBF6A0833656}"/>
          </ac:spMkLst>
        </pc:spChg>
      </pc:sldChg>
      <pc:sldChg chg="modSp add mod">
        <pc:chgData name="Yeo Xiong Wei, Jonathan" userId="ac2b658e-7ce1-44bb-9f9f-bf4198ceaa29" providerId="ADAL" clId="{AF664825-C95D-4060-9B01-81438E7B56BC}" dt="2022-06-29T09:26:19.802" v="2426" actId="20577"/>
        <pc:sldMkLst>
          <pc:docMk/>
          <pc:sldMk cId="916613523" sldId="1013"/>
        </pc:sldMkLst>
        <pc:spChg chg="mod">
          <ac:chgData name="Yeo Xiong Wei, Jonathan" userId="ac2b658e-7ce1-44bb-9f9f-bf4198ceaa29" providerId="ADAL" clId="{AF664825-C95D-4060-9B01-81438E7B56BC}" dt="2022-06-29T09:26:19.802" v="2426" actId="20577"/>
          <ac:spMkLst>
            <pc:docMk/>
            <pc:sldMk cId="916613523" sldId="1013"/>
            <ac:spMk id="3" creationId="{D195060D-B1A5-D17B-DB0B-CBF6A0833656}"/>
          </ac:spMkLst>
        </pc:spChg>
      </pc:sldChg>
      <pc:sldChg chg="addSp delSp modSp add mod">
        <pc:chgData name="Yeo Xiong Wei, Jonathan" userId="ac2b658e-7ce1-44bb-9f9f-bf4198ceaa29" providerId="ADAL" clId="{AF664825-C95D-4060-9B01-81438E7B56BC}" dt="2022-06-30T08:07:32.142" v="4745" actId="6549"/>
        <pc:sldMkLst>
          <pc:docMk/>
          <pc:sldMk cId="2648001329" sldId="1014"/>
        </pc:sldMkLst>
        <pc:spChg chg="mod">
          <ac:chgData name="Yeo Xiong Wei, Jonathan" userId="ac2b658e-7ce1-44bb-9f9f-bf4198ceaa29" providerId="ADAL" clId="{AF664825-C95D-4060-9B01-81438E7B56BC}" dt="2022-06-30T08:05:59.424" v="4576" actId="20577"/>
          <ac:spMkLst>
            <pc:docMk/>
            <pc:sldMk cId="2648001329" sldId="1014"/>
            <ac:spMk id="2" creationId="{FC105BA6-7FF1-C4FC-0FA0-68745D569591}"/>
          </ac:spMkLst>
        </pc:spChg>
        <pc:spChg chg="del mod">
          <ac:chgData name="Yeo Xiong Wei, Jonathan" userId="ac2b658e-7ce1-44bb-9f9f-bf4198ceaa29" providerId="ADAL" clId="{AF664825-C95D-4060-9B01-81438E7B56BC}" dt="2022-06-29T09:28:02.105" v="2429" actId="478"/>
          <ac:spMkLst>
            <pc:docMk/>
            <pc:sldMk cId="2648001329" sldId="1014"/>
            <ac:spMk id="3" creationId="{D195060D-B1A5-D17B-DB0B-CBF6A0833656}"/>
          </ac:spMkLst>
        </pc:spChg>
        <pc:spChg chg="add del mod">
          <ac:chgData name="Yeo Xiong Wei, Jonathan" userId="ac2b658e-7ce1-44bb-9f9f-bf4198ceaa29" providerId="ADAL" clId="{AF664825-C95D-4060-9B01-81438E7B56BC}" dt="2022-06-29T09:28:05.132" v="2431" actId="478"/>
          <ac:spMkLst>
            <pc:docMk/>
            <pc:sldMk cId="2648001329" sldId="1014"/>
            <ac:spMk id="6" creationId="{49A69E25-621E-49BD-642D-2192276282F0}"/>
          </ac:spMkLst>
        </pc:spChg>
        <pc:spChg chg="add mod">
          <ac:chgData name="Yeo Xiong Wei, Jonathan" userId="ac2b658e-7ce1-44bb-9f9f-bf4198ceaa29" providerId="ADAL" clId="{AF664825-C95D-4060-9B01-81438E7B56BC}" dt="2022-06-30T08:07:32.142" v="4745" actId="6549"/>
          <ac:spMkLst>
            <pc:docMk/>
            <pc:sldMk cId="2648001329" sldId="1014"/>
            <ac:spMk id="9" creationId="{15A52FFE-CD32-0AC7-FC21-878D57BA9F47}"/>
          </ac:spMkLst>
        </pc:spChg>
        <pc:spChg chg="add mod">
          <ac:chgData name="Yeo Xiong Wei, Jonathan" userId="ac2b658e-7ce1-44bb-9f9f-bf4198ceaa29" providerId="ADAL" clId="{AF664825-C95D-4060-9B01-81438E7B56BC}" dt="2022-06-29T10:07:26.655" v="3859" actId="207"/>
          <ac:spMkLst>
            <pc:docMk/>
            <pc:sldMk cId="2648001329" sldId="1014"/>
            <ac:spMk id="10" creationId="{EBC9BE92-5F46-40B7-05C3-BF4F476D2D8F}"/>
          </ac:spMkLst>
        </pc:spChg>
        <pc:spChg chg="add mod">
          <ac:chgData name="Yeo Xiong Wei, Jonathan" userId="ac2b658e-7ce1-44bb-9f9f-bf4198ceaa29" providerId="ADAL" clId="{AF664825-C95D-4060-9B01-81438E7B56BC}" dt="2022-06-29T10:07:32.062" v="3861" actId="208"/>
          <ac:spMkLst>
            <pc:docMk/>
            <pc:sldMk cId="2648001329" sldId="1014"/>
            <ac:spMk id="11" creationId="{FB3EA787-265C-81CE-9608-7BF5E4C77F7A}"/>
          </ac:spMkLst>
        </pc:spChg>
        <pc:spChg chg="add mod">
          <ac:chgData name="Yeo Xiong Wei, Jonathan" userId="ac2b658e-7ce1-44bb-9f9f-bf4198ceaa29" providerId="ADAL" clId="{AF664825-C95D-4060-9B01-81438E7B56BC}" dt="2022-06-29T10:07:16.602" v="3857" actId="208"/>
          <ac:spMkLst>
            <pc:docMk/>
            <pc:sldMk cId="2648001329" sldId="1014"/>
            <ac:spMk id="12" creationId="{380F924A-0BFC-F3DE-D231-1689F46E8045}"/>
          </ac:spMkLst>
        </pc:spChg>
        <pc:spChg chg="add mod">
          <ac:chgData name="Yeo Xiong Wei, Jonathan" userId="ac2b658e-7ce1-44bb-9f9f-bf4198ceaa29" providerId="ADAL" clId="{AF664825-C95D-4060-9B01-81438E7B56BC}" dt="2022-06-29T09:46:50.569" v="3106" actId="1076"/>
          <ac:spMkLst>
            <pc:docMk/>
            <pc:sldMk cId="2648001329" sldId="1014"/>
            <ac:spMk id="13" creationId="{063B1998-1AB8-0BEC-6B01-0B4ABD7E0608}"/>
          </ac:spMkLst>
        </pc:spChg>
        <pc:spChg chg="add mod">
          <ac:chgData name="Yeo Xiong Wei, Jonathan" userId="ac2b658e-7ce1-44bb-9f9f-bf4198ceaa29" providerId="ADAL" clId="{AF664825-C95D-4060-9B01-81438E7B56BC}" dt="2022-06-29T09:47:04.045" v="3112" actId="1076"/>
          <ac:spMkLst>
            <pc:docMk/>
            <pc:sldMk cId="2648001329" sldId="1014"/>
            <ac:spMk id="14" creationId="{A538B73A-AF4C-EE97-EAA5-2FF494CF7009}"/>
          </ac:spMkLst>
        </pc:spChg>
        <pc:picChg chg="add mod">
          <ac:chgData name="Yeo Xiong Wei, Jonathan" userId="ac2b658e-7ce1-44bb-9f9f-bf4198ceaa29" providerId="ADAL" clId="{AF664825-C95D-4060-9B01-81438E7B56BC}" dt="2022-06-29T09:28:13.255" v="2434" actId="14100"/>
          <ac:picMkLst>
            <pc:docMk/>
            <pc:sldMk cId="2648001329" sldId="1014"/>
            <ac:picMk id="8" creationId="{537FAA6F-1CF8-C0B1-CB27-A767CDBBDB3C}"/>
          </ac:picMkLst>
        </pc:picChg>
      </pc:sldChg>
      <pc:sldChg chg="addSp delSp modSp add mod modNotesTx">
        <pc:chgData name="Yeo Xiong Wei, Jonathan" userId="ac2b658e-7ce1-44bb-9f9f-bf4198ceaa29" providerId="ADAL" clId="{AF664825-C95D-4060-9B01-81438E7B56BC}" dt="2022-06-30T08:08:35.967" v="4760" actId="20577"/>
        <pc:sldMkLst>
          <pc:docMk/>
          <pc:sldMk cId="3306958921" sldId="1015"/>
        </pc:sldMkLst>
        <pc:spChg chg="mod">
          <ac:chgData name="Yeo Xiong Wei, Jonathan" userId="ac2b658e-7ce1-44bb-9f9f-bf4198ceaa29" providerId="ADAL" clId="{AF664825-C95D-4060-9B01-81438E7B56BC}" dt="2022-06-29T09:40:11.931" v="2660" actId="20577"/>
          <ac:spMkLst>
            <pc:docMk/>
            <pc:sldMk cId="3306958921" sldId="1015"/>
            <ac:spMk id="2" creationId="{FC105BA6-7FF1-C4FC-0FA0-68745D569591}"/>
          </ac:spMkLst>
        </pc:spChg>
        <pc:spChg chg="del mod">
          <ac:chgData name="Yeo Xiong Wei, Jonathan" userId="ac2b658e-7ce1-44bb-9f9f-bf4198ceaa29" providerId="ADAL" clId="{AF664825-C95D-4060-9B01-81438E7B56BC}" dt="2022-06-29T09:40:19.947" v="2663" actId="478"/>
          <ac:spMkLst>
            <pc:docMk/>
            <pc:sldMk cId="3306958921" sldId="1015"/>
            <ac:spMk id="9" creationId="{15A52FFE-CD32-0AC7-FC21-878D57BA9F47}"/>
          </ac:spMkLst>
        </pc:spChg>
        <pc:spChg chg="del">
          <ac:chgData name="Yeo Xiong Wei, Jonathan" userId="ac2b658e-7ce1-44bb-9f9f-bf4198ceaa29" providerId="ADAL" clId="{AF664825-C95D-4060-9B01-81438E7B56BC}" dt="2022-06-29T09:40:21.291" v="2664" actId="478"/>
          <ac:spMkLst>
            <pc:docMk/>
            <pc:sldMk cId="3306958921" sldId="1015"/>
            <ac:spMk id="10" creationId="{EBC9BE92-5F46-40B7-05C3-BF4F476D2D8F}"/>
          </ac:spMkLst>
        </pc:spChg>
        <pc:spChg chg="del">
          <ac:chgData name="Yeo Xiong Wei, Jonathan" userId="ac2b658e-7ce1-44bb-9f9f-bf4198ceaa29" providerId="ADAL" clId="{AF664825-C95D-4060-9B01-81438E7B56BC}" dt="2022-06-29T09:40:22.935" v="2666" actId="478"/>
          <ac:spMkLst>
            <pc:docMk/>
            <pc:sldMk cId="3306958921" sldId="1015"/>
            <ac:spMk id="11" creationId="{FB3EA787-265C-81CE-9608-7BF5E4C77F7A}"/>
          </ac:spMkLst>
        </pc:spChg>
        <pc:spChg chg="del">
          <ac:chgData name="Yeo Xiong Wei, Jonathan" userId="ac2b658e-7ce1-44bb-9f9f-bf4198ceaa29" providerId="ADAL" clId="{AF664825-C95D-4060-9B01-81438E7B56BC}" dt="2022-06-29T09:40:22.073" v="2665" actId="478"/>
          <ac:spMkLst>
            <pc:docMk/>
            <pc:sldMk cId="3306958921" sldId="1015"/>
            <ac:spMk id="12" creationId="{380F924A-0BFC-F3DE-D231-1689F46E8045}"/>
          </ac:spMkLst>
        </pc:spChg>
        <pc:spChg chg="add mod">
          <ac:chgData name="Yeo Xiong Wei, Jonathan" userId="ac2b658e-7ce1-44bb-9f9f-bf4198ceaa29" providerId="ADAL" clId="{AF664825-C95D-4060-9B01-81438E7B56BC}" dt="2022-06-30T08:08:09.513" v="4748" actId="20577"/>
          <ac:spMkLst>
            <pc:docMk/>
            <pc:sldMk cId="3306958921" sldId="1015"/>
            <ac:spMk id="13" creationId="{AD684B2A-297A-DEB0-6C30-BBD46040ABCA}"/>
          </ac:spMkLst>
        </pc:spChg>
        <pc:picChg chg="del">
          <ac:chgData name="Yeo Xiong Wei, Jonathan" userId="ac2b658e-7ce1-44bb-9f9f-bf4198ceaa29" providerId="ADAL" clId="{AF664825-C95D-4060-9B01-81438E7B56BC}" dt="2022-06-29T09:40:18.930" v="2662" actId="478"/>
          <ac:picMkLst>
            <pc:docMk/>
            <pc:sldMk cId="3306958921" sldId="1015"/>
            <ac:picMk id="8" creationId="{537FAA6F-1CF8-C0B1-CB27-A767CDBBDB3C}"/>
          </ac:picMkLst>
        </pc:picChg>
      </pc:sldChg>
      <pc:sldChg chg="addSp delSp modSp add del mod ord">
        <pc:chgData name="Yeo Xiong Wei, Jonathan" userId="ac2b658e-7ce1-44bb-9f9f-bf4198ceaa29" providerId="ADAL" clId="{AF664825-C95D-4060-9B01-81438E7B56BC}" dt="2022-06-29T10:06:16.477" v="3850" actId="1038"/>
        <pc:sldMkLst>
          <pc:docMk/>
          <pc:sldMk cId="302861532" sldId="1016"/>
        </pc:sldMkLst>
        <pc:spChg chg="mod">
          <ac:chgData name="Yeo Xiong Wei, Jonathan" userId="ac2b658e-7ce1-44bb-9f9f-bf4198ceaa29" providerId="ADAL" clId="{AF664825-C95D-4060-9B01-81438E7B56BC}" dt="2022-06-29T10:06:07.808" v="3810" actId="1076"/>
          <ac:spMkLst>
            <pc:docMk/>
            <pc:sldMk cId="302861532" sldId="1016"/>
            <ac:spMk id="2" creationId="{FC105BA6-7FF1-C4FC-0FA0-68745D569591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3" creationId="{EBDF4A38-8842-3349-A2E0-084DD0D4CC0A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5" creationId="{8FF677D8-C7CE-C0D3-EB77-98A14762BDE3}"/>
          </ac:spMkLst>
        </pc:spChg>
        <pc:spChg chg="add del">
          <ac:chgData name="Yeo Xiong Wei, Jonathan" userId="ac2b658e-7ce1-44bb-9f9f-bf4198ceaa29" providerId="ADAL" clId="{AF664825-C95D-4060-9B01-81438E7B56BC}" dt="2022-06-29T09:48:41.848" v="3124" actId="478"/>
          <ac:spMkLst>
            <pc:docMk/>
            <pc:sldMk cId="302861532" sldId="1016"/>
            <ac:spMk id="9" creationId="{15A52FFE-CD32-0AC7-FC21-878D57BA9F47}"/>
          </ac:spMkLst>
        </pc:spChg>
        <pc:spChg chg="del mod">
          <ac:chgData name="Yeo Xiong Wei, Jonathan" userId="ac2b658e-7ce1-44bb-9f9f-bf4198ceaa29" providerId="ADAL" clId="{AF664825-C95D-4060-9B01-81438E7B56BC}" dt="2022-06-29T09:52:31.613" v="3207" actId="478"/>
          <ac:spMkLst>
            <pc:docMk/>
            <pc:sldMk cId="302861532" sldId="1016"/>
            <ac:spMk id="10" creationId="{EBC9BE92-5F46-40B7-05C3-BF4F476D2D8F}"/>
          </ac:spMkLst>
        </pc:spChg>
        <pc:spChg chg="del mod">
          <ac:chgData name="Yeo Xiong Wei, Jonathan" userId="ac2b658e-7ce1-44bb-9f9f-bf4198ceaa29" providerId="ADAL" clId="{AF664825-C95D-4060-9B01-81438E7B56BC}" dt="2022-06-29T09:52:33.192" v="3209" actId="478"/>
          <ac:spMkLst>
            <pc:docMk/>
            <pc:sldMk cId="302861532" sldId="1016"/>
            <ac:spMk id="11" creationId="{FB3EA787-265C-81CE-9608-7BF5E4C77F7A}"/>
          </ac:spMkLst>
        </pc:spChg>
        <pc:spChg chg="del mod">
          <ac:chgData name="Yeo Xiong Wei, Jonathan" userId="ac2b658e-7ce1-44bb-9f9f-bf4198ceaa29" providerId="ADAL" clId="{AF664825-C95D-4060-9B01-81438E7B56BC}" dt="2022-06-29T09:52:32.368" v="3208" actId="478"/>
          <ac:spMkLst>
            <pc:docMk/>
            <pc:sldMk cId="302861532" sldId="1016"/>
            <ac:spMk id="12" creationId="{380F924A-0BFC-F3DE-D231-1689F46E8045}"/>
          </ac:spMkLst>
        </pc:spChg>
        <pc:spChg chg="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3" creationId="{063B1998-1AB8-0BEC-6B01-0B4ABD7E0608}"/>
          </ac:spMkLst>
        </pc:spChg>
        <pc:spChg chg="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4" creationId="{A538B73A-AF4C-EE97-EAA5-2FF494CF7009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5" creationId="{DF85F657-A2D0-B163-CAEF-D820C6B5045A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6" creationId="{33A3DA21-39CF-B522-1ACA-C14C5AD496D3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8" creationId="{70231123-CCC4-2BE2-F301-D86F038D2BE3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19" creationId="{688BD350-B809-F91A-C7B8-E1B29C5C0A61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0" creationId="{1BD6E9C6-94A5-CADA-AF1A-A2BA44557474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1" creationId="{94E12B8B-FDAC-4F83-ECCB-54652F6C017D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2" creationId="{85286890-2634-933F-EDC3-036E6131A5C9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3" creationId="{54B14D80-D95A-C901-0625-6DE105FCDDD8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4" creationId="{ACA7AC8A-2812-968C-DCFD-F50C8F2B42D4}"/>
          </ac:spMkLst>
        </pc:spChg>
        <pc:spChg chg="add mod">
          <ac:chgData name="Yeo Xiong Wei, Jonathan" userId="ac2b658e-7ce1-44bb-9f9f-bf4198ceaa29" providerId="ADAL" clId="{AF664825-C95D-4060-9B01-81438E7B56BC}" dt="2022-06-29T10:06:16.477" v="3850" actId="1038"/>
          <ac:spMkLst>
            <pc:docMk/>
            <pc:sldMk cId="302861532" sldId="1016"/>
            <ac:spMk id="25" creationId="{49264F10-9E73-5750-A31C-C5F7FC5B7115}"/>
          </ac:spMkLst>
        </pc:spChg>
        <pc:picChg chg="mod">
          <ac:chgData name="Yeo Xiong Wei, Jonathan" userId="ac2b658e-7ce1-44bb-9f9f-bf4198ceaa29" providerId="ADAL" clId="{AF664825-C95D-4060-9B01-81438E7B56BC}" dt="2022-06-29T10:06:16.477" v="3850" actId="1038"/>
          <ac:picMkLst>
            <pc:docMk/>
            <pc:sldMk cId="302861532" sldId="1016"/>
            <ac:picMk id="8" creationId="{537FAA6F-1CF8-C0B1-CB27-A767CDBBDB3C}"/>
          </ac:picMkLst>
        </pc:picChg>
        <pc:picChg chg="add del mod">
          <ac:chgData name="Yeo Xiong Wei, Jonathan" userId="ac2b658e-7ce1-44bb-9f9f-bf4198ceaa29" providerId="ADAL" clId="{AF664825-C95D-4060-9B01-81438E7B56BC}" dt="2022-06-29T09:57:35.255" v="3225"/>
          <ac:picMkLst>
            <pc:docMk/>
            <pc:sldMk cId="302861532" sldId="1016"/>
            <ac:picMk id="17" creationId="{A42E7145-3A6F-09B4-0166-C0EF72FBF89E}"/>
          </ac:picMkLst>
        </pc:picChg>
      </pc:sldChg>
      <pc:sldChg chg="modSp add del mod">
        <pc:chgData name="Yeo Xiong Wei, Jonathan" userId="ac2b658e-7ce1-44bb-9f9f-bf4198ceaa29" providerId="ADAL" clId="{AF664825-C95D-4060-9B01-81438E7B56BC}" dt="2022-06-30T03:27:06.953" v="4491" actId="2696"/>
        <pc:sldMkLst>
          <pc:docMk/>
          <pc:sldMk cId="1637301243" sldId="1017"/>
        </pc:sldMkLst>
        <pc:spChg chg="mod">
          <ac:chgData name="Yeo Xiong Wei, Jonathan" userId="ac2b658e-7ce1-44bb-9f9f-bf4198ceaa29" providerId="ADAL" clId="{AF664825-C95D-4060-9B01-81438E7B56BC}" dt="2022-06-29T10:02:44.232" v="3623" actId="20577"/>
          <ac:spMkLst>
            <pc:docMk/>
            <pc:sldMk cId="1637301243" sldId="1017"/>
            <ac:spMk id="63490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8:15:24.856" v="4989" actId="20577"/>
        <pc:sldMkLst>
          <pc:docMk/>
          <pc:sldMk cId="2920022428" sldId="1018"/>
        </pc:sldMkLst>
        <pc:spChg chg="mod">
          <ac:chgData name="Yeo Xiong Wei, Jonathan" userId="ac2b658e-7ce1-44bb-9f9f-bf4198ceaa29" providerId="ADAL" clId="{AF664825-C95D-4060-9B01-81438E7B56BC}" dt="2022-06-30T08:15:24.856" v="4989" actId="20577"/>
          <ac:spMkLst>
            <pc:docMk/>
            <pc:sldMk cId="2920022428" sldId="1018"/>
            <ac:spMk id="2" creationId="{EAE8B178-01C8-4DCD-B46E-160FEEC9F757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9:52:22.811" v="10985" actId="20577"/>
        <pc:sldMkLst>
          <pc:docMk/>
          <pc:sldMk cId="1218359282" sldId="1019"/>
        </pc:sldMkLst>
        <pc:spChg chg="mod">
          <ac:chgData name="Yeo Xiong Wei, Jonathan" userId="ac2b658e-7ce1-44bb-9f9f-bf4198ceaa29" providerId="ADAL" clId="{AF664825-C95D-4060-9B01-81438E7B56BC}" dt="2022-06-29T10:35:26.756" v="4398" actId="20577"/>
          <ac:spMkLst>
            <pc:docMk/>
            <pc:sldMk cId="1218359282" sldId="1019"/>
            <ac:spMk id="1003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9:52:22.811" v="10985" actId="20577"/>
          <ac:spMkLst>
            <pc:docMk/>
            <pc:sldMk cId="1218359282" sldId="1019"/>
            <ac:spMk id="1003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8:25:10.193" v="5938" actId="20577"/>
        <pc:sldMkLst>
          <pc:docMk/>
          <pc:sldMk cId="1635831083" sldId="1020"/>
        </pc:sldMkLst>
        <pc:spChg chg="mod">
          <ac:chgData name="Yeo Xiong Wei, Jonathan" userId="ac2b658e-7ce1-44bb-9f9f-bf4198ceaa29" providerId="ADAL" clId="{AF664825-C95D-4060-9B01-81438E7B56BC}" dt="2022-06-30T08:25:10.193" v="5938" actId="20577"/>
          <ac:spMkLst>
            <pc:docMk/>
            <pc:sldMk cId="1635831083" sldId="1020"/>
            <ac:spMk id="56322" creationId="{00000000-0000-0000-0000-000000000000}"/>
          </ac:spMkLst>
        </pc:spChg>
      </pc:sldChg>
      <pc:sldChg chg="add">
        <pc:chgData name="Yeo Xiong Wei, Jonathan" userId="ac2b658e-7ce1-44bb-9f9f-bf4198ceaa29" providerId="ADAL" clId="{AF664825-C95D-4060-9B01-81438E7B56BC}" dt="2022-06-30T03:26:50.269" v="4490"/>
        <pc:sldMkLst>
          <pc:docMk/>
          <pc:sldMk cId="3066487498" sldId="1021"/>
        </pc:sldMkLst>
      </pc:sldChg>
      <pc:sldChg chg="modSp add mod modNotesTx">
        <pc:chgData name="Yeo Xiong Wei, Jonathan" userId="ac2b658e-7ce1-44bb-9f9f-bf4198ceaa29" providerId="ADAL" clId="{AF664825-C95D-4060-9B01-81438E7B56BC}" dt="2022-06-30T08:22:05.110" v="5881" actId="20577"/>
        <pc:sldMkLst>
          <pc:docMk/>
          <pc:sldMk cId="967267242" sldId="1022"/>
        </pc:sldMkLst>
        <pc:spChg chg="mod">
          <ac:chgData name="Yeo Xiong Wei, Jonathan" userId="ac2b658e-7ce1-44bb-9f9f-bf4198ceaa29" providerId="ADAL" clId="{AF664825-C95D-4060-9B01-81438E7B56BC}" dt="2022-06-30T08:22:05.110" v="5881" actId="20577"/>
          <ac:spMkLst>
            <pc:docMk/>
            <pc:sldMk cId="967267242" sldId="1022"/>
            <ac:spMk id="49153" creationId="{00000000-0000-0000-0000-000000000000}"/>
          </ac:spMkLst>
        </pc:spChg>
        <pc:spChg chg="mod">
          <ac:chgData name="Yeo Xiong Wei, Jonathan" userId="ac2b658e-7ce1-44bb-9f9f-bf4198ceaa29" providerId="ADAL" clId="{AF664825-C95D-4060-9B01-81438E7B56BC}" dt="2022-06-30T08:21:43.774" v="5814" actId="20577"/>
          <ac:spMkLst>
            <pc:docMk/>
            <pc:sldMk cId="967267242" sldId="1022"/>
            <ac:spMk id="4915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8:38:06.020" v="6952" actId="20577"/>
        <pc:sldMkLst>
          <pc:docMk/>
          <pc:sldMk cId="523539984" sldId="1023"/>
        </pc:sldMkLst>
        <pc:spChg chg="mod">
          <ac:chgData name="Yeo Xiong Wei, Jonathan" userId="ac2b658e-7ce1-44bb-9f9f-bf4198ceaa29" providerId="ADAL" clId="{AF664825-C95D-4060-9B01-81438E7B56BC}" dt="2022-06-30T08:38:06.020" v="6952" actId="20577"/>
          <ac:spMkLst>
            <pc:docMk/>
            <pc:sldMk cId="523539984" sldId="1023"/>
            <ac:spMk id="2" creationId="{EAE8B178-01C8-4DCD-B46E-160FEEC9F757}"/>
          </ac:spMkLst>
        </pc:spChg>
      </pc:sldChg>
      <pc:sldChg chg="modSp add mod ord">
        <pc:chgData name="Yeo Xiong Wei, Jonathan" userId="ac2b658e-7ce1-44bb-9f9f-bf4198ceaa29" providerId="ADAL" clId="{AF664825-C95D-4060-9B01-81438E7B56BC}" dt="2022-06-30T08:46:14.700" v="7394" actId="20577"/>
        <pc:sldMkLst>
          <pc:docMk/>
          <pc:sldMk cId="4012184775" sldId="1024"/>
        </pc:sldMkLst>
        <pc:spChg chg="mod">
          <ac:chgData name="Yeo Xiong Wei, Jonathan" userId="ac2b658e-7ce1-44bb-9f9f-bf4198ceaa29" providerId="ADAL" clId="{AF664825-C95D-4060-9B01-81438E7B56BC}" dt="2022-06-30T08:46:14.700" v="7394" actId="20577"/>
          <ac:spMkLst>
            <pc:docMk/>
            <pc:sldMk cId="4012184775" sldId="1024"/>
            <ac:spMk id="798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8:53:34.177" v="8031" actId="27636"/>
        <pc:sldMkLst>
          <pc:docMk/>
          <pc:sldMk cId="3026843799" sldId="1025"/>
        </pc:sldMkLst>
        <pc:spChg chg="mod">
          <ac:chgData name="Yeo Xiong Wei, Jonathan" userId="ac2b658e-7ce1-44bb-9f9f-bf4198ceaa29" providerId="ADAL" clId="{AF664825-C95D-4060-9B01-81438E7B56BC}" dt="2022-06-30T08:53:34.177" v="8031" actId="27636"/>
          <ac:spMkLst>
            <pc:docMk/>
            <pc:sldMk cId="3026843799" sldId="1025"/>
            <ac:spMk id="79874" creationId="{00000000-0000-0000-0000-000000000000}"/>
          </ac:spMkLst>
        </pc:spChg>
      </pc:sldChg>
      <pc:sldChg chg="modSp add mod">
        <pc:chgData name="Yeo Xiong Wei, Jonathan" userId="ac2b658e-7ce1-44bb-9f9f-bf4198ceaa29" providerId="ADAL" clId="{AF664825-C95D-4060-9B01-81438E7B56BC}" dt="2022-06-30T09:48:05.169" v="10574" actId="20577"/>
        <pc:sldMkLst>
          <pc:docMk/>
          <pc:sldMk cId="459497993" sldId="1026"/>
        </pc:sldMkLst>
        <pc:spChg chg="mod">
          <ac:chgData name="Yeo Xiong Wei, Jonathan" userId="ac2b658e-7ce1-44bb-9f9f-bf4198ceaa29" providerId="ADAL" clId="{AF664825-C95D-4060-9B01-81438E7B56BC}" dt="2022-06-30T09:48:05.169" v="10574" actId="20577"/>
          <ac:spMkLst>
            <pc:docMk/>
            <pc:sldMk cId="459497993" sldId="1026"/>
            <ac:spMk id="97282" creationId="{00000000-0000-0000-0000-000000000000}"/>
          </ac:spMkLst>
        </pc:spChg>
      </pc:sldChg>
      <pc:sldChg chg="add">
        <pc:chgData name="Yeo Xiong Wei, Jonathan" userId="ac2b658e-7ce1-44bb-9f9f-bf4198ceaa29" providerId="ADAL" clId="{AF664825-C95D-4060-9B01-81438E7B56BC}" dt="2022-06-30T09:52:31.327" v="10986"/>
        <pc:sldMkLst>
          <pc:docMk/>
          <pc:sldMk cId="2853846862" sldId="1027"/>
        </pc:sldMkLst>
      </pc:sldChg>
    </pc:docChg>
  </pc:docChgLst>
  <pc:docChgLst>
    <pc:chgData name="Yeo Xiong Wei, Jonathan" userId="ac2b658e-7ce1-44bb-9f9f-bf4198ceaa29" providerId="ADAL" clId="{271E4624-F404-4907-B232-0CE39F2F57A9}"/>
    <pc:docChg chg="modSld">
      <pc:chgData name="Yeo Xiong Wei, Jonathan" userId="ac2b658e-7ce1-44bb-9f9f-bf4198ceaa29" providerId="ADAL" clId="{271E4624-F404-4907-B232-0CE39F2F57A9}" dt="2022-07-22T11:16:46.958" v="34" actId="20577"/>
      <pc:docMkLst>
        <pc:docMk/>
      </pc:docMkLst>
      <pc:sldChg chg="modSp mod">
        <pc:chgData name="Yeo Xiong Wei, Jonathan" userId="ac2b658e-7ce1-44bb-9f9f-bf4198ceaa29" providerId="ADAL" clId="{271E4624-F404-4907-B232-0CE39F2F57A9}" dt="2022-07-22T07:41:22.913" v="33" actId="20577"/>
        <pc:sldMkLst>
          <pc:docMk/>
          <pc:sldMk cId="1143314007" sldId="349"/>
        </pc:sldMkLst>
        <pc:spChg chg="mod">
          <ac:chgData name="Yeo Xiong Wei, Jonathan" userId="ac2b658e-7ce1-44bb-9f9f-bf4198ceaa29" providerId="ADAL" clId="{271E4624-F404-4907-B232-0CE39F2F57A9}" dt="2022-07-22T07:41:22.913" v="33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271E4624-F404-4907-B232-0CE39F2F57A9}" dt="2022-07-22T11:16:46.958" v="34" actId="20577"/>
        <pc:sldMkLst>
          <pc:docMk/>
          <pc:sldMk cId="459497993" sldId="1026"/>
        </pc:sldMkLst>
        <pc:spChg chg="mod">
          <ac:chgData name="Yeo Xiong Wei, Jonathan" userId="ac2b658e-7ce1-44bb-9f9f-bf4198ceaa29" providerId="ADAL" clId="{271E4624-F404-4907-B232-0CE39F2F57A9}" dt="2022-07-22T11:16:46.958" v="34" actId="20577"/>
          <ac:spMkLst>
            <pc:docMk/>
            <pc:sldMk cId="459497993" sldId="1026"/>
            <ac:spMk id="97282" creationId="{00000000-0000-0000-0000-000000000000}"/>
          </ac:spMkLst>
        </pc:spChg>
      </pc:sldChg>
    </pc:docChg>
  </pc:docChgLst>
  <pc:docChgLst>
    <pc:chgData name="Yeo Xiong Wei, Jonathan" userId="ac2b658e-7ce1-44bb-9f9f-bf4198ceaa29" providerId="ADAL" clId="{FD4041BA-E592-42B9-8CD0-874D0AA66E1E}"/>
    <pc:docChg chg="custSel modSld">
      <pc:chgData name="Yeo Xiong Wei, Jonathan" userId="ac2b658e-7ce1-44bb-9f9f-bf4198ceaa29" providerId="ADAL" clId="{FD4041BA-E592-42B9-8CD0-874D0AA66E1E}" dt="2023-10-29T01:52:15.687" v="544" actId="20577"/>
      <pc:docMkLst>
        <pc:docMk/>
      </pc:docMkLst>
      <pc:sldChg chg="modSp mod modAnim">
        <pc:chgData name="Yeo Xiong Wei, Jonathan" userId="ac2b658e-7ce1-44bb-9f9f-bf4198ceaa29" providerId="ADAL" clId="{FD4041BA-E592-42B9-8CD0-874D0AA66E1E}" dt="2023-10-29T01:42:39.959" v="212"/>
        <pc:sldMkLst>
          <pc:docMk/>
          <pc:sldMk cId="1143314007" sldId="349"/>
        </pc:sldMkLst>
        <pc:spChg chg="mod">
          <ac:chgData name="Yeo Xiong Wei, Jonathan" userId="ac2b658e-7ce1-44bb-9f9f-bf4198ceaa29" providerId="ADAL" clId="{FD4041BA-E592-42B9-8CD0-874D0AA66E1E}" dt="2023-10-29T01:42:32.705" v="210" actId="20577"/>
          <ac:spMkLst>
            <pc:docMk/>
            <pc:sldMk cId="1143314007" sldId="349"/>
            <ac:spMk id="79874" creationId="{00000000-0000-0000-0000-000000000000}"/>
          </ac:spMkLst>
        </pc:spChg>
      </pc:sldChg>
      <pc:sldChg chg="modAnim">
        <pc:chgData name="Yeo Xiong Wei, Jonathan" userId="ac2b658e-7ce1-44bb-9f9f-bf4198ceaa29" providerId="ADAL" clId="{FD4041BA-E592-42B9-8CD0-874D0AA66E1E}" dt="2023-10-29T01:47:59.206" v="273"/>
        <pc:sldMkLst>
          <pc:docMk/>
          <pc:sldMk cId="2098012594" sldId="366"/>
        </pc:sldMkLst>
      </pc:sldChg>
      <pc:sldChg chg="modAnim">
        <pc:chgData name="Yeo Xiong Wei, Jonathan" userId="ac2b658e-7ce1-44bb-9f9f-bf4198ceaa29" providerId="ADAL" clId="{FD4041BA-E592-42B9-8CD0-874D0AA66E1E}" dt="2023-10-29T01:48:27.840" v="275"/>
        <pc:sldMkLst>
          <pc:docMk/>
          <pc:sldMk cId="3178832480" sldId="369"/>
        </pc:sldMkLst>
      </pc:sldChg>
      <pc:sldChg chg="addSp modSp mod">
        <pc:chgData name="Yeo Xiong Wei, Jonathan" userId="ac2b658e-7ce1-44bb-9f9f-bf4198ceaa29" providerId="ADAL" clId="{FD4041BA-E592-42B9-8CD0-874D0AA66E1E}" dt="2023-10-24T09:37:46.465" v="53" actId="20577"/>
        <pc:sldMkLst>
          <pc:docMk/>
          <pc:sldMk cId="4146181364" sldId="415"/>
        </pc:sldMkLst>
        <pc:spChg chg="mod">
          <ac:chgData name="Yeo Xiong Wei, Jonathan" userId="ac2b658e-7ce1-44bb-9f9f-bf4198ceaa29" providerId="ADAL" clId="{FD4041BA-E592-42B9-8CD0-874D0AA66E1E}" dt="2023-10-24T09:37:46.465" v="53" actId="20577"/>
          <ac:spMkLst>
            <pc:docMk/>
            <pc:sldMk cId="4146181364" sldId="415"/>
            <ac:spMk id="3" creationId="{CDF4B2E5-1CF0-4D19-AFAA-E09B13AE7CF3}"/>
          </ac:spMkLst>
        </pc:spChg>
        <pc:picChg chg="add mod">
          <ac:chgData name="Yeo Xiong Wei, Jonathan" userId="ac2b658e-7ce1-44bb-9f9f-bf4198ceaa29" providerId="ADAL" clId="{FD4041BA-E592-42B9-8CD0-874D0AA66E1E}" dt="2023-10-24T09:37:42.936" v="51"/>
          <ac:picMkLst>
            <pc:docMk/>
            <pc:sldMk cId="4146181364" sldId="415"/>
            <ac:picMk id="5" creationId="{F5B986EC-01F2-4839-4098-2D1979F6FDAE}"/>
          </ac:picMkLst>
        </pc:picChg>
      </pc:sldChg>
      <pc:sldChg chg="modNotesTx">
        <pc:chgData name="Yeo Xiong Wei, Jonathan" userId="ac2b658e-7ce1-44bb-9f9f-bf4198ceaa29" providerId="ADAL" clId="{FD4041BA-E592-42B9-8CD0-874D0AA66E1E}" dt="2023-10-29T01:40:46.205" v="159" actId="20577"/>
        <pc:sldMkLst>
          <pc:docMk/>
          <pc:sldMk cId="1161125845" sldId="996"/>
        </pc:sldMkLst>
      </pc:sldChg>
      <pc:sldChg chg="modNotesTx">
        <pc:chgData name="Yeo Xiong Wei, Jonathan" userId="ac2b658e-7ce1-44bb-9f9f-bf4198ceaa29" providerId="ADAL" clId="{FD4041BA-E592-42B9-8CD0-874D0AA66E1E}" dt="2023-10-29T01:43:26.490" v="230" actId="20577"/>
        <pc:sldMkLst>
          <pc:docMk/>
          <pc:sldMk cId="1394295024" sldId="999"/>
        </pc:sldMkLst>
      </pc:sldChg>
      <pc:sldChg chg="modSp mod modAnim">
        <pc:chgData name="Yeo Xiong Wei, Jonathan" userId="ac2b658e-7ce1-44bb-9f9f-bf4198ceaa29" providerId="ADAL" clId="{FD4041BA-E592-42B9-8CD0-874D0AA66E1E}" dt="2023-10-29T01:47:50.523" v="272"/>
        <pc:sldMkLst>
          <pc:docMk/>
          <pc:sldMk cId="2760042923" sldId="1001"/>
        </pc:sldMkLst>
        <pc:spChg chg="mod">
          <ac:chgData name="Yeo Xiong Wei, Jonathan" userId="ac2b658e-7ce1-44bb-9f9f-bf4198ceaa29" providerId="ADAL" clId="{FD4041BA-E592-42B9-8CD0-874D0AA66E1E}" dt="2023-10-29T01:46:52.297" v="271" actId="115"/>
          <ac:spMkLst>
            <pc:docMk/>
            <pc:sldMk cId="2760042923" sldId="1001"/>
            <ac:spMk id="79874" creationId="{00000000-0000-0000-0000-000000000000}"/>
          </ac:spMkLst>
        </pc:spChg>
      </pc:sldChg>
      <pc:sldChg chg="modSp mod">
        <pc:chgData name="Yeo Xiong Wei, Jonathan" userId="ac2b658e-7ce1-44bb-9f9f-bf4198ceaa29" providerId="ADAL" clId="{FD4041BA-E592-42B9-8CD0-874D0AA66E1E}" dt="2023-10-29T01:49:00.164" v="278" actId="20577"/>
        <pc:sldMkLst>
          <pc:docMk/>
          <pc:sldMk cId="1244654915" sldId="1005"/>
        </pc:sldMkLst>
        <pc:spChg chg="mod">
          <ac:chgData name="Yeo Xiong Wei, Jonathan" userId="ac2b658e-7ce1-44bb-9f9f-bf4198ceaa29" providerId="ADAL" clId="{FD4041BA-E592-42B9-8CD0-874D0AA66E1E}" dt="2023-10-29T01:49:00.164" v="278" actId="20577"/>
          <ac:spMkLst>
            <pc:docMk/>
            <pc:sldMk cId="1244654915" sldId="1005"/>
            <ac:spMk id="100354" creationId="{00000000-0000-0000-0000-000000000000}"/>
          </ac:spMkLst>
        </pc:spChg>
      </pc:sldChg>
      <pc:sldChg chg="modSp">
        <pc:chgData name="Yeo Xiong Wei, Jonathan" userId="ac2b658e-7ce1-44bb-9f9f-bf4198ceaa29" providerId="ADAL" clId="{FD4041BA-E592-42B9-8CD0-874D0AA66E1E}" dt="2023-10-29T01:49:40.252" v="305" actId="20577"/>
        <pc:sldMkLst>
          <pc:docMk/>
          <pc:sldMk cId="2998425468" sldId="1006"/>
        </pc:sldMkLst>
        <pc:spChg chg="mod">
          <ac:chgData name="Yeo Xiong Wei, Jonathan" userId="ac2b658e-7ce1-44bb-9f9f-bf4198ceaa29" providerId="ADAL" clId="{FD4041BA-E592-42B9-8CD0-874D0AA66E1E}" dt="2023-10-29T01:49:40.252" v="305" actId="20577"/>
          <ac:spMkLst>
            <pc:docMk/>
            <pc:sldMk cId="2998425468" sldId="1006"/>
            <ac:spMk id="100354" creationId="{00000000-0000-0000-0000-000000000000}"/>
          </ac:spMkLst>
        </pc:spChg>
      </pc:sldChg>
      <pc:sldChg chg="modAnim">
        <pc:chgData name="Yeo Xiong Wei, Jonathan" userId="ac2b658e-7ce1-44bb-9f9f-bf4198ceaa29" providerId="ADAL" clId="{FD4041BA-E592-42B9-8CD0-874D0AA66E1E}" dt="2023-10-29T01:37:39.835" v="54"/>
        <pc:sldMkLst>
          <pc:docMk/>
          <pc:sldMk cId="2651268871" sldId="1012"/>
        </pc:sldMkLst>
      </pc:sldChg>
      <pc:sldChg chg="modAnim">
        <pc:chgData name="Yeo Xiong Wei, Jonathan" userId="ac2b658e-7ce1-44bb-9f9f-bf4198ceaa29" providerId="ADAL" clId="{FD4041BA-E592-42B9-8CD0-874D0AA66E1E}" dt="2023-10-29T01:38:20.225" v="58"/>
        <pc:sldMkLst>
          <pc:docMk/>
          <pc:sldMk cId="916613523" sldId="1013"/>
        </pc:sldMkLst>
      </pc:sldChg>
      <pc:sldChg chg="modSp mod">
        <pc:chgData name="Yeo Xiong Wei, Jonathan" userId="ac2b658e-7ce1-44bb-9f9f-bf4198ceaa29" providerId="ADAL" clId="{FD4041BA-E592-42B9-8CD0-874D0AA66E1E}" dt="2023-10-29T01:38:47.422" v="62" actId="14100"/>
        <pc:sldMkLst>
          <pc:docMk/>
          <pc:sldMk cId="3306958921" sldId="1015"/>
        </pc:sldMkLst>
        <pc:spChg chg="mod">
          <ac:chgData name="Yeo Xiong Wei, Jonathan" userId="ac2b658e-7ce1-44bb-9f9f-bf4198ceaa29" providerId="ADAL" clId="{FD4041BA-E592-42B9-8CD0-874D0AA66E1E}" dt="2023-10-29T01:38:47.422" v="62" actId="14100"/>
          <ac:spMkLst>
            <pc:docMk/>
            <pc:sldMk cId="3306958921" sldId="1015"/>
            <ac:spMk id="13" creationId="{AD684B2A-297A-DEB0-6C30-BBD46040ABCA}"/>
          </ac:spMkLst>
        </pc:spChg>
      </pc:sldChg>
      <pc:sldChg chg="modSp mod">
        <pc:chgData name="Yeo Xiong Wei, Jonathan" userId="ac2b658e-7ce1-44bb-9f9f-bf4198ceaa29" providerId="ADAL" clId="{FD4041BA-E592-42B9-8CD0-874D0AA66E1E}" dt="2023-10-29T01:52:15.687" v="544" actId="20577"/>
        <pc:sldMkLst>
          <pc:docMk/>
          <pc:sldMk cId="1218359282" sldId="1019"/>
        </pc:sldMkLst>
        <pc:spChg chg="mod">
          <ac:chgData name="Yeo Xiong Wei, Jonathan" userId="ac2b658e-7ce1-44bb-9f9f-bf4198ceaa29" providerId="ADAL" clId="{FD4041BA-E592-42B9-8CD0-874D0AA66E1E}" dt="2023-10-29T01:52:15.687" v="544" actId="20577"/>
          <ac:spMkLst>
            <pc:docMk/>
            <pc:sldMk cId="1218359282" sldId="1019"/>
            <ac:spMk id="100354" creationId="{00000000-0000-0000-0000-000000000000}"/>
          </ac:spMkLst>
        </pc:spChg>
      </pc:sldChg>
      <pc:sldChg chg="modSp">
        <pc:chgData name="Yeo Xiong Wei, Jonathan" userId="ac2b658e-7ce1-44bb-9f9f-bf4198ceaa29" providerId="ADAL" clId="{FD4041BA-E592-42B9-8CD0-874D0AA66E1E}" dt="2023-10-29T01:41:49.359" v="163" actId="20577"/>
        <pc:sldMkLst>
          <pc:docMk/>
          <pc:sldMk cId="1635831083" sldId="1020"/>
        </pc:sldMkLst>
        <pc:spChg chg="mod">
          <ac:chgData name="Yeo Xiong Wei, Jonathan" userId="ac2b658e-7ce1-44bb-9f9f-bf4198ceaa29" providerId="ADAL" clId="{FD4041BA-E592-42B9-8CD0-874D0AA66E1E}" dt="2023-10-29T01:41:49.359" v="163" actId="20577"/>
          <ac:spMkLst>
            <pc:docMk/>
            <pc:sldMk cId="1635831083" sldId="1020"/>
            <ac:spMk id="56322" creationId="{00000000-0000-0000-0000-000000000000}"/>
          </ac:spMkLst>
        </pc:spChg>
      </pc:sldChg>
      <pc:sldChg chg="modSp modAnim">
        <pc:chgData name="Yeo Xiong Wei, Jonathan" userId="ac2b658e-7ce1-44bb-9f9f-bf4198ceaa29" providerId="ADAL" clId="{FD4041BA-E592-42B9-8CD0-874D0AA66E1E}" dt="2023-10-29T01:51:36.375" v="375" actId="6549"/>
        <pc:sldMkLst>
          <pc:docMk/>
          <pc:sldMk cId="967267242" sldId="1022"/>
        </pc:sldMkLst>
        <pc:spChg chg="mod">
          <ac:chgData name="Yeo Xiong Wei, Jonathan" userId="ac2b658e-7ce1-44bb-9f9f-bf4198ceaa29" providerId="ADAL" clId="{FD4041BA-E592-42B9-8CD0-874D0AA66E1E}" dt="2023-10-29T01:51:36.375" v="375" actId="6549"/>
          <ac:spMkLst>
            <pc:docMk/>
            <pc:sldMk cId="967267242" sldId="1022"/>
            <ac:spMk id="49154" creationId="{00000000-0000-0000-0000-000000000000}"/>
          </ac:spMkLst>
        </pc:spChg>
      </pc:sldChg>
      <pc:sldChg chg="modNotesTx">
        <pc:chgData name="Yeo Xiong Wei, Jonathan" userId="ac2b658e-7ce1-44bb-9f9f-bf4198ceaa29" providerId="ADAL" clId="{FD4041BA-E592-42B9-8CD0-874D0AA66E1E}" dt="2023-10-29T01:43:34.914" v="270" actId="20577"/>
        <pc:sldMkLst>
          <pc:docMk/>
          <pc:sldMk cId="4012184775" sldId="1024"/>
        </pc:sldMkLst>
      </pc:sldChg>
      <pc:sldChg chg="modSp">
        <pc:chgData name="Yeo Xiong Wei, Jonathan" userId="ac2b658e-7ce1-44bb-9f9f-bf4198ceaa29" providerId="ADAL" clId="{FD4041BA-E592-42B9-8CD0-874D0AA66E1E}" dt="2023-10-29T01:48:11.442" v="274" actId="404"/>
        <pc:sldMkLst>
          <pc:docMk/>
          <pc:sldMk cId="459497993" sldId="1026"/>
        </pc:sldMkLst>
        <pc:spChg chg="mod">
          <ac:chgData name="Yeo Xiong Wei, Jonathan" userId="ac2b658e-7ce1-44bb-9f9f-bf4198ceaa29" providerId="ADAL" clId="{FD4041BA-E592-42B9-8CD0-874D0AA66E1E}" dt="2023-10-29T01:48:11.442" v="274" actId="404"/>
          <ac:spMkLst>
            <pc:docMk/>
            <pc:sldMk cId="459497993" sldId="1026"/>
            <ac:spMk id="97282" creationId="{00000000-0000-0000-0000-000000000000}"/>
          </ac:spMkLst>
        </pc:spChg>
      </pc:sldChg>
      <pc:sldChg chg="addSp modSp mod">
        <pc:chgData name="Yeo Xiong Wei, Jonathan" userId="ac2b658e-7ce1-44bb-9f9f-bf4198ceaa29" providerId="ADAL" clId="{FD4041BA-E592-42B9-8CD0-874D0AA66E1E}" dt="2023-10-24T09:37:36.928" v="49" actId="1076"/>
        <pc:sldMkLst>
          <pc:docMk/>
          <pc:sldMk cId="1079776352" sldId="1028"/>
        </pc:sldMkLst>
        <pc:picChg chg="add mod">
          <ac:chgData name="Yeo Xiong Wei, Jonathan" userId="ac2b658e-7ce1-44bb-9f9f-bf4198ceaa29" providerId="ADAL" clId="{FD4041BA-E592-42B9-8CD0-874D0AA66E1E}" dt="2023-10-24T09:37:36.928" v="49" actId="1076"/>
          <ac:picMkLst>
            <pc:docMk/>
            <pc:sldMk cId="1079776352" sldId="1028"/>
            <ac:picMk id="6" creationId="{5070BA65-46C6-8DA6-3B65-13BEA3766791}"/>
          </ac:picMkLst>
        </pc:picChg>
      </pc:sldChg>
      <pc:sldChg chg="addSp modSp mod">
        <pc:chgData name="Yeo Xiong Wei, Jonathan" userId="ac2b658e-7ce1-44bb-9f9f-bf4198ceaa29" providerId="ADAL" clId="{FD4041BA-E592-42B9-8CD0-874D0AA66E1E}" dt="2023-10-24T09:37:40.074" v="50"/>
        <pc:sldMkLst>
          <pc:docMk/>
          <pc:sldMk cId="256898689" sldId="1029"/>
        </pc:sldMkLst>
        <pc:spChg chg="mod">
          <ac:chgData name="Yeo Xiong Wei, Jonathan" userId="ac2b658e-7ce1-44bb-9f9f-bf4198ceaa29" providerId="ADAL" clId="{FD4041BA-E592-42B9-8CD0-874D0AA66E1E}" dt="2023-10-24T09:31:06.999" v="43" actId="20577"/>
          <ac:spMkLst>
            <pc:docMk/>
            <pc:sldMk cId="256898689" sldId="1029"/>
            <ac:spMk id="3" creationId="{CDF4B2E5-1CF0-4D19-AFAA-E09B13AE7CF3}"/>
          </ac:spMkLst>
        </pc:spChg>
        <pc:picChg chg="add mod">
          <ac:chgData name="Yeo Xiong Wei, Jonathan" userId="ac2b658e-7ce1-44bb-9f9f-bf4198ceaa29" providerId="ADAL" clId="{FD4041BA-E592-42B9-8CD0-874D0AA66E1E}" dt="2023-10-24T09:37:40.074" v="50"/>
          <ac:picMkLst>
            <pc:docMk/>
            <pc:sldMk cId="256898689" sldId="1029"/>
            <ac:picMk id="5" creationId="{1ED8A708-EF75-3172-D4A7-05E66CF98ED9}"/>
          </ac:picMkLst>
        </pc:picChg>
      </pc:sldChg>
      <pc:sldChg chg="modSp mod">
        <pc:chgData name="Yeo Xiong Wei, Jonathan" userId="ac2b658e-7ce1-44bb-9f9f-bf4198ceaa29" providerId="ADAL" clId="{FD4041BA-E592-42B9-8CD0-874D0AA66E1E}" dt="2023-10-29T01:38:43.317" v="61" actId="14100"/>
        <pc:sldMkLst>
          <pc:docMk/>
          <pc:sldMk cId="2834537964" sldId="1031"/>
        </pc:sldMkLst>
        <pc:spChg chg="mod">
          <ac:chgData name="Yeo Xiong Wei, Jonathan" userId="ac2b658e-7ce1-44bb-9f9f-bf4198ceaa29" providerId="ADAL" clId="{FD4041BA-E592-42B9-8CD0-874D0AA66E1E}" dt="2023-10-29T01:38:43.317" v="61" actId="14100"/>
          <ac:spMkLst>
            <pc:docMk/>
            <pc:sldMk cId="2834537964" sldId="1031"/>
            <ac:spMk id="13" creationId="{AD684B2A-297A-DEB0-6C30-BBD46040ABCA}"/>
          </ac:spMkLst>
        </pc:spChg>
      </pc:sldChg>
    </pc:docChg>
  </pc:docChgLst>
  <pc:docChgLst>
    <pc:chgData name="Yeo Xiong Wei, Jonathan" userId="ac2b658e-7ce1-44bb-9f9f-bf4198ceaa29" providerId="ADAL" clId="{76D8E6D7-AADF-4D3E-BE6E-F340074CAB91}"/>
    <pc:docChg chg="addSld delSld modSld">
      <pc:chgData name="Yeo Xiong Wei, Jonathan" userId="ac2b658e-7ce1-44bb-9f9f-bf4198ceaa29" providerId="ADAL" clId="{76D8E6D7-AADF-4D3E-BE6E-F340074CAB91}" dt="2022-05-18T06:51:29.394" v="45" actId="680"/>
      <pc:docMkLst>
        <pc:docMk/>
      </pc:docMkLst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3204475275" sldId="319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4272335518" sldId="319"/>
        </pc:sldMkLst>
      </pc:sldChg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3286780022" sldId="320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3950983522" sldId="320"/>
        </pc:sldMkLst>
      </pc:sldChg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3245279371" sldId="326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3314535483" sldId="326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1597342428" sldId="991"/>
        </pc:sldMkLst>
      </pc:sldChg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3158750245" sldId="991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455216595" sldId="996"/>
        </pc:sldMkLst>
      </pc:sldChg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1161125845" sldId="996"/>
        </pc:sldMkLst>
      </pc:sldChg>
      <pc:sldChg chg="add">
        <pc:chgData name="Yeo Xiong Wei, Jonathan" userId="ac2b658e-7ce1-44bb-9f9f-bf4198ceaa29" providerId="ADAL" clId="{76D8E6D7-AADF-4D3E-BE6E-F340074CAB91}" dt="2022-05-18T06:43:36.366" v="1"/>
        <pc:sldMkLst>
          <pc:docMk/>
          <pc:sldMk cId="186024609" sldId="997"/>
        </pc:sldMkLst>
      </pc:sldChg>
      <pc:sldChg chg="del">
        <pc:chgData name="Yeo Xiong Wei, Jonathan" userId="ac2b658e-7ce1-44bb-9f9f-bf4198ceaa29" providerId="ADAL" clId="{76D8E6D7-AADF-4D3E-BE6E-F340074CAB91}" dt="2022-05-18T06:43:31.789" v="0" actId="2696"/>
        <pc:sldMkLst>
          <pc:docMk/>
          <pc:sldMk cId="2446170886" sldId="997"/>
        </pc:sldMkLst>
      </pc:sldChg>
      <pc:sldChg chg="modSp add mod">
        <pc:chgData name="Yeo Xiong Wei, Jonathan" userId="ac2b658e-7ce1-44bb-9f9f-bf4198ceaa29" providerId="ADAL" clId="{76D8E6D7-AADF-4D3E-BE6E-F340074CAB91}" dt="2022-05-18T06:50:53.948" v="17" actId="20577"/>
        <pc:sldMkLst>
          <pc:docMk/>
          <pc:sldMk cId="2951512512" sldId="1007"/>
        </pc:sldMkLst>
        <pc:spChg chg="mod">
          <ac:chgData name="Yeo Xiong Wei, Jonathan" userId="ac2b658e-7ce1-44bb-9f9f-bf4198ceaa29" providerId="ADAL" clId="{76D8E6D7-AADF-4D3E-BE6E-F340074CAB91}" dt="2022-05-18T06:50:53.948" v="17" actId="20577"/>
          <ac:spMkLst>
            <pc:docMk/>
            <pc:sldMk cId="2951512512" sldId="1007"/>
            <ac:spMk id="2" creationId="{EAE8B178-01C8-4DCD-B46E-160FEEC9F757}"/>
          </ac:spMkLst>
        </pc:spChg>
      </pc:sldChg>
      <pc:sldChg chg="modSp add mod">
        <pc:chgData name="Yeo Xiong Wei, Jonathan" userId="ac2b658e-7ce1-44bb-9f9f-bf4198ceaa29" providerId="ADAL" clId="{76D8E6D7-AADF-4D3E-BE6E-F340074CAB91}" dt="2022-05-18T06:51:23.630" v="43" actId="20577"/>
        <pc:sldMkLst>
          <pc:docMk/>
          <pc:sldMk cId="1575323387" sldId="1008"/>
        </pc:sldMkLst>
        <pc:spChg chg="mod">
          <ac:chgData name="Yeo Xiong Wei, Jonathan" userId="ac2b658e-7ce1-44bb-9f9f-bf4198ceaa29" providerId="ADAL" clId="{76D8E6D7-AADF-4D3E-BE6E-F340074CAB91}" dt="2022-05-18T06:51:23.630" v="43" actId="20577"/>
          <ac:spMkLst>
            <pc:docMk/>
            <pc:sldMk cId="1575323387" sldId="1008"/>
            <ac:spMk id="2" creationId="{EAE8B178-01C8-4DCD-B46E-160FEEC9F757}"/>
          </ac:spMkLst>
        </pc:spChg>
      </pc:sldChg>
      <pc:sldChg chg="new">
        <pc:chgData name="Yeo Xiong Wei, Jonathan" userId="ac2b658e-7ce1-44bb-9f9f-bf4198ceaa29" providerId="ADAL" clId="{76D8E6D7-AADF-4D3E-BE6E-F340074CAB91}" dt="2022-05-18T06:51:28.876" v="44" actId="680"/>
        <pc:sldMkLst>
          <pc:docMk/>
          <pc:sldMk cId="2599278897" sldId="1009"/>
        </pc:sldMkLst>
      </pc:sldChg>
      <pc:sldChg chg="new">
        <pc:chgData name="Yeo Xiong Wei, Jonathan" userId="ac2b658e-7ce1-44bb-9f9f-bf4198ceaa29" providerId="ADAL" clId="{76D8E6D7-AADF-4D3E-BE6E-F340074CAB91}" dt="2022-05-18T06:51:29.394" v="45" actId="680"/>
        <pc:sldMkLst>
          <pc:docMk/>
          <pc:sldMk cId="3130135080" sldId="10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F98D1-9230-4A14-898C-668A4AADE622}" type="datetimeFigureOut">
              <a:rPr lang="en-GB" smtClean="0"/>
              <a:t>13/11/2024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FBE357-F1B5-45C9-96CE-A80F0114D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40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501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063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749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060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If already at a high equilibria, difficult to unilaterally switch to a different service where no one is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577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48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Remember the formula for the sum to infinity?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670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G" dirty="0"/>
                  <a:t>, then will attract</a:t>
                </a:r>
                <a:r>
                  <a:rPr lang="en-SG" baseline="0" dirty="0"/>
                  <a:t> consumers to switch. Set the lowest d such that it occurs.</a:t>
                </a:r>
              </a:p>
              <a:p>
                <a:r>
                  <a:rPr lang="en-SG" baseline="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baseline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SG" dirty="0"/>
                  <a:t>, then cannot attract</a:t>
                </a:r>
                <a:r>
                  <a:rPr lang="en-SG" baseline="0" dirty="0"/>
                  <a:t> consumers, will want to raise discount.</a:t>
                </a:r>
              </a:p>
              <a:p>
                <a:endParaRPr lang="en-SG" baseline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:r>
                  <a:rPr lang="en-US" b="0" i="0">
                    <a:latin typeface="Cambria Math" panose="02040503050406030204" pitchFamily="18" charset="0"/>
                  </a:rPr>
                  <a:t>s&lt;𝑑</a:t>
                </a:r>
                <a:r>
                  <a:rPr lang="en-SG" dirty="0"/>
                  <a:t>, then will attract</a:t>
                </a:r>
                <a:r>
                  <a:rPr lang="en-SG" baseline="0" dirty="0"/>
                  <a:t> consumers to switch. Set the lowest d such that it occurs.</a:t>
                </a:r>
              </a:p>
              <a:p>
                <a:r>
                  <a:rPr lang="en-SG" baseline="0" dirty="0"/>
                  <a:t>If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s&gt;𝑑</a:t>
                </a:r>
                <a:r>
                  <a:rPr lang="en-SG" dirty="0"/>
                  <a:t>, then cannot attract</a:t>
                </a:r>
                <a:r>
                  <a:rPr lang="en-SG" baseline="0" dirty="0"/>
                  <a:t> consumers, will want to raise discount.</a:t>
                </a:r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517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P(r+1)/r = d + c/r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411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951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893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8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P(r+1)/r = d + c/r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507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P(r+1)/r = d + c/r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08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more views of the video, the lower the willingness to pay of the marginal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585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742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472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G" dirty="0"/>
                  <a:t>(if there is not unique sharing one way to model it is as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SG" dirty="0"/>
                  <a:t>)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SG" dirty="0"/>
                  <a:t>(if there is not unique sharing one way to model it is as </a:t>
                </a:r>
                <a:r>
                  <a:rPr lang="en-SG" b="0" i="0">
                    <a:latin typeface="Cambria Math" panose="02040503050406030204" pitchFamily="18" charset="0"/>
                  </a:rPr>
                  <a:t>𝛼𝑘</a:t>
                </a:r>
                <a:r>
                  <a:rPr lang="en-SG" dirty="0"/>
                  <a:t>, </a:t>
                </a:r>
                <a:r>
                  <a:rPr lang="en-SG" b="0" i="0">
                    <a:latin typeface="Cambria Math" panose="02040503050406030204" pitchFamily="18" charset="0"/>
                  </a:rPr>
                  <a:t>𝑘&lt;1</a:t>
                </a:r>
                <a:r>
                  <a:rPr lang="en-SG" dirty="0"/>
                  <a:t>)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455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024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310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23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8B3C4-8ACE-42AD-9C01-5FD16B65E73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56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FBE357-F1B5-45C9-96CE-A80F0114D37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72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0211-694C-497C-8A2A-CBF243F04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DDAF1-1207-4220-A9E3-6BF30DAF2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7897A-BB80-4BBE-96B1-5197536A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98ED9-1E5C-4FCE-9A0A-0D8A9C5D79DE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D5CD6-8452-4C47-AD51-3250DF1F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145B-1CE2-4665-94BB-E3AE638F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20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93B0-E81C-4D0C-BC40-81E33417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FC6C-EDDE-4408-8EB2-C29B69AB2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848F2-7A5D-4A1C-825D-07C87FD1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8F2B1-A59F-44CE-BAA2-3D14FE1EE861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7128-BE08-4113-9996-8B741700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E2553-48E3-48FC-BDF6-D119081F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94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B8A8-AF37-46AB-94C4-6964D082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0EF01-8CB9-43B1-9B6F-D203506E3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2F7E5-A41E-443D-AA89-9B3B531A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7FEA-8EF7-4963-8D6C-4E3E88436360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8A9C1-69E8-4487-893A-8790A7D4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1D6C7-F5E5-4322-B49F-510A423B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53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D5F8-A3B4-459B-B131-0D2A8EE6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2869-ED49-4F80-8F01-E415CAC6C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EE7EB-1566-4354-B513-5A010D8F1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C37F1-4B64-4B65-80D2-8FA3510F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4184E-DEA7-4E16-89F2-0DE9A131F894}" type="datetime1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58BE0-E118-41EB-AADF-0BC9074F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7AC7-AD46-49E2-B895-0E869262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08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98B6-F5AE-4039-A5D9-F529CE09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C74A9-95F0-4056-B524-CB378A2E6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ED07F-7CAA-438F-919A-881C2F2D9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A9D9B-43DF-4AC9-8908-799A279F4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8623B-F700-4940-8D72-4514E7EC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C7731-3555-4C01-9FA5-A27E197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82A8-7A89-4021-A19E-FEB2BA4588B1}" type="datetime1">
              <a:rPr lang="en-GB" smtClean="0"/>
              <a:t>13/11/2024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1E196-71D8-42F8-B8EE-D583B6D1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35391-9E0A-4A61-8DF4-BF1EF5FB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1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9C6F-DE14-4406-B678-77D82AF3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CCDBF-5541-457A-AAFD-C81D12C7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7D951-E178-453F-AF4B-A4F8AC98D89C}" type="datetime1">
              <a:rPr lang="en-GB" smtClean="0"/>
              <a:t>13/11/2024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7BEFA-31EE-4481-BA5B-FC946E65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0759B-725A-402C-B430-A2DC3AA3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0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24B2FB-99C1-4FF4-8BDB-C550A604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E688-9B0B-4596-B2DE-ACEB517E462B}" type="datetime1">
              <a:rPr lang="en-GB" smtClean="0"/>
              <a:t>13/11/2024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32371-2E24-4918-9125-12D54300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60FD-943B-45F8-8E8B-D86012EA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82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A528-B847-4FDE-A8C0-8DC0FC42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645E-EA4B-44A1-93CE-2EA251288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931D7-8FA6-4F49-BE97-C9378470C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8099-0EAA-4BF4-8A79-FDABFAB7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123F-BFFE-4E4B-AC06-67F7364759BE}" type="datetime1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E4F84-C818-4692-9855-E720A7B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8D97F-BE43-4EA8-A050-609E241B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29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D588-DCDA-48F9-A7AE-7EAE5EA5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3C3F6-C962-4EEB-94C8-89F7BDD37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10E54-F270-4AB9-AC47-224BDCCCB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F96A7-0831-4D4D-BE92-8B139E60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A0B0-4841-4BED-B820-0A84C49D3F6A}" type="datetime1">
              <a:rPr lang="en-GB" smtClean="0"/>
              <a:t>13/11/2024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3D421-BDD5-4100-B25A-5C1F4E43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4BD34-5AD3-40DB-8BF7-10428B88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28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FD3B-3A75-44E3-9949-E1800E6B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D97E9-C668-43A1-865B-90180D8E3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6D2A-2CBB-46ED-9AFC-60CE490F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C82B-CD41-4D58-B34E-148110FEE71D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E0BA0-D8CB-4C5B-B085-73AB99BB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30F4-02BB-4839-89FE-579545F3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92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96DD0-B23A-403E-AA1B-433BCA245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2EF36-32B6-4A30-BF21-480AB56BC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FD0CF-2B0B-4055-85D9-6C686D45C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0DDB-116B-4092-96A5-30EE7F769BB9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BAADE-08E0-418F-8A5A-AF38586B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427B3-6D9F-4FC7-B6BB-582E135F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68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F7B0DF-F216-2A26-204E-EF82E86A7494}"/>
              </a:ext>
            </a:extLst>
          </p:cNvPr>
          <p:cNvSpPr/>
          <p:nvPr userDrawn="1"/>
        </p:nvSpPr>
        <p:spPr>
          <a:xfrm>
            <a:off x="0" y="6455377"/>
            <a:ext cx="12192000" cy="18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E8357902-3D69-FAEE-6124-A7EF34D98E12}"/>
              </a:ext>
            </a:extLst>
          </p:cNvPr>
          <p:cNvSpPr/>
          <p:nvPr userDrawn="1"/>
        </p:nvSpPr>
        <p:spPr>
          <a:xfrm>
            <a:off x="10746288" y="6257076"/>
            <a:ext cx="939452" cy="563671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4BBC4-A686-4073-B326-39EA9040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5AD1B-F1E0-4A5E-AFB4-31C1E531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3466-937E-4132-92F4-63D433051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7F37D-FF01-4E4B-AB76-89AA154E9693}" type="datetime1">
              <a:rPr lang="en-GB" smtClean="0"/>
              <a:t>13/11/2024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DD2DD-70B8-4F95-A0CC-23E23FC54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Copyright © 2019 Hal R. Varian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6532-DD38-4559-996E-398A5BA70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3F8FFD44-3125-48DD-9AC2-A99B91DF9DE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35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5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101010 data lines to infinity">
            <a:extLst>
              <a:ext uri="{FF2B5EF4-FFF2-40B4-BE49-F238E27FC236}">
                <a16:creationId xmlns:a16="http://schemas.microsoft.com/office/drawing/2014/main" id="{82EC108A-CF05-59E9-E8D9-7D9FA6DD7C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56" r="1" b="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F84E2-3745-45CC-919A-EFB835CC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/>
              <a:t>Information Technology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4AD20-AC49-4381-823B-E28293A4C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GB" sz="2000" dirty="0"/>
              <a:t>HE3001, Microeconomics 3</a:t>
            </a:r>
            <a:br>
              <a:rPr lang="en-GB" sz="2000" dirty="0"/>
            </a:br>
            <a:r>
              <a:rPr lang="en-GB" sz="2000" dirty="0"/>
              <a:t>Nanyang Technological University</a:t>
            </a:r>
          </a:p>
          <a:p>
            <a:pPr algn="l"/>
            <a:endParaRPr lang="en-GB" sz="2000" dirty="0"/>
          </a:p>
          <a:p>
            <a:pPr algn="l"/>
            <a:endParaRPr lang="en-US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27A3-75C2-44C3-B516-3779A07C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6892E11-CF50-48BA-BB45-BA9FD472062D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824CF-D8D1-91BA-44C8-A3DDB10368E3}"/>
              </a:ext>
            </a:extLst>
          </p:cNvPr>
          <p:cNvSpPr/>
          <p:nvPr/>
        </p:nvSpPr>
        <p:spPr>
          <a:xfrm>
            <a:off x="7804384" y="514629"/>
            <a:ext cx="1403294" cy="387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378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B178-01C8-4DCD-B46E-160FEEC9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59" y="2576174"/>
            <a:ext cx="10786672" cy="1325563"/>
          </a:xfrm>
        </p:spPr>
        <p:txBody>
          <a:bodyPr/>
          <a:lstStyle/>
          <a:p>
            <a:pPr algn="ctr"/>
            <a:r>
              <a:rPr lang="en-US" dirty="0"/>
              <a:t>A Model of</a:t>
            </a:r>
            <a:br>
              <a:rPr lang="en-US" dirty="0"/>
            </a:br>
            <a:r>
              <a:rPr lang="en-US" dirty="0"/>
              <a:t>Two sided markets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C9B7-DF34-4648-B4D4-15F4079D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32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5060D-B1A5-D17B-DB0B-CBF6A083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000" b="1" dirty="0">
                <a:solidFill>
                  <a:srgbClr val="0000FF"/>
                </a:solidFill>
              </a:rPr>
              <a:t>Two distinct groups </a:t>
            </a:r>
            <a:r>
              <a:rPr lang="en-SG" sz="2000" dirty="0"/>
              <a:t>from different markets.</a:t>
            </a:r>
          </a:p>
          <a:p>
            <a:pPr lvl="1"/>
            <a:r>
              <a:rPr lang="en-SG" sz="1800" dirty="0"/>
              <a:t>Last week: Console Seller market, Game Seller market</a:t>
            </a:r>
          </a:p>
          <a:p>
            <a:pPr lvl="1"/>
            <a:r>
              <a:rPr lang="en-SG" sz="1800" dirty="0"/>
              <a:t>Also: Credit card users, Merchants</a:t>
            </a:r>
          </a:p>
          <a:p>
            <a:pPr lvl="1"/>
            <a:endParaRPr lang="en-SG" sz="1800" dirty="0"/>
          </a:p>
          <a:p>
            <a:r>
              <a:rPr lang="en-SG" sz="2000" dirty="0"/>
              <a:t>More </a:t>
            </a:r>
            <a:r>
              <a:rPr lang="en-SG" sz="2000" b="1" u="sng" dirty="0"/>
              <a:t>users</a:t>
            </a:r>
            <a:r>
              <a:rPr lang="en-SG" sz="2000" dirty="0"/>
              <a:t> in one market leads to higher value in the other market.</a:t>
            </a:r>
          </a:p>
          <a:p>
            <a:pPr lvl="1"/>
            <a:r>
              <a:rPr lang="en-SG" sz="1800" dirty="0">
                <a:solidFill>
                  <a:schemeClr val="tx1"/>
                </a:solidFill>
              </a:rPr>
              <a:t>Usually, a single platform/meeting place for consumers of these two groups creates largest benefits</a:t>
            </a:r>
          </a:p>
          <a:p>
            <a:pPr lvl="1"/>
            <a:endParaRPr lang="en-SG" sz="1800" dirty="0"/>
          </a:p>
          <a:p>
            <a:pPr lvl="1"/>
            <a:endParaRPr lang="en-SG" sz="1800" dirty="0"/>
          </a:p>
          <a:p>
            <a:r>
              <a:rPr lang="en-SG" sz="2000" dirty="0"/>
              <a:t>Note: a bit different from complementarities where utility is independent of what others do.</a:t>
            </a:r>
          </a:p>
          <a:p>
            <a:pPr lvl="1"/>
            <a:r>
              <a:rPr lang="en-SG" sz="1800" dirty="0"/>
              <a:t>More about two goods working together to increase one’s utility.</a:t>
            </a:r>
          </a:p>
          <a:p>
            <a:pPr lvl="1"/>
            <a:endParaRPr lang="en-SG" sz="1800" dirty="0"/>
          </a:p>
          <a:p>
            <a:pPr lvl="1"/>
            <a:endParaRPr lang="en-SG" sz="1800" dirty="0"/>
          </a:p>
          <a:p>
            <a:endParaRPr lang="en-SG" altLang="en-US" sz="2000" dirty="0"/>
          </a:p>
          <a:p>
            <a:endParaRPr lang="en-US" altLang="en-US" sz="1800" dirty="0"/>
          </a:p>
          <a:p>
            <a:pPr marL="0" indent="0">
              <a:buNone/>
            </a:pPr>
            <a:endParaRPr lang="en-US" sz="2000" dirty="0"/>
          </a:p>
          <a:p>
            <a:endParaRPr lang="en-SG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59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5060D-B1A5-D17B-DB0B-CBF6A0833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Let us generalize our previous model to two-sided markets.</a:t>
                </a:r>
              </a:p>
              <a:p>
                <a:endParaRPr lang="en-US" sz="2000" dirty="0"/>
              </a:p>
              <a:p>
                <a:r>
                  <a:rPr lang="en-US" altLang="en-US" sz="1800" dirty="0"/>
                  <a:t>Suppose we have 1000 consumers </a:t>
                </a:r>
                <a:r>
                  <a:rPr lang="en-US" altLang="en-US" sz="1800" u="sng" dirty="0"/>
                  <a:t>each</a:t>
                </a:r>
                <a:r>
                  <a:rPr lang="en-US" altLang="en-US" sz="1800" dirty="0"/>
                  <a:t> in market A and market B.</a:t>
                </a:r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eaLnBrk="1" hangingPunct="1"/>
                <a:r>
                  <a:rPr lang="en-US" altLang="en-US" sz="1800" dirty="0"/>
                  <a:t>The consumers have different preferences for the good,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dirty="0"/>
                  <a:t> </a:t>
                </a:r>
              </a:p>
              <a:p>
                <a:pPr lvl="1"/>
                <a:r>
                  <a:rPr lang="en-US" altLang="en-US" sz="1600" dirty="0"/>
                  <a:t>Market 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SG" alt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SG" altLang="en-US" sz="1600" b="0" i="1" smtClean="0">
                        <a:latin typeface="Cambria Math" panose="02040503050406030204" pitchFamily="18" charset="0"/>
                      </a:rPr>
                      <m:t>&lt;…</m:t>
                    </m:r>
                    <m:sSubSup>
                      <m:sSubSup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endParaRPr lang="en-SG" altLang="en-US" sz="1600" b="0" dirty="0"/>
              </a:p>
              <a:p>
                <a:pPr lvl="1"/>
                <a:r>
                  <a:rPr lang="en-US" altLang="en-US" sz="1600" dirty="0"/>
                  <a:t>Market B: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SG" altLang="en-US" sz="1600" i="1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SG" altLang="en-US" sz="1600" i="1">
                        <a:latin typeface="Cambria Math" panose="02040503050406030204" pitchFamily="18" charset="0"/>
                      </a:rPr>
                      <m:t>&lt;…</m:t>
                    </m:r>
                    <m:sSubSup>
                      <m:sSubSup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600" i="1">
                            <a:latin typeface="Cambria Math" panose="02040503050406030204" pitchFamily="18" charset="0"/>
                          </a:rPr>
                          <m:t>1000</m:t>
                        </m:r>
                      </m:sub>
                      <m:sup>
                        <m:r>
                          <a:rPr lang="en-SG" altLang="en-US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endParaRPr lang="en-US" altLang="en-US" sz="1600" dirty="0"/>
              </a:p>
              <a:p>
                <a:pPr lvl="1"/>
                <a:endParaRPr lang="en-US" altLang="en-US" sz="1800" dirty="0"/>
              </a:p>
              <a:p>
                <a:r>
                  <a:rPr lang="en-US" altLang="en-US" sz="1800" b="1" dirty="0"/>
                  <a:t>Indirect network externalities</a:t>
                </a:r>
                <a:r>
                  <a:rPr lang="en-US" altLang="en-US" sz="1800" dirty="0"/>
                  <a:t>: </a:t>
                </a:r>
                <a:br>
                  <a:rPr lang="en-US" altLang="en-US" sz="1800" dirty="0"/>
                </a:br>
                <a:r>
                  <a:rPr lang="en-US" altLang="en-US" sz="1800" dirty="0"/>
                  <a:t>A consumer’s valuation of good A depends on how many people adopt good B,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US" altLang="en-US" sz="1800" dirty="0"/>
                  <a:t>. </a:t>
                </a:r>
                <a:br>
                  <a:rPr lang="en-US" altLang="en-US" sz="1800" dirty="0"/>
                </a:br>
                <a:r>
                  <a:rPr lang="en-US" altLang="en-US" sz="1800" dirty="0"/>
                  <a:t>A consumer’s valuation of good B depends on how many people adopt good A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US" alt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Sup>
                      <m:sSubSup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altLang="en-US" sz="18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SG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5060D-B1A5-D17B-DB0B-CBF6A0833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373D2-A340-216C-390C-627A5DA09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01"/>
            <a:ext cx="560881" cy="62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6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5060D-B1A5-D17B-DB0B-CBF6A0833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At prices: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alt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2000" dirty="0"/>
                  <a:t> suppose the marginal consumer in each market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sz="2000" dirty="0"/>
                  <a:t> respectively.</a:t>
                </a:r>
              </a:p>
              <a:p>
                <a:pPr lvl="1"/>
                <a:r>
                  <a:rPr lang="en-US" altLang="en-US" sz="1800" dirty="0"/>
                  <a:t>Marginal consumer of good A has valuation: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.</a:t>
                </a:r>
              </a:p>
              <a:p>
                <a:pPr lvl="1"/>
                <a:r>
                  <a:rPr lang="en-US" altLang="en-US" sz="1800" dirty="0"/>
                  <a:t>Marginal consumer of good B has valuation: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GB" alt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18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GB" altLang="en-US" sz="18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en-US" sz="18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Number of consumers in each market (demand) is:</a:t>
                </a:r>
              </a:p>
              <a:p>
                <a:pPr lvl="1"/>
                <a:r>
                  <a:rPr lang="en-US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GB" altLang="en-US" sz="18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</m:oMath>
                </a14:m>
                <a:endParaRPr lang="en-US" altLang="en-US" sz="1800" dirty="0"/>
              </a:p>
              <a:p>
                <a:pPr lvl="1"/>
                <a:r>
                  <a:rPr lang="en-US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i="1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GB" alt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1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=1001−</m:t>
                    </m:r>
                    <m:sSub>
                      <m:sSubPr>
                        <m:ctrlPr>
                          <a:rPr lang="en-GB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GB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GB" altLang="en-US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</m:oMath>
                </a14:m>
                <a:endParaRPr lang="en-US" altLang="en-US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Inverse demand (willingness to pay) is given by: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altLang="en-US" sz="18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95060D-B1A5-D17B-DB0B-CBF6A0833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61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684B2A-297A-DEB0-6C30-BBD46040AB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048876" cy="12033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the marginal costs of producing good A and good B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and that the </a:t>
                </a:r>
                <a:r>
                  <a:rPr lang="en-US" sz="2000" i="1" dirty="0"/>
                  <a:t>market expands whenever willingness to pay exceeds marginal costs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endParaRPr lang="en-SG" sz="20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684B2A-297A-DEB0-6C30-BBD46040AB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048876" cy="1203325"/>
              </a:xfrm>
              <a:blipFill>
                <a:blip r:embed="rId3"/>
                <a:stretch>
                  <a:fillRect l="-667" t="-50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E65C5E-86F6-C9B0-A5B4-2F8FE2B44B58}"/>
                  </a:ext>
                </a:extLst>
              </p:cNvPr>
              <p:cNvSpPr txBox="1"/>
              <p:nvPr/>
            </p:nvSpPr>
            <p:spPr>
              <a:xfrm>
                <a:off x="838199" y="3028950"/>
                <a:ext cx="4917282" cy="2156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altLang="en-US" sz="180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1800" dirty="0"/>
                  <a:t> the valuation of the marginal adopter is higher than the cost,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dirty="0"/>
                  <a:t>I.e.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 increases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en-US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alt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𝟏𝟎𝟎</m:t>
                            </m:r>
                            <m:r>
                              <a:rPr lang="en-GB" altLang="en-US" sz="1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en-US" sz="1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en-US" sz="1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altLang="en-US" sz="1800" b="1" dirty="0"/>
                  <a:t> </a:t>
                </a:r>
                <a:r>
                  <a:rPr lang="en-US" altLang="en-US" sz="1800" dirty="0"/>
                  <a:t>and vice versa.				</a:t>
                </a:r>
                <a:r>
                  <a:rPr lang="en-US" altLang="en-US" sz="1800" b="1" dirty="0"/>
                  <a:t>(Good A)</a:t>
                </a:r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r>
                  <a:rPr lang="en-US" altLang="en-US" sz="1800" dirty="0"/>
                  <a:t>No change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E65C5E-86F6-C9B0-A5B4-2F8FE2B44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028950"/>
                <a:ext cx="4917282" cy="2156681"/>
              </a:xfrm>
              <a:prstGeom prst="rect">
                <a:avLst/>
              </a:prstGeom>
              <a:blipFill>
                <a:blip r:embed="rId4"/>
                <a:stretch>
                  <a:fillRect l="-991" t="-1695" b="-367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9F57859-8E21-B1E4-9F3F-7FEE6B05EDFD}"/>
              </a:ext>
            </a:extLst>
          </p:cNvPr>
          <p:cNvGrpSpPr/>
          <p:nvPr/>
        </p:nvGrpSpPr>
        <p:grpSpPr>
          <a:xfrm>
            <a:off x="6436521" y="2664327"/>
            <a:ext cx="4733925" cy="3777476"/>
            <a:chOff x="6436521" y="2664327"/>
            <a:chExt cx="4733925" cy="377747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53D4585-FD31-B3A8-A865-36DA703F0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0571" y="3199613"/>
              <a:ext cx="0" cy="30575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55D0F25-42AB-859B-2B71-0F89B3C7E671}"/>
                </a:ext>
              </a:extLst>
            </p:cNvPr>
            <p:cNvCxnSpPr/>
            <p:nvPr/>
          </p:nvCxnSpPr>
          <p:spPr>
            <a:xfrm>
              <a:off x="6833428" y="6257137"/>
              <a:ext cx="326469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F159BE8-EDD0-88D5-6F2D-06E9BC525453}"/>
                </a:ext>
              </a:extLst>
            </p:cNvPr>
            <p:cNvSpPr/>
            <p:nvPr/>
          </p:nvSpPr>
          <p:spPr>
            <a:xfrm>
              <a:off x="6847715" y="3149607"/>
              <a:ext cx="2564604" cy="2678906"/>
            </a:xfrm>
            <a:custGeom>
              <a:avLst/>
              <a:gdLst>
                <a:gd name="connsiteX0" fmla="*/ 0 w 2378869"/>
                <a:gd name="connsiteY0" fmla="*/ 2586037 h 2586037"/>
                <a:gd name="connsiteX1" fmla="*/ 1035844 w 2378869"/>
                <a:gd name="connsiteY1" fmla="*/ 2407443 h 2586037"/>
                <a:gd name="connsiteX2" fmla="*/ 1821656 w 2378869"/>
                <a:gd name="connsiteY2" fmla="*/ 1921668 h 2586037"/>
                <a:gd name="connsiteX3" fmla="*/ 2178844 w 2378869"/>
                <a:gd name="connsiteY3" fmla="*/ 1100137 h 2586037"/>
                <a:gd name="connsiteX4" fmla="*/ 2378869 w 2378869"/>
                <a:gd name="connsiteY4" fmla="*/ 0 h 2586037"/>
                <a:gd name="connsiteX5" fmla="*/ 2378869 w 2378869"/>
                <a:gd name="connsiteY5" fmla="*/ 0 h 2586037"/>
                <a:gd name="connsiteX6" fmla="*/ 2378869 w 2378869"/>
                <a:gd name="connsiteY6" fmla="*/ 0 h 258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8869" h="2586037">
                  <a:moveTo>
                    <a:pt x="0" y="2586037"/>
                  </a:moveTo>
                  <a:cubicBezTo>
                    <a:pt x="366117" y="2552104"/>
                    <a:pt x="732235" y="2518171"/>
                    <a:pt x="1035844" y="2407443"/>
                  </a:cubicBezTo>
                  <a:cubicBezTo>
                    <a:pt x="1339453" y="2296715"/>
                    <a:pt x="1631156" y="2139552"/>
                    <a:pt x="1821656" y="1921668"/>
                  </a:cubicBezTo>
                  <a:cubicBezTo>
                    <a:pt x="2012156" y="1703784"/>
                    <a:pt x="2085975" y="1420415"/>
                    <a:pt x="2178844" y="1100137"/>
                  </a:cubicBezTo>
                  <a:cubicBezTo>
                    <a:pt x="2271713" y="779859"/>
                    <a:pt x="2378869" y="0"/>
                    <a:pt x="2378869" y="0"/>
                  </a:cubicBezTo>
                  <a:lnTo>
                    <a:pt x="2378869" y="0"/>
                  </a:lnTo>
                  <a:lnTo>
                    <a:pt x="2378869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E30FFF-4435-7D55-338F-025EBD77D759}"/>
                    </a:ext>
                  </a:extLst>
                </p:cNvPr>
                <p:cNvSpPr txBox="1"/>
                <p:nvPr/>
              </p:nvSpPr>
              <p:spPr>
                <a:xfrm>
                  <a:off x="8691564" y="2664327"/>
                  <a:ext cx="2478882" cy="499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US" sz="1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GB" altLang="en-US" sz="14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en-US" sz="14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sz="1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1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en-US" sz="14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en-SG" sz="1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E30FFF-4435-7D55-338F-025EBD77D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564" y="2664327"/>
                  <a:ext cx="2478882" cy="4995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71237B-2135-43A2-BBD5-6690472BC061}"/>
                    </a:ext>
                  </a:extLst>
                </p:cNvPr>
                <p:cNvSpPr txBox="1"/>
                <p:nvPr/>
              </p:nvSpPr>
              <p:spPr>
                <a:xfrm>
                  <a:off x="6604892" y="2863618"/>
                  <a:ext cx="498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71237B-2135-43A2-BBD5-6690472BC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4892" y="2863618"/>
                  <a:ext cx="4984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900F8E0-0841-0D78-CFD5-8E6735AD3D3A}"/>
                    </a:ext>
                  </a:extLst>
                </p:cNvPr>
                <p:cNvSpPr txBox="1"/>
                <p:nvPr/>
              </p:nvSpPr>
              <p:spPr>
                <a:xfrm>
                  <a:off x="10120838" y="6072471"/>
                  <a:ext cx="4825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900F8E0-0841-0D78-CFD5-8E6735AD3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0838" y="6072471"/>
                  <a:ext cx="48256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049AFC-5C16-021D-2C3B-465BD83CE199}"/>
                    </a:ext>
                  </a:extLst>
                </p:cNvPr>
                <p:cNvSpPr txBox="1"/>
                <p:nvPr/>
              </p:nvSpPr>
              <p:spPr>
                <a:xfrm>
                  <a:off x="6436521" y="3344896"/>
                  <a:ext cx="2478882" cy="441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GB" altLang="en-US" sz="12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en-SG" sz="12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049AFC-5C16-021D-2C3B-465BD83CE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6521" y="3344896"/>
                  <a:ext cx="2478882" cy="4414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044A83-00FB-EF15-78CC-4C1230164F24}"/>
                    </a:ext>
                  </a:extLst>
                </p:cNvPr>
                <p:cNvSpPr txBox="1"/>
                <p:nvPr/>
              </p:nvSpPr>
              <p:spPr>
                <a:xfrm>
                  <a:off x="8008147" y="5623647"/>
                  <a:ext cx="2478882" cy="441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200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num>
                          <m:den>
                            <m:d>
                              <m:d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GB" altLang="en-US" sz="12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en-US" sz="12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  <a:endParaRPr lang="en-SG" sz="12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044A83-00FB-EF15-78CC-4C1230164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8147" y="5623647"/>
                  <a:ext cx="2478882" cy="4414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6A3EC4C3-42CB-6D57-052E-F64063C516A6}"/>
                </a:ext>
              </a:extLst>
            </p:cNvPr>
            <p:cNvSpPr/>
            <p:nvPr/>
          </p:nvSpPr>
          <p:spPr>
            <a:xfrm>
              <a:off x="7448643" y="4201935"/>
              <a:ext cx="723047" cy="441403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0419C3F4-8696-A1EC-150E-68EA6B918206}"/>
                </a:ext>
              </a:extLst>
            </p:cNvPr>
            <p:cNvSpPr/>
            <p:nvPr/>
          </p:nvSpPr>
          <p:spPr>
            <a:xfrm flipH="1">
              <a:off x="9310778" y="4988035"/>
              <a:ext cx="723047" cy="441403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30695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684B2A-297A-DEB0-6C30-BBD46040AB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34614" cy="12033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Suppose the marginal costs of producing good A and good B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000" dirty="0"/>
                  <a:t> and that the </a:t>
                </a:r>
                <a:r>
                  <a:rPr lang="en-US" sz="2000" i="1" dirty="0"/>
                  <a:t>market expands whenever willingness to pay exceeds marginal costs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pPr marL="0" indent="0">
                  <a:buNone/>
                </a:pPr>
                <a:endParaRPr lang="en-US" altLang="en-US" sz="1800" dirty="0"/>
              </a:p>
              <a:p>
                <a:endParaRPr lang="en-SG" sz="2000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D684B2A-297A-DEB0-6C30-BBD46040AB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34614" cy="1203325"/>
              </a:xfrm>
              <a:blipFill>
                <a:blip r:embed="rId3"/>
                <a:stretch>
                  <a:fillRect l="-656" t="-50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E65C5E-86F6-C9B0-A5B4-2F8FE2B44B58}"/>
                  </a:ext>
                </a:extLst>
              </p:cNvPr>
              <p:cNvSpPr txBox="1"/>
              <p:nvPr/>
            </p:nvSpPr>
            <p:spPr>
              <a:xfrm>
                <a:off x="838199" y="3028950"/>
                <a:ext cx="4917282" cy="2710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dirty="0"/>
                  <a:t> the valuation of the marginal adopter is higher than the cost,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US" altLang="en-US" dirty="0"/>
              </a:p>
              <a:p>
                <a:r>
                  <a:rPr lang="en-US" altLang="en-US" dirty="0"/>
                  <a:t>I.e.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en-US" dirty="0"/>
                  <a:t> increases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altLang="en-US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𝟏𝟎𝟎𝟏</m:t>
                    </m:r>
                    <m:r>
                      <a:rPr lang="en-US" altLang="en-US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vice versa.				</a:t>
                </a:r>
                <a:r>
                  <a:rPr lang="en-US" b="1" dirty="0"/>
                  <a:t>(Good B)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altLang="en-US" sz="1800" dirty="0"/>
                  <a:t>No change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alt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E65C5E-86F6-C9B0-A5B4-2F8FE2B44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028950"/>
                <a:ext cx="4917282" cy="2710678"/>
              </a:xfrm>
              <a:prstGeom prst="rect">
                <a:avLst/>
              </a:prstGeom>
              <a:blipFill>
                <a:blip r:embed="rId4"/>
                <a:stretch>
                  <a:fillRect l="-991" t="-13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9F57859-8E21-B1E4-9F3F-7FEE6B05EDFD}"/>
              </a:ext>
            </a:extLst>
          </p:cNvPr>
          <p:cNvGrpSpPr/>
          <p:nvPr/>
        </p:nvGrpSpPr>
        <p:grpSpPr>
          <a:xfrm>
            <a:off x="6436521" y="2863618"/>
            <a:ext cx="5054816" cy="3578185"/>
            <a:chOff x="6436521" y="2863618"/>
            <a:chExt cx="5054816" cy="357818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53D4585-FD31-B3A8-A865-36DA703F0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0571" y="3199613"/>
              <a:ext cx="0" cy="30575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55D0F25-42AB-859B-2B71-0F89B3C7E671}"/>
                </a:ext>
              </a:extLst>
            </p:cNvPr>
            <p:cNvCxnSpPr/>
            <p:nvPr/>
          </p:nvCxnSpPr>
          <p:spPr>
            <a:xfrm>
              <a:off x="6833428" y="6257137"/>
              <a:ext cx="326469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E30FFF-4435-7D55-338F-025EBD77D759}"/>
                    </a:ext>
                  </a:extLst>
                </p:cNvPr>
                <p:cNvSpPr txBox="1"/>
                <p:nvPr/>
              </p:nvSpPr>
              <p:spPr>
                <a:xfrm>
                  <a:off x="9012455" y="3155943"/>
                  <a:ext cx="2478882" cy="499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𝟏𝟎𝟎𝟏</m:t>
                        </m:r>
                        <m:r>
                          <a:rPr lang="en-US" altLang="en-US" sz="14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sz="1400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en-US" sz="14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SG" sz="1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E30FFF-4435-7D55-338F-025EBD77D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2455" y="3155943"/>
                  <a:ext cx="2478882" cy="4995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71237B-2135-43A2-BBD5-6690472BC061}"/>
                    </a:ext>
                  </a:extLst>
                </p:cNvPr>
                <p:cNvSpPr txBox="1"/>
                <p:nvPr/>
              </p:nvSpPr>
              <p:spPr>
                <a:xfrm>
                  <a:off x="6604892" y="2863618"/>
                  <a:ext cx="498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B71237B-2135-43A2-BBD5-6690472BC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4892" y="2863618"/>
                  <a:ext cx="4984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900F8E0-0841-0D78-CFD5-8E6735AD3D3A}"/>
                    </a:ext>
                  </a:extLst>
                </p:cNvPr>
                <p:cNvSpPr txBox="1"/>
                <p:nvPr/>
              </p:nvSpPr>
              <p:spPr>
                <a:xfrm>
                  <a:off x="10120838" y="6072471"/>
                  <a:ext cx="4825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900F8E0-0841-0D78-CFD5-8E6735AD3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0838" y="6072471"/>
                  <a:ext cx="48256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049AFC-5C16-021D-2C3B-465BD83CE199}"/>
                    </a:ext>
                  </a:extLst>
                </p:cNvPr>
                <p:cNvSpPr txBox="1"/>
                <p:nvPr/>
              </p:nvSpPr>
              <p:spPr>
                <a:xfrm>
                  <a:off x="6436521" y="3344896"/>
                  <a:ext cx="2478882" cy="441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200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𝟏𝟎𝟎𝟏</m:t>
                        </m:r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SG" sz="12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F049AFC-5C16-021D-2C3B-465BD83CE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6521" y="3344896"/>
                  <a:ext cx="2478882" cy="44140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044A83-00FB-EF15-78CC-4C1230164F24}"/>
                    </a:ext>
                  </a:extLst>
                </p:cNvPr>
                <p:cNvSpPr txBox="1"/>
                <p:nvPr/>
              </p:nvSpPr>
              <p:spPr>
                <a:xfrm>
                  <a:off x="8008147" y="5623647"/>
                  <a:ext cx="2478882" cy="441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𝟏𝟎𝟎𝟏</m:t>
                        </m:r>
                        <m:r>
                          <a:rPr lang="en-US" altLang="en-US" sz="12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en-US" sz="12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en-US" sz="12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SG" sz="12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044A83-00FB-EF15-78CC-4C1230164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8147" y="5623647"/>
                  <a:ext cx="2478882" cy="4414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6A3EC4C3-42CB-6D57-052E-F64063C516A6}"/>
                </a:ext>
              </a:extLst>
            </p:cNvPr>
            <p:cNvSpPr/>
            <p:nvPr/>
          </p:nvSpPr>
          <p:spPr>
            <a:xfrm rot="5400000">
              <a:off x="7047367" y="4077969"/>
              <a:ext cx="723047" cy="441403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0419C3F4-8696-A1EC-150E-68EA6B918206}"/>
                </a:ext>
              </a:extLst>
            </p:cNvPr>
            <p:cNvSpPr/>
            <p:nvPr/>
          </p:nvSpPr>
          <p:spPr>
            <a:xfrm rot="5400000" flipH="1">
              <a:off x="9310778" y="4988035"/>
              <a:ext cx="723047" cy="441403"/>
            </a:xfrm>
            <a:prstGeom prst="rightArrow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F159BE8-EDD0-88D5-6F2D-06E9BC525453}"/>
                </a:ext>
              </a:extLst>
            </p:cNvPr>
            <p:cNvSpPr/>
            <p:nvPr/>
          </p:nvSpPr>
          <p:spPr>
            <a:xfrm rot="10800000">
              <a:off x="7452159" y="3565510"/>
              <a:ext cx="2564604" cy="2678906"/>
            </a:xfrm>
            <a:custGeom>
              <a:avLst/>
              <a:gdLst>
                <a:gd name="connsiteX0" fmla="*/ 0 w 2378869"/>
                <a:gd name="connsiteY0" fmla="*/ 2586037 h 2586037"/>
                <a:gd name="connsiteX1" fmla="*/ 1035844 w 2378869"/>
                <a:gd name="connsiteY1" fmla="*/ 2407443 h 2586037"/>
                <a:gd name="connsiteX2" fmla="*/ 1821656 w 2378869"/>
                <a:gd name="connsiteY2" fmla="*/ 1921668 h 2586037"/>
                <a:gd name="connsiteX3" fmla="*/ 2178844 w 2378869"/>
                <a:gd name="connsiteY3" fmla="*/ 1100137 h 2586037"/>
                <a:gd name="connsiteX4" fmla="*/ 2378869 w 2378869"/>
                <a:gd name="connsiteY4" fmla="*/ 0 h 2586037"/>
                <a:gd name="connsiteX5" fmla="*/ 2378869 w 2378869"/>
                <a:gd name="connsiteY5" fmla="*/ 0 h 2586037"/>
                <a:gd name="connsiteX6" fmla="*/ 2378869 w 2378869"/>
                <a:gd name="connsiteY6" fmla="*/ 0 h 258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78869" h="2586037">
                  <a:moveTo>
                    <a:pt x="0" y="2586037"/>
                  </a:moveTo>
                  <a:cubicBezTo>
                    <a:pt x="366117" y="2552104"/>
                    <a:pt x="732235" y="2518171"/>
                    <a:pt x="1035844" y="2407443"/>
                  </a:cubicBezTo>
                  <a:cubicBezTo>
                    <a:pt x="1339453" y="2296715"/>
                    <a:pt x="1631156" y="2139552"/>
                    <a:pt x="1821656" y="1921668"/>
                  </a:cubicBezTo>
                  <a:cubicBezTo>
                    <a:pt x="2012156" y="1703784"/>
                    <a:pt x="2085975" y="1420415"/>
                    <a:pt x="2178844" y="1100137"/>
                  </a:cubicBezTo>
                  <a:cubicBezTo>
                    <a:pt x="2271713" y="779859"/>
                    <a:pt x="2378869" y="0"/>
                    <a:pt x="2378869" y="0"/>
                  </a:cubicBezTo>
                  <a:lnTo>
                    <a:pt x="2378869" y="0"/>
                  </a:lnTo>
                  <a:lnTo>
                    <a:pt x="2378869" y="0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83453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FAA6F-1CF8-C0B1-CB27-A767CDBB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01" y="1538511"/>
            <a:ext cx="4922737" cy="481783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/>
              <p:nvPr/>
            </p:nvSpPr>
            <p:spPr>
              <a:xfrm>
                <a:off x="4963487" y="1524274"/>
                <a:ext cx="376000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487" y="1524274"/>
                <a:ext cx="376000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/>
              <p:nvPr/>
            </p:nvSpPr>
            <p:spPr>
              <a:xfrm>
                <a:off x="9523460" y="6094737"/>
                <a:ext cx="365678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460" y="6094737"/>
                <a:ext cx="365678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F4A38-8842-3349-A2E0-084DD0D4CC0A}"/>
                  </a:ext>
                </a:extLst>
              </p:cNvPr>
              <p:cNvSpPr txBox="1"/>
              <p:nvPr/>
            </p:nvSpPr>
            <p:spPr>
              <a:xfrm>
                <a:off x="7903809" y="1147152"/>
                <a:ext cx="2478882" cy="611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  <m:r>
                                <a:rPr lang="en-GB" alt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alt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SG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DF4A38-8842-3349-A2E0-084DD0D4C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809" y="1147152"/>
                <a:ext cx="2478882" cy="611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85F657-A2D0-B163-CAEF-D820C6B5045A}"/>
                  </a:ext>
                </a:extLst>
              </p:cNvPr>
              <p:cNvSpPr txBox="1"/>
              <p:nvPr/>
            </p:nvSpPr>
            <p:spPr>
              <a:xfrm>
                <a:off x="9398098" y="2508565"/>
                <a:ext cx="2478882" cy="611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en-GB" alt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en-US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en-US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SG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85F657-A2D0-B163-CAEF-D820C6B50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98" y="2508565"/>
                <a:ext cx="2478882" cy="6119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8FF677D8-C7CE-C0D3-EB77-98A14762BDE3}"/>
              </a:ext>
            </a:extLst>
          </p:cNvPr>
          <p:cNvSpPr/>
          <p:nvPr/>
        </p:nvSpPr>
        <p:spPr>
          <a:xfrm flipH="1">
            <a:off x="8990249" y="2003056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3A3DA21-39CF-B522-1ACA-C14C5AD496D3}"/>
              </a:ext>
            </a:extLst>
          </p:cNvPr>
          <p:cNvSpPr/>
          <p:nvPr/>
        </p:nvSpPr>
        <p:spPr>
          <a:xfrm flipH="1">
            <a:off x="8872818" y="5819352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0231123-CCC4-2BE2-F301-D86F038D2BE3}"/>
              </a:ext>
            </a:extLst>
          </p:cNvPr>
          <p:cNvSpPr/>
          <p:nvPr/>
        </p:nvSpPr>
        <p:spPr>
          <a:xfrm flipH="1">
            <a:off x="5348619" y="5558665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88BD350-B809-F91A-C7B8-E1B29C5C0A61}"/>
              </a:ext>
            </a:extLst>
          </p:cNvPr>
          <p:cNvSpPr/>
          <p:nvPr/>
        </p:nvSpPr>
        <p:spPr>
          <a:xfrm>
            <a:off x="5584408" y="2090875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BD6E9C6-94A5-CADA-AF1A-A2BA44557474}"/>
              </a:ext>
            </a:extLst>
          </p:cNvPr>
          <p:cNvSpPr/>
          <p:nvPr/>
        </p:nvSpPr>
        <p:spPr>
          <a:xfrm>
            <a:off x="7224176" y="4172085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4E12B8B-FDAC-4F83-ECCB-54652F6C017D}"/>
              </a:ext>
            </a:extLst>
          </p:cNvPr>
          <p:cNvSpPr/>
          <p:nvPr/>
        </p:nvSpPr>
        <p:spPr>
          <a:xfrm rot="5400000">
            <a:off x="5343974" y="2343513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5286890-2634-933F-EDC3-036E6131A5C9}"/>
              </a:ext>
            </a:extLst>
          </p:cNvPr>
          <p:cNvSpPr/>
          <p:nvPr/>
        </p:nvSpPr>
        <p:spPr>
          <a:xfrm rot="5400000">
            <a:off x="9197418" y="2289190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4B14D80-D95A-C901-0625-6DE105FCDDD8}"/>
              </a:ext>
            </a:extLst>
          </p:cNvPr>
          <p:cNvSpPr/>
          <p:nvPr/>
        </p:nvSpPr>
        <p:spPr>
          <a:xfrm rot="5400000">
            <a:off x="5584407" y="5841817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CA7AC8A-2812-968C-DCFD-F50C8F2B42D4}"/>
              </a:ext>
            </a:extLst>
          </p:cNvPr>
          <p:cNvSpPr/>
          <p:nvPr/>
        </p:nvSpPr>
        <p:spPr>
          <a:xfrm rot="16200000" flipV="1">
            <a:off x="7049701" y="3914446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9264F10-9E73-5750-A31C-C5F7FC5B7115}"/>
              </a:ext>
            </a:extLst>
          </p:cNvPr>
          <p:cNvSpPr/>
          <p:nvPr/>
        </p:nvSpPr>
        <p:spPr>
          <a:xfrm rot="16200000" flipV="1">
            <a:off x="9146894" y="5618672"/>
            <a:ext cx="401358" cy="123921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FDDD9-0201-AAF4-A914-6F356BC09949}"/>
              </a:ext>
            </a:extLst>
          </p:cNvPr>
          <p:cNvSpPr txBox="1"/>
          <p:nvPr/>
        </p:nvSpPr>
        <p:spPr>
          <a:xfrm>
            <a:off x="935820" y="2065016"/>
            <a:ext cx="3815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Combining the two plots together..</a:t>
            </a:r>
          </a:p>
        </p:txBody>
      </p:sp>
      <p:pic>
        <p:nvPicPr>
          <p:cNvPr id="1026" name="Picture 2" descr="One Hour Later | SpongeBob Time Card #184">
            <a:extLst>
              <a:ext uri="{FF2B5EF4-FFF2-40B4-BE49-F238E27FC236}">
                <a16:creationId xmlns:a16="http://schemas.microsoft.com/office/drawing/2014/main" id="{6517246D-F190-D877-69B1-99013670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705" y="2776546"/>
            <a:ext cx="3038183" cy="170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6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markets: Equilibria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FAA6F-1CF8-C0B1-CB27-A767CDBB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5" y="1694757"/>
            <a:ext cx="4294086" cy="4202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A52FFE-CD32-0AC7-FC21-878D57BA9F47}"/>
                  </a:ext>
                </a:extLst>
              </p:cNvPr>
              <p:cNvSpPr txBox="1"/>
              <p:nvPr/>
            </p:nvSpPr>
            <p:spPr>
              <a:xfrm>
                <a:off x="5923289" y="2210999"/>
                <a:ext cx="528468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dynamics are a bit more complicated than before as seen in the phase diagram.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However, like before, there are 3 equilibria.</a:t>
                </a:r>
                <a:endParaRPr lang="en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2000" dirty="0"/>
                  <a:t>Two are </a:t>
                </a:r>
                <a:r>
                  <a:rPr lang="en-SG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stable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SG" sz="2000" dirty="0"/>
                  <a:t>High levels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SG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SG" sz="2000" dirty="0"/>
                  <a:t>0 levels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SG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2000" dirty="0"/>
                  <a:t>One is </a:t>
                </a:r>
                <a:r>
                  <a:rPr lang="en-SG" sz="2000" b="1" dirty="0">
                    <a:solidFill>
                      <a:srgbClr val="C00000"/>
                    </a:solidFill>
                  </a:rPr>
                  <a:t>unstable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SG" sz="2000" dirty="0">
                    <a:solidFill>
                      <a:schemeClr val="tx1"/>
                    </a:solidFill>
                  </a:rPr>
                  <a:t>Intermediate levels of</a:t>
                </a:r>
                <a:r>
                  <a:rPr lang="en-SG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SG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SG" sz="2000" b="1" dirty="0">
                  <a:solidFill>
                    <a:srgbClr val="C0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A52FFE-CD32-0AC7-FC21-878D57BA9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289" y="2210999"/>
                <a:ext cx="5284686" cy="3170099"/>
              </a:xfrm>
              <a:prstGeom prst="rect">
                <a:avLst/>
              </a:prstGeom>
              <a:blipFill>
                <a:blip r:embed="rId3"/>
                <a:stretch>
                  <a:fillRect l="-1269" t="-11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EBC9BE92-5F46-40B7-05C3-BF4F476D2D8F}"/>
              </a:ext>
            </a:extLst>
          </p:cNvPr>
          <p:cNvSpPr/>
          <p:nvPr/>
        </p:nvSpPr>
        <p:spPr>
          <a:xfrm>
            <a:off x="3993356" y="2950369"/>
            <a:ext cx="128588" cy="12858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3EA787-265C-81CE-9608-7BF5E4C77F7A}"/>
              </a:ext>
            </a:extLst>
          </p:cNvPr>
          <p:cNvSpPr/>
          <p:nvPr/>
        </p:nvSpPr>
        <p:spPr>
          <a:xfrm>
            <a:off x="1245394" y="5681663"/>
            <a:ext cx="128588" cy="12858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0F924A-0BFC-F3DE-D231-1689F46E8045}"/>
              </a:ext>
            </a:extLst>
          </p:cNvPr>
          <p:cNvSpPr/>
          <p:nvPr/>
        </p:nvSpPr>
        <p:spPr>
          <a:xfrm>
            <a:off x="2269331" y="4626769"/>
            <a:ext cx="128588" cy="12858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/>
              <p:nvPr/>
            </p:nvSpPr>
            <p:spPr>
              <a:xfrm>
                <a:off x="1121688" y="1690688"/>
                <a:ext cx="376000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88" y="1690688"/>
                <a:ext cx="376000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/>
              <p:nvPr/>
            </p:nvSpPr>
            <p:spPr>
              <a:xfrm>
                <a:off x="4953118" y="5615152"/>
                <a:ext cx="365678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118" y="5615152"/>
                <a:ext cx="365678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00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5BA6-7FF1-C4FC-0FA0-68745D56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Two-sided markets: Strategies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095B9-FB33-CE4A-43C9-A4FF7BF7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FAA6F-1CF8-C0B1-CB27-A767CDBBD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5" y="1694757"/>
            <a:ext cx="4294086" cy="4202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A52FFE-CD32-0AC7-FC21-878D57BA9F47}"/>
                  </a:ext>
                </a:extLst>
              </p:cNvPr>
              <p:cNvSpPr txBox="1"/>
              <p:nvPr/>
            </p:nvSpPr>
            <p:spPr>
              <a:xfrm>
                <a:off x="5865019" y="1952298"/>
                <a:ext cx="5284686" cy="36933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2200" b="1" dirty="0"/>
                  <a:t>Big-Push Strategies</a:t>
                </a:r>
              </a:p>
              <a:p>
                <a:endParaRPr lang="en-SG" sz="22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SG" sz="2000" dirty="0"/>
                  <a:t> need to cross some </a:t>
                </a:r>
                <a:r>
                  <a:rPr lang="en-SG" sz="2000" b="1" dirty="0">
                    <a:solidFill>
                      <a:srgbClr val="FF0000"/>
                    </a:solidFill>
                  </a:rPr>
                  <a:t>threshold</a:t>
                </a:r>
                <a:r>
                  <a:rPr lang="en-SG" sz="2000" b="1" dirty="0"/>
                  <a:t> </a:t>
                </a:r>
                <a:r>
                  <a:rPr lang="en-SG" sz="2000" dirty="0"/>
                  <a:t>in order to reach the high stable equilibria.</a:t>
                </a:r>
                <a:endParaRPr lang="en-SG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SG" sz="2200" b="1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SG" sz="2000" dirty="0"/>
                  <a:t>Efficient strategy will depend on relative costs trying to encourage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SG" sz="2200" dirty="0"/>
              </a:p>
              <a:p>
                <a:endParaRPr lang="en-SG" sz="2200" b="1" dirty="0">
                  <a:solidFill>
                    <a:srgbClr val="C00000"/>
                  </a:solidFill>
                </a:endParaRPr>
              </a:p>
              <a:p>
                <a:endParaRPr lang="en-SG" sz="2200" dirty="0">
                  <a:solidFill>
                    <a:srgbClr val="C00000"/>
                  </a:solidFill>
                </a:endParaRPr>
              </a:p>
              <a:p>
                <a:endParaRPr lang="en-SG" sz="2200" b="1" dirty="0">
                  <a:solidFill>
                    <a:srgbClr val="C0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A52FFE-CD32-0AC7-FC21-878D57BA9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19" y="1952298"/>
                <a:ext cx="5284686" cy="3693319"/>
              </a:xfrm>
              <a:prstGeom prst="rect">
                <a:avLst/>
              </a:prstGeom>
              <a:blipFill>
                <a:blip r:embed="rId3"/>
                <a:stretch>
                  <a:fillRect l="-1499" t="-990" r="-14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EBC9BE92-5F46-40B7-05C3-BF4F476D2D8F}"/>
              </a:ext>
            </a:extLst>
          </p:cNvPr>
          <p:cNvSpPr/>
          <p:nvPr/>
        </p:nvSpPr>
        <p:spPr>
          <a:xfrm>
            <a:off x="3993356" y="2950369"/>
            <a:ext cx="128588" cy="12858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3EA787-265C-81CE-9608-7BF5E4C77F7A}"/>
              </a:ext>
            </a:extLst>
          </p:cNvPr>
          <p:cNvSpPr/>
          <p:nvPr/>
        </p:nvSpPr>
        <p:spPr>
          <a:xfrm>
            <a:off x="1245394" y="5681663"/>
            <a:ext cx="128588" cy="12858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0F924A-0BFC-F3DE-D231-1689F46E8045}"/>
              </a:ext>
            </a:extLst>
          </p:cNvPr>
          <p:cNvSpPr/>
          <p:nvPr/>
        </p:nvSpPr>
        <p:spPr>
          <a:xfrm>
            <a:off x="2269331" y="4626769"/>
            <a:ext cx="128588" cy="12858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/>
              <p:nvPr/>
            </p:nvSpPr>
            <p:spPr>
              <a:xfrm>
                <a:off x="1121688" y="1690688"/>
                <a:ext cx="376000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3B1998-1AB8-0BEC-6B01-0B4ABD7E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88" y="1690688"/>
                <a:ext cx="376000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/>
              <p:nvPr/>
            </p:nvSpPr>
            <p:spPr>
              <a:xfrm>
                <a:off x="4953118" y="5615152"/>
                <a:ext cx="365678" cy="261610"/>
              </a:xfrm>
              <a:prstGeom prst="rect">
                <a:avLst/>
              </a:prstGeom>
              <a:solidFill>
                <a:srgbClr val="C7EAFB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SG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38B73A-AF4C-EE97-EAA5-2FF494CF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118" y="5615152"/>
                <a:ext cx="365678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2CBE1C5-C363-621D-DCB6-216E780D8CC2}"/>
              </a:ext>
            </a:extLst>
          </p:cNvPr>
          <p:cNvSpPr/>
          <p:nvPr/>
        </p:nvSpPr>
        <p:spPr>
          <a:xfrm>
            <a:off x="1288820" y="3848705"/>
            <a:ext cx="1900518" cy="1846729"/>
          </a:xfrm>
          <a:custGeom>
            <a:avLst/>
            <a:gdLst>
              <a:gd name="connsiteX0" fmla="*/ 0 w 1900518"/>
              <a:gd name="connsiteY0" fmla="*/ 0 h 1846729"/>
              <a:gd name="connsiteX1" fmla="*/ 398929 w 1900518"/>
              <a:gd name="connsiteY1" fmla="*/ 273423 h 1846729"/>
              <a:gd name="connsiteX2" fmla="*/ 779929 w 1900518"/>
              <a:gd name="connsiteY2" fmla="*/ 564776 h 1846729"/>
              <a:gd name="connsiteX3" fmla="*/ 1066800 w 1900518"/>
              <a:gd name="connsiteY3" fmla="*/ 806823 h 1846729"/>
              <a:gd name="connsiteX4" fmla="*/ 1515035 w 1900518"/>
              <a:gd name="connsiteY4" fmla="*/ 1290917 h 1846729"/>
              <a:gd name="connsiteX5" fmla="*/ 1748118 w 1900518"/>
              <a:gd name="connsiteY5" fmla="*/ 1600200 h 1846729"/>
              <a:gd name="connsiteX6" fmla="*/ 1900518 w 1900518"/>
              <a:gd name="connsiteY6" fmla="*/ 1846729 h 1846729"/>
              <a:gd name="connsiteX7" fmla="*/ 1900518 w 1900518"/>
              <a:gd name="connsiteY7" fmla="*/ 1846729 h 1846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518" h="1846729">
                <a:moveTo>
                  <a:pt x="0" y="0"/>
                </a:moveTo>
                <a:cubicBezTo>
                  <a:pt x="134470" y="89647"/>
                  <a:pt x="268941" y="179294"/>
                  <a:pt x="398929" y="273423"/>
                </a:cubicBezTo>
                <a:cubicBezTo>
                  <a:pt x="528917" y="367552"/>
                  <a:pt x="668617" y="475876"/>
                  <a:pt x="779929" y="564776"/>
                </a:cubicBezTo>
                <a:cubicBezTo>
                  <a:pt x="891241" y="653676"/>
                  <a:pt x="944282" y="685800"/>
                  <a:pt x="1066800" y="806823"/>
                </a:cubicBezTo>
                <a:cubicBezTo>
                  <a:pt x="1189318" y="927846"/>
                  <a:pt x="1401482" y="1158688"/>
                  <a:pt x="1515035" y="1290917"/>
                </a:cubicBezTo>
                <a:cubicBezTo>
                  <a:pt x="1628588" y="1423146"/>
                  <a:pt x="1683871" y="1507565"/>
                  <a:pt x="1748118" y="1600200"/>
                </a:cubicBezTo>
                <a:cubicBezTo>
                  <a:pt x="1812365" y="1692835"/>
                  <a:pt x="1900518" y="1846729"/>
                  <a:pt x="1900518" y="1846729"/>
                </a:cubicBezTo>
                <a:lnTo>
                  <a:pt x="1900518" y="1846729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3CD64F-FBE6-43E7-B9B5-318695C64294}"/>
              </a:ext>
            </a:extLst>
          </p:cNvPr>
          <p:cNvCxnSpPr>
            <a:cxnSpLocks/>
            <a:endCxn id="12" idx="7"/>
          </p:cNvCxnSpPr>
          <p:nvPr/>
        </p:nvCxnSpPr>
        <p:spPr>
          <a:xfrm flipV="1">
            <a:off x="1369772" y="4645600"/>
            <a:ext cx="1009316" cy="103058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FB4883-396A-C055-8AEC-B2A50B84D35C}"/>
              </a:ext>
            </a:extLst>
          </p:cNvPr>
          <p:cNvCxnSpPr/>
          <p:nvPr/>
        </p:nvCxnSpPr>
        <p:spPr>
          <a:xfrm>
            <a:off x="1423842" y="5745957"/>
            <a:ext cx="181956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1B74CC-0938-061C-EA59-03081BFB943D}"/>
              </a:ext>
            </a:extLst>
          </p:cNvPr>
          <p:cNvCxnSpPr>
            <a:cxnSpLocks/>
          </p:cNvCxnSpPr>
          <p:nvPr/>
        </p:nvCxnSpPr>
        <p:spPr>
          <a:xfrm flipV="1">
            <a:off x="1271732" y="3876214"/>
            <a:ext cx="0" cy="1791709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23689173-E4BE-B459-BBC3-32DCE14BE84E}"/>
              </a:ext>
            </a:extLst>
          </p:cNvPr>
          <p:cNvSpPr/>
          <p:nvPr/>
        </p:nvSpPr>
        <p:spPr>
          <a:xfrm>
            <a:off x="708453" y="5308221"/>
            <a:ext cx="1073881" cy="875472"/>
          </a:xfrm>
          <a:prstGeom prst="arc">
            <a:avLst/>
          </a:pr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2662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781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sz="2000" dirty="0"/>
                  <a:t>Consider the same model of two side markets. </a:t>
                </a:r>
              </a:p>
              <a:p>
                <a:pPr marL="0" indent="0">
                  <a:buNone/>
                </a:pPr>
                <a:r>
                  <a:rPr lang="en-SG" sz="2000" dirty="0"/>
                  <a:t>Everything is the same, except that we have preferences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SG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SG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bSup>
                    <m:r>
                      <a:rPr lang="en-SG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SG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GB" sz="20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SG" sz="2000" dirty="0"/>
                  <a:t>What is the inverse demand curve for good A?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SG" sz="2000" dirty="0"/>
                  <a:t>What is the inverse demand curve for good B?</a:t>
                </a:r>
              </a:p>
              <a:p>
                <a:pPr marL="457200" lvl="1" indent="0">
                  <a:buNone/>
                </a:pPr>
                <a:endParaRPr lang="en-GB" sz="1800" dirty="0"/>
              </a:p>
              <a:p>
                <a:pPr marL="457200" indent="-457200">
                  <a:buFont typeface="+mj-lt"/>
                  <a:buAutoNum type="arabicPeriod"/>
                </a:pPr>
                <a:endParaRPr lang="en-GB" sz="2000" dirty="0"/>
              </a:p>
              <a:p>
                <a:endParaRPr lang="en-GB" sz="2000" dirty="0"/>
              </a:p>
              <a:p>
                <a:pPr marL="457200" indent="-457200">
                  <a:buFont typeface="+mj-lt"/>
                  <a:buAutoNum type="alphaLcParenR"/>
                </a:pPr>
                <a:endParaRPr lang="en-GB" sz="2000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GB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GB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GB" sz="1800" dirty="0"/>
              </a:p>
              <a:p>
                <a:pPr lvl="1"/>
                <a:endParaRPr lang="en-GB" sz="1800" dirty="0"/>
              </a:p>
              <a:p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78187"/>
              </a:xfrm>
              <a:blipFill>
                <a:blip r:embed="rId3"/>
                <a:stretch>
                  <a:fillRect l="-638" t="-342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986EC-01F2-4839-4098-2D1979F6F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514" y="365125"/>
            <a:ext cx="2079535" cy="2037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E83E53-09AC-1F74-FD84-5D6723976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306" y="3206030"/>
            <a:ext cx="3128387" cy="3061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A0C25F-1B08-920C-0ED1-7D94E90FDAA7}"/>
              </a:ext>
            </a:extLst>
          </p:cNvPr>
          <p:cNvSpPr txBox="1"/>
          <p:nvPr/>
        </p:nvSpPr>
        <p:spPr>
          <a:xfrm>
            <a:off x="791283" y="4336783"/>
            <a:ext cx="7481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3. Select all points where if we start from them, the high stable equilibrium be reached.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91F453-E68C-1EFF-D125-F7809340AEF2}"/>
              </a:ext>
            </a:extLst>
          </p:cNvPr>
          <p:cNvSpPr/>
          <p:nvPr/>
        </p:nvSpPr>
        <p:spPr>
          <a:xfrm>
            <a:off x="9428629" y="3827344"/>
            <a:ext cx="210671" cy="201239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42D462-3356-5B41-28B1-0E6DDACB8CE6}"/>
              </a:ext>
            </a:extLst>
          </p:cNvPr>
          <p:cNvSpPr/>
          <p:nvPr/>
        </p:nvSpPr>
        <p:spPr>
          <a:xfrm>
            <a:off x="8792135" y="5207909"/>
            <a:ext cx="210671" cy="201239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0A24DE-9CB1-1F3F-91D8-79C6BD5B1BC8}"/>
              </a:ext>
            </a:extLst>
          </p:cNvPr>
          <p:cNvSpPr/>
          <p:nvPr/>
        </p:nvSpPr>
        <p:spPr>
          <a:xfrm>
            <a:off x="9982200" y="5673364"/>
            <a:ext cx="210671" cy="201239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AB176D-6698-236B-4BC5-DCF477945CE5}"/>
              </a:ext>
            </a:extLst>
          </p:cNvPr>
          <p:cNvSpPr/>
          <p:nvPr/>
        </p:nvSpPr>
        <p:spPr>
          <a:xfrm>
            <a:off x="11143129" y="3626105"/>
            <a:ext cx="210671" cy="201239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448564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B178-01C8-4DCD-B46E-160FEEC9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59" y="2007394"/>
            <a:ext cx="11003210" cy="23502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Information Technology:</a:t>
            </a:r>
            <a:br>
              <a:rPr lang="en-US" dirty="0"/>
            </a:br>
            <a:r>
              <a:rPr lang="en-US" dirty="0"/>
              <a:t>Forms of Competition </a:t>
            </a:r>
            <a:br>
              <a:rPr lang="en-US" dirty="0"/>
            </a:b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C9B7-DF34-4648-B4D4-15F4079D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022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Competition with Information Technology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366829" cy="475547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With the advent of information technology, and its special characteristics, its goods are often associated with </a:t>
            </a:r>
            <a:r>
              <a:rPr lang="en-US" altLang="en-US" sz="2000" i="1" dirty="0"/>
              <a:t>unique forms of competition</a:t>
            </a:r>
            <a:r>
              <a:rPr lang="en-US" altLang="en-US" sz="2000" dirty="0"/>
              <a:t> compared to standard goods.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000" dirty="0"/>
          </a:p>
          <a:p>
            <a:r>
              <a:rPr lang="en-US" altLang="en-US" sz="2000" dirty="0"/>
              <a:t>For example:</a:t>
            </a:r>
          </a:p>
          <a:p>
            <a:pPr lvl="1"/>
            <a:r>
              <a:rPr lang="en-US" altLang="en-US" sz="1800" dirty="0"/>
              <a:t>IT components often work together in systems due to complementarities.</a:t>
            </a:r>
          </a:p>
          <a:p>
            <a:pPr lvl="1"/>
            <a:r>
              <a:rPr lang="en-US" altLang="en-US" sz="1800" dirty="0"/>
              <a:t>Digital products are scalable easily at low cost and can be easily shared.</a:t>
            </a:r>
          </a:p>
          <a:p>
            <a:pPr lvl="1"/>
            <a:r>
              <a:rPr lang="en-US" altLang="en-US" sz="1800" dirty="0"/>
              <a:t>Software encryption means that it is possible to exclude individuals easily.</a:t>
            </a:r>
          </a:p>
          <a:p>
            <a:pPr lvl="1"/>
            <a:r>
              <a:rPr lang="en-US" altLang="en-US" sz="1800" dirty="0"/>
              <a:t>Consumption does not imply owning the good physically or even digitally</a:t>
            </a:r>
          </a:p>
          <a:p>
            <a:endParaRPr lang="en-US" altLang="en-US" sz="2000" dirty="0"/>
          </a:p>
          <a:p>
            <a:r>
              <a:rPr lang="en-US" altLang="en-US" sz="2000" b="1" dirty="0"/>
              <a:t>We will be looking at consequences of this in several simple models.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E3CB3-0DFE-7F94-D75B-67ABDE72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6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B178-01C8-4DCD-B46E-160FEEC9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59" y="2576174"/>
            <a:ext cx="10786672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Competition with Switching Costs  </a:t>
            </a:r>
            <a:br>
              <a:rPr lang="en-US" dirty="0"/>
            </a:b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C9B7-DF34-4648-B4D4-15F4079D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750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Lock-In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199" y="1456791"/>
                <a:ext cx="10366829" cy="4755473"/>
              </a:xfrm>
            </p:spPr>
            <p:txBody>
              <a:bodyPr>
                <a:normAutofit/>
              </a:bodyPr>
              <a:lstStyle/>
              <a:p>
                <a:pPr eaLnBrk="1" hangingPunct="1">
                  <a:lnSpc>
                    <a:spcPct val="9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000" dirty="0"/>
                  <a:t>Strong complementarities or network externalities make switching from one technology to another very costly. This is called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lock-in</a:t>
                </a:r>
                <a:r>
                  <a:rPr lang="en-US" altLang="en-US" sz="2000" dirty="0"/>
                  <a:t>.</a:t>
                </a:r>
              </a:p>
              <a:p>
                <a:pPr lvl="1"/>
                <a:r>
                  <a:rPr lang="en-US" altLang="en-US" sz="1800" dirty="0"/>
                  <a:t>E.g. Running Windows on a Mac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en-US" sz="1800" dirty="0"/>
                  <a:t> little support between hardware and software.</a:t>
                </a:r>
              </a:p>
              <a:p>
                <a:pPr lvl="1"/>
                <a:r>
                  <a:rPr lang="en-US" altLang="en-US" sz="1800" dirty="0"/>
                  <a:t>E.g. Social Network Services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en-US" sz="1800" dirty="0"/>
                  <a:t> other services might not have a sustainable size.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2000" dirty="0"/>
                  <a:t>How do markets operate when there are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switching costs</a:t>
                </a:r>
                <a:r>
                  <a:rPr lang="en-US" altLang="en-US" sz="2000" dirty="0"/>
                  <a:t> generated by such network externalities or complementarities?</a:t>
                </a:r>
              </a:p>
              <a:p>
                <a:pPr lvl="1"/>
                <a:r>
                  <a:rPr lang="en-US" altLang="en-US" sz="1800" dirty="0"/>
                  <a:t>Firms often </a:t>
                </a:r>
                <a:r>
                  <a:rPr lang="en-US" altLang="en-US" sz="1800" i="1" dirty="0"/>
                  <a:t>compete up front </a:t>
                </a:r>
                <a:r>
                  <a:rPr lang="en-US" altLang="en-US" sz="1800" dirty="0"/>
                  <a:t>with lower prices to acquire consumers, BUT </a:t>
                </a:r>
                <a:br>
                  <a:rPr lang="en-US" altLang="en-US" sz="1800" dirty="0"/>
                </a:br>
                <a:r>
                  <a:rPr lang="en-US" altLang="en-US" sz="1800" dirty="0"/>
                  <a:t>subsequently raise prices once a consumer has been acquired.</a:t>
                </a:r>
              </a:p>
              <a:p>
                <a:pPr lvl="1"/>
                <a:r>
                  <a:rPr lang="en-US" altLang="en-US" sz="1800" dirty="0"/>
                  <a:t>E.g. Internet service providers, phone contracts, gaming consoles… 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/>
              </a:p>
              <a:p>
                <a:pPr marL="457200" lvl="1" indent="0">
                  <a:buNone/>
                </a:pPr>
                <a:endParaRPr lang="en-US" altLang="en-US" sz="1800" dirty="0"/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491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56791"/>
                <a:ext cx="10366829" cy="4755473"/>
              </a:xfrm>
              <a:blipFill>
                <a:blip r:embed="rId3"/>
                <a:stretch>
                  <a:fillRect l="-4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AEF2F-6F37-16A4-AF4D-C9BE8538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7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790948" cy="4755473"/>
              </a:xfrm>
            </p:spPr>
            <p:txBody>
              <a:bodyPr>
                <a:normAutofit/>
              </a:bodyPr>
              <a:lstStyle/>
              <a:p>
                <a:endParaRPr lang="en-US" altLang="en-US" sz="2000" dirty="0"/>
              </a:p>
              <a:p>
                <a:r>
                  <a:rPr lang="en-US" altLang="en-US" sz="2000" dirty="0"/>
                  <a:t>Producer</a:t>
                </a:r>
                <a:r>
                  <a:rPr lang="ja-JP" altLang="en-US" sz="2000" dirty="0"/>
                  <a:t>’</a:t>
                </a:r>
                <a:r>
                  <a:rPr lang="en-US" altLang="ja-JP" sz="2000" dirty="0"/>
                  <a:t>s cost per month of providing a (similar) network service is</a:t>
                </a:r>
                <a:r>
                  <a:rPr lang="en-US" altLang="ja-JP" sz="2000" spc="3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000" b="0" i="1" spc="30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ja-JP" sz="2000" dirty="0"/>
                  <a:t> per customer.</a:t>
                </a:r>
              </a:p>
              <a:p>
                <a:pPr eaLnBrk="1" hangingPunct="1"/>
                <a:r>
                  <a:rPr lang="en-US" altLang="en-US" sz="2000" dirty="0"/>
                  <a:t>Customer</a:t>
                </a:r>
                <a:r>
                  <a:rPr lang="ja-JP" altLang="en-US" sz="2000" dirty="0"/>
                  <a:t>’</a:t>
                </a:r>
                <a:r>
                  <a:rPr lang="en-US" altLang="ja-JP" sz="2000" dirty="0"/>
                  <a:t>s switching cost is 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ja-JP" sz="2000" dirty="0"/>
                  <a:t>.</a:t>
                </a:r>
              </a:p>
              <a:p>
                <a:pPr eaLnBrk="1" hangingPunct="1"/>
                <a:r>
                  <a:rPr lang="en-US" altLang="en-US" sz="2000" dirty="0"/>
                  <a:t>Producer offers a one-month discount,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sz="2000" i="1" dirty="0"/>
                  <a:t>.</a:t>
                </a:r>
              </a:p>
              <a:p>
                <a:pPr eaLnBrk="1" hangingPunct="1"/>
                <a:r>
                  <a:rPr lang="en-US" altLang="en-US" sz="2000" dirty="0"/>
                  <a:t>Rate of interest is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eaLnBrk="1" hangingPunct="1"/>
                <a:r>
                  <a:rPr lang="en-US" altLang="en-US" sz="2000" dirty="0"/>
                  <a:t>All producers set the same non-discounted price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en-US" sz="2000" dirty="0"/>
                  <a:t> per month.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Assuming an infinite number of time periods, when is switching producers rational for a customer?</a:t>
                </a:r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5017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790948" cy="4755473"/>
              </a:xfrm>
              <a:blipFill>
                <a:blip r:embed="rId3"/>
                <a:stretch>
                  <a:fillRect l="-6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6BB23B-587A-8E83-25A1-886D8B00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16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33929F-E61D-DA81-8106-6F34EAFE6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601"/>
            <a:ext cx="560881" cy="62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8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7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652325"/>
                <a:ext cx="10380260" cy="47554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G" altLang="en-US" b="1" dirty="0"/>
                  <a:t>At any time 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SG" altLang="en-US" b="1" dirty="0"/>
              </a:p>
              <a:p>
                <a:r>
                  <a:rPr lang="en-SG" altLang="en-US" sz="2000" dirty="0"/>
                  <a:t>Consumer’s present value of </a:t>
                </a:r>
                <a:r>
                  <a:rPr lang="en-SG" altLang="en-US" sz="2000" b="1" dirty="0"/>
                  <a:t>cost</a:t>
                </a:r>
                <a:r>
                  <a:rPr lang="en-SG" altLang="en-US" sz="2000" dirty="0"/>
                  <a:t> of not switching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+…=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num>
                        <m:den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den>
                      </m:f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alt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altLang="en-US" sz="2000" i="1" dirty="0"/>
              </a:p>
              <a:p>
                <a:r>
                  <a:rPr lang="en-US" altLang="en-US" sz="2000" dirty="0"/>
                  <a:t>Consumer’s </a:t>
                </a:r>
                <a:r>
                  <a:rPr lang="en-SG" altLang="en-US" sz="2000" dirty="0"/>
                  <a:t>present value of </a:t>
                </a:r>
                <a:r>
                  <a:rPr lang="en-US" altLang="en-US" sz="2000" b="1" dirty="0"/>
                  <a:t>cost</a:t>
                </a:r>
                <a:r>
                  <a:rPr lang="en-US" altLang="en-US" sz="2000" dirty="0"/>
                  <a:t> of switching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SG" alt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+…=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SG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SG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SG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altLang="en-US" sz="2000" i="1" dirty="0"/>
              </a:p>
              <a:p>
                <a:pPr eaLnBrk="1" hangingPunct="1"/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sz="2000" dirty="0"/>
                  <a:t>Consumer should switch if they can get the service at a lower cost:</a:t>
                </a:r>
                <a:br>
                  <a:rPr lang="en-US" altLang="en-US" sz="2000" dirty="0"/>
                </a:br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f>
                      <m:fPr>
                        <m:ctrlPr>
                          <a:rPr lang="en-SG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SG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alt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alt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SG" alt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SG" altLang="en-US" sz="2000" b="0" dirty="0"/>
                  <a:t>,  </a:t>
                </a:r>
                <a:r>
                  <a:rPr lang="en-US" altLang="en-US" sz="2000" dirty="0"/>
                  <a:t>i.e. if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5017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52325"/>
                <a:ext cx="10380260" cy="4755473"/>
              </a:xfrm>
              <a:blipFill>
                <a:blip r:embed="rId3"/>
                <a:stretch>
                  <a:fillRect l="-764" t="-15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0552C27-0DB1-F997-6BA6-1E0546270C34}"/>
              </a:ext>
            </a:extLst>
          </p:cNvPr>
          <p:cNvSpPr txBox="1"/>
          <p:nvPr/>
        </p:nvSpPr>
        <p:spPr>
          <a:xfrm>
            <a:off x="8538246" y="1223440"/>
            <a:ext cx="2486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Sum to infinity for geometric progression.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9AE7F1-D68E-877A-C50E-9023CD1DFF0C}"/>
              </a:ext>
            </a:extLst>
          </p:cNvPr>
          <p:cNvCxnSpPr/>
          <p:nvPr/>
        </p:nvCxnSpPr>
        <p:spPr>
          <a:xfrm flipH="1">
            <a:off x="7861540" y="1650431"/>
            <a:ext cx="552090" cy="5579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FE20E-55EE-EAAA-97A7-6C9B883E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12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en-US" sz="2000" dirty="0"/>
              </a:p>
              <a:p>
                <a:pPr marL="0" indent="0">
                  <a:buNone/>
                </a:pPr>
                <a:r>
                  <a:rPr lang="en-US" altLang="en-US" sz="2000" b="1" dirty="0"/>
                  <a:t>What is the market equilibrium discount?</a:t>
                </a:r>
              </a:p>
              <a:p>
                <a:r>
                  <a:rPr lang="en-US" altLang="en-US" sz="1800" dirty="0"/>
                  <a:t>Producer competition will ensure at a market equilibrium that </a:t>
                </a:r>
                <a:r>
                  <a:rPr lang="en-US" altLang="en-US" sz="1800" b="1" dirty="0"/>
                  <a:t>customers are indifferent between switching or not</a:t>
                </a:r>
                <a:r>
                  <a:rPr lang="en-US" altLang="en-US" sz="1800" dirty="0"/>
                  <a:t>  </a:t>
                </a:r>
                <a:r>
                  <a:rPr lang="en-US" altLang="en-US" sz="1800" dirty="0">
                    <a:sym typeface="Symbol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a:rPr lang="en-US" altLang="en-US" sz="1800" i="1">
                        <a:latin typeface="Cambria Math"/>
                      </a:rPr>
                      <m:t>𝑑</m:t>
                    </m:r>
                    <m:r>
                      <a:rPr lang="en-US" altLang="en-US" sz="1800" b="0" i="1" smtClean="0">
                        <a:latin typeface="Cambria Math"/>
                      </a:rPr>
                      <m:t>=</m:t>
                    </m:r>
                    <m:r>
                      <a:rPr lang="en-US" altLang="en-US" sz="1800" i="1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altLang="en-US" sz="1800" dirty="0"/>
                  <a:t>.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en-US" sz="1800" dirty="0">
                    <a:sym typeface="Symbol" pitchFamily="18" charset="2"/>
                  </a:rPr>
                  <a:t>In other words, the equilibrium value of the discount only just makes it worthwhile for the customer to switch.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2000" dirty="0">
                  <a:sym typeface="Symbol" pitchFamily="18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en-US" sz="2000" dirty="0">
                    <a:sym typeface="Symbol" pitchFamily="18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𝑑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𝑠</m:t>
                    </m:r>
                  </m:oMath>
                </a14:m>
                <a:r>
                  <a:rPr lang="en-US" altLang="en-US" sz="2000" dirty="0"/>
                  <a:t>, the PV of producer’s profits per consumer is:</a:t>
                </a:r>
                <a:endParaRPr lang="en-US" altLang="en-US" sz="1800" b="0" i="1" dirty="0">
                  <a:latin typeface="Cambria Math" panose="02040503050406030204" pitchFamily="18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altLang="en-US" sz="1800" b="0" i="1" dirty="0"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p>
                            <m:sSupPr>
                              <m:ctrlPr>
                                <a:rPr lang="en-SG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SG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altLang="en-US" sz="20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SG" altLang="en-US" sz="20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SG" alt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+…=</m:t>
                      </m:r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SG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563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1A257-DE60-899F-386E-DD28144F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27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:r>
                  <a:rPr lang="en-SG" altLang="en-US" sz="2000" b="1" dirty="0"/>
                  <a:t>What is the market equilibrium price?</a:t>
                </a:r>
              </a:p>
              <a:p>
                <a:r>
                  <a:rPr lang="en-SG" altLang="en-US" sz="1800" dirty="0"/>
                  <a:t>At equilibrium in a perfectly competitive market, zero profits: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altLang="en-US" sz="18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altLang="en-US" sz="18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altLang="en-US" sz="1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altLang="en-US" sz="1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SG" altLang="en-US" sz="1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SG" altLang="en-US" sz="1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SG" altLang="en-US" sz="18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altLang="en-US" sz="1800" b="0" dirty="0"/>
                </a:br>
                <a:endParaRPr lang="en-SG" altLang="en-US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SG" altLang="en-US" sz="1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1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SG" alt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SG" alt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alt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  <m:r>
                        <a:rPr lang="en-SG" altLang="en-US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altLang="en-US" sz="18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GB" altLang="en-US" sz="1800" dirty="0"/>
                  <a:t>    </a:t>
                </a:r>
                <a:br>
                  <a:rPr lang="en-GB" altLang="en-US" sz="1800" dirty="0"/>
                </a:br>
                <a:r>
                  <a:rPr lang="en-GB" altLang="en-US" sz="1800" dirty="0"/>
                  <a:t>    The producer’s price is its </a:t>
                </a:r>
                <a:r>
                  <a:rPr lang="en-GB" altLang="en-US" sz="1800" b="1" dirty="0">
                    <a:solidFill>
                      <a:srgbClr val="0000FF"/>
                    </a:solidFill>
                  </a:rPr>
                  <a:t>marginal cost</a:t>
                </a:r>
                <a:r>
                  <a:rPr lang="en-GB" altLang="en-US" sz="1800" dirty="0"/>
                  <a:t> plus a </a:t>
                </a:r>
                <a:r>
                  <a:rPr lang="en-GB" altLang="en-US" sz="1800" b="1" dirty="0">
                    <a:solidFill>
                      <a:srgbClr val="FF0000"/>
                    </a:solidFill>
                  </a:rPr>
                  <a:t>markup</a:t>
                </a:r>
                <a:r>
                  <a:rPr lang="en-GB" altLang="en-US" sz="1800" dirty="0"/>
                  <a:t> that is a fraction of the consumer’s  </a:t>
                </a:r>
                <a:br>
                  <a:rPr lang="en-GB" altLang="en-US" sz="1800" dirty="0"/>
                </a:br>
                <a:r>
                  <a:rPr lang="en-GB" altLang="en-US" sz="1800" dirty="0"/>
                  <a:t>    switching cost. </a:t>
                </a:r>
              </a:p>
              <a:p>
                <a:pPr marL="0" indent="0">
                  <a:buNone/>
                </a:pPr>
                <a:endParaRPr lang="en-GB" altLang="en-US" sz="1800" dirty="0"/>
              </a:p>
              <a:p>
                <a:r>
                  <a:rPr lang="en-GB" altLang="en-US" sz="1800" dirty="0"/>
                  <a:t>Without switching costs, </a:t>
                </a:r>
                <a14:m>
                  <m:oMath xmlns:m="http://schemas.openxmlformats.org/officeDocument/2006/math"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altLang="en-US" sz="1800" dirty="0"/>
                  <a:t> as in a standard model. </a:t>
                </a:r>
              </a:p>
              <a:p>
                <a:pPr marL="0" indent="0">
                  <a:buNone/>
                </a:pPr>
                <a:r>
                  <a:rPr lang="en-GB" altLang="en-US" sz="2000" b="1" dirty="0"/>
                  <a:t>Thus, switching costs grant firms some market power!</a:t>
                </a:r>
              </a:p>
              <a:p>
                <a:endParaRPr lang="en-GB" altLang="en-US" sz="2000" dirty="0"/>
              </a:p>
              <a:p>
                <a:endParaRPr lang="en-GB" altLang="en-US" sz="2000" dirty="0"/>
              </a:p>
              <a:p>
                <a:endParaRPr lang="en-US" altLang="en-US" sz="2000" dirty="0"/>
              </a:p>
            </p:txBody>
          </p:sp>
        </mc:Choice>
        <mc:Fallback xmlns="">
          <p:sp>
            <p:nvSpPr>
              <p:cNvPr id="563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2AFCF-1BB3-FDF8-517C-9BBD8095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19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B9E400-BA9F-EEBB-F465-2122C07DA770}"/>
              </a:ext>
            </a:extLst>
          </p:cNvPr>
          <p:cNvSpPr txBox="1"/>
          <p:nvPr/>
        </p:nvSpPr>
        <p:spPr>
          <a:xfrm>
            <a:off x="7194178" y="2063756"/>
            <a:ext cx="1274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rgbClr val="00B0F0"/>
                </a:solidFill>
              </a:rPr>
              <a:t>First period profit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3FF33-9D7E-133B-A85F-8B2EE17291FC}"/>
              </a:ext>
            </a:extLst>
          </p:cNvPr>
          <p:cNvSpPr txBox="1"/>
          <p:nvPr/>
        </p:nvSpPr>
        <p:spPr>
          <a:xfrm>
            <a:off x="8806553" y="2728512"/>
            <a:ext cx="1386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Present value of subsequent periods’ profits</a:t>
            </a:r>
          </a:p>
        </p:txBody>
      </p:sp>
    </p:spTree>
    <p:extLst>
      <p:ext uri="{BB962C8B-B14F-4D97-AF65-F5344CB8AC3E}">
        <p14:creationId xmlns:p14="http://schemas.microsoft.com/office/powerpoint/2010/main" val="186024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endParaRPr lang="en-GB" altLang="en-US" sz="2000" dirty="0"/>
              </a:p>
              <a:p>
                <a:r>
                  <a:rPr lang="en-GB" altLang="en-US" sz="2000" dirty="0"/>
                  <a:t>Sometimes, firms have other sources of revenue besides the monthly subscriptions</a:t>
                </a:r>
              </a:p>
              <a:p>
                <a:pPr lvl="1"/>
                <a:r>
                  <a:rPr lang="en-GB" altLang="en-US" sz="1800" dirty="0"/>
                  <a:t>E.g. ad revenue from consumers, data gained from serving consumers.</a:t>
                </a:r>
              </a:p>
              <a:p>
                <a:pPr lvl="1"/>
                <a:r>
                  <a:rPr lang="en-GB" altLang="en-US" sz="1800" dirty="0"/>
                  <a:t>It is easy to implement this in our model.</a:t>
                </a:r>
              </a:p>
              <a:p>
                <a:endParaRPr lang="en-GB" altLang="en-US" sz="2000" dirty="0"/>
              </a:p>
              <a:p>
                <a:r>
                  <a:rPr lang="en-GB" altLang="en-US" sz="2000" dirty="0"/>
                  <a:t>Suppose there is ad revenue of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altLang="en-US" sz="2000" dirty="0"/>
                  <a:t> generated by the consumer each month..</a:t>
                </a:r>
              </a:p>
              <a:p>
                <a:endParaRPr lang="en-GB" altLang="en-US" sz="2000" dirty="0"/>
              </a:p>
              <a:p>
                <a:pPr marL="0" indent="0">
                  <a:buNone/>
                </a:pPr>
                <a:endParaRPr lang="en-GB" altLang="en-US" sz="2000" b="1" dirty="0"/>
              </a:p>
              <a:p>
                <a:pPr marL="0" indent="0">
                  <a:buNone/>
                </a:pPr>
                <a:r>
                  <a:rPr lang="en-GB" altLang="en-US" sz="2000" b="1" dirty="0"/>
                  <a:t>How will the market change?</a:t>
                </a:r>
              </a:p>
            </p:txBody>
          </p:sp>
        </mc:Choice>
        <mc:Fallback xmlns="">
          <p:sp>
            <p:nvSpPr>
              <p:cNvPr id="563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229C0-E98C-C1AD-9F37-E329528D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831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Competition &amp; Switching Costs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</p:spPr>
            <p:txBody>
              <a:bodyPr>
                <a:normAutofit/>
              </a:bodyPr>
              <a:lstStyle/>
              <a:p>
                <a:endParaRPr lang="en-GB" altLang="en-US" sz="2000" dirty="0"/>
              </a:p>
              <a:p>
                <a:r>
                  <a:rPr lang="en-GB" altLang="en-US" sz="2000" dirty="0"/>
                  <a:t>The discount remains the same because it only depends on switching costs.</a:t>
                </a:r>
              </a:p>
              <a:p>
                <a:pPr marL="0" indent="0">
                  <a:buNone/>
                </a:pPr>
                <a:endParaRPr lang="en-GB" altLang="en-US" sz="2000" dirty="0"/>
              </a:p>
              <a:p>
                <a:r>
                  <a:rPr lang="en-GB" altLang="en-US" sz="2000" dirty="0"/>
                  <a:t>From the zero-profit condition from perfect competition:</a:t>
                </a:r>
              </a:p>
              <a:p>
                <a:pPr marL="0" indent="0">
                  <a:buNone/>
                </a:pPr>
                <a:br>
                  <a:rPr lang="en-SG" alt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alt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alt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SG" alt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SG" altLang="en-US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br>
                  <a:rPr lang="en-SG" altLang="en-US" sz="1800" b="0" dirty="0"/>
                </a:br>
                <a:endParaRPr lang="en-SG" altLang="en-US" sz="1800" b="0" dirty="0"/>
              </a:p>
              <a:p>
                <a:pPr marL="0" indent="0">
                  <a:buNone/>
                </a:pPr>
                <a:endParaRPr lang="en-US" altLang="en-US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SG" altLang="en-US" sz="1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1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altLang="en-US" sz="1800" dirty="0"/>
              </a:p>
              <a:p>
                <a:endParaRPr lang="en-GB" altLang="en-US" sz="2000" dirty="0"/>
              </a:p>
              <a:p>
                <a:r>
                  <a:rPr lang="en-US" altLang="en-US" sz="2000" b="1" dirty="0"/>
                  <a:t>What is relevant in this model is the </a:t>
                </a:r>
                <a:r>
                  <a:rPr lang="en-US" altLang="en-US" sz="2000" b="1" dirty="0">
                    <a:solidFill>
                      <a:srgbClr val="0000FF"/>
                    </a:solidFill>
                  </a:rPr>
                  <a:t>net marginal cost</a:t>
                </a:r>
                <a:r>
                  <a:rPr lang="en-US" altLang="en-US" sz="2000" b="1" dirty="0"/>
                  <a:t> of servicing the consumer which involves the service cost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SG" altLang="en-US" sz="20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b="1" dirty="0"/>
                  <a:t>net of ad revenue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en-US" sz="2000" b="1" dirty="0"/>
                  <a:t>.</a:t>
                </a:r>
              </a:p>
            </p:txBody>
          </p:sp>
        </mc:Choice>
        <mc:Fallback xmlns="">
          <p:sp>
            <p:nvSpPr>
              <p:cNvPr id="563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6791"/>
                <a:ext cx="10352314" cy="4755473"/>
              </a:xfrm>
              <a:blipFill>
                <a:blip r:embed="rId3"/>
                <a:stretch>
                  <a:fillRect l="-5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229C0-E98C-C1AD-9F37-E329528D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13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B2E5-1CF0-4D19-AFAA-E09B13AE7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Consider the same model of switching costs</a:t>
            </a:r>
            <a:r>
              <a:rPr lang="en-GB" sz="2000" dirty="0"/>
              <a:t>. </a:t>
            </a:r>
          </a:p>
          <a:p>
            <a:pPr marL="0" indent="0">
              <a:buNone/>
            </a:pPr>
            <a:r>
              <a:rPr lang="en-GB" sz="2000" dirty="0"/>
              <a:t>Are the following statements True or False?</a:t>
            </a:r>
          </a:p>
          <a:p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Higher switching costs increases the gap between the first month’s price and subsequent months’ prices.   True</a:t>
            </a:r>
          </a:p>
          <a:p>
            <a:pPr marL="457200" indent="-457200">
              <a:buFont typeface="+mj-lt"/>
              <a:buAutoNum type="arabicPeriod"/>
            </a:pPr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lang="en-SG" sz="2000" dirty="0"/>
              <a:t>Additional sources of monthly revenue raise prices.    False</a:t>
            </a:r>
            <a:endParaRPr lang="en-GB" sz="2000" dirty="0"/>
          </a:p>
          <a:p>
            <a:pPr marL="457200" indent="-457200">
              <a:buFont typeface="+mj-lt"/>
              <a:buAutoNum type="arabicPeriod"/>
            </a:pPr>
            <a:endParaRPr lang="en-GB" sz="2000" dirty="0"/>
          </a:p>
          <a:p>
            <a:endParaRPr lang="en-GB" sz="2000" dirty="0"/>
          </a:p>
          <a:p>
            <a:pPr marL="457200" indent="-457200">
              <a:buFont typeface="+mj-lt"/>
              <a:buAutoNum type="alphaLcParenR"/>
            </a:pPr>
            <a:endParaRPr lang="en-GB" sz="2000" dirty="0"/>
          </a:p>
          <a:p>
            <a:pPr marL="914400" lvl="1" indent="-457200">
              <a:buFont typeface="+mj-lt"/>
              <a:buAutoNum type="alphaLcParenR"/>
            </a:pPr>
            <a:endParaRPr lang="en-GB" dirty="0"/>
          </a:p>
          <a:p>
            <a:pPr marL="914400" lvl="1" indent="-457200">
              <a:buFont typeface="+mj-lt"/>
              <a:buAutoNum type="alphaLcParenR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sz="1800" dirty="0"/>
          </a:p>
          <a:p>
            <a:pPr lvl="1"/>
            <a:endParaRPr lang="en-GB" sz="18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986EC-01F2-4839-4098-2D1979F6F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514" y="365125"/>
            <a:ext cx="2079535" cy="20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81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Network externalities &amp; Switching Costs 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352314" cy="47554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SG" altLang="en-US" sz="2000" dirty="0"/>
          </a:p>
          <a:p>
            <a:pPr marL="0" indent="0">
              <a:buNone/>
            </a:pPr>
            <a:r>
              <a:rPr lang="en-SG" altLang="en-US" sz="2000" b="1" dirty="0"/>
              <a:t>Let us think (informally) about some implications of network externalities in this model..</a:t>
            </a:r>
          </a:p>
          <a:p>
            <a:endParaRPr lang="en-SG" altLang="en-US" sz="2000" dirty="0"/>
          </a:p>
          <a:p>
            <a:r>
              <a:rPr lang="en-SG" altLang="en-US" sz="2000" dirty="0"/>
              <a:t>If consumers get higher utility from others purchasing from the same producer, </a:t>
            </a:r>
            <a:r>
              <a:rPr lang="en-SG" altLang="en-US" sz="2000" b="1" i="1" dirty="0">
                <a:solidFill>
                  <a:srgbClr val="0000FF"/>
                </a:solidFill>
              </a:rPr>
              <a:t>plausible to think that switching costs will rise.</a:t>
            </a:r>
          </a:p>
          <a:p>
            <a:endParaRPr lang="en-SG" altLang="en-US" sz="2000" dirty="0"/>
          </a:p>
          <a:p>
            <a:r>
              <a:rPr lang="en-SG" altLang="en-US" sz="2000" dirty="0"/>
              <a:t>As more consumers’ purchase from the same producer, prices in the market will change.</a:t>
            </a:r>
          </a:p>
          <a:p>
            <a:pPr lvl="1"/>
            <a:r>
              <a:rPr lang="en-SG" altLang="en-US" sz="1800" dirty="0"/>
              <a:t>Subsequent prices will rise, and this will be associated with a larger upfront discount.</a:t>
            </a:r>
          </a:p>
          <a:p>
            <a:pPr lvl="1"/>
            <a:r>
              <a:rPr lang="en-SG" altLang="en-US" sz="1800" i="1" dirty="0"/>
              <a:t>Related to trial periods and rises in subscription costs?</a:t>
            </a:r>
          </a:p>
          <a:p>
            <a:pPr lvl="1"/>
            <a:endParaRPr lang="en-SG" altLang="en-US" sz="1800" dirty="0"/>
          </a:p>
          <a:p>
            <a:pPr lvl="1"/>
            <a:endParaRPr lang="en-SG" altLang="en-US" sz="1800" dirty="0"/>
          </a:p>
          <a:p>
            <a:endParaRPr lang="en-SG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2AFCF-1BB3-FDF8-517C-9BBD8095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497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Network externalities &amp; Switching Costs 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56791"/>
            <a:ext cx="10352314" cy="47554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SG" altLang="en-US" sz="2000" dirty="0"/>
          </a:p>
          <a:p>
            <a:pPr marL="0" indent="0">
              <a:buNone/>
            </a:pPr>
            <a:r>
              <a:rPr lang="en-SG" altLang="en-US" sz="2000" b="1" dirty="0"/>
              <a:t>Let us think (informally) about some implications of network externalities in this model..</a:t>
            </a:r>
          </a:p>
          <a:p>
            <a:endParaRPr lang="en-SG" altLang="en-US" sz="2000" dirty="0"/>
          </a:p>
          <a:p>
            <a:r>
              <a:rPr lang="en-SG" altLang="en-US" sz="2000" dirty="0"/>
              <a:t>Sometimes, there may also be network externalities for the producer: </a:t>
            </a:r>
            <a:r>
              <a:rPr lang="en-SG" altLang="en-US" sz="2000" b="1" dirty="0">
                <a:solidFill>
                  <a:srgbClr val="0000FF"/>
                </a:solidFill>
              </a:rPr>
              <a:t>e.g. per-user monthly revenue increases with more users.</a:t>
            </a:r>
          </a:p>
          <a:p>
            <a:endParaRPr lang="en-SG" altLang="en-US" sz="2000" b="1" i="1" dirty="0">
              <a:solidFill>
                <a:srgbClr val="0000FF"/>
              </a:solidFill>
            </a:endParaRPr>
          </a:p>
          <a:p>
            <a:r>
              <a:rPr lang="en-SG" altLang="en-US" sz="2000" dirty="0">
                <a:solidFill>
                  <a:schemeClr val="tx1"/>
                </a:solidFill>
              </a:rPr>
              <a:t>As more consumers purchase from the same producer, net marginal costs will fall.</a:t>
            </a:r>
          </a:p>
          <a:p>
            <a:pPr lvl="1"/>
            <a:r>
              <a:rPr lang="en-SG" altLang="en-US" sz="1800" dirty="0">
                <a:solidFill>
                  <a:schemeClr val="tx1"/>
                </a:solidFill>
              </a:rPr>
              <a:t>This might counter the rise in prices from higher switching costs.</a:t>
            </a:r>
          </a:p>
          <a:p>
            <a:pPr lvl="1"/>
            <a:r>
              <a:rPr lang="en-SG" altLang="en-US" sz="1800" i="1" dirty="0">
                <a:solidFill>
                  <a:schemeClr val="tx1"/>
                </a:solidFill>
              </a:rPr>
              <a:t>For example, many social networks services remain free despite the large switching costs. </a:t>
            </a:r>
            <a:br>
              <a:rPr lang="en-SG" altLang="en-US" sz="1800" i="1" dirty="0">
                <a:solidFill>
                  <a:schemeClr val="tx1"/>
                </a:solidFill>
              </a:rPr>
            </a:br>
            <a:r>
              <a:rPr lang="en-SG" altLang="en-US" sz="1800" i="1" dirty="0">
                <a:solidFill>
                  <a:schemeClr val="tx1"/>
                </a:solidFill>
              </a:rPr>
              <a:t>Data and Ads provide large benefits for them? Perhaps they should be paying us money!</a:t>
            </a:r>
            <a:endParaRPr lang="en-SG" altLang="en-US" sz="1600" i="1" dirty="0">
              <a:solidFill>
                <a:schemeClr val="tx1"/>
              </a:solidFill>
            </a:endParaRPr>
          </a:p>
          <a:p>
            <a:pPr lvl="1"/>
            <a:endParaRPr lang="en-SG" altLang="en-US" sz="1800" i="1" dirty="0">
              <a:solidFill>
                <a:schemeClr val="tx1"/>
              </a:solidFill>
            </a:endParaRPr>
          </a:p>
          <a:p>
            <a:endParaRPr lang="en-SG" altLang="en-US" sz="2000" dirty="0">
              <a:solidFill>
                <a:schemeClr val="tx1"/>
              </a:solidFill>
            </a:endParaRPr>
          </a:p>
          <a:p>
            <a:endParaRPr lang="en-SG" altLang="en-US" sz="2000" dirty="0">
              <a:solidFill>
                <a:schemeClr val="tx1"/>
              </a:solidFill>
            </a:endParaRPr>
          </a:p>
          <a:p>
            <a:endParaRPr lang="en-SG" altLang="en-US" sz="1800" dirty="0">
              <a:solidFill>
                <a:schemeClr val="tx1"/>
              </a:solidFill>
            </a:endParaRPr>
          </a:p>
          <a:p>
            <a:pPr lvl="1"/>
            <a:endParaRPr lang="en-SG" altLang="en-US" sz="1800" dirty="0"/>
          </a:p>
          <a:p>
            <a:pPr lvl="1"/>
            <a:endParaRPr lang="en-SG" altLang="en-US" sz="1800" dirty="0"/>
          </a:p>
          <a:p>
            <a:endParaRPr lang="en-SG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2AFCF-1BB3-FDF8-517C-9BBD8095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235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B178-01C8-4DCD-B46E-160FEEC9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59" y="2576174"/>
            <a:ext cx="10786672" cy="1325563"/>
          </a:xfrm>
        </p:spPr>
        <p:txBody>
          <a:bodyPr/>
          <a:lstStyle/>
          <a:p>
            <a:pPr algn="ctr"/>
            <a:r>
              <a:rPr lang="en-US" dirty="0"/>
              <a:t>Intellectual Property 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C9B7-DF34-4648-B4D4-15F4079D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4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Intellectual Property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366829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New business models involving digital goods often involve intellectual property.</a:t>
            </a:r>
          </a:p>
          <a:p>
            <a:pPr lvl="1"/>
            <a:r>
              <a:rPr lang="en-GB" sz="1800" b="0" i="1" dirty="0">
                <a:solidFill>
                  <a:srgbClr val="3B3B3B"/>
                </a:solidFill>
                <a:effectLst/>
              </a:rPr>
              <a:t>“Intellectual property (IP) refers to creations of the mind, such as inventions; literary and artistic works; designs; and symbols, names and images used in commerce”</a:t>
            </a:r>
            <a:endParaRPr lang="en-US" altLang="en-US" sz="1800" i="1" dirty="0"/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Not only are goods sold outright, there are also transactions involving intellectual property:</a:t>
            </a:r>
          </a:p>
          <a:p>
            <a:pPr lvl="1"/>
            <a:r>
              <a:rPr lang="en-US" altLang="en-US" sz="1800" dirty="0"/>
              <a:t>Should one use copy protection for one’s goods?</a:t>
            </a:r>
          </a:p>
          <a:p>
            <a:pPr lvl="1"/>
            <a:r>
              <a:rPr lang="en-US" altLang="en-US" sz="1800" dirty="0"/>
              <a:t>Rights for distribution on subscription services.(Digital books, Movies, Music…)</a:t>
            </a:r>
          </a:p>
          <a:p>
            <a:pPr lvl="1"/>
            <a:endParaRPr lang="en-US" altLang="en-US" sz="1800" dirty="0"/>
          </a:p>
          <a:p>
            <a:pPr eaLnBrk="1" hangingPunct="1"/>
            <a:r>
              <a:rPr lang="en-US" altLang="en-US" sz="2000" b="1" dirty="0"/>
              <a:t>Businesses thus need to carefully consider how they make decisions with regards to how they offer their goods.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5F733-B7E6-CC71-E455-E7514945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84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Intellectual Property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1456791"/>
            <a:ext cx="10366829" cy="4755473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In what follows, we will examine one way in which firms with (digital) intellectual property may decide to </a:t>
            </a:r>
            <a:r>
              <a:rPr lang="en-US" altLang="en-US" sz="2000" dirty="0" err="1"/>
              <a:t>organise</a:t>
            </a:r>
            <a:r>
              <a:rPr lang="en-US" altLang="en-US" sz="2000" dirty="0"/>
              <a:t> their business process: </a:t>
            </a:r>
            <a:r>
              <a:rPr lang="en-US" altLang="en-US" sz="2000" b="1" dirty="0">
                <a:solidFill>
                  <a:srgbClr val="0000FF"/>
                </a:solidFill>
              </a:rPr>
              <a:t>Intellectual Property sharing.</a:t>
            </a:r>
          </a:p>
          <a:p>
            <a:pPr lvl="1"/>
            <a:endParaRPr lang="en-US" altLang="en-US" sz="1800" dirty="0"/>
          </a:p>
          <a:p>
            <a:pPr eaLnBrk="1" hangingPunct="1"/>
            <a:r>
              <a:rPr lang="en-GB" altLang="en-US" sz="2000" dirty="0"/>
              <a:t>As in many models, the assumptions are reasonable but somewhat restrictive…</a:t>
            </a:r>
          </a:p>
          <a:p>
            <a:pPr lvl="1"/>
            <a:r>
              <a:rPr lang="en-GB" altLang="en-US" sz="1800" dirty="0"/>
              <a:t>You should treat them as “toy models” which illustrate how to model and perform similar analysis for these kinds of markets.</a:t>
            </a:r>
          </a:p>
          <a:p>
            <a:pPr marL="457200" lvl="1" indent="0">
              <a:buNone/>
            </a:pPr>
            <a:endParaRPr lang="en-GB" altLang="en-US" sz="1800" dirty="0"/>
          </a:p>
          <a:p>
            <a:r>
              <a:rPr lang="en-GB" altLang="en-US" sz="2000" b="1" dirty="0"/>
              <a:t>Main learning outcomes: </a:t>
            </a:r>
            <a:br>
              <a:rPr lang="en-GB" altLang="en-US" sz="2000" b="1" dirty="0"/>
            </a:br>
            <a:r>
              <a:rPr lang="en-GB" altLang="en-US" sz="2000" b="1" dirty="0"/>
              <a:t>1) How to translate market characteristics into assumptions in a model.</a:t>
            </a:r>
            <a:br>
              <a:rPr lang="en-GB" altLang="en-US" sz="2000" b="1" dirty="0"/>
            </a:br>
            <a:r>
              <a:rPr lang="en-GB" altLang="en-US" sz="2000" b="1" dirty="0"/>
              <a:t>2) Solving the model and using it to make predictions.</a:t>
            </a:r>
            <a:br>
              <a:rPr lang="en-GB" altLang="en-US" sz="2000" b="1" dirty="0"/>
            </a:br>
            <a:r>
              <a:rPr lang="en-GB" altLang="en-US" sz="2000" dirty="0"/>
              <a:t>The tutorial will have other simple examples..</a:t>
            </a:r>
          </a:p>
          <a:p>
            <a:endParaRPr lang="en-US" altLang="en-US" sz="2000" dirty="0"/>
          </a:p>
          <a:p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7F7524-BC6A-2E42-3763-EA4D3A8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31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535328"/>
                <a:ext cx="10352314" cy="43939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US" sz="2000" dirty="0"/>
                  <a:t>Let us consider a video producer who chooses to produce and sell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altLang="en-US" sz="2000" b="0" i="1" dirty="0">
                    <a:latin typeface="Cambria Math" panose="02040503050406030204" pitchFamily="18" charset="0"/>
                  </a:rPr>
                  <a:t> </a:t>
                </a:r>
                <a:r>
                  <a:rPr lang="en-SG" altLang="en-US" sz="2000" dirty="0"/>
                  <a:t>units of videos </a:t>
                </a:r>
                <a:r>
                  <a:rPr lang="en-SG" altLang="en-US" sz="2000" b="0" dirty="0"/>
                  <a:t>to maximise profit. </a:t>
                </a:r>
                <a:r>
                  <a:rPr lang="en-SG" altLang="en-US" sz="2000" dirty="0"/>
                  <a:t>Suppose each unit sold is only viewed by one buyer, such that the number of views </a:t>
                </a:r>
                <a14:m>
                  <m:oMath xmlns:m="http://schemas.openxmlformats.org/officeDocument/2006/math"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altLang="en-US" sz="2000" dirty="0"/>
                  <a:t>. </a:t>
                </a:r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14:m>
                  <m:oMath xmlns:m="http://schemas.openxmlformats.org/officeDocument/2006/math">
                    <m:r>
                      <a:rPr lang="en-SG" altLang="en-US" sz="1800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en-US" sz="1800" dirty="0"/>
                  <a:t> is the fixed cost of designing videos.</a:t>
                </a: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1800" spc="300" dirty="0"/>
                  <a:t> </a:t>
                </a:r>
                <a:r>
                  <a:rPr lang="en-US" altLang="en-US" sz="1800" dirty="0"/>
                  <a:t>is the constant marginal cost of providing each unit.</a:t>
                </a: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en-US" sz="1800" dirty="0"/>
                  <a:t> is the (inverse) market demand which gives us willingness to pay as a function of </a:t>
                </a:r>
                <a:r>
                  <a:rPr lang="en-US" altLang="en-US" sz="1800" i="1" dirty="0"/>
                  <a:t>views</a:t>
                </a:r>
                <a:r>
                  <a:rPr lang="en-US" altLang="en-US" sz="1800" dirty="0"/>
                  <a:t>. </a:t>
                </a:r>
                <a:br>
                  <a:rPr lang="en-US" altLang="en-US" sz="1800" dirty="0"/>
                </a:b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800" dirty="0"/>
                  <a:t> from above,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SG" alt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1800" dirty="0"/>
                  <a:t>.</a:t>
                </a:r>
              </a:p>
              <a:p>
                <a:pPr eaLnBrk="1" hangingPunct="1"/>
                <a:endParaRPr lang="en-US" altLang="en-US" sz="2000" dirty="0"/>
              </a:p>
              <a:p>
                <a:pPr marL="0" indent="0" eaLnBrk="1" hangingPunct="1">
                  <a:spcAft>
                    <a:spcPts val="1200"/>
                  </a:spcAft>
                  <a:buNone/>
                </a:pPr>
                <a:r>
                  <a:rPr lang="en-US" altLang="en-US" sz="2000" dirty="0"/>
                  <a:t>The video maker’s problem is:</a:t>
                </a:r>
              </a:p>
              <a:p>
                <a:pPr marL="0" indent="0" eaLnBrk="1" hangingPunct="1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SG" alt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𝑦𝑝</m:t>
                          </m:r>
                          <m:d>
                            <m:d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𝑐𝑦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</m:oMath>
                  </m:oMathPara>
                </a14:m>
                <a:endParaRPr lang="en-US" altLang="en-US"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9728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5328"/>
                <a:ext cx="10352314" cy="4393939"/>
              </a:xfrm>
              <a:blipFill>
                <a:blip r:embed="rId3"/>
                <a:stretch>
                  <a:fillRect l="-648" t="-15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C4BCC-FE15-8B05-CBB3-EFDCA6F9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28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88A58C-1C3A-9EAE-5429-7092E5E71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601"/>
            <a:ext cx="560881" cy="62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1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8FD0B-6087-22E8-53EA-175E93EF96F7}"/>
              </a:ext>
            </a:extLst>
          </p:cNvPr>
          <p:cNvSpPr/>
          <p:nvPr/>
        </p:nvSpPr>
        <p:spPr>
          <a:xfrm>
            <a:off x="538171" y="4281633"/>
            <a:ext cx="10864935" cy="1554111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37282"/>
                <a:ext cx="10352314" cy="43939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altLang="en-US" sz="2000" dirty="0"/>
                  <a:t>The FOC for the profit maximising problem is:</a:t>
                </a:r>
              </a:p>
              <a:p>
                <a:pPr marL="0" indent="0">
                  <a:buNone/>
                </a:pPr>
                <a:endParaRPr lang="en-SG" alt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SG" altLang="en-US" sz="2000" b="0" dirty="0"/>
              </a:p>
              <a:p>
                <a:pPr marL="0" indent="0">
                  <a:buNone/>
                </a:pPr>
                <a:br>
                  <a:rPr lang="en-SG" altLang="en-US" sz="2000" dirty="0">
                    <a:solidFill>
                      <a:schemeClr val="tx1"/>
                    </a:solidFill>
                  </a:rPr>
                </a:br>
                <a:endParaRPr lang="en-SG" alt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SG" altLang="en-US" sz="2000" dirty="0">
                    <a:solidFill>
                      <a:schemeClr val="tx1"/>
                    </a:solidFill>
                  </a:rPr>
                  <a:t>The above defines an </a:t>
                </a:r>
                <a:r>
                  <a:rPr lang="en-SG" altLang="en-US" sz="2000" b="1" dirty="0">
                    <a:solidFill>
                      <a:srgbClr val="0000FF"/>
                    </a:solidFill>
                  </a:rPr>
                  <a:t>implicit function </a:t>
                </a:r>
                <a:r>
                  <a:rPr lang="en-SG" altLang="en-US" sz="2000" dirty="0">
                    <a:solidFill>
                      <a:schemeClr val="tx1"/>
                    </a:solidFill>
                  </a:rPr>
                  <a:t>for the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SG" alt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SG" altLang="en-US" sz="2000" dirty="0">
                    <a:solidFill>
                      <a:schemeClr val="tx1"/>
                    </a:solidFill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SG" altLang="en-US" sz="2000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SG" alt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SG" alt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SG" altLang="en-US" sz="2000" dirty="0">
                    <a:solidFill>
                      <a:schemeClr val="tx1"/>
                    </a:solidFill>
                  </a:rPr>
                  <a:t>An </a:t>
                </a:r>
                <a:r>
                  <a:rPr lang="en-SG" altLang="en-US" sz="2000" b="1" dirty="0">
                    <a:solidFill>
                      <a:srgbClr val="0000FF"/>
                    </a:solidFill>
                  </a:rPr>
                  <a:t>implicit equation </a:t>
                </a:r>
                <a:r>
                  <a:rPr lang="en-SG" altLang="en-US" sz="2000" dirty="0">
                    <a:solidFill>
                      <a:schemeClr val="tx1"/>
                    </a:solidFill>
                  </a:rPr>
                  <a:t>is given by say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SG" altLang="en-US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alt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SG" altLang="en-US" sz="2000" dirty="0">
                    <a:solidFill>
                      <a:schemeClr val="tx1"/>
                    </a:solidFill>
                  </a:rPr>
                  <a:t>This implies that there we can write a function of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altLang="en-US" sz="2000" dirty="0">
                    <a:solidFill>
                      <a:schemeClr val="tx1"/>
                    </a:solidFill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SG" altLang="en-US" sz="2000" dirty="0">
                    <a:solidFill>
                      <a:schemeClr val="tx1"/>
                    </a:solidFill>
                  </a:rPr>
                  <a:t>, which is an implicit function.</a:t>
                </a:r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:endParaRPr lang="en-SG" altLang="en-US" sz="1800" i="1" dirty="0"/>
              </a:p>
            </p:txBody>
          </p:sp>
        </mc:Choice>
        <mc:Fallback xmlns="">
          <p:sp>
            <p:nvSpPr>
              <p:cNvPr id="9728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7282"/>
                <a:ext cx="10352314" cy="4393939"/>
              </a:xfrm>
              <a:blipFill>
                <a:blip r:embed="rId3"/>
                <a:stretch>
                  <a:fillRect l="-648" t="-15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72A8C-9BD7-9B0E-3BB2-2C4AF939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950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737282"/>
                <a:ext cx="10352314" cy="439393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SG" altLang="en-US" sz="2000" dirty="0"/>
                  <a:t>Substituting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altLang="en-US" sz="2000" dirty="0"/>
                  <a:t> into profits, we get optimal profits as a function of marginal costs.</a:t>
                </a:r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SG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SG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SG" altLang="en-US" sz="2000" dirty="0"/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:r>
                  <a:rPr lang="en-SG" altLang="en-US" sz="2000" dirty="0"/>
                  <a:t>Profits at this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altLang="en-US" sz="2000" dirty="0"/>
                  <a:t>are always </a:t>
                </a:r>
                <a:r>
                  <a:rPr lang="en-SG" altLang="en-US" sz="2000" b="1" dirty="0">
                    <a:solidFill>
                      <a:srgbClr val="0000FF"/>
                    </a:solidFill>
                  </a:rPr>
                  <a:t>decreasing in marginal costs</a:t>
                </a:r>
                <a:r>
                  <a:rPr lang="en-SG" altLang="en-US" sz="2000" dirty="0"/>
                  <a:t>.</a:t>
                </a:r>
              </a:p>
              <a:p>
                <a:pPr marL="0" indent="0">
                  <a:buNone/>
                </a:pPr>
                <a:endParaRPr lang="en-SG" alt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SG" altLang="en-US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d>
                        <m:d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SG" alt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SG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SG" alt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alt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SG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SG" alt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SG" alt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SG" alt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SG" alt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SG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&lt;0 (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𝑜𝑝𝑡𝑖𝑚𝑢𝑚</m:t>
                      </m:r>
                      <m:r>
                        <a:rPr lang="en-SG" alt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SG" alt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SG" altLang="en-US" sz="1800" i="1" dirty="0"/>
              </a:p>
              <a:p>
                <a:pPr marL="0" indent="0">
                  <a:buNone/>
                </a:pPr>
                <a:endParaRPr lang="en-SG" altLang="en-US" sz="1800" i="1" dirty="0"/>
              </a:p>
              <a:p>
                <a:pPr marL="0" indent="0">
                  <a:buNone/>
                </a:pPr>
                <a:r>
                  <a:rPr lang="en-SG" altLang="en-US" sz="1800" i="1" dirty="0"/>
                  <a:t>(That the final equation is simple at the optimum is a mathematical result known as the envelope theorem) </a:t>
                </a:r>
              </a:p>
            </p:txBody>
          </p:sp>
        </mc:Choice>
        <mc:Fallback xmlns="">
          <p:sp>
            <p:nvSpPr>
              <p:cNvPr id="9728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7282"/>
                <a:ext cx="10352314" cy="4393939"/>
              </a:xfrm>
              <a:blipFill>
                <a:blip r:embed="rId3"/>
                <a:stretch>
                  <a:fillRect l="-648" t="-2080" b="-15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E72A8C-9BD7-9B0E-3BB2-2C4AF939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497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87398" y="1404989"/>
                <a:ext cx="10566401" cy="4265709"/>
              </a:xfrm>
            </p:spPr>
            <p:txBody>
              <a:bodyPr>
                <a:normAutofit/>
              </a:bodyPr>
              <a:lstStyle/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dirty="0"/>
                  <a:t>The video producer is considering whether he should sell each unit directly, or allow for a video sharing service. Which is more profitable?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marL="0" indent="0" eaLnBrk="1" hangingPunct="1">
                  <a:buNone/>
                </a:pPr>
                <a:r>
                  <a:rPr lang="en-US" altLang="en-US" sz="2000" b="1" dirty="0"/>
                  <a:t>Assumptions:</a:t>
                </a:r>
              </a:p>
              <a:p>
                <a:pPr eaLnBrk="1" hangingPunct="1"/>
                <a:r>
                  <a:rPr lang="en-US" altLang="en-US" sz="2000" dirty="0"/>
                  <a:t>Suppose each video is viewed by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altLang="en-US" sz="2000" dirty="0"/>
                  <a:t>(unique) users. (!)</a:t>
                </a:r>
              </a:p>
              <a:p>
                <a:r>
                  <a:rPr lang="en-US" altLang="en-US" sz="2000" dirty="0"/>
                  <a:t>So, if</a:t>
                </a:r>
                <a:r>
                  <a:rPr lang="en-US" altLang="en-US" sz="2000" spc="3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sz="2000" dirty="0"/>
                  <a:t> units are sold, it means that we have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𝑘𝑦</m:t>
                    </m:r>
                  </m:oMath>
                </a14:m>
                <a:r>
                  <a:rPr lang="en-US" altLang="en-US" sz="2000" dirty="0"/>
                  <a:t> units of views. The marginal consumer’s willingness to pay is now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/>
              </a:p>
              <a:p>
                <a:endParaRPr lang="en-US" altLang="en-US" sz="2000" dirty="0"/>
              </a:p>
              <a:p>
                <a:r>
                  <a:rPr lang="en-US" altLang="en-US" sz="2000" dirty="0"/>
                  <a:t>Suppose that there is also a transaction cost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2000" dirty="0"/>
                  <a:t> which reduces this willingness to pay to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𝑘𝑦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003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398" y="1404989"/>
                <a:ext cx="10566401" cy="4265709"/>
              </a:xfrm>
              <a:blipFill>
                <a:blip r:embed="rId3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9C8AE-DC25-C088-9E8E-D12EE54C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31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179247-6908-66C4-0D84-D7ADEB90E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601"/>
            <a:ext cx="560881" cy="62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SG" altLang="en-US" sz="2000" dirty="0"/>
              </a:p>
              <a:p>
                <a:pPr eaLnBrk="1" hangingPunct="1"/>
                <a:r>
                  <a:rPr lang="en-SG" altLang="en-US" sz="2000" dirty="0"/>
                  <a:t>Since all units of the video are shared amongst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altLang="en-US" sz="2000" dirty="0"/>
                  <a:t> users, the overall willingness to pay for the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altLang="en-US" sz="2000" dirty="0" err="1"/>
                  <a:t>th</a:t>
                </a:r>
                <a:r>
                  <a:rPr lang="en-SG" altLang="en-US" sz="2000" dirty="0"/>
                  <a:t> unit in the video sharing service is just</a:t>
                </a:r>
              </a:p>
              <a:p>
                <a:pPr marL="0" indent="0" eaLnBrk="1" hangingPunct="1">
                  <a:buNone/>
                </a:pPr>
                <a:endParaRPr lang="en-SG" alt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SG" alt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alt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SG" alt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SG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SG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𝑘𝑦</m:t>
                          </m:r>
                        </m:e>
                      </m:d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SG" altLang="en-US" sz="2000" b="0" dirty="0"/>
              </a:p>
              <a:p>
                <a:pPr marL="0" indent="0" eaLnBrk="1" hangingPunct="1">
                  <a:buNone/>
                </a:pPr>
                <a:br>
                  <a:rPr lang="en-SG" altLang="en-US" sz="1800" b="0" i="1" dirty="0"/>
                </a:br>
                <a:r>
                  <a:rPr lang="en-SG" altLang="en-US" sz="1800" b="0" i="1" dirty="0"/>
                  <a:t>    (For the marginal unit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altLang="en-US" sz="1800" b="0" i="1" dirty="0"/>
                  <a:t>, it is shared amongst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altLang="en-US" sz="1800" i="1" dirty="0"/>
                  <a:t> “marginal consumers”)</a:t>
                </a:r>
              </a:p>
              <a:p>
                <a:pPr eaLnBrk="1" hangingPunct="1"/>
                <a:endParaRPr lang="en-SG" altLang="en-US" sz="2000" dirty="0"/>
              </a:p>
              <a:p>
                <a:pPr eaLnBrk="1" hangingPunct="1"/>
                <a:r>
                  <a:rPr lang="en-SG" altLang="en-US" sz="2000" b="0" dirty="0"/>
                  <a:t>This takes into account two </a:t>
                </a:r>
                <a:r>
                  <a:rPr lang="en-SG" altLang="en-US" sz="2000" dirty="0"/>
                  <a:t>effects</a:t>
                </a:r>
                <a:r>
                  <a:rPr lang="en-SG" altLang="en-US" sz="2000" b="0" dirty="0"/>
                  <a:t> of sharing: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SG" altLang="en-US" sz="1800" b="1" dirty="0">
                    <a:solidFill>
                      <a:srgbClr val="FF0000"/>
                    </a:solidFill>
                  </a:rPr>
                  <a:t>Drop in willingness to pay </a:t>
                </a:r>
                <a:r>
                  <a:rPr lang="en-SG" altLang="en-US" sz="1800" dirty="0"/>
                  <a:t>of the marginal consumer who chooses to watch the video when more videos being watched.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SG" altLang="en-US" sz="1800" b="1" dirty="0">
                    <a:solidFill>
                      <a:srgbClr val="00B050"/>
                    </a:solidFill>
                  </a:rPr>
                  <a:t>Rise in willingness to pay </a:t>
                </a:r>
                <a:r>
                  <a:rPr lang="en-SG" altLang="en-US" sz="1800" b="0" dirty="0"/>
                  <a:t>due to the cost of single video </a:t>
                </a:r>
                <a:r>
                  <a:rPr lang="en-SG" altLang="en-US" sz="1800" dirty="0"/>
                  <a:t>being </a:t>
                </a:r>
                <a:r>
                  <a:rPr lang="en-SG" altLang="en-US" sz="1800" b="0" dirty="0"/>
                  <a:t>shared amongst more individuals.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1003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  <a:blipFill>
                <a:blip r:embed="rId3"/>
                <a:stretch>
                  <a:fillRect l="-557" b="-2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63373E-3A48-01FD-B34E-06511F26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209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SG" altLang="en-US" sz="2000" dirty="0"/>
              </a:p>
              <a:p>
                <a:pPr eaLnBrk="1" hangingPunct="1"/>
                <a:r>
                  <a:rPr lang="en-SG" altLang="en-US" sz="2000" dirty="0"/>
                  <a:t>The producers’ production for the video-sharing profit maximisation problem becomes</a:t>
                </a:r>
                <a:br>
                  <a:rPr lang="en-SG" altLang="en-US" sz="2000" dirty="0"/>
                </a:br>
                <a:endParaRPr lang="en-SG" altLang="en-US" sz="20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SG" altLang="en-US" sz="1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SG" altLang="en-US" sz="1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lim>
                      </m:limLow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𝑦𝑃</m:t>
                      </m:r>
                      <m:d>
                        <m:d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𝑐𝑦</m:t>
                      </m:r>
                      <m:r>
                        <a:rPr lang="en-SG" altLang="en-US" sz="1800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SG" alt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limLow>
                        <m:limLow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SG" altLang="en-US" sz="1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SG" altLang="en-US" sz="1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lim>
                      </m:limLow>
                      <m:r>
                        <a:rPr lang="en-SG" alt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𝑘𝑦</m:t>
                      </m:r>
                      <m:d>
                        <m:d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SG" alt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altLang="en-US" sz="1800" b="0" i="1" smtClean="0">
                                  <a:latin typeface="Cambria Math" panose="02040503050406030204" pitchFamily="18" charset="0"/>
                                </a:rPr>
                                <m:t>𝑘𝑦</m:t>
                              </m:r>
                            </m:e>
                          </m:d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𝑐𝑦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SG" altLang="en-US" sz="1800" b="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SG" altLang="en-US" sz="1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SG" alt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r>
                        <a:rPr lang="en-SG" alt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𝑥𝑝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) −</m:t>
                      </m:r>
                      <m:d>
                        <m:dPr>
                          <m:ctrlPr>
                            <a:rPr lang="en-SG" alt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SG" alt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alt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SG" alt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  <m:r>
                            <a:rPr lang="en-SG" alt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SG" alt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SG" alt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SG" altLang="en-US" sz="1800" dirty="0"/>
              </a:p>
              <a:p>
                <a:pPr marL="0" indent="0" eaLnBrk="1" hangingPunct="1">
                  <a:buNone/>
                </a:pPr>
                <a:r>
                  <a:rPr lang="en-US" altLang="en-US" sz="1800" i="1" dirty="0"/>
                  <a:t>The last line follows from substituting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𝑘𝑦</m:t>
                    </m:r>
                  </m:oMath>
                </a14:m>
                <a:r>
                  <a:rPr lang="en-US" altLang="en-US" sz="1800" i="1" dirty="0"/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000" dirty="0"/>
              </a:p>
              <a:p>
                <a:pPr eaLnBrk="1" hangingPunct="1"/>
                <a:r>
                  <a:rPr lang="en-US" altLang="en-US" sz="2000" dirty="0"/>
                  <a:t>This is almost the same problem as before, just that marginal costs are 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alt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SG" alt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SG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altLang="en-US" sz="2000" b="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1003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  <a:blipFill>
                <a:blip r:embed="rId3"/>
                <a:stretch>
                  <a:fillRect l="-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97738-4EC1-A02B-EF56-CBE7BE75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654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Sharing Intellectual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US" altLang="en-US" sz="2000" dirty="0"/>
              </a:p>
              <a:p>
                <a:r>
                  <a:rPr lang="en-US" altLang="en-US" sz="2000" dirty="0"/>
                  <a:t>This means that profits will be larger with </a:t>
                </a:r>
                <a:r>
                  <a:rPr lang="en-SG" altLang="en-US" sz="2000" dirty="0"/>
                  <a:t>video-sharing</a:t>
                </a:r>
                <a:r>
                  <a:rPr lang="en-US" altLang="en-US" sz="2000" dirty="0"/>
                  <a:t>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000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SG" altLang="en-US" sz="2000" b="0" i="1" smtClean="0">
                                <a:latin typeface="Cambria Math" panose="02040503050406030204" pitchFamily="18" charset="0"/>
                              </a:rPr>
                              <m:t>−1 </m:t>
                            </m:r>
                          </m:den>
                        </m:f>
                      </m:e>
                    </m:d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en-US" sz="2000" dirty="0"/>
              </a:p>
              <a:p>
                <a:pPr marL="457200" lvl="1" indent="0">
                  <a:buNone/>
                </a:pPr>
                <a:endParaRPr lang="en-US" altLang="en-US" sz="1800" dirty="0"/>
              </a:p>
              <a:p>
                <a:r>
                  <a:rPr lang="en-US" altLang="en-US" sz="2000" dirty="0"/>
                  <a:t>The critical comparison is that between the transaction costs and the marginal costs of production. For large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2000" dirty="0"/>
              </a:p>
              <a:p>
                <a:pPr lvl="1"/>
                <a:r>
                  <a:rPr lang="en-US" altLang="en-US" sz="1800" dirty="0"/>
                  <a:t>If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1800" dirty="0"/>
                  <a:t>, best to produce a few copies, sell at a high price and let the consumers rent.</a:t>
                </a:r>
              </a:p>
              <a:p>
                <a:pPr lvl="1"/>
                <a:r>
                  <a:rPr lang="en-US" altLang="en-US" sz="1800" dirty="0"/>
                  <a:t>If </a:t>
                </a:r>
                <a14:m>
                  <m:oMath xmlns:m="http://schemas.openxmlformats.org/officeDocument/2006/math"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alt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1800" dirty="0"/>
                  <a:t>, best to produce more copies and sell to consumers without renting as it is inconvenient. </a:t>
                </a:r>
              </a:p>
              <a:p>
                <a:pPr lvl="1"/>
                <a:endParaRPr lang="en-US" altLang="en-US" sz="1800" dirty="0"/>
              </a:p>
              <a:p>
                <a:r>
                  <a:rPr lang="en-US" altLang="en-US" sz="2000" dirty="0"/>
                  <a:t>The larger the number of sharing per item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000" dirty="0"/>
                  <a:t>, it becomes </a:t>
                </a:r>
                <a:r>
                  <a:rPr lang="en-US" altLang="en-US" sz="2000"/>
                  <a:t>relatively </a:t>
                </a:r>
                <a:r>
                  <a:rPr lang="en-US" altLang="en-US" sz="2000" dirty="0"/>
                  <a:t>more advantageous to have a rental store. </a:t>
                </a:r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  <a:p>
                <a:pPr eaLnBrk="1" hangingPunct="1"/>
                <a:endParaRPr lang="en-US" altLang="en-US" sz="2000" dirty="0"/>
              </a:p>
            </p:txBody>
          </p:sp>
        </mc:Choice>
        <mc:Fallback xmlns="">
          <p:sp>
            <p:nvSpPr>
              <p:cNvPr id="1003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7399" y="1404989"/>
                <a:ext cx="9852247" cy="4265709"/>
              </a:xfrm>
              <a:blipFill>
                <a:blip r:embed="rId3"/>
                <a:stretch>
                  <a:fillRect l="-557" r="-9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8EFA7A-AE23-5B6B-A4A5-0B7917D1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42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45B8-14FC-4EE7-BE64-CA386A90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 3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sz="2000" dirty="0"/>
                  <a:t>Consider the sharing of IP model from before.</a:t>
                </a:r>
              </a:p>
              <a:p>
                <a:pPr marL="0" indent="0">
                  <a:buNone/>
                </a:pPr>
                <a:endParaRPr lang="en-SG" sz="2000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SG" sz="2000" dirty="0"/>
                  <a:t>Suppose that for each video viewed (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/>
                  <a:t>, there is an additional (constant) marginal cost. Will the viability of the video sharing service increase or decrease?   Decrease</a:t>
                </a:r>
              </a:p>
              <a:p>
                <a:pPr marL="457200" indent="-457200">
                  <a:buFont typeface="+mj-lt"/>
                  <a:buAutoNum type="alphaLcParenR"/>
                </a:pPr>
                <a:endParaRPr lang="en-SG" sz="2000" b="1" dirty="0"/>
              </a:p>
              <a:p>
                <a:pPr marL="0" indent="0">
                  <a:buNone/>
                </a:pPr>
                <a:endParaRPr lang="en-SG" sz="2000" b="1" dirty="0"/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SG" sz="2000" dirty="0"/>
                  <a:t>A video maker initially decided it was best to go with a video sharing service. What could happen if the average number of shares per video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000" dirty="0"/>
                  <a:t> dropped to be very close to 1? Not use the video </a:t>
                </a:r>
                <a:r>
                  <a:rPr lang="en-SG" sz="2000"/>
                  <a:t>sharing service</a:t>
                </a:r>
                <a:endParaRPr lang="en-SG" sz="2000" dirty="0"/>
              </a:p>
              <a:p>
                <a:pPr marL="457200" indent="-457200">
                  <a:buFont typeface="+mj-lt"/>
                  <a:buAutoNum type="alphaLcParenR"/>
                </a:pPr>
                <a:endParaRPr lang="en-SG" sz="2000" b="1" dirty="0"/>
              </a:p>
              <a:p>
                <a:pPr marL="457200" indent="-457200">
                  <a:buFont typeface="+mj-lt"/>
                  <a:buAutoNum type="alphaLcParenR"/>
                </a:pPr>
                <a:endParaRPr lang="en-SG" sz="2000" dirty="0"/>
              </a:p>
              <a:p>
                <a:pPr marL="457200" indent="-457200">
                  <a:buFont typeface="+mj-lt"/>
                  <a:buAutoNum type="alphaLcParenR"/>
                </a:pPr>
                <a:endParaRPr lang="en-SG" sz="2000" dirty="0"/>
              </a:p>
              <a:p>
                <a:pPr marL="457200" indent="-457200">
                  <a:buFont typeface="+mj-lt"/>
                  <a:buAutoNum type="alphaLcParenR"/>
                </a:pPr>
                <a:endParaRPr lang="en-SG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4B2E5-1CF0-4D19-AFAA-E09B13AE7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1401" r="-7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3355-C584-4C8F-8ACB-4168C3A6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4D3FE-586B-47BD-AB77-64C19248A5CB}" type="slidenum">
              <a:rPr lang="en-GB" smtClean="0"/>
              <a:t>35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0BA65-46C6-8DA6-3B65-13BEA3766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514" y="365125"/>
            <a:ext cx="2079535" cy="20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76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Key learning outcomes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idx="1"/>
          </p:nvPr>
        </p:nvSpPr>
        <p:spPr>
          <a:xfrm>
            <a:off x="787399" y="1404989"/>
            <a:ext cx="9852247" cy="4265709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How to solve models of network externalities in two sided markets.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Understand how to formulate different models of competition</a:t>
            </a:r>
          </a:p>
          <a:p>
            <a:pPr lvl="1"/>
            <a:r>
              <a:rPr lang="en-US" altLang="en-US" sz="1800" dirty="0"/>
              <a:t>Discounts and switching costs</a:t>
            </a:r>
          </a:p>
          <a:p>
            <a:pPr lvl="1"/>
            <a:r>
              <a:rPr lang="en-US" altLang="en-US" sz="1800" dirty="0"/>
              <a:t>Sharing intellectual property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Know how to </a:t>
            </a:r>
            <a:r>
              <a:rPr lang="en-US" altLang="en-US" sz="2000" dirty="0" err="1"/>
              <a:t>analyse</a:t>
            </a:r>
            <a:r>
              <a:rPr lang="en-US" altLang="en-US" sz="2000"/>
              <a:t> the </a:t>
            </a:r>
            <a:r>
              <a:rPr lang="en-US" altLang="en-US" sz="2000" dirty="0"/>
              <a:t>effects of changes in exogeneous parameters in such models.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71271-1D20-3FB1-C316-1B57DF1BE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359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DFFD-8557-2342-87A9-643109E0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B834-1E86-AF4D-9260-11EEF3497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791"/>
            <a:ext cx="9277350" cy="4755473"/>
          </a:xfrm>
        </p:spPr>
        <p:txBody>
          <a:bodyPr>
            <a:normAutofit/>
          </a:bodyPr>
          <a:lstStyle/>
          <a:p>
            <a:r>
              <a:rPr lang="en-US" sz="2400" dirty="0"/>
              <a:t>Varian Chapter 36</a:t>
            </a:r>
            <a:endParaRPr lang="en-US" sz="2400" dirty="0">
              <a:solidFill>
                <a:srgbClr val="2E445C"/>
              </a:solidFill>
            </a:endParaRPr>
          </a:p>
          <a:p>
            <a:endParaRPr lang="en-US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8C303-242E-7EA4-AC96-D7106618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FFD44-3125-48DD-9AC2-A99B91DF9DE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84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8330</TotalTime>
  <Words>2859</Words>
  <Application>Microsoft Office PowerPoint</Application>
  <PresentationFormat>Widescreen</PresentationFormat>
  <Paragraphs>424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Symbol</vt:lpstr>
      <vt:lpstr>Office Theme</vt:lpstr>
      <vt:lpstr>Information Technology 2</vt:lpstr>
      <vt:lpstr>A Model of Two sided markets</vt:lpstr>
      <vt:lpstr>Two-sided markets</vt:lpstr>
      <vt:lpstr>Two-sided markets</vt:lpstr>
      <vt:lpstr>Two-sided markets</vt:lpstr>
      <vt:lpstr>Two-sided markets</vt:lpstr>
      <vt:lpstr>Two-sided markets</vt:lpstr>
      <vt:lpstr>Two-sided markets</vt:lpstr>
      <vt:lpstr>Two-sided markets: Equilibria</vt:lpstr>
      <vt:lpstr>Two-sided markets: Strategies</vt:lpstr>
      <vt:lpstr>Review Questions 1</vt:lpstr>
      <vt:lpstr>Information Technology: Forms of Competition  </vt:lpstr>
      <vt:lpstr>Competition with Information Technology</vt:lpstr>
      <vt:lpstr> Competition with Switching Costs   </vt:lpstr>
      <vt:lpstr>Lock-In</vt:lpstr>
      <vt:lpstr>Competition &amp; Switching Costs </vt:lpstr>
      <vt:lpstr>Competition &amp; Switching Costs </vt:lpstr>
      <vt:lpstr>Competition &amp; Switching Costs </vt:lpstr>
      <vt:lpstr>Competition &amp; Switching Costs </vt:lpstr>
      <vt:lpstr>Competition &amp; Switching Costs </vt:lpstr>
      <vt:lpstr>Competition &amp; Switching Costs </vt:lpstr>
      <vt:lpstr>Review Questions 2</vt:lpstr>
      <vt:lpstr>Network externalities &amp; Switching Costs </vt:lpstr>
      <vt:lpstr>Network externalities &amp; Switching Costs </vt:lpstr>
      <vt:lpstr>Intellectual Property </vt:lpstr>
      <vt:lpstr>Intellectual Property</vt:lpstr>
      <vt:lpstr>Intellectual Property</vt:lpstr>
      <vt:lpstr>Sharing Intellectual Property</vt:lpstr>
      <vt:lpstr>Sharing Intellectual Property</vt:lpstr>
      <vt:lpstr>Sharing Intellectual Property</vt:lpstr>
      <vt:lpstr>Sharing Intellectual Property</vt:lpstr>
      <vt:lpstr>Sharing Intellectual Property</vt:lpstr>
      <vt:lpstr>Sharing Intellectual Property</vt:lpstr>
      <vt:lpstr>Sharing Intellectual Property</vt:lpstr>
      <vt:lpstr>Review Questions 3</vt:lpstr>
      <vt:lpstr>Key learning outcomes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Externalities</dc:title>
  <dc:creator>Jonathan Yeo</dc:creator>
  <cp:lastModifiedBy>issac goh</cp:lastModifiedBy>
  <cp:revision>181</cp:revision>
  <dcterms:created xsi:type="dcterms:W3CDTF">2020-11-25T09:54:01Z</dcterms:created>
  <dcterms:modified xsi:type="dcterms:W3CDTF">2024-11-13T14:24:03Z</dcterms:modified>
</cp:coreProperties>
</file>