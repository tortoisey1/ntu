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425" r:id="rId3"/>
    <p:sldId id="375" r:id="rId4"/>
    <p:sldId id="424" r:id="rId5"/>
    <p:sldId id="391" r:id="rId6"/>
    <p:sldId id="390" r:id="rId7"/>
    <p:sldId id="301" r:id="rId8"/>
    <p:sldId id="304" r:id="rId9"/>
    <p:sldId id="377" r:id="rId10"/>
    <p:sldId id="376" r:id="rId11"/>
    <p:sldId id="307" r:id="rId12"/>
    <p:sldId id="387" r:id="rId13"/>
    <p:sldId id="400" r:id="rId14"/>
    <p:sldId id="392" r:id="rId15"/>
    <p:sldId id="426" r:id="rId16"/>
    <p:sldId id="396" r:id="rId17"/>
    <p:sldId id="397" r:id="rId18"/>
    <p:sldId id="398" r:id="rId19"/>
    <p:sldId id="399" r:id="rId20"/>
    <p:sldId id="428" r:id="rId21"/>
    <p:sldId id="393" r:id="rId22"/>
    <p:sldId id="311" r:id="rId23"/>
    <p:sldId id="372" r:id="rId24"/>
    <p:sldId id="401" r:id="rId25"/>
    <p:sldId id="324" r:id="rId26"/>
    <p:sldId id="394" r:id="rId27"/>
    <p:sldId id="336" r:id="rId28"/>
    <p:sldId id="427" r:id="rId29"/>
    <p:sldId id="402" r:id="rId30"/>
    <p:sldId id="403" r:id="rId31"/>
    <p:sldId id="404" r:id="rId32"/>
    <p:sldId id="421" r:id="rId33"/>
    <p:sldId id="410" r:id="rId34"/>
    <p:sldId id="411" r:id="rId35"/>
    <p:sldId id="422" r:id="rId36"/>
    <p:sldId id="409" r:id="rId37"/>
    <p:sldId id="412" r:id="rId38"/>
    <p:sldId id="423" r:id="rId39"/>
    <p:sldId id="388" r:id="rId40"/>
    <p:sldId id="429" r:id="rId41"/>
    <p:sldId id="386" r:id="rId42"/>
    <p:sldId id="413" r:id="rId43"/>
    <p:sldId id="337" r:id="rId44"/>
    <p:sldId id="340" r:id="rId45"/>
    <p:sldId id="342" r:id="rId46"/>
    <p:sldId id="39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26" autoAdjust="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7E77A657-EB2E-45EB-95D7-78E644E13877}"/>
    <pc:docChg chg="undo custSel addSld delSld modSld">
      <pc:chgData name="Yeo Xiong Wei, Jonathan" userId="ac2b658e-7ce1-44bb-9f9f-bf4198ceaa29" providerId="ADAL" clId="{7E77A657-EB2E-45EB-95D7-78E644E13877}" dt="2023-05-30T08:30:59.018" v="9793" actId="20577"/>
      <pc:docMkLst>
        <pc:docMk/>
      </pc:docMkLst>
      <pc:sldChg chg="delSp modSp mod">
        <pc:chgData name="Yeo Xiong Wei, Jonathan" userId="ac2b658e-7ce1-44bb-9f9f-bf4198ceaa29" providerId="ADAL" clId="{7E77A657-EB2E-45EB-95D7-78E644E13877}" dt="2023-05-30T08:16:27.016" v="9771" actId="20577"/>
        <pc:sldMkLst>
          <pc:docMk/>
          <pc:sldMk cId="3511576318" sldId="256"/>
        </pc:sldMkLst>
        <pc:spChg chg="mod">
          <ac:chgData name="Yeo Xiong Wei, Jonathan" userId="ac2b658e-7ce1-44bb-9f9f-bf4198ceaa29" providerId="ADAL" clId="{7E77A657-EB2E-45EB-95D7-78E644E13877}" dt="2023-05-30T08:16:27.016" v="9771" actId="20577"/>
          <ac:spMkLst>
            <pc:docMk/>
            <pc:sldMk cId="3511576318" sldId="256"/>
            <ac:spMk id="2" creationId="{E19ABC91-B477-4D87-98FF-6BD62F1458B7}"/>
          </ac:spMkLst>
        </pc:spChg>
        <pc:spChg chg="del mod">
          <ac:chgData name="Yeo Xiong Wei, Jonathan" userId="ac2b658e-7ce1-44bb-9f9f-bf4198ceaa29" providerId="ADAL" clId="{7E77A657-EB2E-45EB-95D7-78E644E13877}" dt="2023-05-30T08:16:24.344" v="9769" actId="478"/>
          <ac:spMkLst>
            <pc:docMk/>
            <pc:sldMk cId="3511576318" sldId="256"/>
            <ac:spMk id="3" creationId="{6077342D-0B69-4DD6-9B55-A16D247A84F5}"/>
          </ac:spMkLst>
        </pc:spChg>
      </pc:sldChg>
      <pc:sldChg chg="modSp modAnim">
        <pc:chgData name="Yeo Xiong Wei, Jonathan" userId="ac2b658e-7ce1-44bb-9f9f-bf4198ceaa29" providerId="ADAL" clId="{7E77A657-EB2E-45EB-95D7-78E644E13877}" dt="2023-05-30T02:38:05.563" v="3353" actId="20577"/>
        <pc:sldMkLst>
          <pc:docMk/>
          <pc:sldMk cId="1683943885" sldId="304"/>
        </pc:sldMkLst>
        <pc:spChg chg="mod">
          <ac:chgData name="Yeo Xiong Wei, Jonathan" userId="ac2b658e-7ce1-44bb-9f9f-bf4198ceaa29" providerId="ADAL" clId="{7E77A657-EB2E-45EB-95D7-78E644E13877}" dt="2023-05-30T02:38:05.563" v="3353" actId="20577"/>
          <ac:spMkLst>
            <pc:docMk/>
            <pc:sldMk cId="1683943885" sldId="304"/>
            <ac:spMk id="32770" creationId="{00000000-0000-0000-0000-000000000000}"/>
          </ac:spMkLst>
        </pc:spChg>
      </pc:sldChg>
      <pc:sldChg chg="modSp mod">
        <pc:chgData name="Yeo Xiong Wei, Jonathan" userId="ac2b658e-7ce1-44bb-9f9f-bf4198ceaa29" providerId="ADAL" clId="{7E77A657-EB2E-45EB-95D7-78E644E13877}" dt="2023-05-30T01:40:59.738" v="1" actId="20577"/>
        <pc:sldMkLst>
          <pc:docMk/>
          <pc:sldMk cId="1077139813" sldId="307"/>
        </pc:sldMkLst>
        <pc:spChg chg="mod">
          <ac:chgData name="Yeo Xiong Wei, Jonathan" userId="ac2b658e-7ce1-44bb-9f9f-bf4198ceaa29" providerId="ADAL" clId="{7E77A657-EB2E-45EB-95D7-78E644E13877}" dt="2023-05-30T01:40:59.738" v="1" actId="20577"/>
          <ac:spMkLst>
            <pc:docMk/>
            <pc:sldMk cId="1077139813" sldId="307"/>
            <ac:spMk id="35842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7E77A657-EB2E-45EB-95D7-78E644E13877}" dt="2023-05-30T02:12:29.061" v="1724" actId="1076"/>
        <pc:sldMkLst>
          <pc:docMk/>
          <pc:sldMk cId="1154887215" sldId="311"/>
        </pc:sldMkLst>
        <pc:spChg chg="mod">
          <ac:chgData name="Yeo Xiong Wei, Jonathan" userId="ac2b658e-7ce1-44bb-9f9f-bf4198ceaa29" providerId="ADAL" clId="{7E77A657-EB2E-45EB-95D7-78E644E13877}" dt="2023-05-30T02:12:15.006" v="1711" actId="14100"/>
          <ac:spMkLst>
            <pc:docMk/>
            <pc:sldMk cId="1154887215" sldId="311"/>
            <ac:spMk id="3" creationId="{59AF3315-DA28-4B98-9E7A-2DB7E9088779}"/>
          </ac:spMkLst>
        </pc:spChg>
        <pc:spChg chg="add del mod">
          <ac:chgData name="Yeo Xiong Wei, Jonathan" userId="ac2b658e-7ce1-44bb-9f9f-bf4198ceaa29" providerId="ADAL" clId="{7E77A657-EB2E-45EB-95D7-78E644E13877}" dt="2023-05-30T02:10:34.325" v="1664" actId="478"/>
          <ac:spMkLst>
            <pc:docMk/>
            <pc:sldMk cId="1154887215" sldId="311"/>
            <ac:spMk id="4" creationId="{3C34B99F-E02D-2037-37D3-228921ED365C}"/>
          </ac:spMkLst>
        </pc:spChg>
        <pc:spChg chg="add del mod">
          <ac:chgData name="Yeo Xiong Wei, Jonathan" userId="ac2b658e-7ce1-44bb-9f9f-bf4198ceaa29" providerId="ADAL" clId="{7E77A657-EB2E-45EB-95D7-78E644E13877}" dt="2023-05-30T02:09:31.044" v="1633"/>
          <ac:spMkLst>
            <pc:docMk/>
            <pc:sldMk cId="1154887215" sldId="311"/>
            <ac:spMk id="8" creationId="{5BD409BB-B39B-3BDB-9C19-4117AD42B74B}"/>
          </ac:spMkLst>
        </pc:spChg>
        <pc:spChg chg="add mod">
          <ac:chgData name="Yeo Xiong Wei, Jonathan" userId="ac2b658e-7ce1-44bb-9f9f-bf4198ceaa29" providerId="ADAL" clId="{7E77A657-EB2E-45EB-95D7-78E644E13877}" dt="2023-05-30T02:12:11.761" v="1709" actId="14100"/>
          <ac:spMkLst>
            <pc:docMk/>
            <pc:sldMk cId="1154887215" sldId="311"/>
            <ac:spMk id="9" creationId="{F573029D-5B24-0468-DEB0-4E3AE96AD689}"/>
          </ac:spMkLst>
        </pc:spChg>
        <pc:spChg chg="add mod">
          <ac:chgData name="Yeo Xiong Wei, Jonathan" userId="ac2b658e-7ce1-44bb-9f9f-bf4198ceaa29" providerId="ADAL" clId="{7E77A657-EB2E-45EB-95D7-78E644E13877}" dt="2023-05-30T02:12:11.761" v="1709" actId="14100"/>
          <ac:spMkLst>
            <pc:docMk/>
            <pc:sldMk cId="1154887215" sldId="311"/>
            <ac:spMk id="11" creationId="{A3D61EA1-1021-1396-414A-D4700A1239C3}"/>
          </ac:spMkLst>
        </pc:spChg>
        <pc:spChg chg="add mod">
          <ac:chgData name="Yeo Xiong Wei, Jonathan" userId="ac2b658e-7ce1-44bb-9f9f-bf4198ceaa29" providerId="ADAL" clId="{7E77A657-EB2E-45EB-95D7-78E644E13877}" dt="2023-05-30T02:12:29.061" v="1724" actId="1076"/>
          <ac:spMkLst>
            <pc:docMk/>
            <pc:sldMk cId="1154887215" sldId="311"/>
            <ac:spMk id="16" creationId="{06557E7D-D688-D076-2B07-5991FC89475B}"/>
          </ac:spMkLst>
        </pc:spChg>
        <pc:spChg chg="mod">
          <ac:chgData name="Yeo Xiong Wei, Jonathan" userId="ac2b658e-7ce1-44bb-9f9f-bf4198ceaa29" providerId="ADAL" clId="{7E77A657-EB2E-45EB-95D7-78E644E13877}" dt="2023-05-30T02:12:15.006" v="1711" actId="14100"/>
          <ac:spMkLst>
            <pc:docMk/>
            <pc:sldMk cId="1154887215" sldId="311"/>
            <ac:spMk id="39937" creationId="{00000000-0000-0000-0000-000000000000}"/>
          </ac:spMkLst>
        </pc:spChg>
        <pc:spChg chg="mod">
          <ac:chgData name="Yeo Xiong Wei, Jonathan" userId="ac2b658e-7ce1-44bb-9f9f-bf4198ceaa29" providerId="ADAL" clId="{7E77A657-EB2E-45EB-95D7-78E644E13877}" dt="2023-05-30T02:12:15.006" v="1711" actId="14100"/>
          <ac:spMkLst>
            <pc:docMk/>
            <pc:sldMk cId="1154887215" sldId="311"/>
            <ac:spMk id="39938" creationId="{00000000-0000-0000-0000-000000000000}"/>
          </ac:spMkLst>
        </pc:spChg>
        <pc:cxnChg chg="mod">
          <ac:chgData name="Yeo Xiong Wei, Jonathan" userId="ac2b658e-7ce1-44bb-9f9f-bf4198ceaa29" providerId="ADAL" clId="{7E77A657-EB2E-45EB-95D7-78E644E13877}" dt="2023-05-30T02:12:15.006" v="1711" actId="14100"/>
          <ac:cxnSpMkLst>
            <pc:docMk/>
            <pc:sldMk cId="1154887215" sldId="311"/>
            <ac:cxnSpMk id="2" creationId="{B699CF2C-9217-A8F0-3DB1-D3B24A97AA5B}"/>
          </ac:cxnSpMkLst>
        </pc:cxnChg>
        <pc:cxnChg chg="add del mod">
          <ac:chgData name="Yeo Xiong Wei, Jonathan" userId="ac2b658e-7ce1-44bb-9f9f-bf4198ceaa29" providerId="ADAL" clId="{7E77A657-EB2E-45EB-95D7-78E644E13877}" dt="2023-05-30T02:09:31.044" v="1633"/>
          <ac:cxnSpMkLst>
            <pc:docMk/>
            <pc:sldMk cId="1154887215" sldId="311"/>
            <ac:cxnSpMk id="5" creationId="{BE1FA378-5ECE-6FE5-5621-90AA9A98C821}"/>
          </ac:cxnSpMkLst>
        </pc:cxnChg>
        <pc:cxnChg chg="add del mod">
          <ac:chgData name="Yeo Xiong Wei, Jonathan" userId="ac2b658e-7ce1-44bb-9f9f-bf4198ceaa29" providerId="ADAL" clId="{7E77A657-EB2E-45EB-95D7-78E644E13877}" dt="2023-05-30T02:09:31.044" v="1633"/>
          <ac:cxnSpMkLst>
            <pc:docMk/>
            <pc:sldMk cId="1154887215" sldId="311"/>
            <ac:cxnSpMk id="6" creationId="{7EF0003C-E3A8-9887-B193-496FD535704B}"/>
          </ac:cxnSpMkLst>
        </pc:cxnChg>
        <pc:cxnChg chg="mod">
          <ac:chgData name="Yeo Xiong Wei, Jonathan" userId="ac2b658e-7ce1-44bb-9f9f-bf4198ceaa29" providerId="ADAL" clId="{7E77A657-EB2E-45EB-95D7-78E644E13877}" dt="2023-05-30T02:12:15.006" v="1711" actId="14100"/>
          <ac:cxnSpMkLst>
            <pc:docMk/>
            <pc:sldMk cId="1154887215" sldId="311"/>
            <ac:cxnSpMk id="7" creationId="{48BA9A91-31AA-A093-9A99-E6BFBBA986F8}"/>
          </ac:cxnSpMkLst>
        </pc:cxnChg>
        <pc:cxnChg chg="add del mod">
          <ac:chgData name="Yeo Xiong Wei, Jonathan" userId="ac2b658e-7ce1-44bb-9f9f-bf4198ceaa29" providerId="ADAL" clId="{7E77A657-EB2E-45EB-95D7-78E644E13877}" dt="2023-05-30T02:09:58.829" v="1655"/>
          <ac:cxnSpMkLst>
            <pc:docMk/>
            <pc:sldMk cId="1154887215" sldId="311"/>
            <ac:cxnSpMk id="10" creationId="{D7B3ED7A-E2CD-DA25-3DC6-AD91BC2E0ED7}"/>
          </ac:cxnSpMkLst>
        </pc:cxnChg>
        <pc:cxnChg chg="add mod">
          <ac:chgData name="Yeo Xiong Wei, Jonathan" userId="ac2b658e-7ce1-44bb-9f9f-bf4198ceaa29" providerId="ADAL" clId="{7E77A657-EB2E-45EB-95D7-78E644E13877}" dt="2023-05-30T02:12:15.006" v="1711" actId="14100"/>
          <ac:cxnSpMkLst>
            <pc:docMk/>
            <pc:sldMk cId="1154887215" sldId="311"/>
            <ac:cxnSpMk id="13" creationId="{330CF273-D3EC-30E9-667E-0989E45A9ECF}"/>
          </ac:cxnSpMkLst>
        </pc:cxnChg>
        <pc:cxnChg chg="add mod">
          <ac:chgData name="Yeo Xiong Wei, Jonathan" userId="ac2b658e-7ce1-44bb-9f9f-bf4198ceaa29" providerId="ADAL" clId="{7E77A657-EB2E-45EB-95D7-78E644E13877}" dt="2023-05-30T02:12:15.006" v="1711" actId="14100"/>
          <ac:cxnSpMkLst>
            <pc:docMk/>
            <pc:sldMk cId="1154887215" sldId="311"/>
            <ac:cxnSpMk id="15" creationId="{9E45B1E4-FA49-3FAB-6B14-AD9E5C98BA02}"/>
          </ac:cxnSpMkLst>
        </pc:cxnChg>
      </pc:sldChg>
      <pc:sldChg chg="add">
        <pc:chgData name="Yeo Xiong Wei, Jonathan" userId="ac2b658e-7ce1-44bb-9f9f-bf4198ceaa29" providerId="ADAL" clId="{7E77A657-EB2E-45EB-95D7-78E644E13877}" dt="2023-05-30T03:44:40.050" v="9276"/>
        <pc:sldMkLst>
          <pc:docMk/>
          <pc:sldMk cId="2881407611" sldId="337"/>
        </pc:sldMkLst>
      </pc:sldChg>
      <pc:sldChg chg="del">
        <pc:chgData name="Yeo Xiong Wei, Jonathan" userId="ac2b658e-7ce1-44bb-9f9f-bf4198ceaa29" providerId="ADAL" clId="{7E77A657-EB2E-45EB-95D7-78E644E13877}" dt="2023-05-30T03:44:37.997" v="9275" actId="2696"/>
        <pc:sldMkLst>
          <pc:docMk/>
          <pc:sldMk cId="3775552506" sldId="337"/>
        </pc:sldMkLst>
      </pc:sldChg>
      <pc:sldChg chg="del">
        <pc:chgData name="Yeo Xiong Wei, Jonathan" userId="ac2b658e-7ce1-44bb-9f9f-bf4198ceaa29" providerId="ADAL" clId="{7E77A657-EB2E-45EB-95D7-78E644E13877}" dt="2023-05-30T03:44:37.997" v="9275" actId="2696"/>
        <pc:sldMkLst>
          <pc:docMk/>
          <pc:sldMk cId="1794459706" sldId="340"/>
        </pc:sldMkLst>
      </pc:sldChg>
      <pc:sldChg chg="add">
        <pc:chgData name="Yeo Xiong Wei, Jonathan" userId="ac2b658e-7ce1-44bb-9f9f-bf4198ceaa29" providerId="ADAL" clId="{7E77A657-EB2E-45EB-95D7-78E644E13877}" dt="2023-05-30T03:44:40.050" v="9276"/>
        <pc:sldMkLst>
          <pc:docMk/>
          <pc:sldMk cId="2137219401" sldId="340"/>
        </pc:sldMkLst>
      </pc:sldChg>
      <pc:sldChg chg="del">
        <pc:chgData name="Yeo Xiong Wei, Jonathan" userId="ac2b658e-7ce1-44bb-9f9f-bf4198ceaa29" providerId="ADAL" clId="{7E77A657-EB2E-45EB-95D7-78E644E13877}" dt="2023-05-30T03:44:37.997" v="9275" actId="2696"/>
        <pc:sldMkLst>
          <pc:docMk/>
          <pc:sldMk cId="237551156" sldId="342"/>
        </pc:sldMkLst>
      </pc:sldChg>
      <pc:sldChg chg="add">
        <pc:chgData name="Yeo Xiong Wei, Jonathan" userId="ac2b658e-7ce1-44bb-9f9f-bf4198ceaa29" providerId="ADAL" clId="{7E77A657-EB2E-45EB-95D7-78E644E13877}" dt="2023-05-30T03:44:40.050" v="9276"/>
        <pc:sldMkLst>
          <pc:docMk/>
          <pc:sldMk cId="1295572845" sldId="342"/>
        </pc:sldMkLst>
      </pc:sldChg>
      <pc:sldChg chg="del">
        <pc:chgData name="Yeo Xiong Wei, Jonathan" userId="ac2b658e-7ce1-44bb-9f9f-bf4198ceaa29" providerId="ADAL" clId="{7E77A657-EB2E-45EB-95D7-78E644E13877}" dt="2023-05-30T03:05:11.378" v="5630" actId="2696"/>
        <pc:sldMkLst>
          <pc:docMk/>
          <pc:sldMk cId="1075081997" sldId="350"/>
        </pc:sldMkLst>
      </pc:sldChg>
      <pc:sldChg chg="modSp add mod modAnim">
        <pc:chgData name="Yeo Xiong Wei, Jonathan" userId="ac2b658e-7ce1-44bb-9f9f-bf4198ceaa29" providerId="ADAL" clId="{7E77A657-EB2E-45EB-95D7-78E644E13877}" dt="2023-05-30T03:12:46.279" v="6727" actId="20577"/>
        <pc:sldMkLst>
          <pc:docMk/>
          <pc:sldMk cId="3777918650" sldId="350"/>
        </pc:sldMkLst>
        <pc:spChg chg="mod">
          <ac:chgData name="Yeo Xiong Wei, Jonathan" userId="ac2b658e-7ce1-44bb-9f9f-bf4198ceaa29" providerId="ADAL" clId="{7E77A657-EB2E-45EB-95D7-78E644E13877}" dt="2023-05-30T03:12:46.279" v="6727" actId="20577"/>
          <ac:spMkLst>
            <pc:docMk/>
            <pc:sldMk cId="3777918650" sldId="350"/>
            <ac:spMk id="79874" creationId="{00000000-0000-0000-0000-000000000000}"/>
          </ac:spMkLst>
        </pc:spChg>
      </pc:sldChg>
      <pc:sldChg chg="modSp modAnim">
        <pc:chgData name="Yeo Xiong Wei, Jonathan" userId="ac2b658e-7ce1-44bb-9f9f-bf4198ceaa29" providerId="ADAL" clId="{7E77A657-EB2E-45EB-95D7-78E644E13877}" dt="2023-05-30T08:16:10.258" v="9767" actId="255"/>
        <pc:sldMkLst>
          <pc:docMk/>
          <pc:sldMk cId="1570624268" sldId="375"/>
        </pc:sldMkLst>
        <pc:spChg chg="mod">
          <ac:chgData name="Yeo Xiong Wei, Jonathan" userId="ac2b658e-7ce1-44bb-9f9f-bf4198ceaa29" providerId="ADAL" clId="{7E77A657-EB2E-45EB-95D7-78E644E13877}" dt="2023-05-30T08:16:10.258" v="9767" actId="255"/>
          <ac:spMkLst>
            <pc:docMk/>
            <pc:sldMk cId="1570624268" sldId="375"/>
            <ac:spMk id="25602" creationId="{00000000-0000-0000-0000-000000000000}"/>
          </ac:spMkLst>
        </pc:spChg>
      </pc:sldChg>
      <pc:sldChg chg="modSp">
        <pc:chgData name="Yeo Xiong Wei, Jonathan" userId="ac2b658e-7ce1-44bb-9f9f-bf4198ceaa29" providerId="ADAL" clId="{7E77A657-EB2E-45EB-95D7-78E644E13877}" dt="2023-05-30T02:38:30.526" v="3381" actId="20577"/>
        <pc:sldMkLst>
          <pc:docMk/>
          <pc:sldMk cId="3081327897" sldId="376"/>
        </pc:sldMkLst>
        <pc:spChg chg="mod">
          <ac:chgData name="Yeo Xiong Wei, Jonathan" userId="ac2b658e-7ce1-44bb-9f9f-bf4198ceaa29" providerId="ADAL" clId="{7E77A657-EB2E-45EB-95D7-78E644E13877}" dt="2023-05-30T02:38:30.526" v="3381" actId="20577"/>
          <ac:spMkLst>
            <pc:docMk/>
            <pc:sldMk cId="3081327897" sldId="376"/>
            <ac:spMk id="32770" creationId="{00000000-0000-0000-0000-000000000000}"/>
          </ac:spMkLst>
        </pc:spChg>
      </pc:sldChg>
      <pc:sldChg chg="modSp">
        <pc:chgData name="Yeo Xiong Wei, Jonathan" userId="ac2b658e-7ce1-44bb-9f9f-bf4198ceaa29" providerId="ADAL" clId="{7E77A657-EB2E-45EB-95D7-78E644E13877}" dt="2023-05-30T02:38:16.217" v="3363" actId="113"/>
        <pc:sldMkLst>
          <pc:docMk/>
          <pc:sldMk cId="518600987" sldId="377"/>
        </pc:sldMkLst>
        <pc:spChg chg="mod">
          <ac:chgData name="Yeo Xiong Wei, Jonathan" userId="ac2b658e-7ce1-44bb-9f9f-bf4198ceaa29" providerId="ADAL" clId="{7E77A657-EB2E-45EB-95D7-78E644E13877}" dt="2023-05-30T02:38:16.217" v="3363" actId="113"/>
          <ac:spMkLst>
            <pc:docMk/>
            <pc:sldMk cId="518600987" sldId="377"/>
            <ac:spMk id="32770" creationId="{00000000-0000-0000-0000-000000000000}"/>
          </ac:spMkLst>
        </pc:spChg>
      </pc:sldChg>
      <pc:sldChg chg="del">
        <pc:chgData name="Yeo Xiong Wei, Jonathan" userId="ac2b658e-7ce1-44bb-9f9f-bf4198ceaa29" providerId="ADAL" clId="{7E77A657-EB2E-45EB-95D7-78E644E13877}" dt="2023-05-30T03:46:15.835" v="9398" actId="47"/>
        <pc:sldMkLst>
          <pc:docMk/>
          <pc:sldMk cId="946455540" sldId="378"/>
        </pc:sldMkLst>
      </pc:sldChg>
      <pc:sldChg chg="del">
        <pc:chgData name="Yeo Xiong Wei, Jonathan" userId="ac2b658e-7ce1-44bb-9f9f-bf4198ceaa29" providerId="ADAL" clId="{7E77A657-EB2E-45EB-95D7-78E644E13877}" dt="2023-05-30T03:46:15.835" v="9398" actId="47"/>
        <pc:sldMkLst>
          <pc:docMk/>
          <pc:sldMk cId="1721693409" sldId="379"/>
        </pc:sldMkLst>
      </pc:sldChg>
      <pc:sldChg chg="del">
        <pc:chgData name="Yeo Xiong Wei, Jonathan" userId="ac2b658e-7ce1-44bb-9f9f-bf4198ceaa29" providerId="ADAL" clId="{7E77A657-EB2E-45EB-95D7-78E644E13877}" dt="2023-05-30T03:46:15.835" v="9398" actId="47"/>
        <pc:sldMkLst>
          <pc:docMk/>
          <pc:sldMk cId="3350119035" sldId="380"/>
        </pc:sldMkLst>
      </pc:sldChg>
      <pc:sldChg chg="del">
        <pc:chgData name="Yeo Xiong Wei, Jonathan" userId="ac2b658e-7ce1-44bb-9f9f-bf4198ceaa29" providerId="ADAL" clId="{7E77A657-EB2E-45EB-95D7-78E644E13877}" dt="2023-05-30T03:46:15.835" v="9398" actId="47"/>
        <pc:sldMkLst>
          <pc:docMk/>
          <pc:sldMk cId="3088528307" sldId="381"/>
        </pc:sldMkLst>
      </pc:sldChg>
      <pc:sldChg chg="del">
        <pc:chgData name="Yeo Xiong Wei, Jonathan" userId="ac2b658e-7ce1-44bb-9f9f-bf4198ceaa29" providerId="ADAL" clId="{7E77A657-EB2E-45EB-95D7-78E644E13877}" dt="2023-05-30T03:44:37.997" v="9275" actId="2696"/>
        <pc:sldMkLst>
          <pc:docMk/>
          <pc:sldMk cId="1013567069" sldId="382"/>
        </pc:sldMkLst>
      </pc:sldChg>
      <pc:sldChg chg="add del">
        <pc:chgData name="Yeo Xiong Wei, Jonathan" userId="ac2b658e-7ce1-44bb-9f9f-bf4198ceaa29" providerId="ADAL" clId="{7E77A657-EB2E-45EB-95D7-78E644E13877}" dt="2023-05-30T03:47:27.954" v="9475" actId="47"/>
        <pc:sldMkLst>
          <pc:docMk/>
          <pc:sldMk cId="1439172777" sldId="382"/>
        </pc:sldMkLst>
      </pc:sldChg>
      <pc:sldChg chg="del">
        <pc:chgData name="Yeo Xiong Wei, Jonathan" userId="ac2b658e-7ce1-44bb-9f9f-bf4198ceaa29" providerId="ADAL" clId="{7E77A657-EB2E-45EB-95D7-78E644E13877}" dt="2023-05-30T03:46:15.835" v="9398" actId="47"/>
        <pc:sldMkLst>
          <pc:docMk/>
          <pc:sldMk cId="2433465224" sldId="383"/>
        </pc:sldMkLst>
      </pc:sldChg>
      <pc:sldChg chg="modSp add mod">
        <pc:chgData name="Yeo Xiong Wei, Jonathan" userId="ac2b658e-7ce1-44bb-9f9f-bf4198ceaa29" providerId="ADAL" clId="{7E77A657-EB2E-45EB-95D7-78E644E13877}" dt="2023-05-30T03:41:34.659" v="9178" actId="20577"/>
        <pc:sldMkLst>
          <pc:docMk/>
          <pc:sldMk cId="3406101701" sldId="388"/>
        </pc:sldMkLst>
        <pc:spChg chg="mod">
          <ac:chgData name="Yeo Xiong Wei, Jonathan" userId="ac2b658e-7ce1-44bb-9f9f-bf4198ceaa29" providerId="ADAL" clId="{7E77A657-EB2E-45EB-95D7-78E644E13877}" dt="2023-05-30T03:41:34.659" v="9178" actId="20577"/>
          <ac:spMkLst>
            <pc:docMk/>
            <pc:sldMk cId="3406101701" sldId="388"/>
            <ac:spMk id="38914" creationId="{00000000-0000-0000-0000-000000000000}"/>
          </ac:spMkLst>
        </pc:spChg>
      </pc:sldChg>
      <pc:sldChg chg="del">
        <pc:chgData name="Yeo Xiong Wei, Jonathan" userId="ac2b658e-7ce1-44bb-9f9f-bf4198ceaa29" providerId="ADAL" clId="{7E77A657-EB2E-45EB-95D7-78E644E13877}" dt="2023-05-30T03:36:57.245" v="8851" actId="2696"/>
        <pc:sldMkLst>
          <pc:docMk/>
          <pc:sldMk cId="4186818076" sldId="388"/>
        </pc:sldMkLst>
      </pc:sldChg>
      <pc:sldChg chg="modSp add modAnim">
        <pc:chgData name="Yeo Xiong Wei, Jonathan" userId="ac2b658e-7ce1-44bb-9f9f-bf4198ceaa29" providerId="ADAL" clId="{7E77A657-EB2E-45EB-95D7-78E644E13877}" dt="2023-05-30T03:17:17.430" v="7084" actId="20577"/>
        <pc:sldMkLst>
          <pc:docMk/>
          <pc:sldMk cId="443590620" sldId="389"/>
        </pc:sldMkLst>
        <pc:spChg chg="mod">
          <ac:chgData name="Yeo Xiong Wei, Jonathan" userId="ac2b658e-7ce1-44bb-9f9f-bf4198ceaa29" providerId="ADAL" clId="{7E77A657-EB2E-45EB-95D7-78E644E13877}" dt="2023-05-30T03:17:17.430" v="7084" actId="20577"/>
          <ac:spMkLst>
            <pc:docMk/>
            <pc:sldMk cId="443590620" sldId="389"/>
            <ac:spMk id="6" creationId="{F4BB368C-A778-430D-9715-B41850C4D37A}"/>
          </ac:spMkLst>
        </pc:spChg>
      </pc:sldChg>
      <pc:sldChg chg="del">
        <pc:chgData name="Yeo Xiong Wei, Jonathan" userId="ac2b658e-7ce1-44bb-9f9f-bf4198ceaa29" providerId="ADAL" clId="{7E77A657-EB2E-45EB-95D7-78E644E13877}" dt="2023-05-30T03:05:11.378" v="5630" actId="2696"/>
        <pc:sldMkLst>
          <pc:docMk/>
          <pc:sldMk cId="2304761474" sldId="389"/>
        </pc:sldMkLst>
      </pc:sldChg>
      <pc:sldChg chg="modSp mod">
        <pc:chgData name="Yeo Xiong Wei, Jonathan" userId="ac2b658e-7ce1-44bb-9f9f-bf4198ceaa29" providerId="ADAL" clId="{7E77A657-EB2E-45EB-95D7-78E644E13877}" dt="2023-05-30T08:16:49.034" v="9775" actId="20577"/>
        <pc:sldMkLst>
          <pc:docMk/>
          <pc:sldMk cId="4162676061" sldId="391"/>
        </pc:sldMkLst>
        <pc:spChg chg="mod">
          <ac:chgData name="Yeo Xiong Wei, Jonathan" userId="ac2b658e-7ce1-44bb-9f9f-bf4198ceaa29" providerId="ADAL" clId="{7E77A657-EB2E-45EB-95D7-78E644E13877}" dt="2023-05-30T08:16:49.034" v="9775" actId="20577"/>
          <ac:spMkLst>
            <pc:docMk/>
            <pc:sldMk cId="4162676061" sldId="391"/>
            <ac:spMk id="2" creationId="{E19ABC91-B477-4D87-98FF-6BD62F1458B7}"/>
          </ac:spMkLst>
        </pc:spChg>
      </pc:sldChg>
      <pc:sldChg chg="modSp mod">
        <pc:chgData name="Yeo Xiong Wei, Jonathan" userId="ac2b658e-7ce1-44bb-9f9f-bf4198ceaa29" providerId="ADAL" clId="{7E77A657-EB2E-45EB-95D7-78E644E13877}" dt="2023-05-30T01:46:20.344" v="331" actId="20577"/>
        <pc:sldMkLst>
          <pc:docMk/>
          <pc:sldMk cId="3336074670" sldId="392"/>
        </pc:sldMkLst>
        <pc:spChg chg="mod">
          <ac:chgData name="Yeo Xiong Wei, Jonathan" userId="ac2b658e-7ce1-44bb-9f9f-bf4198ceaa29" providerId="ADAL" clId="{7E77A657-EB2E-45EB-95D7-78E644E13877}" dt="2023-05-30T01:42:08.445" v="28" actId="20577"/>
          <ac:spMkLst>
            <pc:docMk/>
            <pc:sldMk cId="3336074670" sldId="392"/>
            <ac:spMk id="52" creationId="{AA805BE6-6C57-E96E-F862-180ED4C299EE}"/>
          </ac:spMkLst>
        </pc:spChg>
        <pc:spChg chg="mod">
          <ac:chgData name="Yeo Xiong Wei, Jonathan" userId="ac2b658e-7ce1-44bb-9f9f-bf4198ceaa29" providerId="ADAL" clId="{7E77A657-EB2E-45EB-95D7-78E644E13877}" dt="2023-05-30T01:42:15.611" v="33" actId="20577"/>
          <ac:spMkLst>
            <pc:docMk/>
            <pc:sldMk cId="3336074670" sldId="392"/>
            <ac:spMk id="53" creationId="{2C9FF396-B7D7-9C21-A5F0-D54BBCFE916C}"/>
          </ac:spMkLst>
        </pc:spChg>
        <pc:spChg chg="mod">
          <ac:chgData name="Yeo Xiong Wei, Jonathan" userId="ac2b658e-7ce1-44bb-9f9f-bf4198ceaa29" providerId="ADAL" clId="{7E77A657-EB2E-45EB-95D7-78E644E13877}" dt="2023-05-30T01:42:11.212" v="31" actId="20577"/>
          <ac:spMkLst>
            <pc:docMk/>
            <pc:sldMk cId="3336074670" sldId="392"/>
            <ac:spMk id="54" creationId="{38E87B1A-77F1-4BF4-7DF4-4BD0E493F1A5}"/>
          </ac:spMkLst>
        </pc:spChg>
        <pc:spChg chg="mod">
          <ac:chgData name="Yeo Xiong Wei, Jonathan" userId="ac2b658e-7ce1-44bb-9f9f-bf4198ceaa29" providerId="ADAL" clId="{7E77A657-EB2E-45EB-95D7-78E644E13877}" dt="2023-05-30T01:42:20.796" v="38" actId="20577"/>
          <ac:spMkLst>
            <pc:docMk/>
            <pc:sldMk cId="3336074670" sldId="392"/>
            <ac:spMk id="55" creationId="{0FE734AB-AC72-9A97-D87B-0C16C216C4DA}"/>
          </ac:spMkLst>
        </pc:spChg>
        <pc:spChg chg="mod">
          <ac:chgData name="Yeo Xiong Wei, Jonathan" userId="ac2b658e-7ce1-44bb-9f9f-bf4198ceaa29" providerId="ADAL" clId="{7E77A657-EB2E-45EB-95D7-78E644E13877}" dt="2023-05-30T01:46:20.344" v="331" actId="20577"/>
          <ac:spMkLst>
            <pc:docMk/>
            <pc:sldMk cId="3336074670" sldId="392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7E77A657-EB2E-45EB-95D7-78E644E13877}" dt="2023-05-30T03:43:31.388" v="9220" actId="20577"/>
        <pc:sldMkLst>
          <pc:docMk/>
          <pc:sldMk cId="794560605" sldId="393"/>
        </pc:sldMkLst>
        <pc:spChg chg="mod">
          <ac:chgData name="Yeo Xiong Wei, Jonathan" userId="ac2b658e-7ce1-44bb-9f9f-bf4198ceaa29" providerId="ADAL" clId="{7E77A657-EB2E-45EB-95D7-78E644E13877}" dt="2023-05-30T03:43:31.388" v="9220" actId="20577"/>
          <ac:spMkLst>
            <pc:docMk/>
            <pc:sldMk cId="794560605" sldId="393"/>
            <ac:spMk id="2" creationId="{E19ABC91-B477-4D87-98FF-6BD62F1458B7}"/>
          </ac:spMkLst>
        </pc:spChg>
      </pc:sldChg>
      <pc:sldChg chg="modSp mod">
        <pc:chgData name="Yeo Xiong Wei, Jonathan" userId="ac2b658e-7ce1-44bb-9f9f-bf4198ceaa29" providerId="ADAL" clId="{7E77A657-EB2E-45EB-95D7-78E644E13877}" dt="2023-05-30T03:43:45.151" v="9245" actId="20577"/>
        <pc:sldMkLst>
          <pc:docMk/>
          <pc:sldMk cId="3591464582" sldId="394"/>
        </pc:sldMkLst>
        <pc:spChg chg="mod">
          <ac:chgData name="Yeo Xiong Wei, Jonathan" userId="ac2b658e-7ce1-44bb-9f9f-bf4198ceaa29" providerId="ADAL" clId="{7E77A657-EB2E-45EB-95D7-78E644E13877}" dt="2023-05-30T03:43:45.151" v="9245" actId="20577"/>
          <ac:spMkLst>
            <pc:docMk/>
            <pc:sldMk cId="3591464582" sldId="394"/>
            <ac:spMk id="2" creationId="{E19ABC91-B477-4D87-98FF-6BD62F1458B7}"/>
          </ac:spMkLst>
        </pc:spChg>
      </pc:sldChg>
      <pc:sldChg chg="modSp del">
        <pc:chgData name="Yeo Xiong Wei, Jonathan" userId="ac2b658e-7ce1-44bb-9f9f-bf4198ceaa29" providerId="ADAL" clId="{7E77A657-EB2E-45EB-95D7-78E644E13877}" dt="2023-05-30T03:44:37.997" v="9275" actId="2696"/>
        <pc:sldMkLst>
          <pc:docMk/>
          <pc:sldMk cId="2759985680" sldId="395"/>
        </pc:sldMkLst>
        <pc:spChg chg="mod">
          <ac:chgData name="Yeo Xiong Wei, Jonathan" userId="ac2b658e-7ce1-44bb-9f9f-bf4198ceaa29" providerId="ADAL" clId="{7E77A657-EB2E-45EB-95D7-78E644E13877}" dt="2023-05-30T03:42:48.985" v="9182" actId="20577"/>
          <ac:spMkLst>
            <pc:docMk/>
            <pc:sldMk cId="2759985680" sldId="395"/>
            <ac:spMk id="7168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7E77A657-EB2E-45EB-95D7-78E644E13877}" dt="2023-05-30T03:47:22.704" v="9474" actId="20577"/>
        <pc:sldMkLst>
          <pc:docMk/>
          <pc:sldMk cId="4189259186" sldId="395"/>
        </pc:sldMkLst>
        <pc:spChg chg="mod">
          <ac:chgData name="Yeo Xiong Wei, Jonathan" userId="ac2b658e-7ce1-44bb-9f9f-bf4198ceaa29" providerId="ADAL" clId="{7E77A657-EB2E-45EB-95D7-78E644E13877}" dt="2023-05-30T03:47:22.704" v="9474" actId="20577"/>
          <ac:spMkLst>
            <pc:docMk/>
            <pc:sldMk cId="4189259186" sldId="395"/>
            <ac:spMk id="71682" creationId="{00000000-0000-0000-0000-000000000000}"/>
          </ac:spMkLst>
        </pc:spChg>
      </pc:sldChg>
      <pc:sldChg chg="modSp">
        <pc:chgData name="Yeo Xiong Wei, Jonathan" userId="ac2b658e-7ce1-44bb-9f9f-bf4198ceaa29" providerId="ADAL" clId="{7E77A657-EB2E-45EB-95D7-78E644E13877}" dt="2023-05-30T01:46:40.422" v="343" actId="20577"/>
        <pc:sldMkLst>
          <pc:docMk/>
          <pc:sldMk cId="2133190212" sldId="396"/>
        </pc:sldMkLst>
        <pc:spChg chg="mod">
          <ac:chgData name="Yeo Xiong Wei, Jonathan" userId="ac2b658e-7ce1-44bb-9f9f-bf4198ceaa29" providerId="ADAL" clId="{7E77A657-EB2E-45EB-95D7-78E644E13877}" dt="2023-05-30T01:46:40.422" v="343" actId="20577"/>
          <ac:spMkLst>
            <pc:docMk/>
            <pc:sldMk cId="2133190212" sldId="396"/>
            <ac:spMk id="3" creationId="{0BB3E2B2-5F03-76BF-00E4-FA4050B77950}"/>
          </ac:spMkLst>
        </pc:spChg>
      </pc:sldChg>
      <pc:sldChg chg="modSp mod">
        <pc:chgData name="Yeo Xiong Wei, Jonathan" userId="ac2b658e-7ce1-44bb-9f9f-bf4198ceaa29" providerId="ADAL" clId="{7E77A657-EB2E-45EB-95D7-78E644E13877}" dt="2023-05-30T03:18:51.046" v="7091" actId="1076"/>
        <pc:sldMkLst>
          <pc:docMk/>
          <pc:sldMk cId="2468687149" sldId="397"/>
        </pc:sldMkLst>
        <pc:spChg chg="mod">
          <ac:chgData name="Yeo Xiong Wei, Jonathan" userId="ac2b658e-7ce1-44bb-9f9f-bf4198ceaa29" providerId="ADAL" clId="{7E77A657-EB2E-45EB-95D7-78E644E13877}" dt="2023-05-30T01:46:57.671" v="347" actId="20577"/>
          <ac:spMkLst>
            <pc:docMk/>
            <pc:sldMk cId="2468687149" sldId="397"/>
            <ac:spMk id="14" creationId="{68771E47-0AEE-7981-D2ED-D3769449E1CF}"/>
          </ac:spMkLst>
        </pc:spChg>
        <pc:spChg chg="mod">
          <ac:chgData name="Yeo Xiong Wei, Jonathan" userId="ac2b658e-7ce1-44bb-9f9f-bf4198ceaa29" providerId="ADAL" clId="{7E77A657-EB2E-45EB-95D7-78E644E13877}" dt="2023-05-30T01:47:04.571" v="352" actId="20577"/>
          <ac:spMkLst>
            <pc:docMk/>
            <pc:sldMk cId="2468687149" sldId="397"/>
            <ac:spMk id="15" creationId="{27A3F760-4448-B963-BEB9-F3FE1CCDBFBA}"/>
          </ac:spMkLst>
        </pc:spChg>
        <pc:spChg chg="mod">
          <ac:chgData name="Yeo Xiong Wei, Jonathan" userId="ac2b658e-7ce1-44bb-9f9f-bf4198ceaa29" providerId="ADAL" clId="{7E77A657-EB2E-45EB-95D7-78E644E13877}" dt="2023-05-30T01:47:00.106" v="350" actId="20577"/>
          <ac:spMkLst>
            <pc:docMk/>
            <pc:sldMk cId="2468687149" sldId="397"/>
            <ac:spMk id="16" creationId="{2C0A28C4-9780-B029-B7FA-D54B29948B21}"/>
          </ac:spMkLst>
        </pc:spChg>
        <pc:spChg chg="mod">
          <ac:chgData name="Yeo Xiong Wei, Jonathan" userId="ac2b658e-7ce1-44bb-9f9f-bf4198ceaa29" providerId="ADAL" clId="{7E77A657-EB2E-45EB-95D7-78E644E13877}" dt="2023-05-30T01:47:13.005" v="359" actId="20577"/>
          <ac:spMkLst>
            <pc:docMk/>
            <pc:sldMk cId="2468687149" sldId="397"/>
            <ac:spMk id="17" creationId="{9DC1AA67-77C5-228B-B746-E2F7A44E7869}"/>
          </ac:spMkLst>
        </pc:spChg>
        <pc:spChg chg="mod">
          <ac:chgData name="Yeo Xiong Wei, Jonathan" userId="ac2b658e-7ce1-44bb-9f9f-bf4198ceaa29" providerId="ADAL" clId="{7E77A657-EB2E-45EB-95D7-78E644E13877}" dt="2023-05-30T03:18:51.046" v="7091" actId="1076"/>
          <ac:spMkLst>
            <pc:docMk/>
            <pc:sldMk cId="2468687149" sldId="397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7E77A657-EB2E-45EB-95D7-78E644E13877}" dt="2023-05-30T03:19:13.476" v="7095" actId="1076"/>
        <pc:sldMkLst>
          <pc:docMk/>
          <pc:sldMk cId="2907007554" sldId="398"/>
        </pc:sldMkLst>
        <pc:spChg chg="mod">
          <ac:chgData name="Yeo Xiong Wei, Jonathan" userId="ac2b658e-7ce1-44bb-9f9f-bf4198ceaa29" providerId="ADAL" clId="{7E77A657-EB2E-45EB-95D7-78E644E13877}" dt="2023-05-30T01:47:37.556" v="361" actId="20577"/>
          <ac:spMkLst>
            <pc:docMk/>
            <pc:sldMk cId="2907007554" sldId="398"/>
            <ac:spMk id="14" creationId="{68771E47-0AEE-7981-D2ED-D3769449E1CF}"/>
          </ac:spMkLst>
        </pc:spChg>
        <pc:spChg chg="mod">
          <ac:chgData name="Yeo Xiong Wei, Jonathan" userId="ac2b658e-7ce1-44bb-9f9f-bf4198ceaa29" providerId="ADAL" clId="{7E77A657-EB2E-45EB-95D7-78E644E13877}" dt="2023-05-30T01:47:44.971" v="369" actId="20577"/>
          <ac:spMkLst>
            <pc:docMk/>
            <pc:sldMk cId="2907007554" sldId="398"/>
            <ac:spMk id="15" creationId="{27A3F760-4448-B963-BEB9-F3FE1CCDBFBA}"/>
          </ac:spMkLst>
        </pc:spChg>
        <pc:spChg chg="mod">
          <ac:chgData name="Yeo Xiong Wei, Jonathan" userId="ac2b658e-7ce1-44bb-9f9f-bf4198ceaa29" providerId="ADAL" clId="{7E77A657-EB2E-45EB-95D7-78E644E13877}" dt="2023-05-30T01:47:49.048" v="372" actId="20577"/>
          <ac:spMkLst>
            <pc:docMk/>
            <pc:sldMk cId="2907007554" sldId="398"/>
            <ac:spMk id="16" creationId="{2C0A28C4-9780-B029-B7FA-D54B29948B21}"/>
          </ac:spMkLst>
        </pc:spChg>
        <pc:spChg chg="mod">
          <ac:chgData name="Yeo Xiong Wei, Jonathan" userId="ac2b658e-7ce1-44bb-9f9f-bf4198ceaa29" providerId="ADAL" clId="{7E77A657-EB2E-45EB-95D7-78E644E13877}" dt="2023-05-30T01:47:52.237" v="375" actId="20577"/>
          <ac:spMkLst>
            <pc:docMk/>
            <pc:sldMk cId="2907007554" sldId="398"/>
            <ac:spMk id="17" creationId="{9DC1AA67-77C5-228B-B746-E2F7A44E7869}"/>
          </ac:spMkLst>
        </pc:spChg>
        <pc:spChg chg="mod">
          <ac:chgData name="Yeo Xiong Wei, Jonathan" userId="ac2b658e-7ce1-44bb-9f9f-bf4198ceaa29" providerId="ADAL" clId="{7E77A657-EB2E-45EB-95D7-78E644E13877}" dt="2023-05-30T03:19:13.476" v="7095" actId="1076"/>
          <ac:spMkLst>
            <pc:docMk/>
            <pc:sldMk cId="2907007554" sldId="398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7E77A657-EB2E-45EB-95D7-78E644E13877}" dt="2023-05-30T03:19:25.985" v="7097" actId="20577"/>
        <pc:sldMkLst>
          <pc:docMk/>
          <pc:sldMk cId="4214610528" sldId="399"/>
        </pc:sldMkLst>
        <pc:spChg chg="mod">
          <ac:chgData name="Yeo Xiong Wei, Jonathan" userId="ac2b658e-7ce1-44bb-9f9f-bf4198ceaa29" providerId="ADAL" clId="{7E77A657-EB2E-45EB-95D7-78E644E13877}" dt="2023-05-30T02:07:51.500" v="1556" actId="20577"/>
          <ac:spMkLst>
            <pc:docMk/>
            <pc:sldMk cId="4214610528" sldId="399"/>
            <ac:spMk id="14" creationId="{68771E47-0AEE-7981-D2ED-D3769449E1CF}"/>
          </ac:spMkLst>
        </pc:spChg>
        <pc:spChg chg="mod">
          <ac:chgData name="Yeo Xiong Wei, Jonathan" userId="ac2b658e-7ce1-44bb-9f9f-bf4198ceaa29" providerId="ADAL" clId="{7E77A657-EB2E-45EB-95D7-78E644E13877}" dt="2023-05-30T02:07:57.344" v="1558" actId="20577"/>
          <ac:spMkLst>
            <pc:docMk/>
            <pc:sldMk cId="4214610528" sldId="399"/>
            <ac:spMk id="15" creationId="{27A3F760-4448-B963-BEB9-F3FE1CCDBFBA}"/>
          </ac:spMkLst>
        </pc:spChg>
        <pc:spChg chg="mod">
          <ac:chgData name="Yeo Xiong Wei, Jonathan" userId="ac2b658e-7ce1-44bb-9f9f-bf4198ceaa29" providerId="ADAL" clId="{7E77A657-EB2E-45EB-95D7-78E644E13877}" dt="2023-05-30T02:08:00.795" v="1561" actId="20577"/>
          <ac:spMkLst>
            <pc:docMk/>
            <pc:sldMk cId="4214610528" sldId="399"/>
            <ac:spMk id="16" creationId="{2C0A28C4-9780-B029-B7FA-D54B29948B21}"/>
          </ac:spMkLst>
        </pc:spChg>
        <pc:spChg chg="mod">
          <ac:chgData name="Yeo Xiong Wei, Jonathan" userId="ac2b658e-7ce1-44bb-9f9f-bf4198ceaa29" providerId="ADAL" clId="{7E77A657-EB2E-45EB-95D7-78E644E13877}" dt="2023-05-30T02:08:04.568" v="1564" actId="20577"/>
          <ac:spMkLst>
            <pc:docMk/>
            <pc:sldMk cId="4214610528" sldId="399"/>
            <ac:spMk id="17" creationId="{9DC1AA67-77C5-228B-B746-E2F7A44E7869}"/>
          </ac:spMkLst>
        </pc:spChg>
        <pc:spChg chg="mod">
          <ac:chgData name="Yeo Xiong Wei, Jonathan" userId="ac2b658e-7ce1-44bb-9f9f-bf4198ceaa29" providerId="ADAL" clId="{7E77A657-EB2E-45EB-95D7-78E644E13877}" dt="2023-05-30T03:19:25.985" v="7097" actId="20577"/>
          <ac:spMkLst>
            <pc:docMk/>
            <pc:sldMk cId="4214610528" sldId="399"/>
            <ac:spMk id="38914" creationId="{00000000-0000-0000-0000-000000000000}"/>
          </ac:spMkLst>
        </pc:spChg>
      </pc:sldChg>
      <pc:sldChg chg="modSp mod modNotesTx">
        <pc:chgData name="Yeo Xiong Wei, Jonathan" userId="ac2b658e-7ce1-44bb-9f9f-bf4198ceaa29" providerId="ADAL" clId="{7E77A657-EB2E-45EB-95D7-78E644E13877}" dt="2023-05-30T03:22:24.778" v="7378" actId="20577"/>
        <pc:sldMkLst>
          <pc:docMk/>
          <pc:sldMk cId="2258427830" sldId="400"/>
        </pc:sldMkLst>
        <pc:spChg chg="mod">
          <ac:chgData name="Yeo Xiong Wei, Jonathan" userId="ac2b658e-7ce1-44bb-9f9f-bf4198ceaa29" providerId="ADAL" clId="{7E77A657-EB2E-45EB-95D7-78E644E13877}" dt="2023-05-30T01:41:38.914" v="10" actId="20577"/>
          <ac:spMkLst>
            <pc:docMk/>
            <pc:sldMk cId="2258427830" sldId="400"/>
            <ac:spMk id="52" creationId="{AA805BE6-6C57-E96E-F862-180ED4C299EE}"/>
          </ac:spMkLst>
        </pc:spChg>
        <pc:spChg chg="mod">
          <ac:chgData name="Yeo Xiong Wei, Jonathan" userId="ac2b658e-7ce1-44bb-9f9f-bf4198ceaa29" providerId="ADAL" clId="{7E77A657-EB2E-45EB-95D7-78E644E13877}" dt="2023-05-30T01:41:51.581" v="23" actId="20577"/>
          <ac:spMkLst>
            <pc:docMk/>
            <pc:sldMk cId="2258427830" sldId="400"/>
            <ac:spMk id="53" creationId="{2C9FF396-B7D7-9C21-A5F0-D54BBCFE916C}"/>
          </ac:spMkLst>
        </pc:spChg>
        <pc:spChg chg="mod">
          <ac:chgData name="Yeo Xiong Wei, Jonathan" userId="ac2b658e-7ce1-44bb-9f9f-bf4198ceaa29" providerId="ADAL" clId="{7E77A657-EB2E-45EB-95D7-78E644E13877}" dt="2023-05-30T01:41:45.735" v="21" actId="20577"/>
          <ac:spMkLst>
            <pc:docMk/>
            <pc:sldMk cId="2258427830" sldId="400"/>
            <ac:spMk id="54" creationId="{38E87B1A-77F1-4BF4-7DF4-4BD0E493F1A5}"/>
          </ac:spMkLst>
        </pc:spChg>
        <pc:spChg chg="mod">
          <ac:chgData name="Yeo Xiong Wei, Jonathan" userId="ac2b658e-7ce1-44bb-9f9f-bf4198ceaa29" providerId="ADAL" clId="{7E77A657-EB2E-45EB-95D7-78E644E13877}" dt="2023-05-30T01:41:55.310" v="26" actId="20577"/>
          <ac:spMkLst>
            <pc:docMk/>
            <pc:sldMk cId="2258427830" sldId="400"/>
            <ac:spMk id="55" creationId="{0FE734AB-AC72-9A97-D87B-0C16C216C4DA}"/>
          </ac:spMkLst>
        </pc:spChg>
        <pc:spChg chg="mod">
          <ac:chgData name="Yeo Xiong Wei, Jonathan" userId="ac2b658e-7ce1-44bb-9f9f-bf4198ceaa29" providerId="ADAL" clId="{7E77A657-EB2E-45EB-95D7-78E644E13877}" dt="2023-05-30T03:22:24.778" v="7378" actId="20577"/>
          <ac:spMkLst>
            <pc:docMk/>
            <pc:sldMk cId="2258427830" sldId="400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7E77A657-EB2E-45EB-95D7-78E644E13877}" dt="2023-05-30T02:42:12.969" v="3456" actId="20577"/>
        <pc:sldMkLst>
          <pc:docMk/>
          <pc:sldMk cId="2271559985" sldId="402"/>
        </pc:sldMkLst>
        <pc:spChg chg="mod">
          <ac:chgData name="Yeo Xiong Wei, Jonathan" userId="ac2b658e-7ce1-44bb-9f9f-bf4198ceaa29" providerId="ADAL" clId="{7E77A657-EB2E-45EB-95D7-78E644E13877}" dt="2023-05-30T02:42:12.969" v="3456" actId="20577"/>
          <ac:spMkLst>
            <pc:docMk/>
            <pc:sldMk cId="2271559985" sldId="402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7E77A657-EB2E-45EB-95D7-78E644E13877}" dt="2023-05-30T02:49:01.082" v="3925" actId="20577"/>
        <pc:sldMkLst>
          <pc:docMk/>
          <pc:sldMk cId="2757075619" sldId="403"/>
        </pc:sldMkLst>
        <pc:spChg chg="mod">
          <ac:chgData name="Yeo Xiong Wei, Jonathan" userId="ac2b658e-7ce1-44bb-9f9f-bf4198ceaa29" providerId="ADAL" clId="{7E77A657-EB2E-45EB-95D7-78E644E13877}" dt="2023-05-30T02:34:58.918" v="3206" actId="20577"/>
          <ac:spMkLst>
            <pc:docMk/>
            <pc:sldMk cId="2757075619" sldId="403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7E77A657-EB2E-45EB-95D7-78E644E13877}" dt="2023-05-30T02:49:01.082" v="3925" actId="20577"/>
          <ac:spMkLst>
            <pc:docMk/>
            <pc:sldMk cId="2757075619" sldId="403"/>
            <ac:spMk id="66562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7E77A657-EB2E-45EB-95D7-78E644E13877}" dt="2023-05-30T02:35:04.369" v="3207"/>
        <pc:sldMkLst>
          <pc:docMk/>
          <pc:sldMk cId="2117048538" sldId="404"/>
        </pc:sldMkLst>
        <pc:spChg chg="add del mod">
          <ac:chgData name="Yeo Xiong Wei, Jonathan" userId="ac2b658e-7ce1-44bb-9f9f-bf4198ceaa29" providerId="ADAL" clId="{7E77A657-EB2E-45EB-95D7-78E644E13877}" dt="2023-05-30T02:30:54.993" v="2873" actId="478"/>
          <ac:spMkLst>
            <pc:docMk/>
            <pc:sldMk cId="2117048538" sldId="404"/>
            <ac:spMk id="2" creationId="{D7B4128C-ECBA-09E4-7F49-9C7D2FE31F45}"/>
          </ac:spMkLst>
        </pc:spChg>
        <pc:spChg chg="mod">
          <ac:chgData name="Yeo Xiong Wei, Jonathan" userId="ac2b658e-7ce1-44bb-9f9f-bf4198ceaa29" providerId="ADAL" clId="{7E77A657-EB2E-45EB-95D7-78E644E13877}" dt="2023-05-30T02:35:04.369" v="3207"/>
          <ac:spMkLst>
            <pc:docMk/>
            <pc:sldMk cId="2117048538" sldId="404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7E77A657-EB2E-45EB-95D7-78E644E13877}" dt="2023-05-30T02:34:40.626" v="3186" actId="27636"/>
          <ac:spMkLst>
            <pc:docMk/>
            <pc:sldMk cId="2117048538" sldId="404"/>
            <ac:spMk id="66562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7E77A657-EB2E-45EB-95D7-78E644E13877}" dt="2023-05-30T08:17:27.098" v="9776" actId="47"/>
        <pc:sldMkLst>
          <pc:docMk/>
          <pc:sldMk cId="3010523643" sldId="405"/>
        </pc:sldMkLst>
        <pc:spChg chg="mod">
          <ac:chgData name="Yeo Xiong Wei, Jonathan" userId="ac2b658e-7ce1-44bb-9f9f-bf4198ceaa29" providerId="ADAL" clId="{7E77A657-EB2E-45EB-95D7-78E644E13877}" dt="2023-05-30T01:59:37.829" v="1214" actId="114"/>
          <ac:spMkLst>
            <pc:docMk/>
            <pc:sldMk cId="3010523643" sldId="405"/>
            <ac:spMk id="38914" creationId="{00000000-0000-0000-0000-000000000000}"/>
          </ac:spMkLst>
        </pc:spChg>
      </pc:sldChg>
      <pc:sldChg chg="modSp add del mod modAnim">
        <pc:chgData name="Yeo Xiong Wei, Jonathan" userId="ac2b658e-7ce1-44bb-9f9f-bf4198ceaa29" providerId="ADAL" clId="{7E77A657-EB2E-45EB-95D7-78E644E13877}" dt="2023-05-30T03:27:14.966" v="7872" actId="2696"/>
        <pc:sldMkLst>
          <pc:docMk/>
          <pc:sldMk cId="174402217" sldId="406"/>
        </pc:sldMkLst>
        <pc:spChg chg="mod">
          <ac:chgData name="Yeo Xiong Wei, Jonathan" userId="ac2b658e-7ce1-44bb-9f9f-bf4198ceaa29" providerId="ADAL" clId="{7E77A657-EB2E-45EB-95D7-78E644E13877}" dt="2023-05-30T03:22:40.949" v="7379" actId="1076"/>
          <ac:spMkLst>
            <pc:docMk/>
            <pc:sldMk cId="174402217" sldId="406"/>
            <ac:spMk id="2" creationId="{36369C0F-AD60-3CEF-7CD8-034C7BBE8DAF}"/>
          </ac:spMkLst>
        </pc:spChg>
        <pc:spChg chg="mod">
          <ac:chgData name="Yeo Xiong Wei, Jonathan" userId="ac2b658e-7ce1-44bb-9f9f-bf4198ceaa29" providerId="ADAL" clId="{7E77A657-EB2E-45EB-95D7-78E644E13877}" dt="2023-05-30T03:25:25.936" v="7871" actId="20577"/>
          <ac:spMkLst>
            <pc:docMk/>
            <pc:sldMk cId="174402217" sldId="406"/>
            <ac:spMk id="3" creationId="{0BB3E2B2-5F03-76BF-00E4-FA4050B77950}"/>
          </ac:spMkLst>
        </pc:spChg>
      </pc:sldChg>
      <pc:sldChg chg="modSp add mod modNotesTx">
        <pc:chgData name="Yeo Xiong Wei, Jonathan" userId="ac2b658e-7ce1-44bb-9f9f-bf4198ceaa29" providerId="ADAL" clId="{7E77A657-EB2E-45EB-95D7-78E644E13877}" dt="2023-05-30T08:30:59.018" v="9793" actId="20577"/>
        <pc:sldMkLst>
          <pc:docMk/>
          <pc:sldMk cId="2067075170" sldId="406"/>
        </pc:sldMkLst>
        <pc:spChg chg="mod">
          <ac:chgData name="Yeo Xiong Wei, Jonathan" userId="ac2b658e-7ce1-44bb-9f9f-bf4198ceaa29" providerId="ADAL" clId="{7E77A657-EB2E-45EB-95D7-78E644E13877}" dt="2023-05-30T08:30:59.018" v="9793" actId="20577"/>
          <ac:spMkLst>
            <pc:docMk/>
            <pc:sldMk cId="2067075170" sldId="406"/>
            <ac:spMk id="2" creationId="{36369C0F-AD60-3CEF-7CD8-034C7BBE8DAF}"/>
          </ac:spMkLst>
        </pc:spChg>
        <pc:spChg chg="mod">
          <ac:chgData name="Yeo Xiong Wei, Jonathan" userId="ac2b658e-7ce1-44bb-9f9f-bf4198ceaa29" providerId="ADAL" clId="{7E77A657-EB2E-45EB-95D7-78E644E13877}" dt="2023-05-30T03:35:57.637" v="8763" actId="21"/>
          <ac:spMkLst>
            <pc:docMk/>
            <pc:sldMk cId="2067075170" sldId="406"/>
            <ac:spMk id="3" creationId="{0BB3E2B2-5F03-76BF-00E4-FA4050B77950}"/>
          </ac:spMkLst>
        </pc:spChg>
      </pc:sldChg>
      <pc:sldChg chg="modSp add del mod">
        <pc:chgData name="Yeo Xiong Wei, Jonathan" userId="ac2b658e-7ce1-44bb-9f9f-bf4198ceaa29" providerId="ADAL" clId="{7E77A657-EB2E-45EB-95D7-78E644E13877}" dt="2023-05-30T02:56:02.033" v="4318" actId="47"/>
        <pc:sldMkLst>
          <pc:docMk/>
          <pc:sldMk cId="404441334" sldId="407"/>
        </pc:sldMkLst>
        <pc:spChg chg="mod">
          <ac:chgData name="Yeo Xiong Wei, Jonathan" userId="ac2b658e-7ce1-44bb-9f9f-bf4198ceaa29" providerId="ADAL" clId="{7E77A657-EB2E-45EB-95D7-78E644E13877}" dt="2023-05-30T02:54:56.982" v="4222" actId="20577"/>
          <ac:spMkLst>
            <pc:docMk/>
            <pc:sldMk cId="404441334" sldId="407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7E77A657-EB2E-45EB-95D7-78E644E13877}" dt="2023-05-30T02:55:01.128" v="4223" actId="20577"/>
          <ac:spMkLst>
            <pc:docMk/>
            <pc:sldMk cId="404441334" sldId="407"/>
            <ac:spMk id="66562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7E77A657-EB2E-45EB-95D7-78E644E13877}" dt="2023-05-30T02:49:47.125" v="4003" actId="47"/>
        <pc:sldMkLst>
          <pc:docMk/>
          <pc:sldMk cId="4199229614" sldId="408"/>
        </pc:sldMkLst>
        <pc:spChg chg="mod">
          <ac:chgData name="Yeo Xiong Wei, Jonathan" userId="ac2b658e-7ce1-44bb-9f9f-bf4198ceaa29" providerId="ADAL" clId="{7E77A657-EB2E-45EB-95D7-78E644E13877}" dt="2023-05-30T02:45:52.283" v="3613" actId="6549"/>
          <ac:spMkLst>
            <pc:docMk/>
            <pc:sldMk cId="4199229614" sldId="408"/>
            <ac:spMk id="6656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7E77A657-EB2E-45EB-95D7-78E644E13877}" dt="2023-05-30T03:00:07.777" v="4824" actId="20577"/>
        <pc:sldMkLst>
          <pc:docMk/>
          <pc:sldMk cId="268294307" sldId="409"/>
        </pc:sldMkLst>
        <pc:spChg chg="mod">
          <ac:chgData name="Yeo Xiong Wei, Jonathan" userId="ac2b658e-7ce1-44bb-9f9f-bf4198ceaa29" providerId="ADAL" clId="{7E77A657-EB2E-45EB-95D7-78E644E13877}" dt="2023-05-30T02:59:15.410" v="4788" actId="20577"/>
          <ac:spMkLst>
            <pc:docMk/>
            <pc:sldMk cId="268294307" sldId="409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7E77A657-EB2E-45EB-95D7-78E644E13877}" dt="2023-05-30T03:00:07.777" v="4824" actId="20577"/>
          <ac:spMkLst>
            <pc:docMk/>
            <pc:sldMk cId="268294307" sldId="409"/>
            <ac:spMk id="6656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7E77A657-EB2E-45EB-95D7-78E644E13877}" dt="2023-05-30T02:56:10.405" v="4319" actId="20577"/>
        <pc:sldMkLst>
          <pc:docMk/>
          <pc:sldMk cId="197733004" sldId="410"/>
        </pc:sldMkLst>
        <pc:spChg chg="mod">
          <ac:chgData name="Yeo Xiong Wei, Jonathan" userId="ac2b658e-7ce1-44bb-9f9f-bf4198ceaa29" providerId="ADAL" clId="{7E77A657-EB2E-45EB-95D7-78E644E13877}" dt="2023-05-30T02:55:05.655" v="4225" actId="20577"/>
          <ac:spMkLst>
            <pc:docMk/>
            <pc:sldMk cId="197733004" sldId="410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7E77A657-EB2E-45EB-95D7-78E644E13877}" dt="2023-05-30T02:56:10.405" v="4319" actId="20577"/>
          <ac:spMkLst>
            <pc:docMk/>
            <pc:sldMk cId="197733004" sldId="410"/>
            <ac:spMk id="6656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7E77A657-EB2E-45EB-95D7-78E644E13877}" dt="2023-05-30T02:58:17.611" v="4754" actId="20577"/>
        <pc:sldMkLst>
          <pc:docMk/>
          <pc:sldMk cId="3453305618" sldId="411"/>
        </pc:sldMkLst>
        <pc:spChg chg="mod">
          <ac:chgData name="Yeo Xiong Wei, Jonathan" userId="ac2b658e-7ce1-44bb-9f9f-bf4198ceaa29" providerId="ADAL" clId="{7E77A657-EB2E-45EB-95D7-78E644E13877}" dt="2023-05-30T02:58:17.611" v="4754" actId="20577"/>
          <ac:spMkLst>
            <pc:docMk/>
            <pc:sldMk cId="3453305618" sldId="411"/>
            <ac:spMk id="6656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7E77A657-EB2E-45EB-95D7-78E644E13877}" dt="2023-05-30T03:04:50.403" v="5629" actId="20577"/>
        <pc:sldMkLst>
          <pc:docMk/>
          <pc:sldMk cId="2553530083" sldId="412"/>
        </pc:sldMkLst>
        <pc:spChg chg="mod">
          <ac:chgData name="Yeo Xiong Wei, Jonathan" userId="ac2b658e-7ce1-44bb-9f9f-bf4198ceaa29" providerId="ADAL" clId="{7E77A657-EB2E-45EB-95D7-78E644E13877}" dt="2023-05-30T03:04:50.403" v="5629" actId="20577"/>
          <ac:spMkLst>
            <pc:docMk/>
            <pc:sldMk cId="2553530083" sldId="412"/>
            <ac:spMk id="66562" creationId="{00000000-0000-0000-0000-000000000000}"/>
          </ac:spMkLst>
        </pc:spChg>
      </pc:sldChg>
      <pc:sldChg chg="add del">
        <pc:chgData name="Yeo Xiong Wei, Jonathan" userId="ac2b658e-7ce1-44bb-9f9f-bf4198ceaa29" providerId="ADAL" clId="{7E77A657-EB2E-45EB-95D7-78E644E13877}" dt="2023-05-30T03:20:33.871" v="7100"/>
        <pc:sldMkLst>
          <pc:docMk/>
          <pc:sldMk cId="359483636" sldId="413"/>
        </pc:sldMkLst>
      </pc:sldChg>
      <pc:sldChg chg="modSp add mod">
        <pc:chgData name="Yeo Xiong Wei, Jonathan" userId="ac2b658e-7ce1-44bb-9f9f-bf4198ceaa29" providerId="ADAL" clId="{7E77A657-EB2E-45EB-95D7-78E644E13877}" dt="2023-05-30T03:44:20.721" v="9274" actId="20577"/>
        <pc:sldMkLst>
          <pc:docMk/>
          <pc:sldMk cId="2836223909" sldId="413"/>
        </pc:sldMkLst>
        <pc:spChg chg="mod">
          <ac:chgData name="Yeo Xiong Wei, Jonathan" userId="ac2b658e-7ce1-44bb-9f9f-bf4198ceaa29" providerId="ADAL" clId="{7E77A657-EB2E-45EB-95D7-78E644E13877}" dt="2023-05-30T03:44:20.721" v="9274" actId="20577"/>
          <ac:spMkLst>
            <pc:docMk/>
            <pc:sldMk cId="2836223909" sldId="413"/>
            <ac:spMk id="2" creationId="{E19ABC91-B477-4D87-98FF-6BD62F1458B7}"/>
          </ac:spMkLst>
        </pc:spChg>
      </pc:sldChg>
      <pc:sldChg chg="add del">
        <pc:chgData name="Yeo Xiong Wei, Jonathan" userId="ac2b658e-7ce1-44bb-9f9f-bf4198ceaa29" providerId="ADAL" clId="{7E77A657-EB2E-45EB-95D7-78E644E13877}" dt="2023-05-30T03:20:33.871" v="7100"/>
        <pc:sldMkLst>
          <pc:docMk/>
          <pc:sldMk cId="2641073915" sldId="414"/>
        </pc:sldMkLst>
      </pc:sldChg>
      <pc:sldChg chg="add">
        <pc:chgData name="Yeo Xiong Wei, Jonathan" userId="ac2b658e-7ce1-44bb-9f9f-bf4198ceaa29" providerId="ADAL" clId="{7E77A657-EB2E-45EB-95D7-78E644E13877}" dt="2023-05-30T08:23:26.495" v="9777"/>
        <pc:sldMkLst>
          <pc:docMk/>
          <pc:sldMk cId="1243286823" sldId="420"/>
        </pc:sldMkLst>
      </pc:sldChg>
    </pc:docChg>
  </pc:docChgLst>
  <pc:docChgLst>
    <pc:chgData name="Yeo Xiong Wei, Jonathan" userId="ac2b658e-7ce1-44bb-9f9f-bf4198ceaa29" providerId="ADAL" clId="{C955B5E8-63FC-495A-86C9-675440AFE5A9}"/>
    <pc:docChg chg="undo custSel modSld">
      <pc:chgData name="Yeo Xiong Wei, Jonathan" userId="ac2b658e-7ce1-44bb-9f9f-bf4198ceaa29" providerId="ADAL" clId="{C955B5E8-63FC-495A-86C9-675440AFE5A9}" dt="2022-09-07T09:21:33.353" v="986" actId="20577"/>
      <pc:docMkLst>
        <pc:docMk/>
      </pc:docMkLst>
      <pc:sldChg chg="addSp">
        <pc:chgData name="Yeo Xiong Wei, Jonathan" userId="ac2b658e-7ce1-44bb-9f9f-bf4198ceaa29" providerId="ADAL" clId="{C955B5E8-63FC-495A-86C9-675440AFE5A9}" dt="2022-08-29T03:34:10.101" v="17"/>
        <pc:sldMkLst>
          <pc:docMk/>
          <pc:sldMk cId="946455540" sldId="378"/>
        </pc:sldMkLst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946455540" sldId="378"/>
            <ac:inkMk id="2" creationId="{558C68A6-6D77-D92F-2591-164F3E5354BD}"/>
          </ac:inkMkLst>
        </pc:inkChg>
      </pc:sldChg>
      <pc:sldChg chg="modSp modAnim">
        <pc:chgData name="Yeo Xiong Wei, Jonathan" userId="ac2b658e-7ce1-44bb-9f9f-bf4198ceaa29" providerId="ADAL" clId="{C955B5E8-63FC-495A-86C9-675440AFE5A9}" dt="2022-09-07T09:21:33.353" v="986" actId="20577"/>
        <pc:sldMkLst>
          <pc:docMk/>
          <pc:sldMk cId="1721693409" sldId="379"/>
        </pc:sldMkLst>
        <pc:spChg chg="mod">
          <ac:chgData name="Yeo Xiong Wei, Jonathan" userId="ac2b658e-7ce1-44bb-9f9f-bf4198ceaa29" providerId="ADAL" clId="{C955B5E8-63FC-495A-86C9-675440AFE5A9}" dt="2022-09-07T09:21:33.353" v="986" actId="20577"/>
          <ac:spMkLst>
            <pc:docMk/>
            <pc:sldMk cId="1721693409" sldId="379"/>
            <ac:spMk id="71682" creationId="{00000000-0000-0000-0000-000000000000}"/>
          </ac:spMkLst>
        </pc:spChg>
      </pc:sldChg>
      <pc:sldChg chg="addSp">
        <pc:chgData name="Yeo Xiong Wei, Jonathan" userId="ac2b658e-7ce1-44bb-9f9f-bf4198ceaa29" providerId="ADAL" clId="{C955B5E8-63FC-495A-86C9-675440AFE5A9}" dt="2022-08-29T03:34:10.101" v="17"/>
        <pc:sldMkLst>
          <pc:docMk/>
          <pc:sldMk cId="3350119035" sldId="380"/>
        </pc:sldMkLst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3350119035" sldId="380"/>
            <ac:inkMk id="2" creationId="{9AB3CFB1-35DA-7745-D437-4CFD3AE5C2FB}"/>
          </ac:inkMkLst>
        </pc:inkChg>
      </pc:sldChg>
      <pc:sldChg chg="modSp modAnim">
        <pc:chgData name="Yeo Xiong Wei, Jonathan" userId="ac2b658e-7ce1-44bb-9f9f-bf4198ceaa29" providerId="ADAL" clId="{C955B5E8-63FC-495A-86C9-675440AFE5A9}" dt="2022-09-07T08:52:23.171" v="984" actId="20577"/>
        <pc:sldMkLst>
          <pc:docMk/>
          <pc:sldMk cId="3088528307" sldId="381"/>
        </pc:sldMkLst>
        <pc:spChg chg="mod">
          <ac:chgData name="Yeo Xiong Wei, Jonathan" userId="ac2b658e-7ce1-44bb-9f9f-bf4198ceaa29" providerId="ADAL" clId="{C955B5E8-63FC-495A-86C9-675440AFE5A9}" dt="2022-09-07T08:52:23.171" v="984" actId="20577"/>
          <ac:spMkLst>
            <pc:docMk/>
            <pc:sldMk cId="3088528307" sldId="381"/>
            <ac:spMk id="7" creationId="{23658715-2771-4905-93AD-010C4016B6E2}"/>
          </ac:spMkLst>
        </pc:spChg>
      </pc:sldChg>
      <pc:sldChg chg="addSp">
        <pc:chgData name="Yeo Xiong Wei, Jonathan" userId="ac2b658e-7ce1-44bb-9f9f-bf4198ceaa29" providerId="ADAL" clId="{C955B5E8-63FC-495A-86C9-675440AFE5A9}" dt="2022-08-29T03:34:10.101" v="17"/>
        <pc:sldMkLst>
          <pc:docMk/>
          <pc:sldMk cId="2433465224" sldId="383"/>
        </pc:sldMkLst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2433465224" sldId="383"/>
            <ac:inkMk id="2" creationId="{9A7BC744-4A9A-8459-338E-8E417F66E466}"/>
          </ac:inkMkLst>
        </pc:inkChg>
      </pc:sldChg>
      <pc:sldChg chg="addSp delSp modSp mod modNotesTx">
        <pc:chgData name="Yeo Xiong Wei, Jonathan" userId="ac2b658e-7ce1-44bb-9f9f-bf4198ceaa29" providerId="ADAL" clId="{C955B5E8-63FC-495A-86C9-675440AFE5A9}" dt="2022-08-29T04:04:01.876" v="532" actId="20577"/>
        <pc:sldMkLst>
          <pc:docMk/>
          <pc:sldMk cId="2850777754" sldId="387"/>
        </pc:sldMkLst>
        <pc:spChg chg="mod">
          <ac:chgData name="Yeo Xiong Wei, Jonathan" userId="ac2b658e-7ce1-44bb-9f9f-bf4198ceaa29" providerId="ADAL" clId="{C955B5E8-63FC-495A-86C9-675440AFE5A9}" dt="2022-08-29T03:58:16.097" v="77" actId="207"/>
          <ac:spMkLst>
            <pc:docMk/>
            <pc:sldMk cId="2850777754" sldId="387"/>
            <ac:spMk id="38914" creationId="{00000000-0000-0000-0000-000000000000}"/>
          </ac:spMkLst>
        </pc:spChg>
        <pc:inkChg chg="add del">
          <ac:chgData name="Yeo Xiong Wei, Jonathan" userId="ac2b658e-7ce1-44bb-9f9f-bf4198ceaa29" providerId="ADAL" clId="{C955B5E8-63FC-495A-86C9-675440AFE5A9}" dt="2022-08-29T03:57:47.469" v="39" actId="478"/>
          <ac:inkMkLst>
            <pc:docMk/>
            <pc:sldMk cId="2850777754" sldId="387"/>
            <ac:inkMk id="2" creationId="{E845F29F-532A-F687-F5F2-51CABD844CE3}"/>
          </ac:inkMkLst>
        </pc:inkChg>
      </pc:sldChg>
      <pc:sldChg chg="addSp modSp mod">
        <pc:chgData name="Yeo Xiong Wei, Jonathan" userId="ac2b658e-7ce1-44bb-9f9f-bf4198ceaa29" providerId="ADAL" clId="{C955B5E8-63FC-495A-86C9-675440AFE5A9}" dt="2022-08-29T03:57:25.782" v="38" actId="207"/>
        <pc:sldMkLst>
          <pc:docMk/>
          <pc:sldMk cId="4186818076" sldId="388"/>
        </pc:sldMkLst>
        <pc:spChg chg="mod">
          <ac:chgData name="Yeo Xiong Wei, Jonathan" userId="ac2b658e-7ce1-44bb-9f9f-bf4198ceaa29" providerId="ADAL" clId="{C955B5E8-63FC-495A-86C9-675440AFE5A9}" dt="2022-08-29T03:57:25.782" v="38" actId="207"/>
          <ac:spMkLst>
            <pc:docMk/>
            <pc:sldMk cId="4186818076" sldId="388"/>
            <ac:spMk id="38914" creationId="{00000000-0000-0000-0000-000000000000}"/>
          </ac:spMkLst>
        </pc:spChg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4186818076" sldId="388"/>
            <ac:inkMk id="2" creationId="{F6D8E378-79D7-9F0A-72A3-7A03B7DCBD9B}"/>
          </ac:inkMkLst>
        </pc:inkChg>
      </pc:sldChg>
      <pc:sldChg chg="addSp">
        <pc:chgData name="Yeo Xiong Wei, Jonathan" userId="ac2b658e-7ce1-44bb-9f9f-bf4198ceaa29" providerId="ADAL" clId="{C955B5E8-63FC-495A-86C9-675440AFE5A9}" dt="2022-08-29T03:34:10.101" v="17"/>
        <pc:sldMkLst>
          <pc:docMk/>
          <pc:sldMk cId="3336074670" sldId="392"/>
        </pc:sldMkLst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3336074670" sldId="392"/>
            <ac:inkMk id="2" creationId="{B772A435-578E-94F5-4224-FA46CA1D332F}"/>
          </ac:inkMkLst>
        </pc:inkChg>
      </pc:sldChg>
      <pc:sldChg chg="addSp">
        <pc:chgData name="Yeo Xiong Wei, Jonathan" userId="ac2b658e-7ce1-44bb-9f9f-bf4198ceaa29" providerId="ADAL" clId="{C955B5E8-63FC-495A-86C9-675440AFE5A9}" dt="2022-08-29T03:34:10.101" v="17"/>
        <pc:sldMkLst>
          <pc:docMk/>
          <pc:sldMk cId="2759985680" sldId="395"/>
        </pc:sldMkLst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2759985680" sldId="395"/>
            <ac:inkMk id="2" creationId="{046C4579-632C-8CAE-18B7-E18B71008F5D}"/>
          </ac:inkMkLst>
        </pc:inkChg>
      </pc:sldChg>
      <pc:sldChg chg="addSp modSp modAnim">
        <pc:chgData name="Yeo Xiong Wei, Jonathan" userId="ac2b658e-7ce1-44bb-9f9f-bf4198ceaa29" providerId="ADAL" clId="{C955B5E8-63FC-495A-86C9-675440AFE5A9}" dt="2022-08-29T04:01:33.844" v="162"/>
        <pc:sldMkLst>
          <pc:docMk/>
          <pc:sldMk cId="2468687149" sldId="397"/>
        </pc:sldMkLst>
        <pc:spChg chg="mod">
          <ac:chgData name="Yeo Xiong Wei, Jonathan" userId="ac2b658e-7ce1-44bb-9f9f-bf4198ceaa29" providerId="ADAL" clId="{C955B5E8-63FC-495A-86C9-675440AFE5A9}" dt="2022-08-29T04:01:33.844" v="162"/>
          <ac:spMkLst>
            <pc:docMk/>
            <pc:sldMk cId="2468687149" sldId="397"/>
            <ac:spMk id="38914" creationId="{00000000-0000-0000-0000-000000000000}"/>
          </ac:spMkLst>
        </pc:spChg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2468687149" sldId="397"/>
            <ac:inkMk id="33" creationId="{6050423D-585C-C3A5-65CD-2AC4EAB52291}"/>
          </ac:inkMkLst>
        </pc:inkChg>
      </pc:sldChg>
      <pc:sldChg chg="addSp modSp modAnim">
        <pc:chgData name="Yeo Xiong Wei, Jonathan" userId="ac2b658e-7ce1-44bb-9f9f-bf4198ceaa29" providerId="ADAL" clId="{C955B5E8-63FC-495A-86C9-675440AFE5A9}" dt="2022-08-29T04:01:13.681" v="159" actId="207"/>
        <pc:sldMkLst>
          <pc:docMk/>
          <pc:sldMk cId="2907007554" sldId="398"/>
        </pc:sldMkLst>
        <pc:spChg chg="mod">
          <ac:chgData name="Yeo Xiong Wei, Jonathan" userId="ac2b658e-7ce1-44bb-9f9f-bf4198ceaa29" providerId="ADAL" clId="{C955B5E8-63FC-495A-86C9-675440AFE5A9}" dt="2022-08-29T04:01:13.681" v="159" actId="207"/>
          <ac:spMkLst>
            <pc:docMk/>
            <pc:sldMk cId="2907007554" sldId="398"/>
            <ac:spMk id="38914" creationId="{00000000-0000-0000-0000-000000000000}"/>
          </ac:spMkLst>
        </pc:spChg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2907007554" sldId="398"/>
            <ac:inkMk id="33" creationId="{9DA0025D-363B-A04C-E5D0-5F3BB3E51A65}"/>
          </ac:inkMkLst>
        </pc:inkChg>
      </pc:sldChg>
      <pc:sldChg chg="addSp modSp modAnim">
        <pc:chgData name="Yeo Xiong Wei, Jonathan" userId="ac2b658e-7ce1-44bb-9f9f-bf4198ceaa29" providerId="ADAL" clId="{C955B5E8-63FC-495A-86C9-675440AFE5A9}" dt="2022-08-29T06:31:38.266" v="544" actId="207"/>
        <pc:sldMkLst>
          <pc:docMk/>
          <pc:sldMk cId="4214610528" sldId="399"/>
        </pc:sldMkLst>
        <pc:spChg chg="mod">
          <ac:chgData name="Yeo Xiong Wei, Jonathan" userId="ac2b658e-7ce1-44bb-9f9f-bf4198ceaa29" providerId="ADAL" clId="{C955B5E8-63FC-495A-86C9-675440AFE5A9}" dt="2022-08-29T06:31:38.266" v="544" actId="207"/>
          <ac:spMkLst>
            <pc:docMk/>
            <pc:sldMk cId="4214610528" sldId="399"/>
            <ac:spMk id="38914" creationId="{00000000-0000-0000-0000-000000000000}"/>
          </ac:spMkLst>
        </pc:spChg>
        <pc:inkChg chg="add">
          <ac:chgData name="Yeo Xiong Wei, Jonathan" userId="ac2b658e-7ce1-44bb-9f9f-bf4198ceaa29" providerId="ADAL" clId="{C955B5E8-63FC-495A-86C9-675440AFE5A9}" dt="2022-08-29T03:34:10.101" v="17"/>
          <ac:inkMkLst>
            <pc:docMk/>
            <pc:sldMk cId="4214610528" sldId="399"/>
            <ac:inkMk id="33" creationId="{4596E0DC-6B97-F9C7-79EA-B379B63778D3}"/>
          </ac:inkMkLst>
        </pc:inkChg>
      </pc:sldChg>
    </pc:docChg>
  </pc:docChgLst>
  <pc:docChgLst>
    <pc:chgData name="Yeo Xiong Wei, Jonathan" userId="ac2b658e-7ce1-44bb-9f9f-bf4198ceaa29" providerId="ADAL" clId="{331813EF-2414-4259-84D4-9D1913B8D4C9}"/>
    <pc:docChg chg="undo custSel delSld modSld">
      <pc:chgData name="Yeo Xiong Wei, Jonathan" userId="ac2b658e-7ce1-44bb-9f9f-bf4198ceaa29" providerId="ADAL" clId="{331813EF-2414-4259-84D4-9D1913B8D4C9}" dt="2023-09-18T03:43:13.769" v="144" actId="20577"/>
      <pc:docMkLst>
        <pc:docMk/>
      </pc:docMkLst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1077139813" sldId="307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1077139813" sldId="307"/>
            <ac:inkMk id="2" creationId="{2196E189-0824-E9E7-6F66-1019D646B318}"/>
          </ac:inkMkLst>
        </pc:inkChg>
      </pc:sldChg>
      <pc:sldChg chg="addSp">
        <pc:chgData name="Yeo Xiong Wei, Jonathan" userId="ac2b658e-7ce1-44bb-9f9f-bf4198ceaa29" providerId="ADAL" clId="{331813EF-2414-4259-84D4-9D1913B8D4C9}" dt="2023-09-04T03:21:09.653" v="12"/>
        <pc:sldMkLst>
          <pc:docMk/>
          <pc:sldMk cId="1154887215" sldId="311"/>
        </pc:sldMkLst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1154887215" sldId="311"/>
            <ac:inkMk id="5" creationId="{FB7D8678-D602-25FC-82B5-2BFE4B865DA7}"/>
          </ac:inkMkLst>
        </pc:inkChg>
      </pc:sldChg>
      <pc:sldChg chg="addSp">
        <pc:chgData name="Yeo Xiong Wei, Jonathan" userId="ac2b658e-7ce1-44bb-9f9f-bf4198ceaa29" providerId="ADAL" clId="{331813EF-2414-4259-84D4-9D1913B8D4C9}" dt="2023-09-04T03:21:09.653" v="12"/>
        <pc:sldMkLst>
          <pc:docMk/>
          <pc:sldMk cId="542165910" sldId="324"/>
        </pc:sldMkLst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542165910" sldId="324"/>
            <ac:inkMk id="2" creationId="{88247AF3-E829-1ED9-F0E0-EFC5D722BBE9}"/>
          </ac:inkMkLst>
        </pc:inkChg>
      </pc:sldChg>
      <pc:sldChg chg="addSp modSp modAnim">
        <pc:chgData name="Yeo Xiong Wei, Jonathan" userId="ac2b658e-7ce1-44bb-9f9f-bf4198ceaa29" providerId="ADAL" clId="{331813EF-2414-4259-84D4-9D1913B8D4C9}" dt="2023-09-04T03:48:42.342" v="132" actId="114"/>
        <pc:sldMkLst>
          <pc:docMk/>
          <pc:sldMk cId="2845177872" sldId="372"/>
        </pc:sldMkLst>
        <pc:spChg chg="mod">
          <ac:chgData name="Yeo Xiong Wei, Jonathan" userId="ac2b658e-7ce1-44bb-9f9f-bf4198ceaa29" providerId="ADAL" clId="{331813EF-2414-4259-84D4-9D1913B8D4C9}" dt="2023-09-04T03:48:42.342" v="132" actId="114"/>
          <ac:spMkLst>
            <pc:docMk/>
            <pc:sldMk cId="2845177872" sldId="372"/>
            <ac:spMk id="8" creationId="{DA8722D4-65E1-473F-9846-1125E1C984A4}"/>
          </ac:spMkLst>
        </pc:spChg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2845177872" sldId="372"/>
            <ac:inkMk id="2" creationId="{BA7C6042-7C87-5B6D-1FA0-697DBEC31172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3081327897" sldId="376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3081327897" sldId="376"/>
            <ac:inkMk id="2" creationId="{1B44BBD9-B4F1-A6EA-1105-DC38A61D965B}"/>
          </ac:inkMkLst>
        </pc:inkChg>
      </pc:sldChg>
      <pc:sldChg chg="addSp delSp modSp mod">
        <pc:chgData name="Yeo Xiong Wei, Jonathan" userId="ac2b658e-7ce1-44bb-9f9f-bf4198ceaa29" providerId="ADAL" clId="{331813EF-2414-4259-84D4-9D1913B8D4C9}" dt="2023-09-04T03:21:09.653" v="12"/>
        <pc:sldMkLst>
          <pc:docMk/>
          <pc:sldMk cId="2850777754" sldId="387"/>
        </pc:sldMkLst>
        <pc:spChg chg="mod">
          <ac:chgData name="Yeo Xiong Wei, Jonathan" userId="ac2b658e-7ce1-44bb-9f9f-bf4198ceaa29" providerId="ADAL" clId="{331813EF-2414-4259-84D4-9D1913B8D4C9}" dt="2023-09-04T01:25:53.979" v="2" actId="207"/>
          <ac:spMkLst>
            <pc:docMk/>
            <pc:sldMk cId="2850777754" sldId="387"/>
            <ac:spMk id="38914" creationId="{00000000-0000-0000-0000-000000000000}"/>
          </ac:spMkLst>
        </pc:spChg>
        <pc:picChg chg="del mod">
          <ac:chgData name="Yeo Xiong Wei, Jonathan" userId="ac2b658e-7ce1-44bb-9f9f-bf4198ceaa29" providerId="ADAL" clId="{331813EF-2414-4259-84D4-9D1913B8D4C9}" dt="2023-09-04T02:22:47.930" v="5" actId="478"/>
          <ac:picMkLst>
            <pc:docMk/>
            <pc:sldMk cId="2850777754" sldId="387"/>
            <ac:picMk id="4" creationId="{30198069-F5E2-624B-5EE7-8B27CAB0181B}"/>
          </ac:picMkLst>
        </pc:picChg>
        <pc:picChg chg="add mod">
          <ac:chgData name="Yeo Xiong Wei, Jonathan" userId="ac2b658e-7ce1-44bb-9f9f-bf4198ceaa29" providerId="ADAL" clId="{331813EF-2414-4259-84D4-9D1913B8D4C9}" dt="2023-09-04T02:22:51.143" v="7" actId="1076"/>
          <ac:picMkLst>
            <pc:docMk/>
            <pc:sldMk cId="2850777754" sldId="387"/>
            <ac:picMk id="6" creationId="{0D9778AC-B24C-A4F9-3EE9-EA7FFE3BB00D}"/>
          </ac:picMkLst>
        </pc:picChg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2850777754" sldId="387"/>
            <ac:inkMk id="2" creationId="{7AD0E150-50E8-FDE5-945C-7CC452E1EC91}"/>
          </ac:inkMkLst>
        </pc:inkChg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2850777754" sldId="387"/>
            <ac:inkMk id="7" creationId="{45880F47-1527-3A9A-1DE8-64E8B265B263}"/>
          </ac:inkMkLst>
        </pc:inkChg>
      </pc:sldChg>
      <pc:sldChg chg="addSp delSp modSp mod">
        <pc:chgData name="Yeo Xiong Wei, Jonathan" userId="ac2b658e-7ce1-44bb-9f9f-bf4198ceaa29" providerId="ADAL" clId="{331813EF-2414-4259-84D4-9D1913B8D4C9}" dt="2023-09-04T03:21:09.653" v="12"/>
        <pc:sldMkLst>
          <pc:docMk/>
          <pc:sldMk cId="3406101701" sldId="388"/>
        </pc:sldMkLst>
        <pc:picChg chg="add mod">
          <ac:chgData name="Yeo Xiong Wei, Jonathan" userId="ac2b658e-7ce1-44bb-9f9f-bf4198ceaa29" providerId="ADAL" clId="{331813EF-2414-4259-84D4-9D1913B8D4C9}" dt="2023-09-04T02:22:59.133" v="11" actId="1076"/>
          <ac:picMkLst>
            <pc:docMk/>
            <pc:sldMk cId="3406101701" sldId="388"/>
            <ac:picMk id="4" creationId="{59344B84-AC6E-1820-0490-40A563256E54}"/>
          </ac:picMkLst>
        </pc:picChg>
        <pc:picChg chg="del mod">
          <ac:chgData name="Yeo Xiong Wei, Jonathan" userId="ac2b658e-7ce1-44bb-9f9f-bf4198ceaa29" providerId="ADAL" clId="{331813EF-2414-4259-84D4-9D1913B8D4C9}" dt="2023-09-04T02:22:55.944" v="9" actId="478"/>
          <ac:picMkLst>
            <pc:docMk/>
            <pc:sldMk cId="3406101701" sldId="388"/>
            <ac:picMk id="5" creationId="{8AC71369-7DA2-F6C9-E4E3-FA592BB5B618}"/>
          </ac:picMkLst>
        </pc:picChg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3406101701" sldId="388"/>
            <ac:inkMk id="6" creationId="{32506707-9269-54EA-4E7E-C7480617E39A}"/>
          </ac:inkMkLst>
        </pc:inkChg>
      </pc:sldChg>
      <pc:sldChg chg="addSp">
        <pc:chgData name="Yeo Xiong Wei, Jonathan" userId="ac2b658e-7ce1-44bb-9f9f-bf4198ceaa29" providerId="ADAL" clId="{331813EF-2414-4259-84D4-9D1913B8D4C9}" dt="2023-09-04T03:21:09.653" v="12"/>
        <pc:sldMkLst>
          <pc:docMk/>
          <pc:sldMk cId="443590620" sldId="389"/>
        </pc:sldMkLst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443590620" sldId="389"/>
            <ac:inkMk id="2" creationId="{A1BABD37-21FF-C418-86D2-E43443C8298A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2993653092" sldId="390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2993653092" sldId="390"/>
            <ac:inkMk id="2" creationId="{B2A547B2-D651-F401-12F5-1BBDDE85710D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3336074670" sldId="392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3336074670" sldId="392"/>
            <ac:inkMk id="7" creationId="{2CA54227-0290-FA85-D2EB-F8D2D4AD6071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2133190212" sldId="396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2133190212" sldId="396"/>
            <ac:inkMk id="5" creationId="{5D0D9952-4442-DCC8-498A-3FBC58D4F709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2468687149" sldId="397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2468687149" sldId="397"/>
            <ac:inkMk id="40" creationId="{3362180F-76D5-AAFF-4C1C-13B006C89893}"/>
          </ac:inkMkLst>
        </pc:inkChg>
      </pc:sldChg>
      <pc:sldChg chg="addSp modSp modAnim">
        <pc:chgData name="Yeo Xiong Wei, Jonathan" userId="ac2b658e-7ce1-44bb-9f9f-bf4198ceaa29" providerId="ADAL" clId="{331813EF-2414-4259-84D4-9D1913B8D4C9}" dt="2023-09-04T03:41:42.991" v="15" actId="207"/>
        <pc:sldMkLst>
          <pc:docMk/>
          <pc:sldMk cId="2907007554" sldId="398"/>
        </pc:sldMkLst>
        <pc:spChg chg="mod">
          <ac:chgData name="Yeo Xiong Wei, Jonathan" userId="ac2b658e-7ce1-44bb-9f9f-bf4198ceaa29" providerId="ADAL" clId="{331813EF-2414-4259-84D4-9D1913B8D4C9}" dt="2023-09-04T03:41:42.991" v="15" actId="207"/>
          <ac:spMkLst>
            <pc:docMk/>
            <pc:sldMk cId="2907007554" sldId="398"/>
            <ac:spMk id="38914" creationId="{00000000-0000-0000-0000-000000000000}"/>
          </ac:spMkLst>
        </pc:spChg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2907007554" sldId="398"/>
            <ac:inkMk id="40" creationId="{BEE111FF-1E6D-EE9E-45E2-87441EE4BDE0}"/>
          </ac:inkMkLst>
        </pc:inkChg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2907007554" sldId="398"/>
            <ac:inkMk id="41" creationId="{5D8A2720-27A5-BE79-E530-E5BB151F6D9A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4214610528" sldId="399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4214610528" sldId="399"/>
            <ac:inkMk id="40" creationId="{67CEA8F7-5EBF-62B8-A7C2-CF49CD51EDAE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2258427830" sldId="400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2258427830" sldId="400"/>
            <ac:inkMk id="7" creationId="{F8C74645-8791-AADC-27FB-E5DD07780870}"/>
          </ac:inkMkLst>
        </pc:inkChg>
      </pc:sldChg>
      <pc:sldChg chg="addSp">
        <pc:chgData name="Yeo Xiong Wei, Jonathan" userId="ac2b658e-7ce1-44bb-9f9f-bf4198ceaa29" providerId="ADAL" clId="{331813EF-2414-4259-84D4-9D1913B8D4C9}" dt="2023-09-04T03:21:09.653" v="12"/>
        <pc:sldMkLst>
          <pc:docMk/>
          <pc:sldMk cId="2477398671" sldId="401"/>
        </pc:sldMkLst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2477398671" sldId="401"/>
            <ac:inkMk id="2" creationId="{81B2469B-8882-FF16-89AD-AD430ED2A769}"/>
          </ac:inkMkLst>
        </pc:inkChg>
      </pc:sldChg>
      <pc:sldChg chg="addSp">
        <pc:chgData name="Yeo Xiong Wei, Jonathan" userId="ac2b658e-7ce1-44bb-9f9f-bf4198ceaa29" providerId="ADAL" clId="{331813EF-2414-4259-84D4-9D1913B8D4C9}" dt="2023-09-04T03:21:09.653" v="12"/>
        <pc:sldMkLst>
          <pc:docMk/>
          <pc:sldMk cId="2271559985" sldId="402"/>
        </pc:sldMkLst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2271559985" sldId="402"/>
            <ac:inkMk id="2" creationId="{8DAB5C15-8D9C-22A0-3A8F-B0C051E3590F}"/>
          </ac:inkMkLst>
        </pc:inkChg>
      </pc:sldChg>
      <pc:sldChg chg="addSp modSp mod modAnim">
        <pc:chgData name="Yeo Xiong Wei, Jonathan" userId="ac2b658e-7ce1-44bb-9f9f-bf4198ceaa29" providerId="ADAL" clId="{331813EF-2414-4259-84D4-9D1913B8D4C9}" dt="2023-09-04T03:46:42.229" v="40" actId="207"/>
        <pc:sldMkLst>
          <pc:docMk/>
          <pc:sldMk cId="2757075619" sldId="403"/>
        </pc:sldMkLst>
        <pc:spChg chg="mod">
          <ac:chgData name="Yeo Xiong Wei, Jonathan" userId="ac2b658e-7ce1-44bb-9f9f-bf4198ceaa29" providerId="ADAL" clId="{331813EF-2414-4259-84D4-9D1913B8D4C9}" dt="2023-09-04T03:46:42.229" v="40" actId="207"/>
          <ac:spMkLst>
            <pc:docMk/>
            <pc:sldMk cId="2757075619" sldId="403"/>
            <ac:spMk id="66562" creationId="{00000000-0000-0000-0000-000000000000}"/>
          </ac:spMkLst>
        </pc:spChg>
        <pc:inkChg chg="add mod">
          <ac:chgData name="Yeo Xiong Wei, Jonathan" userId="ac2b658e-7ce1-44bb-9f9f-bf4198ceaa29" providerId="ADAL" clId="{331813EF-2414-4259-84D4-9D1913B8D4C9}" dt="2023-09-04T03:42:01.501" v="17" actId="1076"/>
          <ac:inkMkLst>
            <pc:docMk/>
            <pc:sldMk cId="2757075619" sldId="403"/>
            <ac:inkMk id="2" creationId="{32D193D2-757C-53BF-123E-657489E66806}"/>
          </ac:inkMkLst>
        </pc:inkChg>
      </pc:sldChg>
      <pc:sldChg chg="addSp delSp modSp mod modAnim">
        <pc:chgData name="Yeo Xiong Wei, Jonathan" userId="ac2b658e-7ce1-44bb-9f9f-bf4198ceaa29" providerId="ADAL" clId="{331813EF-2414-4259-84D4-9D1913B8D4C9}" dt="2023-09-04T03:46:31.976" v="39" actId="207"/>
        <pc:sldMkLst>
          <pc:docMk/>
          <pc:sldMk cId="2117048538" sldId="404"/>
        </pc:sldMkLst>
        <pc:spChg chg="mod">
          <ac:chgData name="Yeo Xiong Wei, Jonathan" userId="ac2b658e-7ce1-44bb-9f9f-bf4198ceaa29" providerId="ADAL" clId="{331813EF-2414-4259-84D4-9D1913B8D4C9}" dt="2023-09-04T03:46:31.976" v="39" actId="207"/>
          <ac:spMkLst>
            <pc:docMk/>
            <pc:sldMk cId="2117048538" sldId="404"/>
            <ac:spMk id="66562" creationId="{00000000-0000-0000-0000-000000000000}"/>
          </ac:spMkLst>
        </pc:spChg>
        <pc:inkChg chg="add del">
          <ac:chgData name="Yeo Xiong Wei, Jonathan" userId="ac2b658e-7ce1-44bb-9f9f-bf4198ceaa29" providerId="ADAL" clId="{331813EF-2414-4259-84D4-9D1913B8D4C9}" dt="2023-09-04T03:42:23.053" v="24" actId="478"/>
          <ac:inkMkLst>
            <pc:docMk/>
            <pc:sldMk cId="2117048538" sldId="404"/>
            <ac:inkMk id="2" creationId="{EFD5DFD7-DCD2-8819-0460-6DE3728686C7}"/>
          </ac:inkMkLst>
        </pc:inkChg>
      </pc:sldChg>
      <pc:sldChg chg="addSp delSp modSp mod modAnim">
        <pc:chgData name="Yeo Xiong Wei, Jonathan" userId="ac2b658e-7ce1-44bb-9f9f-bf4198ceaa29" providerId="ADAL" clId="{331813EF-2414-4259-84D4-9D1913B8D4C9}" dt="2023-09-11T01:46:06.695" v="133"/>
        <pc:sldMkLst>
          <pc:docMk/>
          <pc:sldMk cId="268294307" sldId="409"/>
        </pc:sldMkLst>
        <pc:spChg chg="mod">
          <ac:chgData name="Yeo Xiong Wei, Jonathan" userId="ac2b658e-7ce1-44bb-9f9f-bf4198ceaa29" providerId="ADAL" clId="{331813EF-2414-4259-84D4-9D1913B8D4C9}" dt="2023-09-04T03:45:59.997" v="36" actId="207"/>
          <ac:spMkLst>
            <pc:docMk/>
            <pc:sldMk cId="268294307" sldId="409"/>
            <ac:spMk id="66562" creationId="{00000000-0000-0000-0000-000000000000}"/>
          </ac:spMkLst>
        </pc:spChg>
        <pc:inkChg chg="add">
          <ac:chgData name="Yeo Xiong Wei, Jonathan" userId="ac2b658e-7ce1-44bb-9f9f-bf4198ceaa29" providerId="ADAL" clId="{331813EF-2414-4259-84D4-9D1913B8D4C9}" dt="2023-09-11T01:46:06.695" v="133"/>
          <ac:inkMkLst>
            <pc:docMk/>
            <pc:sldMk cId="268294307" sldId="409"/>
            <ac:inkMk id="2" creationId="{9ED622F9-32EC-8F28-1F30-639CA0409B08}"/>
          </ac:inkMkLst>
        </pc:inkChg>
        <pc:inkChg chg="add del">
          <ac:chgData name="Yeo Xiong Wei, Jonathan" userId="ac2b658e-7ce1-44bb-9f9f-bf4198ceaa29" providerId="ADAL" clId="{331813EF-2414-4259-84D4-9D1913B8D4C9}" dt="2023-09-04T03:42:47.043" v="31" actId="478"/>
          <ac:inkMkLst>
            <pc:docMk/>
            <pc:sldMk cId="268294307" sldId="409"/>
            <ac:inkMk id="2" creationId="{B37F0B40-27AA-2EAA-4575-29510CED972E}"/>
          </ac:inkMkLst>
        </pc:inkChg>
      </pc:sldChg>
      <pc:sldChg chg="addSp modSp">
        <pc:chgData name="Yeo Xiong Wei, Jonathan" userId="ac2b658e-7ce1-44bb-9f9f-bf4198ceaa29" providerId="ADAL" clId="{331813EF-2414-4259-84D4-9D1913B8D4C9}" dt="2023-09-18T03:43:13.769" v="144" actId="20577"/>
        <pc:sldMkLst>
          <pc:docMk/>
          <pc:sldMk cId="197733004" sldId="410"/>
        </pc:sldMkLst>
        <pc:spChg chg="mod">
          <ac:chgData name="Yeo Xiong Wei, Jonathan" userId="ac2b658e-7ce1-44bb-9f9f-bf4198ceaa29" providerId="ADAL" clId="{331813EF-2414-4259-84D4-9D1913B8D4C9}" dt="2023-09-18T03:43:13.769" v="144" actId="20577"/>
          <ac:spMkLst>
            <pc:docMk/>
            <pc:sldMk cId="197733004" sldId="410"/>
            <ac:spMk id="66562" creationId="{00000000-0000-0000-0000-000000000000}"/>
          </ac:spMkLst>
        </pc:spChg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197733004" sldId="410"/>
            <ac:inkMk id="2" creationId="{6F9A3FC0-FDFA-B77E-804C-5D6D0822350A}"/>
          </ac:inkMkLst>
        </pc:inkChg>
        <pc:inkChg chg="add">
          <ac:chgData name="Yeo Xiong Wei, Jonathan" userId="ac2b658e-7ce1-44bb-9f9f-bf4198ceaa29" providerId="ADAL" clId="{331813EF-2414-4259-84D4-9D1913B8D4C9}" dt="2023-09-11T01:46:06.695" v="133"/>
          <ac:inkMkLst>
            <pc:docMk/>
            <pc:sldMk cId="197733004" sldId="410"/>
            <ac:inkMk id="2" creationId="{80D651BB-5828-F879-5E40-F362A23C0C95}"/>
          </ac:inkMkLst>
        </pc:inkChg>
      </pc:sldChg>
      <pc:sldChg chg="addSp">
        <pc:chgData name="Yeo Xiong Wei, Jonathan" userId="ac2b658e-7ce1-44bb-9f9f-bf4198ceaa29" providerId="ADAL" clId="{331813EF-2414-4259-84D4-9D1913B8D4C9}" dt="2023-09-04T03:21:09.653" v="12"/>
        <pc:sldMkLst>
          <pc:docMk/>
          <pc:sldMk cId="3453305618" sldId="411"/>
        </pc:sldMkLst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3453305618" sldId="411"/>
            <ac:inkMk id="2" creationId="{85162232-FCC1-C496-73AF-E5BFDBD24E16}"/>
          </ac:inkMkLst>
        </pc:inkChg>
      </pc:sldChg>
      <pc:sldChg chg="addSp">
        <pc:chgData name="Yeo Xiong Wei, Jonathan" userId="ac2b658e-7ce1-44bb-9f9f-bf4198ceaa29" providerId="ADAL" clId="{331813EF-2414-4259-84D4-9D1913B8D4C9}" dt="2023-09-04T03:21:09.653" v="12"/>
        <pc:sldMkLst>
          <pc:docMk/>
          <pc:sldMk cId="2553530083" sldId="412"/>
        </pc:sldMkLst>
        <pc:inkChg chg="add">
          <ac:chgData name="Yeo Xiong Wei, Jonathan" userId="ac2b658e-7ce1-44bb-9f9f-bf4198ceaa29" providerId="ADAL" clId="{331813EF-2414-4259-84D4-9D1913B8D4C9}" dt="2023-09-04T03:21:09.653" v="12"/>
          <ac:inkMkLst>
            <pc:docMk/>
            <pc:sldMk cId="2553530083" sldId="412"/>
            <ac:inkMk id="2" creationId="{9E108102-913E-6513-F49A-79A4B76DA179}"/>
          </ac:inkMkLst>
        </pc:inkChg>
      </pc:sldChg>
      <pc:sldChg chg="addSp">
        <pc:chgData name="Yeo Xiong Wei, Jonathan" userId="ac2b658e-7ce1-44bb-9f9f-bf4198ceaa29" providerId="ADAL" clId="{331813EF-2414-4259-84D4-9D1913B8D4C9}" dt="2023-09-04T02:21:33.037" v="3"/>
        <pc:sldMkLst>
          <pc:docMk/>
          <pc:sldMk cId="1243286823" sldId="420"/>
        </pc:sldMkLst>
        <pc:inkChg chg="add">
          <ac:chgData name="Yeo Xiong Wei, Jonathan" userId="ac2b658e-7ce1-44bb-9f9f-bf4198ceaa29" providerId="ADAL" clId="{331813EF-2414-4259-84D4-9D1913B8D4C9}" dt="2023-09-04T02:21:33.037" v="3"/>
          <ac:inkMkLst>
            <pc:docMk/>
            <pc:sldMk cId="1243286823" sldId="420"/>
            <ac:inkMk id="3" creationId="{A5EE3FF1-75C6-83DD-D682-DD129224A829}"/>
          </ac:inkMkLst>
        </pc:inkChg>
      </pc:sldChg>
      <pc:sldChg chg="addSp">
        <pc:chgData name="Yeo Xiong Wei, Jonathan" userId="ac2b658e-7ce1-44bb-9f9f-bf4198ceaa29" providerId="ADAL" clId="{331813EF-2414-4259-84D4-9D1913B8D4C9}" dt="2023-09-11T01:46:06.695" v="133"/>
        <pc:sldMkLst>
          <pc:docMk/>
          <pc:sldMk cId="50444769" sldId="421"/>
        </pc:sldMkLst>
        <pc:inkChg chg="add">
          <ac:chgData name="Yeo Xiong Wei, Jonathan" userId="ac2b658e-7ce1-44bb-9f9f-bf4198ceaa29" providerId="ADAL" clId="{331813EF-2414-4259-84D4-9D1913B8D4C9}" dt="2023-09-11T01:46:06.695" v="133"/>
          <ac:inkMkLst>
            <pc:docMk/>
            <pc:sldMk cId="50444769" sldId="421"/>
            <ac:inkMk id="10" creationId="{73C6E007-1EB8-289A-E11B-BF302D32658D}"/>
          </ac:inkMkLst>
        </pc:inkChg>
      </pc:sldChg>
      <pc:sldChg chg="del">
        <pc:chgData name="Yeo Xiong Wei, Jonathan" userId="ac2b658e-7ce1-44bb-9f9f-bf4198ceaa29" providerId="ADAL" clId="{331813EF-2414-4259-84D4-9D1913B8D4C9}" dt="2023-09-04T03:46:57.268" v="41" actId="47"/>
        <pc:sldMkLst>
          <pc:docMk/>
          <pc:sldMk cId="3335927883" sldId="421"/>
        </pc:sldMkLst>
      </pc:sldChg>
      <pc:sldChg chg="addSp">
        <pc:chgData name="Yeo Xiong Wei, Jonathan" userId="ac2b658e-7ce1-44bb-9f9f-bf4198ceaa29" providerId="ADAL" clId="{331813EF-2414-4259-84D4-9D1913B8D4C9}" dt="2023-09-11T01:46:06.695" v="133"/>
        <pc:sldMkLst>
          <pc:docMk/>
          <pc:sldMk cId="2193460568" sldId="422"/>
        </pc:sldMkLst>
        <pc:inkChg chg="add">
          <ac:chgData name="Yeo Xiong Wei, Jonathan" userId="ac2b658e-7ce1-44bb-9f9f-bf4198ceaa29" providerId="ADAL" clId="{331813EF-2414-4259-84D4-9D1913B8D4C9}" dt="2023-09-11T01:46:06.695" v="133"/>
          <ac:inkMkLst>
            <pc:docMk/>
            <pc:sldMk cId="2193460568" sldId="422"/>
            <ac:inkMk id="13" creationId="{1682B00D-83DB-5CBD-B92A-EDABA8FA7524}"/>
          </ac:inkMkLst>
        </pc:inkChg>
      </pc:sldChg>
      <pc:sldChg chg="addSp">
        <pc:chgData name="Yeo Xiong Wei, Jonathan" userId="ac2b658e-7ce1-44bb-9f9f-bf4198ceaa29" providerId="ADAL" clId="{331813EF-2414-4259-84D4-9D1913B8D4C9}" dt="2023-09-11T01:46:06.695" v="133"/>
        <pc:sldMkLst>
          <pc:docMk/>
          <pc:sldMk cId="1502253194" sldId="423"/>
        </pc:sldMkLst>
        <pc:inkChg chg="add">
          <ac:chgData name="Yeo Xiong Wei, Jonathan" userId="ac2b658e-7ce1-44bb-9f9f-bf4198ceaa29" providerId="ADAL" clId="{331813EF-2414-4259-84D4-9D1913B8D4C9}" dt="2023-09-11T01:46:06.695" v="133"/>
          <ac:inkMkLst>
            <pc:docMk/>
            <pc:sldMk cId="1502253194" sldId="423"/>
            <ac:inkMk id="5" creationId="{CBDB689B-7BB7-8843-635F-3DE7C6FDC15D}"/>
          </ac:inkMkLst>
        </pc:inkChg>
      </pc:sldChg>
    </pc:docChg>
  </pc:docChgLst>
  <pc:docChgLst>
    <pc:chgData name="Yeo Xiong Wei, Jonathan" userId="ac2b658e-7ce1-44bb-9f9f-bf4198ceaa29" providerId="ADAL" clId="{C89ED50E-D8C9-4486-A53F-CE0CBCA60981}"/>
    <pc:docChg chg="undo custSel addSld delSld modSld sldOrd">
      <pc:chgData name="Yeo Xiong Wei, Jonathan" userId="ac2b658e-7ce1-44bb-9f9f-bf4198ceaa29" providerId="ADAL" clId="{C89ED50E-D8C9-4486-A53F-CE0CBCA60981}" dt="2022-06-17T06:47:09.386" v="5348" actId="20577"/>
      <pc:docMkLst>
        <pc:docMk/>
      </pc:docMkLst>
      <pc:sldChg chg="del">
        <pc:chgData name="Yeo Xiong Wei, Jonathan" userId="ac2b658e-7ce1-44bb-9f9f-bf4198ceaa29" providerId="ADAL" clId="{C89ED50E-D8C9-4486-A53F-CE0CBCA60981}" dt="2022-06-17T05:15:52.703" v="32" actId="47"/>
        <pc:sldMkLst>
          <pc:docMk/>
          <pc:sldMk cId="3298593775" sldId="297"/>
        </pc:sldMkLst>
      </pc:sldChg>
      <pc:sldChg chg="modSp mod modAnim">
        <pc:chgData name="Yeo Xiong Wei, Jonathan" userId="ac2b658e-7ce1-44bb-9f9f-bf4198ceaa29" providerId="ADAL" clId="{C89ED50E-D8C9-4486-A53F-CE0CBCA60981}" dt="2022-06-17T05:27:34.384" v="837" actId="113"/>
        <pc:sldMkLst>
          <pc:docMk/>
          <pc:sldMk cId="1444051112" sldId="301"/>
        </pc:sldMkLst>
        <pc:spChg chg="mod">
          <ac:chgData name="Yeo Xiong Wei, Jonathan" userId="ac2b658e-7ce1-44bb-9f9f-bf4198ceaa29" providerId="ADAL" clId="{C89ED50E-D8C9-4486-A53F-CE0CBCA60981}" dt="2022-06-17T05:27:34.384" v="837" actId="113"/>
          <ac:spMkLst>
            <pc:docMk/>
            <pc:sldMk cId="1444051112" sldId="301"/>
            <ac:spMk id="29698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5:25:05.203" v="834" actId="6549"/>
        <pc:sldMkLst>
          <pc:docMk/>
          <pc:sldMk cId="1683943885" sldId="304"/>
        </pc:sldMkLst>
        <pc:spChg chg="mod">
          <ac:chgData name="Yeo Xiong Wei, Jonathan" userId="ac2b658e-7ce1-44bb-9f9f-bf4198ceaa29" providerId="ADAL" clId="{C89ED50E-D8C9-4486-A53F-CE0CBCA60981}" dt="2022-06-17T05:25:05.203" v="834" actId="6549"/>
          <ac:spMkLst>
            <pc:docMk/>
            <pc:sldMk cId="1683943885" sldId="304"/>
            <ac:spMk id="32770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5:25:54.647" v="835" actId="20577"/>
        <pc:sldMkLst>
          <pc:docMk/>
          <pc:sldMk cId="1077139813" sldId="307"/>
        </pc:sldMkLst>
        <pc:spChg chg="mod">
          <ac:chgData name="Yeo Xiong Wei, Jonathan" userId="ac2b658e-7ce1-44bb-9f9f-bf4198ceaa29" providerId="ADAL" clId="{C89ED50E-D8C9-4486-A53F-CE0CBCA60981}" dt="2022-06-17T05:25:54.647" v="835" actId="20577"/>
          <ac:spMkLst>
            <pc:docMk/>
            <pc:sldMk cId="1077139813" sldId="307"/>
            <ac:spMk id="35842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08:19.285" v="3656" actId="20577"/>
        <pc:sldMkLst>
          <pc:docMk/>
          <pc:sldMk cId="3022199947" sldId="310"/>
        </pc:sldMkLst>
        <pc:spChg chg="mod">
          <ac:chgData name="Yeo Xiong Wei, Jonathan" userId="ac2b658e-7ce1-44bb-9f9f-bf4198ceaa29" providerId="ADAL" clId="{C89ED50E-D8C9-4486-A53F-CE0CBCA60981}" dt="2022-06-17T06:08:19.285" v="3656" actId="20577"/>
          <ac:spMkLst>
            <pc:docMk/>
            <pc:sldMk cId="3022199947" sldId="310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12:38.184" v="3883" actId="20577"/>
        <pc:sldMkLst>
          <pc:docMk/>
          <pc:sldMk cId="1154887215" sldId="311"/>
        </pc:sldMkLst>
        <pc:spChg chg="mod">
          <ac:chgData name="Yeo Xiong Wei, Jonathan" userId="ac2b658e-7ce1-44bb-9f9f-bf4198ceaa29" providerId="ADAL" clId="{C89ED50E-D8C9-4486-A53F-CE0CBCA60981}" dt="2022-06-17T06:12:38.184" v="3883" actId="20577"/>
          <ac:spMkLst>
            <pc:docMk/>
            <pc:sldMk cId="1154887215" sldId="311"/>
            <ac:spMk id="39938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19:27.110" v="4273" actId="20577"/>
        <pc:sldMkLst>
          <pc:docMk/>
          <pc:sldMk cId="3749859025" sldId="336"/>
        </pc:sldMkLst>
        <pc:spChg chg="mod">
          <ac:chgData name="Yeo Xiong Wei, Jonathan" userId="ac2b658e-7ce1-44bb-9f9f-bf4198ceaa29" providerId="ADAL" clId="{C89ED50E-D8C9-4486-A53F-CE0CBCA60981}" dt="2022-06-17T06:19:27.110" v="4273" actId="20577"/>
          <ac:spMkLst>
            <pc:docMk/>
            <pc:sldMk cId="3749859025" sldId="336"/>
            <ac:spMk id="65538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22:13.099" v="4436" actId="20577"/>
        <pc:sldMkLst>
          <pc:docMk/>
          <pc:sldMk cId="3775552506" sldId="337"/>
        </pc:sldMkLst>
        <pc:spChg chg="mod">
          <ac:chgData name="Yeo Xiong Wei, Jonathan" userId="ac2b658e-7ce1-44bb-9f9f-bf4198ceaa29" providerId="ADAL" clId="{C89ED50E-D8C9-4486-A53F-CE0CBCA60981}" dt="2022-06-17T06:22:13.099" v="4436" actId="20577"/>
          <ac:spMkLst>
            <pc:docMk/>
            <pc:sldMk cId="3775552506" sldId="337"/>
            <ac:spMk id="66562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C89ED50E-D8C9-4486-A53F-CE0CBCA60981}" dt="2022-06-17T06:24:19.101" v="4548" actId="20577"/>
        <pc:sldMkLst>
          <pc:docMk/>
          <pc:sldMk cId="1794459706" sldId="340"/>
        </pc:sldMkLst>
        <pc:spChg chg="mod">
          <ac:chgData name="Yeo Xiong Wei, Jonathan" userId="ac2b658e-7ce1-44bb-9f9f-bf4198ceaa29" providerId="ADAL" clId="{C89ED50E-D8C9-4486-A53F-CE0CBCA60981}" dt="2022-06-17T06:24:19.101" v="4548" actId="20577"/>
          <ac:spMkLst>
            <pc:docMk/>
            <pc:sldMk cId="1794459706" sldId="340"/>
            <ac:spMk id="69634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25:30.463" v="4588" actId="6549"/>
        <pc:sldMkLst>
          <pc:docMk/>
          <pc:sldMk cId="237551156" sldId="342"/>
        </pc:sldMkLst>
        <pc:spChg chg="mod">
          <ac:chgData name="Yeo Xiong Wei, Jonathan" userId="ac2b658e-7ce1-44bb-9f9f-bf4198ceaa29" providerId="ADAL" clId="{C89ED50E-D8C9-4486-A53F-CE0CBCA60981}" dt="2022-06-17T06:25:30.463" v="4588" actId="6549"/>
          <ac:spMkLst>
            <pc:docMk/>
            <pc:sldMk cId="237551156" sldId="342"/>
            <ac:spMk id="71682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5:19:45.289" v="259" actId="113"/>
        <pc:sldMkLst>
          <pc:docMk/>
          <pc:sldMk cId="1570624268" sldId="375"/>
        </pc:sldMkLst>
        <pc:spChg chg="mod">
          <ac:chgData name="Yeo Xiong Wei, Jonathan" userId="ac2b658e-7ce1-44bb-9f9f-bf4198ceaa29" providerId="ADAL" clId="{C89ED50E-D8C9-4486-A53F-CE0CBCA60981}" dt="2022-06-17T05:15:45.578" v="31" actId="6549"/>
          <ac:spMkLst>
            <pc:docMk/>
            <pc:sldMk cId="1570624268" sldId="375"/>
            <ac:spMk id="25601" creationId="{00000000-0000-0000-0000-000000000000}"/>
          </ac:spMkLst>
        </pc:spChg>
        <pc:spChg chg="mod">
          <ac:chgData name="Yeo Xiong Wei, Jonathan" userId="ac2b658e-7ce1-44bb-9f9f-bf4198ceaa29" providerId="ADAL" clId="{C89ED50E-D8C9-4486-A53F-CE0CBCA60981}" dt="2022-06-17T05:19:45.289" v="259" actId="113"/>
          <ac:spMkLst>
            <pc:docMk/>
            <pc:sldMk cId="1570624268" sldId="375"/>
            <ac:spMk id="25602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30:24.713" v="4795" actId="403"/>
        <pc:sldMkLst>
          <pc:docMk/>
          <pc:sldMk cId="1721693409" sldId="379"/>
        </pc:sldMkLst>
        <pc:spChg chg="mod">
          <ac:chgData name="Yeo Xiong Wei, Jonathan" userId="ac2b658e-7ce1-44bb-9f9f-bf4198ceaa29" providerId="ADAL" clId="{C89ED50E-D8C9-4486-A53F-CE0CBCA60981}" dt="2022-06-17T06:30:24.713" v="4795" actId="403"/>
          <ac:spMkLst>
            <pc:docMk/>
            <pc:sldMk cId="1721693409" sldId="379"/>
            <ac:spMk id="71682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31:14.077" v="4800" actId="6549"/>
        <pc:sldMkLst>
          <pc:docMk/>
          <pc:sldMk cId="3350119035" sldId="380"/>
        </pc:sldMkLst>
        <pc:spChg chg="mod">
          <ac:chgData name="Yeo Xiong Wei, Jonathan" userId="ac2b658e-7ce1-44bb-9f9f-bf4198ceaa29" providerId="ADAL" clId="{C89ED50E-D8C9-4486-A53F-CE0CBCA60981}" dt="2022-06-17T06:31:14.077" v="4800" actId="6549"/>
          <ac:spMkLst>
            <pc:docMk/>
            <pc:sldMk cId="3350119035" sldId="380"/>
            <ac:spMk id="6" creationId="{F4BB368C-A778-430D-9715-B41850C4D37A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35:09.597" v="5064" actId="6549"/>
        <pc:sldMkLst>
          <pc:docMk/>
          <pc:sldMk cId="1013567069" sldId="382"/>
        </pc:sldMkLst>
        <pc:spChg chg="mod">
          <ac:chgData name="Yeo Xiong Wei, Jonathan" userId="ac2b658e-7ce1-44bb-9f9f-bf4198ceaa29" providerId="ADAL" clId="{C89ED50E-D8C9-4486-A53F-CE0CBCA60981}" dt="2022-06-17T06:35:09.597" v="5064" actId="6549"/>
          <ac:spMkLst>
            <pc:docMk/>
            <pc:sldMk cId="1013567069" sldId="382"/>
            <ac:spMk id="71682" creationId="{00000000-0000-0000-0000-000000000000}"/>
          </ac:spMkLst>
        </pc:spChg>
      </pc:sldChg>
      <pc:sldChg chg="modSp">
        <pc:chgData name="Yeo Xiong Wei, Jonathan" userId="ac2b658e-7ce1-44bb-9f9f-bf4198ceaa29" providerId="ADAL" clId="{C89ED50E-D8C9-4486-A53F-CE0CBCA60981}" dt="2022-06-17T06:38:44.008" v="5323" actId="113"/>
        <pc:sldMkLst>
          <pc:docMk/>
          <pc:sldMk cId="2433465224" sldId="383"/>
        </pc:sldMkLst>
        <pc:spChg chg="mod">
          <ac:chgData name="Yeo Xiong Wei, Jonathan" userId="ac2b658e-7ce1-44bb-9f9f-bf4198ceaa29" providerId="ADAL" clId="{C89ED50E-D8C9-4486-A53F-CE0CBCA60981}" dt="2022-06-17T06:38:44.008" v="5323" actId="113"/>
          <ac:spMkLst>
            <pc:docMk/>
            <pc:sldMk cId="2433465224" sldId="383"/>
            <ac:spMk id="6" creationId="{F4BB368C-A778-430D-9715-B41850C4D37A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38:05.743" v="5322"/>
        <pc:sldMkLst>
          <pc:docMk/>
          <pc:sldMk cId="558234334" sldId="384"/>
        </pc:sldMkLst>
        <pc:spChg chg="mod">
          <ac:chgData name="Yeo Xiong Wei, Jonathan" userId="ac2b658e-7ce1-44bb-9f9f-bf4198ceaa29" providerId="ADAL" clId="{C89ED50E-D8C9-4486-A53F-CE0CBCA60981}" dt="2022-06-17T06:37:44.663" v="5304" actId="1076"/>
          <ac:spMkLst>
            <pc:docMk/>
            <pc:sldMk cId="558234334" sldId="384"/>
            <ac:spMk id="6" creationId="{F4BB368C-A778-430D-9715-B41850C4D37A}"/>
          </ac:spMkLst>
        </pc:spChg>
        <pc:spChg chg="mod">
          <ac:chgData name="Yeo Xiong Wei, Jonathan" userId="ac2b658e-7ce1-44bb-9f9f-bf4198ceaa29" providerId="ADAL" clId="{C89ED50E-D8C9-4486-A53F-CE0CBCA60981}" dt="2022-06-17T06:38:05.743" v="5322"/>
          <ac:spMkLst>
            <pc:docMk/>
            <pc:sldMk cId="558234334" sldId="384"/>
            <ac:spMk id="71681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5:17:02.459" v="114" actId="14100"/>
        <pc:sldMkLst>
          <pc:docMk/>
          <pc:sldMk cId="2505173074" sldId="385"/>
        </pc:sldMkLst>
        <pc:spChg chg="mod">
          <ac:chgData name="Yeo Xiong Wei, Jonathan" userId="ac2b658e-7ce1-44bb-9f9f-bf4198ceaa29" providerId="ADAL" clId="{C89ED50E-D8C9-4486-A53F-CE0CBCA60981}" dt="2022-06-17T05:16:54.326" v="113" actId="27636"/>
          <ac:spMkLst>
            <pc:docMk/>
            <pc:sldMk cId="2505173074" sldId="385"/>
            <ac:spMk id="25602" creationId="{00000000-0000-0000-0000-000000000000}"/>
          </ac:spMkLst>
        </pc:spChg>
        <pc:picChg chg="mod">
          <ac:chgData name="Yeo Xiong Wei, Jonathan" userId="ac2b658e-7ce1-44bb-9f9f-bf4198ceaa29" providerId="ADAL" clId="{C89ED50E-D8C9-4486-A53F-CE0CBCA60981}" dt="2022-06-17T05:17:02.459" v="114" actId="14100"/>
          <ac:picMkLst>
            <pc:docMk/>
            <pc:sldMk cId="2505173074" sldId="385"/>
            <ac:picMk id="1026" creationId="{4E2B738D-D50E-42AE-A0CE-74771001B969}"/>
          </ac:picMkLst>
        </pc:picChg>
      </pc:sldChg>
      <pc:sldChg chg="modSp mod">
        <pc:chgData name="Yeo Xiong Wei, Jonathan" userId="ac2b658e-7ce1-44bb-9f9f-bf4198ceaa29" providerId="ADAL" clId="{C89ED50E-D8C9-4486-A53F-CE0CBCA60981}" dt="2022-06-17T06:47:09.386" v="5348" actId="20577"/>
        <pc:sldMkLst>
          <pc:docMk/>
          <pc:sldMk cId="1357095976" sldId="386"/>
        </pc:sldMkLst>
        <pc:spChg chg="mod">
          <ac:chgData name="Yeo Xiong Wei, Jonathan" userId="ac2b658e-7ce1-44bb-9f9f-bf4198ceaa29" providerId="ADAL" clId="{C89ED50E-D8C9-4486-A53F-CE0CBCA60981}" dt="2022-06-17T06:47:09.386" v="5348" actId="20577"/>
          <ac:spMkLst>
            <pc:docMk/>
            <pc:sldMk cId="1357095976" sldId="386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C89ED50E-D8C9-4486-A53F-CE0CBCA60981}" dt="2022-06-17T06:38:00.172" v="5320" actId="20577"/>
        <pc:sldMkLst>
          <pc:docMk/>
          <pc:sldMk cId="2304761474" sldId="389"/>
        </pc:sldMkLst>
        <pc:spChg chg="mod">
          <ac:chgData name="Yeo Xiong Wei, Jonathan" userId="ac2b658e-7ce1-44bb-9f9f-bf4198ceaa29" providerId="ADAL" clId="{C89ED50E-D8C9-4486-A53F-CE0CBCA60981}" dt="2022-06-17T06:36:53.249" v="5214" actId="404"/>
          <ac:spMkLst>
            <pc:docMk/>
            <pc:sldMk cId="2304761474" sldId="389"/>
            <ac:spMk id="6" creationId="{F4BB368C-A778-430D-9715-B41850C4D37A}"/>
          </ac:spMkLst>
        </pc:spChg>
        <pc:spChg chg="mod">
          <ac:chgData name="Yeo Xiong Wei, Jonathan" userId="ac2b658e-7ce1-44bb-9f9f-bf4198ceaa29" providerId="ADAL" clId="{C89ED50E-D8C9-4486-A53F-CE0CBCA60981}" dt="2022-06-17T06:38:00.172" v="5320" actId="20577"/>
          <ac:spMkLst>
            <pc:docMk/>
            <pc:sldMk cId="2304761474" sldId="389"/>
            <ac:spMk id="71681" creationId="{00000000-0000-0000-0000-000000000000}"/>
          </ac:spMkLst>
        </pc:spChg>
      </pc:sldChg>
      <pc:sldChg chg="modSp add mod ord modAnim">
        <pc:chgData name="Yeo Xiong Wei, Jonathan" userId="ac2b658e-7ce1-44bb-9f9f-bf4198ceaa29" providerId="ADAL" clId="{C89ED50E-D8C9-4486-A53F-CE0CBCA60981}" dt="2022-06-17T05:24:44.383" v="830" actId="20577"/>
        <pc:sldMkLst>
          <pc:docMk/>
          <pc:sldMk cId="2993653092" sldId="390"/>
        </pc:sldMkLst>
        <pc:spChg chg="mod">
          <ac:chgData name="Yeo Xiong Wei, Jonathan" userId="ac2b658e-7ce1-44bb-9f9f-bf4198ceaa29" providerId="ADAL" clId="{C89ED50E-D8C9-4486-A53F-CE0CBCA60981}" dt="2022-06-17T05:24:44.383" v="830" actId="20577"/>
          <ac:spMkLst>
            <pc:docMk/>
            <pc:sldMk cId="2993653092" sldId="390"/>
            <ac:spMk id="29698" creationId="{00000000-0000-0000-0000-000000000000}"/>
          </ac:spMkLst>
        </pc:spChg>
      </pc:sldChg>
      <pc:sldChg chg="addSp delSp modSp add mod setBg delDesignElem">
        <pc:chgData name="Yeo Xiong Wei, Jonathan" userId="ac2b658e-7ce1-44bb-9f9f-bf4198ceaa29" providerId="ADAL" clId="{C89ED50E-D8C9-4486-A53F-CE0CBCA60981}" dt="2022-06-17T05:33:22.287" v="1335" actId="20577"/>
        <pc:sldMkLst>
          <pc:docMk/>
          <pc:sldMk cId="4162676061" sldId="391"/>
        </pc:sldMkLst>
        <pc:spChg chg="mod">
          <ac:chgData name="Yeo Xiong Wei, Jonathan" userId="ac2b658e-7ce1-44bb-9f9f-bf4198ceaa29" providerId="ADAL" clId="{C89ED50E-D8C9-4486-A53F-CE0CBCA60981}" dt="2022-06-17T05:33:22.287" v="1335" actId="20577"/>
          <ac:spMkLst>
            <pc:docMk/>
            <pc:sldMk cId="4162676061" sldId="391"/>
            <ac:spMk id="2" creationId="{E19ABC91-B477-4D87-98FF-6BD62F1458B7}"/>
          </ac:spMkLst>
        </pc:spChg>
        <pc:spChg chg="del">
          <ac:chgData name="Yeo Xiong Wei, Jonathan" userId="ac2b658e-7ce1-44bb-9f9f-bf4198ceaa29" providerId="ADAL" clId="{C89ED50E-D8C9-4486-A53F-CE0CBCA60981}" dt="2022-06-17T05:29:43.995" v="857" actId="478"/>
          <ac:spMkLst>
            <pc:docMk/>
            <pc:sldMk cId="4162676061" sldId="391"/>
            <ac:spMk id="3" creationId="{6077342D-0B69-4DD6-9B55-A16D247A84F5}"/>
          </ac:spMkLst>
        </pc:spChg>
        <pc:spChg chg="add del mod">
          <ac:chgData name="Yeo Xiong Wei, Jonathan" userId="ac2b658e-7ce1-44bb-9f9f-bf4198ceaa29" providerId="ADAL" clId="{C89ED50E-D8C9-4486-A53F-CE0CBCA60981}" dt="2022-06-17T05:29:46.343" v="858" actId="478"/>
          <ac:spMkLst>
            <pc:docMk/>
            <pc:sldMk cId="4162676061" sldId="391"/>
            <ac:spMk id="6" creationId="{C57341EA-20C0-728F-EAC7-0D7C6F99FAC1}"/>
          </ac:spMkLst>
        </pc:spChg>
        <pc:spChg chg="del">
          <ac:chgData name="Yeo Xiong Wei, Jonathan" userId="ac2b658e-7ce1-44bb-9f9f-bf4198ceaa29" providerId="ADAL" clId="{C89ED50E-D8C9-4486-A53F-CE0CBCA60981}" dt="2022-06-17T05:29:35.130" v="839"/>
          <ac:spMkLst>
            <pc:docMk/>
            <pc:sldMk cId="4162676061" sldId="391"/>
            <ac:spMk id="8" creationId="{1EADCAF8-8823-4E89-8612-21029831A4B2}"/>
          </ac:spMkLst>
        </pc:spChg>
        <pc:spChg chg="del">
          <ac:chgData name="Yeo Xiong Wei, Jonathan" userId="ac2b658e-7ce1-44bb-9f9f-bf4198ceaa29" providerId="ADAL" clId="{C89ED50E-D8C9-4486-A53F-CE0CBCA60981}" dt="2022-06-17T05:29:35.130" v="839"/>
          <ac:spMkLst>
            <pc:docMk/>
            <pc:sldMk cId="4162676061" sldId="391"/>
            <ac:spMk id="10" creationId="{28CA07B2-0819-4B62-9425-7A52BBDD7070}"/>
          </ac:spMkLst>
        </pc:spChg>
        <pc:grpChg chg="del">
          <ac:chgData name="Yeo Xiong Wei, Jonathan" userId="ac2b658e-7ce1-44bb-9f9f-bf4198ceaa29" providerId="ADAL" clId="{C89ED50E-D8C9-4486-A53F-CE0CBCA60981}" dt="2022-06-17T05:29:35.130" v="839"/>
          <ac:grpSpMkLst>
            <pc:docMk/>
            <pc:sldMk cId="4162676061" sldId="391"/>
            <ac:grpSpMk id="12" creationId="{DA02BEE4-A5D4-40AF-882D-49D34B086FFF}"/>
          </ac:grpSpMkLst>
        </pc:grpChg>
      </pc:sldChg>
      <pc:sldChg chg="addSp delSp modSp add mod">
        <pc:chgData name="Yeo Xiong Wei, Jonathan" userId="ac2b658e-7ce1-44bb-9f9f-bf4198ceaa29" providerId="ADAL" clId="{C89ED50E-D8C9-4486-A53F-CE0CBCA60981}" dt="2022-06-17T06:12:17.715" v="3879" actId="20577"/>
        <pc:sldMkLst>
          <pc:docMk/>
          <pc:sldMk cId="3336074670" sldId="392"/>
        </pc:sldMkLst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28" creationId="{6F3A3907-FA9C-EC18-F490-A088EA02B001}"/>
          </ac:spMkLst>
        </pc:spChg>
        <pc:spChg chg="add del mod">
          <ac:chgData name="Yeo Xiong Wei, Jonathan" userId="ac2b658e-7ce1-44bb-9f9f-bf4198ceaa29" providerId="ADAL" clId="{C89ED50E-D8C9-4486-A53F-CE0CBCA60981}" dt="2022-06-17T05:40:28.509" v="1454" actId="478"/>
          <ac:spMkLst>
            <pc:docMk/>
            <pc:sldMk cId="3336074670" sldId="392"/>
            <ac:spMk id="31" creationId="{E0EB7E1C-AC99-88AA-CC13-4A6E19534C31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32" creationId="{BCC0664B-A1E5-0E8C-6C65-A734B7CB7535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33" creationId="{23D077EE-7BCE-BEEC-610C-3FA8FE689FDA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34" creationId="{06D0B072-D32E-8E86-2287-74045C1DB10A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35" creationId="{2B32377D-F4F4-86C7-5A48-A4C31092FF5A}"/>
          </ac:spMkLst>
        </pc:spChg>
        <pc:spChg chg="add del mod">
          <ac:chgData name="Yeo Xiong Wei, Jonathan" userId="ac2b658e-7ce1-44bb-9f9f-bf4198ceaa29" providerId="ADAL" clId="{C89ED50E-D8C9-4486-A53F-CE0CBCA60981}" dt="2022-06-17T05:40:50.621" v="1463" actId="478"/>
          <ac:spMkLst>
            <pc:docMk/>
            <pc:sldMk cId="3336074670" sldId="392"/>
            <ac:spMk id="36" creationId="{E2A431C8-F2C7-FBFF-8927-7E0C75626689}"/>
          </ac:spMkLst>
        </pc:spChg>
        <pc:spChg chg="add del mod">
          <ac:chgData name="Yeo Xiong Wei, Jonathan" userId="ac2b658e-7ce1-44bb-9f9f-bf4198ceaa29" providerId="ADAL" clId="{C89ED50E-D8C9-4486-A53F-CE0CBCA60981}" dt="2022-06-17T05:40:52.061" v="1464" actId="478"/>
          <ac:spMkLst>
            <pc:docMk/>
            <pc:sldMk cId="3336074670" sldId="392"/>
            <ac:spMk id="37" creationId="{640CB689-37D8-6E3E-7D1C-E9B6A738CA33}"/>
          </ac:spMkLst>
        </pc:spChg>
        <pc:spChg chg="add del mod">
          <ac:chgData name="Yeo Xiong Wei, Jonathan" userId="ac2b658e-7ce1-44bb-9f9f-bf4198ceaa29" providerId="ADAL" clId="{C89ED50E-D8C9-4486-A53F-CE0CBCA60981}" dt="2022-06-17T05:40:48.158" v="1461" actId="478"/>
          <ac:spMkLst>
            <pc:docMk/>
            <pc:sldMk cId="3336074670" sldId="392"/>
            <ac:spMk id="40" creationId="{8715D4FF-82CC-6561-8F4D-6B4AE55D8010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41" creationId="{069DD2C6-D57E-012A-D43D-9051DD9DFC5A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42" creationId="{FF25CEDE-097B-4430-63DB-047D2312EBD5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43" creationId="{C65A6C48-3625-A33B-1FDA-894350E4E9A2}"/>
          </ac:spMkLst>
        </pc:spChg>
        <pc:spChg chg="add del mod">
          <ac:chgData name="Yeo Xiong Wei, Jonathan" userId="ac2b658e-7ce1-44bb-9f9f-bf4198ceaa29" providerId="ADAL" clId="{C89ED50E-D8C9-4486-A53F-CE0CBCA60981}" dt="2022-06-17T05:40:49.157" v="1462" actId="478"/>
          <ac:spMkLst>
            <pc:docMk/>
            <pc:sldMk cId="3336074670" sldId="392"/>
            <ac:spMk id="44" creationId="{DA4B441F-CF07-7E9B-FA92-839838983C02}"/>
          </ac:spMkLst>
        </pc:spChg>
        <pc:spChg chg="add del mod">
          <ac:chgData name="Yeo Xiong Wei, Jonathan" userId="ac2b658e-7ce1-44bb-9f9f-bf4198ceaa29" providerId="ADAL" clId="{C89ED50E-D8C9-4486-A53F-CE0CBCA60981}" dt="2022-06-17T05:40:46.621" v="1460" actId="478"/>
          <ac:spMkLst>
            <pc:docMk/>
            <pc:sldMk cId="3336074670" sldId="392"/>
            <ac:spMk id="45" creationId="{C75DF5CB-1707-5719-41CC-9604E02A103C}"/>
          </ac:spMkLst>
        </pc:spChg>
        <pc:spChg chg="add mod">
          <ac:chgData name="Yeo Xiong Wei, Jonathan" userId="ac2b658e-7ce1-44bb-9f9f-bf4198ceaa29" providerId="ADAL" clId="{C89ED50E-D8C9-4486-A53F-CE0CBCA60981}" dt="2022-06-17T05:50:26.667" v="2051" actId="1076"/>
          <ac:spMkLst>
            <pc:docMk/>
            <pc:sldMk cId="3336074670" sldId="392"/>
            <ac:spMk id="46" creationId="{311D6B32-82CC-A3BF-4A1F-CBD479A1A0BB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47" creationId="{DE34E8EE-B81D-8637-C90A-C86FE163DC4A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48" creationId="{B629A12E-301D-E904-F572-C7339F76A85C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49" creationId="{96E5BDA6-EA52-2A1D-804C-581B57D29783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50" creationId="{B3921FD3-B41C-5C0A-71DC-DBC91AAA3741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51" creationId="{4D7FF3E3-70DB-123E-7457-BCE5DAD28778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52" creationId="{AA805BE6-6C57-E96E-F862-180ED4C299EE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53" creationId="{2C9FF396-B7D7-9C21-A5F0-D54BBCFE916C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54" creationId="{38E87B1A-77F1-4BF4-7DF4-4BD0E493F1A5}"/>
          </ac:spMkLst>
        </pc:spChg>
        <pc:spChg chg="add mod">
          <ac:chgData name="Yeo Xiong Wei, Jonathan" userId="ac2b658e-7ce1-44bb-9f9f-bf4198ceaa29" providerId="ADAL" clId="{C89ED50E-D8C9-4486-A53F-CE0CBCA60981}" dt="2022-06-17T05:50:19.582" v="2038" actId="6549"/>
          <ac:spMkLst>
            <pc:docMk/>
            <pc:sldMk cId="3336074670" sldId="392"/>
            <ac:spMk id="55" creationId="{0FE734AB-AC72-9A97-D87B-0C16C216C4DA}"/>
          </ac:spMkLst>
        </pc:spChg>
        <pc:spChg chg="mod">
          <ac:chgData name="Yeo Xiong Wei, Jonathan" userId="ac2b658e-7ce1-44bb-9f9f-bf4198ceaa29" providerId="ADAL" clId="{C89ED50E-D8C9-4486-A53F-CE0CBCA60981}" dt="2022-06-17T06:12:17.715" v="3879" actId="20577"/>
          <ac:spMkLst>
            <pc:docMk/>
            <pc:sldMk cId="3336074670" sldId="392"/>
            <ac:spMk id="38913" creationId="{00000000-0000-0000-0000-000000000000}"/>
          </ac:spMkLst>
        </pc:spChg>
        <pc:spChg chg="mod">
          <ac:chgData name="Yeo Xiong Wei, Jonathan" userId="ac2b658e-7ce1-44bb-9f9f-bf4198ceaa29" providerId="ADAL" clId="{C89ED50E-D8C9-4486-A53F-CE0CBCA60981}" dt="2022-06-17T06:11:30.880" v="3848" actId="404"/>
          <ac:spMkLst>
            <pc:docMk/>
            <pc:sldMk cId="3336074670" sldId="392"/>
            <ac:spMk id="38914" creationId="{00000000-0000-0000-0000-000000000000}"/>
          </ac:spMkLst>
        </pc:spChg>
        <pc:grpChg chg="add mod">
          <ac:chgData name="Yeo Xiong Wei, Jonathan" userId="ac2b658e-7ce1-44bb-9f9f-bf4198ceaa29" providerId="ADAL" clId="{C89ED50E-D8C9-4486-A53F-CE0CBCA60981}" dt="2022-06-17T05:50:19.582" v="2038" actId="6549"/>
          <ac:grpSpMkLst>
            <pc:docMk/>
            <pc:sldMk cId="3336074670" sldId="392"/>
            <ac:grpSpMk id="21" creationId="{F12D80CB-D0D8-3C4D-46CF-5BE2E252E8A9}"/>
          </ac:grpSpMkLst>
        </pc:grpChg>
        <pc:grpChg chg="add mod">
          <ac:chgData name="Yeo Xiong Wei, Jonathan" userId="ac2b658e-7ce1-44bb-9f9f-bf4198ceaa29" providerId="ADAL" clId="{C89ED50E-D8C9-4486-A53F-CE0CBCA60981}" dt="2022-06-17T05:50:19.582" v="2038" actId="6549"/>
          <ac:grpSpMkLst>
            <pc:docMk/>
            <pc:sldMk cId="3336074670" sldId="392"/>
            <ac:grpSpMk id="27" creationId="{9E07E927-13A7-FF76-2279-DC6CD18C62E5}"/>
          </ac:grpSpMkLst>
        </pc:grpChg>
        <pc:grpChg chg="add mod">
          <ac:chgData name="Yeo Xiong Wei, Jonathan" userId="ac2b658e-7ce1-44bb-9f9f-bf4198ceaa29" providerId="ADAL" clId="{C89ED50E-D8C9-4486-A53F-CE0CBCA60981}" dt="2022-06-17T05:50:19.582" v="2038" actId="6549"/>
          <ac:grpSpMkLst>
            <pc:docMk/>
            <pc:sldMk cId="3336074670" sldId="392"/>
            <ac:grpSpMk id="30" creationId="{3B170AD5-9422-8254-0251-45883FC5043B}"/>
          </ac:grpSpMkLst>
        </pc:grpChg>
        <pc:grpChg chg="add mod">
          <ac:chgData name="Yeo Xiong Wei, Jonathan" userId="ac2b658e-7ce1-44bb-9f9f-bf4198ceaa29" providerId="ADAL" clId="{C89ED50E-D8C9-4486-A53F-CE0CBCA60981}" dt="2022-06-17T06:10:36.258" v="3674" actId="1076"/>
          <ac:grpSpMkLst>
            <pc:docMk/>
            <pc:sldMk cId="3336074670" sldId="392"/>
            <ac:grpSpMk id="38" creationId="{CB510712-E612-F6D1-E42F-66B871D7A017}"/>
          </ac:grpSpMkLst>
        </pc:grpChg>
        <pc:cxnChg chg="add del">
          <ac:chgData name="Yeo Xiong Wei, Jonathan" userId="ac2b658e-7ce1-44bb-9f9f-bf4198ceaa29" providerId="ADAL" clId="{C89ED50E-D8C9-4486-A53F-CE0CBCA60981}" dt="2022-06-17T05:34:03.909" v="1340" actId="478"/>
          <ac:cxnSpMkLst>
            <pc:docMk/>
            <pc:sldMk cId="3336074670" sldId="392"/>
            <ac:cxnSpMk id="4" creationId="{4373615E-FA77-CD70-C483-DE5D1B888E82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6" creationId="{18E8BC6D-7F01-7A2C-82D7-6F23CBC8367D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8" creationId="{B19D7B6F-10C5-88B8-0F98-745CF72A89CF}"/>
          </ac:cxnSpMkLst>
        </pc:cxnChg>
        <pc:cxnChg chg="add del mod">
          <ac:chgData name="Yeo Xiong Wei, Jonathan" userId="ac2b658e-7ce1-44bb-9f9f-bf4198ceaa29" providerId="ADAL" clId="{C89ED50E-D8C9-4486-A53F-CE0CBCA60981}" dt="2022-06-17T05:35:26.830" v="1353" actId="478"/>
          <ac:cxnSpMkLst>
            <pc:docMk/>
            <pc:sldMk cId="3336074670" sldId="392"/>
            <ac:cxnSpMk id="9" creationId="{F5E1841D-6E86-37D4-FAD6-32D340769916}"/>
          </ac:cxnSpMkLst>
        </pc:cxnChg>
        <pc:cxnChg chg="add del mod">
          <ac:chgData name="Yeo Xiong Wei, Jonathan" userId="ac2b658e-7ce1-44bb-9f9f-bf4198ceaa29" providerId="ADAL" clId="{C89ED50E-D8C9-4486-A53F-CE0CBCA60981}" dt="2022-06-17T05:40:32.061" v="1455" actId="478"/>
          <ac:cxnSpMkLst>
            <pc:docMk/>
            <pc:sldMk cId="3336074670" sldId="392"/>
            <ac:cxnSpMk id="12" creationId="{F7475D33-EEE3-15A0-6907-F00ECCF8E737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13" creationId="{3F8D86AD-EA0B-B62F-296A-38D80DC7C851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16" creationId="{1665C44F-589B-2BB6-7497-C20E583377EC}"/>
          </ac:cxnSpMkLst>
        </pc:cxnChg>
        <pc:cxnChg chg="add del mod">
          <ac:chgData name="Yeo Xiong Wei, Jonathan" userId="ac2b658e-7ce1-44bb-9f9f-bf4198ceaa29" providerId="ADAL" clId="{C89ED50E-D8C9-4486-A53F-CE0CBCA60981}" dt="2022-06-17T05:40:42.573" v="1458" actId="478"/>
          <ac:cxnSpMkLst>
            <pc:docMk/>
            <pc:sldMk cId="3336074670" sldId="392"/>
            <ac:cxnSpMk id="17" creationId="{42BA947D-E94C-E45B-F990-99C723096B8B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18" creationId="{BF23166B-0AFE-0597-4B16-889D6B25BA52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19" creationId="{89134DBA-6BDE-F807-7AE8-7C4FEB97252D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23" creationId="{BEA854FA-7EF2-35B9-C3FB-43C36702E78F}"/>
          </ac:cxnSpMkLst>
        </pc:cxnChg>
        <pc:cxnChg chg="add del mod">
          <ac:chgData name="Yeo Xiong Wei, Jonathan" userId="ac2b658e-7ce1-44bb-9f9f-bf4198ceaa29" providerId="ADAL" clId="{C89ED50E-D8C9-4486-A53F-CE0CBCA60981}" dt="2022-06-17T05:40:34.205" v="1456" actId="478"/>
          <ac:cxnSpMkLst>
            <pc:docMk/>
            <pc:sldMk cId="3336074670" sldId="392"/>
            <ac:cxnSpMk id="24" creationId="{875D6F4B-1F1B-076E-BECF-C9E09772C53D}"/>
          </ac:cxnSpMkLst>
        </pc:cxnChg>
        <pc:cxnChg chg="add del mod">
          <ac:chgData name="Yeo Xiong Wei, Jonathan" userId="ac2b658e-7ce1-44bb-9f9f-bf4198ceaa29" providerId="ADAL" clId="{C89ED50E-D8C9-4486-A53F-CE0CBCA60981}" dt="2022-06-17T05:40:44.935" v="1459" actId="478"/>
          <ac:cxnSpMkLst>
            <pc:docMk/>
            <pc:sldMk cId="3336074670" sldId="392"/>
            <ac:cxnSpMk id="25" creationId="{0F217CCC-DF81-9328-76BD-F5AED5F6563B}"/>
          </ac:cxnSpMkLst>
        </pc:cxnChg>
        <pc:cxnChg chg="add mod">
          <ac:chgData name="Yeo Xiong Wei, Jonathan" userId="ac2b658e-7ce1-44bb-9f9f-bf4198ceaa29" providerId="ADAL" clId="{C89ED50E-D8C9-4486-A53F-CE0CBCA60981}" dt="2022-06-17T05:50:19.582" v="2038" actId="6549"/>
          <ac:cxnSpMkLst>
            <pc:docMk/>
            <pc:sldMk cId="3336074670" sldId="392"/>
            <ac:cxnSpMk id="26" creationId="{676B7ABE-AB55-41A4-117B-3D36806402C6}"/>
          </ac:cxnSpMkLst>
        </pc:cxnChg>
        <pc:cxnChg chg="add del mod">
          <ac:chgData name="Yeo Xiong Wei, Jonathan" userId="ac2b658e-7ce1-44bb-9f9f-bf4198ceaa29" providerId="ADAL" clId="{C89ED50E-D8C9-4486-A53F-CE0CBCA60981}" dt="2022-06-17T05:40:36.069" v="1457" actId="478"/>
          <ac:cxnSpMkLst>
            <pc:docMk/>
            <pc:sldMk cId="3336074670" sldId="392"/>
            <ac:cxnSpMk id="29" creationId="{88D7BECD-69CE-E6B3-67E1-A1B045619013}"/>
          </ac:cxnSpMkLst>
        </pc:cxnChg>
      </pc:sldChg>
      <pc:sldChg chg="modSp add mod">
        <pc:chgData name="Yeo Xiong Wei, Jonathan" userId="ac2b658e-7ce1-44bb-9f9f-bf4198ceaa29" providerId="ADAL" clId="{C89ED50E-D8C9-4486-A53F-CE0CBCA60981}" dt="2022-06-17T06:09:20.220" v="3671" actId="20577"/>
        <pc:sldMkLst>
          <pc:docMk/>
          <pc:sldMk cId="794560605" sldId="393"/>
        </pc:sldMkLst>
        <pc:spChg chg="mod">
          <ac:chgData name="Yeo Xiong Wei, Jonathan" userId="ac2b658e-7ce1-44bb-9f9f-bf4198ceaa29" providerId="ADAL" clId="{C89ED50E-D8C9-4486-A53F-CE0CBCA60981}" dt="2022-06-17T06:09:20.220" v="3671" actId="20577"/>
          <ac:spMkLst>
            <pc:docMk/>
            <pc:sldMk cId="794560605" sldId="393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C89ED50E-D8C9-4486-A53F-CE0CBCA60981}" dt="2022-06-17T06:13:19.482" v="3896" actId="1076"/>
        <pc:sldMkLst>
          <pc:docMk/>
          <pc:sldMk cId="3591464582" sldId="394"/>
        </pc:sldMkLst>
        <pc:spChg chg="mod">
          <ac:chgData name="Yeo Xiong Wei, Jonathan" userId="ac2b658e-7ce1-44bb-9f9f-bf4198ceaa29" providerId="ADAL" clId="{C89ED50E-D8C9-4486-A53F-CE0CBCA60981}" dt="2022-06-17T06:13:19.482" v="3896" actId="1076"/>
          <ac:spMkLst>
            <pc:docMk/>
            <pc:sldMk cId="3591464582" sldId="394"/>
            <ac:spMk id="2" creationId="{E19ABC91-B477-4D87-98FF-6BD62F1458B7}"/>
          </ac:spMkLst>
        </pc:spChg>
      </pc:sldChg>
      <pc:sldChg chg="modSp add mod ord">
        <pc:chgData name="Yeo Xiong Wei, Jonathan" userId="ac2b658e-7ce1-44bb-9f9f-bf4198ceaa29" providerId="ADAL" clId="{C89ED50E-D8C9-4486-A53F-CE0CBCA60981}" dt="2022-06-17T06:32:02.586" v="4833" actId="20577"/>
        <pc:sldMkLst>
          <pc:docMk/>
          <pc:sldMk cId="2759985680" sldId="395"/>
        </pc:sldMkLst>
        <pc:spChg chg="mod">
          <ac:chgData name="Yeo Xiong Wei, Jonathan" userId="ac2b658e-7ce1-44bb-9f9f-bf4198ceaa29" providerId="ADAL" clId="{C89ED50E-D8C9-4486-A53F-CE0CBCA60981}" dt="2022-06-17T06:32:02.586" v="4833" actId="20577"/>
          <ac:spMkLst>
            <pc:docMk/>
            <pc:sldMk cId="2759985680" sldId="395"/>
            <ac:spMk id="71682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6C282E92-EA1A-4261-A0DD-A69D2E5D9487}"/>
    <pc:docChg chg="undo custSel addSld delSld modSld sldOrd modMainMaster">
      <pc:chgData name="Yeo Xiong Wei, Jonathan" userId="ac2b658e-7ce1-44bb-9f9f-bf4198ceaa29" providerId="ADAL" clId="{6C282E92-EA1A-4261-A0DD-A69D2E5D9487}" dt="2024-07-08T05:45:52.107" v="5882" actId="14100"/>
      <pc:docMkLst>
        <pc:docMk/>
      </pc:docMkLst>
      <pc:sldChg chg="addSp delSp modSp mod">
        <pc:chgData name="Yeo Xiong Wei, Jonathan" userId="ac2b658e-7ce1-44bb-9f9f-bf4198ceaa29" providerId="ADAL" clId="{6C282E92-EA1A-4261-A0DD-A69D2E5D9487}" dt="2024-05-02T08:19:55.914" v="8" actId="1076"/>
        <pc:sldMkLst>
          <pc:docMk/>
          <pc:sldMk cId="3511576318" sldId="256"/>
        </pc:sldMkLst>
        <pc:spChg chg="mod">
          <ac:chgData name="Yeo Xiong Wei, Jonathan" userId="ac2b658e-7ce1-44bb-9f9f-bf4198ceaa29" providerId="ADAL" clId="{6C282E92-EA1A-4261-A0DD-A69D2E5D9487}" dt="2024-05-02T08:19:55.914" v="8" actId="1076"/>
          <ac:spMkLst>
            <pc:docMk/>
            <pc:sldMk cId="3511576318" sldId="256"/>
            <ac:spMk id="2" creationId="{E19ABC91-B477-4D87-98FF-6BD62F1458B7}"/>
          </ac:spMkLst>
        </pc:spChg>
        <pc:spChg chg="mod">
          <ac:chgData name="Yeo Xiong Wei, Jonathan" userId="ac2b658e-7ce1-44bb-9f9f-bf4198ceaa29" providerId="ADAL" clId="{6C282E92-EA1A-4261-A0DD-A69D2E5D9487}" dt="2024-05-02T08:19:25.842" v="1" actId="26606"/>
          <ac:spMkLst>
            <pc:docMk/>
            <pc:sldMk cId="3511576318" sldId="256"/>
            <ac:spMk id="4" creationId="{414BD7E7-9410-4B78-B1F3-51222C9E0101}"/>
          </ac:spMkLst>
        </pc:spChg>
        <pc:spChg chg="del">
          <ac:chgData name="Yeo Xiong Wei, Jonathan" userId="ac2b658e-7ce1-44bb-9f9f-bf4198ceaa29" providerId="ADAL" clId="{6C282E92-EA1A-4261-A0DD-A69D2E5D9487}" dt="2024-05-02T08:19:09.941" v="0" actId="26606"/>
          <ac:spMkLst>
            <pc:docMk/>
            <pc:sldMk cId="3511576318" sldId="256"/>
            <ac:spMk id="8" creationId="{1EADCAF8-8823-4E89-8612-21029831A4B2}"/>
          </ac:spMkLst>
        </pc:spChg>
        <pc:spChg chg="del">
          <ac:chgData name="Yeo Xiong Wei, Jonathan" userId="ac2b658e-7ce1-44bb-9f9f-bf4198ceaa29" providerId="ADAL" clId="{6C282E92-EA1A-4261-A0DD-A69D2E5D9487}" dt="2024-05-02T08:19:09.941" v="0" actId="26606"/>
          <ac:spMkLst>
            <pc:docMk/>
            <pc:sldMk cId="3511576318" sldId="256"/>
            <ac:spMk id="10" creationId="{28CA07B2-0819-4B62-9425-7A52BBDD7070}"/>
          </ac:spMkLst>
        </pc:spChg>
        <pc:spChg chg="add del">
          <ac:chgData name="Yeo Xiong Wei, Jonathan" userId="ac2b658e-7ce1-44bb-9f9f-bf4198ceaa29" providerId="ADAL" clId="{6C282E92-EA1A-4261-A0DD-A69D2E5D9487}" dt="2024-05-02T08:19:25.842" v="1" actId="26606"/>
          <ac:spMkLst>
            <pc:docMk/>
            <pc:sldMk cId="3511576318" sldId="256"/>
            <ac:spMk id="24" creationId="{FFD48BC7-DC40-47DE-87EE-9F4B6ECB9ABB}"/>
          </ac:spMkLst>
        </pc:spChg>
        <pc:spChg chg="add del">
          <ac:chgData name="Yeo Xiong Wei, Jonathan" userId="ac2b658e-7ce1-44bb-9f9f-bf4198ceaa29" providerId="ADAL" clId="{6C282E92-EA1A-4261-A0DD-A69D2E5D9487}" dt="2024-05-02T08:19:25.842" v="1" actId="26606"/>
          <ac:spMkLst>
            <pc:docMk/>
            <pc:sldMk cId="3511576318" sldId="256"/>
            <ac:spMk id="26" creationId="{E502BBC7-2C76-46F3-BC24-5985BC13DB88}"/>
          </ac:spMkLst>
        </pc:spChg>
        <pc:spChg chg="add del">
          <ac:chgData name="Yeo Xiong Wei, Jonathan" userId="ac2b658e-7ce1-44bb-9f9f-bf4198ceaa29" providerId="ADAL" clId="{6C282E92-EA1A-4261-A0DD-A69D2E5D9487}" dt="2024-05-02T08:19:25.842" v="1" actId="26606"/>
          <ac:spMkLst>
            <pc:docMk/>
            <pc:sldMk cId="3511576318" sldId="256"/>
            <ac:spMk id="28" creationId="{C7F28D52-2A5F-4D23-81AE-7CB8B591C7AF}"/>
          </ac:spMkLst>
        </pc:spChg>
        <pc:spChg chg="add del">
          <ac:chgData name="Yeo Xiong Wei, Jonathan" userId="ac2b658e-7ce1-44bb-9f9f-bf4198ceaa29" providerId="ADAL" clId="{6C282E92-EA1A-4261-A0DD-A69D2E5D9487}" dt="2024-05-02T08:19:25.842" v="1" actId="26606"/>
          <ac:spMkLst>
            <pc:docMk/>
            <pc:sldMk cId="3511576318" sldId="256"/>
            <ac:spMk id="30" creationId="{3629484E-3792-4B3D-89AD-7C8A1ED0E0D4}"/>
          </ac:spMkLst>
        </pc:spChg>
        <pc:spChg chg="add">
          <ac:chgData name="Yeo Xiong Wei, Jonathan" userId="ac2b658e-7ce1-44bb-9f9f-bf4198ceaa29" providerId="ADAL" clId="{6C282E92-EA1A-4261-A0DD-A69D2E5D9487}" dt="2024-05-02T08:19:25.842" v="1" actId="26606"/>
          <ac:spMkLst>
            <pc:docMk/>
            <pc:sldMk cId="3511576318" sldId="256"/>
            <ac:spMk id="36" creationId="{06DA9DF9-31F7-4056-B42E-878CC92417B8}"/>
          </ac:spMkLst>
        </pc:spChg>
        <pc:grpChg chg="del">
          <ac:chgData name="Yeo Xiong Wei, Jonathan" userId="ac2b658e-7ce1-44bb-9f9f-bf4198ceaa29" providerId="ADAL" clId="{6C282E92-EA1A-4261-A0DD-A69D2E5D9487}" dt="2024-05-02T08:19:09.941" v="0" actId="26606"/>
          <ac:grpSpMkLst>
            <pc:docMk/>
            <pc:sldMk cId="3511576318" sldId="256"/>
            <ac:grpSpMk id="12" creationId="{DA02BEE4-A5D4-40AF-882D-49D34B086FFF}"/>
          </ac:grpSpMkLst>
        </pc:grpChg>
        <pc:picChg chg="add">
          <ac:chgData name="Yeo Xiong Wei, Jonathan" userId="ac2b658e-7ce1-44bb-9f9f-bf4198ceaa29" providerId="ADAL" clId="{6C282E92-EA1A-4261-A0DD-A69D2E5D9487}" dt="2024-05-02T08:19:25.842" v="1" actId="26606"/>
          <ac:picMkLst>
            <pc:docMk/>
            <pc:sldMk cId="3511576318" sldId="256"/>
            <ac:picMk id="32" creationId="{7DE87BF4-C58C-5B3A-6C7C-1DD35CDF316D}"/>
          </ac:picMkLst>
        </pc:picChg>
      </pc:sldChg>
      <pc:sldChg chg="modSp modAnim">
        <pc:chgData name="Yeo Xiong Wei, Jonathan" userId="ac2b658e-7ce1-44bb-9f9f-bf4198ceaa29" providerId="ADAL" clId="{6C282E92-EA1A-4261-A0DD-A69D2E5D9487}" dt="2024-05-02T09:05:54.179" v="986" actId="403"/>
        <pc:sldMkLst>
          <pc:docMk/>
          <pc:sldMk cId="1444051112" sldId="301"/>
        </pc:sldMkLst>
        <pc:spChg chg="mod">
          <ac:chgData name="Yeo Xiong Wei, Jonathan" userId="ac2b658e-7ce1-44bb-9f9f-bf4198ceaa29" providerId="ADAL" clId="{6C282E92-EA1A-4261-A0DD-A69D2E5D9487}" dt="2024-05-02T09:05:54.179" v="986" actId="403"/>
          <ac:spMkLst>
            <pc:docMk/>
            <pc:sldMk cId="1444051112" sldId="301"/>
            <ac:spMk id="2969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6C282E92-EA1A-4261-A0DD-A69D2E5D9487}" dt="2024-06-14T05:09:19.214" v="2243" actId="20577"/>
        <pc:sldMkLst>
          <pc:docMk/>
          <pc:sldMk cId="1683943885" sldId="304"/>
        </pc:sldMkLst>
        <pc:spChg chg="mod">
          <ac:chgData name="Yeo Xiong Wei, Jonathan" userId="ac2b658e-7ce1-44bb-9f9f-bf4198ceaa29" providerId="ADAL" clId="{6C282E92-EA1A-4261-A0DD-A69D2E5D9487}" dt="2024-06-14T05:09:19.214" v="2243" actId="20577"/>
          <ac:spMkLst>
            <pc:docMk/>
            <pc:sldMk cId="1683943885" sldId="304"/>
            <ac:spMk id="327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6C282E92-EA1A-4261-A0DD-A69D2E5D9487}" dt="2024-06-14T05:28:50.720" v="2821"/>
        <pc:sldMkLst>
          <pc:docMk/>
          <pc:sldMk cId="1154887215" sldId="311"/>
        </pc:sldMkLst>
        <pc:spChg chg="mod">
          <ac:chgData name="Yeo Xiong Wei, Jonathan" userId="ac2b658e-7ce1-44bb-9f9f-bf4198ceaa29" providerId="ADAL" clId="{6C282E92-EA1A-4261-A0DD-A69D2E5D9487}" dt="2024-06-14T05:24:18.381" v="2722" actId="20577"/>
          <ac:spMkLst>
            <pc:docMk/>
            <pc:sldMk cId="1154887215" sldId="311"/>
            <ac:spMk id="16" creationId="{06557E7D-D688-D076-2B07-5991FC89475B}"/>
          </ac:spMkLst>
        </pc:spChg>
        <pc:spChg chg="mod">
          <ac:chgData name="Yeo Xiong Wei, Jonathan" userId="ac2b658e-7ce1-44bb-9f9f-bf4198ceaa29" providerId="ADAL" clId="{6C282E92-EA1A-4261-A0DD-A69D2E5D9487}" dt="2024-06-14T05:28:19.520" v="2816" actId="20577"/>
          <ac:spMkLst>
            <pc:docMk/>
            <pc:sldMk cId="1154887215" sldId="311"/>
            <ac:spMk id="39938" creationId="{00000000-0000-0000-0000-000000000000}"/>
          </ac:spMkLst>
        </pc:spChg>
      </pc:sldChg>
      <pc:sldChg chg="modSp modAnim">
        <pc:chgData name="Yeo Xiong Wei, Jonathan" userId="ac2b658e-7ce1-44bb-9f9f-bf4198ceaa29" providerId="ADAL" clId="{6C282E92-EA1A-4261-A0DD-A69D2E5D9487}" dt="2024-07-02T15:24:07.440" v="2933" actId="6549"/>
        <pc:sldMkLst>
          <pc:docMk/>
          <pc:sldMk cId="3749859025" sldId="336"/>
        </pc:sldMkLst>
        <pc:spChg chg="mod">
          <ac:chgData name="Yeo Xiong Wei, Jonathan" userId="ac2b658e-7ce1-44bb-9f9f-bf4198ceaa29" providerId="ADAL" clId="{6C282E92-EA1A-4261-A0DD-A69D2E5D9487}" dt="2024-07-02T15:24:07.440" v="2933" actId="6549"/>
          <ac:spMkLst>
            <pc:docMk/>
            <pc:sldMk cId="3749859025" sldId="336"/>
            <ac:spMk id="65538" creationId="{00000000-0000-0000-0000-000000000000}"/>
          </ac:spMkLst>
        </pc:spChg>
      </pc:sldChg>
      <pc:sldChg chg="modSp mod ord">
        <pc:chgData name="Yeo Xiong Wei, Jonathan" userId="ac2b658e-7ce1-44bb-9f9f-bf4198ceaa29" providerId="ADAL" clId="{6C282E92-EA1A-4261-A0DD-A69D2E5D9487}" dt="2024-06-14T05:40:06.848" v="2931"/>
        <pc:sldMkLst>
          <pc:docMk/>
          <pc:sldMk cId="2881407611" sldId="337"/>
        </pc:sldMkLst>
        <pc:spChg chg="mod">
          <ac:chgData name="Yeo Xiong Wei, Jonathan" userId="ac2b658e-7ce1-44bb-9f9f-bf4198ceaa29" providerId="ADAL" clId="{6C282E92-EA1A-4261-A0DD-A69D2E5D9487}" dt="2024-06-14T05:38:27.644" v="2908" actId="115"/>
          <ac:spMkLst>
            <pc:docMk/>
            <pc:sldMk cId="2881407611" sldId="337"/>
            <ac:spMk id="66562" creationId="{00000000-0000-0000-0000-000000000000}"/>
          </ac:spMkLst>
        </pc:spChg>
      </pc:sldChg>
      <pc:sldChg chg="ord">
        <pc:chgData name="Yeo Xiong Wei, Jonathan" userId="ac2b658e-7ce1-44bb-9f9f-bf4198ceaa29" providerId="ADAL" clId="{6C282E92-EA1A-4261-A0DD-A69D2E5D9487}" dt="2024-06-14T05:40:06.848" v="2931"/>
        <pc:sldMkLst>
          <pc:docMk/>
          <pc:sldMk cId="2137219401" sldId="340"/>
        </pc:sldMkLst>
      </pc:sldChg>
      <pc:sldChg chg="ord">
        <pc:chgData name="Yeo Xiong Wei, Jonathan" userId="ac2b658e-7ce1-44bb-9f9f-bf4198ceaa29" providerId="ADAL" clId="{6C282E92-EA1A-4261-A0DD-A69D2E5D9487}" dt="2024-06-14T05:40:06.848" v="2931"/>
        <pc:sldMkLst>
          <pc:docMk/>
          <pc:sldMk cId="1295572845" sldId="342"/>
        </pc:sldMkLst>
      </pc:sldChg>
      <pc:sldChg chg="modSp mod">
        <pc:chgData name="Yeo Xiong Wei, Jonathan" userId="ac2b658e-7ce1-44bb-9f9f-bf4198ceaa29" providerId="ADAL" clId="{6C282E92-EA1A-4261-A0DD-A69D2E5D9487}" dt="2024-06-14T05:25:28.736" v="2731" actId="6549"/>
        <pc:sldMkLst>
          <pc:docMk/>
          <pc:sldMk cId="2845177872" sldId="372"/>
        </pc:sldMkLst>
        <pc:spChg chg="mod">
          <ac:chgData name="Yeo Xiong Wei, Jonathan" userId="ac2b658e-7ce1-44bb-9f9f-bf4198ceaa29" providerId="ADAL" clId="{6C282E92-EA1A-4261-A0DD-A69D2E5D9487}" dt="2024-06-14T05:25:28.736" v="2731" actId="6549"/>
          <ac:spMkLst>
            <pc:docMk/>
            <pc:sldMk cId="2845177872" sldId="372"/>
            <ac:spMk id="8" creationId="{DA8722D4-65E1-473F-9846-1125E1C984A4}"/>
          </ac:spMkLst>
        </pc:spChg>
      </pc:sldChg>
      <pc:sldChg chg="modSp">
        <pc:chgData name="Yeo Xiong Wei, Jonathan" userId="ac2b658e-7ce1-44bb-9f9f-bf4198ceaa29" providerId="ADAL" clId="{6C282E92-EA1A-4261-A0DD-A69D2E5D9487}" dt="2024-05-02T08:56:27.839" v="139" actId="403"/>
        <pc:sldMkLst>
          <pc:docMk/>
          <pc:sldMk cId="1570624268" sldId="375"/>
        </pc:sldMkLst>
        <pc:spChg chg="mod">
          <ac:chgData name="Yeo Xiong Wei, Jonathan" userId="ac2b658e-7ce1-44bb-9f9f-bf4198ceaa29" providerId="ADAL" clId="{6C282E92-EA1A-4261-A0DD-A69D2E5D9487}" dt="2024-05-02T08:56:27.839" v="139" actId="403"/>
          <ac:spMkLst>
            <pc:docMk/>
            <pc:sldMk cId="1570624268" sldId="375"/>
            <ac:spMk id="25602" creationId="{00000000-0000-0000-0000-000000000000}"/>
          </ac:spMkLst>
        </pc:spChg>
      </pc:sldChg>
      <pc:sldChg chg="modNotesTx">
        <pc:chgData name="Yeo Xiong Wei, Jonathan" userId="ac2b658e-7ce1-44bb-9f9f-bf4198ceaa29" providerId="ADAL" clId="{6C282E92-EA1A-4261-A0DD-A69D2E5D9487}" dt="2024-06-14T05:10:31.033" v="2375" actId="20577"/>
        <pc:sldMkLst>
          <pc:docMk/>
          <pc:sldMk cId="518600987" sldId="377"/>
        </pc:sldMkLst>
      </pc:sldChg>
      <pc:sldChg chg="addSp delSp modSp del mod modAnim">
        <pc:chgData name="Yeo Xiong Wei, Jonathan" userId="ac2b658e-7ce1-44bb-9f9f-bf4198ceaa29" providerId="ADAL" clId="{6C282E92-EA1A-4261-A0DD-A69D2E5D9487}" dt="2024-05-02T09:07:23.463" v="997" actId="47"/>
        <pc:sldMkLst>
          <pc:docMk/>
          <pc:sldMk cId="2505173074" sldId="385"/>
        </pc:sldMkLst>
        <pc:spChg chg="mod">
          <ac:chgData name="Yeo Xiong Wei, Jonathan" userId="ac2b658e-7ce1-44bb-9f9f-bf4198ceaa29" providerId="ADAL" clId="{6C282E92-EA1A-4261-A0DD-A69D2E5D9487}" dt="2024-05-02T09:01:01.469" v="385" actId="14100"/>
          <ac:spMkLst>
            <pc:docMk/>
            <pc:sldMk cId="2505173074" sldId="385"/>
            <ac:spMk id="25602" creationId="{00000000-0000-0000-0000-000000000000}"/>
          </ac:spMkLst>
        </pc:spChg>
        <pc:picChg chg="add del mod">
          <ac:chgData name="Yeo Xiong Wei, Jonathan" userId="ac2b658e-7ce1-44bb-9f9f-bf4198ceaa29" providerId="ADAL" clId="{6C282E92-EA1A-4261-A0DD-A69D2E5D9487}" dt="2024-05-02T09:01:02.905" v="386" actId="1076"/>
          <ac:picMkLst>
            <pc:docMk/>
            <pc:sldMk cId="2505173074" sldId="385"/>
            <ac:picMk id="1026" creationId="{4E2B738D-D50E-42AE-A0CE-74771001B969}"/>
          </ac:picMkLst>
        </pc:picChg>
      </pc:sldChg>
      <pc:sldChg chg="modSp mod">
        <pc:chgData name="Yeo Xiong Wei, Jonathan" userId="ac2b658e-7ce1-44bb-9f9f-bf4198ceaa29" providerId="ADAL" clId="{6C282E92-EA1A-4261-A0DD-A69D2E5D9487}" dt="2024-07-08T05:45:52.107" v="5882" actId="14100"/>
        <pc:sldMkLst>
          <pc:docMk/>
          <pc:sldMk cId="3406101701" sldId="388"/>
        </pc:sldMkLst>
        <pc:spChg chg="mod">
          <ac:chgData name="Yeo Xiong Wei, Jonathan" userId="ac2b658e-7ce1-44bb-9f9f-bf4198ceaa29" providerId="ADAL" clId="{6C282E92-EA1A-4261-A0DD-A69D2E5D9487}" dt="2024-07-08T05:45:52.107" v="5882" actId="14100"/>
          <ac:spMkLst>
            <pc:docMk/>
            <pc:sldMk cId="3406101701" sldId="388"/>
            <ac:spMk id="3891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6C282E92-EA1A-4261-A0DD-A69D2E5D9487}" dt="2024-06-14T05:14:04.423" v="2455" actId="20577"/>
        <pc:sldMkLst>
          <pc:docMk/>
          <pc:sldMk cId="3336074670" sldId="392"/>
        </pc:sldMkLst>
        <pc:spChg chg="add mod">
          <ac:chgData name="Yeo Xiong Wei, Jonathan" userId="ac2b658e-7ce1-44bb-9f9f-bf4198ceaa29" providerId="ADAL" clId="{6C282E92-EA1A-4261-A0DD-A69D2E5D9487}" dt="2024-06-14T05:03:46.031" v="1961"/>
          <ac:spMkLst>
            <pc:docMk/>
            <pc:sldMk cId="3336074670" sldId="392"/>
            <ac:spMk id="7" creationId="{5CA7B8A6-F5D2-DD44-E605-51A5D2646EBC}"/>
          </ac:spMkLst>
        </pc:spChg>
        <pc:spChg chg="add mod">
          <ac:chgData name="Yeo Xiong Wei, Jonathan" userId="ac2b658e-7ce1-44bb-9f9f-bf4198ceaa29" providerId="ADAL" clId="{6C282E92-EA1A-4261-A0DD-A69D2E5D9487}" dt="2024-06-14T05:03:46.031" v="1961"/>
          <ac:spMkLst>
            <pc:docMk/>
            <pc:sldMk cId="3336074670" sldId="392"/>
            <ac:spMk id="11" creationId="{EC406460-EED4-A877-514F-F9770A508CF7}"/>
          </ac:spMkLst>
        </pc:spChg>
        <pc:spChg chg="add mod">
          <ac:chgData name="Yeo Xiong Wei, Jonathan" userId="ac2b658e-7ce1-44bb-9f9f-bf4198ceaa29" providerId="ADAL" clId="{6C282E92-EA1A-4261-A0DD-A69D2E5D9487}" dt="2024-06-14T05:03:49.442" v="1962"/>
          <ac:spMkLst>
            <pc:docMk/>
            <pc:sldMk cId="3336074670" sldId="392"/>
            <ac:spMk id="12" creationId="{7129D449-6593-63C1-C4DD-669BA6D4A0B0}"/>
          </ac:spMkLst>
        </pc:spChg>
        <pc:spChg chg="add mod">
          <ac:chgData name="Yeo Xiong Wei, Jonathan" userId="ac2b658e-7ce1-44bb-9f9f-bf4198ceaa29" providerId="ADAL" clId="{6C282E92-EA1A-4261-A0DD-A69D2E5D9487}" dt="2024-06-14T05:03:49.442" v="1962"/>
          <ac:spMkLst>
            <pc:docMk/>
            <pc:sldMk cId="3336074670" sldId="392"/>
            <ac:spMk id="14" creationId="{B4878E60-F170-ECF6-CCE5-CEB011D7BDE5}"/>
          </ac:spMkLst>
        </pc:spChg>
        <pc:spChg chg="mod">
          <ac:chgData name="Yeo Xiong Wei, Jonathan" userId="ac2b658e-7ce1-44bb-9f9f-bf4198ceaa29" providerId="ADAL" clId="{6C282E92-EA1A-4261-A0DD-A69D2E5D9487}" dt="2024-06-14T05:14:04.423" v="2455" actId="20577"/>
          <ac:spMkLst>
            <pc:docMk/>
            <pc:sldMk cId="3336074670" sldId="392"/>
            <ac:spMk id="38914" creationId="{00000000-0000-0000-0000-000000000000}"/>
          </ac:spMkLst>
        </pc:spChg>
      </pc:sldChg>
      <pc:sldChg chg="ord">
        <pc:chgData name="Yeo Xiong Wei, Jonathan" userId="ac2b658e-7ce1-44bb-9f9f-bf4198ceaa29" providerId="ADAL" clId="{6C282E92-EA1A-4261-A0DD-A69D2E5D9487}" dt="2024-06-14T05:40:06.848" v="2931"/>
        <pc:sldMkLst>
          <pc:docMk/>
          <pc:sldMk cId="4189259186" sldId="395"/>
        </pc:sldMkLst>
      </pc:sldChg>
      <pc:sldChg chg="addSp modSp mod modAnim">
        <pc:chgData name="Yeo Xiong Wei, Jonathan" userId="ac2b658e-7ce1-44bb-9f9f-bf4198ceaa29" providerId="ADAL" clId="{6C282E92-EA1A-4261-A0DD-A69D2E5D9487}" dt="2024-06-14T05:17:27.450" v="2614" actId="20577"/>
        <pc:sldMkLst>
          <pc:docMk/>
          <pc:sldMk cId="2468687149" sldId="397"/>
        </pc:sldMkLst>
        <pc:spChg chg="add mod">
          <ac:chgData name="Yeo Xiong Wei, Jonathan" userId="ac2b658e-7ce1-44bb-9f9f-bf4198ceaa29" providerId="ADAL" clId="{6C282E92-EA1A-4261-A0DD-A69D2E5D9487}" dt="2024-06-14T05:17:17.173" v="2606" actId="20577"/>
          <ac:spMkLst>
            <pc:docMk/>
            <pc:sldMk cId="2468687149" sldId="397"/>
            <ac:spMk id="40" creationId="{206EC9F6-5CF2-270D-61B2-0CA179608644}"/>
          </ac:spMkLst>
        </pc:spChg>
        <pc:spChg chg="add mod">
          <ac:chgData name="Yeo Xiong Wei, Jonathan" userId="ac2b658e-7ce1-44bb-9f9f-bf4198ceaa29" providerId="ADAL" clId="{6C282E92-EA1A-4261-A0DD-A69D2E5D9487}" dt="2024-06-14T05:17:19.001" v="2607" actId="20577"/>
          <ac:spMkLst>
            <pc:docMk/>
            <pc:sldMk cId="2468687149" sldId="397"/>
            <ac:spMk id="41" creationId="{DFBAD89E-8585-2435-51AB-2B336FC0D482}"/>
          </ac:spMkLst>
        </pc:spChg>
        <pc:spChg chg="mod">
          <ac:chgData name="Yeo Xiong Wei, Jonathan" userId="ac2b658e-7ce1-44bb-9f9f-bf4198ceaa29" providerId="ADAL" clId="{6C282E92-EA1A-4261-A0DD-A69D2E5D9487}" dt="2024-06-14T05:17:27.450" v="2614" actId="20577"/>
          <ac:spMkLst>
            <pc:docMk/>
            <pc:sldMk cId="2468687149" sldId="397"/>
            <ac:spMk id="3891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6C282E92-EA1A-4261-A0DD-A69D2E5D9487}" dt="2024-06-14T05:19:24.773" v="2634" actId="1076"/>
        <pc:sldMkLst>
          <pc:docMk/>
          <pc:sldMk cId="2907007554" sldId="398"/>
        </pc:sldMkLst>
        <pc:spChg chg="add mod">
          <ac:chgData name="Yeo Xiong Wei, Jonathan" userId="ac2b658e-7ce1-44bb-9f9f-bf4198ceaa29" providerId="ADAL" clId="{6C282E92-EA1A-4261-A0DD-A69D2E5D9487}" dt="2024-06-14T05:19:05.625" v="2627" actId="20577"/>
          <ac:spMkLst>
            <pc:docMk/>
            <pc:sldMk cId="2907007554" sldId="398"/>
            <ac:spMk id="40" creationId="{659B4925-5445-E6E6-3F3F-6F9BB24AC0EB}"/>
          </ac:spMkLst>
        </pc:spChg>
        <pc:spChg chg="add mod">
          <ac:chgData name="Yeo Xiong Wei, Jonathan" userId="ac2b658e-7ce1-44bb-9f9f-bf4198ceaa29" providerId="ADAL" clId="{6C282E92-EA1A-4261-A0DD-A69D2E5D9487}" dt="2024-06-14T05:19:24.773" v="2634" actId="1076"/>
          <ac:spMkLst>
            <pc:docMk/>
            <pc:sldMk cId="2907007554" sldId="398"/>
            <ac:spMk id="41" creationId="{F6D36BC4-2E26-973C-CAB2-B286CAF88A1E}"/>
          </ac:spMkLst>
        </pc:spChg>
        <pc:spChg chg="add mod">
          <ac:chgData name="Yeo Xiong Wei, Jonathan" userId="ac2b658e-7ce1-44bb-9f9f-bf4198ceaa29" providerId="ADAL" clId="{6C282E92-EA1A-4261-A0DD-A69D2E5D9487}" dt="2024-06-14T05:19:19.907" v="2632" actId="1076"/>
          <ac:spMkLst>
            <pc:docMk/>
            <pc:sldMk cId="2907007554" sldId="398"/>
            <ac:spMk id="42" creationId="{060811B1-F23A-7AC8-B374-C0D1C698863D}"/>
          </ac:spMkLst>
        </pc:spChg>
        <pc:spChg chg="mod">
          <ac:chgData name="Yeo Xiong Wei, Jonathan" userId="ac2b658e-7ce1-44bb-9f9f-bf4198ceaa29" providerId="ADAL" clId="{6C282E92-EA1A-4261-A0DD-A69D2E5D9487}" dt="2024-06-14T05:18:36.924" v="2622" actId="20577"/>
          <ac:spMkLst>
            <pc:docMk/>
            <pc:sldMk cId="2907007554" sldId="398"/>
            <ac:spMk id="38914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6C282E92-EA1A-4261-A0DD-A69D2E5D9487}" dt="2024-06-14T05:20:53.982" v="2655"/>
        <pc:sldMkLst>
          <pc:docMk/>
          <pc:sldMk cId="4214610528" sldId="399"/>
        </pc:sldMkLst>
        <pc:spChg chg="add mod">
          <ac:chgData name="Yeo Xiong Wei, Jonathan" userId="ac2b658e-7ce1-44bb-9f9f-bf4198ceaa29" providerId="ADAL" clId="{6C282E92-EA1A-4261-A0DD-A69D2E5D9487}" dt="2024-06-14T05:19:34.935" v="2637" actId="20577"/>
          <ac:spMkLst>
            <pc:docMk/>
            <pc:sldMk cId="4214610528" sldId="399"/>
            <ac:spMk id="40" creationId="{785861F0-FB1E-E3EA-FCA0-9871CCDAB60B}"/>
          </ac:spMkLst>
        </pc:spChg>
        <pc:spChg chg="add mod">
          <ac:chgData name="Yeo Xiong Wei, Jonathan" userId="ac2b658e-7ce1-44bb-9f9f-bf4198ceaa29" providerId="ADAL" clId="{6C282E92-EA1A-4261-A0DD-A69D2E5D9487}" dt="2024-06-14T05:19:38.871" v="2639" actId="20577"/>
          <ac:spMkLst>
            <pc:docMk/>
            <pc:sldMk cId="4214610528" sldId="399"/>
            <ac:spMk id="41" creationId="{2028B7C0-04B1-6428-8954-96262CC32854}"/>
          </ac:spMkLst>
        </pc:spChg>
        <pc:spChg chg="mod">
          <ac:chgData name="Yeo Xiong Wei, Jonathan" userId="ac2b658e-7ce1-44bb-9f9f-bf4198ceaa29" providerId="ADAL" clId="{6C282E92-EA1A-4261-A0DD-A69D2E5D9487}" dt="2024-06-14T05:19:51.151" v="2642" actId="113"/>
          <ac:spMkLst>
            <pc:docMk/>
            <pc:sldMk cId="4214610528" sldId="399"/>
            <ac:spMk id="38914" creationId="{00000000-0000-0000-0000-000000000000}"/>
          </ac:spMkLst>
        </pc:spChg>
        <pc:picChg chg="add mod">
          <ac:chgData name="Yeo Xiong Wei, Jonathan" userId="ac2b658e-7ce1-44bb-9f9f-bf4198ceaa29" providerId="ADAL" clId="{6C282E92-EA1A-4261-A0DD-A69D2E5D9487}" dt="2024-06-14T05:20:36.309" v="2651" actId="1076"/>
          <ac:picMkLst>
            <pc:docMk/>
            <pc:sldMk cId="4214610528" sldId="399"/>
            <ac:picMk id="43" creationId="{574F90B8-BEAB-E186-81E2-D5001AE320CC}"/>
          </ac:picMkLst>
        </pc:picChg>
      </pc:sldChg>
      <pc:sldChg chg="addSp modSp mod modAnim">
        <pc:chgData name="Yeo Xiong Wei, Jonathan" userId="ac2b658e-7ce1-44bb-9f9f-bf4198ceaa29" providerId="ADAL" clId="{6C282E92-EA1A-4261-A0DD-A69D2E5D9487}" dt="2024-06-14T05:11:25.469" v="2383" actId="20577"/>
        <pc:sldMkLst>
          <pc:docMk/>
          <pc:sldMk cId="2258427830" sldId="400"/>
        </pc:sldMkLst>
        <pc:spChg chg="add mod">
          <ac:chgData name="Yeo Xiong Wei, Jonathan" userId="ac2b658e-7ce1-44bb-9f9f-bf4198ceaa29" providerId="ADAL" clId="{6C282E92-EA1A-4261-A0DD-A69D2E5D9487}" dt="2024-06-14T04:59:38.779" v="1658" actId="207"/>
          <ac:spMkLst>
            <pc:docMk/>
            <pc:sldMk cId="2258427830" sldId="400"/>
            <ac:spMk id="7" creationId="{43C52877-5DB2-3533-6F62-ACC9DCAE6B36}"/>
          </ac:spMkLst>
        </pc:spChg>
        <pc:spChg chg="add mod">
          <ac:chgData name="Yeo Xiong Wei, Jonathan" userId="ac2b658e-7ce1-44bb-9f9f-bf4198ceaa29" providerId="ADAL" clId="{6C282E92-EA1A-4261-A0DD-A69D2E5D9487}" dt="2024-06-14T04:59:41.361" v="1659" actId="207"/>
          <ac:spMkLst>
            <pc:docMk/>
            <pc:sldMk cId="2258427830" sldId="400"/>
            <ac:spMk id="9" creationId="{D45F54E4-D688-AA18-06B5-1554480F251D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28" creationId="{6F3A3907-FA9C-EC18-F490-A088EA02B001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32" creationId="{BCC0664B-A1E5-0E8C-6C65-A734B7CB7535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33" creationId="{23D077EE-7BCE-BEEC-610C-3FA8FE689FDA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34" creationId="{06D0B072-D32E-8E86-2287-74045C1DB10A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35" creationId="{2B32377D-F4F4-86C7-5A48-A4C31092FF5A}"/>
          </ac:spMkLst>
        </pc:spChg>
        <pc:spChg chg="mod">
          <ac:chgData name="Yeo Xiong Wei, Jonathan" userId="ac2b658e-7ce1-44bb-9f9f-bf4198ceaa29" providerId="ADAL" clId="{6C282E92-EA1A-4261-A0DD-A69D2E5D9487}" dt="2024-06-14T05:06:44.819" v="2047" actId="6549"/>
          <ac:spMkLst>
            <pc:docMk/>
            <pc:sldMk cId="2258427830" sldId="400"/>
            <ac:spMk id="41" creationId="{069DD2C6-D57E-012A-D43D-9051DD9DFC5A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42" creationId="{FF25CEDE-097B-4430-63DB-047D2312EBD5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43" creationId="{C65A6C48-3625-A33B-1FDA-894350E4E9A2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46" creationId="{311D6B32-82CC-A3BF-4A1F-CBD479A1A0BB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47" creationId="{DE34E8EE-B81D-8637-C90A-C86FE163DC4A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48" creationId="{B629A12E-301D-E904-F572-C7339F76A85C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49" creationId="{96E5BDA6-EA52-2A1D-804C-581B57D29783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50" creationId="{B3921FD3-B41C-5C0A-71DC-DBC91AAA3741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51" creationId="{4D7FF3E3-70DB-123E-7457-BCE5DAD28778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52" creationId="{AA805BE6-6C57-E96E-F862-180ED4C299EE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53" creationId="{2C9FF396-B7D7-9C21-A5F0-D54BBCFE916C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54" creationId="{38E87B1A-77F1-4BF4-7DF4-4BD0E493F1A5}"/>
          </ac:spMkLst>
        </pc:spChg>
        <pc:spChg chg="mod">
          <ac:chgData name="Yeo Xiong Wei, Jonathan" userId="ac2b658e-7ce1-44bb-9f9f-bf4198ceaa29" providerId="ADAL" clId="{6C282E92-EA1A-4261-A0DD-A69D2E5D9487}" dt="2024-06-14T05:06:26.371" v="2041" actId="20577"/>
          <ac:spMkLst>
            <pc:docMk/>
            <pc:sldMk cId="2258427830" sldId="400"/>
            <ac:spMk id="55" creationId="{0FE734AB-AC72-9A97-D87B-0C16C216C4DA}"/>
          </ac:spMkLst>
        </pc:spChg>
        <pc:spChg chg="mod">
          <ac:chgData name="Yeo Xiong Wei, Jonathan" userId="ac2b658e-7ce1-44bb-9f9f-bf4198ceaa29" providerId="ADAL" clId="{6C282E92-EA1A-4261-A0DD-A69D2E5D9487}" dt="2024-06-14T05:11:25.469" v="2383" actId="20577"/>
          <ac:spMkLst>
            <pc:docMk/>
            <pc:sldMk cId="2258427830" sldId="400"/>
            <ac:spMk id="38914" creationId="{00000000-0000-0000-0000-000000000000}"/>
          </ac:spMkLst>
        </pc:spChg>
        <pc:grpChg chg="mod">
          <ac:chgData name="Yeo Xiong Wei, Jonathan" userId="ac2b658e-7ce1-44bb-9f9f-bf4198ceaa29" providerId="ADAL" clId="{6C282E92-EA1A-4261-A0DD-A69D2E5D9487}" dt="2024-06-14T05:06:26.371" v="2041" actId="20577"/>
          <ac:grpSpMkLst>
            <pc:docMk/>
            <pc:sldMk cId="2258427830" sldId="400"/>
            <ac:grpSpMk id="21" creationId="{F12D80CB-D0D8-3C4D-46CF-5BE2E252E8A9}"/>
          </ac:grpSpMkLst>
        </pc:grpChg>
        <pc:grpChg chg="mod">
          <ac:chgData name="Yeo Xiong Wei, Jonathan" userId="ac2b658e-7ce1-44bb-9f9f-bf4198ceaa29" providerId="ADAL" clId="{6C282E92-EA1A-4261-A0DD-A69D2E5D9487}" dt="2024-06-14T05:06:26.371" v="2041" actId="20577"/>
          <ac:grpSpMkLst>
            <pc:docMk/>
            <pc:sldMk cId="2258427830" sldId="400"/>
            <ac:grpSpMk id="27" creationId="{9E07E927-13A7-FF76-2279-DC6CD18C62E5}"/>
          </ac:grpSpMkLst>
        </pc:grpChg>
        <pc:grpChg chg="mod">
          <ac:chgData name="Yeo Xiong Wei, Jonathan" userId="ac2b658e-7ce1-44bb-9f9f-bf4198ceaa29" providerId="ADAL" clId="{6C282E92-EA1A-4261-A0DD-A69D2E5D9487}" dt="2024-06-14T05:06:26.371" v="2041" actId="20577"/>
          <ac:grpSpMkLst>
            <pc:docMk/>
            <pc:sldMk cId="2258427830" sldId="400"/>
            <ac:grpSpMk id="30" creationId="{3B170AD5-9422-8254-0251-45883FC5043B}"/>
          </ac:grpSpMkLst>
        </pc:grpChg>
        <pc:grpChg chg="mod">
          <ac:chgData name="Yeo Xiong Wei, Jonathan" userId="ac2b658e-7ce1-44bb-9f9f-bf4198ceaa29" providerId="ADAL" clId="{6C282E92-EA1A-4261-A0DD-A69D2E5D9487}" dt="2024-06-14T05:06:26.371" v="2041" actId="20577"/>
          <ac:grpSpMkLst>
            <pc:docMk/>
            <pc:sldMk cId="2258427830" sldId="400"/>
            <ac:grpSpMk id="38" creationId="{CB510712-E612-F6D1-E42F-66B871D7A017}"/>
          </ac:grpSpMkLst>
        </pc:grp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6" creationId="{18E8BC6D-7F01-7A2C-82D7-6F23CBC8367D}"/>
          </ac:cxnSpMkLst>
        </pc:cxn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8" creationId="{B19D7B6F-10C5-88B8-0F98-745CF72A89CF}"/>
          </ac:cxnSpMkLst>
        </pc:cxn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13" creationId="{3F8D86AD-EA0B-B62F-296A-38D80DC7C851}"/>
          </ac:cxnSpMkLst>
        </pc:cxn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16" creationId="{1665C44F-589B-2BB6-7497-C20E583377EC}"/>
          </ac:cxnSpMkLst>
        </pc:cxn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18" creationId="{BF23166B-0AFE-0597-4B16-889D6B25BA52}"/>
          </ac:cxnSpMkLst>
        </pc:cxn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19" creationId="{89134DBA-6BDE-F807-7AE8-7C4FEB97252D}"/>
          </ac:cxnSpMkLst>
        </pc:cxn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23" creationId="{BEA854FA-7EF2-35B9-C3FB-43C36702E78F}"/>
          </ac:cxnSpMkLst>
        </pc:cxnChg>
        <pc:cxnChg chg="mod">
          <ac:chgData name="Yeo Xiong Wei, Jonathan" userId="ac2b658e-7ce1-44bb-9f9f-bf4198ceaa29" providerId="ADAL" clId="{6C282E92-EA1A-4261-A0DD-A69D2E5D9487}" dt="2024-06-14T05:06:26.371" v="2041" actId="20577"/>
          <ac:cxnSpMkLst>
            <pc:docMk/>
            <pc:sldMk cId="2258427830" sldId="400"/>
            <ac:cxnSpMk id="26" creationId="{676B7ABE-AB55-41A4-117B-3D36806402C6}"/>
          </ac:cxnSpMkLst>
        </pc:cxnChg>
      </pc:sldChg>
      <pc:sldChg chg="modSp mod">
        <pc:chgData name="Yeo Xiong Wei, Jonathan" userId="ac2b658e-7ce1-44bb-9f9f-bf4198ceaa29" providerId="ADAL" clId="{6C282E92-EA1A-4261-A0DD-A69D2E5D9487}" dt="2024-05-02T09:09:15.872" v="1001" actId="1076"/>
        <pc:sldMkLst>
          <pc:docMk/>
          <pc:sldMk cId="2477398671" sldId="401"/>
        </pc:sldMkLst>
        <pc:spChg chg="mod">
          <ac:chgData name="Yeo Xiong Wei, Jonathan" userId="ac2b658e-7ce1-44bb-9f9f-bf4198ceaa29" providerId="ADAL" clId="{6C282E92-EA1A-4261-A0DD-A69D2E5D9487}" dt="2024-05-02T09:09:15.872" v="1001" actId="1076"/>
          <ac:spMkLst>
            <pc:docMk/>
            <pc:sldMk cId="2477398671" sldId="401"/>
            <ac:spMk id="39938" creationId="{00000000-0000-0000-0000-000000000000}"/>
          </ac:spMkLst>
        </pc:spChg>
      </pc:sldChg>
      <pc:sldChg chg="modSp modAnim">
        <pc:chgData name="Yeo Xiong Wei, Jonathan" userId="ac2b658e-7ce1-44bb-9f9f-bf4198ceaa29" providerId="ADAL" clId="{6C282E92-EA1A-4261-A0DD-A69D2E5D9487}" dt="2024-07-02T15:55:34.156" v="5419" actId="20577"/>
        <pc:sldMkLst>
          <pc:docMk/>
          <pc:sldMk cId="2271559985" sldId="402"/>
        </pc:sldMkLst>
        <pc:spChg chg="mod">
          <ac:chgData name="Yeo Xiong Wei, Jonathan" userId="ac2b658e-7ce1-44bb-9f9f-bf4198ceaa29" providerId="ADAL" clId="{6C282E92-EA1A-4261-A0DD-A69D2E5D9487}" dt="2024-07-02T15:55:34.156" v="5419" actId="20577"/>
          <ac:spMkLst>
            <pc:docMk/>
            <pc:sldMk cId="2271559985" sldId="402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6C282E92-EA1A-4261-A0DD-A69D2E5D9487}" dt="2024-06-14T05:34:05.206" v="2863" actId="114"/>
        <pc:sldMkLst>
          <pc:docMk/>
          <pc:sldMk cId="2757075619" sldId="403"/>
        </pc:sldMkLst>
        <pc:spChg chg="mod">
          <ac:chgData name="Yeo Xiong Wei, Jonathan" userId="ac2b658e-7ce1-44bb-9f9f-bf4198ceaa29" providerId="ADAL" clId="{6C282E92-EA1A-4261-A0DD-A69D2E5D9487}" dt="2024-06-14T05:34:05.206" v="2863" actId="114"/>
          <ac:spMkLst>
            <pc:docMk/>
            <pc:sldMk cId="2757075619" sldId="403"/>
            <ac:spMk id="66562" creationId="{00000000-0000-0000-0000-000000000000}"/>
          </ac:spMkLst>
        </pc:spChg>
      </pc:sldChg>
      <pc:sldChg chg="modSp">
        <pc:chgData name="Yeo Xiong Wei, Jonathan" userId="ac2b658e-7ce1-44bb-9f9f-bf4198ceaa29" providerId="ADAL" clId="{6C282E92-EA1A-4261-A0DD-A69D2E5D9487}" dt="2024-06-14T05:30:38.436" v="2829" actId="20577"/>
        <pc:sldMkLst>
          <pc:docMk/>
          <pc:sldMk cId="268294307" sldId="409"/>
        </pc:sldMkLst>
        <pc:spChg chg="mod">
          <ac:chgData name="Yeo Xiong Wei, Jonathan" userId="ac2b658e-7ce1-44bb-9f9f-bf4198ceaa29" providerId="ADAL" clId="{6C282E92-EA1A-4261-A0DD-A69D2E5D9487}" dt="2024-06-14T05:30:38.436" v="2829" actId="20577"/>
          <ac:spMkLst>
            <pc:docMk/>
            <pc:sldMk cId="268294307" sldId="409"/>
            <ac:spMk id="66562" creationId="{00000000-0000-0000-0000-000000000000}"/>
          </ac:spMkLst>
        </pc:spChg>
      </pc:sldChg>
      <pc:sldChg chg="modSp">
        <pc:chgData name="Yeo Xiong Wei, Jonathan" userId="ac2b658e-7ce1-44bb-9f9f-bf4198ceaa29" providerId="ADAL" clId="{6C282E92-EA1A-4261-A0DD-A69D2E5D9487}" dt="2024-06-14T05:30:32.388" v="2827" actId="20577"/>
        <pc:sldMkLst>
          <pc:docMk/>
          <pc:sldMk cId="197733004" sldId="410"/>
        </pc:sldMkLst>
        <pc:spChg chg="mod">
          <ac:chgData name="Yeo Xiong Wei, Jonathan" userId="ac2b658e-7ce1-44bb-9f9f-bf4198ceaa29" providerId="ADAL" clId="{6C282E92-EA1A-4261-A0DD-A69D2E5D9487}" dt="2024-06-14T05:30:32.388" v="2827" actId="20577"/>
          <ac:spMkLst>
            <pc:docMk/>
            <pc:sldMk cId="197733004" sldId="410"/>
            <ac:spMk id="66562" creationId="{00000000-0000-0000-0000-000000000000}"/>
          </ac:spMkLst>
        </pc:spChg>
      </pc:sldChg>
      <pc:sldChg chg="modSp mod ord">
        <pc:chgData name="Yeo Xiong Wei, Jonathan" userId="ac2b658e-7ce1-44bb-9f9f-bf4198ceaa29" providerId="ADAL" clId="{6C282E92-EA1A-4261-A0DD-A69D2E5D9487}" dt="2024-06-14T05:40:15.666" v="2932" actId="20577"/>
        <pc:sldMkLst>
          <pc:docMk/>
          <pc:sldMk cId="2836223909" sldId="413"/>
        </pc:sldMkLst>
        <pc:spChg chg="mod">
          <ac:chgData name="Yeo Xiong Wei, Jonathan" userId="ac2b658e-7ce1-44bb-9f9f-bf4198ceaa29" providerId="ADAL" clId="{6C282E92-EA1A-4261-A0DD-A69D2E5D9487}" dt="2024-06-14T05:40:15.666" v="2932" actId="20577"/>
          <ac:spMkLst>
            <pc:docMk/>
            <pc:sldMk cId="2836223909" sldId="413"/>
            <ac:spMk id="2" creationId="{E19ABC91-B477-4D87-98FF-6BD62F1458B7}"/>
          </ac:spMkLst>
        </pc:spChg>
      </pc:sldChg>
      <pc:sldChg chg="addSp modSp mod">
        <pc:chgData name="Yeo Xiong Wei, Jonathan" userId="ac2b658e-7ce1-44bb-9f9f-bf4198ceaa29" providerId="ADAL" clId="{6C282E92-EA1A-4261-A0DD-A69D2E5D9487}" dt="2024-06-14T05:34:46.811" v="2871" actId="1076"/>
        <pc:sldMkLst>
          <pc:docMk/>
          <pc:sldMk cId="50444769" sldId="421"/>
        </pc:sldMkLst>
        <pc:spChg chg="mod">
          <ac:chgData name="Yeo Xiong Wei, Jonathan" userId="ac2b658e-7ce1-44bb-9f9f-bf4198ceaa29" providerId="ADAL" clId="{6C282E92-EA1A-4261-A0DD-A69D2E5D9487}" dt="2024-05-02T09:10:18.754" v="1004" actId="20577"/>
          <ac:spMkLst>
            <pc:docMk/>
            <pc:sldMk cId="50444769" sldId="421"/>
            <ac:spMk id="2" creationId="{CA541D89-E7E1-4660-C6B1-48085A81406D}"/>
          </ac:spMkLst>
        </pc:spChg>
        <pc:spChg chg="mod">
          <ac:chgData name="Yeo Xiong Wei, Jonathan" userId="ac2b658e-7ce1-44bb-9f9f-bf4198ceaa29" providerId="ADAL" clId="{6C282E92-EA1A-4261-A0DD-A69D2E5D9487}" dt="2024-05-02T09:11:02.637" v="1011" actId="1076"/>
          <ac:spMkLst>
            <pc:docMk/>
            <pc:sldMk cId="50444769" sldId="421"/>
            <ac:spMk id="3" creationId="{078425C9-D5F9-6507-07E0-EF6063FDE9DE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5" creationId="{A84216D5-1E78-ECBD-985C-C0D11ED93DD5}"/>
          </ac:spMkLst>
        </pc:spChg>
        <pc:spChg chg="mod">
          <ac:chgData name="Yeo Xiong Wei, Jonathan" userId="ac2b658e-7ce1-44bb-9f9f-bf4198ceaa29" providerId="ADAL" clId="{6C282E92-EA1A-4261-A0DD-A69D2E5D9487}" dt="2024-06-14T05:34:35.538" v="2865" actId="1076"/>
          <ac:spMkLst>
            <pc:docMk/>
            <pc:sldMk cId="50444769" sldId="421"/>
            <ac:spMk id="6" creationId="{30FF8556-868D-A687-3113-04E906B0521B}"/>
          </ac:spMkLst>
        </pc:spChg>
        <pc:spChg chg="mod">
          <ac:chgData name="Yeo Xiong Wei, Jonathan" userId="ac2b658e-7ce1-44bb-9f9f-bf4198ceaa29" providerId="ADAL" clId="{6C282E92-EA1A-4261-A0DD-A69D2E5D9487}" dt="2024-06-14T05:34:46.811" v="2871" actId="1076"/>
          <ac:spMkLst>
            <pc:docMk/>
            <pc:sldMk cId="50444769" sldId="421"/>
            <ac:spMk id="7" creationId="{FB374541-95D1-BA66-7F18-8DDF7B258D55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8" creationId="{26678197-AF03-C39A-3A53-2371671A5968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9" creationId="{4C352571-601A-A6C4-7A36-767A5CBF65DC}"/>
          </ac:spMkLst>
        </pc:spChg>
        <pc:spChg chg="add mod ord">
          <ac:chgData name="Yeo Xiong Wei, Jonathan" userId="ac2b658e-7ce1-44bb-9f9f-bf4198ceaa29" providerId="ADAL" clId="{6C282E92-EA1A-4261-A0DD-A69D2E5D9487}" dt="2024-06-14T05:34:42.289" v="2870" actId="1076"/>
          <ac:spMkLst>
            <pc:docMk/>
            <pc:sldMk cId="50444769" sldId="421"/>
            <ac:spMk id="10" creationId="{42398AA0-8FA3-72F9-543F-BEEDBC1C2F13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1" creationId="{62CE6BAD-7D58-8D70-6CC3-1880EBF43A9E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2" creationId="{8B2F8DBD-FB1E-3808-BA1A-01CF52FDF114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3" creationId="{EB5E0748-F5A0-3DC4-3862-00F31362796B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4" creationId="{F49418AB-46AD-4004-2EAE-E60FAA7FC19E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5" creationId="{22A2C288-B8E7-1352-3E80-5EFC17C38746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6" creationId="{ECEC6289-1CF8-106C-E81C-2CF1631C82D3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7" creationId="{B4E614BB-00E2-1A83-42C6-588A4827FE5C}"/>
          </ac:spMkLst>
        </pc:spChg>
        <pc:spChg chg="mod">
          <ac:chgData name="Yeo Xiong Wei, Jonathan" userId="ac2b658e-7ce1-44bb-9f9f-bf4198ceaa29" providerId="ADAL" clId="{6C282E92-EA1A-4261-A0DD-A69D2E5D9487}" dt="2024-05-02T09:11:11.075" v="1012" actId="1076"/>
          <ac:spMkLst>
            <pc:docMk/>
            <pc:sldMk cId="50444769" sldId="421"/>
            <ac:spMk id="18" creationId="{B0D39FC1-FF19-1EF9-63E2-720585E52792}"/>
          </ac:spMkLst>
        </pc:spChg>
        <pc:cxnChg chg="mod">
          <ac:chgData name="Yeo Xiong Wei, Jonathan" userId="ac2b658e-7ce1-44bb-9f9f-bf4198ceaa29" providerId="ADAL" clId="{6C282E92-EA1A-4261-A0DD-A69D2E5D9487}" dt="2024-05-02T09:11:11.075" v="1012" actId="1076"/>
          <ac:cxnSpMkLst>
            <pc:docMk/>
            <pc:sldMk cId="50444769" sldId="421"/>
            <ac:cxnSpMk id="19" creationId="{D03C1C36-B953-B442-3C04-2E9BB72329DA}"/>
          </ac:cxnSpMkLst>
        </pc:cxnChg>
        <pc:cxnChg chg="mod">
          <ac:chgData name="Yeo Xiong Wei, Jonathan" userId="ac2b658e-7ce1-44bb-9f9f-bf4198ceaa29" providerId="ADAL" clId="{6C282E92-EA1A-4261-A0DD-A69D2E5D9487}" dt="2024-05-02T09:11:11.075" v="1012" actId="1076"/>
          <ac:cxnSpMkLst>
            <pc:docMk/>
            <pc:sldMk cId="50444769" sldId="421"/>
            <ac:cxnSpMk id="20" creationId="{132B01A7-B541-A1BF-FC40-82F2FC320B5A}"/>
          </ac:cxnSpMkLst>
        </pc:cxnChg>
      </pc:sldChg>
      <pc:sldChg chg="addSp modSp mod">
        <pc:chgData name="Yeo Xiong Wei, Jonathan" userId="ac2b658e-7ce1-44bb-9f9f-bf4198ceaa29" providerId="ADAL" clId="{6C282E92-EA1A-4261-A0DD-A69D2E5D9487}" dt="2024-06-14T05:36:34.216" v="2906" actId="115"/>
        <pc:sldMkLst>
          <pc:docMk/>
          <pc:sldMk cId="2193460568" sldId="422"/>
        </pc:sldMkLst>
        <pc:spChg chg="mod">
          <ac:chgData name="Yeo Xiong Wei, Jonathan" userId="ac2b658e-7ce1-44bb-9f9f-bf4198ceaa29" providerId="ADAL" clId="{6C282E92-EA1A-4261-A0DD-A69D2E5D9487}" dt="2024-05-02T09:10:22.826" v="1007" actId="20577"/>
          <ac:spMkLst>
            <pc:docMk/>
            <pc:sldMk cId="2193460568" sldId="422"/>
            <ac:spMk id="2" creationId="{CA541D89-E7E1-4660-C6B1-48085A81406D}"/>
          </ac:spMkLst>
        </pc:spChg>
        <pc:spChg chg="mod">
          <ac:chgData name="Yeo Xiong Wei, Jonathan" userId="ac2b658e-7ce1-44bb-9f9f-bf4198ceaa29" providerId="ADAL" clId="{6C282E92-EA1A-4261-A0DD-A69D2E5D9487}" dt="2024-05-02T09:10:47.470" v="1008"/>
          <ac:spMkLst>
            <pc:docMk/>
            <pc:sldMk cId="2193460568" sldId="422"/>
            <ac:spMk id="3" creationId="{078425C9-D5F9-6507-07E0-EF6063FDE9DE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5" creationId="{A84216D5-1E78-ECBD-985C-C0D11ED93DD5}"/>
          </ac:spMkLst>
        </pc:spChg>
        <pc:spChg chg="mod">
          <ac:chgData name="Yeo Xiong Wei, Jonathan" userId="ac2b658e-7ce1-44bb-9f9f-bf4198ceaa29" providerId="ADAL" clId="{6C282E92-EA1A-4261-A0DD-A69D2E5D9487}" dt="2024-06-14T05:34:58.484" v="2873" actId="1076"/>
          <ac:spMkLst>
            <pc:docMk/>
            <pc:sldMk cId="2193460568" sldId="422"/>
            <ac:spMk id="6" creationId="{30FF8556-868D-A687-3113-04E906B0521B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7" creationId="{FB374541-95D1-BA66-7F18-8DDF7B258D55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8" creationId="{26678197-AF03-C39A-3A53-2371671A5968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9" creationId="{4C352571-601A-A6C4-7A36-767A5CBF65DC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10" creationId="{A8E46521-12C4-FB40-E6BE-0472C49A3E08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11" creationId="{62CE6BAD-7D58-8D70-6CC3-1880EBF43A9E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12" creationId="{8B2F8DBD-FB1E-3808-BA1A-01CF52FDF114}"/>
          </ac:spMkLst>
        </pc:spChg>
        <pc:spChg chg="add mod ord">
          <ac:chgData name="Yeo Xiong Wei, Jonathan" userId="ac2b658e-7ce1-44bb-9f9f-bf4198ceaa29" providerId="ADAL" clId="{6C282E92-EA1A-4261-A0DD-A69D2E5D9487}" dt="2024-05-02T09:11:47.238" v="1020" actId="14100"/>
          <ac:spMkLst>
            <pc:docMk/>
            <pc:sldMk cId="2193460568" sldId="422"/>
            <ac:spMk id="13" creationId="{177ABD44-9D4A-E7D5-7EFE-67A3BC56DC4B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17" creationId="{437054D7-C99C-827F-35DB-FBF8A02727A2}"/>
          </ac:spMkLst>
        </pc:spChg>
        <pc:spChg chg="mod">
          <ac:chgData name="Yeo Xiong Wei, Jonathan" userId="ac2b658e-7ce1-44bb-9f9f-bf4198ceaa29" providerId="ADAL" clId="{6C282E92-EA1A-4261-A0DD-A69D2E5D9487}" dt="2024-06-14T05:36:34.216" v="2906" actId="115"/>
          <ac:spMkLst>
            <pc:docMk/>
            <pc:sldMk cId="2193460568" sldId="422"/>
            <ac:spMk id="18" creationId="{321AE1DE-1B51-19A6-4882-9A2CB32EAC8D}"/>
          </ac:spMkLst>
        </pc:spChg>
        <pc:spChg chg="mod">
          <ac:chgData name="Yeo Xiong Wei, Jonathan" userId="ac2b658e-7ce1-44bb-9f9f-bf4198ceaa29" providerId="ADAL" clId="{6C282E92-EA1A-4261-A0DD-A69D2E5D9487}" dt="2024-05-02T09:10:58.421" v="1009" actId="1076"/>
          <ac:spMkLst>
            <pc:docMk/>
            <pc:sldMk cId="2193460568" sldId="422"/>
            <ac:spMk id="21" creationId="{3529797C-635B-E14E-1B04-414DC562AF79}"/>
          </ac:spMkLst>
        </pc:spChg>
        <pc:cxnChg chg="mod">
          <ac:chgData name="Yeo Xiong Wei, Jonathan" userId="ac2b658e-7ce1-44bb-9f9f-bf4198ceaa29" providerId="ADAL" clId="{6C282E92-EA1A-4261-A0DD-A69D2E5D9487}" dt="2024-05-02T09:10:58.421" v="1009" actId="1076"/>
          <ac:cxnSpMkLst>
            <pc:docMk/>
            <pc:sldMk cId="2193460568" sldId="422"/>
            <ac:cxnSpMk id="20" creationId="{05D8FD11-1245-CBD4-CA87-5F33EB61B06B}"/>
          </ac:cxnSpMkLst>
        </pc:cxnChg>
        <pc:cxnChg chg="mod">
          <ac:chgData name="Yeo Xiong Wei, Jonathan" userId="ac2b658e-7ce1-44bb-9f9f-bf4198ceaa29" providerId="ADAL" clId="{6C282E92-EA1A-4261-A0DD-A69D2E5D9487}" dt="2024-05-02T09:10:58.421" v="1009" actId="1076"/>
          <ac:cxnSpMkLst>
            <pc:docMk/>
            <pc:sldMk cId="2193460568" sldId="422"/>
            <ac:cxnSpMk id="22" creationId="{CA73B676-F41E-67A2-BA93-276CADCD49D7}"/>
          </ac:cxnSpMkLst>
        </pc:cxnChg>
      </pc:sldChg>
      <pc:sldChg chg="addSp modSp mod">
        <pc:chgData name="Yeo Xiong Wei, Jonathan" userId="ac2b658e-7ce1-44bb-9f9f-bf4198ceaa29" providerId="ADAL" clId="{6C282E92-EA1A-4261-A0DD-A69D2E5D9487}" dt="2024-05-02T09:12:14.237" v="1023" actId="14100"/>
        <pc:sldMkLst>
          <pc:docMk/>
          <pc:sldMk cId="1502253194" sldId="423"/>
        </pc:sldMkLst>
        <pc:spChg chg="add mod ord">
          <ac:chgData name="Yeo Xiong Wei, Jonathan" userId="ac2b658e-7ce1-44bb-9f9f-bf4198ceaa29" providerId="ADAL" clId="{6C282E92-EA1A-4261-A0DD-A69D2E5D9487}" dt="2024-05-02T09:12:14.237" v="1023" actId="14100"/>
          <ac:spMkLst>
            <pc:docMk/>
            <pc:sldMk cId="1502253194" sldId="423"/>
            <ac:spMk id="5" creationId="{4B8B1542-A55B-6AA3-A0F9-4A27B4E76824}"/>
          </ac:spMkLst>
        </pc:spChg>
      </pc:sldChg>
      <pc:sldChg chg="modSp add mod modAnim modNotesTx">
        <pc:chgData name="Yeo Xiong Wei, Jonathan" userId="ac2b658e-7ce1-44bb-9f9f-bf4198ceaa29" providerId="ADAL" clId="{6C282E92-EA1A-4261-A0DD-A69D2E5D9487}" dt="2024-05-02T09:15:07.827" v="1473" actId="20577"/>
        <pc:sldMkLst>
          <pc:docMk/>
          <pc:sldMk cId="1055432526" sldId="424"/>
        </pc:sldMkLst>
        <pc:spChg chg="mod">
          <ac:chgData name="Yeo Xiong Wei, Jonathan" userId="ac2b658e-7ce1-44bb-9f9f-bf4198ceaa29" providerId="ADAL" clId="{6C282E92-EA1A-4261-A0DD-A69D2E5D9487}" dt="2024-05-02T08:57:03.100" v="161" actId="20577"/>
          <ac:spMkLst>
            <pc:docMk/>
            <pc:sldMk cId="1055432526" sldId="424"/>
            <ac:spMk id="25601" creationId="{00000000-0000-0000-0000-000000000000}"/>
          </ac:spMkLst>
        </pc:spChg>
        <pc:spChg chg="mod">
          <ac:chgData name="Yeo Xiong Wei, Jonathan" userId="ac2b658e-7ce1-44bb-9f9f-bf4198ceaa29" providerId="ADAL" clId="{6C282E92-EA1A-4261-A0DD-A69D2E5D9487}" dt="2024-05-02T09:13:25.746" v="1024" actId="20577"/>
          <ac:spMkLst>
            <pc:docMk/>
            <pc:sldMk cId="1055432526" sldId="424"/>
            <ac:spMk id="25602" creationId="{00000000-0000-0000-0000-000000000000}"/>
          </ac:spMkLst>
        </pc:spChg>
      </pc:sldChg>
      <pc:sldChg chg="addSp delSp modSp add mod delAnim">
        <pc:chgData name="Yeo Xiong Wei, Jonathan" userId="ac2b658e-7ce1-44bb-9f9f-bf4198ceaa29" providerId="ADAL" clId="{6C282E92-EA1A-4261-A0DD-A69D2E5D9487}" dt="2024-05-02T09:07:21.930" v="996"/>
        <pc:sldMkLst>
          <pc:docMk/>
          <pc:sldMk cId="4209715896" sldId="425"/>
        </pc:sldMkLst>
        <pc:spChg chg="add del mod">
          <ac:chgData name="Yeo Xiong Wei, Jonathan" userId="ac2b658e-7ce1-44bb-9f9f-bf4198ceaa29" providerId="ADAL" clId="{6C282E92-EA1A-4261-A0DD-A69D2E5D9487}" dt="2024-05-02T09:07:20.011" v="995" actId="478"/>
          <ac:spMkLst>
            <pc:docMk/>
            <pc:sldMk cId="4209715896" sldId="425"/>
            <ac:spMk id="4" creationId="{5B2D8C80-E388-86ED-EAAA-4C1BD78C33D3}"/>
          </ac:spMkLst>
        </pc:spChg>
        <pc:spChg chg="add mod">
          <ac:chgData name="Yeo Xiong Wei, Jonathan" userId="ac2b658e-7ce1-44bb-9f9f-bf4198ceaa29" providerId="ADAL" clId="{6C282E92-EA1A-4261-A0DD-A69D2E5D9487}" dt="2024-05-02T09:07:17.958" v="994"/>
          <ac:spMkLst>
            <pc:docMk/>
            <pc:sldMk cId="4209715896" sldId="425"/>
            <ac:spMk id="5" creationId="{210F70CC-077E-5D8D-DCE3-23F9A100C1A7}"/>
          </ac:spMkLst>
        </pc:spChg>
        <pc:spChg chg="mod">
          <ac:chgData name="Yeo Xiong Wei, Jonathan" userId="ac2b658e-7ce1-44bb-9f9f-bf4198ceaa29" providerId="ADAL" clId="{6C282E92-EA1A-4261-A0DD-A69D2E5D9487}" dt="2024-05-02T09:07:12.766" v="992"/>
          <ac:spMkLst>
            <pc:docMk/>
            <pc:sldMk cId="4209715896" sldId="425"/>
            <ac:spMk id="25601" creationId="{00000000-0000-0000-0000-000000000000}"/>
          </ac:spMkLst>
        </pc:spChg>
        <pc:spChg chg="del">
          <ac:chgData name="Yeo Xiong Wei, Jonathan" userId="ac2b658e-7ce1-44bb-9f9f-bf4198ceaa29" providerId="ADAL" clId="{6C282E92-EA1A-4261-A0DD-A69D2E5D9487}" dt="2024-05-02T09:07:17.752" v="993" actId="478"/>
          <ac:spMkLst>
            <pc:docMk/>
            <pc:sldMk cId="4209715896" sldId="425"/>
            <ac:spMk id="25602" creationId="{00000000-0000-0000-0000-000000000000}"/>
          </ac:spMkLst>
        </pc:spChg>
        <pc:picChg chg="add mod">
          <ac:chgData name="Yeo Xiong Wei, Jonathan" userId="ac2b658e-7ce1-44bb-9f9f-bf4198ceaa29" providerId="ADAL" clId="{6C282E92-EA1A-4261-A0DD-A69D2E5D9487}" dt="2024-05-02T09:07:21.930" v="996"/>
          <ac:picMkLst>
            <pc:docMk/>
            <pc:sldMk cId="4209715896" sldId="425"/>
            <ac:picMk id="6" creationId="{315E61E6-4ADD-B0EA-47FF-A1B70AFA4D01}"/>
          </ac:picMkLst>
        </pc:picChg>
      </pc:sldChg>
      <pc:sldChg chg="addSp modSp add mod modAnim">
        <pc:chgData name="Yeo Xiong Wei, Jonathan" userId="ac2b658e-7ce1-44bb-9f9f-bf4198ceaa29" providerId="ADAL" clId="{6C282E92-EA1A-4261-A0DD-A69D2E5D9487}" dt="2024-06-14T05:15:33.664" v="2584"/>
        <pc:sldMkLst>
          <pc:docMk/>
          <pc:sldMk cId="4132056403" sldId="426"/>
        </pc:sldMkLst>
        <pc:spChg chg="add mod">
          <ac:chgData name="Yeo Xiong Wei, Jonathan" userId="ac2b658e-7ce1-44bb-9f9f-bf4198ceaa29" providerId="ADAL" clId="{6C282E92-EA1A-4261-A0DD-A69D2E5D9487}" dt="2024-06-14T05:04:03.200" v="1963"/>
          <ac:spMkLst>
            <pc:docMk/>
            <pc:sldMk cId="4132056403" sldId="426"/>
            <ac:spMk id="7" creationId="{9911F4BC-6123-F1C2-2E4D-2A82ED21285C}"/>
          </ac:spMkLst>
        </pc:spChg>
        <pc:spChg chg="add mod">
          <ac:chgData name="Yeo Xiong Wei, Jonathan" userId="ac2b658e-7ce1-44bb-9f9f-bf4198ceaa29" providerId="ADAL" clId="{6C282E92-EA1A-4261-A0DD-A69D2E5D9487}" dt="2024-06-14T05:04:03.200" v="1963"/>
          <ac:spMkLst>
            <pc:docMk/>
            <pc:sldMk cId="4132056403" sldId="426"/>
            <ac:spMk id="9" creationId="{1F6D1372-8A0D-10B6-DF12-8DD25586EA0C}"/>
          </ac:spMkLst>
        </pc:spChg>
        <pc:spChg chg="mod">
          <ac:chgData name="Yeo Xiong Wei, Jonathan" userId="ac2b658e-7ce1-44bb-9f9f-bf4198ceaa29" providerId="ADAL" clId="{6C282E92-EA1A-4261-A0DD-A69D2E5D9487}" dt="2024-06-14T05:15:30.724" v="2582" actId="6549"/>
          <ac:spMkLst>
            <pc:docMk/>
            <pc:sldMk cId="4132056403" sldId="426"/>
            <ac:spMk id="38914" creationId="{00000000-0000-0000-0000-000000000000}"/>
          </ac:spMkLst>
        </pc:spChg>
      </pc:sldChg>
      <pc:sldChg chg="addSp modSp add mod modAnim modNotesTx">
        <pc:chgData name="Yeo Xiong Wei, Jonathan" userId="ac2b658e-7ce1-44bb-9f9f-bf4198ceaa29" providerId="ADAL" clId="{6C282E92-EA1A-4261-A0DD-A69D2E5D9487}" dt="2024-07-02T16:02:24.146" v="5683" actId="1076"/>
        <pc:sldMkLst>
          <pc:docMk/>
          <pc:sldMk cId="3746193328" sldId="427"/>
        </pc:sldMkLst>
        <pc:spChg chg="add mod">
          <ac:chgData name="Yeo Xiong Wei, Jonathan" userId="ac2b658e-7ce1-44bb-9f9f-bf4198ceaa29" providerId="ADAL" clId="{6C282E92-EA1A-4261-A0DD-A69D2E5D9487}" dt="2024-07-02T16:02:24.146" v="5683" actId="1076"/>
          <ac:spMkLst>
            <pc:docMk/>
            <pc:sldMk cId="3746193328" sldId="427"/>
            <ac:spMk id="2" creationId="{3694BC3E-736E-F16D-30AC-54C271887F6E}"/>
          </ac:spMkLst>
        </pc:spChg>
        <pc:spChg chg="add mod">
          <ac:chgData name="Yeo Xiong Wei, Jonathan" userId="ac2b658e-7ce1-44bb-9f9f-bf4198ceaa29" providerId="ADAL" clId="{6C282E92-EA1A-4261-A0DD-A69D2E5D9487}" dt="2024-07-02T16:02:24.146" v="5683" actId="1076"/>
          <ac:spMkLst>
            <pc:docMk/>
            <pc:sldMk cId="3746193328" sldId="427"/>
            <ac:spMk id="4" creationId="{469E903A-F154-1AC9-C961-287C823E5ACE}"/>
          </ac:spMkLst>
        </pc:spChg>
        <pc:spChg chg="mod">
          <ac:chgData name="Yeo Xiong Wei, Jonathan" userId="ac2b658e-7ce1-44bb-9f9f-bf4198ceaa29" providerId="ADAL" clId="{6C282E92-EA1A-4261-A0DD-A69D2E5D9487}" dt="2024-07-02T15:27:54.401" v="3403" actId="20577"/>
          <ac:spMkLst>
            <pc:docMk/>
            <pc:sldMk cId="3746193328" sldId="427"/>
            <ac:spMk id="65537" creationId="{00000000-0000-0000-0000-000000000000}"/>
          </ac:spMkLst>
        </pc:spChg>
        <pc:spChg chg="mod">
          <ac:chgData name="Yeo Xiong Wei, Jonathan" userId="ac2b658e-7ce1-44bb-9f9f-bf4198ceaa29" providerId="ADAL" clId="{6C282E92-EA1A-4261-A0DD-A69D2E5D9487}" dt="2024-07-02T16:02:24.146" v="5683" actId="1076"/>
          <ac:spMkLst>
            <pc:docMk/>
            <pc:sldMk cId="3746193328" sldId="427"/>
            <ac:spMk id="65538" creationId="{00000000-0000-0000-0000-000000000000}"/>
          </ac:spMkLst>
        </pc:spChg>
      </pc:sldChg>
      <pc:sldMasterChg chg="addSp modSp mod">
        <pc:chgData name="Yeo Xiong Wei, Jonathan" userId="ac2b658e-7ce1-44bb-9f9f-bf4198ceaa29" providerId="ADAL" clId="{6C282E92-EA1A-4261-A0DD-A69D2E5D9487}" dt="2024-05-02T09:06:33.318" v="990" actId="207"/>
        <pc:sldMasterMkLst>
          <pc:docMk/>
          <pc:sldMasterMk cId="684815697" sldId="2147483648"/>
        </pc:sldMasterMkLst>
        <pc:spChg chg="mod">
          <ac:chgData name="Yeo Xiong Wei, Jonathan" userId="ac2b658e-7ce1-44bb-9f9f-bf4198ceaa29" providerId="ADAL" clId="{6C282E92-EA1A-4261-A0DD-A69D2E5D9487}" dt="2024-05-02T09:06:33.318" v="990" actId="207"/>
          <ac:spMkLst>
            <pc:docMk/>
            <pc:sldMasterMk cId="684815697" sldId="2147483648"/>
            <ac:spMk id="6" creationId="{1B2E5782-77A0-47D3-B7C6-38280C2004D4}"/>
          </ac:spMkLst>
        </pc:spChg>
        <pc:spChg chg="add mod ord">
          <ac:chgData name="Yeo Xiong Wei, Jonathan" userId="ac2b658e-7ce1-44bb-9f9f-bf4198ceaa29" providerId="ADAL" clId="{6C282E92-EA1A-4261-A0DD-A69D2E5D9487}" dt="2024-05-02T09:06:27.545" v="988" actId="167"/>
          <ac:spMkLst>
            <pc:docMk/>
            <pc:sldMasterMk cId="684815697" sldId="2147483648"/>
            <ac:spMk id="7" creationId="{CD46949B-1B21-D54A-E5D8-44948D2ED656}"/>
          </ac:spMkLst>
        </pc:spChg>
        <pc:spChg chg="add mod ord">
          <ac:chgData name="Yeo Xiong Wei, Jonathan" userId="ac2b658e-7ce1-44bb-9f9f-bf4198ceaa29" providerId="ADAL" clId="{6C282E92-EA1A-4261-A0DD-A69D2E5D9487}" dt="2024-05-02T09:06:27.545" v="988" actId="167"/>
          <ac:spMkLst>
            <pc:docMk/>
            <pc:sldMasterMk cId="684815697" sldId="2147483648"/>
            <ac:spMk id="8" creationId="{8A0675B8-D6CA-14C2-F408-290F574835B9}"/>
          </ac:spMkLst>
        </pc:spChg>
      </pc:sldMasterChg>
    </pc:docChg>
  </pc:docChgLst>
  <pc:docChgLst>
    <pc:chgData name="Yeo Xiong Wei, Jonathan" userId="ac2b658e-7ce1-44bb-9f9f-bf4198ceaa29" providerId="ADAL" clId="{6C7AEE24-30AE-41F3-A67A-4D23444FD405}"/>
    <pc:docChg chg="undo custSel addSld delSld modSld sldOrd">
      <pc:chgData name="Yeo Xiong Wei, Jonathan" userId="ac2b658e-7ce1-44bb-9f9f-bf4198ceaa29" providerId="ADAL" clId="{6C7AEE24-30AE-41F3-A67A-4D23444FD405}" dt="2024-08-29T04:12:49.342" v="2562" actId="6549"/>
      <pc:docMkLst>
        <pc:docMk/>
      </pc:docMkLst>
      <pc:sldChg chg="addSp modSp mod modAnim">
        <pc:chgData name="Yeo Xiong Wei, Jonathan" userId="ac2b658e-7ce1-44bb-9f9f-bf4198ceaa29" providerId="ADAL" clId="{6C7AEE24-30AE-41F3-A67A-4D23444FD405}" dt="2024-08-29T02:48:22.596" v="355" actId="167"/>
        <pc:sldMkLst>
          <pc:docMk/>
          <pc:sldMk cId="1683943885" sldId="304"/>
        </pc:sldMkLst>
        <pc:spChg chg="add mod">
          <ac:chgData name="Yeo Xiong Wei, Jonathan" userId="ac2b658e-7ce1-44bb-9f9f-bf4198ceaa29" providerId="ADAL" clId="{6C7AEE24-30AE-41F3-A67A-4D23444FD405}" dt="2024-08-29T02:47:00.177" v="336" actId="1076"/>
          <ac:spMkLst>
            <pc:docMk/>
            <pc:sldMk cId="1683943885" sldId="304"/>
            <ac:spMk id="2" creationId="{E42ECDAA-BC7B-E182-FC73-9E660ADB931E}"/>
          </ac:spMkLst>
        </pc:spChg>
        <pc:spChg chg="add mod ord">
          <ac:chgData name="Yeo Xiong Wei, Jonathan" userId="ac2b658e-7ce1-44bb-9f9f-bf4198ceaa29" providerId="ADAL" clId="{6C7AEE24-30AE-41F3-A67A-4D23444FD405}" dt="2024-08-29T02:48:22.596" v="355" actId="167"/>
          <ac:spMkLst>
            <pc:docMk/>
            <pc:sldMk cId="1683943885" sldId="304"/>
            <ac:spMk id="6" creationId="{06E1210C-DC47-5CDC-0B69-3E31C9A5B1F7}"/>
          </ac:spMkLst>
        </pc:spChg>
        <pc:spChg chg="mod">
          <ac:chgData name="Yeo Xiong Wei, Jonathan" userId="ac2b658e-7ce1-44bb-9f9f-bf4198ceaa29" providerId="ADAL" clId="{6C7AEE24-30AE-41F3-A67A-4D23444FD405}" dt="2024-08-29T02:48:16.787" v="353" actId="20577"/>
          <ac:spMkLst>
            <pc:docMk/>
            <pc:sldMk cId="1683943885" sldId="304"/>
            <ac:spMk id="32770" creationId="{00000000-0000-0000-0000-000000000000}"/>
          </ac:spMkLst>
        </pc:spChg>
        <pc:cxnChg chg="add mod">
          <ac:chgData name="Yeo Xiong Wei, Jonathan" userId="ac2b658e-7ce1-44bb-9f9f-bf4198ceaa29" providerId="ADAL" clId="{6C7AEE24-30AE-41F3-A67A-4D23444FD405}" dt="2024-08-29T02:46:42.941" v="332" actId="208"/>
          <ac:cxnSpMkLst>
            <pc:docMk/>
            <pc:sldMk cId="1683943885" sldId="304"/>
            <ac:cxnSpMk id="5" creationId="{FABD4107-8CE6-BAB2-1957-8DE729F8FFC2}"/>
          </ac:cxnSpMkLst>
        </pc:cxnChg>
      </pc:sldChg>
      <pc:sldChg chg="modSp modAnim">
        <pc:chgData name="Yeo Xiong Wei, Jonathan" userId="ac2b658e-7ce1-44bb-9f9f-bf4198ceaa29" providerId="ADAL" clId="{6C7AEE24-30AE-41F3-A67A-4D23444FD405}" dt="2024-08-29T02:51:16.728" v="516" actId="113"/>
        <pc:sldMkLst>
          <pc:docMk/>
          <pc:sldMk cId="1077139813" sldId="307"/>
        </pc:sldMkLst>
        <pc:spChg chg="mod">
          <ac:chgData name="Yeo Xiong Wei, Jonathan" userId="ac2b658e-7ce1-44bb-9f9f-bf4198ceaa29" providerId="ADAL" clId="{6C7AEE24-30AE-41F3-A67A-4D23444FD405}" dt="2024-08-29T02:51:16.728" v="516" actId="113"/>
          <ac:spMkLst>
            <pc:docMk/>
            <pc:sldMk cId="1077139813" sldId="307"/>
            <ac:spMk id="35842" creationId="{00000000-0000-0000-0000-000000000000}"/>
          </ac:spMkLst>
        </pc:spChg>
      </pc:sldChg>
      <pc:sldChg chg="modSp modAnim">
        <pc:chgData name="Yeo Xiong Wei, Jonathan" userId="ac2b658e-7ce1-44bb-9f9f-bf4198ceaa29" providerId="ADAL" clId="{6C7AEE24-30AE-41F3-A67A-4D23444FD405}" dt="2024-08-29T03:07:04.952" v="747" actId="12"/>
        <pc:sldMkLst>
          <pc:docMk/>
          <pc:sldMk cId="1154887215" sldId="311"/>
        </pc:sldMkLst>
        <pc:spChg chg="mod">
          <ac:chgData name="Yeo Xiong Wei, Jonathan" userId="ac2b658e-7ce1-44bb-9f9f-bf4198ceaa29" providerId="ADAL" clId="{6C7AEE24-30AE-41F3-A67A-4D23444FD405}" dt="2024-08-29T03:07:04.952" v="747" actId="12"/>
          <ac:spMkLst>
            <pc:docMk/>
            <pc:sldMk cId="1154887215" sldId="311"/>
            <ac:spMk id="39938" creationId="{00000000-0000-0000-0000-000000000000}"/>
          </ac:spMkLst>
        </pc:spChg>
      </pc:sldChg>
      <pc:sldChg chg="modSp">
        <pc:chgData name="Yeo Xiong Wei, Jonathan" userId="ac2b658e-7ce1-44bb-9f9f-bf4198ceaa29" providerId="ADAL" clId="{6C7AEE24-30AE-41F3-A67A-4D23444FD405}" dt="2024-08-29T03:07:38.259" v="748" actId="20577"/>
        <pc:sldMkLst>
          <pc:docMk/>
          <pc:sldMk cId="542165910" sldId="324"/>
        </pc:sldMkLst>
        <pc:spChg chg="mod">
          <ac:chgData name="Yeo Xiong Wei, Jonathan" userId="ac2b658e-7ce1-44bb-9f9f-bf4198ceaa29" providerId="ADAL" clId="{6C7AEE24-30AE-41F3-A67A-4D23444FD405}" dt="2024-08-29T03:07:38.259" v="748" actId="20577"/>
          <ac:spMkLst>
            <pc:docMk/>
            <pc:sldMk cId="542165910" sldId="324"/>
            <ac:spMk id="53250" creationId="{00000000-0000-0000-0000-000000000000}"/>
          </ac:spMkLst>
        </pc:spChg>
      </pc:sldChg>
      <pc:sldChg chg="modSp del mod ord">
        <pc:chgData name="Yeo Xiong Wei, Jonathan" userId="ac2b658e-7ce1-44bb-9f9f-bf4198ceaa29" providerId="ADAL" clId="{6C7AEE24-30AE-41F3-A67A-4D23444FD405}" dt="2024-08-29T03:58:11.492" v="2477" actId="47"/>
        <pc:sldMkLst>
          <pc:docMk/>
          <pc:sldMk cId="3777918650" sldId="350"/>
        </pc:sldMkLst>
        <pc:spChg chg="mod">
          <ac:chgData name="Yeo Xiong Wei, Jonathan" userId="ac2b658e-7ce1-44bb-9f9f-bf4198ceaa29" providerId="ADAL" clId="{6C7AEE24-30AE-41F3-A67A-4D23444FD405}" dt="2024-08-29T03:50:53.981" v="1822" actId="20577"/>
          <ac:spMkLst>
            <pc:docMk/>
            <pc:sldMk cId="3777918650" sldId="350"/>
            <ac:spMk id="79873" creationId="{00000000-0000-0000-0000-000000000000}"/>
          </ac:spMkLst>
        </pc:spChg>
      </pc:sldChg>
      <pc:sldChg chg="addSp modSp mod modNotesTx">
        <pc:chgData name="Yeo Xiong Wei, Jonathan" userId="ac2b658e-7ce1-44bb-9f9f-bf4198ceaa29" providerId="ADAL" clId="{6C7AEE24-30AE-41F3-A67A-4D23444FD405}" dt="2024-08-29T02:45:24.776" v="305" actId="1076"/>
        <pc:sldMkLst>
          <pc:docMk/>
          <pc:sldMk cId="1570624268" sldId="375"/>
        </pc:sldMkLst>
        <pc:spChg chg="add mod ord">
          <ac:chgData name="Yeo Xiong Wei, Jonathan" userId="ac2b658e-7ce1-44bb-9f9f-bf4198ceaa29" providerId="ADAL" clId="{6C7AEE24-30AE-41F3-A67A-4D23444FD405}" dt="2024-08-29T02:45:24.776" v="305" actId="1076"/>
          <ac:spMkLst>
            <pc:docMk/>
            <pc:sldMk cId="1570624268" sldId="375"/>
            <ac:spMk id="2" creationId="{9FD7822D-7185-5D4D-A4D2-E28303A19D23}"/>
          </ac:spMkLst>
        </pc:spChg>
      </pc:sldChg>
      <pc:sldChg chg="modSp">
        <pc:chgData name="Yeo Xiong Wei, Jonathan" userId="ac2b658e-7ce1-44bb-9f9f-bf4198ceaa29" providerId="ADAL" clId="{6C7AEE24-30AE-41F3-A67A-4D23444FD405}" dt="2024-08-29T02:48:46.348" v="356" actId="20577"/>
        <pc:sldMkLst>
          <pc:docMk/>
          <pc:sldMk cId="518600987" sldId="377"/>
        </pc:sldMkLst>
        <pc:spChg chg="mod">
          <ac:chgData name="Yeo Xiong Wei, Jonathan" userId="ac2b658e-7ce1-44bb-9f9f-bf4198ceaa29" providerId="ADAL" clId="{6C7AEE24-30AE-41F3-A67A-4D23444FD405}" dt="2024-08-29T02:48:46.348" v="356" actId="20577"/>
          <ac:spMkLst>
            <pc:docMk/>
            <pc:sldMk cId="518600987" sldId="377"/>
            <ac:spMk id="32770" creationId="{00000000-0000-0000-0000-000000000000}"/>
          </ac:spMkLst>
        </pc:spChg>
      </pc:sldChg>
      <pc:sldChg chg="modSp mod ord">
        <pc:chgData name="Yeo Xiong Wei, Jonathan" userId="ac2b658e-7ce1-44bb-9f9f-bf4198ceaa29" providerId="ADAL" clId="{6C7AEE24-30AE-41F3-A67A-4D23444FD405}" dt="2024-08-29T03:00:32.945" v="626"/>
        <pc:sldMkLst>
          <pc:docMk/>
          <pc:sldMk cId="2850777754" sldId="387"/>
        </pc:sldMkLst>
        <pc:spChg chg="mod">
          <ac:chgData name="Yeo Xiong Wei, Jonathan" userId="ac2b658e-7ce1-44bb-9f9f-bf4198ceaa29" providerId="ADAL" clId="{6C7AEE24-30AE-41F3-A67A-4D23444FD405}" dt="2024-08-29T02:55:43.925" v="518" actId="207"/>
          <ac:spMkLst>
            <pc:docMk/>
            <pc:sldMk cId="2850777754" sldId="387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6C7AEE24-30AE-41F3-A67A-4D23444FD405}" dt="2024-08-29T03:32:55.985" v="1527" actId="20577"/>
        <pc:sldMkLst>
          <pc:docMk/>
          <pc:sldMk cId="3406101701" sldId="388"/>
        </pc:sldMkLst>
        <pc:spChg chg="mod">
          <ac:chgData name="Yeo Xiong Wei, Jonathan" userId="ac2b658e-7ce1-44bb-9f9f-bf4198ceaa29" providerId="ADAL" clId="{6C7AEE24-30AE-41F3-A67A-4D23444FD405}" dt="2024-08-29T03:32:55.985" v="1527" actId="20577"/>
          <ac:spMkLst>
            <pc:docMk/>
            <pc:sldMk cId="3406101701" sldId="388"/>
            <ac:spMk id="38913" creationId="{00000000-0000-0000-0000-000000000000}"/>
          </ac:spMkLst>
        </pc:spChg>
      </pc:sldChg>
      <pc:sldChg chg="add del ord">
        <pc:chgData name="Yeo Xiong Wei, Jonathan" userId="ac2b658e-7ce1-44bb-9f9f-bf4198ceaa29" providerId="ADAL" clId="{6C7AEE24-30AE-41F3-A67A-4D23444FD405}" dt="2024-08-29T03:58:47.051" v="2484" actId="47"/>
        <pc:sldMkLst>
          <pc:docMk/>
          <pc:sldMk cId="443590620" sldId="389"/>
        </pc:sldMkLst>
      </pc:sldChg>
      <pc:sldChg chg="addSp modSp mod">
        <pc:chgData name="Yeo Xiong Wei, Jonathan" userId="ac2b658e-7ce1-44bb-9f9f-bf4198ceaa29" providerId="ADAL" clId="{6C7AEE24-30AE-41F3-A67A-4D23444FD405}" dt="2024-08-29T03:02:36.421" v="640" actId="14100"/>
        <pc:sldMkLst>
          <pc:docMk/>
          <pc:sldMk cId="3336074670" sldId="392"/>
        </pc:sldMkLst>
        <pc:spChg chg="add mod ord">
          <ac:chgData name="Yeo Xiong Wei, Jonathan" userId="ac2b658e-7ce1-44bb-9f9f-bf4198ceaa29" providerId="ADAL" clId="{6C7AEE24-30AE-41F3-A67A-4D23444FD405}" dt="2024-08-29T03:02:36.421" v="640" actId="14100"/>
          <ac:spMkLst>
            <pc:docMk/>
            <pc:sldMk cId="3336074670" sldId="392"/>
            <ac:spMk id="12" creationId="{0B8C00BE-72F8-F023-0AC7-650AB90B167F}"/>
          </ac:spMkLst>
        </pc:spChg>
      </pc:sldChg>
      <pc:sldChg chg="addSp modSp mod">
        <pc:chgData name="Yeo Xiong Wei, Jonathan" userId="ac2b658e-7ce1-44bb-9f9f-bf4198ceaa29" providerId="ADAL" clId="{6C7AEE24-30AE-41F3-A67A-4D23444FD405}" dt="2024-08-29T02:58:31.837" v="529" actId="1076"/>
        <pc:sldMkLst>
          <pc:docMk/>
          <pc:sldMk cId="2468687149" sldId="397"/>
        </pc:sldMkLst>
        <pc:spChg chg="add mod ord">
          <ac:chgData name="Yeo Xiong Wei, Jonathan" userId="ac2b658e-7ce1-44bb-9f9f-bf4198ceaa29" providerId="ADAL" clId="{6C7AEE24-30AE-41F3-A67A-4D23444FD405}" dt="2024-08-29T02:58:31.837" v="529" actId="1076"/>
          <ac:spMkLst>
            <pc:docMk/>
            <pc:sldMk cId="2468687149" sldId="397"/>
            <ac:spMk id="44" creationId="{42608900-E66F-19AC-E471-3C0D5DE0C99E}"/>
          </ac:spMkLst>
        </pc:spChg>
        <pc:cxnChg chg="add mod">
          <ac:chgData name="Yeo Xiong Wei, Jonathan" userId="ac2b658e-7ce1-44bb-9f9f-bf4198ceaa29" providerId="ADAL" clId="{6C7AEE24-30AE-41F3-A67A-4D23444FD405}" dt="2024-08-29T02:58:00.039" v="519"/>
          <ac:cxnSpMkLst>
            <pc:docMk/>
            <pc:sldMk cId="2468687149" sldId="397"/>
            <ac:cxnSpMk id="42" creationId="{CF81778B-1E2F-9E2F-A8FE-9B762BCBB9E1}"/>
          </ac:cxnSpMkLst>
        </pc:cxnChg>
        <pc:cxnChg chg="add mod">
          <ac:chgData name="Yeo Xiong Wei, Jonathan" userId="ac2b658e-7ce1-44bb-9f9f-bf4198ceaa29" providerId="ADAL" clId="{6C7AEE24-30AE-41F3-A67A-4D23444FD405}" dt="2024-08-29T02:58:00.039" v="519"/>
          <ac:cxnSpMkLst>
            <pc:docMk/>
            <pc:sldMk cId="2468687149" sldId="397"/>
            <ac:cxnSpMk id="43" creationId="{A8CD017F-3B77-9420-AE5F-1EE53F8E77AF}"/>
          </ac:cxnSpMkLst>
        </pc:cxnChg>
      </pc:sldChg>
      <pc:sldChg chg="addSp modSp mod">
        <pc:chgData name="Yeo Xiong Wei, Jonathan" userId="ac2b658e-7ce1-44bb-9f9f-bf4198ceaa29" providerId="ADAL" clId="{6C7AEE24-30AE-41F3-A67A-4D23444FD405}" dt="2024-08-29T02:58:55.719" v="542" actId="14100"/>
        <pc:sldMkLst>
          <pc:docMk/>
          <pc:sldMk cId="2907007554" sldId="398"/>
        </pc:sldMkLst>
        <pc:spChg chg="add mod ord">
          <ac:chgData name="Yeo Xiong Wei, Jonathan" userId="ac2b658e-7ce1-44bb-9f9f-bf4198ceaa29" providerId="ADAL" clId="{6C7AEE24-30AE-41F3-A67A-4D23444FD405}" dt="2024-08-29T02:58:55.719" v="542" actId="14100"/>
          <ac:spMkLst>
            <pc:docMk/>
            <pc:sldMk cId="2907007554" sldId="398"/>
            <ac:spMk id="40" creationId="{D462A26B-E6A6-93BA-EB17-4A89FDB9B2DA}"/>
          </ac:spMkLst>
        </pc:spChg>
      </pc:sldChg>
      <pc:sldChg chg="modSp">
        <pc:chgData name="Yeo Xiong Wei, Jonathan" userId="ac2b658e-7ce1-44bb-9f9f-bf4198ceaa29" providerId="ADAL" clId="{6C7AEE24-30AE-41F3-A67A-4D23444FD405}" dt="2024-08-29T02:59:10.258" v="548" actId="20577"/>
        <pc:sldMkLst>
          <pc:docMk/>
          <pc:sldMk cId="4214610528" sldId="399"/>
        </pc:sldMkLst>
        <pc:spChg chg="mod">
          <ac:chgData name="Yeo Xiong Wei, Jonathan" userId="ac2b658e-7ce1-44bb-9f9f-bf4198ceaa29" providerId="ADAL" clId="{6C7AEE24-30AE-41F3-A67A-4D23444FD405}" dt="2024-08-29T02:59:10.258" v="548" actId="20577"/>
          <ac:spMkLst>
            <pc:docMk/>
            <pc:sldMk cId="4214610528" sldId="399"/>
            <ac:spMk id="38914" creationId="{00000000-0000-0000-0000-000000000000}"/>
          </ac:spMkLst>
        </pc:spChg>
      </pc:sldChg>
      <pc:sldChg chg="modSp modNotesTx">
        <pc:chgData name="Yeo Xiong Wei, Jonathan" userId="ac2b658e-7ce1-44bb-9f9f-bf4198ceaa29" providerId="ADAL" clId="{6C7AEE24-30AE-41F3-A67A-4D23444FD405}" dt="2024-08-29T03:15:18.394" v="1011" actId="6549"/>
        <pc:sldMkLst>
          <pc:docMk/>
          <pc:sldMk cId="2271559985" sldId="402"/>
        </pc:sldMkLst>
        <pc:spChg chg="mod">
          <ac:chgData name="Yeo Xiong Wei, Jonathan" userId="ac2b658e-7ce1-44bb-9f9f-bf4198ceaa29" providerId="ADAL" clId="{6C7AEE24-30AE-41F3-A67A-4D23444FD405}" dt="2024-08-29T03:14:29.703" v="923" actId="20577"/>
          <ac:spMkLst>
            <pc:docMk/>
            <pc:sldMk cId="2271559985" sldId="402"/>
            <ac:spMk id="66562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6C7AEE24-30AE-41F3-A67A-4D23444FD405}" dt="2024-08-29T03:32:23.718" v="1525" actId="1076"/>
        <pc:sldMkLst>
          <pc:docMk/>
          <pc:sldMk cId="2757075619" sldId="403"/>
        </pc:sldMkLst>
        <pc:spChg chg="add mod">
          <ac:chgData name="Yeo Xiong Wei, Jonathan" userId="ac2b658e-7ce1-44bb-9f9f-bf4198ceaa29" providerId="ADAL" clId="{6C7AEE24-30AE-41F3-A67A-4D23444FD405}" dt="2024-08-29T03:32:23.718" v="1525" actId="1076"/>
          <ac:spMkLst>
            <pc:docMk/>
            <pc:sldMk cId="2757075619" sldId="403"/>
            <ac:spMk id="2" creationId="{4343C479-03A4-5C06-98D0-BF9FF4B6DBD2}"/>
          </ac:spMkLst>
        </pc:spChg>
        <pc:spChg chg="mod">
          <ac:chgData name="Yeo Xiong Wei, Jonathan" userId="ac2b658e-7ce1-44bb-9f9f-bf4198ceaa29" providerId="ADAL" clId="{6C7AEE24-30AE-41F3-A67A-4D23444FD405}" dt="2024-08-29T03:31:58.409" v="1518" actId="404"/>
          <ac:spMkLst>
            <pc:docMk/>
            <pc:sldMk cId="2757075619" sldId="403"/>
            <ac:spMk id="66562" creationId="{00000000-0000-0000-0000-000000000000}"/>
          </ac:spMkLst>
        </pc:spChg>
        <pc:cxnChg chg="add mod">
          <ac:chgData name="Yeo Xiong Wei, Jonathan" userId="ac2b658e-7ce1-44bb-9f9f-bf4198ceaa29" providerId="ADAL" clId="{6C7AEE24-30AE-41F3-A67A-4D23444FD405}" dt="2024-08-29T03:32:11.527" v="1521" actId="14100"/>
          <ac:cxnSpMkLst>
            <pc:docMk/>
            <pc:sldMk cId="2757075619" sldId="403"/>
            <ac:cxnSpMk id="5" creationId="{DF481CCD-EBDF-28DB-CB11-599EE84D6077}"/>
          </ac:cxnSpMkLst>
        </pc:cxnChg>
        <pc:cxnChg chg="add mod">
          <ac:chgData name="Yeo Xiong Wei, Jonathan" userId="ac2b658e-7ce1-44bb-9f9f-bf4198ceaa29" providerId="ADAL" clId="{6C7AEE24-30AE-41F3-A67A-4D23444FD405}" dt="2024-08-29T03:32:17.812" v="1524" actId="14100"/>
          <ac:cxnSpMkLst>
            <pc:docMk/>
            <pc:sldMk cId="2757075619" sldId="403"/>
            <ac:cxnSpMk id="8" creationId="{BB2AA93A-29FD-D285-FCB8-456F0C6F496F}"/>
          </ac:cxnSpMkLst>
        </pc:cxnChg>
      </pc:sldChg>
      <pc:sldChg chg="modSp mod">
        <pc:chgData name="Yeo Xiong Wei, Jonathan" userId="ac2b658e-7ce1-44bb-9f9f-bf4198ceaa29" providerId="ADAL" clId="{6C7AEE24-30AE-41F3-A67A-4D23444FD405}" dt="2024-08-29T03:57:35.007" v="2476" actId="207"/>
        <pc:sldMkLst>
          <pc:docMk/>
          <pc:sldMk cId="2117048538" sldId="404"/>
        </pc:sldMkLst>
        <pc:spChg chg="mod">
          <ac:chgData name="Yeo Xiong Wei, Jonathan" userId="ac2b658e-7ce1-44bb-9f9f-bf4198ceaa29" providerId="ADAL" clId="{6C7AEE24-30AE-41F3-A67A-4D23444FD405}" dt="2024-08-29T03:57:35.007" v="2476" actId="207"/>
          <ac:spMkLst>
            <pc:docMk/>
            <pc:sldMk cId="2117048538" sldId="404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6C7AEE24-30AE-41F3-A67A-4D23444FD405}" dt="2024-08-29T04:12:49.342" v="2562" actId="6549"/>
        <pc:sldMkLst>
          <pc:docMk/>
          <pc:sldMk cId="268294307" sldId="409"/>
        </pc:sldMkLst>
        <pc:spChg chg="mod">
          <ac:chgData name="Yeo Xiong Wei, Jonathan" userId="ac2b658e-7ce1-44bb-9f9f-bf4198ceaa29" providerId="ADAL" clId="{6C7AEE24-30AE-41F3-A67A-4D23444FD405}" dt="2024-08-29T04:12:49.342" v="2562" actId="6549"/>
          <ac:spMkLst>
            <pc:docMk/>
            <pc:sldMk cId="268294307" sldId="409"/>
            <ac:spMk id="66562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6C7AEE24-30AE-41F3-A67A-4D23444FD405}" dt="2024-08-29T04:12:32.882" v="2560" actId="20577"/>
        <pc:sldMkLst>
          <pc:docMk/>
          <pc:sldMk cId="197733004" sldId="410"/>
        </pc:sldMkLst>
        <pc:spChg chg="mod">
          <ac:chgData name="Yeo Xiong Wei, Jonathan" userId="ac2b658e-7ce1-44bb-9f9f-bf4198ceaa29" providerId="ADAL" clId="{6C7AEE24-30AE-41F3-A67A-4D23444FD405}" dt="2024-08-29T04:12:32.882" v="2560" actId="20577"/>
          <ac:spMkLst>
            <pc:docMk/>
            <pc:sldMk cId="197733004" sldId="410"/>
            <ac:spMk id="66562" creationId="{00000000-0000-0000-0000-000000000000}"/>
          </ac:spMkLst>
        </pc:spChg>
      </pc:sldChg>
      <pc:sldChg chg="modSp mod ord">
        <pc:chgData name="Yeo Xiong Wei, Jonathan" userId="ac2b658e-7ce1-44bb-9f9f-bf4198ceaa29" providerId="ADAL" clId="{6C7AEE24-30AE-41F3-A67A-4D23444FD405}" dt="2024-08-29T03:56:03.939" v="2460" actId="207"/>
        <pc:sldMkLst>
          <pc:docMk/>
          <pc:sldMk cId="3453305618" sldId="411"/>
        </pc:sldMkLst>
        <pc:spChg chg="mod">
          <ac:chgData name="Yeo Xiong Wei, Jonathan" userId="ac2b658e-7ce1-44bb-9f9f-bf4198ceaa29" providerId="ADAL" clId="{6C7AEE24-30AE-41F3-A67A-4D23444FD405}" dt="2024-08-29T03:56:03.939" v="2460" actId="207"/>
          <ac:spMkLst>
            <pc:docMk/>
            <pc:sldMk cId="3453305618" sldId="411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6C7AEE24-30AE-41F3-A67A-4D23444FD405}" dt="2024-08-29T03:56:16.818" v="2464" actId="207"/>
        <pc:sldMkLst>
          <pc:docMk/>
          <pc:sldMk cId="2553530083" sldId="412"/>
        </pc:sldMkLst>
        <pc:spChg chg="mod">
          <ac:chgData name="Yeo Xiong Wei, Jonathan" userId="ac2b658e-7ce1-44bb-9f9f-bf4198ceaa29" providerId="ADAL" clId="{6C7AEE24-30AE-41F3-A67A-4D23444FD405}" dt="2024-08-29T03:56:16.818" v="2464" actId="207"/>
          <ac:spMkLst>
            <pc:docMk/>
            <pc:sldMk cId="2553530083" sldId="412"/>
            <ac:spMk id="66562" creationId="{00000000-0000-0000-0000-000000000000}"/>
          </ac:spMkLst>
        </pc:spChg>
      </pc:sldChg>
      <pc:sldChg chg="modSp mod ord">
        <pc:chgData name="Yeo Xiong Wei, Jonathan" userId="ac2b658e-7ce1-44bb-9f9f-bf4198ceaa29" providerId="ADAL" clId="{6C7AEE24-30AE-41F3-A67A-4D23444FD405}" dt="2024-08-29T03:56:41.777" v="2466"/>
        <pc:sldMkLst>
          <pc:docMk/>
          <pc:sldMk cId="50444769" sldId="421"/>
        </pc:sldMkLst>
        <pc:spChg chg="mod">
          <ac:chgData name="Yeo Xiong Wei, Jonathan" userId="ac2b658e-7ce1-44bb-9f9f-bf4198ceaa29" providerId="ADAL" clId="{6C7AEE24-30AE-41F3-A67A-4D23444FD405}" dt="2024-08-29T03:35:13.083" v="1543" actId="20577"/>
          <ac:spMkLst>
            <pc:docMk/>
            <pc:sldMk cId="50444769" sldId="421"/>
            <ac:spMk id="2" creationId="{CA541D89-E7E1-4660-C6B1-48085A81406D}"/>
          </ac:spMkLst>
        </pc:spChg>
        <pc:spChg chg="mod">
          <ac:chgData name="Yeo Xiong Wei, Jonathan" userId="ac2b658e-7ce1-44bb-9f9f-bf4198ceaa29" providerId="ADAL" clId="{6C7AEE24-30AE-41F3-A67A-4D23444FD405}" dt="2024-08-29T03:33:38.722" v="1528" actId="403"/>
          <ac:spMkLst>
            <pc:docMk/>
            <pc:sldMk cId="50444769" sldId="421"/>
            <ac:spMk id="3" creationId="{078425C9-D5F9-6507-07E0-EF6063FDE9DE}"/>
          </ac:spMkLst>
        </pc:spChg>
      </pc:sldChg>
      <pc:sldChg chg="addSp delSp modSp mod ord">
        <pc:chgData name="Yeo Xiong Wei, Jonathan" userId="ac2b658e-7ce1-44bb-9f9f-bf4198ceaa29" providerId="ADAL" clId="{6C7AEE24-30AE-41F3-A67A-4D23444FD405}" dt="2024-08-29T03:35:32.037" v="1549"/>
        <pc:sldMkLst>
          <pc:docMk/>
          <pc:sldMk cId="2193460568" sldId="422"/>
        </pc:sldMkLst>
        <pc:spChg chg="mod">
          <ac:chgData name="Yeo Xiong Wei, Jonathan" userId="ac2b658e-7ce1-44bb-9f9f-bf4198ceaa29" providerId="ADAL" clId="{6C7AEE24-30AE-41F3-A67A-4D23444FD405}" dt="2024-08-29T03:34:08.796" v="1529" actId="403"/>
          <ac:spMkLst>
            <pc:docMk/>
            <pc:sldMk cId="2193460568" sldId="422"/>
            <ac:spMk id="3" creationId="{078425C9-D5F9-6507-07E0-EF6063FDE9DE}"/>
          </ac:spMkLst>
        </pc:spChg>
        <pc:spChg chg="del mod ord">
          <ac:chgData name="Yeo Xiong Wei, Jonathan" userId="ac2b658e-7ce1-44bb-9f9f-bf4198ceaa29" providerId="ADAL" clId="{6C7AEE24-30AE-41F3-A67A-4D23444FD405}" dt="2024-08-29T03:34:17.007" v="1530" actId="478"/>
          <ac:spMkLst>
            <pc:docMk/>
            <pc:sldMk cId="2193460568" sldId="422"/>
            <ac:spMk id="13" creationId="{177ABD44-9D4A-E7D5-7EFE-67A3BC56DC4B}"/>
          </ac:spMkLst>
        </pc:spChg>
        <pc:spChg chg="add mod">
          <ac:chgData name="Yeo Xiong Wei, Jonathan" userId="ac2b658e-7ce1-44bb-9f9f-bf4198ceaa29" providerId="ADAL" clId="{6C7AEE24-30AE-41F3-A67A-4D23444FD405}" dt="2024-08-29T03:34:17.276" v="1531"/>
          <ac:spMkLst>
            <pc:docMk/>
            <pc:sldMk cId="2193460568" sldId="422"/>
            <ac:spMk id="14" creationId="{34EF7273-D60A-F196-B010-90EC0C511176}"/>
          </ac:spMkLst>
        </pc:spChg>
        <pc:spChg chg="add mod ord">
          <ac:chgData name="Yeo Xiong Wei, Jonathan" userId="ac2b658e-7ce1-44bb-9f9f-bf4198ceaa29" providerId="ADAL" clId="{6C7AEE24-30AE-41F3-A67A-4D23444FD405}" dt="2024-08-29T03:34:37.680" v="1537" actId="1076"/>
          <ac:spMkLst>
            <pc:docMk/>
            <pc:sldMk cId="2193460568" sldId="422"/>
            <ac:spMk id="15" creationId="{F2942764-13F4-EB04-866B-D748E74C439E}"/>
          </ac:spMkLst>
        </pc:spChg>
        <pc:spChg chg="mod">
          <ac:chgData name="Yeo Xiong Wei, Jonathan" userId="ac2b658e-7ce1-44bb-9f9f-bf4198ceaa29" providerId="ADAL" clId="{6C7AEE24-30AE-41F3-A67A-4D23444FD405}" dt="2024-08-29T03:34:29.029" v="1533" actId="1076"/>
          <ac:spMkLst>
            <pc:docMk/>
            <pc:sldMk cId="2193460568" sldId="422"/>
            <ac:spMk id="18" creationId="{321AE1DE-1B51-19A6-4882-9A2CB32EAC8D}"/>
          </ac:spMkLst>
        </pc:spChg>
        <pc:spChg chg="mod">
          <ac:chgData name="Yeo Xiong Wei, Jonathan" userId="ac2b658e-7ce1-44bb-9f9f-bf4198ceaa29" providerId="ADAL" clId="{6C7AEE24-30AE-41F3-A67A-4D23444FD405}" dt="2024-08-29T03:34:20.727" v="1532" actId="1076"/>
          <ac:spMkLst>
            <pc:docMk/>
            <pc:sldMk cId="2193460568" sldId="422"/>
            <ac:spMk id="21" creationId="{3529797C-635B-E14E-1B04-414DC562AF79}"/>
          </ac:spMkLst>
        </pc:spChg>
      </pc:sldChg>
      <pc:sldChg chg="modSp mod">
        <pc:chgData name="Yeo Xiong Wei, Jonathan" userId="ac2b658e-7ce1-44bb-9f9f-bf4198ceaa29" providerId="ADAL" clId="{6C7AEE24-30AE-41F3-A67A-4D23444FD405}" dt="2024-08-29T02:43:37.463" v="250" actId="403"/>
        <pc:sldMkLst>
          <pc:docMk/>
          <pc:sldMk cId="1502253194" sldId="423"/>
        </pc:sldMkLst>
        <pc:spChg chg="mod">
          <ac:chgData name="Yeo Xiong Wei, Jonathan" userId="ac2b658e-7ce1-44bb-9f9f-bf4198ceaa29" providerId="ADAL" clId="{6C7AEE24-30AE-41F3-A67A-4D23444FD405}" dt="2024-08-29T02:43:37.463" v="250" actId="403"/>
          <ac:spMkLst>
            <pc:docMk/>
            <pc:sldMk cId="1502253194" sldId="423"/>
            <ac:spMk id="3" creationId="{4AB06FDF-EDF1-FB72-C093-407E54B7E200}"/>
          </ac:spMkLst>
        </pc:spChg>
        <pc:spChg chg="mod">
          <ac:chgData name="Yeo Xiong Wei, Jonathan" userId="ac2b658e-7ce1-44bb-9f9f-bf4198ceaa29" providerId="ADAL" clId="{6C7AEE24-30AE-41F3-A67A-4D23444FD405}" dt="2024-08-29T02:43:15.124" v="248" actId="1036"/>
          <ac:spMkLst>
            <pc:docMk/>
            <pc:sldMk cId="1502253194" sldId="423"/>
            <ac:spMk id="5" creationId="{4B8B1542-A55B-6AA3-A0F9-4A27B4E76824}"/>
          </ac:spMkLst>
        </pc:spChg>
      </pc:sldChg>
      <pc:sldChg chg="modSp">
        <pc:chgData name="Yeo Xiong Wei, Jonathan" userId="ac2b658e-7ce1-44bb-9f9f-bf4198ceaa29" providerId="ADAL" clId="{6C7AEE24-30AE-41F3-A67A-4D23444FD405}" dt="2024-08-29T02:41:34.726" v="204" actId="20577"/>
        <pc:sldMkLst>
          <pc:docMk/>
          <pc:sldMk cId="1055432526" sldId="424"/>
        </pc:sldMkLst>
        <pc:spChg chg="mod">
          <ac:chgData name="Yeo Xiong Wei, Jonathan" userId="ac2b658e-7ce1-44bb-9f9f-bf4198ceaa29" providerId="ADAL" clId="{6C7AEE24-30AE-41F3-A67A-4D23444FD405}" dt="2024-08-29T02:41:34.726" v="204" actId="20577"/>
          <ac:spMkLst>
            <pc:docMk/>
            <pc:sldMk cId="1055432526" sldId="424"/>
            <ac:spMk id="25602" creationId="{00000000-0000-0000-0000-000000000000}"/>
          </ac:spMkLst>
        </pc:spChg>
      </pc:sldChg>
      <pc:sldChg chg="modNotesTx">
        <pc:chgData name="Yeo Xiong Wei, Jonathan" userId="ac2b658e-7ce1-44bb-9f9f-bf4198ceaa29" providerId="ADAL" clId="{6C7AEE24-30AE-41F3-A67A-4D23444FD405}" dt="2024-08-29T02:39:28.627" v="38" actId="6549"/>
        <pc:sldMkLst>
          <pc:docMk/>
          <pc:sldMk cId="4209715896" sldId="425"/>
        </pc:sldMkLst>
      </pc:sldChg>
      <pc:sldChg chg="addSp modSp">
        <pc:chgData name="Yeo Xiong Wei, Jonathan" userId="ac2b658e-7ce1-44bb-9f9f-bf4198ceaa29" providerId="ADAL" clId="{6C7AEE24-30AE-41F3-A67A-4D23444FD405}" dt="2024-08-29T02:53:12.555" v="517"/>
        <pc:sldMkLst>
          <pc:docMk/>
          <pc:sldMk cId="4132056403" sldId="426"/>
        </pc:sldMkLst>
        <pc:cxnChg chg="add mod">
          <ac:chgData name="Yeo Xiong Wei, Jonathan" userId="ac2b658e-7ce1-44bb-9f9f-bf4198ceaa29" providerId="ADAL" clId="{6C7AEE24-30AE-41F3-A67A-4D23444FD405}" dt="2024-08-29T02:53:12.555" v="517"/>
          <ac:cxnSpMkLst>
            <pc:docMk/>
            <pc:sldMk cId="4132056403" sldId="426"/>
            <ac:cxnSpMk id="10" creationId="{685322E7-9914-5B9C-9BB6-648956F950A9}"/>
          </ac:cxnSpMkLst>
        </pc:cxnChg>
        <pc:cxnChg chg="add mod">
          <ac:chgData name="Yeo Xiong Wei, Jonathan" userId="ac2b658e-7ce1-44bb-9f9f-bf4198ceaa29" providerId="ADAL" clId="{6C7AEE24-30AE-41F3-A67A-4D23444FD405}" dt="2024-08-29T02:53:12.555" v="517"/>
          <ac:cxnSpMkLst>
            <pc:docMk/>
            <pc:sldMk cId="4132056403" sldId="426"/>
            <ac:cxnSpMk id="11" creationId="{613062D8-EBBB-8725-3778-7D2543E827C0}"/>
          </ac:cxnSpMkLst>
        </pc:cxnChg>
      </pc:sldChg>
      <pc:sldChg chg="modSp mod">
        <pc:chgData name="Yeo Xiong Wei, Jonathan" userId="ac2b658e-7ce1-44bb-9f9f-bf4198ceaa29" providerId="ADAL" clId="{6C7AEE24-30AE-41F3-A67A-4D23444FD405}" dt="2024-08-29T03:12:45.680" v="905" actId="20577"/>
        <pc:sldMkLst>
          <pc:docMk/>
          <pc:sldMk cId="3746193328" sldId="427"/>
        </pc:sldMkLst>
        <pc:spChg chg="mod">
          <ac:chgData name="Yeo Xiong Wei, Jonathan" userId="ac2b658e-7ce1-44bb-9f9f-bf4198ceaa29" providerId="ADAL" clId="{6C7AEE24-30AE-41F3-A67A-4D23444FD405}" dt="2024-08-29T03:12:45.680" v="905" actId="20577"/>
          <ac:spMkLst>
            <pc:docMk/>
            <pc:sldMk cId="3746193328" sldId="427"/>
            <ac:spMk id="65538" creationId="{00000000-0000-0000-0000-000000000000}"/>
          </ac:spMkLst>
        </pc:spChg>
      </pc:sldChg>
      <pc:sldChg chg="delSp modSp add mod">
        <pc:chgData name="Yeo Xiong Wei, Jonathan" userId="ac2b658e-7ce1-44bb-9f9f-bf4198ceaa29" providerId="ADAL" clId="{6C7AEE24-30AE-41F3-A67A-4D23444FD405}" dt="2024-08-29T03:04:50.800" v="734" actId="20577"/>
        <pc:sldMkLst>
          <pc:docMk/>
          <pc:sldMk cId="1699219140" sldId="428"/>
        </pc:sldMkLst>
        <pc:spChg chg="mod">
          <ac:chgData name="Yeo Xiong Wei, Jonathan" userId="ac2b658e-7ce1-44bb-9f9f-bf4198ceaa29" providerId="ADAL" clId="{6C7AEE24-30AE-41F3-A67A-4D23444FD405}" dt="2024-08-29T03:01:00.442" v="629" actId="20577"/>
          <ac:spMkLst>
            <pc:docMk/>
            <pc:sldMk cId="1699219140" sldId="428"/>
            <ac:spMk id="38913" creationId="{00000000-0000-0000-0000-000000000000}"/>
          </ac:spMkLst>
        </pc:spChg>
        <pc:spChg chg="mod">
          <ac:chgData name="Yeo Xiong Wei, Jonathan" userId="ac2b658e-7ce1-44bb-9f9f-bf4198ceaa29" providerId="ADAL" clId="{6C7AEE24-30AE-41F3-A67A-4D23444FD405}" dt="2024-08-29T03:04:50.800" v="734" actId="20577"/>
          <ac:spMkLst>
            <pc:docMk/>
            <pc:sldMk cId="1699219140" sldId="428"/>
            <ac:spMk id="38914" creationId="{00000000-0000-0000-0000-000000000000}"/>
          </ac:spMkLst>
        </pc:spChg>
        <pc:picChg chg="del">
          <ac:chgData name="Yeo Xiong Wei, Jonathan" userId="ac2b658e-7ce1-44bb-9f9f-bf4198ceaa29" providerId="ADAL" clId="{6C7AEE24-30AE-41F3-A67A-4D23444FD405}" dt="2024-08-29T03:01:02.555" v="630" actId="478"/>
          <ac:picMkLst>
            <pc:docMk/>
            <pc:sldMk cId="1699219140" sldId="428"/>
            <ac:picMk id="6" creationId="{0D9778AC-B24C-A4F9-3EE9-EA7FFE3BB00D}"/>
          </ac:picMkLst>
        </pc:picChg>
      </pc:sldChg>
      <pc:sldChg chg="delSp modSp add del mod">
        <pc:chgData name="Yeo Xiong Wei, Jonathan" userId="ac2b658e-7ce1-44bb-9f9f-bf4198ceaa29" providerId="ADAL" clId="{6C7AEE24-30AE-41F3-A67A-4D23444FD405}" dt="2024-08-29T03:00:20.356" v="624" actId="47"/>
        <pc:sldMkLst>
          <pc:docMk/>
          <pc:sldMk cId="4111417510" sldId="428"/>
        </pc:sldMkLst>
        <pc:spChg chg="mod">
          <ac:chgData name="Yeo Xiong Wei, Jonathan" userId="ac2b658e-7ce1-44bb-9f9f-bf4198ceaa29" providerId="ADAL" clId="{6C7AEE24-30AE-41F3-A67A-4D23444FD405}" dt="2024-08-29T03:00:16.977" v="623" actId="20577"/>
          <ac:spMkLst>
            <pc:docMk/>
            <pc:sldMk cId="4111417510" sldId="428"/>
            <ac:spMk id="38914" creationId="{00000000-0000-0000-0000-000000000000}"/>
          </ac:spMkLst>
        </pc:spChg>
        <pc:picChg chg="del">
          <ac:chgData name="Yeo Xiong Wei, Jonathan" userId="ac2b658e-7ce1-44bb-9f9f-bf4198ceaa29" providerId="ADAL" clId="{6C7AEE24-30AE-41F3-A67A-4D23444FD405}" dt="2024-08-29T03:00:03.239" v="550" actId="478"/>
          <ac:picMkLst>
            <pc:docMk/>
            <pc:sldMk cId="4111417510" sldId="428"/>
            <ac:picMk id="6" creationId="{0D9778AC-B24C-A4F9-3EE9-EA7FFE3BB00D}"/>
          </ac:picMkLst>
        </pc:picChg>
      </pc:sldChg>
      <pc:sldChg chg="modSp add mod modAnim">
        <pc:chgData name="Yeo Xiong Wei, Jonathan" userId="ac2b658e-7ce1-44bb-9f9f-bf4198ceaa29" providerId="ADAL" clId="{6C7AEE24-30AE-41F3-A67A-4D23444FD405}" dt="2024-08-29T04:08:45.814" v="2516" actId="20577"/>
        <pc:sldMkLst>
          <pc:docMk/>
          <pc:sldMk cId="1714229834" sldId="429"/>
        </pc:sldMkLst>
        <pc:spChg chg="mod">
          <ac:chgData name="Yeo Xiong Wei, Jonathan" userId="ac2b658e-7ce1-44bb-9f9f-bf4198ceaa29" providerId="ADAL" clId="{6C7AEE24-30AE-41F3-A67A-4D23444FD405}" dt="2024-08-29T04:08:45.814" v="2516" actId="20577"/>
          <ac:spMkLst>
            <pc:docMk/>
            <pc:sldMk cId="1714229834" sldId="429"/>
            <ac:spMk id="79874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A4F2C247-2803-4D7D-BA57-0ABA29B95C35}"/>
    <pc:docChg chg="undo redo custSel addSld delSld modSld sldOrd">
      <pc:chgData name="Yeo Xiong Wei, Jonathan" userId="ac2b658e-7ce1-44bb-9f9f-bf4198ceaa29" providerId="ADAL" clId="{A4F2C247-2803-4D7D-BA57-0ABA29B95C35}" dt="2022-08-25T06:19:43.772" v="3606"/>
      <pc:docMkLst>
        <pc:docMk/>
      </pc:docMkLst>
      <pc:sldChg chg="addSp delSp modSp mod">
        <pc:chgData name="Yeo Xiong Wei, Jonathan" userId="ac2b658e-7ce1-44bb-9f9f-bf4198ceaa29" providerId="ADAL" clId="{A4F2C247-2803-4D7D-BA57-0ABA29B95C35}" dt="2022-08-25T06:19:43.772" v="3606"/>
        <pc:sldMkLst>
          <pc:docMk/>
          <pc:sldMk cId="3511576318" sldId="256"/>
        </pc:sldMkLst>
        <pc:picChg chg="add del mod">
          <ac:chgData name="Yeo Xiong Wei, Jonathan" userId="ac2b658e-7ce1-44bb-9f9f-bf4198ceaa29" providerId="ADAL" clId="{A4F2C247-2803-4D7D-BA57-0ABA29B95C35}" dt="2022-08-25T06:19:43.490" v="3605" actId="478"/>
          <ac:picMkLst>
            <pc:docMk/>
            <pc:sldMk cId="3511576318" sldId="256"/>
            <ac:picMk id="6" creationId="{5E3A984A-07B7-45BA-497B-BF5F28A3B376}"/>
          </ac:picMkLst>
        </pc:picChg>
        <pc:picChg chg="add mod">
          <ac:chgData name="Yeo Xiong Wei, Jonathan" userId="ac2b658e-7ce1-44bb-9f9f-bf4198ceaa29" providerId="ADAL" clId="{A4F2C247-2803-4D7D-BA57-0ABA29B95C35}" dt="2022-08-25T06:19:43.772" v="3606"/>
          <ac:picMkLst>
            <pc:docMk/>
            <pc:sldMk cId="3511576318" sldId="256"/>
            <ac:picMk id="7" creationId="{72D0E47E-2F99-2072-C9AC-C7D57FD1281D}"/>
          </ac:picMkLst>
        </pc:picChg>
      </pc:sldChg>
      <pc:sldChg chg="modSp mod modAnim">
        <pc:chgData name="Yeo Xiong Wei, Jonathan" userId="ac2b658e-7ce1-44bb-9f9f-bf4198ceaa29" providerId="ADAL" clId="{A4F2C247-2803-4D7D-BA57-0ABA29B95C35}" dt="2022-08-25T05:14:20.466" v="314"/>
        <pc:sldMkLst>
          <pc:docMk/>
          <pc:sldMk cId="1444051112" sldId="301"/>
        </pc:sldMkLst>
        <pc:spChg chg="mod">
          <ac:chgData name="Yeo Xiong Wei, Jonathan" userId="ac2b658e-7ce1-44bb-9f9f-bf4198ceaa29" providerId="ADAL" clId="{A4F2C247-2803-4D7D-BA57-0ABA29B95C35}" dt="2022-08-25T05:13:48.782" v="313" actId="404"/>
          <ac:spMkLst>
            <pc:docMk/>
            <pc:sldMk cId="1444051112" sldId="301"/>
            <ac:spMk id="2969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A4F2C247-2803-4D7D-BA57-0ABA29B95C35}" dt="2022-08-25T05:14:47.115" v="317"/>
        <pc:sldMkLst>
          <pc:docMk/>
          <pc:sldMk cId="1683943885" sldId="304"/>
        </pc:sldMkLst>
        <pc:spChg chg="mod">
          <ac:chgData name="Yeo Xiong Wei, Jonathan" userId="ac2b658e-7ce1-44bb-9f9f-bf4198ceaa29" providerId="ADAL" clId="{A4F2C247-2803-4D7D-BA57-0ABA29B95C35}" dt="2022-08-25T05:14:38.387" v="316" actId="255"/>
          <ac:spMkLst>
            <pc:docMk/>
            <pc:sldMk cId="1683943885" sldId="304"/>
            <ac:spMk id="32770" creationId="{00000000-0000-0000-0000-000000000000}"/>
          </ac:spMkLst>
        </pc:spChg>
      </pc:sldChg>
      <pc:sldChg chg="modSp mod">
        <pc:chgData name="Yeo Xiong Wei, Jonathan" userId="ac2b658e-7ce1-44bb-9f9f-bf4198ceaa29" providerId="ADAL" clId="{A4F2C247-2803-4D7D-BA57-0ABA29B95C35}" dt="2022-08-25T05:16:19.900" v="348" actId="403"/>
        <pc:sldMkLst>
          <pc:docMk/>
          <pc:sldMk cId="1077139813" sldId="307"/>
        </pc:sldMkLst>
        <pc:spChg chg="mod">
          <ac:chgData name="Yeo Xiong Wei, Jonathan" userId="ac2b658e-7ce1-44bb-9f9f-bf4198ceaa29" providerId="ADAL" clId="{A4F2C247-2803-4D7D-BA57-0ABA29B95C35}" dt="2022-08-25T05:16:19.900" v="348" actId="403"/>
          <ac:spMkLst>
            <pc:docMk/>
            <pc:sldMk cId="1077139813" sldId="307"/>
            <ac:spMk id="35842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A4F2C247-2803-4D7D-BA57-0ABA29B95C35}" dt="2022-08-25T05:43:25.942" v="2558" actId="47"/>
        <pc:sldMkLst>
          <pc:docMk/>
          <pc:sldMk cId="423866537" sldId="310"/>
        </pc:sldMkLst>
        <pc:spChg chg="mod">
          <ac:chgData name="Yeo Xiong Wei, Jonathan" userId="ac2b658e-7ce1-44bb-9f9f-bf4198ceaa29" providerId="ADAL" clId="{A4F2C247-2803-4D7D-BA57-0ABA29B95C35}" dt="2022-08-25T05:37:57.516" v="2164" actId="20577"/>
          <ac:spMkLst>
            <pc:docMk/>
            <pc:sldMk cId="423866537" sldId="310"/>
            <ac:spMk id="38913" creationId="{00000000-0000-0000-0000-000000000000}"/>
          </ac:spMkLst>
        </pc:spChg>
      </pc:sldChg>
      <pc:sldChg chg="modSp del modAnim">
        <pc:chgData name="Yeo Xiong Wei, Jonathan" userId="ac2b658e-7ce1-44bb-9f9f-bf4198ceaa29" providerId="ADAL" clId="{A4F2C247-2803-4D7D-BA57-0ABA29B95C35}" dt="2022-08-25T05:37:48.389" v="2157" actId="2696"/>
        <pc:sldMkLst>
          <pc:docMk/>
          <pc:sldMk cId="3022199947" sldId="310"/>
        </pc:sldMkLst>
        <pc:spChg chg="mod">
          <ac:chgData name="Yeo Xiong Wei, Jonathan" userId="ac2b658e-7ce1-44bb-9f9f-bf4198ceaa29" providerId="ADAL" clId="{A4F2C247-2803-4D7D-BA57-0ABA29B95C35}" dt="2022-08-25T05:24:25.178" v="1528" actId="20577"/>
          <ac:spMkLst>
            <pc:docMk/>
            <pc:sldMk cId="3022199947" sldId="310"/>
            <ac:spMk id="38913" creationId="{00000000-0000-0000-0000-000000000000}"/>
          </ac:spMkLst>
        </pc:spChg>
      </pc:sldChg>
      <pc:sldChg chg="modAnim modNotesTx">
        <pc:chgData name="Yeo Xiong Wei, Jonathan" userId="ac2b658e-7ce1-44bb-9f9f-bf4198ceaa29" providerId="ADAL" clId="{A4F2C247-2803-4D7D-BA57-0ABA29B95C35}" dt="2022-08-25T05:54:57.441" v="3213" actId="20577"/>
        <pc:sldMkLst>
          <pc:docMk/>
          <pc:sldMk cId="1154887215" sldId="311"/>
        </pc:sldMkLst>
      </pc:sldChg>
      <pc:sldChg chg="modSp modAnim">
        <pc:chgData name="Yeo Xiong Wei, Jonathan" userId="ac2b658e-7ce1-44bb-9f9f-bf4198ceaa29" providerId="ADAL" clId="{A4F2C247-2803-4D7D-BA57-0ABA29B95C35}" dt="2022-08-25T05:55:23.631" v="3215" actId="20577"/>
        <pc:sldMkLst>
          <pc:docMk/>
          <pc:sldMk cId="542165910" sldId="324"/>
        </pc:sldMkLst>
        <pc:spChg chg="mod">
          <ac:chgData name="Yeo Xiong Wei, Jonathan" userId="ac2b658e-7ce1-44bb-9f9f-bf4198ceaa29" providerId="ADAL" clId="{A4F2C247-2803-4D7D-BA57-0ABA29B95C35}" dt="2022-08-25T05:55:23.631" v="3215" actId="20577"/>
          <ac:spMkLst>
            <pc:docMk/>
            <pc:sldMk cId="542165910" sldId="324"/>
            <ac:spMk id="53250" creationId="{00000000-0000-0000-0000-000000000000}"/>
          </ac:spMkLst>
        </pc:spChg>
      </pc:sldChg>
      <pc:sldChg chg="modAnim">
        <pc:chgData name="Yeo Xiong Wei, Jonathan" userId="ac2b658e-7ce1-44bb-9f9f-bf4198ceaa29" providerId="ADAL" clId="{A4F2C247-2803-4D7D-BA57-0ABA29B95C35}" dt="2022-08-25T05:55:46.305" v="3217"/>
        <pc:sldMkLst>
          <pc:docMk/>
          <pc:sldMk cId="3749859025" sldId="336"/>
        </pc:sldMkLst>
      </pc:sldChg>
      <pc:sldChg chg="modSp">
        <pc:chgData name="Yeo Xiong Wei, Jonathan" userId="ac2b658e-7ce1-44bb-9f9f-bf4198ceaa29" providerId="ADAL" clId="{A4F2C247-2803-4D7D-BA57-0ABA29B95C35}" dt="2022-08-25T05:56:46.555" v="3223" actId="403"/>
        <pc:sldMkLst>
          <pc:docMk/>
          <pc:sldMk cId="3775552506" sldId="337"/>
        </pc:sldMkLst>
        <pc:spChg chg="mod">
          <ac:chgData name="Yeo Xiong Wei, Jonathan" userId="ac2b658e-7ce1-44bb-9f9f-bf4198ceaa29" providerId="ADAL" clId="{A4F2C247-2803-4D7D-BA57-0ABA29B95C35}" dt="2022-08-25T05:56:46.555" v="3223" actId="403"/>
          <ac:spMkLst>
            <pc:docMk/>
            <pc:sldMk cId="3775552506" sldId="337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A4F2C247-2803-4D7D-BA57-0ABA29B95C35}" dt="2022-08-25T05:56:16.285" v="3220" actId="6549"/>
        <pc:sldMkLst>
          <pc:docMk/>
          <pc:sldMk cId="1794459706" sldId="340"/>
        </pc:sldMkLst>
        <pc:spChg chg="mod">
          <ac:chgData name="Yeo Xiong Wei, Jonathan" userId="ac2b658e-7ce1-44bb-9f9f-bf4198ceaa29" providerId="ADAL" clId="{A4F2C247-2803-4D7D-BA57-0ABA29B95C35}" dt="2022-08-25T05:56:16.285" v="3220" actId="6549"/>
          <ac:spMkLst>
            <pc:docMk/>
            <pc:sldMk cId="1794459706" sldId="340"/>
            <ac:spMk id="69634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A4F2C247-2803-4D7D-BA57-0ABA29B95C35}" dt="2022-08-25T05:57:28.577" v="3236"/>
        <pc:sldMkLst>
          <pc:docMk/>
          <pc:sldMk cId="237551156" sldId="342"/>
        </pc:sldMkLst>
        <pc:spChg chg="mod">
          <ac:chgData name="Yeo Xiong Wei, Jonathan" userId="ac2b658e-7ce1-44bb-9f9f-bf4198ceaa29" providerId="ADAL" clId="{A4F2C247-2803-4D7D-BA57-0ABA29B95C35}" dt="2022-08-25T05:57:21.848" v="3235" actId="20577"/>
          <ac:spMkLst>
            <pc:docMk/>
            <pc:sldMk cId="237551156" sldId="342"/>
            <ac:spMk id="71682" creationId="{00000000-0000-0000-0000-000000000000}"/>
          </ac:spMkLst>
        </pc:spChg>
      </pc:sldChg>
      <pc:sldChg chg="modAnim">
        <pc:chgData name="Yeo Xiong Wei, Jonathan" userId="ac2b658e-7ce1-44bb-9f9f-bf4198ceaa29" providerId="ADAL" clId="{A4F2C247-2803-4D7D-BA57-0ABA29B95C35}" dt="2022-08-25T06:07:34.901" v="3523"/>
        <pc:sldMkLst>
          <pc:docMk/>
          <pc:sldMk cId="1075081997" sldId="350"/>
        </pc:sldMkLst>
      </pc:sldChg>
      <pc:sldChg chg="modSp ord modNotesTx">
        <pc:chgData name="Yeo Xiong Wei, Jonathan" userId="ac2b658e-7ce1-44bb-9f9f-bf4198ceaa29" providerId="ADAL" clId="{A4F2C247-2803-4D7D-BA57-0ABA29B95C35}" dt="2022-08-25T05:56:25.023" v="3221" actId="207"/>
        <pc:sldMkLst>
          <pc:docMk/>
          <pc:sldMk cId="2845177872" sldId="372"/>
        </pc:sldMkLst>
        <pc:spChg chg="mod">
          <ac:chgData name="Yeo Xiong Wei, Jonathan" userId="ac2b658e-7ce1-44bb-9f9f-bf4198ceaa29" providerId="ADAL" clId="{A4F2C247-2803-4D7D-BA57-0ABA29B95C35}" dt="2022-08-25T05:56:25.023" v="3221" actId="207"/>
          <ac:spMkLst>
            <pc:docMk/>
            <pc:sldMk cId="2845177872" sldId="372"/>
            <ac:spMk id="8" creationId="{DA8722D4-65E1-473F-9846-1125E1C984A4}"/>
          </ac:spMkLst>
        </pc:spChg>
      </pc:sldChg>
      <pc:sldChg chg="modAnim modNotesTx">
        <pc:chgData name="Yeo Xiong Wei, Jonathan" userId="ac2b658e-7ce1-44bb-9f9f-bf4198ceaa29" providerId="ADAL" clId="{A4F2C247-2803-4D7D-BA57-0ABA29B95C35}" dt="2022-08-25T05:09:21.587" v="94" actId="6549"/>
        <pc:sldMkLst>
          <pc:docMk/>
          <pc:sldMk cId="1570624268" sldId="375"/>
        </pc:sldMkLst>
      </pc:sldChg>
      <pc:sldChg chg="modSp mod modNotesTx">
        <pc:chgData name="Yeo Xiong Wei, Jonathan" userId="ac2b658e-7ce1-44bb-9f9f-bf4198ceaa29" providerId="ADAL" clId="{A4F2C247-2803-4D7D-BA57-0ABA29B95C35}" dt="2022-08-25T06:03:05.944" v="3492" actId="20577"/>
        <pc:sldMkLst>
          <pc:docMk/>
          <pc:sldMk cId="946455540" sldId="378"/>
        </pc:sldMkLst>
        <pc:spChg chg="mod">
          <ac:chgData name="Yeo Xiong Wei, Jonathan" userId="ac2b658e-7ce1-44bb-9f9f-bf4198ceaa29" providerId="ADAL" clId="{A4F2C247-2803-4D7D-BA57-0ABA29B95C35}" dt="2022-08-25T06:02:16.442" v="3334" actId="21"/>
          <ac:spMkLst>
            <pc:docMk/>
            <pc:sldMk cId="946455540" sldId="378"/>
            <ac:spMk id="6" creationId="{F4BB368C-A778-430D-9715-B41850C4D37A}"/>
          </ac:spMkLst>
        </pc:spChg>
      </pc:sldChg>
      <pc:sldChg chg="modSp mod modAnim">
        <pc:chgData name="Yeo Xiong Wei, Jonathan" userId="ac2b658e-7ce1-44bb-9f9f-bf4198ceaa29" providerId="ADAL" clId="{A4F2C247-2803-4D7D-BA57-0ABA29B95C35}" dt="2022-08-25T06:00:59.055" v="3319"/>
        <pc:sldMkLst>
          <pc:docMk/>
          <pc:sldMk cId="1721693409" sldId="379"/>
        </pc:sldMkLst>
        <pc:spChg chg="mod">
          <ac:chgData name="Yeo Xiong Wei, Jonathan" userId="ac2b658e-7ce1-44bb-9f9f-bf4198ceaa29" providerId="ADAL" clId="{A4F2C247-2803-4D7D-BA57-0ABA29B95C35}" dt="2022-08-25T06:00:42.921" v="3317" actId="6549"/>
          <ac:spMkLst>
            <pc:docMk/>
            <pc:sldMk cId="1721693409" sldId="379"/>
            <ac:spMk id="71682" creationId="{00000000-0000-0000-0000-000000000000}"/>
          </ac:spMkLst>
        </pc:spChg>
      </pc:sldChg>
      <pc:sldChg chg="modAnim">
        <pc:chgData name="Yeo Xiong Wei, Jonathan" userId="ac2b658e-7ce1-44bb-9f9f-bf4198ceaa29" providerId="ADAL" clId="{A4F2C247-2803-4D7D-BA57-0ABA29B95C35}" dt="2022-08-25T06:03:47.612" v="3494"/>
        <pc:sldMkLst>
          <pc:docMk/>
          <pc:sldMk cId="3350119035" sldId="380"/>
        </pc:sldMkLst>
      </pc:sldChg>
      <pc:sldChg chg="modSp mod modAnim">
        <pc:chgData name="Yeo Xiong Wei, Jonathan" userId="ac2b658e-7ce1-44bb-9f9f-bf4198ceaa29" providerId="ADAL" clId="{A4F2C247-2803-4D7D-BA57-0ABA29B95C35}" dt="2022-08-25T06:00:32.619" v="3316"/>
        <pc:sldMkLst>
          <pc:docMk/>
          <pc:sldMk cId="1013567069" sldId="382"/>
        </pc:sldMkLst>
        <pc:spChg chg="mod">
          <ac:chgData name="Yeo Xiong Wei, Jonathan" userId="ac2b658e-7ce1-44bb-9f9f-bf4198ceaa29" providerId="ADAL" clId="{A4F2C247-2803-4D7D-BA57-0ABA29B95C35}" dt="2022-08-25T05:58:47.527" v="3240" actId="404"/>
          <ac:spMkLst>
            <pc:docMk/>
            <pc:sldMk cId="1013567069" sldId="382"/>
            <ac:spMk id="71682" creationId="{00000000-0000-0000-0000-000000000000}"/>
          </ac:spMkLst>
        </pc:spChg>
      </pc:sldChg>
      <pc:sldChg chg="modSp mod">
        <pc:chgData name="Yeo Xiong Wei, Jonathan" userId="ac2b658e-7ce1-44bb-9f9f-bf4198ceaa29" providerId="ADAL" clId="{A4F2C247-2803-4D7D-BA57-0ABA29B95C35}" dt="2022-08-25T06:07:03.101" v="3521" actId="6549"/>
        <pc:sldMkLst>
          <pc:docMk/>
          <pc:sldMk cId="558234334" sldId="384"/>
        </pc:sldMkLst>
        <pc:spChg chg="mod">
          <ac:chgData name="Yeo Xiong Wei, Jonathan" userId="ac2b658e-7ce1-44bb-9f9f-bf4198ceaa29" providerId="ADAL" clId="{A4F2C247-2803-4D7D-BA57-0ABA29B95C35}" dt="2022-08-25T06:07:03.101" v="3521" actId="6549"/>
          <ac:spMkLst>
            <pc:docMk/>
            <pc:sldMk cId="558234334" sldId="384"/>
            <ac:spMk id="6" creationId="{F4BB368C-A778-430D-9715-B41850C4D37A}"/>
          </ac:spMkLst>
        </pc:spChg>
      </pc:sldChg>
      <pc:sldChg chg="modAnim">
        <pc:chgData name="Yeo Xiong Wei, Jonathan" userId="ac2b658e-7ce1-44bb-9f9f-bf4198ceaa29" providerId="ADAL" clId="{A4F2C247-2803-4D7D-BA57-0ABA29B95C35}" dt="2022-08-25T05:04:25.146" v="1"/>
        <pc:sldMkLst>
          <pc:docMk/>
          <pc:sldMk cId="2505173074" sldId="385"/>
        </pc:sldMkLst>
      </pc:sldChg>
      <pc:sldChg chg="addSp modSp mod modNotesTx">
        <pc:chgData name="Yeo Xiong Wei, Jonathan" userId="ac2b658e-7ce1-44bb-9f9f-bf4198ceaa29" providerId="ADAL" clId="{A4F2C247-2803-4D7D-BA57-0ABA29B95C35}" dt="2022-08-25T06:19:29.135" v="3600" actId="14100"/>
        <pc:sldMkLst>
          <pc:docMk/>
          <pc:sldMk cId="2850777754" sldId="387"/>
        </pc:sldMkLst>
        <pc:spChg chg="mod">
          <ac:chgData name="Yeo Xiong Wei, Jonathan" userId="ac2b658e-7ce1-44bb-9f9f-bf4198ceaa29" providerId="ADAL" clId="{A4F2C247-2803-4D7D-BA57-0ABA29B95C35}" dt="2022-08-25T06:19:25.584" v="3599" actId="20577"/>
          <ac:spMkLst>
            <pc:docMk/>
            <pc:sldMk cId="2850777754" sldId="387"/>
            <ac:spMk id="38914" creationId="{00000000-0000-0000-0000-000000000000}"/>
          </ac:spMkLst>
        </pc:spChg>
        <pc:picChg chg="add mod">
          <ac:chgData name="Yeo Xiong Wei, Jonathan" userId="ac2b658e-7ce1-44bb-9f9f-bf4198ceaa29" providerId="ADAL" clId="{A4F2C247-2803-4D7D-BA57-0ABA29B95C35}" dt="2022-08-25T06:19:29.135" v="3600" actId="14100"/>
          <ac:picMkLst>
            <pc:docMk/>
            <pc:sldMk cId="2850777754" sldId="387"/>
            <ac:picMk id="4" creationId="{30198069-F5E2-624B-5EE7-8B27CAB0181B}"/>
          </ac:picMkLst>
        </pc:picChg>
      </pc:sldChg>
      <pc:sldChg chg="addSp delSp modSp mod">
        <pc:chgData name="Yeo Xiong Wei, Jonathan" userId="ac2b658e-7ce1-44bb-9f9f-bf4198ceaa29" providerId="ADAL" clId="{A4F2C247-2803-4D7D-BA57-0ABA29B95C35}" dt="2022-08-25T06:19:38.279" v="3603"/>
        <pc:sldMkLst>
          <pc:docMk/>
          <pc:sldMk cId="4186818076" sldId="388"/>
        </pc:sldMkLst>
        <pc:spChg chg="mod">
          <ac:chgData name="Yeo Xiong Wei, Jonathan" userId="ac2b658e-7ce1-44bb-9f9f-bf4198ceaa29" providerId="ADAL" clId="{A4F2C247-2803-4D7D-BA57-0ABA29B95C35}" dt="2022-08-25T06:18:38.821" v="3589" actId="6549"/>
          <ac:spMkLst>
            <pc:docMk/>
            <pc:sldMk cId="4186818076" sldId="388"/>
            <ac:spMk id="38914" creationId="{00000000-0000-0000-0000-000000000000}"/>
          </ac:spMkLst>
        </pc:spChg>
        <pc:picChg chg="add del mod">
          <ac:chgData name="Yeo Xiong Wei, Jonathan" userId="ac2b658e-7ce1-44bb-9f9f-bf4198ceaa29" providerId="ADAL" clId="{A4F2C247-2803-4D7D-BA57-0ABA29B95C35}" dt="2022-08-25T06:19:37.959" v="3602" actId="478"/>
          <ac:picMkLst>
            <pc:docMk/>
            <pc:sldMk cId="4186818076" sldId="388"/>
            <ac:picMk id="4" creationId="{9A16982D-AABF-E08B-0047-0D6E96FAD8C0}"/>
          </ac:picMkLst>
        </pc:picChg>
        <pc:picChg chg="add mod">
          <ac:chgData name="Yeo Xiong Wei, Jonathan" userId="ac2b658e-7ce1-44bb-9f9f-bf4198ceaa29" providerId="ADAL" clId="{A4F2C247-2803-4D7D-BA57-0ABA29B95C35}" dt="2022-08-25T06:19:38.279" v="3603"/>
          <ac:picMkLst>
            <pc:docMk/>
            <pc:sldMk cId="4186818076" sldId="388"/>
            <ac:picMk id="5" creationId="{8AC71369-7DA2-F6C9-E4E3-FA592BB5B618}"/>
          </ac:picMkLst>
        </pc:picChg>
      </pc:sldChg>
      <pc:sldChg chg="modSp modAnim">
        <pc:chgData name="Yeo Xiong Wei, Jonathan" userId="ac2b658e-7ce1-44bb-9f9f-bf4198ceaa29" providerId="ADAL" clId="{A4F2C247-2803-4D7D-BA57-0ABA29B95C35}" dt="2022-08-25T06:06:39.684" v="3520" actId="403"/>
        <pc:sldMkLst>
          <pc:docMk/>
          <pc:sldMk cId="2304761474" sldId="389"/>
        </pc:sldMkLst>
        <pc:spChg chg="mod">
          <ac:chgData name="Yeo Xiong Wei, Jonathan" userId="ac2b658e-7ce1-44bb-9f9f-bf4198ceaa29" providerId="ADAL" clId="{A4F2C247-2803-4D7D-BA57-0ABA29B95C35}" dt="2022-08-25T06:06:39.684" v="3520" actId="403"/>
          <ac:spMkLst>
            <pc:docMk/>
            <pc:sldMk cId="2304761474" sldId="389"/>
            <ac:spMk id="6" creationId="{F4BB368C-A778-430D-9715-B41850C4D37A}"/>
          </ac:spMkLst>
        </pc:spChg>
      </pc:sldChg>
      <pc:sldChg chg="modSp mod modNotesTx">
        <pc:chgData name="Yeo Xiong Wei, Jonathan" userId="ac2b658e-7ce1-44bb-9f9f-bf4198ceaa29" providerId="ADAL" clId="{A4F2C247-2803-4D7D-BA57-0ABA29B95C35}" dt="2022-08-25T05:13:29.207" v="310" actId="404"/>
        <pc:sldMkLst>
          <pc:docMk/>
          <pc:sldMk cId="2993653092" sldId="390"/>
        </pc:sldMkLst>
        <pc:spChg chg="mod">
          <ac:chgData name="Yeo Xiong Wei, Jonathan" userId="ac2b658e-7ce1-44bb-9f9f-bf4198ceaa29" providerId="ADAL" clId="{A4F2C247-2803-4D7D-BA57-0ABA29B95C35}" dt="2022-08-25T05:13:29.207" v="310" actId="404"/>
          <ac:spMkLst>
            <pc:docMk/>
            <pc:sldMk cId="2993653092" sldId="390"/>
            <ac:spMk id="29698" creationId="{00000000-0000-0000-0000-000000000000}"/>
          </ac:spMkLst>
        </pc:spChg>
      </pc:sldChg>
      <pc:sldChg chg="modSp mod">
        <pc:chgData name="Yeo Xiong Wei, Jonathan" userId="ac2b658e-7ce1-44bb-9f9f-bf4198ceaa29" providerId="ADAL" clId="{A4F2C247-2803-4D7D-BA57-0ABA29B95C35}" dt="2022-08-25T05:59:52.960" v="3315" actId="27636"/>
        <pc:sldMkLst>
          <pc:docMk/>
          <pc:sldMk cId="3336074670" sldId="392"/>
        </pc:sldMkLst>
        <pc:spChg chg="mod">
          <ac:chgData name="Yeo Xiong Wei, Jonathan" userId="ac2b658e-7ce1-44bb-9f9f-bf4198ceaa29" providerId="ADAL" clId="{A4F2C247-2803-4D7D-BA57-0ABA29B95C35}" dt="2022-08-25T05:59:52.960" v="3315" actId="27636"/>
          <ac:spMkLst>
            <pc:docMk/>
            <pc:sldMk cId="3336074670" sldId="392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A4F2C247-2803-4D7D-BA57-0ABA29B95C35}" dt="2022-08-25T05:57:37.778" v="3237" actId="255"/>
        <pc:sldMkLst>
          <pc:docMk/>
          <pc:sldMk cId="2759985680" sldId="395"/>
        </pc:sldMkLst>
        <pc:spChg chg="mod">
          <ac:chgData name="Yeo Xiong Wei, Jonathan" userId="ac2b658e-7ce1-44bb-9f9f-bf4198ceaa29" providerId="ADAL" clId="{A4F2C247-2803-4D7D-BA57-0ABA29B95C35}" dt="2022-08-25T05:57:37.778" v="3237" actId="255"/>
          <ac:spMkLst>
            <pc:docMk/>
            <pc:sldMk cId="2759985680" sldId="395"/>
            <ac:spMk id="71682" creationId="{00000000-0000-0000-0000-000000000000}"/>
          </ac:spMkLst>
        </pc:spChg>
      </pc:sldChg>
      <pc:sldChg chg="modSp new mod modAnim">
        <pc:chgData name="Yeo Xiong Wei, Jonathan" userId="ac2b658e-7ce1-44bb-9f9f-bf4198ceaa29" providerId="ADAL" clId="{A4F2C247-2803-4D7D-BA57-0ABA29B95C35}" dt="2022-08-25T05:23:43.074" v="1475" actId="20577"/>
        <pc:sldMkLst>
          <pc:docMk/>
          <pc:sldMk cId="2133190212" sldId="396"/>
        </pc:sldMkLst>
        <pc:spChg chg="mod">
          <ac:chgData name="Yeo Xiong Wei, Jonathan" userId="ac2b658e-7ce1-44bb-9f9f-bf4198ceaa29" providerId="ADAL" clId="{A4F2C247-2803-4D7D-BA57-0ABA29B95C35}" dt="2022-08-25T05:16:47.937" v="389" actId="20577"/>
          <ac:spMkLst>
            <pc:docMk/>
            <pc:sldMk cId="2133190212" sldId="396"/>
            <ac:spMk id="2" creationId="{36369C0F-AD60-3CEF-7CD8-034C7BBE8DAF}"/>
          </ac:spMkLst>
        </pc:spChg>
        <pc:spChg chg="mod">
          <ac:chgData name="Yeo Xiong Wei, Jonathan" userId="ac2b658e-7ce1-44bb-9f9f-bf4198ceaa29" providerId="ADAL" clId="{A4F2C247-2803-4D7D-BA57-0ABA29B95C35}" dt="2022-08-25T05:23:43.074" v="1475" actId="20577"/>
          <ac:spMkLst>
            <pc:docMk/>
            <pc:sldMk cId="2133190212" sldId="396"/>
            <ac:spMk id="3" creationId="{0BB3E2B2-5F03-76BF-00E4-FA4050B77950}"/>
          </ac:spMkLst>
        </pc:spChg>
      </pc:sldChg>
      <pc:sldChg chg="addSp modSp add mod modAnim">
        <pc:chgData name="Yeo Xiong Wei, Jonathan" userId="ac2b658e-7ce1-44bb-9f9f-bf4198ceaa29" providerId="ADAL" clId="{A4F2C247-2803-4D7D-BA57-0ABA29B95C35}" dt="2022-08-25T05:50:54.555" v="2843"/>
        <pc:sldMkLst>
          <pc:docMk/>
          <pc:sldMk cId="2468687149" sldId="397"/>
        </pc:sldMkLst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5" creationId="{DA0B1C37-5327-8CEC-BD59-921EC0105152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6" creationId="{DDA8E658-FEF3-D30B-01FD-1C2E54A06078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7" creationId="{A4BFED78-97C9-EDBE-421B-014011FF993D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8" creationId="{7CD3128A-BBC3-AB08-5DF8-FF66AEE66D8F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9" creationId="{4F03AEAA-C5E8-2259-5DF2-046A54673233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0" creationId="{876C9ACA-70FC-3FCF-652B-B551A7E0C245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1" creationId="{E3BAC83C-7D8D-77A8-114F-068599C35D8D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2" creationId="{54E92F3F-F37B-D1C7-15A8-606B8D4AD722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3" creationId="{3F3F4613-ECBA-0CE1-A18C-8E3A10ACE45E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4" creationId="{68771E47-0AEE-7981-D2ED-D3769449E1CF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5" creationId="{27A3F760-4448-B963-BEB9-F3FE1CCDBFBA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6" creationId="{2C0A28C4-9780-B029-B7FA-D54B29948B21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7" creationId="{9DC1AA67-77C5-228B-B746-E2F7A44E7869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19" creationId="{6C983B98-0987-AFC0-ACF7-2089418F3170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20" creationId="{A5158A48-6124-5DDC-3875-60A78A68E7EA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21" creationId="{E7082169-A324-DA0F-688D-2C732B68B117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22" creationId="{91A3A65B-4BB0-D8A5-C705-173C3B3EE427}"/>
          </ac:spMkLst>
        </pc:spChg>
        <pc:spChg chg="mod">
          <ac:chgData name="Yeo Xiong Wei, Jonathan" userId="ac2b658e-7ce1-44bb-9f9f-bf4198ceaa29" providerId="ADAL" clId="{A4F2C247-2803-4D7D-BA57-0ABA29B95C35}" dt="2022-08-25T05:24:43.017" v="1531"/>
          <ac:spMkLst>
            <pc:docMk/>
            <pc:sldMk cId="2468687149" sldId="397"/>
            <ac:spMk id="23" creationId="{6D571C58-ED1C-B68E-97A9-9FA892CF8F44}"/>
          </ac:spMkLst>
        </pc:spChg>
        <pc:spChg chg="mod">
          <ac:chgData name="Yeo Xiong Wei, Jonathan" userId="ac2b658e-7ce1-44bb-9f9f-bf4198ceaa29" providerId="ADAL" clId="{A4F2C247-2803-4D7D-BA57-0ABA29B95C35}" dt="2022-08-25T05:36:42.935" v="2128" actId="15"/>
          <ac:spMkLst>
            <pc:docMk/>
            <pc:sldMk cId="2468687149" sldId="397"/>
            <ac:spMk id="38914" creationId="{00000000-0000-0000-0000-000000000000}"/>
          </ac:spMkLst>
        </pc:spChg>
        <pc:grpChg chg="add mod">
          <ac:chgData name="Yeo Xiong Wei, Jonathan" userId="ac2b658e-7ce1-44bb-9f9f-bf4198ceaa29" providerId="ADAL" clId="{A4F2C247-2803-4D7D-BA57-0ABA29B95C35}" dt="2022-08-25T05:24:43.017" v="1531"/>
          <ac:grpSpMkLst>
            <pc:docMk/>
            <pc:sldMk cId="2468687149" sldId="397"/>
            <ac:grpSpMk id="2" creationId="{B2EB7D90-1455-74AB-2270-29DC9FA478AB}"/>
          </ac:grpSpMkLst>
        </pc:grpChg>
        <pc:grpChg chg="mod">
          <ac:chgData name="Yeo Xiong Wei, Jonathan" userId="ac2b658e-7ce1-44bb-9f9f-bf4198ceaa29" providerId="ADAL" clId="{A4F2C247-2803-4D7D-BA57-0ABA29B95C35}" dt="2022-08-25T05:24:43.017" v="1531"/>
          <ac:grpSpMkLst>
            <pc:docMk/>
            <pc:sldMk cId="2468687149" sldId="397"/>
            <ac:grpSpMk id="4" creationId="{29EFAD0D-D637-6DF3-22BD-EE3D68962CEE}"/>
          </ac:grpSpMkLst>
        </pc:grpChg>
        <pc:grpChg chg="mod">
          <ac:chgData name="Yeo Xiong Wei, Jonathan" userId="ac2b658e-7ce1-44bb-9f9f-bf4198ceaa29" providerId="ADAL" clId="{A4F2C247-2803-4D7D-BA57-0ABA29B95C35}" dt="2022-08-25T05:24:43.017" v="1531"/>
          <ac:grpSpMkLst>
            <pc:docMk/>
            <pc:sldMk cId="2468687149" sldId="397"/>
            <ac:grpSpMk id="18" creationId="{65A3CE1C-3799-EFCE-ECE0-944240E35594}"/>
          </ac:grpSpMkLst>
        </pc:grpChg>
        <pc:grpChg chg="mod">
          <ac:chgData name="Yeo Xiong Wei, Jonathan" userId="ac2b658e-7ce1-44bb-9f9f-bf4198ceaa29" providerId="ADAL" clId="{A4F2C247-2803-4D7D-BA57-0ABA29B95C35}" dt="2022-08-25T05:24:43.017" v="1531"/>
          <ac:grpSpMkLst>
            <pc:docMk/>
            <pc:sldMk cId="2468687149" sldId="397"/>
            <ac:grpSpMk id="24" creationId="{6A682978-6C32-80A0-0CDE-D5B4DBD7C13E}"/>
          </ac:grpSpMkLst>
        </pc:grp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25" creationId="{629DF687-BF82-408A-C128-5F69AE749222}"/>
          </ac:cxnSpMkLst>
        </pc:cxn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26" creationId="{283B3956-61B8-DAA1-60CB-52496568A581}"/>
          </ac:cxnSpMkLst>
        </pc:cxn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27" creationId="{06A6E5EB-F483-F9C0-7F4F-C7EE320CFAFD}"/>
          </ac:cxnSpMkLst>
        </pc:cxn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28" creationId="{98F30B19-935C-4139-8562-5106C1714F81}"/>
          </ac:cxnSpMkLst>
        </pc:cxn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29" creationId="{DE1D93EC-467E-7529-FC4B-6B021558748D}"/>
          </ac:cxnSpMkLst>
        </pc:cxn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30" creationId="{C82513AA-AB65-8746-E943-7F2D9B7F9422}"/>
          </ac:cxnSpMkLst>
        </pc:cxn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31" creationId="{705CE265-66C2-72E0-DB2F-9EAF22BE3B27}"/>
          </ac:cxnSpMkLst>
        </pc:cxnChg>
        <pc:cxnChg chg="mod">
          <ac:chgData name="Yeo Xiong Wei, Jonathan" userId="ac2b658e-7ce1-44bb-9f9f-bf4198ceaa29" providerId="ADAL" clId="{A4F2C247-2803-4D7D-BA57-0ABA29B95C35}" dt="2022-08-25T05:24:43.017" v="1531"/>
          <ac:cxnSpMkLst>
            <pc:docMk/>
            <pc:sldMk cId="2468687149" sldId="397"/>
            <ac:cxnSpMk id="32" creationId="{4C2E998F-AD20-B3CB-0C51-CC8D068A54F7}"/>
          </ac:cxnSpMkLst>
        </pc:cxnChg>
        <pc:cxnChg chg="add mod">
          <ac:chgData name="Yeo Xiong Wei, Jonathan" userId="ac2b658e-7ce1-44bb-9f9f-bf4198ceaa29" providerId="ADAL" clId="{A4F2C247-2803-4D7D-BA57-0ABA29B95C35}" dt="2022-08-25T05:25:55.553" v="1577" actId="1035"/>
          <ac:cxnSpMkLst>
            <pc:docMk/>
            <pc:sldMk cId="2468687149" sldId="397"/>
            <ac:cxnSpMk id="34" creationId="{504D4B9D-F22C-76A2-86D5-4BCDE7FD5A6B}"/>
          </ac:cxnSpMkLst>
        </pc:cxnChg>
        <pc:cxnChg chg="add mod">
          <ac:chgData name="Yeo Xiong Wei, Jonathan" userId="ac2b658e-7ce1-44bb-9f9f-bf4198ceaa29" providerId="ADAL" clId="{A4F2C247-2803-4D7D-BA57-0ABA29B95C35}" dt="2022-08-25T05:26:06.155" v="1629" actId="1038"/>
          <ac:cxnSpMkLst>
            <pc:docMk/>
            <pc:sldMk cId="2468687149" sldId="397"/>
            <ac:cxnSpMk id="35" creationId="{4978B0DD-5C87-7407-DFB3-AC2476E3A5C4}"/>
          </ac:cxnSpMkLst>
        </pc:cxnChg>
      </pc:sldChg>
      <pc:sldChg chg="modSp add del mod">
        <pc:chgData name="Yeo Xiong Wei, Jonathan" userId="ac2b658e-7ce1-44bb-9f9f-bf4198ceaa29" providerId="ADAL" clId="{A4F2C247-2803-4D7D-BA57-0ABA29B95C35}" dt="2022-08-25T05:28:53.638" v="1744" actId="47"/>
        <pc:sldMkLst>
          <pc:docMk/>
          <pc:sldMk cId="2347814513" sldId="398"/>
        </pc:sldMkLst>
        <pc:spChg chg="mod">
          <ac:chgData name="Yeo Xiong Wei, Jonathan" userId="ac2b658e-7ce1-44bb-9f9f-bf4198ceaa29" providerId="ADAL" clId="{A4F2C247-2803-4D7D-BA57-0ABA29B95C35}" dt="2022-08-25T05:28:51.575" v="1743" actId="6549"/>
          <ac:spMkLst>
            <pc:docMk/>
            <pc:sldMk cId="2347814513" sldId="398"/>
            <ac:spMk id="38913" creationId="{00000000-0000-0000-0000-000000000000}"/>
          </ac:spMkLst>
        </pc:spChg>
      </pc:sldChg>
      <pc:sldChg chg="modSp add mod modAnim">
        <pc:chgData name="Yeo Xiong Wei, Jonathan" userId="ac2b658e-7ce1-44bb-9f9f-bf4198ceaa29" providerId="ADAL" clId="{A4F2C247-2803-4D7D-BA57-0ABA29B95C35}" dt="2022-08-25T05:51:01.366" v="2845"/>
        <pc:sldMkLst>
          <pc:docMk/>
          <pc:sldMk cId="2907007554" sldId="398"/>
        </pc:sldMkLst>
        <pc:spChg chg="mod">
          <ac:chgData name="Yeo Xiong Wei, Jonathan" userId="ac2b658e-7ce1-44bb-9f9f-bf4198ceaa29" providerId="ADAL" clId="{A4F2C247-2803-4D7D-BA57-0ABA29B95C35}" dt="2022-08-25T05:29:07.653" v="1756" actId="14100"/>
          <ac:spMkLst>
            <pc:docMk/>
            <pc:sldMk cId="2907007554" sldId="398"/>
            <ac:spMk id="38913" creationId="{00000000-0000-0000-0000-000000000000}"/>
          </ac:spMkLst>
        </pc:spChg>
        <pc:spChg chg="mod">
          <ac:chgData name="Yeo Xiong Wei, Jonathan" userId="ac2b658e-7ce1-44bb-9f9f-bf4198ceaa29" providerId="ADAL" clId="{A4F2C247-2803-4D7D-BA57-0ABA29B95C35}" dt="2022-08-25T05:37:32.696" v="2156" actId="20577"/>
          <ac:spMkLst>
            <pc:docMk/>
            <pc:sldMk cId="2907007554" sldId="398"/>
            <ac:spMk id="38914" creationId="{00000000-0000-0000-0000-000000000000}"/>
          </ac:spMkLst>
        </pc:spChg>
        <pc:cxnChg chg="mod">
          <ac:chgData name="Yeo Xiong Wei, Jonathan" userId="ac2b658e-7ce1-44bb-9f9f-bf4198ceaa29" providerId="ADAL" clId="{A4F2C247-2803-4D7D-BA57-0ABA29B95C35}" dt="2022-08-25T05:30:54.673" v="1810" actId="1038"/>
          <ac:cxnSpMkLst>
            <pc:docMk/>
            <pc:sldMk cId="2907007554" sldId="398"/>
            <ac:cxnSpMk id="34" creationId="{504D4B9D-F22C-76A2-86D5-4BCDE7FD5A6B}"/>
          </ac:cxnSpMkLst>
        </pc:cxnChg>
      </pc:sldChg>
      <pc:sldChg chg="modSp add mod modAnim modNotesTx">
        <pc:chgData name="Yeo Xiong Wei, Jonathan" userId="ac2b658e-7ce1-44bb-9f9f-bf4198ceaa29" providerId="ADAL" clId="{A4F2C247-2803-4D7D-BA57-0ABA29B95C35}" dt="2022-08-25T05:52:24.795" v="2895" actId="20577"/>
        <pc:sldMkLst>
          <pc:docMk/>
          <pc:sldMk cId="4214610528" sldId="399"/>
        </pc:sldMkLst>
        <pc:spChg chg="mod">
          <ac:chgData name="Yeo Xiong Wei, Jonathan" userId="ac2b658e-7ce1-44bb-9f9f-bf4198ceaa29" providerId="ADAL" clId="{A4F2C247-2803-4D7D-BA57-0ABA29B95C35}" dt="2022-08-25T05:38:18.769" v="2173" actId="14100"/>
          <ac:spMkLst>
            <pc:docMk/>
            <pc:sldMk cId="4214610528" sldId="399"/>
            <ac:spMk id="38913" creationId="{00000000-0000-0000-0000-000000000000}"/>
          </ac:spMkLst>
        </pc:spChg>
        <pc:spChg chg="mod">
          <ac:chgData name="Yeo Xiong Wei, Jonathan" userId="ac2b658e-7ce1-44bb-9f9f-bf4198ceaa29" providerId="ADAL" clId="{A4F2C247-2803-4D7D-BA57-0ABA29B95C35}" dt="2022-08-25T05:43:16.005" v="2557" actId="403"/>
          <ac:spMkLst>
            <pc:docMk/>
            <pc:sldMk cId="4214610528" sldId="399"/>
            <ac:spMk id="38914" creationId="{00000000-0000-0000-0000-000000000000}"/>
          </ac:spMkLst>
        </pc:spChg>
        <pc:cxnChg chg="mod">
          <ac:chgData name="Yeo Xiong Wei, Jonathan" userId="ac2b658e-7ce1-44bb-9f9f-bf4198ceaa29" providerId="ADAL" clId="{A4F2C247-2803-4D7D-BA57-0ABA29B95C35}" dt="2022-08-25T05:38:24.635" v="2212" actId="1036"/>
          <ac:cxnSpMkLst>
            <pc:docMk/>
            <pc:sldMk cId="4214610528" sldId="399"/>
            <ac:cxnSpMk id="34" creationId="{504D4B9D-F22C-76A2-86D5-4BCDE7FD5A6B}"/>
          </ac:cxnSpMkLst>
        </pc:cxnChg>
        <pc:cxnChg chg="mod">
          <ac:chgData name="Yeo Xiong Wei, Jonathan" userId="ac2b658e-7ce1-44bb-9f9f-bf4198ceaa29" providerId="ADAL" clId="{A4F2C247-2803-4D7D-BA57-0ABA29B95C35}" dt="2022-08-25T05:38:30.220" v="2253" actId="1038"/>
          <ac:cxnSpMkLst>
            <pc:docMk/>
            <pc:sldMk cId="4214610528" sldId="399"/>
            <ac:cxnSpMk id="35" creationId="{4978B0DD-5C87-7407-DFB3-AC2476E3A5C4}"/>
          </ac:cxnSpMkLst>
        </pc:cxnChg>
      </pc:sldChg>
    </pc:docChg>
  </pc:docChgLst>
  <pc:docChgLst>
    <pc:chgData name="Yeo Xiong Wei, Jonathan" userId="ac2b658e-7ce1-44bb-9f9f-bf4198ceaa29" providerId="ADAL" clId="{C56A928F-4594-A54A-BD36-B169C1DE29E0}"/>
    <pc:docChg chg="undo redo custSel addSld delSld modSld sldOrd">
      <pc:chgData name="Yeo Xiong Wei, Jonathan" userId="ac2b658e-7ce1-44bb-9f9f-bf4198ceaa29" providerId="ADAL" clId="{C56A928F-4594-A54A-BD36-B169C1DE29E0}" dt="2023-05-29T08:45:52.319" v="6203" actId="22"/>
      <pc:docMkLst>
        <pc:docMk/>
      </pc:docMkLst>
      <pc:sldChg chg="modSp">
        <pc:chgData name="Yeo Xiong Wei, Jonathan" userId="ac2b658e-7ce1-44bb-9f9f-bf4198ceaa29" providerId="ADAL" clId="{C56A928F-4594-A54A-BD36-B169C1DE29E0}" dt="2023-05-29T03:05:25.706" v="233" actId="255"/>
        <pc:sldMkLst>
          <pc:docMk/>
          <pc:sldMk cId="1683943885" sldId="304"/>
        </pc:sldMkLst>
        <pc:spChg chg="mod">
          <ac:chgData name="Yeo Xiong Wei, Jonathan" userId="ac2b658e-7ce1-44bb-9f9f-bf4198ceaa29" providerId="ADAL" clId="{C56A928F-4594-A54A-BD36-B169C1DE29E0}" dt="2023-05-29T03:05:25.706" v="233" actId="255"/>
          <ac:spMkLst>
            <pc:docMk/>
            <pc:sldMk cId="1683943885" sldId="304"/>
            <ac:spMk id="32770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6:51:25.305" v="2527" actId="20577"/>
        <pc:sldMkLst>
          <pc:docMk/>
          <pc:sldMk cId="1077139813" sldId="307"/>
        </pc:sldMkLst>
        <pc:spChg chg="mod">
          <ac:chgData name="Yeo Xiong Wei, Jonathan" userId="ac2b658e-7ce1-44bb-9f9f-bf4198ceaa29" providerId="ADAL" clId="{C56A928F-4594-A54A-BD36-B169C1DE29E0}" dt="2023-05-29T06:51:25.305" v="2527" actId="20577"/>
          <ac:spMkLst>
            <pc:docMk/>
            <pc:sldMk cId="1077139813" sldId="307"/>
            <ac:spMk id="35842" creationId="{00000000-0000-0000-0000-000000000000}"/>
          </ac:spMkLst>
        </pc:spChg>
      </pc:sldChg>
      <pc:sldChg chg="addSp modSp">
        <pc:chgData name="Yeo Xiong Wei, Jonathan" userId="ac2b658e-7ce1-44bb-9f9f-bf4198ceaa29" providerId="ADAL" clId="{C56A928F-4594-A54A-BD36-B169C1DE29E0}" dt="2023-05-29T07:00:29.290" v="2978" actId="1076"/>
        <pc:sldMkLst>
          <pc:docMk/>
          <pc:sldMk cId="1154887215" sldId="311"/>
        </pc:sldMkLst>
        <pc:spChg chg="mod">
          <ac:chgData name="Yeo Xiong Wei, Jonathan" userId="ac2b658e-7ce1-44bb-9f9f-bf4198ceaa29" providerId="ADAL" clId="{C56A928F-4594-A54A-BD36-B169C1DE29E0}" dt="2023-05-29T06:59:21.710" v="2969" actId="14100"/>
          <ac:spMkLst>
            <pc:docMk/>
            <pc:sldMk cId="1154887215" sldId="311"/>
            <ac:spMk id="39938" creationId="{00000000-0000-0000-0000-000000000000}"/>
          </ac:spMkLst>
        </pc:spChg>
        <pc:cxnChg chg="add mod">
          <ac:chgData name="Yeo Xiong Wei, Jonathan" userId="ac2b658e-7ce1-44bb-9f9f-bf4198ceaa29" providerId="ADAL" clId="{C56A928F-4594-A54A-BD36-B169C1DE29E0}" dt="2023-05-29T07:00:29.290" v="2978" actId="1076"/>
          <ac:cxnSpMkLst>
            <pc:docMk/>
            <pc:sldMk cId="1154887215" sldId="311"/>
            <ac:cxnSpMk id="2" creationId="{B699CF2C-9217-A8F0-3DB1-D3B24A97AA5B}"/>
          </ac:cxnSpMkLst>
        </pc:cxnChg>
        <pc:cxnChg chg="add mod">
          <ac:chgData name="Yeo Xiong Wei, Jonathan" userId="ac2b658e-7ce1-44bb-9f9f-bf4198ceaa29" providerId="ADAL" clId="{C56A928F-4594-A54A-BD36-B169C1DE29E0}" dt="2023-05-29T07:00:24.092" v="2977" actId="1076"/>
          <ac:cxnSpMkLst>
            <pc:docMk/>
            <pc:sldMk cId="1154887215" sldId="311"/>
            <ac:cxnSpMk id="7" creationId="{48BA9A91-31AA-A093-9A99-E6BFBBA986F8}"/>
          </ac:cxnSpMkLst>
        </pc:cxnChg>
      </pc:sldChg>
      <pc:sldChg chg="modSp">
        <pc:chgData name="Yeo Xiong Wei, Jonathan" userId="ac2b658e-7ce1-44bb-9f9f-bf4198ceaa29" providerId="ADAL" clId="{C56A928F-4594-A54A-BD36-B169C1DE29E0}" dt="2023-05-29T07:30:03.266" v="4688" actId="20577"/>
        <pc:sldMkLst>
          <pc:docMk/>
          <pc:sldMk cId="3749859025" sldId="336"/>
        </pc:sldMkLst>
        <pc:spChg chg="mod">
          <ac:chgData name="Yeo Xiong Wei, Jonathan" userId="ac2b658e-7ce1-44bb-9f9f-bf4198ceaa29" providerId="ADAL" clId="{C56A928F-4594-A54A-BD36-B169C1DE29E0}" dt="2023-05-29T07:30:03.266" v="4688" actId="20577"/>
          <ac:spMkLst>
            <pc:docMk/>
            <pc:sldMk cId="3749859025" sldId="336"/>
            <ac:spMk id="65538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8:13:32.684" v="4873" actId="20577"/>
        <pc:sldMkLst>
          <pc:docMk/>
          <pc:sldMk cId="3775552506" sldId="337"/>
        </pc:sldMkLst>
        <pc:spChg chg="mod">
          <ac:chgData name="Yeo Xiong Wei, Jonathan" userId="ac2b658e-7ce1-44bb-9f9f-bf4198ceaa29" providerId="ADAL" clId="{C56A928F-4594-A54A-BD36-B169C1DE29E0}" dt="2023-05-29T08:13:32.684" v="4873" actId="20577"/>
          <ac:spMkLst>
            <pc:docMk/>
            <pc:sldMk cId="3775552506" sldId="337"/>
            <ac:spMk id="66562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8:16:40.452" v="4888" actId="20577"/>
        <pc:sldMkLst>
          <pc:docMk/>
          <pc:sldMk cId="1794459706" sldId="340"/>
        </pc:sldMkLst>
        <pc:spChg chg="mod">
          <ac:chgData name="Yeo Xiong Wei, Jonathan" userId="ac2b658e-7ce1-44bb-9f9f-bf4198ceaa29" providerId="ADAL" clId="{C56A928F-4594-A54A-BD36-B169C1DE29E0}" dt="2023-05-29T08:16:40.452" v="4888" actId="20577"/>
          <ac:spMkLst>
            <pc:docMk/>
            <pc:sldMk cId="1794459706" sldId="340"/>
            <ac:spMk id="69634" creationId="{00000000-0000-0000-0000-000000000000}"/>
          </ac:spMkLst>
        </pc:spChg>
      </pc:sldChg>
      <pc:sldChg chg="modSp addAnim delAnim">
        <pc:chgData name="Yeo Xiong Wei, Jonathan" userId="ac2b658e-7ce1-44bb-9f9f-bf4198ceaa29" providerId="ADAL" clId="{C56A928F-4594-A54A-BD36-B169C1DE29E0}" dt="2023-05-29T08:23:36.473" v="5101" actId="21"/>
        <pc:sldMkLst>
          <pc:docMk/>
          <pc:sldMk cId="237551156" sldId="342"/>
        </pc:sldMkLst>
        <pc:spChg chg="mod">
          <ac:chgData name="Yeo Xiong Wei, Jonathan" userId="ac2b658e-7ce1-44bb-9f9f-bf4198ceaa29" providerId="ADAL" clId="{C56A928F-4594-A54A-BD36-B169C1DE29E0}" dt="2023-05-29T08:23:36.473" v="5101" actId="21"/>
          <ac:spMkLst>
            <pc:docMk/>
            <pc:sldMk cId="237551156" sldId="342"/>
            <ac:spMk id="71682" creationId="{00000000-0000-0000-0000-000000000000}"/>
          </ac:spMkLst>
        </pc:spChg>
      </pc:sldChg>
      <pc:sldChg chg="modSp add del">
        <pc:chgData name="Yeo Xiong Wei, Jonathan" userId="ac2b658e-7ce1-44bb-9f9f-bf4198ceaa29" providerId="ADAL" clId="{C56A928F-4594-A54A-BD36-B169C1DE29E0}" dt="2023-05-29T08:40:19.790" v="5937" actId="20577"/>
        <pc:sldMkLst>
          <pc:docMk/>
          <pc:sldMk cId="1075081997" sldId="350"/>
        </pc:sldMkLst>
        <pc:spChg chg="mod">
          <ac:chgData name="Yeo Xiong Wei, Jonathan" userId="ac2b658e-7ce1-44bb-9f9f-bf4198ceaa29" providerId="ADAL" clId="{C56A928F-4594-A54A-BD36-B169C1DE29E0}" dt="2023-05-29T08:38:12.662" v="5779" actId="20577"/>
          <ac:spMkLst>
            <pc:docMk/>
            <pc:sldMk cId="1075081997" sldId="350"/>
            <ac:spMk id="79873" creationId="{00000000-0000-0000-0000-000000000000}"/>
          </ac:spMkLst>
        </pc:spChg>
        <pc:spChg chg="mod">
          <ac:chgData name="Yeo Xiong Wei, Jonathan" userId="ac2b658e-7ce1-44bb-9f9f-bf4198ceaa29" providerId="ADAL" clId="{C56A928F-4594-A54A-BD36-B169C1DE29E0}" dt="2023-05-29T08:40:19.790" v="5937" actId="20577"/>
          <ac:spMkLst>
            <pc:docMk/>
            <pc:sldMk cId="1075081997" sldId="350"/>
            <ac:spMk id="79874" creationId="{00000000-0000-0000-0000-000000000000}"/>
          </ac:spMkLst>
        </pc:spChg>
      </pc:sldChg>
      <pc:sldChg chg="modSp ord">
        <pc:chgData name="Yeo Xiong Wei, Jonathan" userId="ac2b658e-7ce1-44bb-9f9f-bf4198ceaa29" providerId="ADAL" clId="{C56A928F-4594-A54A-BD36-B169C1DE29E0}" dt="2023-05-29T07:01:03.993" v="2982" actId="20577"/>
        <pc:sldMkLst>
          <pc:docMk/>
          <pc:sldMk cId="2845177872" sldId="372"/>
        </pc:sldMkLst>
        <pc:spChg chg="mod">
          <ac:chgData name="Yeo Xiong Wei, Jonathan" userId="ac2b658e-7ce1-44bb-9f9f-bf4198ceaa29" providerId="ADAL" clId="{C56A928F-4594-A54A-BD36-B169C1DE29E0}" dt="2023-05-29T07:01:03.993" v="2982" actId="20577"/>
          <ac:spMkLst>
            <pc:docMk/>
            <pc:sldMk cId="2845177872" sldId="372"/>
            <ac:spMk id="8" creationId="{DA8722D4-65E1-473F-9846-1125E1C984A4}"/>
          </ac:spMkLst>
        </pc:spChg>
      </pc:sldChg>
      <pc:sldChg chg="modSp">
        <pc:chgData name="Yeo Xiong Wei, Jonathan" userId="ac2b658e-7ce1-44bb-9f9f-bf4198ceaa29" providerId="ADAL" clId="{C56A928F-4594-A54A-BD36-B169C1DE29E0}" dt="2023-05-29T03:02:13.187" v="162" actId="20577"/>
        <pc:sldMkLst>
          <pc:docMk/>
          <pc:sldMk cId="1570624268" sldId="375"/>
        </pc:sldMkLst>
        <pc:spChg chg="mod">
          <ac:chgData name="Yeo Xiong Wei, Jonathan" userId="ac2b658e-7ce1-44bb-9f9f-bf4198ceaa29" providerId="ADAL" clId="{C56A928F-4594-A54A-BD36-B169C1DE29E0}" dt="2023-05-29T03:02:13.187" v="162" actId="20577"/>
          <ac:spMkLst>
            <pc:docMk/>
            <pc:sldMk cId="1570624268" sldId="375"/>
            <ac:spMk id="25602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6:48:45.223" v="2409" actId="20577"/>
        <pc:sldMkLst>
          <pc:docMk/>
          <pc:sldMk cId="3081327897" sldId="376"/>
        </pc:sldMkLst>
        <pc:spChg chg="mod">
          <ac:chgData name="Yeo Xiong Wei, Jonathan" userId="ac2b658e-7ce1-44bb-9f9f-bf4198ceaa29" providerId="ADAL" clId="{C56A928F-4594-A54A-BD36-B169C1DE29E0}" dt="2023-05-29T06:48:45.223" v="2409" actId="20577"/>
          <ac:spMkLst>
            <pc:docMk/>
            <pc:sldMk cId="3081327897" sldId="376"/>
            <ac:spMk id="32770" creationId="{00000000-0000-0000-0000-000000000000}"/>
          </ac:spMkLst>
        </pc:spChg>
      </pc:sldChg>
      <pc:sldChg chg="modSp ord">
        <pc:chgData name="Yeo Xiong Wei, Jonathan" userId="ac2b658e-7ce1-44bb-9f9f-bf4198ceaa29" providerId="ADAL" clId="{C56A928F-4594-A54A-BD36-B169C1DE29E0}" dt="2023-05-29T06:49:09.990" v="2440" actId="20577"/>
        <pc:sldMkLst>
          <pc:docMk/>
          <pc:sldMk cId="518600987" sldId="377"/>
        </pc:sldMkLst>
        <pc:spChg chg="mod">
          <ac:chgData name="Yeo Xiong Wei, Jonathan" userId="ac2b658e-7ce1-44bb-9f9f-bf4198ceaa29" providerId="ADAL" clId="{C56A928F-4594-A54A-BD36-B169C1DE29E0}" dt="2023-05-29T06:49:09.990" v="2440" actId="20577"/>
          <ac:spMkLst>
            <pc:docMk/>
            <pc:sldMk cId="518600987" sldId="377"/>
            <ac:spMk id="32770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8:31:10.786" v="5546" actId="20577"/>
        <pc:sldMkLst>
          <pc:docMk/>
          <pc:sldMk cId="1721693409" sldId="379"/>
        </pc:sldMkLst>
        <pc:spChg chg="mod">
          <ac:chgData name="Yeo Xiong Wei, Jonathan" userId="ac2b658e-7ce1-44bb-9f9f-bf4198ceaa29" providerId="ADAL" clId="{C56A928F-4594-A54A-BD36-B169C1DE29E0}" dt="2023-05-29T08:31:10.786" v="5546" actId="20577"/>
          <ac:spMkLst>
            <pc:docMk/>
            <pc:sldMk cId="1721693409" sldId="379"/>
            <ac:spMk id="71682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8:33:15.041" v="5660" actId="20577"/>
        <pc:sldMkLst>
          <pc:docMk/>
          <pc:sldMk cId="3350119035" sldId="380"/>
        </pc:sldMkLst>
        <pc:spChg chg="mod">
          <ac:chgData name="Yeo Xiong Wei, Jonathan" userId="ac2b658e-7ce1-44bb-9f9f-bf4198ceaa29" providerId="ADAL" clId="{C56A928F-4594-A54A-BD36-B169C1DE29E0}" dt="2023-05-29T08:33:15.041" v="5660" actId="20577"/>
          <ac:spMkLst>
            <pc:docMk/>
            <pc:sldMk cId="3350119035" sldId="380"/>
            <ac:spMk id="6" creationId="{F4BB368C-A778-430D-9715-B41850C4D37A}"/>
          </ac:spMkLst>
        </pc:spChg>
      </pc:sldChg>
      <pc:sldChg chg="modSp">
        <pc:chgData name="Yeo Xiong Wei, Jonathan" userId="ac2b658e-7ce1-44bb-9f9f-bf4198ceaa29" providerId="ADAL" clId="{C56A928F-4594-A54A-BD36-B169C1DE29E0}" dt="2023-05-29T08:34:44.827" v="5686" actId="20577"/>
        <pc:sldMkLst>
          <pc:docMk/>
          <pc:sldMk cId="3088528307" sldId="381"/>
        </pc:sldMkLst>
        <pc:spChg chg="mod">
          <ac:chgData name="Yeo Xiong Wei, Jonathan" userId="ac2b658e-7ce1-44bb-9f9f-bf4198ceaa29" providerId="ADAL" clId="{C56A928F-4594-A54A-BD36-B169C1DE29E0}" dt="2023-05-29T08:34:44.827" v="5686" actId="20577"/>
          <ac:spMkLst>
            <pc:docMk/>
            <pc:sldMk cId="3088528307" sldId="381"/>
            <ac:spMk id="7" creationId="{23658715-2771-4905-93AD-010C4016B6E2}"/>
          </ac:spMkLst>
        </pc:spChg>
      </pc:sldChg>
      <pc:sldChg chg="modSp">
        <pc:chgData name="Yeo Xiong Wei, Jonathan" userId="ac2b658e-7ce1-44bb-9f9f-bf4198ceaa29" providerId="ADAL" clId="{C56A928F-4594-A54A-BD36-B169C1DE29E0}" dt="2023-05-29T08:29:23.099" v="5455" actId="20577"/>
        <pc:sldMkLst>
          <pc:docMk/>
          <pc:sldMk cId="1013567069" sldId="382"/>
        </pc:sldMkLst>
        <pc:spChg chg="mod">
          <ac:chgData name="Yeo Xiong Wei, Jonathan" userId="ac2b658e-7ce1-44bb-9f9f-bf4198ceaa29" providerId="ADAL" clId="{C56A928F-4594-A54A-BD36-B169C1DE29E0}" dt="2023-05-29T08:29:23.099" v="5455" actId="20577"/>
          <ac:spMkLst>
            <pc:docMk/>
            <pc:sldMk cId="1013567069" sldId="382"/>
            <ac:spMk id="71682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8:36:57.205" v="5741" actId="20577"/>
        <pc:sldMkLst>
          <pc:docMk/>
          <pc:sldMk cId="2433465224" sldId="383"/>
        </pc:sldMkLst>
        <pc:spChg chg="mod">
          <ac:chgData name="Yeo Xiong Wei, Jonathan" userId="ac2b658e-7ce1-44bb-9f9f-bf4198ceaa29" providerId="ADAL" clId="{C56A928F-4594-A54A-BD36-B169C1DE29E0}" dt="2023-05-29T08:36:57.205" v="5741" actId="20577"/>
          <ac:spMkLst>
            <pc:docMk/>
            <pc:sldMk cId="2433465224" sldId="383"/>
            <ac:spMk id="6" creationId="{F4BB368C-A778-430D-9715-B41850C4D37A}"/>
          </ac:spMkLst>
        </pc:spChg>
      </pc:sldChg>
      <pc:sldChg chg="add del">
        <pc:chgData name="Yeo Xiong Wei, Jonathan" userId="ac2b658e-7ce1-44bb-9f9f-bf4198ceaa29" providerId="ADAL" clId="{C56A928F-4594-A54A-BD36-B169C1DE29E0}" dt="2023-05-29T08:45:34.085" v="6201" actId="2696"/>
        <pc:sldMkLst>
          <pc:docMk/>
          <pc:sldMk cId="558234334" sldId="384"/>
        </pc:sldMkLst>
      </pc:sldChg>
      <pc:sldChg chg="add del">
        <pc:chgData name="Yeo Xiong Wei, Jonathan" userId="ac2b658e-7ce1-44bb-9f9f-bf4198ceaa29" providerId="ADAL" clId="{C56A928F-4594-A54A-BD36-B169C1DE29E0}" dt="2023-05-29T08:45:52.319" v="6203" actId="22"/>
        <pc:sldMkLst>
          <pc:docMk/>
          <pc:sldMk cId="4186818076" sldId="388"/>
        </pc:sldMkLst>
      </pc:sldChg>
      <pc:sldChg chg="modSp add del modNotesTx">
        <pc:chgData name="Yeo Xiong Wei, Jonathan" userId="ac2b658e-7ce1-44bb-9f9f-bf4198ceaa29" providerId="ADAL" clId="{C56A928F-4594-A54A-BD36-B169C1DE29E0}" dt="2023-05-29T08:45:21.631" v="6200" actId="22"/>
        <pc:sldMkLst>
          <pc:docMk/>
          <pc:sldMk cId="2304761474" sldId="389"/>
        </pc:sldMkLst>
        <pc:spChg chg="mod">
          <ac:chgData name="Yeo Xiong Wei, Jonathan" userId="ac2b658e-7ce1-44bb-9f9f-bf4198ceaa29" providerId="ADAL" clId="{C56A928F-4594-A54A-BD36-B169C1DE29E0}" dt="2023-05-29T08:44:54.217" v="6165" actId="20577"/>
          <ac:spMkLst>
            <pc:docMk/>
            <pc:sldMk cId="2304761474" sldId="389"/>
            <ac:spMk id="6" creationId="{F4BB368C-A778-430D-9715-B41850C4D37A}"/>
          </ac:spMkLst>
        </pc:spChg>
      </pc:sldChg>
      <pc:sldChg chg="modSp">
        <pc:chgData name="Yeo Xiong Wei, Jonathan" userId="ac2b658e-7ce1-44bb-9f9f-bf4198ceaa29" providerId="ADAL" clId="{C56A928F-4594-A54A-BD36-B169C1DE29E0}" dt="2023-05-29T03:35:53.895" v="1499" actId="20577"/>
        <pc:sldMkLst>
          <pc:docMk/>
          <pc:sldMk cId="3336074670" sldId="392"/>
        </pc:sldMkLst>
        <pc:spChg chg="mod">
          <ac:chgData name="Yeo Xiong Wei, Jonathan" userId="ac2b658e-7ce1-44bb-9f9f-bf4198ceaa29" providerId="ADAL" clId="{C56A928F-4594-A54A-BD36-B169C1DE29E0}" dt="2023-05-29T03:35:53.895" v="1499" actId="20577"/>
          <ac:spMkLst>
            <pc:docMk/>
            <pc:sldMk cId="3336074670" sldId="392"/>
            <ac:spMk id="38914" creationId="{00000000-0000-0000-0000-000000000000}"/>
          </ac:spMkLst>
        </pc:spChg>
      </pc:sldChg>
      <pc:sldChg chg="modSp">
        <pc:chgData name="Yeo Xiong Wei, Jonathan" userId="ac2b658e-7ce1-44bb-9f9f-bf4198ceaa29" providerId="ADAL" clId="{C56A928F-4594-A54A-BD36-B169C1DE29E0}" dt="2023-05-29T08:30:08.707" v="5492" actId="20577"/>
        <pc:sldMkLst>
          <pc:docMk/>
          <pc:sldMk cId="2759985680" sldId="395"/>
        </pc:sldMkLst>
        <pc:spChg chg="mod">
          <ac:chgData name="Yeo Xiong Wei, Jonathan" userId="ac2b658e-7ce1-44bb-9f9f-bf4198ceaa29" providerId="ADAL" clId="{C56A928F-4594-A54A-BD36-B169C1DE29E0}" dt="2023-05-29T08:30:08.707" v="5492" actId="20577"/>
          <ac:spMkLst>
            <pc:docMk/>
            <pc:sldMk cId="2759985680" sldId="395"/>
            <ac:spMk id="71682" creationId="{00000000-0000-0000-0000-000000000000}"/>
          </ac:spMkLst>
        </pc:spChg>
      </pc:sldChg>
      <pc:sldChg chg="modSp add del">
        <pc:chgData name="Yeo Xiong Wei, Jonathan" userId="ac2b658e-7ce1-44bb-9f9f-bf4198ceaa29" providerId="ADAL" clId="{C56A928F-4594-A54A-BD36-B169C1DE29E0}" dt="2023-05-29T03:35:13.726" v="1482" actId="22"/>
        <pc:sldMkLst>
          <pc:docMk/>
          <pc:sldMk cId="2258427830" sldId="400"/>
        </pc:sldMkLst>
        <pc:spChg chg="mod">
          <ac:chgData name="Yeo Xiong Wei, Jonathan" userId="ac2b658e-7ce1-44bb-9f9f-bf4198ceaa29" providerId="ADAL" clId="{C56A928F-4594-A54A-BD36-B169C1DE29E0}" dt="2023-05-29T03:34:54.332" v="1480" actId="113"/>
          <ac:spMkLst>
            <pc:docMk/>
            <pc:sldMk cId="2258427830" sldId="400"/>
            <ac:spMk id="38914" creationId="{00000000-0000-0000-0000-000000000000}"/>
          </ac:spMkLst>
        </pc:spChg>
      </pc:sldChg>
      <pc:sldChg chg="modSp add">
        <pc:chgData name="Yeo Xiong Wei, Jonathan" userId="ac2b658e-7ce1-44bb-9f9f-bf4198ceaa29" providerId="ADAL" clId="{C56A928F-4594-A54A-BD36-B169C1DE29E0}" dt="2023-05-29T07:02:36.173" v="3185" actId="20577"/>
        <pc:sldMkLst>
          <pc:docMk/>
          <pc:sldMk cId="2477398671" sldId="401"/>
        </pc:sldMkLst>
        <pc:spChg chg="mod">
          <ac:chgData name="Yeo Xiong Wei, Jonathan" userId="ac2b658e-7ce1-44bb-9f9f-bf4198ceaa29" providerId="ADAL" clId="{C56A928F-4594-A54A-BD36-B169C1DE29E0}" dt="2023-05-29T07:02:36.173" v="3185" actId="20577"/>
          <ac:spMkLst>
            <pc:docMk/>
            <pc:sldMk cId="2477398671" sldId="401"/>
            <ac:spMk id="39938" creationId="{00000000-0000-0000-0000-000000000000}"/>
          </ac:spMkLst>
        </pc:spChg>
      </pc:sldChg>
      <pc:sldChg chg="modSp add del">
        <pc:chgData name="Yeo Xiong Wei, Jonathan" userId="ac2b658e-7ce1-44bb-9f9f-bf4198ceaa29" providerId="ADAL" clId="{C56A928F-4594-A54A-BD36-B169C1DE29E0}" dt="2023-05-29T06:49:23.535" v="2441" actId="2696"/>
        <pc:sldMkLst>
          <pc:docMk/>
          <pc:sldMk cId="3743089352" sldId="401"/>
        </pc:sldMkLst>
        <pc:spChg chg="mod">
          <ac:chgData name="Yeo Xiong Wei, Jonathan" userId="ac2b658e-7ce1-44bb-9f9f-bf4198ceaa29" providerId="ADAL" clId="{C56A928F-4594-A54A-BD36-B169C1DE29E0}" dt="2023-05-29T06:44:20.486" v="2017" actId="20577"/>
          <ac:spMkLst>
            <pc:docMk/>
            <pc:sldMk cId="3743089352" sldId="401"/>
            <ac:spMk id="32770" creationId="{00000000-0000-0000-0000-000000000000}"/>
          </ac:spMkLst>
        </pc:spChg>
      </pc:sldChg>
      <pc:sldChg chg="modSp new del">
        <pc:chgData name="Yeo Xiong Wei, Jonathan" userId="ac2b658e-7ce1-44bb-9f9f-bf4198ceaa29" providerId="ADAL" clId="{C56A928F-4594-A54A-BD36-B169C1DE29E0}" dt="2023-05-29T07:07:10.427" v="3252" actId="2696"/>
        <pc:sldMkLst>
          <pc:docMk/>
          <pc:sldMk cId="1904817671" sldId="402"/>
        </pc:sldMkLst>
        <pc:spChg chg="mod">
          <ac:chgData name="Yeo Xiong Wei, Jonathan" userId="ac2b658e-7ce1-44bb-9f9f-bf4198ceaa29" providerId="ADAL" clId="{C56A928F-4594-A54A-BD36-B169C1DE29E0}" dt="2023-05-29T07:05:27.281" v="3251" actId="20577"/>
          <ac:spMkLst>
            <pc:docMk/>
            <pc:sldMk cId="1904817671" sldId="402"/>
            <ac:spMk id="2" creationId="{3AE524F0-202A-BEEE-56C4-BFA712A4E773}"/>
          </ac:spMkLst>
        </pc:spChg>
      </pc:sldChg>
      <pc:sldChg chg="modSp add">
        <pc:chgData name="Yeo Xiong Wei, Jonathan" userId="ac2b658e-7ce1-44bb-9f9f-bf4198ceaa29" providerId="ADAL" clId="{C56A928F-4594-A54A-BD36-B169C1DE29E0}" dt="2023-05-29T07:29:46.827" v="4659" actId="22"/>
        <pc:sldMkLst>
          <pc:docMk/>
          <pc:sldMk cId="2271559985" sldId="402"/>
        </pc:sldMkLst>
        <pc:spChg chg="mod">
          <ac:chgData name="Yeo Xiong Wei, Jonathan" userId="ac2b658e-7ce1-44bb-9f9f-bf4198ceaa29" providerId="ADAL" clId="{C56A928F-4594-A54A-BD36-B169C1DE29E0}" dt="2023-05-29T07:29:46.827" v="4659" actId="22"/>
          <ac:spMkLst>
            <pc:docMk/>
            <pc:sldMk cId="2271559985" sldId="402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C56A928F-4594-A54A-BD36-B169C1DE29E0}" dt="2023-05-29T07:18:04.702" v="3806" actId="20577"/>
          <ac:spMkLst>
            <pc:docMk/>
            <pc:sldMk cId="2271559985" sldId="402"/>
            <ac:spMk id="66562" creationId="{00000000-0000-0000-0000-000000000000}"/>
          </ac:spMkLst>
        </pc:spChg>
      </pc:sldChg>
      <pc:sldChg chg="modSp add">
        <pc:chgData name="Yeo Xiong Wei, Jonathan" userId="ac2b658e-7ce1-44bb-9f9f-bf4198ceaa29" providerId="ADAL" clId="{C56A928F-4594-A54A-BD36-B169C1DE29E0}" dt="2023-05-29T07:29:40.891" v="4658" actId="22"/>
        <pc:sldMkLst>
          <pc:docMk/>
          <pc:sldMk cId="2757075619" sldId="403"/>
        </pc:sldMkLst>
        <pc:spChg chg="mod">
          <ac:chgData name="Yeo Xiong Wei, Jonathan" userId="ac2b658e-7ce1-44bb-9f9f-bf4198ceaa29" providerId="ADAL" clId="{C56A928F-4594-A54A-BD36-B169C1DE29E0}" dt="2023-05-29T07:29:40.891" v="4658" actId="22"/>
          <ac:spMkLst>
            <pc:docMk/>
            <pc:sldMk cId="2757075619" sldId="403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C56A928F-4594-A54A-BD36-B169C1DE29E0}" dt="2023-05-29T07:26:09.682" v="4570" actId="20577"/>
          <ac:spMkLst>
            <pc:docMk/>
            <pc:sldMk cId="2757075619" sldId="403"/>
            <ac:spMk id="66562" creationId="{00000000-0000-0000-0000-000000000000}"/>
          </ac:spMkLst>
        </pc:spChg>
      </pc:sldChg>
      <pc:sldChg chg="modSp add">
        <pc:chgData name="Yeo Xiong Wei, Jonathan" userId="ac2b658e-7ce1-44bb-9f9f-bf4198ceaa29" providerId="ADAL" clId="{C56A928F-4594-A54A-BD36-B169C1DE29E0}" dt="2023-05-29T08:13:08.196" v="4871" actId="20577"/>
        <pc:sldMkLst>
          <pc:docMk/>
          <pc:sldMk cId="2117048538" sldId="404"/>
        </pc:sldMkLst>
        <pc:spChg chg="mod">
          <ac:chgData name="Yeo Xiong Wei, Jonathan" userId="ac2b658e-7ce1-44bb-9f9f-bf4198ceaa29" providerId="ADAL" clId="{C56A928F-4594-A54A-BD36-B169C1DE29E0}" dt="2023-05-29T07:29:26.110" v="4657" actId="20577"/>
          <ac:spMkLst>
            <pc:docMk/>
            <pc:sldMk cId="2117048538" sldId="404"/>
            <ac:spMk id="66561" creationId="{00000000-0000-0000-0000-000000000000}"/>
          </ac:spMkLst>
        </pc:spChg>
        <pc:spChg chg="mod">
          <ac:chgData name="Yeo Xiong Wei, Jonathan" userId="ac2b658e-7ce1-44bb-9f9f-bf4198ceaa29" providerId="ADAL" clId="{C56A928F-4594-A54A-BD36-B169C1DE29E0}" dt="2023-05-29T08:13:08.196" v="4871" actId="20577"/>
          <ac:spMkLst>
            <pc:docMk/>
            <pc:sldMk cId="2117048538" sldId="404"/>
            <ac:spMk id="66562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AEB3286C-A04F-4AC5-A584-B6906A339C10}"/>
    <pc:docChg chg="delSld modSld">
      <pc:chgData name="Yeo Xiong Wei, Jonathan" userId="ac2b658e-7ce1-44bb-9f9f-bf4198ceaa29" providerId="ADAL" clId="{AEB3286C-A04F-4AC5-A584-B6906A339C10}" dt="2024-09-03T07:19:59.868" v="2" actId="47"/>
      <pc:docMkLst>
        <pc:docMk/>
      </pc:docMkLst>
      <pc:sldChg chg="modSp mod">
        <pc:chgData name="Yeo Xiong Wei, Jonathan" userId="ac2b658e-7ce1-44bb-9f9f-bf4198ceaa29" providerId="ADAL" clId="{AEB3286C-A04F-4AC5-A584-B6906A339C10}" dt="2024-09-03T06:31:00.936" v="1" actId="20577"/>
        <pc:sldMkLst>
          <pc:docMk/>
          <pc:sldMk cId="2258427830" sldId="400"/>
        </pc:sldMkLst>
        <pc:spChg chg="mod">
          <ac:chgData name="Yeo Xiong Wei, Jonathan" userId="ac2b658e-7ce1-44bb-9f9f-bf4198ceaa29" providerId="ADAL" clId="{AEB3286C-A04F-4AC5-A584-B6906A339C10}" dt="2024-09-03T06:31:00.936" v="1" actId="20577"/>
          <ac:spMkLst>
            <pc:docMk/>
            <pc:sldMk cId="2258427830" sldId="400"/>
            <ac:spMk id="38914" creationId="{00000000-0000-0000-0000-000000000000}"/>
          </ac:spMkLst>
        </pc:spChg>
      </pc:sldChg>
      <pc:sldChg chg="del">
        <pc:chgData name="Yeo Xiong Wei, Jonathan" userId="ac2b658e-7ce1-44bb-9f9f-bf4198ceaa29" providerId="ADAL" clId="{AEB3286C-A04F-4AC5-A584-B6906A339C10}" dt="2024-09-03T07:19:59.868" v="2" actId="47"/>
        <pc:sldMkLst>
          <pc:docMk/>
          <pc:sldMk cId="1243286823" sldId="420"/>
        </pc:sldMkLst>
      </pc:sldChg>
    </pc:docChg>
  </pc:docChgLst>
  <pc:docChgLst>
    <pc:chgData name="Yeo Xiong Wei, Jonathan" userId="ac2b658e-7ce1-44bb-9f9f-bf4198ceaa29" providerId="ADAL" clId="{B5F325F7-7733-47A3-8525-53F9A323869E}"/>
    <pc:docChg chg="undo redo custSel addSld delSld modSld sldOrd">
      <pc:chgData name="Yeo Xiong Wei, Jonathan" userId="ac2b658e-7ce1-44bb-9f9f-bf4198ceaa29" providerId="ADAL" clId="{B5F325F7-7733-47A3-8525-53F9A323869E}" dt="2023-09-08T01:08:40.953" v="6387" actId="207"/>
      <pc:docMkLst>
        <pc:docMk/>
      </pc:docMkLst>
      <pc:sldChg chg="delSp mod">
        <pc:chgData name="Yeo Xiong Wei, Jonathan" userId="ac2b658e-7ce1-44bb-9f9f-bf4198ceaa29" providerId="ADAL" clId="{B5F325F7-7733-47A3-8525-53F9A323869E}" dt="2023-08-30T03:26:28.455" v="0" actId="478"/>
        <pc:sldMkLst>
          <pc:docMk/>
          <pc:sldMk cId="3511576318" sldId="256"/>
        </pc:sldMkLst>
        <pc:picChg chg="del">
          <ac:chgData name="Yeo Xiong Wei, Jonathan" userId="ac2b658e-7ce1-44bb-9f9f-bf4198ceaa29" providerId="ADAL" clId="{B5F325F7-7733-47A3-8525-53F9A323869E}" dt="2023-08-30T03:26:28.455" v="0" actId="478"/>
          <ac:picMkLst>
            <pc:docMk/>
            <pc:sldMk cId="3511576318" sldId="256"/>
            <ac:picMk id="7" creationId="{72D0E47E-2F99-2072-C9AC-C7D57FD1281D}"/>
          </ac:picMkLst>
        </pc:picChg>
      </pc:sldChg>
      <pc:sldChg chg="modSp">
        <pc:chgData name="Yeo Xiong Wei, Jonathan" userId="ac2b658e-7ce1-44bb-9f9f-bf4198ceaa29" providerId="ADAL" clId="{B5F325F7-7733-47A3-8525-53F9A323869E}" dt="2023-08-30T03:31:36.782" v="277" actId="404"/>
        <pc:sldMkLst>
          <pc:docMk/>
          <pc:sldMk cId="1444051112" sldId="301"/>
        </pc:sldMkLst>
        <pc:spChg chg="mod">
          <ac:chgData name="Yeo Xiong Wei, Jonathan" userId="ac2b658e-7ce1-44bb-9f9f-bf4198ceaa29" providerId="ADAL" clId="{B5F325F7-7733-47A3-8525-53F9A323869E}" dt="2023-08-30T03:31:36.782" v="277" actId="404"/>
          <ac:spMkLst>
            <pc:docMk/>
            <pc:sldMk cId="1444051112" sldId="301"/>
            <ac:spMk id="2969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7:53:09.910" v="2450"/>
        <pc:sldMkLst>
          <pc:docMk/>
          <pc:sldMk cId="1683943885" sldId="304"/>
        </pc:sldMkLst>
        <pc:spChg chg="mod">
          <ac:chgData name="Yeo Xiong Wei, Jonathan" userId="ac2b658e-7ce1-44bb-9f9f-bf4198ceaa29" providerId="ADAL" clId="{B5F325F7-7733-47A3-8525-53F9A323869E}" dt="2023-08-30T07:53:05.109" v="2448" actId="20577"/>
          <ac:spMkLst>
            <pc:docMk/>
            <pc:sldMk cId="1683943885" sldId="304"/>
            <ac:spMk id="327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7:54:10.605" v="2465" actId="20577"/>
        <pc:sldMkLst>
          <pc:docMk/>
          <pc:sldMk cId="1077139813" sldId="307"/>
        </pc:sldMkLst>
        <pc:spChg chg="mod">
          <ac:chgData name="Yeo Xiong Wei, Jonathan" userId="ac2b658e-7ce1-44bb-9f9f-bf4198ceaa29" providerId="ADAL" clId="{B5F325F7-7733-47A3-8525-53F9A323869E}" dt="2023-08-30T07:54:10.605" v="2465" actId="20577"/>
          <ac:spMkLst>
            <pc:docMk/>
            <pc:sldMk cId="1077139813" sldId="307"/>
            <ac:spMk id="35842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B5F325F7-7733-47A3-8525-53F9A323869E}" dt="2023-08-30T07:58:03.286" v="2524"/>
        <pc:sldMkLst>
          <pc:docMk/>
          <pc:sldMk cId="1154887215" sldId="311"/>
        </pc:sldMkLst>
        <pc:spChg chg="add mod">
          <ac:chgData name="Yeo Xiong Wei, Jonathan" userId="ac2b658e-7ce1-44bb-9f9f-bf4198ceaa29" providerId="ADAL" clId="{B5F325F7-7733-47A3-8525-53F9A323869E}" dt="2023-08-30T04:04:14.866" v="1030" actId="1076"/>
          <ac:spMkLst>
            <pc:docMk/>
            <pc:sldMk cId="1154887215" sldId="311"/>
            <ac:spMk id="4" creationId="{FEC4C8B5-688B-8889-2251-A44418BDAEA4}"/>
          </ac:spMkLst>
        </pc:spChg>
        <pc:spChg chg="mod">
          <ac:chgData name="Yeo Xiong Wei, Jonathan" userId="ac2b658e-7ce1-44bb-9f9f-bf4198ceaa29" providerId="ADAL" clId="{B5F325F7-7733-47A3-8525-53F9A323869E}" dt="2023-08-30T04:00:34.074" v="856" actId="20577"/>
          <ac:spMkLst>
            <pc:docMk/>
            <pc:sldMk cId="1154887215" sldId="311"/>
            <ac:spMk id="16" creationId="{06557E7D-D688-D076-2B07-5991FC89475B}"/>
          </ac:spMkLst>
        </pc:spChg>
        <pc:spChg chg="mod">
          <ac:chgData name="Yeo Xiong Wei, Jonathan" userId="ac2b658e-7ce1-44bb-9f9f-bf4198ceaa29" providerId="ADAL" clId="{B5F325F7-7733-47A3-8525-53F9A323869E}" dt="2023-08-30T04:07:28.086" v="1107" actId="20577"/>
          <ac:spMkLst>
            <pc:docMk/>
            <pc:sldMk cId="1154887215" sldId="311"/>
            <ac:spMk id="39938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9-03T01:50:17.154" v="2879" actId="207"/>
        <pc:sldMkLst>
          <pc:docMk/>
          <pc:sldMk cId="542165910" sldId="324"/>
        </pc:sldMkLst>
        <pc:spChg chg="mod">
          <ac:chgData name="Yeo Xiong Wei, Jonathan" userId="ac2b658e-7ce1-44bb-9f9f-bf4198ceaa29" providerId="ADAL" clId="{B5F325F7-7733-47A3-8525-53F9A323869E}" dt="2023-08-30T04:08:20.205" v="1122" actId="20577"/>
          <ac:spMkLst>
            <pc:docMk/>
            <pc:sldMk cId="542165910" sldId="324"/>
            <ac:spMk id="53249" creationId="{00000000-0000-0000-0000-000000000000}"/>
          </ac:spMkLst>
        </pc:spChg>
        <pc:spChg chg="mod">
          <ac:chgData name="Yeo Xiong Wei, Jonathan" userId="ac2b658e-7ce1-44bb-9f9f-bf4198ceaa29" providerId="ADAL" clId="{B5F325F7-7733-47A3-8525-53F9A323869E}" dt="2023-09-03T01:50:17.154" v="2879" actId="207"/>
          <ac:spMkLst>
            <pc:docMk/>
            <pc:sldMk cId="542165910" sldId="324"/>
            <ac:spMk id="53250" creationId="{00000000-0000-0000-0000-000000000000}"/>
          </ac:spMkLst>
        </pc:spChg>
      </pc:sldChg>
      <pc:sldChg chg="modSp">
        <pc:chgData name="Yeo Xiong Wei, Jonathan" userId="ac2b658e-7ce1-44bb-9f9f-bf4198ceaa29" providerId="ADAL" clId="{B5F325F7-7733-47A3-8525-53F9A323869E}" dt="2023-09-03T01:50:39.994" v="2881" actId="207"/>
        <pc:sldMkLst>
          <pc:docMk/>
          <pc:sldMk cId="3749859025" sldId="336"/>
        </pc:sldMkLst>
        <pc:spChg chg="mod">
          <ac:chgData name="Yeo Xiong Wei, Jonathan" userId="ac2b658e-7ce1-44bb-9f9f-bf4198ceaa29" providerId="ADAL" clId="{B5F325F7-7733-47A3-8525-53F9A323869E}" dt="2023-09-03T01:50:39.994" v="2881" actId="207"/>
          <ac:spMkLst>
            <pc:docMk/>
            <pc:sldMk cId="3749859025" sldId="336"/>
            <ac:spMk id="65538" creationId="{00000000-0000-0000-0000-000000000000}"/>
          </ac:spMkLst>
        </pc:spChg>
      </pc:sldChg>
      <pc:sldChg chg="modSp mod">
        <pc:chgData name="Yeo Xiong Wei, Jonathan" userId="ac2b658e-7ce1-44bb-9f9f-bf4198ceaa29" providerId="ADAL" clId="{B5F325F7-7733-47A3-8525-53F9A323869E}" dt="2023-08-30T06:19:45.181" v="2360" actId="114"/>
        <pc:sldMkLst>
          <pc:docMk/>
          <pc:sldMk cId="2881407611" sldId="337"/>
        </pc:sldMkLst>
        <pc:spChg chg="mod">
          <ac:chgData name="Yeo Xiong Wei, Jonathan" userId="ac2b658e-7ce1-44bb-9f9f-bf4198ceaa29" providerId="ADAL" clId="{B5F325F7-7733-47A3-8525-53F9A323869E}" dt="2023-08-30T06:19:45.181" v="2360" actId="114"/>
          <ac:spMkLst>
            <pc:docMk/>
            <pc:sldMk cId="2881407611" sldId="337"/>
            <ac:spMk id="66562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8:01:44.069" v="2553"/>
        <pc:sldMkLst>
          <pc:docMk/>
          <pc:sldMk cId="2137219401" sldId="340"/>
        </pc:sldMkLst>
        <pc:spChg chg="mod">
          <ac:chgData name="Yeo Xiong Wei, Jonathan" userId="ac2b658e-7ce1-44bb-9f9f-bf4198ceaa29" providerId="ADAL" clId="{B5F325F7-7733-47A3-8525-53F9A323869E}" dt="2023-08-30T08:01:38.628" v="2552" actId="20577"/>
          <ac:spMkLst>
            <pc:docMk/>
            <pc:sldMk cId="2137219401" sldId="340"/>
            <ac:spMk id="69634" creationId="{00000000-0000-0000-0000-000000000000}"/>
          </ac:spMkLst>
        </pc:spChg>
      </pc:sldChg>
      <pc:sldChg chg="modSp modAnim">
        <pc:chgData name="Yeo Xiong Wei, Jonathan" userId="ac2b658e-7ce1-44bb-9f9f-bf4198ceaa29" providerId="ADAL" clId="{B5F325F7-7733-47A3-8525-53F9A323869E}" dt="2023-08-30T08:01:58.986" v="2554"/>
        <pc:sldMkLst>
          <pc:docMk/>
          <pc:sldMk cId="1295572845" sldId="342"/>
        </pc:sldMkLst>
        <pc:spChg chg="mod">
          <ac:chgData name="Yeo Xiong Wei, Jonathan" userId="ac2b658e-7ce1-44bb-9f9f-bf4198ceaa29" providerId="ADAL" clId="{B5F325F7-7733-47A3-8525-53F9A323869E}" dt="2023-08-30T06:18:53.466" v="2359" actId="6549"/>
          <ac:spMkLst>
            <pc:docMk/>
            <pc:sldMk cId="1295572845" sldId="342"/>
            <ac:spMk id="71682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8:01:06.672" v="2548"/>
        <pc:sldMkLst>
          <pc:docMk/>
          <pc:sldMk cId="3777918650" sldId="350"/>
        </pc:sldMkLst>
        <pc:spChg chg="mod">
          <ac:chgData name="Yeo Xiong Wei, Jonathan" userId="ac2b658e-7ce1-44bb-9f9f-bf4198ceaa29" providerId="ADAL" clId="{B5F325F7-7733-47A3-8525-53F9A323869E}" dt="2023-08-30T04:48:08.594" v="2176" actId="404"/>
          <ac:spMkLst>
            <pc:docMk/>
            <pc:sldMk cId="3777918650" sldId="350"/>
            <ac:spMk id="79874" creationId="{00000000-0000-0000-0000-000000000000}"/>
          </ac:spMkLst>
        </pc:spChg>
      </pc:sldChg>
      <pc:sldChg chg="modSp modAnim">
        <pc:chgData name="Yeo Xiong Wei, Jonathan" userId="ac2b658e-7ce1-44bb-9f9f-bf4198ceaa29" providerId="ADAL" clId="{B5F325F7-7733-47A3-8525-53F9A323869E}" dt="2023-08-30T07:58:21.538" v="2527"/>
        <pc:sldMkLst>
          <pc:docMk/>
          <pc:sldMk cId="2845177872" sldId="372"/>
        </pc:sldMkLst>
        <pc:spChg chg="mod">
          <ac:chgData name="Yeo Xiong Wei, Jonathan" userId="ac2b658e-7ce1-44bb-9f9f-bf4198ceaa29" providerId="ADAL" clId="{B5F325F7-7733-47A3-8525-53F9A323869E}" dt="2023-08-30T04:06:17.260" v="1096"/>
          <ac:spMkLst>
            <pc:docMk/>
            <pc:sldMk cId="2845177872" sldId="372"/>
            <ac:spMk id="8" creationId="{DA8722D4-65E1-473F-9846-1125E1C984A4}"/>
          </ac:spMkLst>
        </pc:spChg>
      </pc:sldChg>
      <pc:sldChg chg="modSp modAnim">
        <pc:chgData name="Yeo Xiong Wei, Jonathan" userId="ac2b658e-7ce1-44bb-9f9f-bf4198ceaa29" providerId="ADAL" clId="{B5F325F7-7733-47A3-8525-53F9A323869E}" dt="2023-09-03T01:41:23.021" v="2559"/>
        <pc:sldMkLst>
          <pc:docMk/>
          <pc:sldMk cId="1570624268" sldId="375"/>
        </pc:sldMkLst>
        <pc:spChg chg="mod">
          <ac:chgData name="Yeo Xiong Wei, Jonathan" userId="ac2b658e-7ce1-44bb-9f9f-bf4198ceaa29" providerId="ADAL" clId="{B5F325F7-7733-47A3-8525-53F9A323869E}" dt="2023-08-30T03:30:48.168" v="267" actId="404"/>
          <ac:spMkLst>
            <pc:docMk/>
            <pc:sldMk cId="1570624268" sldId="375"/>
            <ac:spMk id="25602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7:53:54.028" v="2454"/>
        <pc:sldMkLst>
          <pc:docMk/>
          <pc:sldMk cId="3081327897" sldId="376"/>
        </pc:sldMkLst>
        <pc:spChg chg="mod">
          <ac:chgData name="Yeo Xiong Wei, Jonathan" userId="ac2b658e-7ce1-44bb-9f9f-bf4198ceaa29" providerId="ADAL" clId="{B5F325F7-7733-47A3-8525-53F9A323869E}" dt="2023-08-30T03:35:03.726" v="315" actId="20577"/>
          <ac:spMkLst>
            <pc:docMk/>
            <pc:sldMk cId="3081327897" sldId="376"/>
            <ac:spMk id="32770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7:53:45.780" v="2452"/>
        <pc:sldMkLst>
          <pc:docMk/>
          <pc:sldMk cId="518600987" sldId="377"/>
        </pc:sldMkLst>
        <pc:spChg chg="mod">
          <ac:chgData name="Yeo Xiong Wei, Jonathan" userId="ac2b658e-7ce1-44bb-9f9f-bf4198ceaa29" providerId="ADAL" clId="{B5F325F7-7733-47A3-8525-53F9A323869E}" dt="2023-08-30T03:34:07.318" v="312" actId="20577"/>
          <ac:spMkLst>
            <pc:docMk/>
            <pc:sldMk cId="518600987" sldId="377"/>
            <ac:spMk id="32770" creationId="{00000000-0000-0000-0000-000000000000}"/>
          </ac:spMkLst>
        </pc:spChg>
      </pc:sldChg>
      <pc:sldChg chg="modSp">
        <pc:chgData name="Yeo Xiong Wei, Jonathan" userId="ac2b658e-7ce1-44bb-9f9f-bf4198ceaa29" providerId="ADAL" clId="{B5F325F7-7733-47A3-8525-53F9A323869E}" dt="2023-09-03T01:41:10.157" v="2557" actId="113"/>
        <pc:sldMkLst>
          <pc:docMk/>
          <pc:sldMk cId="2505173074" sldId="385"/>
        </pc:sldMkLst>
        <pc:spChg chg="mod">
          <ac:chgData name="Yeo Xiong Wei, Jonathan" userId="ac2b658e-7ce1-44bb-9f9f-bf4198ceaa29" providerId="ADAL" clId="{B5F325F7-7733-47A3-8525-53F9A323869E}" dt="2023-09-03T01:41:10.157" v="2557" actId="113"/>
          <ac:spMkLst>
            <pc:docMk/>
            <pc:sldMk cId="2505173074" sldId="385"/>
            <ac:spMk id="25602" creationId="{00000000-0000-0000-0000-000000000000}"/>
          </ac:spMkLst>
        </pc:spChg>
      </pc:sldChg>
      <pc:sldChg chg="modSp mod">
        <pc:chgData name="Yeo Xiong Wei, Jonathan" userId="ac2b658e-7ce1-44bb-9f9f-bf4198ceaa29" providerId="ADAL" clId="{B5F325F7-7733-47A3-8525-53F9A323869E}" dt="2023-09-03T02:04:17.074" v="3375" actId="20577"/>
        <pc:sldMkLst>
          <pc:docMk/>
          <pc:sldMk cId="1357095976" sldId="386"/>
        </pc:sldMkLst>
        <pc:spChg chg="mod">
          <ac:chgData name="Yeo Xiong Wei, Jonathan" userId="ac2b658e-7ce1-44bb-9f9f-bf4198ceaa29" providerId="ADAL" clId="{B5F325F7-7733-47A3-8525-53F9A323869E}" dt="2023-09-03T02:04:17.074" v="3375" actId="20577"/>
          <ac:spMkLst>
            <pc:docMk/>
            <pc:sldMk cId="1357095976" sldId="386"/>
            <ac:spMk id="79874" creationId="{00000000-0000-0000-0000-000000000000}"/>
          </ac:spMkLst>
        </pc:spChg>
      </pc:sldChg>
      <pc:sldChg chg="modSp mod modNotesTx">
        <pc:chgData name="Yeo Xiong Wei, Jonathan" userId="ac2b658e-7ce1-44bb-9f9f-bf4198ceaa29" providerId="ADAL" clId="{B5F325F7-7733-47A3-8525-53F9A323869E}" dt="2023-09-03T01:49:42.092" v="2877" actId="6549"/>
        <pc:sldMkLst>
          <pc:docMk/>
          <pc:sldMk cId="2850777754" sldId="387"/>
        </pc:sldMkLst>
        <pc:spChg chg="mod">
          <ac:chgData name="Yeo Xiong Wei, Jonathan" userId="ac2b658e-7ce1-44bb-9f9f-bf4198ceaa29" providerId="ADAL" clId="{B5F325F7-7733-47A3-8525-53F9A323869E}" dt="2023-08-30T04:00:00.031" v="854" actId="20577"/>
          <ac:spMkLst>
            <pc:docMk/>
            <pc:sldMk cId="2850777754" sldId="387"/>
            <ac:spMk id="38914" creationId="{00000000-0000-0000-0000-000000000000}"/>
          </ac:spMkLst>
        </pc:spChg>
      </pc:sldChg>
      <pc:sldChg chg="modSp mod">
        <pc:chgData name="Yeo Xiong Wei, Jonathan" userId="ac2b658e-7ce1-44bb-9f9f-bf4198ceaa29" providerId="ADAL" clId="{B5F325F7-7733-47A3-8525-53F9A323869E}" dt="2023-08-30T04:43:30.788" v="2134" actId="20577"/>
        <pc:sldMkLst>
          <pc:docMk/>
          <pc:sldMk cId="3406101701" sldId="388"/>
        </pc:sldMkLst>
        <pc:spChg chg="mod">
          <ac:chgData name="Yeo Xiong Wei, Jonathan" userId="ac2b658e-7ce1-44bb-9f9f-bf4198ceaa29" providerId="ADAL" clId="{B5F325F7-7733-47A3-8525-53F9A323869E}" dt="2023-08-30T04:43:30.788" v="2134" actId="20577"/>
          <ac:spMkLst>
            <pc:docMk/>
            <pc:sldMk cId="3406101701" sldId="388"/>
            <ac:spMk id="38914" creationId="{00000000-0000-0000-0000-000000000000}"/>
          </ac:spMkLst>
        </pc:spChg>
      </pc:sldChg>
      <pc:sldChg chg="modSp ord modAnim modNotesTx">
        <pc:chgData name="Yeo Xiong Wei, Jonathan" userId="ac2b658e-7ce1-44bb-9f9f-bf4198ceaa29" providerId="ADAL" clId="{B5F325F7-7733-47A3-8525-53F9A323869E}" dt="2023-09-03T01:54:58.497" v="3178" actId="20577"/>
        <pc:sldMkLst>
          <pc:docMk/>
          <pc:sldMk cId="443590620" sldId="389"/>
        </pc:sldMkLst>
        <pc:spChg chg="mod">
          <ac:chgData name="Yeo Xiong Wei, Jonathan" userId="ac2b658e-7ce1-44bb-9f9f-bf4198ceaa29" providerId="ADAL" clId="{B5F325F7-7733-47A3-8525-53F9A323869E}" dt="2023-09-03T01:54:58.497" v="3178" actId="20577"/>
          <ac:spMkLst>
            <pc:docMk/>
            <pc:sldMk cId="443590620" sldId="389"/>
            <ac:spMk id="6" creationId="{F4BB368C-A778-430D-9715-B41850C4D37A}"/>
          </ac:spMkLst>
        </pc:spChg>
        <pc:spChg chg="mod">
          <ac:chgData name="Yeo Xiong Wei, Jonathan" userId="ac2b658e-7ce1-44bb-9f9f-bf4198ceaa29" providerId="ADAL" clId="{B5F325F7-7733-47A3-8525-53F9A323869E}" dt="2023-08-30T04:50:08.024" v="2188" actId="6549"/>
          <ac:spMkLst>
            <pc:docMk/>
            <pc:sldMk cId="443590620" sldId="389"/>
            <ac:spMk id="71681" creationId="{00000000-0000-0000-0000-000000000000}"/>
          </ac:spMkLst>
        </pc:spChg>
      </pc:sldChg>
      <pc:sldChg chg="modSp mod modAnim modNotesTx">
        <pc:chgData name="Yeo Xiong Wei, Jonathan" userId="ac2b658e-7ce1-44bb-9f9f-bf4198ceaa29" providerId="ADAL" clId="{B5F325F7-7733-47A3-8525-53F9A323869E}" dt="2023-08-30T06:58:57.540" v="2446"/>
        <pc:sldMkLst>
          <pc:docMk/>
          <pc:sldMk cId="2993653092" sldId="390"/>
        </pc:sldMkLst>
        <pc:spChg chg="mod">
          <ac:chgData name="Yeo Xiong Wei, Jonathan" userId="ac2b658e-7ce1-44bb-9f9f-bf4198ceaa29" providerId="ADAL" clId="{B5F325F7-7733-47A3-8525-53F9A323869E}" dt="2023-08-30T03:32:11.236" v="281" actId="115"/>
          <ac:spMkLst>
            <pc:docMk/>
            <pc:sldMk cId="2993653092" sldId="390"/>
            <ac:spMk id="29698" creationId="{00000000-0000-0000-0000-000000000000}"/>
          </ac:spMkLst>
        </pc:spChg>
      </pc:sldChg>
      <pc:sldChg chg="addSp modSp mod modAnim modNotesTx">
        <pc:chgData name="Yeo Xiong Wei, Jonathan" userId="ac2b658e-7ce1-44bb-9f9f-bf4198ceaa29" providerId="ADAL" clId="{B5F325F7-7733-47A3-8525-53F9A323869E}" dt="2023-09-03T01:43:51.979" v="2625" actId="20577"/>
        <pc:sldMkLst>
          <pc:docMk/>
          <pc:sldMk cId="3336074670" sldId="392"/>
        </pc:sldMkLst>
        <pc:spChg chg="add mod">
          <ac:chgData name="Yeo Xiong Wei, Jonathan" userId="ac2b658e-7ce1-44bb-9f9f-bf4198ceaa29" providerId="ADAL" clId="{B5F325F7-7733-47A3-8525-53F9A323869E}" dt="2023-08-30T03:40:05.423" v="473" actId="404"/>
          <ac:spMkLst>
            <pc:docMk/>
            <pc:sldMk cId="3336074670" sldId="392"/>
            <ac:spMk id="2" creationId="{267E39CE-4FD7-7AA9-6C0F-195329B7B52F}"/>
          </ac:spMkLst>
        </pc:spChg>
        <pc:spChg chg="add mod">
          <ac:chgData name="Yeo Xiong Wei, Jonathan" userId="ac2b658e-7ce1-44bb-9f9f-bf4198ceaa29" providerId="ADAL" clId="{B5F325F7-7733-47A3-8525-53F9A323869E}" dt="2023-08-30T03:40:08.076" v="475" actId="404"/>
          <ac:spMkLst>
            <pc:docMk/>
            <pc:sldMk cId="3336074670" sldId="392"/>
            <ac:spMk id="4" creationId="{5E6C9C96-9778-0FF1-D3CA-DB2836F14893}"/>
          </ac:spMkLst>
        </pc:spChg>
        <pc:spChg chg="add mod">
          <ac:chgData name="Yeo Xiong Wei, Jonathan" userId="ac2b658e-7ce1-44bb-9f9f-bf4198ceaa29" providerId="ADAL" clId="{B5F325F7-7733-47A3-8525-53F9A323869E}" dt="2023-08-30T03:39:58.851" v="471" actId="1076"/>
          <ac:spMkLst>
            <pc:docMk/>
            <pc:sldMk cId="3336074670" sldId="392"/>
            <ac:spMk id="5" creationId="{AC24DAF8-7805-15D0-6020-26A5EB71DC60}"/>
          </ac:spMkLst>
        </pc:spChg>
        <pc:spChg chg="mod">
          <ac:chgData name="Yeo Xiong Wei, Jonathan" userId="ac2b658e-7ce1-44bb-9f9f-bf4198ceaa29" providerId="ADAL" clId="{B5F325F7-7733-47A3-8525-53F9A323869E}" dt="2023-08-30T07:54:44.416" v="2478" actId="404"/>
          <ac:spMkLst>
            <pc:docMk/>
            <pc:sldMk cId="3336074670" sldId="392"/>
            <ac:spMk id="38914" creationId="{00000000-0000-0000-0000-000000000000}"/>
          </ac:spMkLst>
        </pc:spChg>
        <pc:cxnChg chg="add mod">
          <ac:chgData name="Yeo Xiong Wei, Jonathan" userId="ac2b658e-7ce1-44bb-9f9f-bf4198ceaa29" providerId="ADAL" clId="{B5F325F7-7733-47A3-8525-53F9A323869E}" dt="2023-08-30T03:46:00.289" v="511" actId="1582"/>
          <ac:cxnSpMkLst>
            <pc:docMk/>
            <pc:sldMk cId="3336074670" sldId="392"/>
            <ac:cxnSpMk id="9" creationId="{263742CE-53CA-2095-8C61-38C3DA979BC1}"/>
          </ac:cxnSpMkLst>
        </pc:cxnChg>
        <pc:cxnChg chg="add mod">
          <ac:chgData name="Yeo Xiong Wei, Jonathan" userId="ac2b658e-7ce1-44bb-9f9f-bf4198ceaa29" providerId="ADAL" clId="{B5F325F7-7733-47A3-8525-53F9A323869E}" dt="2023-08-30T03:46:08.899" v="514" actId="1037"/>
          <ac:cxnSpMkLst>
            <pc:docMk/>
            <pc:sldMk cId="3336074670" sldId="392"/>
            <ac:cxnSpMk id="10" creationId="{7DC2C7C4-7BFF-CF44-54C9-F59000EED36B}"/>
          </ac:cxnSpMkLst>
        </pc:cxnChg>
      </pc:sldChg>
      <pc:sldChg chg="modSp mod">
        <pc:chgData name="Yeo Xiong Wei, Jonathan" userId="ac2b658e-7ce1-44bb-9f9f-bf4198ceaa29" providerId="ADAL" clId="{B5F325F7-7733-47A3-8525-53F9A323869E}" dt="2023-08-30T08:02:08.912" v="2556" actId="113"/>
        <pc:sldMkLst>
          <pc:docMk/>
          <pc:sldMk cId="4189259186" sldId="395"/>
        </pc:sldMkLst>
        <pc:spChg chg="mod">
          <ac:chgData name="Yeo Xiong Wei, Jonathan" userId="ac2b658e-7ce1-44bb-9f9f-bf4198ceaa29" providerId="ADAL" clId="{B5F325F7-7733-47A3-8525-53F9A323869E}" dt="2023-08-30T08:02:08.912" v="2556" actId="113"/>
          <ac:spMkLst>
            <pc:docMk/>
            <pc:sldMk cId="4189259186" sldId="395"/>
            <ac:spMk id="71682" creationId="{00000000-0000-0000-0000-000000000000}"/>
          </ac:spMkLst>
        </pc:spChg>
      </pc:sldChg>
      <pc:sldChg chg="modSp">
        <pc:chgData name="Yeo Xiong Wei, Jonathan" userId="ac2b658e-7ce1-44bb-9f9f-bf4198ceaa29" providerId="ADAL" clId="{B5F325F7-7733-47A3-8525-53F9A323869E}" dt="2023-08-30T07:55:52.278" v="2491" actId="114"/>
        <pc:sldMkLst>
          <pc:docMk/>
          <pc:sldMk cId="2133190212" sldId="396"/>
        </pc:sldMkLst>
        <pc:spChg chg="mod">
          <ac:chgData name="Yeo Xiong Wei, Jonathan" userId="ac2b658e-7ce1-44bb-9f9f-bf4198ceaa29" providerId="ADAL" clId="{B5F325F7-7733-47A3-8525-53F9A323869E}" dt="2023-08-30T07:55:52.278" v="2491" actId="114"/>
          <ac:spMkLst>
            <pc:docMk/>
            <pc:sldMk cId="2133190212" sldId="396"/>
            <ac:spMk id="3" creationId="{0BB3E2B2-5F03-76BF-00E4-FA4050B77950}"/>
          </ac:spMkLst>
        </pc:spChg>
      </pc:sldChg>
      <pc:sldChg chg="addSp modSp mod modAnim">
        <pc:chgData name="Yeo Xiong Wei, Jonathan" userId="ac2b658e-7ce1-44bb-9f9f-bf4198ceaa29" providerId="ADAL" clId="{B5F325F7-7733-47A3-8525-53F9A323869E}" dt="2023-08-30T07:56:20.981" v="2497"/>
        <pc:sldMkLst>
          <pc:docMk/>
          <pc:sldMk cId="2468687149" sldId="397"/>
        </pc:sldMkLst>
        <pc:spChg chg="add mod">
          <ac:chgData name="Yeo Xiong Wei, Jonathan" userId="ac2b658e-7ce1-44bb-9f9f-bf4198ceaa29" providerId="ADAL" clId="{B5F325F7-7733-47A3-8525-53F9A323869E}" dt="2023-08-30T03:40:17.322" v="477"/>
          <ac:spMkLst>
            <pc:docMk/>
            <pc:sldMk cId="2468687149" sldId="397"/>
            <ac:spMk id="33" creationId="{575471F9-C67F-F2BB-51D8-0135A98A610D}"/>
          </ac:spMkLst>
        </pc:spChg>
        <pc:spChg chg="add mod">
          <ac:chgData name="Yeo Xiong Wei, Jonathan" userId="ac2b658e-7ce1-44bb-9f9f-bf4198ceaa29" providerId="ADAL" clId="{B5F325F7-7733-47A3-8525-53F9A323869E}" dt="2023-08-30T03:40:17.322" v="477"/>
          <ac:spMkLst>
            <pc:docMk/>
            <pc:sldMk cId="2468687149" sldId="397"/>
            <ac:spMk id="36" creationId="{E6934823-4765-9455-6866-B559F95DA523}"/>
          </ac:spMkLst>
        </pc:spChg>
        <pc:spChg chg="add mod">
          <ac:chgData name="Yeo Xiong Wei, Jonathan" userId="ac2b658e-7ce1-44bb-9f9f-bf4198ceaa29" providerId="ADAL" clId="{B5F325F7-7733-47A3-8525-53F9A323869E}" dt="2023-08-30T03:40:17.322" v="477"/>
          <ac:spMkLst>
            <pc:docMk/>
            <pc:sldMk cId="2468687149" sldId="397"/>
            <ac:spMk id="37" creationId="{84392E24-768C-652D-B809-183EAF6A9DE8}"/>
          </ac:spMkLst>
        </pc:spChg>
        <pc:spChg chg="mod">
          <ac:chgData name="Yeo Xiong Wei, Jonathan" userId="ac2b658e-7ce1-44bb-9f9f-bf4198ceaa29" providerId="ADAL" clId="{B5F325F7-7733-47A3-8525-53F9A323869E}" dt="2023-08-30T07:56:05.125" v="2493" actId="20577"/>
          <ac:spMkLst>
            <pc:docMk/>
            <pc:sldMk cId="2468687149" sldId="397"/>
            <ac:spMk id="38914" creationId="{00000000-0000-0000-0000-000000000000}"/>
          </ac:spMkLst>
        </pc:spChg>
        <pc:cxnChg chg="add mod">
          <ac:chgData name="Yeo Xiong Wei, Jonathan" userId="ac2b658e-7ce1-44bb-9f9f-bf4198ceaa29" providerId="ADAL" clId="{B5F325F7-7733-47A3-8525-53F9A323869E}" dt="2023-08-30T03:46:17.820" v="515"/>
          <ac:cxnSpMkLst>
            <pc:docMk/>
            <pc:sldMk cId="2468687149" sldId="397"/>
            <ac:cxnSpMk id="38" creationId="{9D97626C-E0FC-50B2-D8C8-E054ACBD741A}"/>
          </ac:cxnSpMkLst>
        </pc:cxnChg>
        <pc:cxnChg chg="add mod">
          <ac:chgData name="Yeo Xiong Wei, Jonathan" userId="ac2b658e-7ce1-44bb-9f9f-bf4198ceaa29" providerId="ADAL" clId="{B5F325F7-7733-47A3-8525-53F9A323869E}" dt="2023-08-30T03:46:17.820" v="515"/>
          <ac:cxnSpMkLst>
            <pc:docMk/>
            <pc:sldMk cId="2468687149" sldId="397"/>
            <ac:cxnSpMk id="39" creationId="{1BFB0D41-402C-F03A-740D-64B7557A048A}"/>
          </ac:cxnSpMkLst>
        </pc:cxnChg>
      </pc:sldChg>
      <pc:sldChg chg="addSp modSp mod modAnim">
        <pc:chgData name="Yeo Xiong Wei, Jonathan" userId="ac2b658e-7ce1-44bb-9f9f-bf4198ceaa29" providerId="ADAL" clId="{B5F325F7-7733-47A3-8525-53F9A323869E}" dt="2023-08-30T07:56:27.493" v="2499"/>
        <pc:sldMkLst>
          <pc:docMk/>
          <pc:sldMk cId="2907007554" sldId="398"/>
        </pc:sldMkLst>
        <pc:spChg chg="add mod">
          <ac:chgData name="Yeo Xiong Wei, Jonathan" userId="ac2b658e-7ce1-44bb-9f9f-bf4198ceaa29" providerId="ADAL" clId="{B5F325F7-7733-47A3-8525-53F9A323869E}" dt="2023-08-30T03:40:20.630" v="478"/>
          <ac:spMkLst>
            <pc:docMk/>
            <pc:sldMk cId="2907007554" sldId="398"/>
            <ac:spMk id="33" creationId="{4DFD43F0-3F13-9BB4-9A4A-B9504B0D221B}"/>
          </ac:spMkLst>
        </pc:spChg>
        <pc:spChg chg="add mod">
          <ac:chgData name="Yeo Xiong Wei, Jonathan" userId="ac2b658e-7ce1-44bb-9f9f-bf4198ceaa29" providerId="ADAL" clId="{B5F325F7-7733-47A3-8525-53F9A323869E}" dt="2023-08-30T03:40:20.630" v="478"/>
          <ac:spMkLst>
            <pc:docMk/>
            <pc:sldMk cId="2907007554" sldId="398"/>
            <ac:spMk id="36" creationId="{034AB6C8-034A-8539-8C5B-6E910F68BF4B}"/>
          </ac:spMkLst>
        </pc:spChg>
        <pc:spChg chg="add mod">
          <ac:chgData name="Yeo Xiong Wei, Jonathan" userId="ac2b658e-7ce1-44bb-9f9f-bf4198ceaa29" providerId="ADAL" clId="{B5F325F7-7733-47A3-8525-53F9A323869E}" dt="2023-08-30T03:40:20.630" v="478"/>
          <ac:spMkLst>
            <pc:docMk/>
            <pc:sldMk cId="2907007554" sldId="398"/>
            <ac:spMk id="37" creationId="{27828BE4-9F48-A022-4E9D-2A408274B55F}"/>
          </ac:spMkLst>
        </pc:spChg>
        <pc:spChg chg="mod">
          <ac:chgData name="Yeo Xiong Wei, Jonathan" userId="ac2b658e-7ce1-44bb-9f9f-bf4198ceaa29" providerId="ADAL" clId="{B5F325F7-7733-47A3-8525-53F9A323869E}" dt="2023-08-30T07:56:12.093" v="2495" actId="20577"/>
          <ac:spMkLst>
            <pc:docMk/>
            <pc:sldMk cId="2907007554" sldId="398"/>
            <ac:spMk id="38914" creationId="{00000000-0000-0000-0000-000000000000}"/>
          </ac:spMkLst>
        </pc:spChg>
        <pc:cxnChg chg="add mod">
          <ac:chgData name="Yeo Xiong Wei, Jonathan" userId="ac2b658e-7ce1-44bb-9f9f-bf4198ceaa29" providerId="ADAL" clId="{B5F325F7-7733-47A3-8525-53F9A323869E}" dt="2023-08-30T03:46:20.289" v="516"/>
          <ac:cxnSpMkLst>
            <pc:docMk/>
            <pc:sldMk cId="2907007554" sldId="398"/>
            <ac:cxnSpMk id="38" creationId="{5698187A-7B87-4BA8-1EA6-88E601883880}"/>
          </ac:cxnSpMkLst>
        </pc:cxnChg>
        <pc:cxnChg chg="add mod">
          <ac:chgData name="Yeo Xiong Wei, Jonathan" userId="ac2b658e-7ce1-44bb-9f9f-bf4198ceaa29" providerId="ADAL" clId="{B5F325F7-7733-47A3-8525-53F9A323869E}" dt="2023-08-30T03:46:20.289" v="516"/>
          <ac:cxnSpMkLst>
            <pc:docMk/>
            <pc:sldMk cId="2907007554" sldId="398"/>
            <ac:cxnSpMk id="39" creationId="{EFBCE0C1-2E2E-F2D3-18C8-16B05556FACD}"/>
          </ac:cxnSpMkLst>
        </pc:cxnChg>
      </pc:sldChg>
      <pc:sldChg chg="addSp modSp mod">
        <pc:chgData name="Yeo Xiong Wei, Jonathan" userId="ac2b658e-7ce1-44bb-9f9f-bf4198ceaa29" providerId="ADAL" clId="{B5F325F7-7733-47A3-8525-53F9A323869E}" dt="2023-09-03T01:48:52.741" v="2876" actId="12"/>
        <pc:sldMkLst>
          <pc:docMk/>
          <pc:sldMk cId="4214610528" sldId="399"/>
        </pc:sldMkLst>
        <pc:spChg chg="add mod">
          <ac:chgData name="Yeo Xiong Wei, Jonathan" userId="ac2b658e-7ce1-44bb-9f9f-bf4198ceaa29" providerId="ADAL" clId="{B5F325F7-7733-47A3-8525-53F9A323869E}" dt="2023-08-30T03:40:22.318" v="479"/>
          <ac:spMkLst>
            <pc:docMk/>
            <pc:sldMk cId="4214610528" sldId="399"/>
            <ac:spMk id="33" creationId="{35AF20EE-4D7F-9664-FFFE-957FCFFE8F9A}"/>
          </ac:spMkLst>
        </pc:spChg>
        <pc:spChg chg="add mod">
          <ac:chgData name="Yeo Xiong Wei, Jonathan" userId="ac2b658e-7ce1-44bb-9f9f-bf4198ceaa29" providerId="ADAL" clId="{B5F325F7-7733-47A3-8525-53F9A323869E}" dt="2023-08-30T03:40:22.318" v="479"/>
          <ac:spMkLst>
            <pc:docMk/>
            <pc:sldMk cId="4214610528" sldId="399"/>
            <ac:spMk id="36" creationId="{62B42A35-7FB8-327C-0215-946E45EA6FC2}"/>
          </ac:spMkLst>
        </pc:spChg>
        <pc:spChg chg="add mod">
          <ac:chgData name="Yeo Xiong Wei, Jonathan" userId="ac2b658e-7ce1-44bb-9f9f-bf4198ceaa29" providerId="ADAL" clId="{B5F325F7-7733-47A3-8525-53F9A323869E}" dt="2023-08-30T03:40:22.318" v="479"/>
          <ac:spMkLst>
            <pc:docMk/>
            <pc:sldMk cId="4214610528" sldId="399"/>
            <ac:spMk id="37" creationId="{98AB5BED-BE76-05CF-158B-BDD38F04FC42}"/>
          </ac:spMkLst>
        </pc:spChg>
        <pc:spChg chg="mod">
          <ac:chgData name="Yeo Xiong Wei, Jonathan" userId="ac2b658e-7ce1-44bb-9f9f-bf4198ceaa29" providerId="ADAL" clId="{B5F325F7-7733-47A3-8525-53F9A323869E}" dt="2023-09-03T01:48:52.741" v="2876" actId="12"/>
          <ac:spMkLst>
            <pc:docMk/>
            <pc:sldMk cId="4214610528" sldId="399"/>
            <ac:spMk id="38914" creationId="{00000000-0000-0000-0000-000000000000}"/>
          </ac:spMkLst>
        </pc:spChg>
        <pc:cxnChg chg="add mod">
          <ac:chgData name="Yeo Xiong Wei, Jonathan" userId="ac2b658e-7ce1-44bb-9f9f-bf4198ceaa29" providerId="ADAL" clId="{B5F325F7-7733-47A3-8525-53F9A323869E}" dt="2023-08-30T03:46:23.780" v="517"/>
          <ac:cxnSpMkLst>
            <pc:docMk/>
            <pc:sldMk cId="4214610528" sldId="399"/>
            <ac:cxnSpMk id="38" creationId="{6DA438BF-B360-3D70-9BDD-F75BF0A05DBE}"/>
          </ac:cxnSpMkLst>
        </pc:cxnChg>
        <pc:cxnChg chg="add mod">
          <ac:chgData name="Yeo Xiong Wei, Jonathan" userId="ac2b658e-7ce1-44bb-9f9f-bf4198ceaa29" providerId="ADAL" clId="{B5F325F7-7733-47A3-8525-53F9A323869E}" dt="2023-08-30T03:46:23.780" v="517"/>
          <ac:cxnSpMkLst>
            <pc:docMk/>
            <pc:sldMk cId="4214610528" sldId="399"/>
            <ac:cxnSpMk id="39" creationId="{3B53E2D1-9408-ED19-02C8-0BA4ECDFA7AE}"/>
          </ac:cxnSpMkLst>
        </pc:cxnChg>
      </pc:sldChg>
      <pc:sldChg chg="addSp modSp mod modAnim">
        <pc:chgData name="Yeo Xiong Wei, Jonathan" userId="ac2b658e-7ce1-44bb-9f9f-bf4198ceaa29" providerId="ADAL" clId="{B5F325F7-7733-47A3-8525-53F9A323869E}" dt="2023-09-03T01:47:37.754" v="2864"/>
        <pc:sldMkLst>
          <pc:docMk/>
          <pc:sldMk cId="2258427830" sldId="400"/>
        </pc:sldMkLst>
        <pc:spChg chg="add mod">
          <ac:chgData name="Yeo Xiong Wei, Jonathan" userId="ac2b658e-7ce1-44bb-9f9f-bf4198ceaa29" providerId="ADAL" clId="{B5F325F7-7733-47A3-8525-53F9A323869E}" dt="2023-08-30T03:40:13.773" v="476"/>
          <ac:spMkLst>
            <pc:docMk/>
            <pc:sldMk cId="2258427830" sldId="400"/>
            <ac:spMk id="2" creationId="{181B89EB-205A-0D8F-C4DD-42BCA9E3F6B3}"/>
          </ac:spMkLst>
        </pc:spChg>
        <pc:spChg chg="add mod">
          <ac:chgData name="Yeo Xiong Wei, Jonathan" userId="ac2b658e-7ce1-44bb-9f9f-bf4198ceaa29" providerId="ADAL" clId="{B5F325F7-7733-47A3-8525-53F9A323869E}" dt="2023-08-30T03:40:13.773" v="476"/>
          <ac:spMkLst>
            <pc:docMk/>
            <pc:sldMk cId="2258427830" sldId="400"/>
            <ac:spMk id="4" creationId="{E51BFB85-0C46-CA2A-8054-5A335DA39145}"/>
          </ac:spMkLst>
        </pc:spChg>
        <pc:spChg chg="add mod">
          <ac:chgData name="Yeo Xiong Wei, Jonathan" userId="ac2b658e-7ce1-44bb-9f9f-bf4198ceaa29" providerId="ADAL" clId="{B5F325F7-7733-47A3-8525-53F9A323869E}" dt="2023-08-30T03:40:13.773" v="476"/>
          <ac:spMkLst>
            <pc:docMk/>
            <pc:sldMk cId="2258427830" sldId="400"/>
            <ac:spMk id="5" creationId="{A4421BBE-58E9-3F78-F3AC-74616DA4CFBB}"/>
          </ac:spMkLst>
        </pc:spChg>
        <pc:spChg chg="mod">
          <ac:chgData name="Yeo Xiong Wei, Jonathan" userId="ac2b658e-7ce1-44bb-9f9f-bf4198ceaa29" providerId="ADAL" clId="{B5F325F7-7733-47A3-8525-53F9A323869E}" dt="2023-09-03T01:47:25.164" v="2862" actId="114"/>
          <ac:spMkLst>
            <pc:docMk/>
            <pc:sldMk cId="2258427830" sldId="400"/>
            <ac:spMk id="38914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4:07:43.981" v="1109" actId="20577"/>
        <pc:sldMkLst>
          <pc:docMk/>
          <pc:sldMk cId="2477398671" sldId="401"/>
        </pc:sldMkLst>
        <pc:spChg chg="mod">
          <ac:chgData name="Yeo Xiong Wei, Jonathan" userId="ac2b658e-7ce1-44bb-9f9f-bf4198ceaa29" providerId="ADAL" clId="{B5F325F7-7733-47A3-8525-53F9A323869E}" dt="2023-08-30T04:07:41.238" v="1108" actId="20577"/>
          <ac:spMkLst>
            <pc:docMk/>
            <pc:sldMk cId="2477398671" sldId="401"/>
            <ac:spMk id="39938" creationId="{00000000-0000-0000-0000-000000000000}"/>
          </ac:spMkLst>
        </pc:spChg>
      </pc:sldChg>
      <pc:sldChg chg="modSp mod modAnim modNotesTx">
        <pc:chgData name="Yeo Xiong Wei, Jonathan" userId="ac2b658e-7ce1-44bb-9f9f-bf4198ceaa29" providerId="ADAL" clId="{B5F325F7-7733-47A3-8525-53F9A323869E}" dt="2023-09-03T01:53:50.872" v="3112" actId="207"/>
        <pc:sldMkLst>
          <pc:docMk/>
          <pc:sldMk cId="2271559985" sldId="402"/>
        </pc:sldMkLst>
        <pc:spChg chg="mod">
          <ac:chgData name="Yeo Xiong Wei, Jonathan" userId="ac2b658e-7ce1-44bb-9f9f-bf4198ceaa29" providerId="ADAL" clId="{B5F325F7-7733-47A3-8525-53F9A323869E}" dt="2023-09-03T01:53:50.872" v="3112" actId="207"/>
          <ac:spMkLst>
            <pc:docMk/>
            <pc:sldMk cId="2271559985" sldId="402"/>
            <ac:spMk id="66562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8-30T07:59:27.607" v="2537"/>
        <pc:sldMkLst>
          <pc:docMk/>
          <pc:sldMk cId="2757075619" sldId="403"/>
        </pc:sldMkLst>
        <pc:spChg chg="mod">
          <ac:chgData name="Yeo Xiong Wei, Jonathan" userId="ac2b658e-7ce1-44bb-9f9f-bf4198ceaa29" providerId="ADAL" clId="{B5F325F7-7733-47A3-8525-53F9A323869E}" dt="2023-08-30T07:59:26.593" v="2536" actId="113"/>
          <ac:spMkLst>
            <pc:docMk/>
            <pc:sldMk cId="2757075619" sldId="403"/>
            <ac:spMk id="66562" creationId="{00000000-0000-0000-0000-000000000000}"/>
          </ac:spMkLst>
        </pc:spChg>
      </pc:sldChg>
      <pc:sldChg chg="modSp mod modAnim modNotesTx">
        <pc:chgData name="Yeo Xiong Wei, Jonathan" userId="ac2b658e-7ce1-44bb-9f9f-bf4198ceaa29" providerId="ADAL" clId="{B5F325F7-7733-47A3-8525-53F9A323869E}" dt="2023-09-08T01:08:40.953" v="6387" actId="207"/>
        <pc:sldMkLst>
          <pc:docMk/>
          <pc:sldMk cId="2117048538" sldId="404"/>
        </pc:sldMkLst>
        <pc:spChg chg="mod">
          <ac:chgData name="Yeo Xiong Wei, Jonathan" userId="ac2b658e-7ce1-44bb-9f9f-bf4198ceaa29" providerId="ADAL" clId="{B5F325F7-7733-47A3-8525-53F9A323869E}" dt="2023-09-08T01:08:40.953" v="6387" actId="207"/>
          <ac:spMkLst>
            <pc:docMk/>
            <pc:sldMk cId="2117048538" sldId="404"/>
            <ac:spMk id="66562" creationId="{00000000-0000-0000-0000-000000000000}"/>
          </ac:spMkLst>
        </pc:spChg>
      </pc:sldChg>
      <pc:sldChg chg="del">
        <pc:chgData name="Yeo Xiong Wei, Jonathan" userId="ac2b658e-7ce1-44bb-9f9f-bf4198ceaa29" providerId="ADAL" clId="{B5F325F7-7733-47A3-8525-53F9A323869E}" dt="2023-08-30T04:49:39.123" v="2185" actId="47"/>
        <pc:sldMkLst>
          <pc:docMk/>
          <pc:sldMk cId="2067075170" sldId="406"/>
        </pc:sldMkLst>
      </pc:sldChg>
      <pc:sldChg chg="modSp mod modAnim">
        <pc:chgData name="Yeo Xiong Wei, Jonathan" userId="ac2b658e-7ce1-44bb-9f9f-bf4198ceaa29" providerId="ADAL" clId="{B5F325F7-7733-47A3-8525-53F9A323869E}" dt="2023-09-03T01:55:10.248" v="3180" actId="207"/>
        <pc:sldMkLst>
          <pc:docMk/>
          <pc:sldMk cId="268294307" sldId="409"/>
        </pc:sldMkLst>
        <pc:spChg chg="mod">
          <ac:chgData name="Yeo Xiong Wei, Jonathan" userId="ac2b658e-7ce1-44bb-9f9f-bf4198ceaa29" providerId="ADAL" clId="{B5F325F7-7733-47A3-8525-53F9A323869E}" dt="2023-09-03T01:55:10.248" v="3180" actId="207"/>
          <ac:spMkLst>
            <pc:docMk/>
            <pc:sldMk cId="268294307" sldId="409"/>
            <ac:spMk id="66562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B5F325F7-7733-47A3-8525-53F9A323869E}" dt="2023-09-03T01:54:20.331" v="3158" actId="20577"/>
        <pc:sldMkLst>
          <pc:docMk/>
          <pc:sldMk cId="197733004" sldId="410"/>
        </pc:sldMkLst>
        <pc:spChg chg="mod">
          <ac:chgData name="Yeo Xiong Wei, Jonathan" userId="ac2b658e-7ce1-44bb-9f9f-bf4198ceaa29" providerId="ADAL" clId="{B5F325F7-7733-47A3-8525-53F9A323869E}" dt="2023-09-03T01:54:20.331" v="3158" actId="20577"/>
          <ac:spMkLst>
            <pc:docMk/>
            <pc:sldMk cId="197733004" sldId="410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B5F325F7-7733-47A3-8525-53F9A323869E}" dt="2023-08-30T04:28:33.762" v="1595" actId="20577"/>
        <pc:sldMkLst>
          <pc:docMk/>
          <pc:sldMk cId="3453305618" sldId="411"/>
        </pc:sldMkLst>
        <pc:spChg chg="mod">
          <ac:chgData name="Yeo Xiong Wei, Jonathan" userId="ac2b658e-7ce1-44bb-9f9f-bf4198ceaa29" providerId="ADAL" clId="{B5F325F7-7733-47A3-8525-53F9A323869E}" dt="2023-08-30T04:28:33.762" v="1595" actId="20577"/>
          <ac:spMkLst>
            <pc:docMk/>
            <pc:sldMk cId="3453305618" sldId="411"/>
            <ac:spMk id="66562" creationId="{00000000-0000-0000-0000-000000000000}"/>
          </ac:spMkLst>
        </pc:spChg>
      </pc:sldChg>
      <pc:sldChg chg="modSp mod">
        <pc:chgData name="Yeo Xiong Wei, Jonathan" userId="ac2b658e-7ce1-44bb-9f9f-bf4198ceaa29" providerId="ADAL" clId="{B5F325F7-7733-47A3-8525-53F9A323869E}" dt="2023-08-30T04:30:38.564" v="1633" actId="404"/>
        <pc:sldMkLst>
          <pc:docMk/>
          <pc:sldMk cId="2553530083" sldId="412"/>
        </pc:sldMkLst>
        <pc:spChg chg="mod">
          <ac:chgData name="Yeo Xiong Wei, Jonathan" userId="ac2b658e-7ce1-44bb-9f9f-bf4198ceaa29" providerId="ADAL" clId="{B5F325F7-7733-47A3-8525-53F9A323869E}" dt="2023-08-30T04:30:38.564" v="1633" actId="404"/>
          <ac:spMkLst>
            <pc:docMk/>
            <pc:sldMk cId="2553530083" sldId="412"/>
            <ac:spMk id="66562" creationId="{00000000-0000-0000-0000-000000000000}"/>
          </ac:spMkLst>
        </pc:spChg>
      </pc:sldChg>
      <pc:sldChg chg="addSp delSp modSp new mod ord">
        <pc:chgData name="Yeo Xiong Wei, Jonathan" userId="ac2b658e-7ce1-44bb-9f9f-bf4198ceaa29" providerId="ADAL" clId="{B5F325F7-7733-47A3-8525-53F9A323869E}" dt="2023-09-06T05:55:12.748" v="5242" actId="20577"/>
        <pc:sldMkLst>
          <pc:docMk/>
          <pc:sldMk cId="50444769" sldId="421"/>
        </pc:sldMkLst>
        <pc:spChg chg="mod">
          <ac:chgData name="Yeo Xiong Wei, Jonathan" userId="ac2b658e-7ce1-44bb-9f9f-bf4198ceaa29" providerId="ADAL" clId="{B5F325F7-7733-47A3-8525-53F9A323869E}" dt="2023-09-06T05:38:14.138" v="3494" actId="20577"/>
          <ac:spMkLst>
            <pc:docMk/>
            <pc:sldMk cId="50444769" sldId="421"/>
            <ac:spMk id="2" creationId="{CA541D89-E7E1-4660-C6B1-48085A81406D}"/>
          </ac:spMkLst>
        </pc:spChg>
        <pc:spChg chg="mod">
          <ac:chgData name="Yeo Xiong Wei, Jonathan" userId="ac2b658e-7ce1-44bb-9f9f-bf4198ceaa29" providerId="ADAL" clId="{B5F325F7-7733-47A3-8525-53F9A323869E}" dt="2023-09-06T05:55:12.748" v="5242" actId="20577"/>
          <ac:spMkLst>
            <pc:docMk/>
            <pc:sldMk cId="50444769" sldId="421"/>
            <ac:spMk id="3" creationId="{078425C9-D5F9-6507-07E0-EF6063FDE9DE}"/>
          </ac:spMkLst>
        </pc:spChg>
        <pc:spChg chg="add mod">
          <ac:chgData name="Yeo Xiong Wei, Jonathan" userId="ac2b658e-7ce1-44bb-9f9f-bf4198ceaa29" providerId="ADAL" clId="{B5F325F7-7733-47A3-8525-53F9A323869E}" dt="2023-09-06T05:47:49.726" v="4683" actId="1076"/>
          <ac:spMkLst>
            <pc:docMk/>
            <pc:sldMk cId="50444769" sldId="421"/>
            <ac:spMk id="5" creationId="{A84216D5-1E78-ECBD-985C-C0D11ED93DD5}"/>
          </ac:spMkLst>
        </pc:spChg>
        <pc:spChg chg="add mod">
          <ac:chgData name="Yeo Xiong Wei, Jonathan" userId="ac2b658e-7ce1-44bb-9f9f-bf4198ceaa29" providerId="ADAL" clId="{B5F325F7-7733-47A3-8525-53F9A323869E}" dt="2023-09-06T05:48:50.746" v="4719" actId="20577"/>
          <ac:spMkLst>
            <pc:docMk/>
            <pc:sldMk cId="50444769" sldId="421"/>
            <ac:spMk id="6" creationId="{30FF8556-868D-A687-3113-04E906B0521B}"/>
          </ac:spMkLst>
        </pc:spChg>
        <pc:spChg chg="add mod">
          <ac:chgData name="Yeo Xiong Wei, Jonathan" userId="ac2b658e-7ce1-44bb-9f9f-bf4198ceaa29" providerId="ADAL" clId="{B5F325F7-7733-47A3-8525-53F9A323869E}" dt="2023-09-06T05:46:35.806" v="4638" actId="1076"/>
          <ac:spMkLst>
            <pc:docMk/>
            <pc:sldMk cId="50444769" sldId="421"/>
            <ac:spMk id="7" creationId="{FB374541-95D1-BA66-7F18-8DDF7B258D55}"/>
          </ac:spMkLst>
        </pc:spChg>
        <pc:spChg chg="add mod">
          <ac:chgData name="Yeo Xiong Wei, Jonathan" userId="ac2b658e-7ce1-44bb-9f9f-bf4198ceaa29" providerId="ADAL" clId="{B5F325F7-7733-47A3-8525-53F9A323869E}" dt="2023-09-06T05:48:48.201" v="4718" actId="1076"/>
          <ac:spMkLst>
            <pc:docMk/>
            <pc:sldMk cId="50444769" sldId="421"/>
            <ac:spMk id="8" creationId="{26678197-AF03-C39A-3A53-2371671A5968}"/>
          </ac:spMkLst>
        </pc:spChg>
        <pc:spChg chg="add mod">
          <ac:chgData name="Yeo Xiong Wei, Jonathan" userId="ac2b658e-7ce1-44bb-9f9f-bf4198ceaa29" providerId="ADAL" clId="{B5F325F7-7733-47A3-8525-53F9A323869E}" dt="2023-09-06T05:48:48.201" v="4718" actId="1076"/>
          <ac:spMkLst>
            <pc:docMk/>
            <pc:sldMk cId="50444769" sldId="421"/>
            <ac:spMk id="9" creationId="{4C352571-601A-A6C4-7A36-767A5CBF65DC}"/>
          </ac:spMkLst>
        </pc:spChg>
        <pc:spChg chg="add del mod">
          <ac:chgData name="Yeo Xiong Wei, Jonathan" userId="ac2b658e-7ce1-44bb-9f9f-bf4198ceaa29" providerId="ADAL" clId="{B5F325F7-7733-47A3-8525-53F9A323869E}" dt="2023-09-06T05:46:50.047" v="4642"/>
          <ac:spMkLst>
            <pc:docMk/>
            <pc:sldMk cId="50444769" sldId="421"/>
            <ac:spMk id="10" creationId="{1C3229EC-854C-5DB7-83F5-52521707CF10}"/>
          </ac:spMkLst>
        </pc:spChg>
        <pc:spChg chg="add mod">
          <ac:chgData name="Yeo Xiong Wei, Jonathan" userId="ac2b658e-7ce1-44bb-9f9f-bf4198ceaa29" providerId="ADAL" clId="{B5F325F7-7733-47A3-8525-53F9A323869E}" dt="2023-09-06T05:51:46.400" v="4897" actId="1037"/>
          <ac:spMkLst>
            <pc:docMk/>
            <pc:sldMk cId="50444769" sldId="421"/>
            <ac:spMk id="11" creationId="{62CE6BAD-7D58-8D70-6CC3-1880EBF43A9E}"/>
          </ac:spMkLst>
        </pc:spChg>
        <pc:spChg chg="add mod">
          <ac:chgData name="Yeo Xiong Wei, Jonathan" userId="ac2b658e-7ce1-44bb-9f9f-bf4198ceaa29" providerId="ADAL" clId="{B5F325F7-7733-47A3-8525-53F9A323869E}" dt="2023-09-06T05:47:18.173" v="4654" actId="688"/>
          <ac:spMkLst>
            <pc:docMk/>
            <pc:sldMk cId="50444769" sldId="421"/>
            <ac:spMk id="12" creationId="{8B2F8DBD-FB1E-3808-BA1A-01CF52FDF114}"/>
          </ac:spMkLst>
        </pc:spChg>
        <pc:spChg chg="add mod">
          <ac:chgData name="Yeo Xiong Wei, Jonathan" userId="ac2b658e-7ce1-44bb-9f9f-bf4198ceaa29" providerId="ADAL" clId="{B5F325F7-7733-47A3-8525-53F9A323869E}" dt="2023-09-06T05:47:36.533" v="4680" actId="1038"/>
          <ac:spMkLst>
            <pc:docMk/>
            <pc:sldMk cId="50444769" sldId="421"/>
            <ac:spMk id="13" creationId="{EB5E0748-F5A0-3DC4-3862-00F31362796B}"/>
          </ac:spMkLst>
        </pc:spChg>
        <pc:spChg chg="add mod">
          <ac:chgData name="Yeo Xiong Wei, Jonathan" userId="ac2b658e-7ce1-44bb-9f9f-bf4198ceaa29" providerId="ADAL" clId="{B5F325F7-7733-47A3-8525-53F9A323869E}" dt="2023-09-06T05:47:36.533" v="4680" actId="1038"/>
          <ac:spMkLst>
            <pc:docMk/>
            <pc:sldMk cId="50444769" sldId="421"/>
            <ac:spMk id="14" creationId="{F49418AB-46AD-4004-2EAE-E60FAA7FC19E}"/>
          </ac:spMkLst>
        </pc:spChg>
        <pc:spChg chg="add mod">
          <ac:chgData name="Yeo Xiong Wei, Jonathan" userId="ac2b658e-7ce1-44bb-9f9f-bf4198ceaa29" providerId="ADAL" clId="{B5F325F7-7733-47A3-8525-53F9A323869E}" dt="2023-09-06T05:47:31.976" v="4671" actId="1038"/>
          <ac:spMkLst>
            <pc:docMk/>
            <pc:sldMk cId="50444769" sldId="421"/>
            <ac:spMk id="15" creationId="{22A2C288-B8E7-1352-3E80-5EFC17C38746}"/>
          </ac:spMkLst>
        </pc:spChg>
        <pc:spChg chg="add mod">
          <ac:chgData name="Yeo Xiong Wei, Jonathan" userId="ac2b658e-7ce1-44bb-9f9f-bf4198ceaa29" providerId="ADAL" clId="{B5F325F7-7733-47A3-8525-53F9A323869E}" dt="2023-09-06T05:47:31.976" v="4671" actId="1038"/>
          <ac:spMkLst>
            <pc:docMk/>
            <pc:sldMk cId="50444769" sldId="421"/>
            <ac:spMk id="16" creationId="{ECEC6289-1CF8-106C-E81C-2CF1631C82D3}"/>
          </ac:spMkLst>
        </pc:spChg>
        <pc:spChg chg="add mod">
          <ac:chgData name="Yeo Xiong Wei, Jonathan" userId="ac2b658e-7ce1-44bb-9f9f-bf4198ceaa29" providerId="ADAL" clId="{B5F325F7-7733-47A3-8525-53F9A323869E}" dt="2023-09-06T05:53:44.836" v="5149" actId="1076"/>
          <ac:spMkLst>
            <pc:docMk/>
            <pc:sldMk cId="50444769" sldId="421"/>
            <ac:spMk id="17" creationId="{B4E614BB-00E2-1A83-42C6-588A4827FE5C}"/>
          </ac:spMkLst>
        </pc:spChg>
        <pc:spChg chg="add mod">
          <ac:chgData name="Yeo Xiong Wei, Jonathan" userId="ac2b658e-7ce1-44bb-9f9f-bf4198ceaa29" providerId="ADAL" clId="{B5F325F7-7733-47A3-8525-53F9A323869E}" dt="2023-09-06T05:53:47.144" v="5150" actId="1076"/>
          <ac:spMkLst>
            <pc:docMk/>
            <pc:sldMk cId="50444769" sldId="421"/>
            <ac:spMk id="18" creationId="{B0D39FC1-FF19-1EF9-63E2-720585E52792}"/>
          </ac:spMkLst>
        </pc:spChg>
        <pc:cxnChg chg="add mod">
          <ac:chgData name="Yeo Xiong Wei, Jonathan" userId="ac2b658e-7ce1-44bb-9f9f-bf4198ceaa29" providerId="ADAL" clId="{B5F325F7-7733-47A3-8525-53F9A323869E}" dt="2023-09-06T05:53:54.112" v="5152" actId="1076"/>
          <ac:cxnSpMkLst>
            <pc:docMk/>
            <pc:sldMk cId="50444769" sldId="421"/>
            <ac:cxnSpMk id="19" creationId="{D03C1C36-B953-B442-3C04-2E9BB72329DA}"/>
          </ac:cxnSpMkLst>
        </pc:cxnChg>
        <pc:cxnChg chg="add mod">
          <ac:chgData name="Yeo Xiong Wei, Jonathan" userId="ac2b658e-7ce1-44bb-9f9f-bf4198ceaa29" providerId="ADAL" clId="{B5F325F7-7733-47A3-8525-53F9A323869E}" dt="2023-09-06T05:53:57.056" v="5154" actId="1076"/>
          <ac:cxnSpMkLst>
            <pc:docMk/>
            <pc:sldMk cId="50444769" sldId="421"/>
            <ac:cxnSpMk id="20" creationId="{132B01A7-B541-A1BF-FC40-82F2FC320B5A}"/>
          </ac:cxnSpMkLst>
        </pc:cxnChg>
      </pc:sldChg>
      <pc:sldChg chg="modSp new del mod">
        <pc:chgData name="Yeo Xiong Wei, Jonathan" userId="ac2b658e-7ce1-44bb-9f9f-bf4198ceaa29" providerId="ADAL" clId="{B5F325F7-7733-47A3-8525-53F9A323869E}" dt="2023-08-30T03:57:06.814" v="830" actId="47"/>
        <pc:sldMkLst>
          <pc:docMk/>
          <pc:sldMk cId="699935916" sldId="421"/>
        </pc:sldMkLst>
        <pc:spChg chg="mod">
          <ac:chgData name="Yeo Xiong Wei, Jonathan" userId="ac2b658e-7ce1-44bb-9f9f-bf4198ceaa29" providerId="ADAL" clId="{B5F325F7-7733-47A3-8525-53F9A323869E}" dt="2023-08-30T03:50:01.114" v="567" actId="20577"/>
          <ac:spMkLst>
            <pc:docMk/>
            <pc:sldMk cId="699935916" sldId="421"/>
            <ac:spMk id="2" creationId="{B25C8B9D-C6DC-7BDB-F68A-C29F53FECED7}"/>
          </ac:spMkLst>
        </pc:spChg>
        <pc:spChg chg="mod">
          <ac:chgData name="Yeo Xiong Wei, Jonathan" userId="ac2b658e-7ce1-44bb-9f9f-bf4198ceaa29" providerId="ADAL" clId="{B5F325F7-7733-47A3-8525-53F9A323869E}" dt="2023-08-30T03:51:27.968" v="664" actId="20577"/>
          <ac:spMkLst>
            <pc:docMk/>
            <pc:sldMk cId="699935916" sldId="421"/>
            <ac:spMk id="3" creationId="{E9E4BD4B-B1FA-4106-7DAA-B409900F85C4}"/>
          </ac:spMkLst>
        </pc:spChg>
      </pc:sldChg>
      <pc:sldChg chg="new del">
        <pc:chgData name="Yeo Xiong Wei, Jonathan" userId="ac2b658e-7ce1-44bb-9f9f-bf4198ceaa29" providerId="ADAL" clId="{B5F325F7-7733-47A3-8525-53F9A323869E}" dt="2023-08-30T06:44:37.446" v="2437" actId="47"/>
        <pc:sldMkLst>
          <pc:docMk/>
          <pc:sldMk cId="3276120113" sldId="421"/>
        </pc:sldMkLst>
      </pc:sldChg>
      <pc:sldChg chg="delSp new mod">
        <pc:chgData name="Yeo Xiong Wei, Jonathan" userId="ac2b658e-7ce1-44bb-9f9f-bf4198ceaa29" providerId="ADAL" clId="{B5F325F7-7733-47A3-8525-53F9A323869E}" dt="2023-09-03T01:58:52.261" v="3183" actId="478"/>
        <pc:sldMkLst>
          <pc:docMk/>
          <pc:sldMk cId="3335927883" sldId="421"/>
        </pc:sldMkLst>
        <pc:spChg chg="del">
          <ac:chgData name="Yeo Xiong Wei, Jonathan" userId="ac2b658e-7ce1-44bb-9f9f-bf4198ceaa29" providerId="ADAL" clId="{B5F325F7-7733-47A3-8525-53F9A323869E}" dt="2023-09-03T01:58:51.261" v="3182" actId="478"/>
          <ac:spMkLst>
            <pc:docMk/>
            <pc:sldMk cId="3335927883" sldId="421"/>
            <ac:spMk id="2" creationId="{A8B11715-BBFD-539C-E74D-B43DD5C2E9ED}"/>
          </ac:spMkLst>
        </pc:spChg>
        <pc:spChg chg="del">
          <ac:chgData name="Yeo Xiong Wei, Jonathan" userId="ac2b658e-7ce1-44bb-9f9f-bf4198ceaa29" providerId="ADAL" clId="{B5F325F7-7733-47A3-8525-53F9A323869E}" dt="2023-09-03T01:58:52.261" v="3183" actId="478"/>
          <ac:spMkLst>
            <pc:docMk/>
            <pc:sldMk cId="3335927883" sldId="421"/>
            <ac:spMk id="3" creationId="{97CA32D8-2BEC-78DF-77D9-F357C2B9B0A6}"/>
          </ac:spMkLst>
        </pc:spChg>
      </pc:sldChg>
      <pc:sldChg chg="addSp delSp modSp add mod">
        <pc:chgData name="Yeo Xiong Wei, Jonathan" userId="ac2b658e-7ce1-44bb-9f9f-bf4198ceaa29" providerId="ADAL" clId="{B5F325F7-7733-47A3-8525-53F9A323869E}" dt="2023-09-07T04:05:58.512" v="5268" actId="20577"/>
        <pc:sldMkLst>
          <pc:docMk/>
          <pc:sldMk cId="2193460568" sldId="422"/>
        </pc:sldMkLst>
        <pc:spChg chg="mod">
          <ac:chgData name="Yeo Xiong Wei, Jonathan" userId="ac2b658e-7ce1-44bb-9f9f-bf4198ceaa29" providerId="ADAL" clId="{B5F325F7-7733-47A3-8525-53F9A323869E}" dt="2023-09-06T05:48:02.814" v="4692" actId="20577"/>
          <ac:spMkLst>
            <pc:docMk/>
            <pc:sldMk cId="2193460568" sldId="422"/>
            <ac:spMk id="5" creationId="{A84216D5-1E78-ECBD-985C-C0D11ED93DD5}"/>
          </ac:spMkLst>
        </pc:spChg>
        <pc:spChg chg="mod">
          <ac:chgData name="Yeo Xiong Wei, Jonathan" userId="ac2b658e-7ce1-44bb-9f9f-bf4198ceaa29" providerId="ADAL" clId="{B5F325F7-7733-47A3-8525-53F9A323869E}" dt="2023-09-06T05:49:18.477" v="4729" actId="20577"/>
          <ac:spMkLst>
            <pc:docMk/>
            <pc:sldMk cId="2193460568" sldId="422"/>
            <ac:spMk id="6" creationId="{30FF8556-868D-A687-3113-04E906B0521B}"/>
          </ac:spMkLst>
        </pc:spChg>
        <pc:spChg chg="mod">
          <ac:chgData name="Yeo Xiong Wei, Jonathan" userId="ac2b658e-7ce1-44bb-9f9f-bf4198ceaa29" providerId="ADAL" clId="{B5F325F7-7733-47A3-8525-53F9A323869E}" dt="2023-09-07T04:05:58.512" v="5268" actId="20577"/>
          <ac:spMkLst>
            <pc:docMk/>
            <pc:sldMk cId="2193460568" sldId="422"/>
            <ac:spMk id="7" creationId="{FB374541-95D1-BA66-7F18-8DDF7B258D55}"/>
          </ac:spMkLst>
        </pc:spChg>
        <pc:spChg chg="mod">
          <ac:chgData name="Yeo Xiong Wei, Jonathan" userId="ac2b658e-7ce1-44bb-9f9f-bf4198ceaa29" providerId="ADAL" clId="{B5F325F7-7733-47A3-8525-53F9A323869E}" dt="2023-09-06T05:48:59.950" v="4721" actId="1076"/>
          <ac:spMkLst>
            <pc:docMk/>
            <pc:sldMk cId="2193460568" sldId="422"/>
            <ac:spMk id="8" creationId="{26678197-AF03-C39A-3A53-2371671A5968}"/>
          </ac:spMkLst>
        </pc:spChg>
        <pc:spChg chg="mod">
          <ac:chgData name="Yeo Xiong Wei, Jonathan" userId="ac2b658e-7ce1-44bb-9f9f-bf4198ceaa29" providerId="ADAL" clId="{B5F325F7-7733-47A3-8525-53F9A323869E}" dt="2023-09-06T05:48:59.950" v="4721" actId="1076"/>
          <ac:spMkLst>
            <pc:docMk/>
            <pc:sldMk cId="2193460568" sldId="422"/>
            <ac:spMk id="9" creationId="{4C352571-601A-A6C4-7A36-767A5CBF65DC}"/>
          </ac:spMkLst>
        </pc:spChg>
        <pc:spChg chg="add mod">
          <ac:chgData name="Yeo Xiong Wei, Jonathan" userId="ac2b658e-7ce1-44bb-9f9f-bf4198ceaa29" providerId="ADAL" clId="{B5F325F7-7733-47A3-8525-53F9A323869E}" dt="2023-09-06T05:50:16.824" v="4749" actId="1076"/>
          <ac:spMkLst>
            <pc:docMk/>
            <pc:sldMk cId="2193460568" sldId="422"/>
            <ac:spMk id="10" creationId="{A8E46521-12C4-FB40-E6BE-0472C49A3E08}"/>
          </ac:spMkLst>
        </pc:spChg>
        <pc:spChg chg="mod">
          <ac:chgData name="Yeo Xiong Wei, Jonathan" userId="ac2b658e-7ce1-44bb-9f9f-bf4198ceaa29" providerId="ADAL" clId="{B5F325F7-7733-47A3-8525-53F9A323869E}" dt="2023-09-06T05:49:24.093" v="4739" actId="1038"/>
          <ac:spMkLst>
            <pc:docMk/>
            <pc:sldMk cId="2193460568" sldId="422"/>
            <ac:spMk id="11" creationId="{62CE6BAD-7D58-8D70-6CC3-1880EBF43A9E}"/>
          </ac:spMkLst>
        </pc:spChg>
        <pc:spChg chg="mod">
          <ac:chgData name="Yeo Xiong Wei, Jonathan" userId="ac2b658e-7ce1-44bb-9f9f-bf4198ceaa29" providerId="ADAL" clId="{B5F325F7-7733-47A3-8525-53F9A323869E}" dt="2023-09-06T05:49:09.713" v="4727" actId="1076"/>
          <ac:spMkLst>
            <pc:docMk/>
            <pc:sldMk cId="2193460568" sldId="422"/>
            <ac:spMk id="12" creationId="{8B2F8DBD-FB1E-3808-BA1A-01CF52FDF114}"/>
          </ac:spMkLst>
        </pc:spChg>
        <pc:spChg chg="del">
          <ac:chgData name="Yeo Xiong Wei, Jonathan" userId="ac2b658e-7ce1-44bb-9f9f-bf4198ceaa29" providerId="ADAL" clId="{B5F325F7-7733-47A3-8525-53F9A323869E}" dt="2023-09-06T05:48:21.701" v="4705" actId="478"/>
          <ac:spMkLst>
            <pc:docMk/>
            <pc:sldMk cId="2193460568" sldId="422"/>
            <ac:spMk id="13" creationId="{EB5E0748-F5A0-3DC4-3862-00F31362796B}"/>
          </ac:spMkLst>
        </pc:spChg>
        <pc:spChg chg="del">
          <ac:chgData name="Yeo Xiong Wei, Jonathan" userId="ac2b658e-7ce1-44bb-9f9f-bf4198ceaa29" providerId="ADAL" clId="{B5F325F7-7733-47A3-8525-53F9A323869E}" dt="2023-09-06T05:48:20.129" v="4704" actId="478"/>
          <ac:spMkLst>
            <pc:docMk/>
            <pc:sldMk cId="2193460568" sldId="422"/>
            <ac:spMk id="14" creationId="{F49418AB-46AD-4004-2EAE-E60FAA7FC19E}"/>
          </ac:spMkLst>
        </pc:spChg>
        <pc:spChg chg="del">
          <ac:chgData name="Yeo Xiong Wei, Jonathan" userId="ac2b658e-7ce1-44bb-9f9f-bf4198ceaa29" providerId="ADAL" clId="{B5F325F7-7733-47A3-8525-53F9A323869E}" dt="2023-09-06T05:48:22.915" v="4706" actId="478"/>
          <ac:spMkLst>
            <pc:docMk/>
            <pc:sldMk cId="2193460568" sldId="422"/>
            <ac:spMk id="15" creationId="{22A2C288-B8E7-1352-3E80-5EFC17C38746}"/>
          </ac:spMkLst>
        </pc:spChg>
        <pc:spChg chg="del">
          <ac:chgData name="Yeo Xiong Wei, Jonathan" userId="ac2b658e-7ce1-44bb-9f9f-bf4198ceaa29" providerId="ADAL" clId="{B5F325F7-7733-47A3-8525-53F9A323869E}" dt="2023-09-06T05:48:16.808" v="4703" actId="478"/>
          <ac:spMkLst>
            <pc:docMk/>
            <pc:sldMk cId="2193460568" sldId="422"/>
            <ac:spMk id="16" creationId="{ECEC6289-1CF8-106C-E81C-2CF1631C82D3}"/>
          </ac:spMkLst>
        </pc:spChg>
        <pc:spChg chg="add mod">
          <ac:chgData name="Yeo Xiong Wei, Jonathan" userId="ac2b658e-7ce1-44bb-9f9f-bf4198ceaa29" providerId="ADAL" clId="{B5F325F7-7733-47A3-8525-53F9A323869E}" dt="2023-09-06T05:50:16.824" v="4749" actId="1076"/>
          <ac:spMkLst>
            <pc:docMk/>
            <pc:sldMk cId="2193460568" sldId="422"/>
            <ac:spMk id="17" creationId="{437054D7-C99C-827F-35DB-FBF8A02727A2}"/>
          </ac:spMkLst>
        </pc:spChg>
        <pc:spChg chg="add mod">
          <ac:chgData name="Yeo Xiong Wei, Jonathan" userId="ac2b658e-7ce1-44bb-9f9f-bf4198ceaa29" providerId="ADAL" clId="{B5F325F7-7733-47A3-8525-53F9A323869E}" dt="2023-09-06T05:54:03.347" v="5155" actId="1076"/>
          <ac:spMkLst>
            <pc:docMk/>
            <pc:sldMk cId="2193460568" sldId="422"/>
            <ac:spMk id="18" creationId="{321AE1DE-1B51-19A6-4882-9A2CB32EAC8D}"/>
          </ac:spMkLst>
        </pc:spChg>
        <pc:spChg chg="add mod">
          <ac:chgData name="Yeo Xiong Wei, Jonathan" userId="ac2b658e-7ce1-44bb-9f9f-bf4198ceaa29" providerId="ADAL" clId="{B5F325F7-7733-47A3-8525-53F9A323869E}" dt="2023-09-07T04:05:54.458" v="5263" actId="20577"/>
          <ac:spMkLst>
            <pc:docMk/>
            <pc:sldMk cId="2193460568" sldId="422"/>
            <ac:spMk id="21" creationId="{3529797C-635B-E14E-1B04-414DC562AF79}"/>
          </ac:spMkLst>
        </pc:spChg>
        <pc:cxnChg chg="add mod">
          <ac:chgData name="Yeo Xiong Wei, Jonathan" userId="ac2b658e-7ce1-44bb-9f9f-bf4198ceaa29" providerId="ADAL" clId="{B5F325F7-7733-47A3-8525-53F9A323869E}" dt="2023-09-06T05:51:29.894" v="4888" actId="1582"/>
          <ac:cxnSpMkLst>
            <pc:docMk/>
            <pc:sldMk cId="2193460568" sldId="422"/>
            <ac:cxnSpMk id="20" creationId="{05D8FD11-1245-CBD4-CA87-5F33EB61B06B}"/>
          </ac:cxnSpMkLst>
        </pc:cxnChg>
        <pc:cxnChg chg="add mod">
          <ac:chgData name="Yeo Xiong Wei, Jonathan" userId="ac2b658e-7ce1-44bb-9f9f-bf4198ceaa29" providerId="ADAL" clId="{B5F325F7-7733-47A3-8525-53F9A323869E}" dt="2023-09-06T05:54:06.680" v="5156"/>
          <ac:cxnSpMkLst>
            <pc:docMk/>
            <pc:sldMk cId="2193460568" sldId="422"/>
            <ac:cxnSpMk id="22" creationId="{CA73B676-F41E-67A2-BA93-276CADCD49D7}"/>
          </ac:cxnSpMkLst>
        </pc:cxnChg>
      </pc:sldChg>
      <pc:sldChg chg="modSp new mod ord">
        <pc:chgData name="Yeo Xiong Wei, Jonathan" userId="ac2b658e-7ce1-44bb-9f9f-bf4198ceaa29" providerId="ADAL" clId="{B5F325F7-7733-47A3-8525-53F9A323869E}" dt="2023-09-07T04:22:34.126" v="6372" actId="20577"/>
        <pc:sldMkLst>
          <pc:docMk/>
          <pc:sldMk cId="1502253194" sldId="423"/>
        </pc:sldMkLst>
        <pc:spChg chg="mod">
          <ac:chgData name="Yeo Xiong Wei, Jonathan" userId="ac2b658e-7ce1-44bb-9f9f-bf4198ceaa29" providerId="ADAL" clId="{B5F325F7-7733-47A3-8525-53F9A323869E}" dt="2023-09-07T04:22:34.126" v="6372" actId="20577"/>
          <ac:spMkLst>
            <pc:docMk/>
            <pc:sldMk cId="1502253194" sldId="423"/>
            <ac:spMk id="2" creationId="{C8593A39-006B-274B-72A3-292965CEAB11}"/>
          </ac:spMkLst>
        </pc:spChg>
        <pc:spChg chg="mod">
          <ac:chgData name="Yeo Xiong Wei, Jonathan" userId="ac2b658e-7ce1-44bb-9f9f-bf4198ceaa29" providerId="ADAL" clId="{B5F325F7-7733-47A3-8525-53F9A323869E}" dt="2023-09-07T04:21:38.068" v="6330" actId="20577"/>
          <ac:spMkLst>
            <pc:docMk/>
            <pc:sldMk cId="1502253194" sldId="423"/>
            <ac:spMk id="3" creationId="{4AB06FDF-EDF1-FB72-C093-407E54B7E2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8DF68-A7C0-4DA1-AE66-32F35E9341F0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35321-6F75-4ED8-B3EB-6C412AC0F3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22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852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Different types could have different payoffs, so if not observed, it means there is no full knowledge of the payoff structure of everyone’s game.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882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will focus on hidden information about payoffs.</a:t>
            </a:r>
          </a:p>
          <a:p>
            <a:r>
              <a:rPr lang="en-GB" dirty="0"/>
              <a:t>This is because if different types have different actions, we can always focus on a common set of actions, but if a type does not have a particular action, we can always set his/her payoffs from it to be </a:t>
            </a:r>
            <a:r>
              <a:rPr lang="en-GB"/>
              <a:t>negative infinity.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191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that there are two different types which are unknown, this is related to games of incomplete information where knowledge about types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080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25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089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With only lemon sellers in the market, buyers correctly believe that the proportion of peaches in the market is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564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935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888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09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What we are looking for is for a market</a:t>
                </a:r>
                <a:r>
                  <a:rPr lang="en-GB" baseline="0" dirty="0"/>
                  <a:t> with a</a:t>
                </a:r>
                <a:r>
                  <a:rPr lang="en-GB" dirty="0"/>
                  <a:t> price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where</a:t>
                </a:r>
                <a:r>
                  <a:rPr lang="en-GB" baseline="0" dirty="0"/>
                  <a:t> at least some of the owners are selling their cars.</a:t>
                </a:r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What we are looking for is for a market</a:t>
                </a:r>
                <a:r>
                  <a:rPr lang="en-GB" baseline="0" dirty="0"/>
                  <a:t> with a</a:t>
                </a:r>
                <a:r>
                  <a:rPr lang="en-GB" dirty="0"/>
                  <a:t> price </a:t>
                </a:r>
                <a:r>
                  <a:rPr lang="en-SG" b="0" i="0">
                    <a:latin typeface="Cambria Math" panose="02040503050406030204" pitchFamily="18" charset="0"/>
                  </a:rPr>
                  <a:t>𝑥</a:t>
                </a:r>
                <a:r>
                  <a:rPr lang="en-GB" dirty="0"/>
                  <a:t> where</a:t>
                </a:r>
                <a:r>
                  <a:rPr lang="en-GB" baseline="0" dirty="0"/>
                  <a:t> at least some of the owners are selling their cars.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09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17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dirty="0"/>
                  <a:t> is from slide 8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SG" b="0" i="0">
                    <a:latin typeface="Cambria Math" panose="02040503050406030204" pitchFamily="18" charset="0"/>
                  </a:rPr>
                  <a:t>𝛾</a:t>
                </a:r>
                <a:r>
                  <a:rPr lang="en-GB" dirty="0"/>
                  <a:t> is from slide 8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357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221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result holds more generally!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786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965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is that we first start out with a potential pooling equilibrium, and then slowly remove the higher value sellers who don’t want to remain.</a:t>
            </a:r>
          </a:p>
          <a:p>
            <a:r>
              <a:rPr lang="en-US" dirty="0"/>
              <a:t>(We know from before that it can’t be that higher value sellers remain, but lower value sellers do not.)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62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71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is that we first start out with a potential pooling equilibrium, and then slowly remove the higher value sellers who don’t want to remain.</a:t>
            </a:r>
          </a:p>
          <a:p>
            <a:r>
              <a:rPr lang="en-US" dirty="0"/>
              <a:t>(We know from before that it can’t be that higher value sellers remain, but lower value sellers do not.)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62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014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19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Beliefs affect how they respond, and how they respond affects your utility.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093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They only observe cars in the market and whether they have certification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512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512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=2200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example which works is if </a:t>
                </a:r>
                <a:r>
                  <a:rPr lang="en-SG" b="0" i="0">
                    <a:latin typeface="Cambria Math" panose="02040503050406030204" pitchFamily="18" charset="0"/>
                  </a:rPr>
                  <a:t>𝐶_𝑝=100</a:t>
                </a:r>
                <a:r>
                  <a:rPr lang="en-GB" dirty="0"/>
                  <a:t>, </a:t>
                </a:r>
                <a:r>
                  <a:rPr lang="en-SG" b="0" i="0" dirty="0">
                    <a:latin typeface="Cambria Math" panose="02040503050406030204" pitchFamily="18" charset="0"/>
                  </a:rPr>
                  <a:t>𝐶_𝑙=900</a:t>
                </a:r>
                <a:endParaRPr lang="en-GB" dirty="0"/>
              </a:p>
              <a:p>
                <a:r>
                  <a:rPr lang="en-SG" b="0" i="0">
                    <a:latin typeface="Cambria Math" panose="02040503050406030204" pitchFamily="18" charset="0"/>
                  </a:rPr>
                  <a:t>𝑥=2200</a:t>
                </a:r>
                <a:r>
                  <a:rPr lang="en-GB" dirty="0"/>
                  <a:t>, </a:t>
                </a:r>
                <a:r>
                  <a:rPr lang="en-SG" b="0" i="0">
                    <a:latin typeface="Cambria Math" panose="02040503050406030204" pitchFamily="18" charset="0"/>
                  </a:rPr>
                  <a:t>𝑦=</a:t>
                </a:r>
                <a:r>
                  <a:rPr lang="en-GB" dirty="0"/>
                  <a:t>1400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5122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5077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831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6297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4802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4885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3189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35321-6F75-4ED8-B3EB-6C412AC0F374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279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194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35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C63-0258-4B52-AC09-FFA10CDE5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99C05-861C-4601-9773-49352C49C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3F728-EBFF-4A1C-866F-5B6DD136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B2AFD-883C-450D-A622-FD17B2F3C829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C5EA9-FD40-47CF-B4A9-6123F721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C2566-7916-4059-97B9-6A50A654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19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B845-9D5F-4082-8AC9-06E7C2DA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07878-8B29-4764-8123-51C6CEE2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7DAE-CEA1-4FC4-9819-D0CFEBC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A92-D657-4B49-932F-080871F4C87C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3C2DA-6271-42BE-B016-84D3A096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F564-4AF5-46DE-9B6C-D309A7E0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288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534F-65A3-463D-889D-4C6ABC53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C8739-13E2-4AC0-955B-290580CB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680AC-94FE-4342-B17B-10F3210E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DEE8-B99C-43A4-BF1C-ED4C006DB826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3414F-8D47-4C9B-A07E-523E7726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81B73-D422-470E-9E80-D85CAD0E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7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F0D9-223D-49CF-8B8A-2854A619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2550E-20D9-4D26-9FE6-20895C82C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DB45D-CB5C-4A7A-97A5-3C2A227BB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3D45E-702F-420F-8B34-D3B47B96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F222-0E81-49BA-83E0-CBE5C967107E}" type="datetime1">
              <a:rPr lang="en-GB" smtClean="0"/>
              <a:t>21/09/2024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D4E72-7E05-48D1-9D30-1DC6E5EB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123E8-CB5C-4BD1-A552-A118E49D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53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0FC9-C923-49D6-ACB4-4E64CFA6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62041-86C3-47D9-AA22-AC48077A7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81E0D-76D3-455B-B6E4-C4BEB7EA0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62D0E-E576-4F4D-B3D7-0A54C3F50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8F4DB-D686-4CD8-838B-A980EA638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3BDFA-BAD8-4743-AE2D-3A038A4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A7AF-2728-4945-8F53-E484C69D4E13}" type="datetime1">
              <a:rPr lang="en-GB" smtClean="0"/>
              <a:t>21/09/2024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306BE-2E8F-4D64-8D34-69B6F3BE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9C327-AC97-4D4F-B2E0-AFE8BA9A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827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3FEB-5873-4854-A876-ACE01E47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DDAAB-A446-4079-BB36-0FD88DB9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B0DE-8FBB-4184-AC25-129A3C85EB2D}" type="datetime1">
              <a:rPr lang="en-GB" smtClean="0"/>
              <a:t>21/09/2024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EE2AE-BD64-4A0E-B85B-E99D32F3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F9225-6465-4DF3-8FCD-E9AB97D6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417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227EC-0BD4-40C5-A063-303B16F9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CEC06-E04A-4860-A93D-9B88DCD56097}" type="datetime1">
              <a:rPr lang="en-GB" smtClean="0"/>
              <a:t>21/09/2024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6CCD5-1461-4ABC-909E-3833C5D7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88CF5-90EF-4089-B500-3AE4CD7F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78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7E42-9D2B-4DC8-B44D-ACEB5EA2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5882-C878-4C68-A6DC-1C66BFDC4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AAE6A-8326-400A-9A06-3DC6DB485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CD465-A333-4CE5-BC1A-CBC69482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D5C7-2BFD-40B6-9252-1F744BEEFA83}" type="datetime1">
              <a:rPr lang="en-GB" smtClean="0"/>
              <a:t>21/09/2024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3B05B-27D9-438A-86D8-A05E9902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DA3DA-1E6D-4A6E-B2FE-FDB49906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05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4734-ADAE-4F79-A58C-9FAD202E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0C5B98-1BA6-4596-A840-89EDC9B3B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F529-0D9F-4D36-A157-C7E9F60F9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F24A3-5C2F-45C8-ACE5-0A0F916F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D0BC-5A05-4CFE-B98A-6DDD3A561080}" type="datetime1">
              <a:rPr lang="en-GB" smtClean="0"/>
              <a:t>21/09/2024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7540C-858F-4CC7-A6E7-E61AE83C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AAB41-AAD3-42F8-A8D3-1CAB6B0C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06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B609-74FC-4C4B-AE9A-A2C2504D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AB064-124E-4D73-A86A-B05F59A1B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A6E67-2ECF-43CE-9989-9E2D1EC6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925A3-654D-4F0A-BA1C-6D0DD8E63FA1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34965-DDE2-41B7-A772-FB4EFAE4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9547-01AB-4A2F-9409-CDFE88A5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649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5A095-7C60-4478-B115-E6B840DD5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2B2DB-43C8-45AE-AA19-F64DC4EE2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C03A-CE7E-4344-AF09-2283988C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7976-5A51-4C13-BB63-FC9BB92118DF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071FF-DF2B-43BF-A4C4-01E4C888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F9E0-971F-4AFA-BC90-078134EF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88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46949B-1B21-D54A-E5D8-44948D2ED656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8A0675B8-D6CA-14C2-F408-290F574835B9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B025F-2452-4B27-AB82-5E0B1EB8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5955-47F8-48FB-8981-8C1FB1FB8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3698-2BD3-410C-BAAB-A72716385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5A308-E4AA-464D-A209-BAE8C6A958CD}" type="datetime1">
              <a:rPr lang="en-GB" smtClean="0"/>
              <a:t>21/09/2024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AE06-6158-4D6A-B6F6-FBB66A52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E5782-77A0-47D3-B7C6-38280C200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D3A6B015-14EA-419E-84A1-EA07DEB3B2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81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1.png"/><Relationship Id="rId4" Type="http://schemas.openxmlformats.org/officeDocument/2006/relationships/image" Target="../media/image82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24.svg"/><Relationship Id="rId5" Type="http://schemas.openxmlformats.org/officeDocument/2006/relationships/image" Target="../media/image80.png"/><Relationship Id="rId10" Type="http://schemas.openxmlformats.org/officeDocument/2006/relationships/image" Target="../media/image23.png"/><Relationship Id="rId4" Type="http://schemas.openxmlformats.org/officeDocument/2006/relationships/image" Target="../media/image70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onlib.org/strategic-ambiguity/" TargetMode="External"/><Relationship Id="rId2" Type="http://schemas.openxmlformats.org/officeDocument/2006/relationships/hyperlink" Target="https://www.youtube.com/watch?v=SrYkrsBzbOQ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634" y="839950"/>
            <a:ext cx="5220783" cy="5039416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Asymmetric Information I </a:t>
            </a:r>
            <a:br>
              <a:rPr lang="en-US" sz="4400" b="1" dirty="0"/>
            </a:br>
            <a:br>
              <a:rPr lang="en-US" sz="4400" b="1" dirty="0"/>
            </a:br>
            <a:r>
              <a:rPr lang="en-GB" sz="1600" b="1" dirty="0"/>
              <a:t>HE3001, Microeconomics 3</a:t>
            </a:r>
            <a:br>
              <a:rPr lang="en-GB" sz="1600" b="1" dirty="0"/>
            </a:br>
            <a:r>
              <a:rPr lang="en-GB" sz="1600" b="1" dirty="0"/>
              <a:t>Nanyang Technological University</a:t>
            </a:r>
            <a:br>
              <a:rPr lang="en-GB" sz="1600" b="1" dirty="0"/>
            </a:br>
            <a:endParaRPr lang="en-GB" sz="440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DE87BF4-C58C-5B3A-6C7C-1DD35CDF31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00" r="3942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3A6B015-14EA-419E-84A1-EA07DEB3B2A0}" type="slidenum">
              <a:rPr lang="en-GB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57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3465B-55AD-46D5-91D5-02F8E619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</a:t>
            </a:fld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10F70CC-077E-5D8D-DCE3-23F9A100C1A7}"/>
              </a:ext>
            </a:extLst>
          </p:cNvPr>
          <p:cNvSpPr txBox="1">
            <a:spLocks noChangeArrowheads="1"/>
          </p:cNvSpPr>
          <p:nvPr/>
        </p:nvSpPr>
        <p:spPr>
          <a:xfrm>
            <a:off x="901699" y="1674564"/>
            <a:ext cx="5279947" cy="4303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/>
              <a:t>In purely competitive markets, all agents are fully informed about traded commodities and other aspects of the market.</a:t>
            </a:r>
          </a:p>
          <a:p>
            <a:endParaRPr lang="en-US" altLang="en-US" sz="2000"/>
          </a:p>
          <a:p>
            <a:r>
              <a:rPr lang="en-US" altLang="en-US" sz="2000"/>
              <a:t>However, in real life, there is often </a:t>
            </a:r>
            <a:r>
              <a:rPr lang="en-US" altLang="en-US" sz="2000" b="1" i="1">
                <a:solidFill>
                  <a:srgbClr val="0000FF"/>
                </a:solidFill>
              </a:rPr>
              <a:t>asymmetric information</a:t>
            </a:r>
            <a:r>
              <a:rPr lang="en-US" altLang="en-US" sz="2000" i="1"/>
              <a:t>: </a:t>
            </a:r>
          </a:p>
          <a:p>
            <a:pPr lvl="1"/>
            <a:r>
              <a:rPr lang="en-US" altLang="en-US" sz="1800"/>
              <a:t>Some parties are better informed than others about the outcomes of some environment; they have </a:t>
            </a:r>
            <a:r>
              <a:rPr lang="en-US" altLang="en-US" sz="1800" b="1"/>
              <a:t>hidden information</a:t>
            </a:r>
            <a:r>
              <a:rPr lang="en-US" altLang="en-US" sz="1800"/>
              <a:t>.</a:t>
            </a:r>
          </a:p>
          <a:p>
            <a:pPr lvl="1"/>
            <a:endParaRPr lang="en-US" altLang="en-US" sz="2000"/>
          </a:p>
          <a:p>
            <a:endParaRPr lang="en-US" altLang="en-US" sz="2000"/>
          </a:p>
          <a:p>
            <a:endParaRPr lang="en-US" altLang="en-US" sz="2000" dirty="0"/>
          </a:p>
        </p:txBody>
      </p:sp>
      <p:pic>
        <p:nvPicPr>
          <p:cNvPr id="6" name="Picture 2" descr="Pin on Article Drawings">
            <a:extLst>
              <a:ext uri="{FF2B5EF4-FFF2-40B4-BE49-F238E27FC236}">
                <a16:creationId xmlns:a16="http://schemas.microsoft.com/office/drawing/2014/main" id="{315E61E6-4ADD-B0EA-47FF-A1B70AFA4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713"/>
          <a:stretch/>
        </p:blipFill>
        <p:spPr bwMode="auto">
          <a:xfrm>
            <a:off x="7179327" y="2036693"/>
            <a:ext cx="3656034" cy="250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71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D7822D-7185-5D4D-A4D2-E28303A19D23}"/>
              </a:ext>
            </a:extLst>
          </p:cNvPr>
          <p:cNvSpPr/>
          <p:nvPr/>
        </p:nvSpPr>
        <p:spPr>
          <a:xfrm>
            <a:off x="672059" y="3094892"/>
            <a:ext cx="10681741" cy="11605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Asymmetric Information 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570030" cy="4755473"/>
          </a:xfrm>
        </p:spPr>
        <p:txBody>
          <a:bodyPr>
            <a:normAutofit/>
          </a:bodyPr>
          <a:lstStyle/>
          <a:p>
            <a:pPr lvl="1"/>
            <a:endParaRPr lang="en-US" altLang="en-US" sz="1800" dirty="0"/>
          </a:p>
          <a:p>
            <a:r>
              <a:rPr lang="en-US" altLang="en-US" sz="2000" dirty="0"/>
              <a:t>When information is asymmetric, this can lead to market inefficiencies</a:t>
            </a:r>
          </a:p>
          <a:p>
            <a:endParaRPr lang="en-US" altLang="en-US" sz="2000" dirty="0"/>
          </a:p>
          <a:p>
            <a:r>
              <a:rPr lang="en-US" altLang="en-US" sz="2000" dirty="0"/>
              <a:t>Over the next two lectures, we will discuss 2 main classes of asymmetric information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/>
              <a:t>Adverse Selection: </a:t>
            </a:r>
            <a:r>
              <a:rPr lang="en-US" altLang="en-US" sz="2000" b="1" dirty="0">
                <a:solidFill>
                  <a:srgbClr val="0000FF"/>
                </a:solidFill>
              </a:rPr>
              <a:t>Unobserved types </a:t>
            </a:r>
            <a:r>
              <a:rPr lang="en-US" altLang="en-US" sz="2000" dirty="0"/>
              <a:t>of agents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/>
              <a:t>Moral Hazard: </a:t>
            </a:r>
            <a:r>
              <a:rPr lang="en-US" altLang="en-US" sz="2000" b="1" dirty="0">
                <a:solidFill>
                  <a:srgbClr val="0000FF"/>
                </a:solidFill>
              </a:rPr>
              <a:t>Unobserved actions </a:t>
            </a:r>
            <a:r>
              <a:rPr lang="en-US" altLang="en-US" sz="2000" dirty="0"/>
              <a:t>by agents </a:t>
            </a:r>
          </a:p>
          <a:p>
            <a:pPr marL="0" indent="0">
              <a:buNone/>
            </a:pPr>
            <a:endParaRPr lang="en-US" altLang="en-US" sz="2200" dirty="0"/>
          </a:p>
          <a:p>
            <a:pPr marL="0" indent="0">
              <a:buNone/>
            </a:pPr>
            <a:r>
              <a:rPr lang="en-US" altLang="en-US" sz="2000" b="1" dirty="0"/>
              <a:t>Related to games of </a:t>
            </a:r>
            <a:r>
              <a:rPr lang="en-US" altLang="en-US" sz="2000" b="1" dirty="0">
                <a:solidFill>
                  <a:srgbClr val="0000FF"/>
                </a:solidFill>
              </a:rPr>
              <a:t>incomplete/imperfect </a:t>
            </a:r>
            <a:r>
              <a:rPr lang="en-US" altLang="en-US" sz="2000" b="1" dirty="0"/>
              <a:t>information respectively from before.</a:t>
            </a:r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3465B-55AD-46D5-91D5-02F8E619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62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570030" cy="4755473"/>
          </a:xfrm>
        </p:spPr>
        <p:txBody>
          <a:bodyPr>
            <a:normAutofit lnSpcReduction="10000"/>
          </a:bodyPr>
          <a:lstStyle/>
          <a:p>
            <a:pPr lvl="1"/>
            <a:endParaRPr lang="en-US" altLang="en-US" sz="1800" dirty="0"/>
          </a:p>
          <a:p>
            <a:r>
              <a:rPr lang="en-US" altLang="en-US" sz="2000" dirty="0"/>
              <a:t>Hidden information about someone’s type (Payoffs* and Action Set, see Lecture 1)</a:t>
            </a:r>
          </a:p>
          <a:p>
            <a:endParaRPr lang="en-US" altLang="en-US" sz="2000" dirty="0"/>
          </a:p>
          <a:p>
            <a:r>
              <a:rPr lang="en-US" altLang="en-US" sz="2000" dirty="0"/>
              <a:t>For example, </a:t>
            </a:r>
          </a:p>
          <a:p>
            <a:pPr lvl="1"/>
            <a:r>
              <a:rPr lang="en-US" altLang="en-US" sz="1800" dirty="0"/>
              <a:t>An insurance buyer knows more about his riskiness than does the seller.</a:t>
            </a:r>
            <a:br>
              <a:rPr lang="en-US" altLang="en-US" sz="1800" dirty="0"/>
            </a:br>
            <a:r>
              <a:rPr lang="en-US" altLang="en-US" sz="1800" dirty="0"/>
              <a:t>There is hidden information (to the seller) about the buyers’ utility from taking dangerous actions.</a:t>
            </a:r>
          </a:p>
          <a:p>
            <a:pPr marL="457200" lvl="1" indent="0">
              <a:buNone/>
            </a:pPr>
            <a:endParaRPr lang="en-US" altLang="en-US" sz="1800" dirty="0"/>
          </a:p>
          <a:p>
            <a:pPr lvl="1"/>
            <a:r>
              <a:rPr lang="en-US" altLang="en-US" sz="1800" dirty="0"/>
              <a:t>A used car’s owner knows more about its value than does a potential buyer.</a:t>
            </a:r>
            <a:br>
              <a:rPr lang="en-US" altLang="en-US" sz="1800" dirty="0"/>
            </a:br>
            <a:r>
              <a:rPr lang="en-US" altLang="en-US" sz="1800" dirty="0"/>
              <a:t>There is hidden information (to the buyer) about the sellers’ potential payoffs from keeping the car.</a:t>
            </a:r>
          </a:p>
          <a:p>
            <a:pPr lvl="1"/>
            <a:endParaRPr lang="en-US" altLang="en-US" sz="1800" dirty="0"/>
          </a:p>
          <a:p>
            <a:r>
              <a:rPr lang="en-US" altLang="en-US" sz="2000" dirty="0"/>
              <a:t>Because of this, the </a:t>
            </a:r>
            <a:r>
              <a:rPr lang="en-US" altLang="en-US" sz="2000" b="1" dirty="0">
                <a:solidFill>
                  <a:srgbClr val="0000FF"/>
                </a:solidFill>
              </a:rPr>
              <a:t>beliefs</a:t>
            </a:r>
            <a:r>
              <a:rPr lang="en-US" altLang="en-US" sz="2000" dirty="0"/>
              <a:t> of the party who has incomplete information will affect outcomes in the market! </a:t>
            </a:r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We will now take a look at a simple model of this.</a:t>
            </a:r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3465B-55AD-46D5-91D5-02F8E619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43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Adverse Selection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the Market for Lemons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67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27762"/>
            <a:ext cx="10497458" cy="4755473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endParaRPr lang="en-US" altLang="en-US" sz="2000" dirty="0"/>
          </a:p>
          <a:p>
            <a:pPr marL="0" indent="0" eaLnBrk="1" hangingPunct="1">
              <a:buNone/>
            </a:pPr>
            <a:r>
              <a:rPr lang="en-US" altLang="en-US" sz="2000" dirty="0"/>
              <a:t>Consider a used car market with two types of cars; </a:t>
            </a:r>
            <a:r>
              <a:rPr lang="ja-JP" altLang="en-US" sz="2000" dirty="0"/>
              <a:t>“</a:t>
            </a:r>
            <a:r>
              <a:rPr lang="en-US" altLang="ja-JP" sz="2000" dirty="0"/>
              <a:t>lemons</a:t>
            </a:r>
            <a:r>
              <a:rPr lang="ja-JP" altLang="en-US" sz="2000" dirty="0"/>
              <a:t>”</a:t>
            </a:r>
            <a:r>
              <a:rPr lang="en-US" altLang="ja-JP" sz="2000" dirty="0"/>
              <a:t> and </a:t>
            </a:r>
            <a:r>
              <a:rPr lang="ja-JP" altLang="en-US" sz="2000" dirty="0"/>
              <a:t>“</a:t>
            </a:r>
            <a:r>
              <a:rPr lang="en-US" altLang="ja-JP" sz="2000" dirty="0"/>
              <a:t>peaches</a:t>
            </a:r>
            <a:r>
              <a:rPr lang="ja-JP" altLang="en-US" sz="2000" dirty="0"/>
              <a:t>”</a:t>
            </a:r>
            <a:r>
              <a:rPr lang="en-SG" altLang="ja-JP" sz="2000" dirty="0"/>
              <a:t>.</a:t>
            </a:r>
          </a:p>
          <a:p>
            <a:pPr marL="0" indent="0" eaLnBrk="1" hangingPunct="1">
              <a:buNone/>
            </a:pPr>
            <a:endParaRPr lang="en-SG" altLang="ja-JP" sz="2000" dirty="0"/>
          </a:p>
          <a:p>
            <a:pPr eaLnBrk="1" hangingPunct="1"/>
            <a:r>
              <a:rPr lang="en-US" altLang="en-US" sz="2000" dirty="0"/>
              <a:t>Lemon sellers value their car at $1000. Buyers value lemons at $1200</a:t>
            </a:r>
          </a:p>
          <a:p>
            <a:pPr lvl="1"/>
            <a:r>
              <a:rPr lang="en-US" altLang="en-US" sz="1800" dirty="0"/>
              <a:t>I.e. Each lemon seller will accept </a:t>
            </a:r>
            <a:r>
              <a:rPr lang="en-US" altLang="en-US" sz="1800" u="sng" dirty="0"/>
              <a:t>at least</a:t>
            </a:r>
            <a:r>
              <a:rPr lang="en-US" altLang="en-US" sz="1800" dirty="0"/>
              <a:t> $1,000; a buyer will pay </a:t>
            </a:r>
            <a:r>
              <a:rPr lang="en-US" altLang="en-US" sz="1800" u="sng" dirty="0"/>
              <a:t>at most</a:t>
            </a:r>
            <a:r>
              <a:rPr lang="en-US" altLang="en-US" sz="1800" dirty="0"/>
              <a:t> $1,200.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eaLnBrk="1" hangingPunct="1"/>
            <a:r>
              <a:rPr lang="en-US" altLang="en-US" sz="2000" dirty="0"/>
              <a:t>Peach sellers value their car at $2,000. Buyers value peaches at $2400.</a:t>
            </a:r>
          </a:p>
          <a:p>
            <a:pPr lvl="1"/>
            <a:r>
              <a:rPr lang="en-US" altLang="en-US" sz="1800" dirty="0"/>
              <a:t>I.e. Each peach seller will accept </a:t>
            </a:r>
            <a:r>
              <a:rPr lang="en-US" altLang="en-US" sz="1800" u="sng" dirty="0"/>
              <a:t>at least</a:t>
            </a:r>
            <a:r>
              <a:rPr lang="en-US" altLang="en-US" sz="1800" dirty="0"/>
              <a:t> $2000;  a buyer will pay </a:t>
            </a:r>
            <a:r>
              <a:rPr lang="en-US" altLang="en-US" sz="1800" u="sng" dirty="0"/>
              <a:t>at most</a:t>
            </a:r>
            <a:r>
              <a:rPr lang="en-US" altLang="en-US" sz="1800" dirty="0"/>
              <a:t> $2,400.</a:t>
            </a:r>
          </a:p>
          <a:p>
            <a:pPr eaLnBrk="1" hangingPunct="1"/>
            <a:endParaRPr lang="en-US" altLang="en-US" sz="2000" dirty="0"/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2CECE-FED7-403F-BF73-D3552733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65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9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27762"/>
                <a:ext cx="10497458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endParaRPr lang="en-SG" altLang="en-US" sz="2000" dirty="0"/>
              </a:p>
              <a:p>
                <a:pPr marL="0" indent="0" eaLnBrk="1" hangingPunct="1">
                  <a:buNone/>
                </a:pPr>
                <a:r>
                  <a:rPr lang="en-SG" altLang="en-US" sz="2000" dirty="0"/>
                  <a:t>Suppose that there is </a:t>
                </a:r>
                <a:r>
                  <a:rPr lang="en-SG" altLang="en-US" sz="2000" b="1" dirty="0">
                    <a:solidFill>
                      <a:srgbClr val="0000FF"/>
                    </a:solidFill>
                  </a:rPr>
                  <a:t>complete information</a:t>
                </a:r>
                <a:r>
                  <a:rPr lang="en-SG" altLang="en-US" sz="2000" dirty="0">
                    <a:solidFill>
                      <a:srgbClr val="0000FF"/>
                    </a:solidFill>
                  </a:rPr>
                  <a:t>, </a:t>
                </a:r>
                <a:r>
                  <a:rPr lang="en-SG" altLang="en-US" sz="2000" dirty="0"/>
                  <a:t>and buyers can tell a peach from a lemon.</a:t>
                </a:r>
                <a:endParaRPr lang="en-US" altLang="en-US" sz="2000" dirty="0"/>
              </a:p>
              <a:p>
                <a:r>
                  <a:rPr lang="en-US" altLang="en-US" sz="1800" dirty="0"/>
                  <a:t>Lemons sell for between $1,000 and $1,200</a:t>
                </a:r>
              </a:p>
              <a:p>
                <a:r>
                  <a:rPr lang="en-US" altLang="en-US" sz="1800" dirty="0"/>
                  <a:t>Peaches sell for between $2,000 and $2,400 </a:t>
                </a:r>
              </a:p>
              <a:p>
                <a:r>
                  <a:rPr lang="en-US" altLang="en-US" sz="1800" dirty="0"/>
                  <a:t>Gains to trade are generated when buyers are well informed.</a:t>
                </a:r>
              </a:p>
              <a:p>
                <a:pPr lvl="1"/>
                <a:endParaRPr lang="en-US" altLang="en-US" sz="2000" dirty="0"/>
              </a:p>
              <a:p>
                <a:pPr marL="0" indent="0">
                  <a:buNone/>
                </a:pPr>
                <a:r>
                  <a:rPr lang="en-US" altLang="en-US" sz="2000" dirty="0"/>
                  <a:t>What happens instead if there is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incomplete information </a:t>
                </a:r>
                <a:r>
                  <a:rPr lang="en-US" altLang="en-US" sz="2000" dirty="0"/>
                  <a:t>for buyers?</a:t>
                </a:r>
              </a:p>
              <a:p>
                <a:r>
                  <a:rPr lang="en-US" altLang="en-US" sz="1800" dirty="0"/>
                  <a:t>I.e. sellers know their car type, but buyers do not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en-US" sz="1800" dirty="0"/>
                  <a:t> information is asymmetric!</a:t>
                </a:r>
              </a:p>
              <a:p>
                <a:pPr marL="0" indent="0">
                  <a:buNone/>
                </a:pPr>
                <a:r>
                  <a:rPr lang="en-US" altLang="en-US" sz="2000" b="1" dirty="0"/>
                  <a:t>Buyers’ beliefs will now matter! </a:t>
                </a:r>
                <a:r>
                  <a:rPr lang="en-US" altLang="en-US" sz="2000" b="1" dirty="0">
                    <a:solidFill>
                      <a:srgbClr val="FF0000"/>
                    </a:solidFill>
                  </a:rPr>
                  <a:t>We assume that they have “rational beliefs”.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2969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7762"/>
                <a:ext cx="10497458" cy="4755473"/>
              </a:xfrm>
              <a:blipFill>
                <a:blip r:embed="rId3"/>
                <a:stretch>
                  <a:fillRect l="-6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2CECE-FED7-403F-BF73-D3552733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05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E1210C-DC47-5CDC-0B69-3E31C9A5B1F7}"/>
              </a:ext>
            </a:extLst>
          </p:cNvPr>
          <p:cNvSpPr/>
          <p:nvPr/>
        </p:nvSpPr>
        <p:spPr>
          <a:xfrm>
            <a:off x="4029163" y="4525107"/>
            <a:ext cx="4086502" cy="5885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468429" cy="4762853"/>
              </a:xfrm>
            </p:spPr>
            <p:txBody>
              <a:bodyPr>
                <a:normAutofit/>
              </a:bodyPr>
              <a:lstStyle/>
              <a:p>
                <a:endParaRPr lang="en-US" altLang="en-US" sz="2000" dirty="0"/>
              </a:p>
              <a:p>
                <a:r>
                  <a:rPr lang="en-US" altLang="en-US" sz="2000" dirty="0"/>
                  <a:t>Suppose no buyer can tell a peach from a lemon before buying. </a:t>
                </a:r>
                <a:br>
                  <a:rPr lang="en-US" altLang="en-US" sz="2000" dirty="0"/>
                </a:br>
                <a:r>
                  <a:rPr lang="en-US" altLang="en-US" sz="2000" dirty="0"/>
                  <a:t>What is the most a (risk-neutral) buyer will pay for any car?</a:t>
                </a:r>
              </a:p>
              <a:p>
                <a:pPr lvl="1"/>
                <a:r>
                  <a:rPr lang="en-US" altLang="en-US" sz="1800" b="1" dirty="0"/>
                  <a:t>The expected value of a car!</a:t>
                </a:r>
              </a:p>
              <a:p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2000" dirty="0"/>
                  <a:t> be the fraction of peaches; 1 – </a:t>
                </a:r>
                <a:r>
                  <a:rPr lang="en-US" altLang="en-US" sz="2000" i="1" dirty="0"/>
                  <a:t>q </a:t>
                </a:r>
                <a:r>
                  <a:rPr lang="en-US" altLang="en-US" sz="2000" dirty="0"/>
                  <a:t>is the fraction of lemons.</a:t>
                </a:r>
                <a:br>
                  <a:rPr lang="en-US" altLang="en-US" sz="2000" dirty="0"/>
                </a:br>
                <a:br>
                  <a:rPr lang="en-US" altLang="en-US" sz="2000" dirty="0"/>
                </a:br>
                <a:r>
                  <a:rPr lang="en-US" altLang="en-US" sz="2000" i="1" dirty="0">
                    <a:solidFill>
                      <a:srgbClr val="FF0000"/>
                    </a:solidFill>
                  </a:rPr>
                  <a:t>Assuming that buyers’ beliefs about the proportion of peaches in the market are always correct</a:t>
                </a:r>
                <a:r>
                  <a:rPr lang="en-US" altLang="en-US" sz="2000" i="1" dirty="0"/>
                  <a:t>, </a:t>
                </a:r>
                <a:br>
                  <a:rPr lang="en-US" altLang="en-US" sz="2000" i="1" dirty="0"/>
                </a:br>
                <a:r>
                  <a:rPr lang="en-US" altLang="en-US" sz="2000" dirty="0"/>
                  <a:t>the expected value to a buyer when </a:t>
                </a:r>
                <a:r>
                  <a:rPr lang="en-US" altLang="en-US" sz="2000" u="sng" dirty="0"/>
                  <a:t>all sellers are in the market</a:t>
                </a:r>
                <a:r>
                  <a:rPr lang="en-US" altLang="en-US" sz="2000" dirty="0"/>
                  <a:t> is</a:t>
                </a:r>
                <a:br>
                  <a:rPr lang="en-US" altLang="en-US" sz="2000" dirty="0"/>
                </a:br>
                <a:endParaRPr lang="en-US" altLang="en-US" sz="200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=$1200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+$2400 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altLang="en-US" sz="200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Can there be an equilibrium where all sellers are in the market?</a:t>
                </a:r>
              </a:p>
              <a:p>
                <a:endParaRPr lang="en-US" altLang="en-US" sz="1800" dirty="0">
                  <a:sym typeface="Wingdings" panose="05000000000000000000" pitchFamily="2" charset="2"/>
                </a:endParaRPr>
              </a:p>
              <a:p>
                <a:endParaRPr lang="en-US" altLang="en-US" sz="1800" dirty="0"/>
              </a:p>
            </p:txBody>
          </p:sp>
        </mc:Choice>
        <mc:Fallback xmlns="">
          <p:sp>
            <p:nvSpPr>
              <p:cNvPr id="327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468429" cy="4762853"/>
              </a:xfrm>
              <a:blipFill>
                <a:blip r:embed="rId3"/>
                <a:stretch>
                  <a:fillRect l="-6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A6987F-7A50-48B7-A96D-B3990C86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8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2ECDAA-BC7B-E182-FC73-9E660ADB931E}"/>
              </a:ext>
            </a:extLst>
          </p:cNvPr>
          <p:cNvSpPr txBox="1"/>
          <p:nvPr/>
        </p:nvSpPr>
        <p:spPr>
          <a:xfrm>
            <a:off x="9729516" y="3287350"/>
            <a:ext cx="1659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Rational beliefs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BD4107-8CE6-BAB2-1957-8DE729F8FFC2}"/>
              </a:ext>
            </a:extLst>
          </p:cNvPr>
          <p:cNvCxnSpPr/>
          <p:nvPr/>
        </p:nvCxnSpPr>
        <p:spPr>
          <a:xfrm flipH="1">
            <a:off x="9261231" y="3645877"/>
            <a:ext cx="550984" cy="1923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94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468429" cy="476285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b="1" dirty="0"/>
                  <a:t>Case 1: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&lt;2000</m:t>
                    </m:r>
                  </m:oMath>
                </a14:m>
                <a:endParaRPr lang="en-US" altLang="en-US" sz="2000" b="0" dirty="0"/>
              </a:p>
              <a:p>
                <a:endParaRPr lang="en-US" altLang="en-US" sz="1800" dirty="0">
                  <a:sym typeface="Wingdings" panose="05000000000000000000" pitchFamily="2" charset="2"/>
                </a:endParaRPr>
              </a:p>
              <a:p>
                <a:r>
                  <a:rPr lang="en-US" altLang="en-US" sz="2000" dirty="0"/>
                  <a:t>A peach seller cannot negotiate a price above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$2000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r>
                  <a:rPr lang="en-US" altLang="en-US" sz="2000" dirty="0"/>
                  <a:t>Hence, all peach sellers will want to leave the market.</a:t>
                </a:r>
              </a:p>
              <a:p>
                <a:endParaRPr lang="en-US" altLang="en-US" sz="2000" dirty="0"/>
              </a:p>
              <a:p>
                <a:r>
                  <a:rPr lang="en-US" altLang="en-US" sz="2000" b="1" dirty="0"/>
                  <a:t>No equilibrium with all sellers on the market: deadweight welfare loss!</a:t>
                </a:r>
              </a:p>
              <a:p>
                <a:endParaRPr lang="en-US" altLang="en-US" sz="2000" b="1" dirty="0"/>
              </a:p>
              <a:p>
                <a:r>
                  <a:rPr lang="en-US" altLang="en-US" sz="2000" dirty="0"/>
                  <a:t>Only lemon sellers being in the market is an equilibrium.</a:t>
                </a:r>
              </a:p>
              <a:p>
                <a:r>
                  <a:rPr lang="en-US" altLang="en-US" sz="2000" dirty="0">
                    <a:sym typeface="Wingdings" panose="05000000000000000000" pitchFamily="2" charset="2"/>
                  </a:rPr>
                  <a:t>Equilibrium price is between 1000 and 1200, peach sellers do not enter the market, and buyers anticipate this as well.</a:t>
                </a:r>
              </a:p>
              <a:p>
                <a:endParaRPr lang="en-US" altLang="en-US" sz="2000" dirty="0">
                  <a:sym typeface="Wingdings" panose="05000000000000000000" pitchFamily="2" charset="2"/>
                </a:endParaRPr>
              </a:p>
              <a:p>
                <a:endParaRPr lang="en-US" altLang="en-US" sz="2000" dirty="0"/>
              </a:p>
            </p:txBody>
          </p:sp>
        </mc:Choice>
        <mc:Fallback xmlns="">
          <p:sp>
            <p:nvSpPr>
              <p:cNvPr id="327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468429" cy="4762853"/>
              </a:xfrm>
              <a:blipFill>
                <a:blip r:embed="rId3"/>
                <a:stretch>
                  <a:fillRect l="-641" t="-14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FCA9C-7C22-4D09-B9E4-A7C6CC5F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60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468429" cy="476285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b="1" dirty="0"/>
                  <a:t>Case 2: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&gt;2000</m:t>
                    </m:r>
                  </m:oMath>
                </a14:m>
                <a:endParaRPr lang="en-US" altLang="en-US" sz="2000" b="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r>
                  <a:rPr lang="en-US" altLang="en-US" sz="2000" dirty="0"/>
                  <a:t>Any price between $2000 and </a:t>
                </a:r>
                <a14:m>
                  <m:oMath xmlns:m="http://schemas.openxmlformats.org/officeDocument/2006/math"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en-US" sz="2000" dirty="0"/>
                  <a:t> is acceptable to both buyers and sellers (of each type).</a:t>
                </a:r>
              </a:p>
              <a:p>
                <a:r>
                  <a:rPr lang="en-US" altLang="en-US" sz="2000" dirty="0"/>
                  <a:t>No seller want to exit the market.</a:t>
                </a:r>
                <a:endParaRPr lang="en-US" altLang="en-US" sz="2000" dirty="0">
                  <a:sym typeface="Wingdings" panose="05000000000000000000" pitchFamily="2" charset="2"/>
                </a:endParaRPr>
              </a:p>
              <a:p>
                <a:r>
                  <a:rPr lang="en-US" altLang="en-US" sz="2000" b="1" dirty="0">
                    <a:sym typeface="Wingdings" panose="05000000000000000000" pitchFamily="2" charset="2"/>
                  </a:rPr>
                  <a:t>All sellers being in the market is an equilibrium.</a:t>
                </a:r>
              </a:p>
              <a:p>
                <a:pPr marL="0" indent="0">
                  <a:buNone/>
                </a:pPr>
                <a:endParaRPr lang="en-US" altLang="en-US" sz="2000" dirty="0">
                  <a:sym typeface="Wingdings" panose="05000000000000000000" pitchFamily="2" charset="2"/>
                </a:endParaRPr>
              </a:p>
              <a:p>
                <a:r>
                  <a:rPr lang="en-US" altLang="en-US" sz="2000" dirty="0"/>
                  <a:t>Previous scenario is technically also an equilibrium.</a:t>
                </a:r>
                <a:br>
                  <a:rPr lang="en-US" altLang="en-US" sz="2000" dirty="0"/>
                </a:br>
                <a:r>
                  <a:rPr lang="en-US" altLang="en-US" sz="2000" dirty="0"/>
                  <a:t>(but not likely if we start from a scenario of everyone being in the market)</a:t>
                </a:r>
              </a:p>
            </p:txBody>
          </p:sp>
        </mc:Choice>
        <mc:Fallback xmlns="">
          <p:sp>
            <p:nvSpPr>
              <p:cNvPr id="327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468429" cy="4762853"/>
              </a:xfrm>
              <a:blipFill>
                <a:blip r:embed="rId2"/>
                <a:stretch>
                  <a:fillRect l="-641" t="-14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253412-84C9-4164-A470-6E7070A4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32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1" y="1456791"/>
                <a:ext cx="10555514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Remember that the proportion of lemons 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2000" dirty="0"/>
                  <a:t> is what affects whether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&gt;2000</m:t>
                    </m:r>
                  </m:oMath>
                </a14:m>
                <a:r>
                  <a:rPr lang="en-US" altLang="en-US" sz="2000" dirty="0"/>
                  <a:t> or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&lt;2000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lvl="1"/>
                <a:r>
                  <a:rPr lang="en-US" altLang="en-US" sz="1800" b="1" i="1" dirty="0"/>
                  <a:t>Too</a:t>
                </a:r>
                <a:r>
                  <a:rPr lang="en-US" altLang="ja-JP" sz="1800" b="1" i="1" dirty="0"/>
                  <a:t> many</a:t>
                </a:r>
                <a:r>
                  <a:rPr lang="en-US" altLang="ja-JP" sz="1800" b="1" dirty="0"/>
                  <a:t> lemons </a:t>
                </a:r>
                <a:r>
                  <a:rPr lang="ja-JP" altLang="en-US" sz="1800" b="1" dirty="0"/>
                  <a:t>“</a:t>
                </a:r>
                <a:r>
                  <a:rPr lang="en-US" altLang="ja-JP" sz="1800" b="1" dirty="0"/>
                  <a:t>crowd out</a:t>
                </a:r>
                <a:r>
                  <a:rPr lang="ja-JP" altLang="en-US" sz="1800" b="1" dirty="0"/>
                  <a:t>”</a:t>
                </a:r>
                <a:r>
                  <a:rPr lang="en-US" altLang="ja-JP" sz="1800" b="1" dirty="0"/>
                  <a:t> the peaches from the market. </a:t>
                </a:r>
                <a:br>
                  <a:rPr lang="en-US" altLang="ja-JP" sz="1600" dirty="0"/>
                </a:br>
                <a:endParaRPr lang="en-US" altLang="en-US" sz="1600" dirty="0"/>
              </a:p>
              <a:p>
                <a:pPr eaLnBrk="1" hangingPunct="1"/>
                <a:r>
                  <a:rPr lang="en-US" altLang="en-US" sz="2000" dirty="0"/>
                  <a:t>The presence of the lemons inflicts a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negative externality </a:t>
                </a:r>
                <a:r>
                  <a:rPr lang="en-US" altLang="en-US" sz="2000" dirty="0"/>
                  <a:t>on buyers and peach owners.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How many lemons can be in the market without crowding out the peaches?</a:t>
                </a:r>
              </a:p>
              <a:p>
                <a:pPr lvl="1"/>
                <a:r>
                  <a:rPr lang="en-US" altLang="en-US" sz="1800" dirty="0"/>
                  <a:t>Buyers are willing to pay at least $2000 for a car if </a:t>
                </a:r>
                <a14:m>
                  <m:oMath xmlns:m="http://schemas.openxmlformats.org/officeDocument/2006/math">
                    <m:r>
                      <a:rPr lang="en-US" altLang="en-US" sz="1800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1200</m:t>
                    </m:r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+$2400 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≥2000</m:t>
                    </m:r>
                  </m:oMath>
                </a14:m>
                <a:r>
                  <a:rPr lang="en-US" altLang="en-US" sz="1800" dirty="0"/>
                  <a:t> or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≥2/3</m:t>
                    </m:r>
                  </m:oMath>
                </a14:m>
                <a:endParaRPr lang="en-US" altLang="en-US" sz="1800" dirty="0"/>
              </a:p>
              <a:p>
                <a:pPr lvl="1"/>
                <a:r>
                  <a:rPr lang="en-US" altLang="en-US" sz="1800" dirty="0"/>
                  <a:t>So, the maximum proportion of lemons allowable in the market is 1/3.</a:t>
                </a:r>
              </a:p>
              <a:p>
                <a:pPr marL="457200" lvl="1" indent="0">
                  <a:buNone/>
                </a:pPr>
                <a:r>
                  <a:rPr lang="en-US" altLang="en-US" sz="1800" dirty="0"/>
                  <a:t> </a:t>
                </a:r>
              </a:p>
            </p:txBody>
          </p:sp>
        </mc:Choice>
        <mc:Fallback xmlns="">
          <p:sp>
            <p:nvSpPr>
              <p:cNvPr id="3584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56791"/>
                <a:ext cx="10555514" cy="4755473"/>
              </a:xfrm>
              <a:blipFill>
                <a:blip r:embed="rId3"/>
                <a:stretch>
                  <a:fillRect l="-52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391EAF-4174-4DDC-98B1-7EA49EE3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39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Review Questions 1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19136"/>
            <a:ext cx="10570030" cy="4755473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000" dirty="0"/>
              <a:t>Consider the similar scenario to before. Buyers value peaches at $3000 </a:t>
            </a:r>
            <a:br>
              <a:rPr lang="en-US" altLang="en-US" sz="2000" dirty="0"/>
            </a:br>
            <a:r>
              <a:rPr lang="en-US" altLang="en-US" sz="2000" dirty="0"/>
              <a:t>and lemons at $1000. Sellers value peaches at $2500 and lemons at $1500. </a:t>
            </a:r>
            <a:br>
              <a:rPr lang="en-US" altLang="en-US" sz="2000" dirty="0"/>
            </a:br>
            <a:r>
              <a:rPr lang="en-US" altLang="en-US" sz="2000" i="1" dirty="0"/>
              <a:t>Assume that prices are just buyers’ expected value and that we start out </a:t>
            </a:r>
            <a:br>
              <a:rPr lang="en-US" altLang="en-US" sz="2000" i="1" dirty="0"/>
            </a:br>
            <a:r>
              <a:rPr lang="en-US" altLang="en-US" sz="2000" i="1" dirty="0"/>
              <a:t>with all sellers on the market.</a:t>
            </a:r>
            <a:endParaRPr lang="en-US" altLang="en-US" sz="2000" dirty="0"/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000" dirty="0"/>
              <a:t>If there is complete information, which sellers will remain on the market? Only peaches</a:t>
            </a:r>
          </a:p>
          <a:p>
            <a:pPr marL="457200" indent="-457200" eaLnBrk="1" hangingPunct="1">
              <a:buFont typeface="+mj-lt"/>
              <a:buAutoNum type="arabicPeriod"/>
            </a:pP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000" dirty="0"/>
              <a:t>If there is incomplete information, with the proportion of lemons = 4/5. </a:t>
            </a:r>
            <a:br>
              <a:rPr lang="en-US" altLang="en-US" sz="2000" dirty="0"/>
            </a:br>
            <a:r>
              <a:rPr lang="en-US" altLang="en-US" sz="2000" dirty="0"/>
              <a:t>What kind of market equilibrium will we end up at? EV = 1400. No cars will be in the market, no equilibrium.</a:t>
            </a:r>
          </a:p>
          <a:p>
            <a:pPr marL="457200" indent="-457200" eaLnBrk="1" hangingPunct="1">
              <a:buFont typeface="+mj-lt"/>
              <a:buAutoNum type="arabicPeriod"/>
            </a:pPr>
            <a:endParaRPr lang="en-US" altLang="en-US" sz="20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altLang="en-US" sz="2000" dirty="0"/>
              <a:t>If there is incomplete information, with the proportion of lemons </a:t>
            </a:r>
            <a:r>
              <a:rPr lang="en-US" altLang="en-US" sz="2000" dirty="0">
                <a:solidFill>
                  <a:schemeClr val="tx1"/>
                </a:solidFill>
              </a:rPr>
              <a:t>= 1/5. </a:t>
            </a:r>
            <a:br>
              <a:rPr lang="en-US" altLang="en-US" sz="2000" dirty="0"/>
            </a:br>
            <a:r>
              <a:rPr lang="en-US" altLang="en-US" sz="2000" dirty="0"/>
              <a:t>What kind of market equilibrium will we end up at? EV = 2600. Both cars will be in the market – equilibrium.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778AC-B24C-A4F9-3EE9-EA7FFE3BB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240" y="291998"/>
            <a:ext cx="2085990" cy="21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7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Market for Lemons and Game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72361" y="1744194"/>
                <a:ext cx="4820093" cy="50360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1800" dirty="0"/>
                  <a:t>This can be modelled as a </a:t>
                </a:r>
                <a:r>
                  <a:rPr lang="en-US" altLang="en-US" sz="1800" b="1" dirty="0"/>
                  <a:t>sequential game of incomplete information</a:t>
                </a:r>
                <a:r>
                  <a:rPr lang="en-US" altLang="en-US" sz="1800" dirty="0"/>
                  <a:t>.</a:t>
                </a:r>
              </a:p>
              <a:p>
                <a:endParaRPr lang="en-US" altLang="en-US" sz="1800" dirty="0"/>
              </a:p>
              <a:p>
                <a:r>
                  <a:rPr lang="en-US" altLang="en-US" sz="1800" dirty="0"/>
                  <a:t>Sellers make entry decision before buyers do. Buyers do not observe owner’s types, but observe their entry decision.</a:t>
                </a:r>
              </a:p>
              <a:p>
                <a:endParaRPr lang="en-US" altLang="en-US" sz="1800" dirty="0"/>
              </a:p>
              <a:p>
                <a:r>
                  <a:rPr lang="en-US" altLang="en-US" sz="1800" dirty="0"/>
                  <a:t>Buyers have some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belief </a:t>
                </a:r>
                <a14:m>
                  <m:oMath xmlns:m="http://schemas.openxmlformats.org/officeDocument/2006/math">
                    <m:r>
                      <a:rPr lang="en-SG" altLang="en-US" sz="1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en-US" sz="18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1800" dirty="0"/>
                  <a:t>about the probability that a seller is a peach.</a:t>
                </a:r>
                <a:br>
                  <a:rPr lang="en-US" altLang="en-US" sz="1800" dirty="0"/>
                </a:br>
                <a:br>
                  <a:rPr lang="en-US" altLang="en-US" sz="1800" dirty="0"/>
                </a:br>
                <a:r>
                  <a:rPr lang="en-US" altLang="en-US" sz="1800" b="1" dirty="0"/>
                  <a:t>We assume that </a:t>
                </a:r>
                <a:r>
                  <a:rPr lang="en-US" altLang="en-US" sz="1800" b="1" i="1" dirty="0"/>
                  <a:t>in equilibrium</a:t>
                </a:r>
                <a:r>
                  <a:rPr lang="en-US" altLang="en-US" sz="1800" b="1" dirty="0"/>
                  <a:t>, buyers’ (the second movers) beliefs are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consistent</a:t>
                </a:r>
                <a:r>
                  <a:rPr lang="en-US" altLang="en-US" sz="1800" b="1" dirty="0"/>
                  <a:t> with what sellers actually do.</a:t>
                </a:r>
              </a:p>
              <a:p>
                <a:endParaRPr lang="en-US" altLang="en-US" sz="1800" dirty="0"/>
              </a:p>
              <a:p>
                <a:endParaRPr lang="en-US" altLang="en-US" sz="1800" dirty="0"/>
              </a:p>
              <a:p>
                <a:pPr marL="0" indent="0">
                  <a:buNone/>
                </a:pPr>
                <a:endParaRPr lang="en-US" altLang="en-US" sz="2200" dirty="0"/>
              </a:p>
            </p:txBody>
          </p:sp>
        </mc:Choice>
        <mc:Fallback xmlns=""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2361" y="1744194"/>
                <a:ext cx="4820093" cy="5036083"/>
              </a:xfrm>
              <a:blipFill>
                <a:blip r:embed="rId3"/>
                <a:stretch>
                  <a:fillRect l="-1011" t="-10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13</a:t>
            </a:fld>
            <a:endParaRPr lang="en-GB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510712-E612-F6D1-E42F-66B871D7A017}"/>
              </a:ext>
            </a:extLst>
          </p:cNvPr>
          <p:cNvGrpSpPr/>
          <p:nvPr/>
        </p:nvGrpSpPr>
        <p:grpSpPr>
          <a:xfrm>
            <a:off x="6096000" y="1744194"/>
            <a:ext cx="5296027" cy="4045664"/>
            <a:chOff x="1898822" y="2688882"/>
            <a:chExt cx="5328115" cy="404016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B170AD5-9422-8254-0251-45883FC5043B}"/>
                </a:ext>
              </a:extLst>
            </p:cNvPr>
            <p:cNvGrpSpPr/>
            <p:nvPr/>
          </p:nvGrpSpPr>
          <p:grpSpPr>
            <a:xfrm>
              <a:off x="3378347" y="2848997"/>
              <a:ext cx="3848590" cy="3702565"/>
              <a:chOff x="3378347" y="2848997"/>
              <a:chExt cx="3848590" cy="370256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E07E927-13A7-FF76-2279-DC6CD18C62E5}"/>
                  </a:ext>
                </a:extLst>
              </p:cNvPr>
              <p:cNvGrpSpPr/>
              <p:nvPr/>
            </p:nvGrpSpPr>
            <p:grpSpPr>
              <a:xfrm>
                <a:off x="3378347" y="2848997"/>
                <a:ext cx="3848590" cy="3702565"/>
                <a:chOff x="3378347" y="2848997"/>
                <a:chExt cx="3848590" cy="3702565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2D80CB-D0D8-3C4D-46CF-5BE2E252E8A9}"/>
                    </a:ext>
                  </a:extLst>
                </p:cNvPr>
                <p:cNvGrpSpPr/>
                <p:nvPr/>
              </p:nvGrpSpPr>
              <p:grpSpPr>
                <a:xfrm>
                  <a:off x="3378347" y="2848997"/>
                  <a:ext cx="3848590" cy="3702565"/>
                  <a:chOff x="1874500" y="1945934"/>
                  <a:chExt cx="6200181" cy="4877682"/>
                </a:xfrm>
              </p:grpSpPr>
              <p:cxnSp>
                <p:nvCxnSpPr>
                  <p:cNvPr id="6" name="Straight Connector 5">
                    <a:extLst>
                      <a:ext uri="{FF2B5EF4-FFF2-40B4-BE49-F238E27FC236}">
                        <a16:creationId xmlns:a16="http://schemas.microsoft.com/office/drawing/2014/main" id="{18E8BC6D-7F01-7A2C-82D7-6F23CBC836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2932126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B19D7B6F-10C5-88B8-0F98-745CF72A89CF}"/>
                      </a:ext>
                    </a:extLst>
                  </p:cNvPr>
                  <p:cNvCxnSpPr/>
                  <p:nvPr/>
                </p:nvCxnSpPr>
                <p:spPr>
                  <a:xfrm>
                    <a:off x="5493957" y="2932126"/>
                    <a:ext cx="0" cy="295479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3F8D86AD-EA0B-B62F-296A-38D80DC7C8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5865511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BF23166B-0AFE-0597-4B16-889D6B25BA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8930" y="2905488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89134DBA-6BDE-F807-7AE8-7C4FEB9725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7041" y="5837424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1665C44F-589B-2BB6-7497-C20E583377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1945934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BEA854FA-7EF2-35B9-C3FB-43C36702E7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4916031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676B7ABE-AB55-41A4-117B-3D36806402C6}"/>
                    </a:ext>
                  </a:extLst>
                </p:cNvPr>
                <p:cNvCxnSpPr/>
                <p:nvPr/>
              </p:nvCxnSpPr>
              <p:spPr>
                <a:xfrm>
                  <a:off x="4023111" y="3610577"/>
                  <a:ext cx="0" cy="2229956"/>
                </a:xfrm>
                <a:prstGeom prst="line">
                  <a:avLst/>
                </a:prstGeom>
                <a:ln w="28575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F3A3907-FA9C-EC18-F490-A088EA02B001}"/>
                  </a:ext>
                </a:extLst>
              </p:cNvPr>
              <p:cNvSpPr/>
              <p:nvPr/>
            </p:nvSpPr>
            <p:spPr>
              <a:xfrm>
                <a:off x="5559727" y="4649997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CC0664B-A1E5-0E8C-6C65-A734B7CB7535}"/>
                  </a:ext>
                </a:extLst>
              </p:cNvPr>
              <p:cNvSpPr/>
              <p:nvPr/>
            </p:nvSpPr>
            <p:spPr>
              <a:xfrm>
                <a:off x="5563982" y="3525611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3D077EE-7BCE-BEEC-610C-3FA8FE689FDA}"/>
                  </a:ext>
                </a:extLst>
              </p:cNvPr>
              <p:cNvSpPr/>
              <p:nvPr/>
            </p:nvSpPr>
            <p:spPr>
              <a:xfrm>
                <a:off x="5565236" y="5763950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6D0B072-D32E-8E86-2287-74045C1DB10A}"/>
                  </a:ext>
                </a:extLst>
              </p:cNvPr>
              <p:cNvSpPr/>
              <p:nvPr/>
            </p:nvSpPr>
            <p:spPr>
              <a:xfrm>
                <a:off x="3975025" y="3539854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B32377D-F4F4-86C7-5A48-A4C31092FF5A}"/>
                  </a:ext>
                </a:extLst>
              </p:cNvPr>
              <p:cNvSpPr/>
              <p:nvPr/>
            </p:nvSpPr>
            <p:spPr>
              <a:xfrm>
                <a:off x="3926124" y="5758533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/>
                <p:nvPr/>
              </p:nvSpPr>
              <p:spPr>
                <a:xfrm>
                  <a:off x="1898822" y="2688882"/>
                  <a:ext cx="1487310" cy="645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br>
                    <a:rPr lang="en-SG" dirty="0"/>
                  </a:br>
                  <a:endParaRPr lang="en-SG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22" y="2688882"/>
                  <a:ext cx="1487310" cy="645452"/>
                </a:xfrm>
                <a:prstGeom prst="rect">
                  <a:avLst/>
                </a:prstGeom>
                <a:blipFill>
                  <a:blip r:embed="rId4"/>
                  <a:stretch>
                    <a:fillRect l="-3292" t="-47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/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blipFill>
                  <a:blip r:embed="rId5"/>
                  <a:stretch>
                    <a:fillRect l="-3292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5A6C48-3625-A33B-1FDA-894350E4E9A2}"/>
                </a:ext>
              </a:extLst>
            </p:cNvPr>
            <p:cNvSpPr txBox="1"/>
            <p:nvPr/>
          </p:nvSpPr>
          <p:spPr>
            <a:xfrm>
              <a:off x="2168041" y="4155796"/>
              <a:ext cx="1226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11D6B32-82CC-A3BF-4A1F-CBD479A1A0BB}"/>
                </a:ext>
              </a:extLst>
            </p:cNvPr>
            <p:cNvSpPr txBox="1"/>
            <p:nvPr/>
          </p:nvSpPr>
          <p:spPr>
            <a:xfrm>
              <a:off x="2178082" y="6360216"/>
              <a:ext cx="123405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34E8EE-B81D-8637-C90A-C86FE163DC4A}"/>
                </a:ext>
              </a:extLst>
            </p:cNvPr>
            <p:cNvSpPr txBox="1"/>
            <p:nvPr/>
          </p:nvSpPr>
          <p:spPr>
            <a:xfrm>
              <a:off x="5690322" y="4561636"/>
              <a:ext cx="833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Nature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/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/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3921FD3-B41C-5C0A-71DC-DBC91AAA3741}"/>
                </a:ext>
              </a:extLst>
            </p:cNvPr>
            <p:cNvSpPr txBox="1"/>
            <p:nvPr/>
          </p:nvSpPr>
          <p:spPr>
            <a:xfrm>
              <a:off x="5924217" y="3951472"/>
              <a:ext cx="833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Peach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7FF3E3-70DB-123E-7457-BCE5DAD28778}"/>
                </a:ext>
              </a:extLst>
            </p:cNvPr>
            <p:cNvSpPr txBox="1"/>
            <p:nvPr/>
          </p:nvSpPr>
          <p:spPr>
            <a:xfrm>
              <a:off x="6328244" y="512851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Lemon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805BE6-6C57-E96E-F862-180ED4C299EE}"/>
                </a:ext>
              </a:extLst>
            </p:cNvPr>
            <p:cNvSpPr txBox="1"/>
            <p:nvPr/>
          </p:nvSpPr>
          <p:spPr>
            <a:xfrm>
              <a:off x="4482118" y="3183982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9FF396-B7D7-9C21-A5F0-D54BBCFE916C}"/>
                </a:ext>
              </a:extLst>
            </p:cNvPr>
            <p:cNvSpPr txBox="1"/>
            <p:nvPr/>
          </p:nvSpPr>
          <p:spPr>
            <a:xfrm>
              <a:off x="4524346" y="5856959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8E87B1A-77F1-4BF4-7DF4-4BD0E493F1A5}"/>
                </a:ext>
              </a:extLst>
            </p:cNvPr>
            <p:cNvSpPr txBox="1"/>
            <p:nvPr/>
          </p:nvSpPr>
          <p:spPr>
            <a:xfrm>
              <a:off x="5930612" y="3164017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E734AB-AC72-9A97-D87B-0C16C216C4DA}"/>
                </a:ext>
              </a:extLst>
            </p:cNvPr>
            <p:cNvSpPr txBox="1"/>
            <p:nvPr/>
          </p:nvSpPr>
          <p:spPr>
            <a:xfrm>
              <a:off x="5930612" y="5863178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81B89EB-205A-0D8F-C4DD-42BCA9E3F6B3}"/>
              </a:ext>
            </a:extLst>
          </p:cNvPr>
          <p:cNvSpPr txBox="1"/>
          <p:nvPr/>
        </p:nvSpPr>
        <p:spPr>
          <a:xfrm>
            <a:off x="7826401" y="3619422"/>
            <a:ext cx="618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Buyer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BFB85-0C46-CA2A-8054-5A335DA39145}"/>
              </a:ext>
            </a:extLst>
          </p:cNvPr>
          <p:cNvSpPr txBox="1"/>
          <p:nvPr/>
        </p:nvSpPr>
        <p:spPr>
          <a:xfrm>
            <a:off x="9412453" y="500813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Lemon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21BBE-58E9-3F78-F3AC-74616DA4CFBB}"/>
              </a:ext>
            </a:extLst>
          </p:cNvPr>
          <p:cNvSpPr txBox="1"/>
          <p:nvPr/>
        </p:nvSpPr>
        <p:spPr>
          <a:xfrm>
            <a:off x="9467343" y="2048654"/>
            <a:ext cx="667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Peach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C52877-5DB2-3533-6F62-ACC9DCAE6B36}"/>
                  </a:ext>
                </a:extLst>
              </p:cNvPr>
              <p:cNvSpPr txBox="1"/>
              <p:nvPr/>
            </p:nvSpPr>
            <p:spPr>
              <a:xfrm>
                <a:off x="8373307" y="2962643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C52877-5DB2-3533-6F62-ACC9DCAE6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307" y="2962643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F54E4-D688-AA18-06B5-1554480F251D}"/>
                  </a:ext>
                </a:extLst>
              </p:cNvPr>
              <p:cNvSpPr txBox="1"/>
              <p:nvPr/>
            </p:nvSpPr>
            <p:spPr>
              <a:xfrm>
                <a:off x="8218221" y="4134752"/>
                <a:ext cx="772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F54E4-D688-AA18-06B5-1554480F2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221" y="4134752"/>
                <a:ext cx="772584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42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8C00BE-72F8-F023-0AC7-650AB90B167F}"/>
              </a:ext>
            </a:extLst>
          </p:cNvPr>
          <p:cNvSpPr/>
          <p:nvPr/>
        </p:nvSpPr>
        <p:spPr>
          <a:xfrm>
            <a:off x="799973" y="2424634"/>
            <a:ext cx="4952679" cy="25661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Market for Lemons and Game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4820093" cy="50360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en-US" sz="1800" dirty="0"/>
              </a:p>
              <a:p>
                <a:pPr marL="0" indent="0">
                  <a:buNone/>
                </a:pPr>
                <a:r>
                  <a:rPr lang="en-US" altLang="en-US" sz="1800" dirty="0"/>
                  <a:t>A (strict) equilibrium at a price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/>
                  <a:t> exists if</a:t>
                </a:r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1800" dirty="0"/>
                  <a:t>Sellers who are in the market earn a strictly positive profit.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1800" dirty="0"/>
                  <a:t>Sellers who are out of the market earn a strictly negative profit if they instead choose to go in.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1800" dirty="0"/>
                  <a:t>Buyers have strictly positive </a:t>
                </a:r>
                <a:r>
                  <a:rPr lang="en-US" altLang="en-US" sz="1800" u="sng" dirty="0"/>
                  <a:t>expected</a:t>
                </a:r>
                <a:r>
                  <a:rPr lang="en-US" altLang="en-US" sz="1800" dirty="0"/>
                  <a:t> payoffs from buying (given their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beliefs</a:t>
                </a:r>
                <a:r>
                  <a:rPr lang="en-US" altLang="en-US" sz="1800" dirty="0"/>
                  <a:t>)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en-US" sz="1800" dirty="0"/>
              </a:p>
              <a:p>
                <a:pPr marL="0" indent="0">
                  <a:buNone/>
                </a:pPr>
                <a:endParaRPr lang="en-US" altLang="en-US" sz="1800" b="1" dirty="0"/>
              </a:p>
              <a:p>
                <a:pPr marL="0" indent="0">
                  <a:buNone/>
                </a:pPr>
                <a:endParaRPr lang="en-US" altLang="en-US" sz="2000" dirty="0"/>
              </a:p>
              <a:p>
                <a:pPr eaLnBrk="1" hangingPunct="1"/>
                <a:endParaRPr lang="en-US" altLang="en-US" sz="1800" dirty="0"/>
              </a:p>
            </p:txBody>
          </p:sp>
        </mc:Choice>
        <mc:Fallback xmlns=""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4820093" cy="5036083"/>
              </a:xfrm>
              <a:blipFill>
                <a:blip r:embed="rId3"/>
                <a:stretch>
                  <a:fillRect l="-1011" r="-8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14</a:t>
            </a:fld>
            <a:endParaRPr lang="en-GB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510712-E612-F6D1-E42F-66B871D7A017}"/>
              </a:ext>
            </a:extLst>
          </p:cNvPr>
          <p:cNvGrpSpPr/>
          <p:nvPr/>
        </p:nvGrpSpPr>
        <p:grpSpPr>
          <a:xfrm>
            <a:off x="6096000" y="1744194"/>
            <a:ext cx="5296027" cy="4045664"/>
            <a:chOff x="1898822" y="2688882"/>
            <a:chExt cx="5328115" cy="404016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B170AD5-9422-8254-0251-45883FC5043B}"/>
                </a:ext>
              </a:extLst>
            </p:cNvPr>
            <p:cNvGrpSpPr/>
            <p:nvPr/>
          </p:nvGrpSpPr>
          <p:grpSpPr>
            <a:xfrm>
              <a:off x="3378347" y="2848997"/>
              <a:ext cx="3848590" cy="3702565"/>
              <a:chOff x="3378347" y="2848997"/>
              <a:chExt cx="3848590" cy="370256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E07E927-13A7-FF76-2279-DC6CD18C62E5}"/>
                  </a:ext>
                </a:extLst>
              </p:cNvPr>
              <p:cNvGrpSpPr/>
              <p:nvPr/>
            </p:nvGrpSpPr>
            <p:grpSpPr>
              <a:xfrm>
                <a:off x="3378347" y="2848997"/>
                <a:ext cx="3848590" cy="3702565"/>
                <a:chOff x="3378347" y="2848997"/>
                <a:chExt cx="3848590" cy="3702565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2D80CB-D0D8-3C4D-46CF-5BE2E252E8A9}"/>
                    </a:ext>
                  </a:extLst>
                </p:cNvPr>
                <p:cNvGrpSpPr/>
                <p:nvPr/>
              </p:nvGrpSpPr>
              <p:grpSpPr>
                <a:xfrm>
                  <a:off x="3378347" y="2848997"/>
                  <a:ext cx="3848590" cy="3702565"/>
                  <a:chOff x="1874500" y="1945934"/>
                  <a:chExt cx="6200181" cy="4877682"/>
                </a:xfrm>
              </p:grpSpPr>
              <p:cxnSp>
                <p:nvCxnSpPr>
                  <p:cNvPr id="6" name="Straight Connector 5">
                    <a:extLst>
                      <a:ext uri="{FF2B5EF4-FFF2-40B4-BE49-F238E27FC236}">
                        <a16:creationId xmlns:a16="http://schemas.microsoft.com/office/drawing/2014/main" id="{18E8BC6D-7F01-7A2C-82D7-6F23CBC836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2932126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B19D7B6F-10C5-88B8-0F98-745CF72A89CF}"/>
                      </a:ext>
                    </a:extLst>
                  </p:cNvPr>
                  <p:cNvCxnSpPr/>
                  <p:nvPr/>
                </p:nvCxnSpPr>
                <p:spPr>
                  <a:xfrm>
                    <a:off x="5493957" y="2932126"/>
                    <a:ext cx="0" cy="295479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3F8D86AD-EA0B-B62F-296A-38D80DC7C8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5865511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BF23166B-0AFE-0597-4B16-889D6B25BA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8930" y="2905488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89134DBA-6BDE-F807-7AE8-7C4FEB9725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7041" y="5837424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1665C44F-589B-2BB6-7497-C20E583377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1945934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BEA854FA-7EF2-35B9-C3FB-43C36702E7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4916031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676B7ABE-AB55-41A4-117B-3D36806402C6}"/>
                    </a:ext>
                  </a:extLst>
                </p:cNvPr>
                <p:cNvCxnSpPr/>
                <p:nvPr/>
              </p:nvCxnSpPr>
              <p:spPr>
                <a:xfrm>
                  <a:off x="4023111" y="3610577"/>
                  <a:ext cx="0" cy="2229956"/>
                </a:xfrm>
                <a:prstGeom prst="line">
                  <a:avLst/>
                </a:prstGeom>
                <a:ln w="28575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F3A3907-FA9C-EC18-F490-A088EA02B001}"/>
                  </a:ext>
                </a:extLst>
              </p:cNvPr>
              <p:cNvSpPr/>
              <p:nvPr/>
            </p:nvSpPr>
            <p:spPr>
              <a:xfrm>
                <a:off x="5559727" y="4649997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CC0664B-A1E5-0E8C-6C65-A734B7CB7535}"/>
                  </a:ext>
                </a:extLst>
              </p:cNvPr>
              <p:cNvSpPr/>
              <p:nvPr/>
            </p:nvSpPr>
            <p:spPr>
              <a:xfrm>
                <a:off x="5563982" y="3525611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3D077EE-7BCE-BEEC-610C-3FA8FE689FDA}"/>
                  </a:ext>
                </a:extLst>
              </p:cNvPr>
              <p:cNvSpPr/>
              <p:nvPr/>
            </p:nvSpPr>
            <p:spPr>
              <a:xfrm>
                <a:off x="5565236" y="5763950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6D0B072-D32E-8E86-2287-74045C1DB10A}"/>
                  </a:ext>
                </a:extLst>
              </p:cNvPr>
              <p:cNvSpPr/>
              <p:nvPr/>
            </p:nvSpPr>
            <p:spPr>
              <a:xfrm>
                <a:off x="3975025" y="3539854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B32377D-F4F4-86C7-5A48-A4C31092FF5A}"/>
                  </a:ext>
                </a:extLst>
              </p:cNvPr>
              <p:cNvSpPr/>
              <p:nvPr/>
            </p:nvSpPr>
            <p:spPr>
              <a:xfrm>
                <a:off x="3926124" y="5758533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/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320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/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blipFill>
                  <a:blip r:embed="rId5"/>
                  <a:stretch>
                    <a:fillRect l="-3292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5A6C48-3625-A33B-1FDA-894350E4E9A2}"/>
                </a:ext>
              </a:extLst>
            </p:cNvPr>
            <p:cNvSpPr txBox="1"/>
            <p:nvPr/>
          </p:nvSpPr>
          <p:spPr>
            <a:xfrm>
              <a:off x="2168041" y="4155796"/>
              <a:ext cx="1226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11D6B32-82CC-A3BF-4A1F-CBD479A1A0BB}"/>
                </a:ext>
              </a:extLst>
            </p:cNvPr>
            <p:cNvSpPr txBox="1"/>
            <p:nvPr/>
          </p:nvSpPr>
          <p:spPr>
            <a:xfrm>
              <a:off x="2178082" y="6360216"/>
              <a:ext cx="123405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34E8EE-B81D-8637-C90A-C86FE163DC4A}"/>
                </a:ext>
              </a:extLst>
            </p:cNvPr>
            <p:cNvSpPr txBox="1"/>
            <p:nvPr/>
          </p:nvSpPr>
          <p:spPr>
            <a:xfrm>
              <a:off x="5690322" y="4561636"/>
              <a:ext cx="833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Nature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/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/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3921FD3-B41C-5C0A-71DC-DBC91AAA3741}"/>
                </a:ext>
              </a:extLst>
            </p:cNvPr>
            <p:cNvSpPr txBox="1"/>
            <p:nvPr/>
          </p:nvSpPr>
          <p:spPr>
            <a:xfrm>
              <a:off x="5924217" y="3951472"/>
              <a:ext cx="833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Peach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7FF3E3-70DB-123E-7457-BCE5DAD28778}"/>
                </a:ext>
              </a:extLst>
            </p:cNvPr>
            <p:cNvSpPr txBox="1"/>
            <p:nvPr/>
          </p:nvSpPr>
          <p:spPr>
            <a:xfrm>
              <a:off x="6328244" y="512851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Lemon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805BE6-6C57-E96E-F862-180ED4C299EE}"/>
                </a:ext>
              </a:extLst>
            </p:cNvPr>
            <p:cNvSpPr txBox="1"/>
            <p:nvPr/>
          </p:nvSpPr>
          <p:spPr>
            <a:xfrm>
              <a:off x="4482118" y="3183982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9FF396-B7D7-9C21-A5F0-D54BBCFE916C}"/>
                </a:ext>
              </a:extLst>
            </p:cNvPr>
            <p:cNvSpPr txBox="1"/>
            <p:nvPr/>
          </p:nvSpPr>
          <p:spPr>
            <a:xfrm>
              <a:off x="4524346" y="5856959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8E87B1A-77F1-4BF4-7DF4-4BD0E493F1A5}"/>
                </a:ext>
              </a:extLst>
            </p:cNvPr>
            <p:cNvSpPr txBox="1"/>
            <p:nvPr/>
          </p:nvSpPr>
          <p:spPr>
            <a:xfrm>
              <a:off x="5930612" y="3164017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E734AB-AC72-9A97-D87B-0C16C216C4DA}"/>
                </a:ext>
              </a:extLst>
            </p:cNvPr>
            <p:cNvSpPr txBox="1"/>
            <p:nvPr/>
          </p:nvSpPr>
          <p:spPr>
            <a:xfrm>
              <a:off x="5930612" y="5863178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67E39CE-4FD7-7AA9-6C0F-195329B7B52F}"/>
              </a:ext>
            </a:extLst>
          </p:cNvPr>
          <p:cNvSpPr txBox="1"/>
          <p:nvPr/>
        </p:nvSpPr>
        <p:spPr>
          <a:xfrm>
            <a:off x="7826401" y="3619422"/>
            <a:ext cx="618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Buyer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C9C96-9778-0FF1-D3CA-DB2836F14893}"/>
              </a:ext>
            </a:extLst>
          </p:cNvPr>
          <p:cNvSpPr txBox="1"/>
          <p:nvPr/>
        </p:nvSpPr>
        <p:spPr>
          <a:xfrm>
            <a:off x="9412453" y="500813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Lemon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4DAF8-7805-15D0-6020-26A5EB71DC60}"/>
              </a:ext>
            </a:extLst>
          </p:cNvPr>
          <p:cNvSpPr txBox="1"/>
          <p:nvPr/>
        </p:nvSpPr>
        <p:spPr>
          <a:xfrm>
            <a:off x="9467343" y="2048654"/>
            <a:ext cx="667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Peach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3742CE-53CA-2095-8C61-38C3DA979BC1}"/>
              </a:ext>
            </a:extLst>
          </p:cNvPr>
          <p:cNvCxnSpPr/>
          <p:nvPr/>
        </p:nvCxnSpPr>
        <p:spPr>
          <a:xfrm>
            <a:off x="7565450" y="2048654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C2C7C4-7BFF-CF44-54C9-F59000EED36B}"/>
              </a:ext>
            </a:extLst>
          </p:cNvPr>
          <p:cNvCxnSpPr/>
          <p:nvPr/>
        </p:nvCxnSpPr>
        <p:spPr>
          <a:xfrm>
            <a:off x="7540947" y="4280188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7B8A6-F5D2-DD44-E605-51A5D2646EBC}"/>
                  </a:ext>
                </a:extLst>
              </p:cNvPr>
              <p:cNvSpPr txBox="1"/>
              <p:nvPr/>
            </p:nvSpPr>
            <p:spPr>
              <a:xfrm>
                <a:off x="8373307" y="2962643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7B8A6-F5D2-DD44-E605-51A5D2646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307" y="2962643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406460-EED4-A877-514F-F9770A508CF7}"/>
                  </a:ext>
                </a:extLst>
              </p:cNvPr>
              <p:cNvSpPr txBox="1"/>
              <p:nvPr/>
            </p:nvSpPr>
            <p:spPr>
              <a:xfrm>
                <a:off x="8218221" y="4134752"/>
                <a:ext cx="772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406460-EED4-A877-514F-F9770A50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221" y="4134752"/>
                <a:ext cx="772584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074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Market for Lemons and Game Theory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819666" y="1669101"/>
            <a:ext cx="5045236" cy="5036083"/>
          </a:xfrm>
        </p:spPr>
        <p:txBody>
          <a:bodyPr>
            <a:normAutofit/>
          </a:bodyPr>
          <a:lstStyle/>
          <a:p>
            <a:endParaRPr lang="en-US" altLang="en-US" sz="1800" dirty="0"/>
          </a:p>
          <a:p>
            <a:r>
              <a:rPr lang="en-US" altLang="en-US" sz="1800" dirty="0"/>
              <a:t>This is what we call a </a:t>
            </a:r>
            <a:r>
              <a:rPr lang="en-US" altLang="en-US" sz="1800" b="1" i="1" dirty="0">
                <a:solidFill>
                  <a:srgbClr val="0000FF"/>
                </a:solidFill>
              </a:rPr>
              <a:t>Bayesian Nash Equilibrium</a:t>
            </a:r>
            <a:r>
              <a:rPr lang="en-US" altLang="en-US" sz="1800" dirty="0"/>
              <a:t>.</a:t>
            </a:r>
          </a:p>
          <a:p>
            <a:endParaRPr lang="en-US" altLang="en-US" sz="1800" dirty="0"/>
          </a:p>
          <a:p>
            <a:r>
              <a:rPr lang="en-US" altLang="en-US" sz="1800" dirty="0"/>
              <a:t>Same as Nash Equilibrium, but with beliefs.</a:t>
            </a:r>
          </a:p>
          <a:p>
            <a:endParaRPr lang="en-US" altLang="en-US" sz="1800" i="1" dirty="0"/>
          </a:p>
          <a:p>
            <a:r>
              <a:rPr lang="en-US" altLang="en-US" sz="1800" i="1" dirty="0"/>
              <a:t>Given the Seller’s strategy, Buyer’s have the correct beliefs about who is in the market and their strategy must be a best response.</a:t>
            </a:r>
            <a:endParaRPr lang="en-US" altLang="en-US" sz="1400" i="1" dirty="0"/>
          </a:p>
          <a:p>
            <a:endParaRPr lang="en-US" altLang="en-US" sz="1800" dirty="0"/>
          </a:p>
          <a:p>
            <a:pPr marL="0" indent="0">
              <a:buNone/>
            </a:pPr>
            <a:endParaRPr lang="en-US" alt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15</a:t>
            </a:fld>
            <a:endParaRPr lang="en-GB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510712-E612-F6D1-E42F-66B871D7A017}"/>
              </a:ext>
            </a:extLst>
          </p:cNvPr>
          <p:cNvGrpSpPr/>
          <p:nvPr/>
        </p:nvGrpSpPr>
        <p:grpSpPr>
          <a:xfrm>
            <a:off x="6096000" y="1744194"/>
            <a:ext cx="5296027" cy="4045664"/>
            <a:chOff x="1898822" y="2688882"/>
            <a:chExt cx="5328115" cy="404016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B170AD5-9422-8254-0251-45883FC5043B}"/>
                </a:ext>
              </a:extLst>
            </p:cNvPr>
            <p:cNvGrpSpPr/>
            <p:nvPr/>
          </p:nvGrpSpPr>
          <p:grpSpPr>
            <a:xfrm>
              <a:off x="3378347" y="2848997"/>
              <a:ext cx="3848590" cy="3702565"/>
              <a:chOff x="3378347" y="2848997"/>
              <a:chExt cx="3848590" cy="370256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E07E927-13A7-FF76-2279-DC6CD18C62E5}"/>
                  </a:ext>
                </a:extLst>
              </p:cNvPr>
              <p:cNvGrpSpPr/>
              <p:nvPr/>
            </p:nvGrpSpPr>
            <p:grpSpPr>
              <a:xfrm>
                <a:off x="3378347" y="2848997"/>
                <a:ext cx="3848590" cy="3702565"/>
                <a:chOff x="3378347" y="2848997"/>
                <a:chExt cx="3848590" cy="3702565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2D80CB-D0D8-3C4D-46CF-5BE2E252E8A9}"/>
                    </a:ext>
                  </a:extLst>
                </p:cNvPr>
                <p:cNvGrpSpPr/>
                <p:nvPr/>
              </p:nvGrpSpPr>
              <p:grpSpPr>
                <a:xfrm>
                  <a:off x="3378347" y="2848997"/>
                  <a:ext cx="3848590" cy="3702565"/>
                  <a:chOff x="1874500" y="1945934"/>
                  <a:chExt cx="6200181" cy="4877682"/>
                </a:xfrm>
              </p:grpSpPr>
              <p:cxnSp>
                <p:nvCxnSpPr>
                  <p:cNvPr id="6" name="Straight Connector 5">
                    <a:extLst>
                      <a:ext uri="{FF2B5EF4-FFF2-40B4-BE49-F238E27FC236}">
                        <a16:creationId xmlns:a16="http://schemas.microsoft.com/office/drawing/2014/main" id="{18E8BC6D-7F01-7A2C-82D7-6F23CBC836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2932126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B19D7B6F-10C5-88B8-0F98-745CF72A89CF}"/>
                      </a:ext>
                    </a:extLst>
                  </p:cNvPr>
                  <p:cNvCxnSpPr/>
                  <p:nvPr/>
                </p:nvCxnSpPr>
                <p:spPr>
                  <a:xfrm>
                    <a:off x="5493957" y="2932126"/>
                    <a:ext cx="0" cy="295479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3F8D86AD-EA0B-B62F-296A-38D80DC7C8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5865511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BF23166B-0AFE-0597-4B16-889D6B25BA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8930" y="2905488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89134DBA-6BDE-F807-7AE8-7C4FEB9725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7041" y="5837424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1665C44F-589B-2BB6-7497-C20E583377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1945934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BEA854FA-7EF2-35B9-C3FB-43C36702E7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4916031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676B7ABE-AB55-41A4-117B-3D36806402C6}"/>
                    </a:ext>
                  </a:extLst>
                </p:cNvPr>
                <p:cNvCxnSpPr/>
                <p:nvPr/>
              </p:nvCxnSpPr>
              <p:spPr>
                <a:xfrm>
                  <a:off x="4023111" y="3610577"/>
                  <a:ext cx="0" cy="2229956"/>
                </a:xfrm>
                <a:prstGeom prst="line">
                  <a:avLst/>
                </a:prstGeom>
                <a:ln w="28575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F3A3907-FA9C-EC18-F490-A088EA02B001}"/>
                  </a:ext>
                </a:extLst>
              </p:cNvPr>
              <p:cNvSpPr/>
              <p:nvPr/>
            </p:nvSpPr>
            <p:spPr>
              <a:xfrm>
                <a:off x="5559727" y="4649997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CC0664B-A1E5-0E8C-6C65-A734B7CB7535}"/>
                  </a:ext>
                </a:extLst>
              </p:cNvPr>
              <p:cNvSpPr/>
              <p:nvPr/>
            </p:nvSpPr>
            <p:spPr>
              <a:xfrm>
                <a:off x="5563982" y="3525611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3D077EE-7BCE-BEEC-610C-3FA8FE689FDA}"/>
                  </a:ext>
                </a:extLst>
              </p:cNvPr>
              <p:cNvSpPr/>
              <p:nvPr/>
            </p:nvSpPr>
            <p:spPr>
              <a:xfrm>
                <a:off x="5565236" y="5763950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6D0B072-D32E-8E86-2287-74045C1DB10A}"/>
                  </a:ext>
                </a:extLst>
              </p:cNvPr>
              <p:cNvSpPr/>
              <p:nvPr/>
            </p:nvSpPr>
            <p:spPr>
              <a:xfrm>
                <a:off x="3975025" y="3539854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B32377D-F4F4-86C7-5A48-A4C31092FF5A}"/>
                  </a:ext>
                </a:extLst>
              </p:cNvPr>
              <p:cNvSpPr/>
              <p:nvPr/>
            </p:nvSpPr>
            <p:spPr>
              <a:xfrm>
                <a:off x="3926124" y="5758533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/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3320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/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blipFill>
                  <a:blip r:embed="rId4"/>
                  <a:stretch>
                    <a:fillRect l="-3292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5A6C48-3625-A33B-1FDA-894350E4E9A2}"/>
                </a:ext>
              </a:extLst>
            </p:cNvPr>
            <p:cNvSpPr txBox="1"/>
            <p:nvPr/>
          </p:nvSpPr>
          <p:spPr>
            <a:xfrm>
              <a:off x="2168041" y="4155796"/>
              <a:ext cx="1226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11D6B32-82CC-A3BF-4A1F-CBD479A1A0BB}"/>
                </a:ext>
              </a:extLst>
            </p:cNvPr>
            <p:cNvSpPr txBox="1"/>
            <p:nvPr/>
          </p:nvSpPr>
          <p:spPr>
            <a:xfrm>
              <a:off x="2178082" y="6360216"/>
              <a:ext cx="123405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34E8EE-B81D-8637-C90A-C86FE163DC4A}"/>
                </a:ext>
              </a:extLst>
            </p:cNvPr>
            <p:cNvSpPr txBox="1"/>
            <p:nvPr/>
          </p:nvSpPr>
          <p:spPr>
            <a:xfrm>
              <a:off x="5690322" y="4561636"/>
              <a:ext cx="833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Nature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/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/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3921FD3-B41C-5C0A-71DC-DBC91AAA3741}"/>
                </a:ext>
              </a:extLst>
            </p:cNvPr>
            <p:cNvSpPr txBox="1"/>
            <p:nvPr/>
          </p:nvSpPr>
          <p:spPr>
            <a:xfrm>
              <a:off x="5924217" y="3951472"/>
              <a:ext cx="833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Peach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7FF3E3-70DB-123E-7457-BCE5DAD28778}"/>
                </a:ext>
              </a:extLst>
            </p:cNvPr>
            <p:cNvSpPr txBox="1"/>
            <p:nvPr/>
          </p:nvSpPr>
          <p:spPr>
            <a:xfrm>
              <a:off x="6328244" y="512851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Lemon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805BE6-6C57-E96E-F862-180ED4C299EE}"/>
                </a:ext>
              </a:extLst>
            </p:cNvPr>
            <p:cNvSpPr txBox="1"/>
            <p:nvPr/>
          </p:nvSpPr>
          <p:spPr>
            <a:xfrm>
              <a:off x="4482118" y="3183982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9FF396-B7D7-9C21-A5F0-D54BBCFE916C}"/>
                </a:ext>
              </a:extLst>
            </p:cNvPr>
            <p:cNvSpPr txBox="1"/>
            <p:nvPr/>
          </p:nvSpPr>
          <p:spPr>
            <a:xfrm>
              <a:off x="4524346" y="5856959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8E87B1A-77F1-4BF4-7DF4-4BD0E493F1A5}"/>
                </a:ext>
              </a:extLst>
            </p:cNvPr>
            <p:cNvSpPr txBox="1"/>
            <p:nvPr/>
          </p:nvSpPr>
          <p:spPr>
            <a:xfrm>
              <a:off x="5930612" y="3164017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E734AB-AC72-9A97-D87B-0C16C216C4DA}"/>
                </a:ext>
              </a:extLst>
            </p:cNvPr>
            <p:cNvSpPr txBox="1"/>
            <p:nvPr/>
          </p:nvSpPr>
          <p:spPr>
            <a:xfrm>
              <a:off x="5930612" y="5863178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81B89EB-205A-0D8F-C4DD-42BCA9E3F6B3}"/>
              </a:ext>
            </a:extLst>
          </p:cNvPr>
          <p:cNvSpPr txBox="1"/>
          <p:nvPr/>
        </p:nvSpPr>
        <p:spPr>
          <a:xfrm>
            <a:off x="7826401" y="3619422"/>
            <a:ext cx="618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Buyer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BFB85-0C46-CA2A-8054-5A335DA39145}"/>
              </a:ext>
            </a:extLst>
          </p:cNvPr>
          <p:cNvSpPr txBox="1"/>
          <p:nvPr/>
        </p:nvSpPr>
        <p:spPr>
          <a:xfrm>
            <a:off x="9412453" y="500813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Lemon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21BBE-58E9-3F78-F3AC-74616DA4CFBB}"/>
              </a:ext>
            </a:extLst>
          </p:cNvPr>
          <p:cNvSpPr txBox="1"/>
          <p:nvPr/>
        </p:nvSpPr>
        <p:spPr>
          <a:xfrm>
            <a:off x="9467343" y="2048654"/>
            <a:ext cx="667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Peach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11F4BC-6123-F1C2-2E4D-2A82ED21285C}"/>
                  </a:ext>
                </a:extLst>
              </p:cNvPr>
              <p:cNvSpPr txBox="1"/>
              <p:nvPr/>
            </p:nvSpPr>
            <p:spPr>
              <a:xfrm>
                <a:off x="8373307" y="2962643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11F4BC-6123-F1C2-2E4D-2A82ED212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307" y="2962643"/>
                <a:ext cx="368626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D1372-8A0D-10B6-DF12-8DD25586EA0C}"/>
                  </a:ext>
                </a:extLst>
              </p:cNvPr>
              <p:cNvSpPr txBox="1"/>
              <p:nvPr/>
            </p:nvSpPr>
            <p:spPr>
              <a:xfrm>
                <a:off x="8218221" y="4134752"/>
                <a:ext cx="772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D1372-8A0D-10B6-DF12-8DD25586E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221" y="4134752"/>
                <a:ext cx="772584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5322E7-9914-5B9C-9BB6-648956F950A9}"/>
              </a:ext>
            </a:extLst>
          </p:cNvPr>
          <p:cNvCxnSpPr/>
          <p:nvPr/>
        </p:nvCxnSpPr>
        <p:spPr>
          <a:xfrm>
            <a:off x="7565450" y="2048654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3062D8-EBBB-8725-3778-7D2543E827C0}"/>
              </a:ext>
            </a:extLst>
          </p:cNvPr>
          <p:cNvCxnSpPr/>
          <p:nvPr/>
        </p:nvCxnSpPr>
        <p:spPr>
          <a:xfrm>
            <a:off x="7540947" y="4280188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05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9C0F-AD60-3CEF-7CD8-034C7BBE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aside: The role of 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3E2B2-5F03-76BF-00E4-FA4050B77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Notice that we used a </a:t>
            </a:r>
            <a:r>
              <a:rPr lang="en-GB" sz="2000" i="1" dirty="0"/>
              <a:t>trick</a:t>
            </a:r>
            <a:r>
              <a:rPr lang="en-GB" sz="2000" dirty="0"/>
              <a:t> to model this game of incomplete information..</a:t>
            </a:r>
          </a:p>
          <a:p>
            <a:endParaRPr lang="en-GB" sz="2000" dirty="0"/>
          </a:p>
          <a:p>
            <a:r>
              <a:rPr lang="en-GB" sz="2000" dirty="0"/>
              <a:t>We introduced a new player </a:t>
            </a:r>
            <a:r>
              <a:rPr lang="en-GB" sz="2000" b="1" dirty="0">
                <a:solidFill>
                  <a:srgbClr val="0000FF"/>
                </a:solidFill>
              </a:rPr>
              <a:t>“Nature”</a:t>
            </a:r>
            <a:r>
              <a:rPr lang="en-GB" sz="2000" dirty="0"/>
              <a:t>.</a:t>
            </a:r>
          </a:p>
          <a:p>
            <a:pPr lvl="1"/>
            <a:r>
              <a:rPr lang="en-GB" sz="1800" dirty="0"/>
              <a:t>Nature “chooses” which type the players with less information (the buyers) will face.</a:t>
            </a:r>
          </a:p>
          <a:p>
            <a:pPr lvl="1"/>
            <a:endParaRPr lang="en-GB" sz="1600" dirty="0"/>
          </a:p>
          <a:p>
            <a:r>
              <a:rPr lang="en-GB" sz="2000" dirty="0"/>
              <a:t>Nature is assumed to be indifferent between her choices of each type of players</a:t>
            </a:r>
          </a:p>
          <a:p>
            <a:pPr lvl="1"/>
            <a:r>
              <a:rPr lang="en-GB" sz="1800" dirty="0"/>
              <a:t>Any mixture of types in her choice is a “best response”.</a:t>
            </a:r>
          </a:p>
          <a:p>
            <a:pPr lvl="1"/>
            <a:endParaRPr lang="en-GB" sz="1600" dirty="0"/>
          </a:p>
          <a:p>
            <a:r>
              <a:rPr lang="en-GB" sz="2000" dirty="0"/>
              <a:t>Essentially, this means that we can just let the </a:t>
            </a:r>
            <a:r>
              <a:rPr lang="en-GB" sz="2000" i="1" dirty="0"/>
              <a:t>true distribution </a:t>
            </a:r>
            <a:r>
              <a:rPr lang="en-GB" sz="2000" dirty="0"/>
              <a:t>of types be Nature’s “strategy” in the Bayesian Nash Equilibirum.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94FF8-C5DF-1EA5-6DD7-2B6DA762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19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2608900-E66F-19AC-E471-3C0D5DE0C99E}"/>
              </a:ext>
            </a:extLst>
          </p:cNvPr>
          <p:cNvSpPr/>
          <p:nvPr/>
        </p:nvSpPr>
        <p:spPr>
          <a:xfrm>
            <a:off x="823709" y="1699125"/>
            <a:ext cx="4767891" cy="1160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The Market for Lemons: Pooling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04171" y="1534486"/>
                <a:ext cx="4663059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1800" dirty="0"/>
              </a:p>
              <a:p>
                <a:pPr eaLnBrk="1" hangingPunct="1"/>
                <a:r>
                  <a:rPr lang="en-US" altLang="en-US" sz="1800" dirty="0"/>
                  <a:t>A market equilibrium in which all types of car owners choose the same action is a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pooling equilibrium</a:t>
                </a:r>
                <a:r>
                  <a:rPr lang="en-US" altLang="en-US" sz="1800" dirty="0"/>
                  <a:t>.</a:t>
                </a:r>
              </a:p>
              <a:p>
                <a:pPr eaLnBrk="1" hangingPunct="1"/>
                <a:endParaRPr lang="en-US" altLang="en-US" sz="1800" dirty="0"/>
              </a:p>
              <a:p>
                <a:r>
                  <a:rPr lang="en-US" altLang="en-US" sz="1800" dirty="0"/>
                  <a:t>Here, Lemon and Peach sellers being both in the market is a </a:t>
                </a:r>
                <a:r>
                  <a:rPr lang="en-US" altLang="en-US" sz="1800" u="sng" dirty="0"/>
                  <a:t>potential</a:t>
                </a:r>
                <a:r>
                  <a:rPr lang="en-US" altLang="en-US" sz="1800" dirty="0"/>
                  <a:t> pooling equilibrium.</a:t>
                </a:r>
              </a:p>
              <a:p>
                <a:pPr lvl="1"/>
                <a:r>
                  <a:rPr lang="en-US" altLang="en-US" sz="1800" dirty="0"/>
                  <a:t>Buyers believe that a car being sold is peach with probability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1800" dirty="0"/>
                  <a:t> (</a:t>
                </a:r>
                <a14:m>
                  <m:oMath xmlns:m="http://schemas.openxmlformats.org/officeDocument/2006/math"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. </a:t>
                </a:r>
              </a:p>
              <a:p>
                <a:pPr lvl="1"/>
                <a:endParaRPr lang="en-US" altLang="en-US" sz="1800" dirty="0"/>
              </a:p>
              <a:p>
                <a:r>
                  <a:rPr lang="en-US" altLang="en-US" sz="1800" dirty="0"/>
                  <a:t>For an actual equilibrium, need an </a:t>
                </a:r>
                <a14:m>
                  <m:oMath xmlns:m="http://schemas.openxmlformats.org/officeDocument/2006/math"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/>
                  <a:t> which satisfies:</a:t>
                </a:r>
                <a:endParaRPr lang="en-GB" altLang="en-US" sz="1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𝑠𝑒𝑙𝑙𝑒𝑟</m:t>
                        </m:r>
                      </m:sub>
                      <m:sup>
                        <m: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𝑝𝑒𝑎𝑐h</m:t>
                        </m:r>
                      </m:sup>
                    </m:sSubSup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𝑠𝑒𝑙𝑙𝑒𝑟</m:t>
                        </m:r>
                      </m:sub>
                      <m:sup>
                        <m:r>
                          <a:rPr lang="en-SG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𝑙𝑒𝑚𝑜𝑛</m:t>
                        </m:r>
                      </m:sup>
                    </m:sSubSup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GB" alt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altLang="en-US" sz="1600" b="0" i="1" smtClean="0">
                            <a:latin typeface="Cambria Math" panose="02040503050406030204" pitchFamily="18" charset="0"/>
                          </a:rPr>
                          <m:t>𝑏𝑢𝑦𝑒𝑟</m:t>
                        </m:r>
                      </m:sub>
                    </m:sSub>
                    <m:r>
                      <a:rPr lang="en-SG" alt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6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altLang="en-US" sz="1200" dirty="0"/>
              </a:p>
              <a:p>
                <a:pPr lvl="1"/>
                <a:endParaRPr lang="en-US" altLang="en-US" sz="1400" dirty="0"/>
              </a:p>
              <a:p>
                <a:pPr eaLnBrk="1" hangingPunct="1"/>
                <a:endParaRPr lang="en-US" altLang="en-US" sz="1600" dirty="0"/>
              </a:p>
            </p:txBody>
          </p:sp>
        </mc:Choice>
        <mc:Fallback xmlns=""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4171" y="1534486"/>
                <a:ext cx="4663059" cy="4755473"/>
              </a:xfrm>
              <a:blipFill>
                <a:blip r:embed="rId3"/>
                <a:stretch>
                  <a:fillRect l="-915" r="-10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17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EB7D90-1455-74AB-2270-29DC9FA478AB}"/>
              </a:ext>
            </a:extLst>
          </p:cNvPr>
          <p:cNvGrpSpPr/>
          <p:nvPr/>
        </p:nvGrpSpPr>
        <p:grpSpPr>
          <a:xfrm>
            <a:off x="6096000" y="1744194"/>
            <a:ext cx="5296027" cy="4045664"/>
            <a:chOff x="1898822" y="2688882"/>
            <a:chExt cx="5328115" cy="40401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9EFAD0D-D637-6DF3-22BD-EE3D68962CEE}"/>
                </a:ext>
              </a:extLst>
            </p:cNvPr>
            <p:cNvGrpSpPr/>
            <p:nvPr/>
          </p:nvGrpSpPr>
          <p:grpSpPr>
            <a:xfrm>
              <a:off x="3378347" y="2848997"/>
              <a:ext cx="3848590" cy="3702565"/>
              <a:chOff x="3378347" y="2848997"/>
              <a:chExt cx="3848590" cy="3702565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5A3CE1C-3799-EFCE-ECE0-944240E35594}"/>
                  </a:ext>
                </a:extLst>
              </p:cNvPr>
              <p:cNvGrpSpPr/>
              <p:nvPr/>
            </p:nvGrpSpPr>
            <p:grpSpPr>
              <a:xfrm>
                <a:off x="3378347" y="2848997"/>
                <a:ext cx="3848590" cy="3702565"/>
                <a:chOff x="3378347" y="2848997"/>
                <a:chExt cx="3848590" cy="370256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6A682978-6C32-80A0-0CDE-D5B4DBD7C13E}"/>
                    </a:ext>
                  </a:extLst>
                </p:cNvPr>
                <p:cNvGrpSpPr/>
                <p:nvPr/>
              </p:nvGrpSpPr>
              <p:grpSpPr>
                <a:xfrm>
                  <a:off x="3378347" y="2848997"/>
                  <a:ext cx="3848590" cy="3702565"/>
                  <a:chOff x="1874500" y="1945934"/>
                  <a:chExt cx="6200181" cy="4877682"/>
                </a:xfrm>
              </p:grpSpPr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283B3956-61B8-DAA1-60CB-52496568A5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2932126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06A6E5EB-F483-F9C0-7F4F-C7EE320CFAFD}"/>
                      </a:ext>
                    </a:extLst>
                  </p:cNvPr>
                  <p:cNvCxnSpPr/>
                  <p:nvPr/>
                </p:nvCxnSpPr>
                <p:spPr>
                  <a:xfrm>
                    <a:off x="5493957" y="2932126"/>
                    <a:ext cx="0" cy="295479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8F30B19-935C-4139-8562-5106C1714F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5865511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DE1D93EC-467E-7529-FC4B-6B02155874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8930" y="2905488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C82513AA-AB65-8746-E943-7F2D9B7F94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7041" y="5837424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05CE265-66C2-72E0-DB2F-9EAF22BE3B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1945934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4C2E998F-AD20-B3CB-0C51-CC8D068A5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4916031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29DF687-BF82-408A-C128-5F69AE749222}"/>
                    </a:ext>
                  </a:extLst>
                </p:cNvPr>
                <p:cNvCxnSpPr/>
                <p:nvPr/>
              </p:nvCxnSpPr>
              <p:spPr>
                <a:xfrm>
                  <a:off x="4023111" y="3610577"/>
                  <a:ext cx="0" cy="2229956"/>
                </a:xfrm>
                <a:prstGeom prst="line">
                  <a:avLst/>
                </a:prstGeom>
                <a:ln w="28575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C983B98-0987-AFC0-ACF7-2089418F3170}"/>
                  </a:ext>
                </a:extLst>
              </p:cNvPr>
              <p:cNvSpPr/>
              <p:nvPr/>
            </p:nvSpPr>
            <p:spPr>
              <a:xfrm>
                <a:off x="5559727" y="4649997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5158A48-6124-5DDC-3875-60A78A68E7EA}"/>
                  </a:ext>
                </a:extLst>
              </p:cNvPr>
              <p:cNvSpPr/>
              <p:nvPr/>
            </p:nvSpPr>
            <p:spPr>
              <a:xfrm>
                <a:off x="5563982" y="3525611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7082169-A324-DA0F-688D-2C732B68B117}"/>
                  </a:ext>
                </a:extLst>
              </p:cNvPr>
              <p:cNvSpPr/>
              <p:nvPr/>
            </p:nvSpPr>
            <p:spPr>
              <a:xfrm>
                <a:off x="5565236" y="5763950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1A3A65B-4BB0-D8A5-C705-173C3B3EE427}"/>
                  </a:ext>
                </a:extLst>
              </p:cNvPr>
              <p:cNvSpPr/>
              <p:nvPr/>
            </p:nvSpPr>
            <p:spPr>
              <a:xfrm>
                <a:off x="3975025" y="3539854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D571C58-ED1C-B68E-97A9-9FA892CF8F44}"/>
                  </a:ext>
                </a:extLst>
              </p:cNvPr>
              <p:cNvSpPr/>
              <p:nvPr/>
            </p:nvSpPr>
            <p:spPr>
              <a:xfrm>
                <a:off x="3926124" y="5758533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A0B1C37-5327-8CEC-BD59-921EC0105152}"/>
                    </a:ext>
                  </a:extLst>
                </p:cNvPr>
                <p:cNvSpPr txBox="1"/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320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A8E658-FEF3-D30B-01FD-1C2E54A06078}"/>
                    </a:ext>
                  </a:extLst>
                </p:cNvPr>
                <p:cNvSpPr txBox="1"/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blipFill>
                  <a:blip r:embed="rId5"/>
                  <a:stretch>
                    <a:fillRect l="-3292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BFED78-97C9-EDBE-421B-014011FF993D}"/>
                </a:ext>
              </a:extLst>
            </p:cNvPr>
            <p:cNvSpPr txBox="1"/>
            <p:nvPr/>
          </p:nvSpPr>
          <p:spPr>
            <a:xfrm>
              <a:off x="2168041" y="4155796"/>
              <a:ext cx="1226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D3128A-BBC3-AB08-5DF8-FF66AEE66D8F}"/>
                </a:ext>
              </a:extLst>
            </p:cNvPr>
            <p:cNvSpPr txBox="1"/>
            <p:nvPr/>
          </p:nvSpPr>
          <p:spPr>
            <a:xfrm>
              <a:off x="2178082" y="6360216"/>
              <a:ext cx="123405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03AEAA-C5E8-2259-5DF2-046A54673233}"/>
                </a:ext>
              </a:extLst>
            </p:cNvPr>
            <p:cNvSpPr txBox="1"/>
            <p:nvPr/>
          </p:nvSpPr>
          <p:spPr>
            <a:xfrm>
              <a:off x="5690322" y="4561636"/>
              <a:ext cx="833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Nature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76C9ACA-70FC-3FCF-652B-B551A7E0C245}"/>
                    </a:ext>
                  </a:extLst>
                </p:cNvPr>
                <p:cNvSpPr txBox="1"/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3BAC83C-7D8D-77A8-114F-068599C35D8D}"/>
                    </a:ext>
                  </a:extLst>
                </p:cNvPr>
                <p:cNvSpPr txBox="1"/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E92F3F-F37B-D1C7-15A8-606B8D4AD722}"/>
                </a:ext>
              </a:extLst>
            </p:cNvPr>
            <p:cNvSpPr txBox="1"/>
            <p:nvPr/>
          </p:nvSpPr>
          <p:spPr>
            <a:xfrm>
              <a:off x="5924217" y="3951472"/>
              <a:ext cx="833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Peach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F4613-ECBA-0CE1-A18C-8E3A10ACE45E}"/>
                </a:ext>
              </a:extLst>
            </p:cNvPr>
            <p:cNvSpPr txBox="1"/>
            <p:nvPr/>
          </p:nvSpPr>
          <p:spPr>
            <a:xfrm>
              <a:off x="6328244" y="512851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Lemon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771E47-0AEE-7981-D2ED-D3769449E1CF}"/>
                </a:ext>
              </a:extLst>
            </p:cNvPr>
            <p:cNvSpPr txBox="1"/>
            <p:nvPr/>
          </p:nvSpPr>
          <p:spPr>
            <a:xfrm>
              <a:off x="4482118" y="3183982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A3F760-4448-B963-BEB9-F3FE1CCDBFBA}"/>
                </a:ext>
              </a:extLst>
            </p:cNvPr>
            <p:cNvSpPr txBox="1"/>
            <p:nvPr/>
          </p:nvSpPr>
          <p:spPr>
            <a:xfrm>
              <a:off x="4524346" y="5856959"/>
              <a:ext cx="361572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0A28C4-9780-B029-B7FA-D54B29948B21}"/>
                </a:ext>
              </a:extLst>
            </p:cNvPr>
            <p:cNvSpPr txBox="1"/>
            <p:nvPr/>
          </p:nvSpPr>
          <p:spPr>
            <a:xfrm>
              <a:off x="5930612" y="3164017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C1AA67-77C5-228B-B746-E2F7A44E7869}"/>
                </a:ext>
              </a:extLst>
            </p:cNvPr>
            <p:cNvSpPr txBox="1"/>
            <p:nvPr/>
          </p:nvSpPr>
          <p:spPr>
            <a:xfrm>
              <a:off x="5930612" y="5863178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4D4B9D-F22C-76A2-86D5-4BCDE7FD5A6B}"/>
              </a:ext>
            </a:extLst>
          </p:cNvPr>
          <p:cNvCxnSpPr/>
          <p:nvPr/>
        </p:nvCxnSpPr>
        <p:spPr>
          <a:xfrm flipH="1">
            <a:off x="8376288" y="2810222"/>
            <a:ext cx="1179900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78B0DD-5C87-7407-DFB3-AC2476E3A5C4}"/>
              </a:ext>
            </a:extLst>
          </p:cNvPr>
          <p:cNvCxnSpPr/>
          <p:nvPr/>
        </p:nvCxnSpPr>
        <p:spPr>
          <a:xfrm flipH="1">
            <a:off x="8393605" y="4760253"/>
            <a:ext cx="1179900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75471F9-C67F-F2BB-51D8-0135A98A610D}"/>
              </a:ext>
            </a:extLst>
          </p:cNvPr>
          <p:cNvSpPr txBox="1"/>
          <p:nvPr/>
        </p:nvSpPr>
        <p:spPr>
          <a:xfrm>
            <a:off x="7826401" y="3619422"/>
            <a:ext cx="618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Buyer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934823-4765-9455-6866-B559F95DA523}"/>
              </a:ext>
            </a:extLst>
          </p:cNvPr>
          <p:cNvSpPr txBox="1"/>
          <p:nvPr/>
        </p:nvSpPr>
        <p:spPr>
          <a:xfrm>
            <a:off x="9412453" y="500813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Lemon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392E24-768C-652D-B809-183EAF6A9DE8}"/>
              </a:ext>
            </a:extLst>
          </p:cNvPr>
          <p:cNvSpPr txBox="1"/>
          <p:nvPr/>
        </p:nvSpPr>
        <p:spPr>
          <a:xfrm>
            <a:off x="9467343" y="2048654"/>
            <a:ext cx="667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Peach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D97626C-E0FC-50B2-D8C8-E054ACBD741A}"/>
              </a:ext>
            </a:extLst>
          </p:cNvPr>
          <p:cNvCxnSpPr/>
          <p:nvPr/>
        </p:nvCxnSpPr>
        <p:spPr>
          <a:xfrm>
            <a:off x="7565450" y="2048654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FB0D41-402C-F03A-740D-64B7557A048A}"/>
              </a:ext>
            </a:extLst>
          </p:cNvPr>
          <p:cNvCxnSpPr/>
          <p:nvPr/>
        </p:nvCxnSpPr>
        <p:spPr>
          <a:xfrm>
            <a:off x="7540947" y="4280188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6EC9F6-5CF2-270D-61B2-0CA179608644}"/>
                  </a:ext>
                </a:extLst>
              </p:cNvPr>
              <p:cNvSpPr txBox="1"/>
              <p:nvPr/>
            </p:nvSpPr>
            <p:spPr>
              <a:xfrm>
                <a:off x="8373307" y="2962643"/>
                <a:ext cx="369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6EC9F6-5CF2-270D-61B2-0CA179608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307" y="2962643"/>
                <a:ext cx="369588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BAD89E-8585-2435-51AB-2B336FC0D482}"/>
                  </a:ext>
                </a:extLst>
              </p:cNvPr>
              <p:cNvSpPr txBox="1"/>
              <p:nvPr/>
            </p:nvSpPr>
            <p:spPr>
              <a:xfrm>
                <a:off x="8231503" y="4194297"/>
                <a:ext cx="7735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BAD89E-8585-2435-51AB-2B336FC0D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503" y="4194297"/>
                <a:ext cx="773545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68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462A26B-E6A6-93BA-EB17-4A89FDB9B2DA}"/>
              </a:ext>
            </a:extLst>
          </p:cNvPr>
          <p:cNvSpPr/>
          <p:nvPr/>
        </p:nvSpPr>
        <p:spPr>
          <a:xfrm>
            <a:off x="823709" y="1757739"/>
            <a:ext cx="5002044" cy="12049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199" y="365125"/>
            <a:ext cx="10768445" cy="1325563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The Market for Lemons: Separating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03271" y="1599742"/>
                <a:ext cx="4928077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1800" dirty="0"/>
              </a:p>
              <a:p>
                <a:pPr eaLnBrk="1" hangingPunct="1"/>
                <a:r>
                  <a:rPr lang="en-US" altLang="en-US" sz="1800" dirty="0"/>
                  <a:t>A market equilibrium in which each type of car owner chooses a different action is a 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separating equilibrium</a:t>
                </a:r>
                <a:r>
                  <a:rPr lang="en-US" altLang="en-US" sz="1800" dirty="0"/>
                  <a:t>.</a:t>
                </a:r>
              </a:p>
              <a:p>
                <a:pPr eaLnBrk="1" hangingPunct="1"/>
                <a:endParaRPr lang="en-US" altLang="en-US" sz="1800" dirty="0"/>
              </a:p>
              <a:p>
                <a:r>
                  <a:rPr lang="en-US" altLang="en-US" sz="1800" dirty="0"/>
                  <a:t>Here, Lemon sellers being in the market and Peach sellers being out of the market is a </a:t>
                </a:r>
                <a:r>
                  <a:rPr lang="en-US" altLang="en-US" sz="1800" u="sng" dirty="0"/>
                  <a:t>potential</a:t>
                </a:r>
                <a:r>
                  <a:rPr lang="en-US" altLang="en-US" sz="1800" dirty="0"/>
                  <a:t> separating equilibrium.</a:t>
                </a:r>
              </a:p>
              <a:p>
                <a:pPr lvl="1"/>
                <a:r>
                  <a:rPr lang="en-US" altLang="en-US" sz="1800" dirty="0"/>
                  <a:t>Buyers believe that all cars being sold are lemons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en-US" altLang="en-US" sz="1800" dirty="0"/>
                  <a:t>. </a:t>
                </a:r>
                <a:br>
                  <a:rPr lang="en-US" altLang="en-US" sz="1600" dirty="0"/>
                </a:br>
                <a:endParaRPr lang="en-US" altLang="en-US" sz="1800" dirty="0"/>
              </a:p>
              <a:p>
                <a:r>
                  <a:rPr lang="en-US" altLang="en-US" sz="1800" dirty="0"/>
                  <a:t>For an actual equilibrium, need an </a:t>
                </a:r>
                <a14:m>
                  <m:oMath xmlns:m="http://schemas.openxmlformats.org/officeDocument/2006/math"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/>
                  <a:t> which satisfies:</a:t>
                </a:r>
                <a:endParaRPr lang="en-GB" altLang="en-US" sz="1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SG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𝑠𝑒𝑙𝑙𝑒𝑟</m:t>
                        </m:r>
                      </m:sub>
                      <m:sup>
                        <m:r>
                          <a:rPr lang="en-SG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𝑙𝑒𝑚𝑜𝑛</m:t>
                        </m:r>
                      </m:sup>
                    </m:sSubSup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SG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𝑠𝑒𝑙𝑙𝑒𝑟</m:t>
                        </m:r>
                      </m:sub>
                      <m:sup>
                        <m:r>
                          <a:rPr lang="en-SG" alt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𝑝𝑒𝑎𝑐h</m:t>
                        </m:r>
                      </m:sup>
                    </m:sSubSup>
                    <m:r>
                      <a:rPr lang="en-SG" alt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altLang="en-US" sz="1400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GB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altLang="en-US" sz="1400" i="1">
                            <a:latin typeface="Cambria Math" panose="02040503050406030204" pitchFamily="18" charset="0"/>
                          </a:rPr>
                          <m:t>𝑏𝑢𝑦𝑒𝑟</m:t>
                        </m:r>
                      </m:sub>
                    </m:sSub>
                    <m:r>
                      <a:rPr lang="en-SG" alt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1200</m:t>
                    </m:r>
                  </m:oMath>
                </a14:m>
                <a:endParaRPr lang="en-US" altLang="en-US" sz="1400" dirty="0"/>
              </a:p>
              <a:p>
                <a:pPr eaLnBrk="1" hangingPunct="1"/>
                <a:endParaRPr lang="en-US" altLang="en-US" sz="1600" dirty="0"/>
              </a:p>
            </p:txBody>
          </p:sp>
        </mc:Choice>
        <mc:Fallback xmlns=""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3271" y="1599742"/>
                <a:ext cx="4928077" cy="4755473"/>
              </a:xfrm>
              <a:blipFill>
                <a:blip r:embed="rId3"/>
                <a:stretch>
                  <a:fillRect l="-866" r="-7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18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EB7D90-1455-74AB-2270-29DC9FA478AB}"/>
              </a:ext>
            </a:extLst>
          </p:cNvPr>
          <p:cNvGrpSpPr/>
          <p:nvPr/>
        </p:nvGrpSpPr>
        <p:grpSpPr>
          <a:xfrm>
            <a:off x="6096000" y="1744194"/>
            <a:ext cx="5296027" cy="4045664"/>
            <a:chOff x="1898822" y="2688882"/>
            <a:chExt cx="5328115" cy="40401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9EFAD0D-D637-6DF3-22BD-EE3D68962CEE}"/>
                </a:ext>
              </a:extLst>
            </p:cNvPr>
            <p:cNvGrpSpPr/>
            <p:nvPr/>
          </p:nvGrpSpPr>
          <p:grpSpPr>
            <a:xfrm>
              <a:off x="3378347" y="2848997"/>
              <a:ext cx="3848590" cy="3702565"/>
              <a:chOff x="3378347" y="2848997"/>
              <a:chExt cx="3848590" cy="3702565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5A3CE1C-3799-EFCE-ECE0-944240E35594}"/>
                  </a:ext>
                </a:extLst>
              </p:cNvPr>
              <p:cNvGrpSpPr/>
              <p:nvPr/>
            </p:nvGrpSpPr>
            <p:grpSpPr>
              <a:xfrm>
                <a:off x="3378347" y="2848997"/>
                <a:ext cx="3848590" cy="3702565"/>
                <a:chOff x="3378347" y="2848997"/>
                <a:chExt cx="3848590" cy="370256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6A682978-6C32-80A0-0CDE-D5B4DBD7C13E}"/>
                    </a:ext>
                  </a:extLst>
                </p:cNvPr>
                <p:cNvGrpSpPr/>
                <p:nvPr/>
              </p:nvGrpSpPr>
              <p:grpSpPr>
                <a:xfrm>
                  <a:off x="3378347" y="2848997"/>
                  <a:ext cx="3848590" cy="3702565"/>
                  <a:chOff x="1874500" y="1945934"/>
                  <a:chExt cx="6200181" cy="4877682"/>
                </a:xfrm>
              </p:grpSpPr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283B3956-61B8-DAA1-60CB-52496568A5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2932126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06A6E5EB-F483-F9C0-7F4F-C7EE320CFAFD}"/>
                      </a:ext>
                    </a:extLst>
                  </p:cNvPr>
                  <p:cNvCxnSpPr/>
                  <p:nvPr/>
                </p:nvCxnSpPr>
                <p:spPr>
                  <a:xfrm>
                    <a:off x="5493957" y="2932126"/>
                    <a:ext cx="0" cy="295479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8F30B19-935C-4139-8562-5106C1714F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5865511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DE1D93EC-467E-7529-FC4B-6B02155874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8930" y="2905488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C82513AA-AB65-8746-E943-7F2D9B7F94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7041" y="5837424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05CE265-66C2-72E0-DB2F-9EAF22BE3B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1945934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4C2E998F-AD20-B3CB-0C51-CC8D068A5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4916031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29DF687-BF82-408A-C128-5F69AE749222}"/>
                    </a:ext>
                  </a:extLst>
                </p:cNvPr>
                <p:cNvCxnSpPr/>
                <p:nvPr/>
              </p:nvCxnSpPr>
              <p:spPr>
                <a:xfrm>
                  <a:off x="4023111" y="3610577"/>
                  <a:ext cx="0" cy="2229956"/>
                </a:xfrm>
                <a:prstGeom prst="line">
                  <a:avLst/>
                </a:prstGeom>
                <a:ln w="28575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C983B98-0987-AFC0-ACF7-2089418F3170}"/>
                  </a:ext>
                </a:extLst>
              </p:cNvPr>
              <p:cNvSpPr/>
              <p:nvPr/>
            </p:nvSpPr>
            <p:spPr>
              <a:xfrm>
                <a:off x="5559727" y="4649997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5158A48-6124-5DDC-3875-60A78A68E7EA}"/>
                  </a:ext>
                </a:extLst>
              </p:cNvPr>
              <p:cNvSpPr/>
              <p:nvPr/>
            </p:nvSpPr>
            <p:spPr>
              <a:xfrm>
                <a:off x="5563982" y="3525611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7082169-A324-DA0F-688D-2C732B68B117}"/>
                  </a:ext>
                </a:extLst>
              </p:cNvPr>
              <p:cNvSpPr/>
              <p:nvPr/>
            </p:nvSpPr>
            <p:spPr>
              <a:xfrm>
                <a:off x="5565236" y="5763950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1A3A65B-4BB0-D8A5-C705-173C3B3EE427}"/>
                  </a:ext>
                </a:extLst>
              </p:cNvPr>
              <p:cNvSpPr/>
              <p:nvPr/>
            </p:nvSpPr>
            <p:spPr>
              <a:xfrm>
                <a:off x="3975025" y="3539854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D571C58-ED1C-B68E-97A9-9FA892CF8F44}"/>
                  </a:ext>
                </a:extLst>
              </p:cNvPr>
              <p:cNvSpPr/>
              <p:nvPr/>
            </p:nvSpPr>
            <p:spPr>
              <a:xfrm>
                <a:off x="3926124" y="5758533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A0B1C37-5327-8CEC-BD59-921EC0105152}"/>
                    </a:ext>
                  </a:extLst>
                </p:cNvPr>
                <p:cNvSpPr txBox="1"/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320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A8E658-FEF3-D30B-01FD-1C2E54A06078}"/>
                    </a:ext>
                  </a:extLst>
                </p:cNvPr>
                <p:cNvSpPr txBox="1"/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blipFill>
                  <a:blip r:embed="rId5"/>
                  <a:stretch>
                    <a:fillRect l="-3292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BFED78-97C9-EDBE-421B-014011FF993D}"/>
                </a:ext>
              </a:extLst>
            </p:cNvPr>
            <p:cNvSpPr txBox="1"/>
            <p:nvPr/>
          </p:nvSpPr>
          <p:spPr>
            <a:xfrm>
              <a:off x="2168041" y="4155796"/>
              <a:ext cx="1226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D3128A-BBC3-AB08-5DF8-FF66AEE66D8F}"/>
                </a:ext>
              </a:extLst>
            </p:cNvPr>
            <p:cNvSpPr txBox="1"/>
            <p:nvPr/>
          </p:nvSpPr>
          <p:spPr>
            <a:xfrm>
              <a:off x="2178082" y="6360216"/>
              <a:ext cx="123405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03AEAA-C5E8-2259-5DF2-046A54673233}"/>
                </a:ext>
              </a:extLst>
            </p:cNvPr>
            <p:cNvSpPr txBox="1"/>
            <p:nvPr/>
          </p:nvSpPr>
          <p:spPr>
            <a:xfrm>
              <a:off x="5690322" y="4561636"/>
              <a:ext cx="833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Nature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76C9ACA-70FC-3FCF-652B-B551A7E0C245}"/>
                    </a:ext>
                  </a:extLst>
                </p:cNvPr>
                <p:cNvSpPr txBox="1"/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3BAC83C-7D8D-77A8-114F-068599C35D8D}"/>
                    </a:ext>
                  </a:extLst>
                </p:cNvPr>
                <p:cNvSpPr txBox="1"/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E92F3F-F37B-D1C7-15A8-606B8D4AD722}"/>
                </a:ext>
              </a:extLst>
            </p:cNvPr>
            <p:cNvSpPr txBox="1"/>
            <p:nvPr/>
          </p:nvSpPr>
          <p:spPr>
            <a:xfrm>
              <a:off x="5924217" y="3951472"/>
              <a:ext cx="833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Peach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F4613-ECBA-0CE1-A18C-8E3A10ACE45E}"/>
                </a:ext>
              </a:extLst>
            </p:cNvPr>
            <p:cNvSpPr txBox="1"/>
            <p:nvPr/>
          </p:nvSpPr>
          <p:spPr>
            <a:xfrm>
              <a:off x="6328244" y="512851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Lemon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771E47-0AEE-7981-D2ED-D3769449E1CF}"/>
                </a:ext>
              </a:extLst>
            </p:cNvPr>
            <p:cNvSpPr txBox="1"/>
            <p:nvPr/>
          </p:nvSpPr>
          <p:spPr>
            <a:xfrm>
              <a:off x="4482118" y="3183982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A3F760-4448-B963-BEB9-F3FE1CCDBFBA}"/>
                </a:ext>
              </a:extLst>
            </p:cNvPr>
            <p:cNvSpPr txBox="1"/>
            <p:nvPr/>
          </p:nvSpPr>
          <p:spPr>
            <a:xfrm>
              <a:off x="4524346" y="5856959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0A28C4-9780-B029-B7FA-D54B29948B21}"/>
                </a:ext>
              </a:extLst>
            </p:cNvPr>
            <p:cNvSpPr txBox="1"/>
            <p:nvPr/>
          </p:nvSpPr>
          <p:spPr>
            <a:xfrm>
              <a:off x="5930612" y="3164017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C1AA67-77C5-228B-B746-E2F7A44E7869}"/>
                </a:ext>
              </a:extLst>
            </p:cNvPr>
            <p:cNvSpPr txBox="1"/>
            <p:nvPr/>
          </p:nvSpPr>
          <p:spPr>
            <a:xfrm>
              <a:off x="5930612" y="5863178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4D4B9D-F22C-76A2-86D5-4BCDE7FD5A6B}"/>
              </a:ext>
            </a:extLst>
          </p:cNvPr>
          <p:cNvCxnSpPr/>
          <p:nvPr/>
        </p:nvCxnSpPr>
        <p:spPr>
          <a:xfrm flipH="1">
            <a:off x="10070010" y="2810222"/>
            <a:ext cx="1179900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78B0DD-5C87-7407-DFB3-AC2476E3A5C4}"/>
              </a:ext>
            </a:extLst>
          </p:cNvPr>
          <p:cNvCxnSpPr/>
          <p:nvPr/>
        </p:nvCxnSpPr>
        <p:spPr>
          <a:xfrm flipH="1">
            <a:off x="8393605" y="4760253"/>
            <a:ext cx="1179900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DFD43F0-3F13-9BB4-9A4A-B9504B0D221B}"/>
              </a:ext>
            </a:extLst>
          </p:cNvPr>
          <p:cNvSpPr txBox="1"/>
          <p:nvPr/>
        </p:nvSpPr>
        <p:spPr>
          <a:xfrm>
            <a:off x="7826401" y="3619422"/>
            <a:ext cx="618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Buyer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4AB6C8-034A-8539-8C5B-6E910F68BF4B}"/>
              </a:ext>
            </a:extLst>
          </p:cNvPr>
          <p:cNvSpPr txBox="1"/>
          <p:nvPr/>
        </p:nvSpPr>
        <p:spPr>
          <a:xfrm>
            <a:off x="9412453" y="500813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Lemon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828BE4-9F48-A022-4E9D-2A408274B55F}"/>
              </a:ext>
            </a:extLst>
          </p:cNvPr>
          <p:cNvSpPr txBox="1"/>
          <p:nvPr/>
        </p:nvSpPr>
        <p:spPr>
          <a:xfrm>
            <a:off x="9467343" y="2048654"/>
            <a:ext cx="667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Peach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698187A-7B87-4BA8-1EA6-88E601883880}"/>
              </a:ext>
            </a:extLst>
          </p:cNvPr>
          <p:cNvCxnSpPr/>
          <p:nvPr/>
        </p:nvCxnSpPr>
        <p:spPr>
          <a:xfrm>
            <a:off x="7565450" y="2048654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FBCE0C1-2E2E-F2D3-18C8-16B05556FACD}"/>
              </a:ext>
            </a:extLst>
          </p:cNvPr>
          <p:cNvCxnSpPr/>
          <p:nvPr/>
        </p:nvCxnSpPr>
        <p:spPr>
          <a:xfrm>
            <a:off x="7540947" y="4280188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D36BC4-2E26-973C-CAB2-B286CAF88A1E}"/>
                  </a:ext>
                </a:extLst>
              </p:cNvPr>
              <p:cNvSpPr txBox="1"/>
              <p:nvPr/>
            </p:nvSpPr>
            <p:spPr>
              <a:xfrm>
                <a:off x="8321983" y="296289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6D36BC4-2E26-973C-CAB2-B286CAF88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983" y="2962894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0811B1-F23A-7AC8-B374-C0D1C698863D}"/>
                  </a:ext>
                </a:extLst>
              </p:cNvPr>
              <p:cNvSpPr txBox="1"/>
              <p:nvPr/>
            </p:nvSpPr>
            <p:spPr>
              <a:xfrm>
                <a:off x="8323881" y="419454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0811B1-F23A-7AC8-B374-C0D1C6988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881" y="4194547"/>
                <a:ext cx="3658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007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199" y="365125"/>
            <a:ext cx="11007437" cy="1325563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The Market for Lemons: Separating Equilibrium?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4818397" cy="4755473"/>
              </a:xfrm>
            </p:spPr>
            <p:txBody>
              <a:bodyPr>
                <a:normAutofit/>
              </a:bodyPr>
              <a:lstStyle/>
              <a:p>
                <a:endParaRPr lang="en-US" altLang="en-US" sz="1800" dirty="0"/>
              </a:p>
              <a:p>
                <a:pPr marL="0" indent="0">
                  <a:buNone/>
                </a:pPr>
                <a:r>
                  <a:rPr lang="en-US" altLang="en-US" sz="1800" b="1" dirty="0"/>
                  <a:t>Can Peach sellers being in the market and Lemon sellers being out of the market ever be a separating equilibrium?</a:t>
                </a:r>
              </a:p>
              <a:p>
                <a:r>
                  <a:rPr lang="en-US" altLang="en-US" sz="1800" dirty="0">
                    <a:solidFill>
                      <a:schemeClr val="tx1"/>
                    </a:solidFill>
                  </a:rPr>
                  <a:t>If</a:t>
                </a:r>
                <a:r>
                  <a:rPr lang="en-US" altLang="en-US" sz="1800" dirty="0"/>
                  <a:t> this is the case, then we must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𝑠𝑒𝑙𝑙𝑒𝑟</m:t>
                        </m:r>
                      </m:sub>
                      <m:sup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𝑝𝑒𝑎𝑐h</m:t>
                        </m:r>
                      </m:sup>
                    </m:sSubSup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alt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GB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𝑏𝑢𝑦𝑒𝑟</m:t>
                        </m:r>
                      </m:sub>
                    </m:sSub>
                  </m:oMath>
                </a14:m>
                <a:r>
                  <a:rPr lang="en-US" altLang="en-US" sz="1800" dirty="0"/>
                  <a:t>. </a:t>
                </a:r>
                <a:r>
                  <a:rPr lang="en-US" altLang="en-US" sz="1800" dirty="0" err="1"/>
                  <a:t>I.e</a:t>
                </a:r>
                <a:r>
                  <a:rPr lang="en-US" altLang="en-US" sz="1800" dirty="0"/>
                  <a:t> peach owners want to sell.</a:t>
                </a:r>
              </a:p>
              <a:p>
                <a:endParaRPr lang="en-US" altLang="en-US" sz="1800" dirty="0"/>
              </a:p>
              <a:p>
                <a:r>
                  <a:rPr lang="en-US" altLang="en-US" sz="1800" dirty="0"/>
                  <a:t>But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𝑠𝑒𝑙𝑙𝑒𝑟</m:t>
                        </m:r>
                      </m:sub>
                      <m:sup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𝑙𝑒𝑚𝑜𝑛</m:t>
                        </m:r>
                      </m:sup>
                    </m:sSubSup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𝑠𝑒𝑙𝑙𝑒𝑟</m:t>
                        </m:r>
                      </m:sub>
                      <m:sup>
                        <m:r>
                          <a:rPr lang="en-SG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𝑝𝑒𝑎𝑐h</m:t>
                        </m:r>
                      </m:sup>
                    </m:sSubSup>
                  </m:oMath>
                </a14:m>
                <a:r>
                  <a:rPr lang="en-US" altLang="en-US" sz="1800" dirty="0"/>
                  <a:t>, so lemon owners also want to sell!</a:t>
                </a:r>
              </a:p>
              <a:p>
                <a:pPr lvl="1"/>
                <a:endParaRPr lang="en-US" altLang="en-US" sz="1600" dirty="0"/>
              </a:p>
              <a:p>
                <a:r>
                  <a:rPr lang="en-US" altLang="en-US" sz="2000" b="1" dirty="0"/>
                  <a:t>Hence this is not an equilibrium!</a:t>
                </a:r>
                <a:endParaRPr lang="en-US" altLang="en-US" sz="1800" b="1" dirty="0"/>
              </a:p>
              <a:p>
                <a:endParaRPr lang="en-US" altLang="en-US" sz="1400" dirty="0"/>
              </a:p>
              <a:p>
                <a:endParaRPr lang="en-US" altLang="en-US" sz="1400" dirty="0"/>
              </a:p>
              <a:p>
                <a:pPr lvl="1"/>
                <a:endParaRPr lang="en-US" altLang="en-US" sz="1400" dirty="0"/>
              </a:p>
              <a:p>
                <a:pPr lvl="1"/>
                <a:endParaRPr lang="en-US" altLang="en-US" sz="1400" dirty="0"/>
              </a:p>
              <a:p>
                <a:pPr eaLnBrk="1" hangingPunct="1"/>
                <a:endParaRPr lang="en-US" altLang="en-US" sz="1600" dirty="0"/>
              </a:p>
            </p:txBody>
          </p:sp>
        </mc:Choice>
        <mc:Fallback xmlns=""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4818397" cy="4755473"/>
              </a:xfrm>
              <a:blipFill>
                <a:blip r:embed="rId3"/>
                <a:stretch>
                  <a:fillRect l="-1139" r="-189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19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EB7D90-1455-74AB-2270-29DC9FA478AB}"/>
              </a:ext>
            </a:extLst>
          </p:cNvPr>
          <p:cNvGrpSpPr/>
          <p:nvPr/>
        </p:nvGrpSpPr>
        <p:grpSpPr>
          <a:xfrm>
            <a:off x="6096000" y="1744194"/>
            <a:ext cx="5296027" cy="4045664"/>
            <a:chOff x="1898822" y="2688882"/>
            <a:chExt cx="5328115" cy="40401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9EFAD0D-D637-6DF3-22BD-EE3D68962CEE}"/>
                </a:ext>
              </a:extLst>
            </p:cNvPr>
            <p:cNvGrpSpPr/>
            <p:nvPr/>
          </p:nvGrpSpPr>
          <p:grpSpPr>
            <a:xfrm>
              <a:off x="3378347" y="2848997"/>
              <a:ext cx="3848590" cy="3702565"/>
              <a:chOff x="3378347" y="2848997"/>
              <a:chExt cx="3848590" cy="3702565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5A3CE1C-3799-EFCE-ECE0-944240E35594}"/>
                  </a:ext>
                </a:extLst>
              </p:cNvPr>
              <p:cNvGrpSpPr/>
              <p:nvPr/>
            </p:nvGrpSpPr>
            <p:grpSpPr>
              <a:xfrm>
                <a:off x="3378347" y="2848997"/>
                <a:ext cx="3848590" cy="3702565"/>
                <a:chOff x="3378347" y="2848997"/>
                <a:chExt cx="3848590" cy="370256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6A682978-6C32-80A0-0CDE-D5B4DBD7C13E}"/>
                    </a:ext>
                  </a:extLst>
                </p:cNvPr>
                <p:cNvGrpSpPr/>
                <p:nvPr/>
              </p:nvGrpSpPr>
              <p:grpSpPr>
                <a:xfrm>
                  <a:off x="3378347" y="2848997"/>
                  <a:ext cx="3848590" cy="3702565"/>
                  <a:chOff x="1874500" y="1945934"/>
                  <a:chExt cx="6200181" cy="4877682"/>
                </a:xfrm>
              </p:grpSpPr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283B3956-61B8-DAA1-60CB-52496568A5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2932126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06A6E5EB-F483-F9C0-7F4F-C7EE320CFAFD}"/>
                      </a:ext>
                    </a:extLst>
                  </p:cNvPr>
                  <p:cNvCxnSpPr/>
                  <p:nvPr/>
                </p:nvCxnSpPr>
                <p:spPr>
                  <a:xfrm>
                    <a:off x="5493957" y="2932126"/>
                    <a:ext cx="0" cy="295479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8F30B19-935C-4139-8562-5106C1714F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13233" y="5865511"/>
                    <a:ext cx="5161448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DE1D93EC-467E-7529-FC4B-6B02155874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8930" y="2905488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C82513AA-AB65-8746-E943-7F2D9B7F94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27041" y="5837424"/>
                    <a:ext cx="986192" cy="98619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705CE265-66C2-72E0-DB2F-9EAF22BE3B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1945934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4C2E998F-AD20-B3CB-0C51-CC8D068A5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74500" y="4916031"/>
                    <a:ext cx="1038733" cy="9595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29DF687-BF82-408A-C128-5F69AE749222}"/>
                    </a:ext>
                  </a:extLst>
                </p:cNvPr>
                <p:cNvCxnSpPr/>
                <p:nvPr/>
              </p:nvCxnSpPr>
              <p:spPr>
                <a:xfrm>
                  <a:off x="4023111" y="3610577"/>
                  <a:ext cx="0" cy="2229956"/>
                </a:xfrm>
                <a:prstGeom prst="line">
                  <a:avLst/>
                </a:prstGeom>
                <a:ln w="28575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C983B98-0987-AFC0-ACF7-2089418F3170}"/>
                  </a:ext>
                </a:extLst>
              </p:cNvPr>
              <p:cNvSpPr/>
              <p:nvPr/>
            </p:nvSpPr>
            <p:spPr>
              <a:xfrm>
                <a:off x="5559727" y="4649997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5158A48-6124-5DDC-3875-60A78A68E7EA}"/>
                  </a:ext>
                </a:extLst>
              </p:cNvPr>
              <p:cNvSpPr/>
              <p:nvPr/>
            </p:nvSpPr>
            <p:spPr>
              <a:xfrm>
                <a:off x="5563982" y="3525611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7082169-A324-DA0F-688D-2C732B68B117}"/>
                  </a:ext>
                </a:extLst>
              </p:cNvPr>
              <p:cNvSpPr/>
              <p:nvPr/>
            </p:nvSpPr>
            <p:spPr>
              <a:xfrm>
                <a:off x="5565236" y="5763950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1A3A65B-4BB0-D8A5-C705-173C3B3EE427}"/>
                  </a:ext>
                </a:extLst>
              </p:cNvPr>
              <p:cNvSpPr/>
              <p:nvPr/>
            </p:nvSpPr>
            <p:spPr>
              <a:xfrm>
                <a:off x="3975025" y="3539854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D571C58-ED1C-B68E-97A9-9FA892CF8F44}"/>
                  </a:ext>
                </a:extLst>
              </p:cNvPr>
              <p:cNvSpPr/>
              <p:nvPr/>
            </p:nvSpPr>
            <p:spPr>
              <a:xfrm>
                <a:off x="3926124" y="5758533"/>
                <a:ext cx="120913" cy="128469"/>
              </a:xfrm>
              <a:prstGeom prst="ellipse">
                <a:avLst/>
              </a:prstGeom>
              <a:ln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A0B1C37-5327-8CEC-BD59-921EC0105152}"/>
                    </a:ext>
                  </a:extLst>
                </p:cNvPr>
                <p:cNvSpPr txBox="1"/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69DD2C6-D57E-012A-D43D-9051DD9DF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22" y="2688882"/>
                  <a:ext cx="147835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320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DA8E658-FEF3-D30B-01FD-1C2E54A06078}"/>
                    </a:ext>
                  </a:extLst>
                </p:cNvPr>
                <p:cNvSpPr txBox="1"/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Buy at price </a:t>
                  </a:r>
                  <a14:m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F25CEDE-097B-4430-63DB-047D2312E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139" y="4919131"/>
                  <a:ext cx="1487310" cy="368830"/>
                </a:xfrm>
                <a:prstGeom prst="rect">
                  <a:avLst/>
                </a:prstGeom>
                <a:blipFill>
                  <a:blip r:embed="rId5"/>
                  <a:stretch>
                    <a:fillRect l="-3292" t="-8197" b="-2459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BFED78-97C9-EDBE-421B-014011FF993D}"/>
                </a:ext>
              </a:extLst>
            </p:cNvPr>
            <p:cNvSpPr txBox="1"/>
            <p:nvPr/>
          </p:nvSpPr>
          <p:spPr>
            <a:xfrm>
              <a:off x="2168041" y="4155796"/>
              <a:ext cx="1226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D3128A-BBC3-AB08-5DF8-FF66AEE66D8F}"/>
                </a:ext>
              </a:extLst>
            </p:cNvPr>
            <p:cNvSpPr txBox="1"/>
            <p:nvPr/>
          </p:nvSpPr>
          <p:spPr>
            <a:xfrm>
              <a:off x="2178082" y="6360216"/>
              <a:ext cx="123405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Do not Buy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03AEAA-C5E8-2259-5DF2-046A54673233}"/>
                </a:ext>
              </a:extLst>
            </p:cNvPr>
            <p:cNvSpPr txBox="1"/>
            <p:nvPr/>
          </p:nvSpPr>
          <p:spPr>
            <a:xfrm>
              <a:off x="5690322" y="4561636"/>
              <a:ext cx="833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Nature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76C9ACA-70FC-3FCF-652B-B551A7E0C245}"/>
                    </a:ext>
                  </a:extLst>
                </p:cNvPr>
                <p:cNvSpPr txBox="1"/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629A12E-301D-E904-F572-C7339F76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83" y="3905675"/>
                  <a:ext cx="36958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3BAC83C-7D8D-77A8-114F-068599C35D8D}"/>
                    </a:ext>
                  </a:extLst>
                </p:cNvPr>
                <p:cNvSpPr txBox="1"/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6E5BDA6-EA52-2A1D-804C-581B57D29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946" y="5136156"/>
                  <a:ext cx="77354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E92F3F-F37B-D1C7-15A8-606B8D4AD722}"/>
                </a:ext>
              </a:extLst>
            </p:cNvPr>
            <p:cNvSpPr txBox="1"/>
            <p:nvPr/>
          </p:nvSpPr>
          <p:spPr>
            <a:xfrm>
              <a:off x="5924217" y="3951472"/>
              <a:ext cx="833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Peach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F4613-ECBA-0CE1-A18C-8E3A10ACE45E}"/>
                </a:ext>
              </a:extLst>
            </p:cNvPr>
            <p:cNvSpPr txBox="1"/>
            <p:nvPr/>
          </p:nvSpPr>
          <p:spPr>
            <a:xfrm>
              <a:off x="6328244" y="512851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Lemon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771E47-0AEE-7981-D2ED-D3769449E1CF}"/>
                </a:ext>
              </a:extLst>
            </p:cNvPr>
            <p:cNvSpPr txBox="1"/>
            <p:nvPr/>
          </p:nvSpPr>
          <p:spPr>
            <a:xfrm>
              <a:off x="4482118" y="3183982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A3F760-4448-B963-BEB9-F3FE1CCDBFBA}"/>
                </a:ext>
              </a:extLst>
            </p:cNvPr>
            <p:cNvSpPr txBox="1"/>
            <p:nvPr/>
          </p:nvSpPr>
          <p:spPr>
            <a:xfrm>
              <a:off x="4524346" y="5856959"/>
              <a:ext cx="366409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0A28C4-9780-B029-B7FA-D54B29948B21}"/>
                </a:ext>
              </a:extLst>
            </p:cNvPr>
            <p:cNvSpPr txBox="1"/>
            <p:nvPr/>
          </p:nvSpPr>
          <p:spPr>
            <a:xfrm>
              <a:off x="5930612" y="3164017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C1AA67-77C5-228B-B746-E2F7A44E7869}"/>
                </a:ext>
              </a:extLst>
            </p:cNvPr>
            <p:cNvSpPr txBox="1"/>
            <p:nvPr/>
          </p:nvSpPr>
          <p:spPr>
            <a:xfrm>
              <a:off x="5930612" y="5863178"/>
              <a:ext cx="538970" cy="368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dirty="0"/>
                <a:t>Out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4D4B9D-F22C-76A2-86D5-4BCDE7FD5A6B}"/>
              </a:ext>
            </a:extLst>
          </p:cNvPr>
          <p:cNvCxnSpPr/>
          <p:nvPr/>
        </p:nvCxnSpPr>
        <p:spPr>
          <a:xfrm flipH="1">
            <a:off x="8449028" y="2789441"/>
            <a:ext cx="1179900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78B0DD-5C87-7407-DFB3-AC2476E3A5C4}"/>
              </a:ext>
            </a:extLst>
          </p:cNvPr>
          <p:cNvCxnSpPr/>
          <p:nvPr/>
        </p:nvCxnSpPr>
        <p:spPr>
          <a:xfrm flipH="1">
            <a:off x="10035370" y="4760253"/>
            <a:ext cx="1179900" cy="0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5AF20EE-4D7F-9664-FFFE-957FCFFE8F9A}"/>
              </a:ext>
            </a:extLst>
          </p:cNvPr>
          <p:cNvSpPr txBox="1"/>
          <p:nvPr/>
        </p:nvSpPr>
        <p:spPr>
          <a:xfrm>
            <a:off x="7826401" y="3619422"/>
            <a:ext cx="618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Buyer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B42A35-7FB8-327C-0215-946E45EA6FC2}"/>
              </a:ext>
            </a:extLst>
          </p:cNvPr>
          <p:cNvSpPr txBox="1"/>
          <p:nvPr/>
        </p:nvSpPr>
        <p:spPr>
          <a:xfrm>
            <a:off x="9412453" y="500813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Lemon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AB5BED-BE76-05CF-158B-BDD38F04FC42}"/>
              </a:ext>
            </a:extLst>
          </p:cNvPr>
          <p:cNvSpPr txBox="1"/>
          <p:nvPr/>
        </p:nvSpPr>
        <p:spPr>
          <a:xfrm>
            <a:off x="9467343" y="2048654"/>
            <a:ext cx="667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/>
              <a:t>Peach </a:t>
            </a:r>
            <a:br>
              <a:rPr lang="en-SG" sz="1400" b="1" dirty="0"/>
            </a:br>
            <a:r>
              <a:rPr lang="en-SG" sz="1400" b="1" dirty="0"/>
              <a:t>Seller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A438BF-B360-3D70-9BDD-F75BF0A05DBE}"/>
              </a:ext>
            </a:extLst>
          </p:cNvPr>
          <p:cNvCxnSpPr/>
          <p:nvPr/>
        </p:nvCxnSpPr>
        <p:spPr>
          <a:xfrm>
            <a:off x="7565450" y="2048654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53E2D1-9408-ED19-02C8-0BA4ECDFA7AE}"/>
              </a:ext>
            </a:extLst>
          </p:cNvPr>
          <p:cNvCxnSpPr/>
          <p:nvPr/>
        </p:nvCxnSpPr>
        <p:spPr>
          <a:xfrm>
            <a:off x="7540947" y="4280188"/>
            <a:ext cx="545643" cy="605493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85861F0-FB1E-E3EA-FCA0-9871CCDAB60B}"/>
                  </a:ext>
                </a:extLst>
              </p:cNvPr>
              <p:cNvSpPr txBox="1"/>
              <p:nvPr/>
            </p:nvSpPr>
            <p:spPr>
              <a:xfrm>
                <a:off x="8321983" y="296289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85861F0-FB1E-E3EA-FCA0-9871CCDAB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983" y="2962894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28B7C0-04B1-6428-8954-96262CC32854}"/>
                  </a:ext>
                </a:extLst>
              </p:cNvPr>
              <p:cNvSpPr txBox="1"/>
              <p:nvPr/>
            </p:nvSpPr>
            <p:spPr>
              <a:xfrm>
                <a:off x="8323881" y="4194547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SG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28B7C0-04B1-6428-8954-96262CC32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881" y="4194547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Graphic 42" descr="Badge Cross outline">
            <a:extLst>
              <a:ext uri="{FF2B5EF4-FFF2-40B4-BE49-F238E27FC236}">
                <a16:creationId xmlns:a16="http://schemas.microsoft.com/office/drawing/2014/main" id="{574F90B8-BEAB-E186-81E2-D5001AE320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07496" y="5210745"/>
            <a:ext cx="1354766" cy="135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1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Review Questions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19136"/>
                <a:ext cx="10570030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dirty="0"/>
                  <a:t>Buyers value peaches at $3000 and lemons at $2000. Sellers value peaches at $2500 and lemons at $1500.  For the proportion of peaches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altLang="en-US" sz="2000" dirty="0"/>
                  <a:t>, illustrate an equilibrium.</a:t>
                </a:r>
                <a:br>
                  <a:rPr lang="en-US" altLang="en-US" sz="2000" dirty="0"/>
                </a:br>
                <a:endParaRPr lang="en-US" altLang="en-US" sz="2000" dirty="0"/>
              </a:p>
            </p:txBody>
          </p:sp>
        </mc:Choice>
        <mc:Fallback xmlns=""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136"/>
                <a:ext cx="10570030" cy="4755473"/>
              </a:xfrm>
              <a:blipFill>
                <a:blip r:embed="rId3"/>
                <a:stretch>
                  <a:fillRect l="-635" t="-12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219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An extension of the market for lemons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560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3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1829" y="1635885"/>
                <a:ext cx="10511971" cy="3727307"/>
              </a:xfrm>
            </p:spPr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altLang="en-US" sz="2000" dirty="0"/>
                  <a:t>What if there are more than two types of cars? Suppose that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altLang="en-US" sz="1800" dirty="0"/>
                  <a:t>Car quality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/>
                  <a:t> is uniformly distributed between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$1,000 </m:t>
                    </m:r>
                  </m:oMath>
                </a14:m>
                <a:r>
                  <a:rPr lang="en-US" altLang="en-US" sz="1800" dirty="0"/>
                  <a:t>and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$2,000</m:t>
                    </m:r>
                  </m:oMath>
                </a14:m>
                <a:r>
                  <a:rPr lang="en-US" altLang="en-US" sz="1800" dirty="0"/>
                  <a:t>.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altLang="en-US" sz="1800" dirty="0"/>
                  <a:t>Each seller’s value of their car is their car quality.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altLang="en-US" sz="1800" dirty="0"/>
                  <a:t>Any car that a seller values at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en-US" sz="1800" dirty="0"/>
                  <a:t> is valued by a buyer at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$(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300)</m:t>
                    </m:r>
                  </m:oMath>
                </a14:m>
                <a:r>
                  <a:rPr lang="en-US" altLang="en-US" sz="1800" i="1" dirty="0"/>
                  <a:t>.</a:t>
                </a:r>
              </a:p>
              <a:p>
                <a:pPr lvl="1"/>
                <a:r>
                  <a:rPr lang="en-US" altLang="en-US" sz="1800" dirty="0">
                    <a:solidFill>
                      <a:schemeClr val="tx1"/>
                    </a:solidFill>
                  </a:rPr>
                  <a:t>Buyers can negotiate a price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i="1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equal to their expected value.</a:t>
                </a:r>
                <a:endParaRPr lang="en-US" altLang="en-US" sz="1800" i="1" dirty="0">
                  <a:solidFill>
                    <a:schemeClr val="tx1"/>
                  </a:solidFill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altLang="en-US" sz="1800" i="1" dirty="0"/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Can show: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sz="1800" dirty="0"/>
                  <a:t>Every car quality being in the market is NOT an equilibrium. (Why?)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en-US" sz="1800" dirty="0"/>
                  <a:t>If in equilibrium, a car of quality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1800" dirty="0"/>
                  <a:t> is in the market, so will other lower car qualities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en-US" sz="18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This implies that an equilibrium will be something like:</a:t>
                </a:r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3993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1829" y="1635885"/>
                <a:ext cx="10511971" cy="3727307"/>
              </a:xfrm>
              <a:blipFill>
                <a:blip r:embed="rId3"/>
                <a:stretch>
                  <a:fillRect l="-580" t="-22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F3315-DA28-4B98-9E7A-2DB7E908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22</a:t>
            </a:fld>
            <a:endParaRPr lang="en-GB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699CF2C-9217-A8F0-3DB1-D3B24A97AA5B}"/>
              </a:ext>
            </a:extLst>
          </p:cNvPr>
          <p:cNvCxnSpPr>
            <a:cxnSpLocks/>
          </p:cNvCxnSpPr>
          <p:nvPr/>
        </p:nvCxnSpPr>
        <p:spPr>
          <a:xfrm>
            <a:off x="1519638" y="5538720"/>
            <a:ext cx="3518525" cy="0"/>
          </a:xfrm>
          <a:prstGeom prst="straightConnector1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BA9A91-31AA-A093-9A99-E6BFBBA986F8}"/>
              </a:ext>
            </a:extLst>
          </p:cNvPr>
          <p:cNvCxnSpPr>
            <a:cxnSpLocks/>
          </p:cNvCxnSpPr>
          <p:nvPr/>
        </p:nvCxnSpPr>
        <p:spPr>
          <a:xfrm>
            <a:off x="5020266" y="5540262"/>
            <a:ext cx="3518525" cy="0"/>
          </a:xfrm>
          <a:prstGeom prst="straightConnector1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73029D-5B24-0468-DEB0-4E3AE96AD689}"/>
              </a:ext>
            </a:extLst>
          </p:cNvPr>
          <p:cNvSpPr txBox="1"/>
          <p:nvPr/>
        </p:nvSpPr>
        <p:spPr>
          <a:xfrm flipH="1">
            <a:off x="6446788" y="5585558"/>
            <a:ext cx="1167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Out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61EA1-1021-1396-414A-D4700A1239C3}"/>
              </a:ext>
            </a:extLst>
          </p:cNvPr>
          <p:cNvSpPr txBox="1"/>
          <p:nvPr/>
        </p:nvSpPr>
        <p:spPr>
          <a:xfrm flipH="1">
            <a:off x="2929636" y="5677721"/>
            <a:ext cx="1167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0000FF"/>
                </a:solidFill>
              </a:rPr>
              <a:t>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0CF273-D3EC-30E9-667E-0989E45A9ECF}"/>
              </a:ext>
            </a:extLst>
          </p:cNvPr>
          <p:cNvCxnSpPr>
            <a:cxnSpLocks/>
          </p:cNvCxnSpPr>
          <p:nvPr/>
        </p:nvCxnSpPr>
        <p:spPr>
          <a:xfrm>
            <a:off x="8479125" y="5540262"/>
            <a:ext cx="1041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45B1E4-FA49-3FAB-6B14-AD9E5C98BA02}"/>
              </a:ext>
            </a:extLst>
          </p:cNvPr>
          <p:cNvCxnSpPr>
            <a:cxnSpLocks/>
          </p:cNvCxnSpPr>
          <p:nvPr/>
        </p:nvCxnSpPr>
        <p:spPr>
          <a:xfrm>
            <a:off x="5020266" y="5295153"/>
            <a:ext cx="0" cy="4601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557E7D-D688-D076-2B07-5991FC89475B}"/>
                  </a:ext>
                </a:extLst>
              </p:cNvPr>
              <p:cNvSpPr txBox="1"/>
              <p:nvPr/>
            </p:nvSpPr>
            <p:spPr>
              <a:xfrm flipH="1">
                <a:off x="4507423" y="5770224"/>
                <a:ext cx="11675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SG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SG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</m:oMath>
                  </m:oMathPara>
                </a14:m>
                <a:endParaRPr lang="en-SG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557E7D-D688-D076-2B07-5991FC894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07423" y="5770224"/>
                <a:ext cx="1167504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EC4C8B5-688B-8889-2251-A44418BDAEA4}"/>
              </a:ext>
            </a:extLst>
          </p:cNvPr>
          <p:cNvSpPr txBox="1"/>
          <p:nvPr/>
        </p:nvSpPr>
        <p:spPr>
          <a:xfrm>
            <a:off x="9701575" y="5308389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Car quality</a:t>
            </a:r>
          </a:p>
        </p:txBody>
      </p:sp>
    </p:spTree>
    <p:extLst>
      <p:ext uri="{BB962C8B-B14F-4D97-AF65-F5344CB8AC3E}">
        <p14:creationId xmlns:p14="http://schemas.microsoft.com/office/powerpoint/2010/main" val="115488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DA8722D4-65E1-473F-9846-1125E1C984A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1" y="1456791"/>
                <a:ext cx="10555514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US" sz="2000" i="1" baseline="-25000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en-US" sz="2000" dirty="0"/>
                  <a:t> be the highest seller value of any car remaining in the market.</a:t>
                </a:r>
              </a:p>
              <a:p>
                <a:pPr eaLnBrk="1" hangingPunct="1"/>
                <a:r>
                  <a:rPr lang="en-US" altLang="en-US" sz="2000" dirty="0"/>
                  <a:t>The average seller value of a car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$1000+$</m:t>
                        </m:r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2000" dirty="0"/>
                  <a:t>.    (Because uniformly distributed)</a:t>
                </a:r>
              </a:p>
              <a:p>
                <a:pPr eaLnBrk="1" hangingPunct="1"/>
                <a:r>
                  <a:rPr lang="en-US" altLang="en-US" sz="2000" dirty="0"/>
                  <a:t>The expected buyer value of a car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$1000+$</m:t>
                        </m:r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+$300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For the highest valued seller not to leave,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$1000+$</m:t>
                        </m:r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+$300=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alt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=$1600</m:t>
                    </m:r>
                  </m:oMath>
                </a14:m>
                <a:r>
                  <a:rPr lang="en-US" altLang="en-US" sz="2000" b="0" dirty="0"/>
                  <a:t>. </a:t>
                </a:r>
                <a:br>
                  <a:rPr lang="en-US" altLang="en-US" sz="2000" b="0" dirty="0"/>
                </a:br>
                <a:r>
                  <a:rPr lang="en-US" altLang="en-US" sz="2000" b="0" dirty="0"/>
                  <a:t>Hence, adverse selection </a:t>
                </a:r>
                <a:r>
                  <a:rPr lang="en-US" altLang="en-US" sz="2000" dirty="0"/>
                  <a:t>drives out all cars valued by sellers above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$1600</m:t>
                    </m:r>
                  </m:oMath>
                </a14:m>
                <a:r>
                  <a:rPr lang="en-US" altLang="en-US" sz="2000" b="0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altLang="en-US" sz="2000" dirty="0">
                    <a:sym typeface="Wingdings" panose="05000000000000000000" pitchFamily="2" charset="2"/>
                  </a:rPr>
                  <a:t>   This is called a </a:t>
                </a:r>
                <a:r>
                  <a:rPr lang="en-US" altLang="en-US" sz="2000" b="1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partial pooling equilibrium</a:t>
                </a:r>
                <a:r>
                  <a:rPr lang="en-US" altLang="en-US" sz="2000" b="1" dirty="0">
                    <a:sym typeface="Wingdings" panose="05000000000000000000" pitchFamily="2" charset="2"/>
                  </a:rPr>
                  <a:t>.</a:t>
                </a:r>
              </a:p>
              <a:p>
                <a:pPr marL="457200" lvl="1" indent="0">
                  <a:buNone/>
                </a:pPr>
                <a:endParaRPr lang="en-US" altLang="en-US" sz="2000" b="1" dirty="0">
                  <a:sym typeface="Wingdings" panose="05000000000000000000" pitchFamily="2" charset="2"/>
                </a:endParaRPr>
              </a:p>
              <a:p>
                <a:pPr lvl="1"/>
                <a:endParaRPr lang="en-US" altLang="en-US" sz="2000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DA8722D4-65E1-473F-9846-1125E1C984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56791"/>
                <a:ext cx="10555514" cy="4755473"/>
              </a:xfrm>
              <a:blipFill>
                <a:blip r:embed="rId3"/>
                <a:stretch>
                  <a:fillRect l="-52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C1D12-376F-48BD-9755-CBA441DD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17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Adverse Selection: The Market for Lemons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3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41829" y="1788216"/>
                <a:ext cx="10511971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2000" dirty="0"/>
                  <a:t>Can think of this as an unraveling of the market.</a:t>
                </a:r>
              </a:p>
              <a:p>
                <a:pPr eaLnBrk="1" hangingPunct="1"/>
                <a:endParaRPr lang="en-US" altLang="en-US" sz="1600" i="1" dirty="0"/>
              </a:p>
              <a:p>
                <a:pPr eaLnBrk="1" hangingPunct="1"/>
                <a:r>
                  <a:rPr lang="en-US" altLang="en-US" sz="2000" dirty="0"/>
                  <a:t>Starting with all sellers in the market. The average seller value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$1000+$2000</m:t>
                        </m:r>
                      </m:num>
                      <m:den>
                        <m:r>
                          <a:rPr lang="en-US" alt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 $1,500</m:t>
                    </m:r>
                  </m:oMath>
                </a14:m>
                <a:r>
                  <a:rPr lang="en-US" altLang="en-US" sz="2000" dirty="0"/>
                  <a:t>. Buyers have an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 = $1,800</m:t>
                    </m:r>
                  </m:oMath>
                </a14:m>
                <a:r>
                  <a:rPr lang="en-US" altLang="en-US" sz="2000" dirty="0"/>
                  <a:t>. So, sellers who value their cars at more than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$1,800 </m:t>
                    </m:r>
                  </m:oMath>
                </a14:m>
                <a:r>
                  <a:rPr lang="en-US" altLang="en-US" sz="2000" dirty="0"/>
                  <a:t>exit the market. Now, only sellers with values between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$1,000</m:t>
                    </m:r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$1,800</m:t>
                    </m:r>
                  </m:oMath>
                </a14:m>
                <a:r>
                  <a:rPr lang="en-US" altLang="en-US" sz="2000" dirty="0"/>
                  <a:t> remain.</a:t>
                </a:r>
              </a:p>
              <a:p>
                <a:pPr eaLnBrk="1" hangingPunct="1"/>
                <a:endParaRPr lang="en-US" altLang="en-US" sz="2000" dirty="0"/>
              </a:p>
              <a:p>
                <a:r>
                  <a:rPr lang="en-US" altLang="en-US" sz="2000" dirty="0"/>
                  <a:t>The remaining sellers have an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=$1400</m:t>
                    </m:r>
                  </m:oMath>
                </a14:m>
                <a:r>
                  <a:rPr lang="en-US" altLang="en-US" sz="2000" dirty="0"/>
                  <a:t>. And buyers have an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 = $1,700</m:t>
                    </m:r>
                  </m:oMath>
                </a14:m>
                <a:r>
                  <a:rPr lang="en-US" altLang="en-US" sz="2000" dirty="0"/>
                  <a:t> . So, sellers who value their cards more than $1700 exit the market…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…..</a:t>
                </a:r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3993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1829" y="1788216"/>
                <a:ext cx="10511971" cy="4755473"/>
              </a:xfrm>
              <a:blipFill>
                <a:blip r:embed="rId3"/>
                <a:stretch>
                  <a:fillRect l="-522" t="-12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F3315-DA28-4B98-9E7A-2DB7E908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39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Discussion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45783"/>
            <a:ext cx="10541000" cy="475547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 dirty="0"/>
              <a:t>What goes wrong here?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1800" dirty="0"/>
              <a:t>Buyers don’t know car quality, but perhaps seller can tell them?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1800" dirty="0"/>
              <a:t>But talk is cheap: every seller is going to claim his/her car is a peach. </a:t>
            </a:r>
            <a:br>
              <a:rPr lang="en-US" altLang="en-US" sz="1800" dirty="0"/>
            </a:br>
            <a:r>
              <a:rPr lang="en-US" altLang="en-US" sz="1800" b="1" dirty="0"/>
              <a:t>Hence, no credible way to inform buyers.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1800" dirty="0"/>
              <a:t>Lemon sellers impose a </a:t>
            </a:r>
            <a:r>
              <a:rPr lang="en-US" altLang="en-US" sz="1800" b="1" dirty="0">
                <a:solidFill>
                  <a:srgbClr val="0000FF"/>
                </a:solidFill>
              </a:rPr>
              <a:t>negative externality </a:t>
            </a:r>
            <a:r>
              <a:rPr lang="en-US" altLang="en-US" sz="1800" dirty="0"/>
              <a:t>on peach sellers when they decide to sell on the market as they lower buyer’s willingness to pay for a car.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en-US" sz="1600" dirty="0"/>
          </a:p>
          <a:p>
            <a:r>
              <a:rPr lang="en-US" altLang="en-US" sz="2000" dirty="0"/>
              <a:t>Risk aversion on the part of buyers will worsen the situation (their actual valuation is lower).</a:t>
            </a:r>
          </a:p>
          <a:p>
            <a:endParaRPr lang="en-US" altLang="en-US" sz="2000" dirty="0"/>
          </a:p>
          <a:p>
            <a:r>
              <a:rPr lang="en-US" altLang="en-US" sz="2000" dirty="0"/>
              <a:t>Sometimes, markets can completely disappear due to adverse selection!</a:t>
            </a:r>
          </a:p>
          <a:p>
            <a:pPr lvl="1"/>
            <a:r>
              <a:rPr lang="en-US" altLang="en-US" sz="1800" dirty="0"/>
              <a:t>For example, if low quality cars are valued by sellers more than buyers.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377797-34EC-4DE0-BB54-06CD3E6B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16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1698" y="2043663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Signalling in the market for lemons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464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Signalling 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541000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Adverse selection is an outcome of </a:t>
            </a:r>
            <a:r>
              <a:rPr lang="en-US" altLang="en-US" sz="2000" b="1" dirty="0">
                <a:solidFill>
                  <a:srgbClr val="0000FF"/>
                </a:solidFill>
              </a:rPr>
              <a:t>informational deficiency</a:t>
            </a:r>
            <a:r>
              <a:rPr lang="en-US" altLang="en-US" sz="2000" dirty="0"/>
              <a:t>. 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What if information can be improved by high-quality sellers </a:t>
            </a:r>
            <a:r>
              <a:rPr lang="en-US" altLang="en-US" sz="2000" b="1" dirty="0" err="1">
                <a:solidFill>
                  <a:srgbClr val="0000FF"/>
                </a:solidFill>
              </a:rPr>
              <a:t>signalling</a:t>
            </a:r>
            <a:r>
              <a:rPr lang="en-US" altLang="en-US" sz="2000" dirty="0"/>
              <a:t> </a:t>
            </a:r>
            <a:r>
              <a:rPr lang="en-US" altLang="en-US" sz="2000" b="1" u="sng" dirty="0"/>
              <a:t>credibly</a:t>
            </a:r>
            <a:r>
              <a:rPr lang="en-US" altLang="en-US" sz="2000" dirty="0"/>
              <a:t> that they are high-quality?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For example, providing warranties, professional credentials, references from previous clients, etc.</a:t>
            </a:r>
          </a:p>
          <a:p>
            <a:pPr lvl="1"/>
            <a:r>
              <a:rPr lang="en-US" altLang="en-US" sz="1800" dirty="0"/>
              <a:t>Notice that these are all costly in some way, and there are potential differences in costs by each “type”.</a:t>
            </a:r>
          </a:p>
          <a:p>
            <a:pPr lvl="1"/>
            <a:endParaRPr lang="en-US" altLang="en-US" sz="18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87DDCC-46A5-46C4-8EA7-C5292D0E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85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Signalling</a:t>
            </a:r>
            <a:r>
              <a:rPr lang="en-US" altLang="en-US" dirty="0"/>
              <a:t> (General Idea)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812800" y="1645783"/>
            <a:ext cx="10541000" cy="475547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 dirty="0"/>
              <a:t>You took an exam which has a 50% chance of failing. After taking the exam, you have a gut feeling about your result (which is always correct). You need to decide how to interact with your parents.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b="1" dirty="0"/>
              <a:t>Consider the scenario where you have the gut feeling that you failed..</a:t>
            </a:r>
            <a:r>
              <a:rPr lang="en-US" altLang="en-US" sz="2000" b="1" dirty="0">
                <a:sym typeface="Wingdings" panose="05000000000000000000" pitchFamily="2" charset="2"/>
              </a:rPr>
              <a:t> </a:t>
            </a:r>
            <a:br>
              <a:rPr lang="en-US" altLang="en-US" sz="2000" b="1" dirty="0">
                <a:sym typeface="Wingdings" panose="05000000000000000000" pitchFamily="2" charset="2"/>
              </a:rPr>
            </a:br>
            <a:r>
              <a:rPr lang="en-US" altLang="en-US" sz="2000" dirty="0">
                <a:sym typeface="Wingdings" panose="05000000000000000000" pitchFamily="2" charset="2"/>
              </a:rPr>
              <a:t>You can either 1) Act happy , or 2) Act sad . </a:t>
            </a:r>
          </a:p>
          <a:p>
            <a:pPr eaLnBrk="1" hangingPunct="1"/>
            <a:endParaRPr lang="en-US" altLang="en-US" sz="1600" u="sng" dirty="0">
              <a:sym typeface="Wingdings" panose="05000000000000000000" pitchFamily="2" charset="2"/>
            </a:endParaRPr>
          </a:p>
          <a:p>
            <a:r>
              <a:rPr lang="en-US" altLang="en-US" sz="2000" dirty="0">
                <a:sym typeface="Wingdings" panose="05000000000000000000" pitchFamily="2" charset="2"/>
              </a:rPr>
              <a:t>What will you choose to do…? Depends on:</a:t>
            </a:r>
          </a:p>
          <a:p>
            <a:pPr lvl="1"/>
            <a:r>
              <a:rPr lang="en-US" altLang="en-US" sz="1800" b="1" dirty="0">
                <a:solidFill>
                  <a:srgbClr val="FF0000"/>
                </a:solidFill>
                <a:sym typeface="Wingdings" panose="05000000000000000000" pitchFamily="2" charset="2"/>
              </a:rPr>
              <a:t>What your parents believe </a:t>
            </a:r>
            <a:r>
              <a:rPr lang="en-US" altLang="en-US" sz="1800" dirty="0">
                <a:sym typeface="Wingdings" panose="05000000000000000000" pitchFamily="2" charset="2"/>
              </a:rPr>
              <a:t>about your failure and </a:t>
            </a:r>
            <a:r>
              <a:rPr lang="en-US" altLang="en-US" sz="1800" b="1" dirty="0">
                <a:solidFill>
                  <a:srgbClr val="FF0000"/>
                </a:solidFill>
                <a:sym typeface="Wingdings" panose="05000000000000000000" pitchFamily="2" charset="2"/>
              </a:rPr>
              <a:t>how they will respond </a:t>
            </a:r>
            <a:r>
              <a:rPr lang="en-US" altLang="en-US" sz="1800" dirty="0">
                <a:sym typeface="Wingdings" panose="05000000000000000000" pitchFamily="2" charset="2"/>
              </a:rPr>
              <a:t>(e.g. be angry, or console you)</a:t>
            </a:r>
          </a:p>
          <a:p>
            <a:pPr lvl="1"/>
            <a:endParaRPr lang="en-US" altLang="en-US" sz="2000" dirty="0">
              <a:sym typeface="Wingdings" panose="05000000000000000000" pitchFamily="2" charset="2"/>
            </a:endParaRPr>
          </a:p>
          <a:p>
            <a:r>
              <a:rPr lang="en-US" altLang="en-US" sz="2000" b="1" dirty="0">
                <a:sym typeface="Wingdings" panose="05000000000000000000" pitchFamily="2" charset="2"/>
              </a:rPr>
              <a:t>Their beliefs will depend on how you usually behave! </a:t>
            </a:r>
            <a:br>
              <a:rPr lang="en-US" altLang="en-US" sz="2000" b="1" dirty="0">
                <a:sym typeface="Wingdings" panose="05000000000000000000" pitchFamily="2" charset="2"/>
              </a:rPr>
            </a:br>
            <a:r>
              <a:rPr lang="en-US" altLang="en-US" sz="2000" i="1" dirty="0">
                <a:sym typeface="Wingdings" panose="05000000000000000000" pitchFamily="2" charset="2"/>
              </a:rPr>
              <a:t>Suppose you don’t want your parents to discover that you failed:</a:t>
            </a:r>
          </a:p>
          <a:p>
            <a:pPr lvl="1"/>
            <a:r>
              <a:rPr lang="en-US" altLang="en-US" sz="1800" dirty="0">
                <a:sym typeface="Wingdings" panose="05000000000000000000" pitchFamily="2" charset="2"/>
              </a:rPr>
              <a:t>If you are usually a gloomy person… Maybe it’s better to act sad…</a:t>
            </a:r>
          </a:p>
          <a:p>
            <a:pPr lvl="1"/>
            <a:r>
              <a:rPr lang="en-US" altLang="en-US" sz="1800" dirty="0">
                <a:sym typeface="Wingdings" panose="05000000000000000000" pitchFamily="2" charset="2"/>
              </a:rPr>
              <a:t>If you are usually a cheerful person… Maybe it’s better to act happy instead..</a:t>
            </a:r>
          </a:p>
          <a:p>
            <a:pPr marL="457200" lvl="1" indent="0">
              <a:buNone/>
            </a:pPr>
            <a:endParaRPr lang="en-US" altLang="en-US" sz="1600" dirty="0">
              <a:sym typeface="Wingdings" panose="05000000000000000000" pitchFamily="2" charset="2"/>
            </a:endParaRPr>
          </a:p>
          <a:p>
            <a:pPr eaLnBrk="1" hangingPunct="1"/>
            <a:endParaRPr lang="en-US" altLang="en-US" sz="2000" dirty="0"/>
          </a:p>
          <a:p>
            <a:pPr lvl="1"/>
            <a:endParaRPr lang="en-US" altLang="en-US" sz="18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87DDCC-46A5-46C4-8EA7-C5292D0E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28</a:t>
            </a:fld>
            <a:endParaRPr lang="en-GB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3694BC3E-736E-F16D-30AC-54C271887F6E}"/>
              </a:ext>
            </a:extLst>
          </p:cNvPr>
          <p:cNvSpPr/>
          <p:nvPr/>
        </p:nvSpPr>
        <p:spPr>
          <a:xfrm>
            <a:off x="9065438" y="4744910"/>
            <a:ext cx="510363" cy="119084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E903A-F154-1AC9-C961-287C823E5ACE}"/>
              </a:ext>
            </a:extLst>
          </p:cNvPr>
          <p:cNvSpPr txBox="1"/>
          <p:nvPr/>
        </p:nvSpPr>
        <p:spPr>
          <a:xfrm>
            <a:off x="9649205" y="5017169"/>
            <a:ext cx="2228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Your behaviour has signalling power!</a:t>
            </a:r>
          </a:p>
        </p:txBody>
      </p:sp>
    </p:spTree>
    <p:extLst>
      <p:ext uri="{BB962C8B-B14F-4D97-AF65-F5344CB8AC3E}">
        <p14:creationId xmlns:p14="http://schemas.microsoft.com/office/powerpoint/2010/main" val="3746193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Lemons Market Signalling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37779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2000" dirty="0"/>
                  <a:t>Consider again the earlier lemons market example with two types. </a:t>
                </a:r>
                <a:r>
                  <a:rPr lang="en-US" altLang="en-US" sz="2000" b="1" dirty="0">
                    <a:solidFill>
                      <a:srgbClr val="00B0F0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altLang="en-US" sz="2000" b="1" dirty="0">
                    <a:solidFill>
                      <a:srgbClr val="00B0F0"/>
                    </a:solidFill>
                  </a:rPr>
                  <a:t>. </a:t>
                </a:r>
                <a:br>
                  <a:rPr lang="en-US" altLang="en-US" sz="2000" b="1" dirty="0">
                    <a:solidFill>
                      <a:srgbClr val="00B0F0"/>
                    </a:solidFill>
                  </a:rPr>
                </a:br>
                <a:r>
                  <a:rPr lang="en-US" altLang="en-US" sz="1800" i="1" dirty="0"/>
                  <a:t>Recall: there is no equilibrium where both types are in the market which is inefficient.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Now we allow for certification if they are in the market</a:t>
                </a:r>
              </a:p>
              <a:p>
                <a:pPr lvl="1"/>
                <a:r>
                  <a:rPr lang="en-US" altLang="ja-JP" sz="1800" dirty="0"/>
                  <a:t>Peaches can get certified at a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ja-JP" sz="1800" dirty="0"/>
                  <a:t> </a:t>
                </a:r>
              </a:p>
              <a:p>
                <a:pPr lvl="1"/>
                <a:r>
                  <a:rPr lang="en-US" altLang="ja-JP" sz="1800" dirty="0"/>
                  <a:t>Lemons can get certified at a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ja-JP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ja-JP" sz="16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r>
                  <a:rPr lang="en-US" altLang="ja-JP" sz="2000" dirty="0"/>
                  <a:t>Buyers decide how much to pay for a car in the market after observing a seller’s</a:t>
                </a:r>
                <a:br>
                  <a:rPr lang="en-US" altLang="ja-JP" sz="2000" dirty="0"/>
                </a:br>
                <a:r>
                  <a:rPr lang="en-US" altLang="ja-JP" sz="2000" dirty="0"/>
                  <a:t>1) In/Out decision, 2) Certification Decision.</a:t>
                </a:r>
              </a:p>
              <a:p>
                <a:pPr lvl="1"/>
                <a:r>
                  <a:rPr lang="en-US" altLang="ja-JP" sz="1800" dirty="0"/>
                  <a:t>Price </a:t>
                </a:r>
                <a14:m>
                  <m:oMath xmlns:m="http://schemas.openxmlformats.org/officeDocument/2006/math">
                    <m:r>
                      <a:rPr lang="en-SG" altLang="ja-JP" sz="1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ja-JP" sz="1800" dirty="0"/>
                  <a:t> for </a:t>
                </a:r>
                <a:r>
                  <a:rPr lang="en-US" altLang="en-US" sz="1800" b="1" dirty="0">
                    <a:solidFill>
                      <a:srgbClr val="00B050"/>
                    </a:solidFill>
                  </a:rPr>
                  <a:t>(In, Certificate)</a:t>
                </a:r>
                <a:r>
                  <a:rPr lang="en-US" altLang="en-US" sz="1800" dirty="0">
                    <a:solidFill>
                      <a:srgbClr val="00B050"/>
                    </a:solidFill>
                  </a:rPr>
                  <a:t>  </a:t>
                </a:r>
                <a:r>
                  <a:rPr lang="en-US" altLang="en-US" sz="1800" dirty="0"/>
                  <a:t>and Price </a:t>
                </a:r>
                <a14:m>
                  <m:oMath xmlns:m="http://schemas.openxmlformats.org/officeDocument/2006/math">
                    <m:r>
                      <a:rPr lang="en-SG" alt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en-US" sz="1800" dirty="0"/>
                  <a:t> for </a:t>
                </a:r>
                <a:r>
                  <a:rPr lang="en-US" altLang="en-US" sz="1800" b="1" dirty="0">
                    <a:solidFill>
                      <a:srgbClr val="FF0000"/>
                    </a:solidFill>
                  </a:rPr>
                  <a:t>(In, No Certificate)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1800" dirty="0"/>
                  <a:t> </a:t>
                </a:r>
              </a:p>
              <a:p>
                <a:pPr lvl="1"/>
                <a:endParaRPr lang="en-US" altLang="en-US" sz="1600" dirty="0"/>
              </a:p>
              <a:p>
                <a:pPr marL="0" indent="0" eaLnBrk="1" hangingPunct="1">
                  <a:buNone/>
                </a:pPr>
                <a:r>
                  <a:rPr lang="en-US" altLang="ja-JP" sz="2000" b="1" dirty="0"/>
                  <a:t>Is there now an equilibrium where peaches stay in the market?</a:t>
                </a:r>
                <a:br>
                  <a:rPr lang="en-US" altLang="ja-JP" sz="2000" b="1" dirty="0"/>
                </a:br>
                <a:r>
                  <a:rPr lang="en-US" altLang="ja-JP" sz="2000" i="1" dirty="0"/>
                  <a:t>(Depends on buyers’ beliefs and their responses!!)</a:t>
                </a:r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7779"/>
                <a:ext cx="10497458" cy="4771481"/>
              </a:xfrm>
              <a:blipFill>
                <a:blip r:embed="rId3"/>
                <a:stretch>
                  <a:fillRect l="-639" t="-14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55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Separating Equilibrium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altLang="en-US" sz="2000" b="1" dirty="0"/>
                  <a:t>Suppose that both peaches and lemons enter the market (In), but only peaches purchase the certification in equilibrium.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Buyers Beliefs:</a:t>
                </a:r>
              </a:p>
              <a:p>
                <a:r>
                  <a:rPr lang="en-US" altLang="en-US" sz="2000" dirty="0"/>
                  <a:t>If see (In, Certificate):</a:t>
                </a:r>
                <a:br>
                  <a:rPr lang="en-US" altLang="en-US" sz="2000" dirty="0"/>
                </a:br>
                <a:r>
                  <a:rPr lang="en-US" altLang="en-US" sz="2000" dirty="0"/>
                  <a:t>Buyers correctly anticipate the above and believe these are peaches with probability 1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and negotiate the following price: </a:t>
                </a:r>
                <a14:m>
                  <m:oMath xmlns:m="http://schemas.openxmlformats.org/officeDocument/2006/math">
                    <m:r>
                      <a:rPr lang="en-SG" altLang="en-US" sz="2000">
                        <a:latin typeface="Cambria Math" panose="02040503050406030204" pitchFamily="18" charset="0"/>
                      </a:rPr>
                      <m:t>2000&lt;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&lt;2400</m:t>
                    </m:r>
                  </m:oMath>
                </a14:m>
                <a:endParaRPr lang="en-US" altLang="en-US" sz="2000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If see (In, No Certificate):</a:t>
                </a:r>
                <a:br>
                  <a:rPr lang="en-US" altLang="en-US" sz="2000" dirty="0"/>
                </a:br>
                <a:r>
                  <a:rPr lang="en-US" altLang="en-US" sz="2000" dirty="0"/>
                  <a:t>Buyers correctly anticipate the above and believe these are lemons with probability 1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and negotiate the following price: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alt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1000&lt;</m:t>
                    </m:r>
                    <m:r>
                      <a:rPr lang="en-SG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&lt;1200</m:t>
                    </m:r>
                  </m:oMath>
                </a14:m>
                <a:endParaRPr lang="en-US" altLang="en-US" sz="2000" dirty="0"/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This is only a valid equilibrium if the choices of peach and lemon sellers are indeed best responses to such prices!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916" r="-92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30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3C479-03A4-5C06-98D0-BF9FF4B6DBD2}"/>
              </a:ext>
            </a:extLst>
          </p:cNvPr>
          <p:cNvSpPr txBox="1"/>
          <p:nvPr/>
        </p:nvSpPr>
        <p:spPr>
          <a:xfrm>
            <a:off x="7592088" y="3654187"/>
            <a:ext cx="3619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These prices ensure positive surplus.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481CCD-EBDF-28DB-CB11-599EE84D6077}"/>
              </a:ext>
            </a:extLst>
          </p:cNvPr>
          <p:cNvCxnSpPr>
            <a:cxnSpLocks/>
          </p:cNvCxnSpPr>
          <p:nvPr/>
        </p:nvCxnSpPr>
        <p:spPr>
          <a:xfrm flipH="1" flipV="1">
            <a:off x="6390567" y="3525672"/>
            <a:ext cx="1201521" cy="227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2AA93A-29FD-D285-FCB8-456F0C6F496F}"/>
              </a:ext>
            </a:extLst>
          </p:cNvPr>
          <p:cNvCxnSpPr>
            <a:cxnSpLocks/>
          </p:cNvCxnSpPr>
          <p:nvPr/>
        </p:nvCxnSpPr>
        <p:spPr>
          <a:xfrm flipH="1">
            <a:off x="6372424" y="3916979"/>
            <a:ext cx="1237806" cy="772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075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Separating Equilibrium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b="1" dirty="0"/>
                  <a:t>(In, Certificate) </a:t>
                </a:r>
                <a:r>
                  <a:rPr lang="en-US" altLang="en-US" sz="2000" dirty="0"/>
                  <a:t>must be a best response for peach sellers: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b="1" dirty="0">
                    <a:solidFill>
                      <a:schemeClr val="tx1"/>
                    </a:solidFill>
                  </a:rPr>
                  <a:t>(In, No Certificate)</a:t>
                </a:r>
                <a:r>
                  <a:rPr lang="en-US" altLang="en-US" sz="1600" dirty="0">
                    <a:solidFill>
                      <a:schemeClr val="tx1"/>
                    </a:solidFill>
                  </a:rPr>
                  <a:t>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en-US" sz="1600" b="1" dirty="0">
                    <a:solidFill>
                      <a:schemeClr val="tx1"/>
                    </a:solidFill>
                  </a:rPr>
                  <a:t>(Out, No Certificate)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altLang="en-US" sz="1600" b="0" i="1" strike="sngStrike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600" i="1" strike="sngStrik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6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600" i="1" strike="sngStrike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600" i="1" strike="sngStrike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600" i="1" strike="sngStrike">
                        <a:latin typeface="Cambria Math" panose="02040503050406030204" pitchFamily="18" charset="0"/>
                      </a:rPr>
                      <m:t>&gt;2000</m:t>
                    </m:r>
                    <m:r>
                      <a:rPr lang="en-SG" altLang="en-US" sz="1600" b="0" i="1" strike="sngStrike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600" b="0" i="1" strike="sng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600" b="0" i="1" strike="sngStrike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600" b="0" i="1" strike="sngStrike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600" strike="sngStrike" dirty="0"/>
                  <a:t> </a:t>
                </a:r>
                <a:r>
                  <a:rPr lang="en-US" altLang="en-US" sz="1600" b="1" strike="sngStrike" dirty="0"/>
                  <a:t>(Out, Certificate)   </a:t>
                </a:r>
                <a:r>
                  <a:rPr lang="en-US" altLang="en-US" sz="1600" b="1" dirty="0">
                    <a:solidFill>
                      <a:srgbClr val="0000FF"/>
                    </a:solidFill>
                  </a:rPr>
                  <a:t>Automatically satisfied when </a:t>
                </a:r>
                <a14:m>
                  <m:oMath xmlns:m="http://schemas.openxmlformats.org/officeDocument/2006/math">
                    <m:r>
                      <a:rPr lang="en-SG" altLang="en-US" sz="1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SG" altLang="en-US" sz="1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6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6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SG" altLang="en-US" sz="16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SG" altLang="en-US" sz="1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altLang="en-US" sz="1600" b="1" dirty="0">
                    <a:solidFill>
                      <a:srgbClr val="0000FF"/>
                    </a:solidFill>
                  </a:rPr>
                  <a:t> (above condition)</a:t>
                </a:r>
                <a:endParaRPr lang="en-US" altLang="en-US" sz="1600" b="1" dirty="0"/>
              </a:p>
              <a:p>
                <a:pPr eaLnBrk="1" hangingPunct="1"/>
                <a:endParaRPr lang="en-US" altLang="en-US" sz="2000" dirty="0"/>
              </a:p>
              <a:p>
                <a:pPr marL="457200" indent="-457200" eaLnBrk="1" hangingPunct="1">
                  <a:buFont typeface="+mj-lt"/>
                  <a:buAutoNum type="arabicPeriod" startAt="2"/>
                </a:pPr>
                <a:r>
                  <a:rPr lang="en-US" altLang="en-US" sz="2000" b="1" dirty="0"/>
                  <a:t>(In, No Certificate) </a:t>
                </a:r>
                <a:r>
                  <a:rPr lang="en-US" altLang="en-US" sz="2000" dirty="0"/>
                  <a:t>must be a best response for </a:t>
                </a:r>
                <a:r>
                  <a:rPr lang="en-US" altLang="en-US" sz="2000" dirty="0">
                    <a:solidFill>
                      <a:srgbClr val="FF0000"/>
                    </a:solidFill>
                  </a:rPr>
                  <a:t>lemon sellers</a:t>
                </a:r>
                <a:r>
                  <a:rPr lang="en-US" altLang="en-US" sz="20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SG" alt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SG" alt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b="1" dirty="0">
                    <a:solidFill>
                      <a:schemeClr val="tx1"/>
                    </a:solidFill>
                  </a:rPr>
                  <a:t>(In, Certificate)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alt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en-US" sz="1600" b="1" dirty="0">
                    <a:solidFill>
                      <a:schemeClr val="tx1"/>
                    </a:solidFill>
                  </a:rPr>
                  <a:t>(Out, No Certificate)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altLang="en-US" sz="1600" i="1" strike="sngStrike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600" i="1" strike="sngStrike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600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SG" altLang="en-US" sz="16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00</m:t>
                    </m:r>
                    <m:r>
                      <a:rPr lang="en-SG" altLang="en-US" sz="1600" b="0" i="1" strike="sngStrike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600" b="0" i="1" strike="sng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600" b="0" i="1" strike="sngStrike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600" b="0" i="1" strike="sngStrike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1600" strike="sngStrike" dirty="0"/>
                  <a:t> </a:t>
                </a:r>
                <a:r>
                  <a:rPr lang="en-US" altLang="en-US" sz="1600" b="1" strike="sngStrike" dirty="0"/>
                  <a:t>(Out, Certificate)     </a:t>
                </a:r>
                <a:r>
                  <a:rPr lang="en-US" altLang="en-US" sz="1600" b="1" dirty="0">
                    <a:solidFill>
                      <a:srgbClr val="0000FF"/>
                    </a:solidFill>
                  </a:rPr>
                  <a:t>Automatically satisfied when </a:t>
                </a:r>
                <a14:m>
                  <m:oMath xmlns:m="http://schemas.openxmlformats.org/officeDocument/2006/math">
                    <m:r>
                      <a:rPr lang="en-SG" altLang="en-US" sz="1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SG" altLang="en-US" sz="16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6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SG" altLang="en-US" sz="16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𝟎𝟎</m:t>
                    </m:r>
                  </m:oMath>
                </a14:m>
                <a:r>
                  <a:rPr lang="en-US" altLang="en-US" sz="1600" b="1" dirty="0">
                    <a:solidFill>
                      <a:srgbClr val="0000FF"/>
                    </a:solidFill>
                  </a:rPr>
                  <a:t> (above condition)</a:t>
                </a:r>
                <a:endParaRPr lang="en-US" altLang="en-US" sz="1600" b="1" dirty="0"/>
              </a:p>
              <a:p>
                <a:pPr lvl="1"/>
                <a:endParaRPr lang="en-US" altLang="en-US" sz="1600" dirty="0"/>
              </a:p>
              <a:p>
                <a:pPr eaLnBrk="1" hangingPunct="1"/>
                <a:r>
                  <a:rPr lang="en-US" altLang="en-US" sz="2000" dirty="0"/>
                  <a:t>In sum,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&gt;2000+</m:t>
                    </m:r>
                    <m:sSub>
                      <m:sSub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&gt;1000</m:t>
                    </m:r>
                  </m:oMath>
                </a14:m>
                <a:br>
                  <a:rPr lang="en-SG" altLang="en-US" sz="2000" dirty="0"/>
                </a:br>
                <a:r>
                  <a:rPr lang="en-SG" altLang="en-US" sz="2000" dirty="0">
                    <a:solidFill>
                      <a:srgbClr val="FF0000"/>
                    </a:solidFill>
                  </a:rPr>
                  <a:t>Peaches need a </a:t>
                </a:r>
                <a:r>
                  <a:rPr lang="en-US" altLang="en-US" sz="2000" dirty="0">
                    <a:solidFill>
                      <a:srgbClr val="FF0000"/>
                    </a:solidFill>
                  </a:rPr>
                  <a:t>lower cost of certification than lemons for </a:t>
                </a:r>
                <a:r>
                  <a:rPr lang="en-US" altLang="en-US" sz="2000" dirty="0" err="1">
                    <a:solidFill>
                      <a:srgbClr val="FF0000"/>
                    </a:solidFill>
                  </a:rPr>
                  <a:t>signalling</a:t>
                </a:r>
                <a:r>
                  <a:rPr lang="en-US" altLang="en-US" sz="2000" dirty="0">
                    <a:solidFill>
                      <a:srgbClr val="FF0000"/>
                    </a:solidFill>
                  </a:rPr>
                  <a:t> to work!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Then, </a:t>
                </a:r>
                <a:r>
                  <a:rPr lang="en-US" altLang="en-US" sz="2000" b="1" dirty="0" err="1"/>
                  <a:t>signalling</a:t>
                </a:r>
                <a:r>
                  <a:rPr lang="en-US" altLang="en-US" sz="2000" b="1" dirty="0"/>
                  <a:t> can help improve on efficiency by helping the market to exist!</a:t>
                </a:r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533" b="-76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048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398AA0-8FA3-72F9-543F-BEEDBC1C2F13}"/>
              </a:ext>
            </a:extLst>
          </p:cNvPr>
          <p:cNvSpPr/>
          <p:nvPr/>
        </p:nvSpPr>
        <p:spPr>
          <a:xfrm>
            <a:off x="755129" y="3925908"/>
            <a:ext cx="10681741" cy="218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41D89-E7E1-4660-C6B1-48085A81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Beliefs on the equilibrium path.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25C9-D5F9-6507-07E0-EF6063FD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7155"/>
          </a:xfrm>
        </p:spPr>
        <p:txBody>
          <a:bodyPr/>
          <a:lstStyle/>
          <a:p>
            <a:r>
              <a:rPr lang="en-SG" sz="2000" dirty="0"/>
              <a:t>Recall that buyers only observe 1) sellers who enter, 2) whether they have a certificate.</a:t>
            </a:r>
          </a:p>
          <a:p>
            <a:pPr lvl="1"/>
            <a:r>
              <a:rPr lang="en-SG" sz="1800" dirty="0"/>
              <a:t>They form beliefs about sellers depending on these observations which influences their expected value.</a:t>
            </a:r>
            <a:br>
              <a:rPr lang="en-SG" sz="1800" dirty="0"/>
            </a:br>
            <a:r>
              <a:rPr lang="en-SG" sz="1800" dirty="0"/>
              <a:t>Two potential observations: (In, Certificate) &amp; (In, No Certificate)</a:t>
            </a:r>
          </a:p>
          <a:p>
            <a:endParaRPr lang="en-SG" sz="2000" dirty="0"/>
          </a:p>
          <a:p>
            <a:r>
              <a:rPr lang="en-SG" sz="2000" dirty="0"/>
              <a:t>How do we determine their beliefs? </a:t>
            </a:r>
            <a:br>
              <a:rPr lang="en-SG" sz="2000" dirty="0"/>
            </a:br>
            <a:r>
              <a:rPr lang="en-SG" sz="2000" b="1" dirty="0"/>
              <a:t>We assume that in equilibrium, they anticipate seller’s strategies correctly!</a:t>
            </a:r>
          </a:p>
          <a:p>
            <a:endParaRPr lang="en-SG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A02CC-DCD8-18BF-8F5D-8184A9A3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216D5-1E78-ECBD-985C-C0D11ED93DD5}"/>
              </a:ext>
            </a:extLst>
          </p:cNvPr>
          <p:cNvSpPr txBox="1"/>
          <p:nvPr/>
        </p:nvSpPr>
        <p:spPr>
          <a:xfrm>
            <a:off x="4647033" y="4034258"/>
            <a:ext cx="2352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Separating Equilibrium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F8556-868D-A687-3113-04E906B0521B}"/>
              </a:ext>
            </a:extLst>
          </p:cNvPr>
          <p:cNvSpPr txBox="1"/>
          <p:nvPr/>
        </p:nvSpPr>
        <p:spPr>
          <a:xfrm>
            <a:off x="3388902" y="4328940"/>
            <a:ext cx="15823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dirty="0"/>
              <a:t>Peaches</a:t>
            </a:r>
            <a:br>
              <a:rPr lang="en-SG" dirty="0"/>
            </a:br>
            <a:endParaRPr lang="en-SG" dirty="0"/>
          </a:p>
          <a:p>
            <a:pPr algn="ctr"/>
            <a:r>
              <a:rPr lang="en-SG" dirty="0"/>
              <a:t>(In, Certificate)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74541-95D1-BA66-7F18-8DDF7B258D55}"/>
              </a:ext>
            </a:extLst>
          </p:cNvPr>
          <p:cNvSpPr txBox="1"/>
          <p:nvPr/>
        </p:nvSpPr>
        <p:spPr>
          <a:xfrm>
            <a:off x="6841589" y="4351275"/>
            <a:ext cx="1906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dirty="0"/>
              <a:t>Lemons:</a:t>
            </a:r>
            <a:br>
              <a:rPr lang="en-SG" dirty="0"/>
            </a:br>
            <a:br>
              <a:rPr lang="en-SG" dirty="0"/>
            </a:br>
            <a:r>
              <a:rPr lang="en-SG" dirty="0"/>
              <a:t>(In, No Certificate)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26678197-AF03-C39A-3A53-2371671A5968}"/>
              </a:ext>
            </a:extLst>
          </p:cNvPr>
          <p:cNvSpPr/>
          <p:nvPr/>
        </p:nvSpPr>
        <p:spPr>
          <a:xfrm>
            <a:off x="3272525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52571-601A-A6C4-7A36-767A5CBF65DC}"/>
              </a:ext>
            </a:extLst>
          </p:cNvPr>
          <p:cNvSpPr txBox="1"/>
          <p:nvPr/>
        </p:nvSpPr>
        <p:spPr>
          <a:xfrm>
            <a:off x="2485963" y="4628716"/>
            <a:ext cx="786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E6BAD-7D58-8D70-6CC3-1880EBF43A9E}"/>
              </a:ext>
            </a:extLst>
          </p:cNvPr>
          <p:cNvSpPr txBox="1"/>
          <p:nvPr/>
        </p:nvSpPr>
        <p:spPr>
          <a:xfrm>
            <a:off x="5175817" y="4636136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Belief</a:t>
            </a: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8B2F8DBD-FB1E-3808-BA1A-01CF52FDF114}"/>
              </a:ext>
            </a:extLst>
          </p:cNvPr>
          <p:cNvSpPr/>
          <p:nvPr/>
        </p:nvSpPr>
        <p:spPr>
          <a:xfrm rot="10800000">
            <a:off x="4942179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EB5E0748-F5A0-3DC4-3862-00F31362796B}"/>
              </a:ext>
            </a:extLst>
          </p:cNvPr>
          <p:cNvSpPr/>
          <p:nvPr/>
        </p:nvSpPr>
        <p:spPr>
          <a:xfrm>
            <a:off x="6768576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418AB-46AD-4004-2EAE-E60FAA7FC19E}"/>
              </a:ext>
            </a:extLst>
          </p:cNvPr>
          <p:cNvSpPr txBox="1"/>
          <p:nvPr/>
        </p:nvSpPr>
        <p:spPr>
          <a:xfrm>
            <a:off x="5982014" y="4628716"/>
            <a:ext cx="786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Strategy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2C288-B8E7-1352-3E80-5EFC17C38746}"/>
              </a:ext>
            </a:extLst>
          </p:cNvPr>
          <p:cNvSpPr txBox="1"/>
          <p:nvPr/>
        </p:nvSpPr>
        <p:spPr>
          <a:xfrm>
            <a:off x="8849154" y="4636136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Belief</a:t>
            </a:r>
          </a:p>
        </p:txBody>
      </p:sp>
      <p:sp>
        <p:nvSpPr>
          <p:cNvPr id="16" name="Arrow: Curved Right 15">
            <a:extLst>
              <a:ext uri="{FF2B5EF4-FFF2-40B4-BE49-F238E27FC236}">
                <a16:creationId xmlns:a16="http://schemas.microsoft.com/office/drawing/2014/main" id="{ECEC6289-1CF8-106C-E81C-2CF1631C82D3}"/>
              </a:ext>
            </a:extLst>
          </p:cNvPr>
          <p:cNvSpPr/>
          <p:nvPr/>
        </p:nvSpPr>
        <p:spPr>
          <a:xfrm rot="10800000">
            <a:off x="8680054" y="4641635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E614BB-00E2-1A83-42C6-588A4827FE5C}"/>
              </a:ext>
            </a:extLst>
          </p:cNvPr>
          <p:cNvSpPr txBox="1"/>
          <p:nvPr/>
        </p:nvSpPr>
        <p:spPr>
          <a:xfrm>
            <a:off x="1598179" y="5287966"/>
            <a:ext cx="39979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rgbClr val="FF0000"/>
                </a:solidFill>
              </a:rPr>
              <a:t>Because peaches are the only ones who choose </a:t>
            </a:r>
            <a:br>
              <a:rPr lang="en-SG" sz="1400" b="1" dirty="0">
                <a:solidFill>
                  <a:srgbClr val="FF0000"/>
                </a:solidFill>
              </a:rPr>
            </a:br>
            <a:r>
              <a:rPr lang="en-SG" sz="1400" b="1" dirty="0">
                <a:solidFill>
                  <a:srgbClr val="FF0000"/>
                </a:solidFill>
              </a:rPr>
              <a:t>(In, Certificate), in equilibrium, they believe that an observation of (In, Certificate) implies a Peach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D39FC1-FF19-1EF9-63E2-720585E52792}"/>
              </a:ext>
            </a:extLst>
          </p:cNvPr>
          <p:cNvSpPr txBox="1"/>
          <p:nvPr/>
        </p:nvSpPr>
        <p:spPr>
          <a:xfrm>
            <a:off x="6829032" y="5261378"/>
            <a:ext cx="41632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rgbClr val="FF0000"/>
                </a:solidFill>
              </a:rPr>
              <a:t>Because lemons are the only ones who choose </a:t>
            </a:r>
            <a:br>
              <a:rPr lang="en-SG" sz="1400" b="1" dirty="0">
                <a:solidFill>
                  <a:srgbClr val="FF0000"/>
                </a:solidFill>
              </a:rPr>
            </a:br>
            <a:r>
              <a:rPr lang="en-SG" sz="1400" b="1" dirty="0">
                <a:solidFill>
                  <a:srgbClr val="FF0000"/>
                </a:solidFill>
              </a:rPr>
              <a:t>(In, No Certificate), in equilibrium, they believe that an observation of (In, No Certificate) implies a Lemon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3C1C36-B953-B442-3C04-2E9BB72329DA}"/>
              </a:ext>
            </a:extLst>
          </p:cNvPr>
          <p:cNvCxnSpPr/>
          <p:nvPr/>
        </p:nvCxnSpPr>
        <p:spPr>
          <a:xfrm flipV="1">
            <a:off x="5159378" y="4966893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2B01A7-B541-A1BF-FC40-82F2FC320B5A}"/>
              </a:ext>
            </a:extLst>
          </p:cNvPr>
          <p:cNvCxnSpPr/>
          <p:nvPr/>
        </p:nvCxnSpPr>
        <p:spPr>
          <a:xfrm flipV="1">
            <a:off x="9042475" y="4983932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44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1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b="1" dirty="0">
                    <a:solidFill>
                      <a:srgbClr val="00B0F0"/>
                    </a:solidFill>
                  </a:rPr>
                  <a:t>Suppose now that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altLang="en-US" sz="2000" b="1" dirty="0">
                    <a:solidFill>
                      <a:srgbClr val="00B0F0"/>
                    </a:solidFill>
                  </a:rPr>
                  <a:t>. 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The following is a pooling equilibrium:</a:t>
                </a:r>
              </a:p>
              <a:p>
                <a:pPr marL="0" indent="0" eaLnBrk="1" hangingPunct="1">
                  <a:buNone/>
                </a:pPr>
                <a:br>
                  <a:rPr lang="en-US" altLang="en-US" sz="2000" dirty="0"/>
                </a:br>
                <a:r>
                  <a:rPr lang="en-US" altLang="en-US" sz="2000" b="1" dirty="0"/>
                  <a:t>Both peaches and lemons enter the market (In), and both do not purchase certification</a:t>
                </a:r>
              </a:p>
              <a:p>
                <a:pPr marL="0" indent="0">
                  <a:buNone/>
                </a:pPr>
                <a:r>
                  <a:rPr lang="en-US" altLang="en-US" sz="2000" dirty="0"/>
                  <a:t>Buyers Beliefs and Strategies:</a:t>
                </a:r>
              </a:p>
              <a:p>
                <a:r>
                  <a:rPr lang="en-US" altLang="en-US" sz="2000" dirty="0"/>
                  <a:t>If see (In, No Certificate):</a:t>
                </a:r>
                <a:br>
                  <a:rPr lang="en-US" altLang="en-US" sz="2000" dirty="0"/>
                </a:br>
                <a:r>
                  <a:rPr lang="en-US" altLang="en-US" sz="2000" dirty="0"/>
                  <a:t>Buyers correctly anticipate the above. They believe these are peach with probability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and negotiate the following price: </a:t>
                </a:r>
                <a14:m>
                  <m:oMath xmlns:m="http://schemas.openxmlformats.org/officeDocument/2006/math">
                    <m:r>
                      <a:rPr lang="en-SG" altLang="en-US" sz="2000" dirty="0">
                        <a:latin typeface="Cambria Math" panose="02040503050406030204" pitchFamily="18" charset="0"/>
                      </a:rPr>
                      <m:t>2000&lt;</m:t>
                    </m:r>
                    <m:r>
                      <a:rPr lang="en-SG" alt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altLang="en-US" sz="2000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If see (In, Certificate):</a:t>
                </a:r>
                <a:br>
                  <a:rPr lang="en-US" altLang="en-US" sz="2000" dirty="0"/>
                </a:br>
                <a:r>
                  <a:rPr lang="en-US" altLang="en-US" sz="2000" dirty="0"/>
                  <a:t>This is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off the equilibrium path </a:t>
                </a:r>
                <a:r>
                  <a:rPr lang="en-US" altLang="en-US" sz="2000" dirty="0"/>
                  <a:t>(as it is not actually chosen by sellers)</a:t>
                </a:r>
                <a:r>
                  <a:rPr lang="en-US" altLang="en-US" sz="2000" dirty="0">
                    <a:solidFill>
                      <a:srgbClr val="0000FF"/>
                    </a:solidFill>
                  </a:rPr>
                  <a:t>.</a:t>
                </a:r>
                <a:r>
                  <a:rPr lang="en-US" altLang="en-US" sz="2000" i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000" i="1" dirty="0"/>
                  <a:t>*Assume that buyers believe that these are also peaches with probability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en-US" sz="2000" dirty="0"/>
                  <a:t> and would negotiate the same price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4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33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1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497458" cy="4771481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200" dirty="0"/>
          </a:p>
          <a:p>
            <a:pPr eaLnBrk="1" hangingPunct="1"/>
            <a:r>
              <a:rPr lang="en-SG" altLang="en-US" sz="2200" dirty="0"/>
              <a:t>These are all best responses!</a:t>
            </a:r>
          </a:p>
          <a:p>
            <a:pPr lvl="1"/>
            <a:r>
              <a:rPr lang="en-SG" altLang="en-US" sz="1800" dirty="0"/>
              <a:t>Both sellers will not want to leave the market because they are earning more than their own valuation.</a:t>
            </a:r>
          </a:p>
          <a:p>
            <a:pPr lvl="1"/>
            <a:r>
              <a:rPr lang="en-SG" altLang="en-US" sz="1800" dirty="0"/>
              <a:t>Both sellers will not want to certify because this does not give them any benefits (given the equilibrium beliefs and negotiated prices of buyers)</a:t>
            </a:r>
          </a:p>
          <a:p>
            <a:pPr lvl="1"/>
            <a:endParaRPr lang="en-SG" altLang="en-US" sz="1800" dirty="0"/>
          </a:p>
          <a:p>
            <a:pPr lvl="1"/>
            <a:endParaRPr lang="en-SG" altLang="en-US" sz="1800" dirty="0"/>
          </a:p>
          <a:p>
            <a:r>
              <a:rPr lang="en-SG" altLang="en-US" sz="2200" dirty="0">
                <a:solidFill>
                  <a:srgbClr val="FF0000"/>
                </a:solidFill>
              </a:rPr>
              <a:t>Here, the equilibrium is the same as before (Slide 10)!</a:t>
            </a:r>
          </a:p>
          <a:p>
            <a:pPr marL="0" indent="0">
              <a:buNone/>
            </a:pPr>
            <a:r>
              <a:rPr lang="en-SG" altLang="en-US" sz="2200" b="1" dirty="0">
                <a:solidFill>
                  <a:schemeClr val="tx1"/>
                </a:solidFill>
              </a:rPr>
              <a:t>But is it the only possible pooling equilibrium?</a:t>
            </a:r>
          </a:p>
          <a:p>
            <a:pPr eaLnBrk="1" hangingPunct="1"/>
            <a:endParaRPr lang="en-SG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/>
            <a:endParaRPr lang="en-US" altLang="ja-JP" sz="2000" dirty="0"/>
          </a:p>
          <a:p>
            <a:endParaRPr lang="en-US" altLang="ja-JP" sz="2400" dirty="0"/>
          </a:p>
          <a:p>
            <a:pPr eaLnBrk="1" hangingPunct="1"/>
            <a:endParaRPr lang="en-US" altLang="ja-JP" sz="2400" dirty="0"/>
          </a:p>
          <a:p>
            <a:pPr eaLnBrk="1" hangingPunct="1"/>
            <a:endParaRPr lang="en-US" altLang="ja-JP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5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2942764-13F4-EB04-866B-D748E74C439E}"/>
              </a:ext>
            </a:extLst>
          </p:cNvPr>
          <p:cNvSpPr/>
          <p:nvPr/>
        </p:nvSpPr>
        <p:spPr>
          <a:xfrm>
            <a:off x="755129" y="4044810"/>
            <a:ext cx="10681741" cy="218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41D89-E7E1-4660-C6B1-48085A81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Beliefs on/off the equilibrium path.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425C9-D5F9-6507-07E0-EF6063FD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7155"/>
          </a:xfrm>
        </p:spPr>
        <p:txBody>
          <a:bodyPr/>
          <a:lstStyle/>
          <a:p>
            <a:r>
              <a:rPr lang="en-SG" sz="2000" dirty="0"/>
              <a:t>Recall that buyers only observe 1) sellers who enter, 2) whether they have a certificate.</a:t>
            </a:r>
          </a:p>
          <a:p>
            <a:pPr lvl="1"/>
            <a:r>
              <a:rPr lang="en-SG" sz="1800" dirty="0"/>
              <a:t>They form beliefs about sellers depending on these observations which influences their expected value.</a:t>
            </a:r>
            <a:br>
              <a:rPr lang="en-SG" sz="1800" dirty="0"/>
            </a:br>
            <a:r>
              <a:rPr lang="en-SG" sz="1800" dirty="0"/>
              <a:t>Two potential observations: (In, Certificate) &amp; (In, No Certificate)</a:t>
            </a:r>
          </a:p>
          <a:p>
            <a:endParaRPr lang="en-SG" sz="2000" dirty="0"/>
          </a:p>
          <a:p>
            <a:r>
              <a:rPr lang="en-SG" sz="2000" dirty="0"/>
              <a:t>How do we determine their beliefs? </a:t>
            </a:r>
            <a:br>
              <a:rPr lang="en-SG" sz="2000" dirty="0"/>
            </a:br>
            <a:r>
              <a:rPr lang="en-SG" sz="2000" b="1" dirty="0"/>
              <a:t>We assume that in equilibrium, they anticipate seller’s strategies correctly!</a:t>
            </a:r>
          </a:p>
          <a:p>
            <a:endParaRPr lang="en-SG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A02CC-DCD8-18BF-8F5D-8184A9A3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216D5-1E78-ECBD-985C-C0D11ED93DD5}"/>
              </a:ext>
            </a:extLst>
          </p:cNvPr>
          <p:cNvSpPr txBox="1"/>
          <p:nvPr/>
        </p:nvSpPr>
        <p:spPr>
          <a:xfrm>
            <a:off x="4651375" y="4012780"/>
            <a:ext cx="221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Pooling Equilibrium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F8556-868D-A687-3113-04E906B0521B}"/>
              </a:ext>
            </a:extLst>
          </p:cNvPr>
          <p:cNvSpPr txBox="1"/>
          <p:nvPr/>
        </p:nvSpPr>
        <p:spPr>
          <a:xfrm>
            <a:off x="3140076" y="4299462"/>
            <a:ext cx="20058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dirty="0"/>
              <a:t>Peaches &amp; Lemons:</a:t>
            </a:r>
            <a:br>
              <a:rPr lang="en-SG" dirty="0"/>
            </a:br>
            <a:endParaRPr lang="en-SG" dirty="0"/>
          </a:p>
          <a:p>
            <a:pPr algn="ctr"/>
            <a:r>
              <a:rPr lang="en-SG" dirty="0"/>
              <a:t>(In, No Certificate)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74541-95D1-BA66-7F18-8DDF7B258D55}"/>
              </a:ext>
            </a:extLst>
          </p:cNvPr>
          <p:cNvSpPr txBox="1"/>
          <p:nvPr/>
        </p:nvSpPr>
        <p:spPr>
          <a:xfrm>
            <a:off x="7028243" y="4408630"/>
            <a:ext cx="1582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br>
              <a:rPr lang="en-SG" dirty="0"/>
            </a:br>
            <a:r>
              <a:rPr lang="en-SG" dirty="0"/>
              <a:t>(In, Certificate)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26678197-AF03-C39A-3A53-2371671A5968}"/>
              </a:ext>
            </a:extLst>
          </p:cNvPr>
          <p:cNvSpPr/>
          <p:nvPr/>
        </p:nvSpPr>
        <p:spPr>
          <a:xfrm>
            <a:off x="2853674" y="4620158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52571-601A-A6C4-7A36-767A5CBF65DC}"/>
              </a:ext>
            </a:extLst>
          </p:cNvPr>
          <p:cNvSpPr txBox="1"/>
          <p:nvPr/>
        </p:nvSpPr>
        <p:spPr>
          <a:xfrm>
            <a:off x="2067112" y="4607239"/>
            <a:ext cx="786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E6BAD-7D58-8D70-6CC3-1880EBF43A9E}"/>
              </a:ext>
            </a:extLst>
          </p:cNvPr>
          <p:cNvSpPr txBox="1"/>
          <p:nvPr/>
        </p:nvSpPr>
        <p:spPr>
          <a:xfrm>
            <a:off x="5438301" y="4629773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Belief</a:t>
            </a: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8B2F8DBD-FB1E-3808-BA1A-01CF52FDF114}"/>
              </a:ext>
            </a:extLst>
          </p:cNvPr>
          <p:cNvSpPr/>
          <p:nvPr/>
        </p:nvSpPr>
        <p:spPr>
          <a:xfrm rot="10800000">
            <a:off x="5250348" y="4620157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46521-12C4-FB40-E6BE-0472C49A3E08}"/>
              </a:ext>
            </a:extLst>
          </p:cNvPr>
          <p:cNvSpPr txBox="1"/>
          <p:nvPr/>
        </p:nvSpPr>
        <p:spPr>
          <a:xfrm>
            <a:off x="9024328" y="4555374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Belief???</a:t>
            </a:r>
          </a:p>
        </p:txBody>
      </p:sp>
      <p:sp>
        <p:nvSpPr>
          <p:cNvPr id="17" name="Arrow: Curved Right 16">
            <a:extLst>
              <a:ext uri="{FF2B5EF4-FFF2-40B4-BE49-F238E27FC236}">
                <a16:creationId xmlns:a16="http://schemas.microsoft.com/office/drawing/2014/main" id="{437054D7-C99C-827F-35DB-FBF8A02727A2}"/>
              </a:ext>
            </a:extLst>
          </p:cNvPr>
          <p:cNvSpPr/>
          <p:nvPr/>
        </p:nvSpPr>
        <p:spPr>
          <a:xfrm rot="10800000">
            <a:off x="8836375" y="4545758"/>
            <a:ext cx="135397" cy="37785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AE1DE-1B51-19A6-4882-9A2CB32EAC8D}"/>
              </a:ext>
            </a:extLst>
          </p:cNvPr>
          <p:cNvSpPr txBox="1"/>
          <p:nvPr/>
        </p:nvSpPr>
        <p:spPr>
          <a:xfrm>
            <a:off x="6922483" y="5138388"/>
            <a:ext cx="3997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rgbClr val="FF0000"/>
                </a:solidFill>
              </a:rPr>
              <a:t>What should they think about a strategy</a:t>
            </a:r>
            <a:br>
              <a:rPr lang="en-SG" sz="1400" b="1" dirty="0">
                <a:solidFill>
                  <a:srgbClr val="FF0000"/>
                </a:solidFill>
              </a:rPr>
            </a:br>
            <a:r>
              <a:rPr lang="en-SG" sz="1400" b="1" dirty="0">
                <a:solidFill>
                  <a:srgbClr val="FF0000"/>
                </a:solidFill>
              </a:rPr>
              <a:t> that is not chosen in equilibrium?</a:t>
            </a:r>
          </a:p>
          <a:p>
            <a:r>
              <a:rPr lang="en-SG" sz="1400" b="1" u="sng" dirty="0">
                <a:solidFill>
                  <a:srgbClr val="FF0000"/>
                </a:solidFill>
              </a:rPr>
              <a:t>No correct belief, so we assume that they can believe anything!*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D8FD11-1245-CBD4-CA87-5F33EB61B06B}"/>
              </a:ext>
            </a:extLst>
          </p:cNvPr>
          <p:cNvCxnSpPr/>
          <p:nvPr/>
        </p:nvCxnSpPr>
        <p:spPr>
          <a:xfrm flipV="1">
            <a:off x="9216355" y="4892207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29797C-635B-E14E-1B04-414DC562AF79}"/>
                  </a:ext>
                </a:extLst>
              </p:cNvPr>
              <p:cNvSpPr txBox="1"/>
              <p:nvPr/>
            </p:nvSpPr>
            <p:spPr>
              <a:xfrm>
                <a:off x="1602521" y="5081783"/>
                <a:ext cx="399796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400" b="1" dirty="0">
                    <a:solidFill>
                      <a:srgbClr val="FF0000"/>
                    </a:solidFill>
                  </a:rPr>
                  <a:t>Because both peaches and lemons choose </a:t>
                </a:r>
                <a:br>
                  <a:rPr lang="en-SG" sz="1400" b="1" dirty="0">
                    <a:solidFill>
                      <a:srgbClr val="FF0000"/>
                    </a:solidFill>
                  </a:rPr>
                </a:br>
                <a:r>
                  <a:rPr lang="en-SG" sz="1400" b="1" dirty="0">
                    <a:solidFill>
                      <a:srgbClr val="FF0000"/>
                    </a:solidFill>
                  </a:rPr>
                  <a:t>(In, No Certificate), in equilibrium, they believe that an observation of (In, No Certificate) implies a Peach with probability </a:t>
                </a:r>
                <a14:m>
                  <m:oMath xmlns:m="http://schemas.openxmlformats.org/officeDocument/2006/math">
                    <m:r>
                      <a:rPr lang="en-SG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SG" sz="1400" b="1" dirty="0">
                    <a:solidFill>
                      <a:srgbClr val="FF0000"/>
                    </a:solidFill>
                  </a:rPr>
                  <a:t> which is the true distribution.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29797C-635B-E14E-1B04-414DC562A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521" y="5081783"/>
                <a:ext cx="3997964" cy="1169551"/>
              </a:xfrm>
              <a:prstGeom prst="rect">
                <a:avLst/>
              </a:prstGeom>
              <a:blipFill>
                <a:blip r:embed="rId2"/>
                <a:stretch>
                  <a:fillRect l="-457" t="-1047" r="-1220" b="-47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73B676-F41E-67A2-BA93-276CADCD49D7}"/>
              </a:ext>
            </a:extLst>
          </p:cNvPr>
          <p:cNvCxnSpPr/>
          <p:nvPr/>
        </p:nvCxnSpPr>
        <p:spPr>
          <a:xfrm flipV="1">
            <a:off x="5163720" y="4945415"/>
            <a:ext cx="105799" cy="290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460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2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SG" altLang="en-US" sz="2000" b="1" dirty="0">
                    <a:solidFill>
                      <a:srgbClr val="00B0F0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20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altLang="en-US" sz="2000" b="1" dirty="0">
                    <a:solidFill>
                      <a:srgbClr val="00B0F0"/>
                    </a:solidFill>
                  </a:rPr>
                  <a:t>. 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There is another potential pooling equilibrium:</a:t>
                </a:r>
                <a:br>
                  <a:rPr lang="en-US" altLang="en-US" sz="2000" dirty="0"/>
                </a:b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Both peaches and lemons enter the market (In), and </a:t>
                </a:r>
                <a:r>
                  <a:rPr lang="en-US" altLang="en-US" sz="2000" b="1" dirty="0"/>
                  <a:t>both purchase certification</a:t>
                </a:r>
              </a:p>
              <a:p>
                <a:pPr marL="0" indent="0">
                  <a:buNone/>
                </a:pPr>
                <a:r>
                  <a:rPr lang="en-US" altLang="en-US" sz="2000"/>
                  <a:t>Buyers Beliefs and Strategies:</a:t>
                </a:r>
              </a:p>
              <a:p>
                <a:pPr eaLnBrk="1" hangingPunct="1"/>
                <a:r>
                  <a:rPr lang="en-US" altLang="en-US" sz="2000" dirty="0"/>
                  <a:t>If see (In, Certificate):</a:t>
                </a:r>
                <a:br>
                  <a:rPr lang="en-US" altLang="en-US" sz="2000" dirty="0"/>
                </a:br>
                <a:r>
                  <a:rPr lang="en-US" altLang="en-US" sz="2000" dirty="0"/>
                  <a:t>Buyers correctly anticipate the above they believe these are peach with probability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and negotiate the following price: </a:t>
                </a:r>
                <a14:m>
                  <m:oMath xmlns:m="http://schemas.openxmlformats.org/officeDocument/2006/math">
                    <m:r>
                      <a:rPr lang="en-SG" altLang="en-US" sz="1800" b="0" i="0" dirty="0" smtClean="0">
                        <a:latin typeface="Cambria Math" panose="02040503050406030204" pitchFamily="18" charset="0"/>
                      </a:rPr>
                      <m:t>2000&lt;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en-US" sz="1800" dirty="0"/>
                  <a:t> , for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∈{</m:t>
                    </m:r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18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If see (In, No Certificate):</a:t>
                </a:r>
                <a:br>
                  <a:rPr lang="en-US" altLang="en-US" sz="2000" dirty="0"/>
                </a:br>
                <a:r>
                  <a:rPr lang="en-US" altLang="en-US" sz="2000" dirty="0"/>
                  <a:t>This is </a:t>
                </a:r>
                <a:r>
                  <a:rPr lang="en-US" altLang="en-US" sz="2000" dirty="0">
                    <a:solidFill>
                      <a:srgbClr val="0000FF"/>
                    </a:solidFill>
                  </a:rPr>
                  <a:t>off the equilibrium path. </a:t>
                </a:r>
                <a:r>
                  <a:rPr lang="en-US" altLang="en-US" sz="2000" i="1" dirty="0"/>
                  <a:t>*Assume that buyers believe that these are lemons with probability 1</a:t>
                </a:r>
                <a:r>
                  <a:rPr lang="en-US" altLang="en-US" sz="2000" dirty="0"/>
                  <a:t>, </a:t>
                </a:r>
                <a14:m>
                  <m:oMath xmlns:m="http://schemas.openxmlformats.org/officeDocument/2006/math"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1000&lt;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&lt;1200</m:t>
                    </m:r>
                  </m:oMath>
                </a14:m>
                <a:endParaRPr lang="en-US" altLang="en-US" sz="2000" dirty="0">
                  <a:solidFill>
                    <a:srgbClr val="FF0000"/>
                  </a:solidFill>
                </a:endParaRP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t="-14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94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Pooling Equilibrium 2 (with </a:t>
            </a:r>
            <a:r>
              <a:rPr lang="en-US" altLang="en-US" dirty="0" err="1"/>
              <a:t>signalling</a:t>
            </a:r>
            <a:r>
              <a:rPr lang="en-US" alt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dirty="0"/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SG" altLang="en-US" sz="2000" b="0" i="0" dirty="0" smtClean="0">
                        <a:latin typeface="Cambria Math" panose="02040503050406030204" pitchFamily="18" charset="0"/>
                      </a:rPr>
                      <m:t>2000&lt;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en-US" sz="2000" dirty="0"/>
                  <a:t> , for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∈{</m:t>
                    </m:r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en-US" sz="2000" dirty="0"/>
                  <a:t> ensures that it is a best response for both peach and lemon sellers to certify.</a:t>
                </a:r>
              </a:p>
              <a:p>
                <a:pPr lvl="1"/>
                <a:r>
                  <a:rPr lang="en-US" altLang="en-US" sz="2000" dirty="0"/>
                  <a:t>This is possible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2000" dirty="0"/>
                  <a:t> are not too high.</a:t>
                </a:r>
              </a:p>
              <a:p>
                <a:pPr lvl="1"/>
                <a:endParaRPr lang="en-US" altLang="en-US" sz="1600" dirty="0"/>
              </a:p>
              <a:p>
                <a:r>
                  <a:rPr lang="en-US" altLang="en-US" sz="2000" dirty="0"/>
                  <a:t>If the above condition is satisfied, they will both always choose to certify as otherwise, they are treated like a lemon (given the buyer’s beliefs)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>
                    <a:solidFill>
                      <a:srgbClr val="FF0000"/>
                    </a:solidFill>
                  </a:rPr>
                  <a:t>This pooling equilibrium is inefficient compared to the previous one!</a:t>
                </a:r>
                <a:br>
                  <a:rPr lang="en-US" altLang="en-US" sz="2000" dirty="0"/>
                </a:br>
                <a:r>
                  <a:rPr lang="en-US" altLang="en-US" sz="2000" dirty="0"/>
                  <a:t>Money is spent purely to signal without changing the market outcome.</a:t>
                </a:r>
              </a:p>
              <a:p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>
                    <a:solidFill>
                      <a:schemeClr val="tx1"/>
                    </a:solidFill>
                  </a:rPr>
                  <a:t>When information is not important for market efficiency, </a:t>
                </a:r>
                <a:r>
                  <a:rPr lang="en-US" altLang="en-US" sz="2000" b="1" dirty="0" err="1">
                    <a:solidFill>
                      <a:schemeClr val="tx1"/>
                    </a:solidFill>
                  </a:rPr>
                  <a:t>signalling</a:t>
                </a:r>
                <a:r>
                  <a:rPr lang="en-US" altLang="en-US" sz="2000" b="1" dirty="0">
                    <a:solidFill>
                      <a:schemeClr val="tx1"/>
                    </a:solidFill>
                  </a:rPr>
                  <a:t> might not always beneficial as it might lead to a rat race…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ja-JP" sz="18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580" r="-6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530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8B1542-A55B-6AA3-A0F9-4A27B4E76824}"/>
              </a:ext>
            </a:extLst>
          </p:cNvPr>
          <p:cNvSpPr/>
          <p:nvPr/>
        </p:nvSpPr>
        <p:spPr>
          <a:xfrm>
            <a:off x="719960" y="3223846"/>
            <a:ext cx="10681741" cy="2520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93A39-006B-274B-72A3-292965CE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</a:t>
            </a:r>
            <a:r>
              <a:rPr lang="en-US"/>
              <a:t>steps for </a:t>
            </a:r>
            <a:r>
              <a:rPr lang="en-US" dirty="0" err="1"/>
              <a:t>Signalling</a:t>
            </a:r>
            <a:r>
              <a:rPr lang="en-US" dirty="0"/>
              <a:t> Equilibria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B06FDF-EDF1-FB72-C093-407E54B7E2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Suppose there are two types of first movers: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In a scenario where second mover has incomplete information about the first mover and we are checking whether there is an equilibrium where first movers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Consider the strategies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SG" sz="2000" dirty="0"/>
                  <a:t>Assume that the second mover has </a:t>
                </a:r>
                <a:r>
                  <a:rPr lang="en-SG" sz="2000" b="1" dirty="0"/>
                  <a:t>correct beliefs </a:t>
                </a:r>
                <a:r>
                  <a:rPr lang="en-SG" sz="2000" dirty="0"/>
                  <a:t>about what each type will do. </a:t>
                </a:r>
              </a:p>
              <a:p>
                <a:pPr lvl="1"/>
                <a:r>
                  <a:rPr lang="en-SG" sz="1800" dirty="0"/>
                  <a:t>If there is no “correct belief”, any belief can be specified.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SG" sz="2000" dirty="0"/>
                  <a:t>Get the second mover’s best responses.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SG" sz="2000" dirty="0"/>
                  <a:t>Given the second mover’s best response, check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SG" sz="2000" dirty="0"/>
                  <a:t> are best responses for the first mover types.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B06FDF-EDF1-FB72-C093-407E54B7E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3CA6F-676E-7077-5DE7-077748F0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53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Review Questions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1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90658"/>
                <a:ext cx="10724707" cy="4755473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r>
                  <a:rPr lang="en-US" altLang="en-US" sz="2000" dirty="0"/>
                  <a:t>Consider a lemons market with certification. </a:t>
                </a:r>
              </a:p>
              <a:p>
                <a:pPr eaLnBrk="1" hangingPunct="1"/>
                <a:r>
                  <a:rPr lang="en-US" altLang="en-US" sz="2000" dirty="0"/>
                  <a:t>Lemon sellers value their car at $800. Buyers value lemons at $1000</a:t>
                </a:r>
              </a:p>
              <a:p>
                <a:pPr eaLnBrk="1" hangingPunct="1"/>
                <a:r>
                  <a:rPr lang="en-US" altLang="en-US" sz="2000" dirty="0"/>
                  <a:t>Peach sellers value their car at $1600. Buyers value peaches at $2000.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There is a fraction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altLang="en-US" sz="2000" dirty="0"/>
                  <a:t> of peaches. </a:t>
                </a:r>
                <a:r>
                  <a:rPr lang="en-US" altLang="en-US" sz="2000" i="1" dirty="0"/>
                  <a:t>Assume that sellers can negotiate a price which is the highest willingness to pay of buyers (given their beliefs)</a:t>
                </a:r>
                <a:br>
                  <a:rPr lang="en-US" altLang="en-US" sz="2000" i="1" dirty="0"/>
                </a:br>
                <a:endParaRPr lang="en-US" altLang="en-US" sz="2000" i="1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dirty="0"/>
                  <a:t>Suppose both lemons and peaches have equal costs of certification. </a:t>
                </a:r>
                <a:br>
                  <a:rPr lang="en-US" altLang="en-US" sz="2000" dirty="0"/>
                </a:br>
                <a:r>
                  <a:rPr lang="en-US" altLang="en-US" sz="2000" dirty="0"/>
                  <a:t>Will an equilibrium (pooling/separating) where both lemons and peaches are in the market exist?</a:t>
                </a:r>
              </a:p>
              <a:p>
                <a:pPr marL="457200" lvl="1" indent="0">
                  <a:buNone/>
                </a:pPr>
                <a:r>
                  <a:rPr lang="en-US" altLang="en-US" sz="1600" dirty="0"/>
                  <a:t>No </a:t>
                </a:r>
              </a:p>
              <a:p>
                <a:pPr marL="457200" indent="-457200" eaLnBrk="1" hangingPunct="1">
                  <a:buFont typeface="+mj-lt"/>
                  <a:buAutoNum type="arabicPeriod"/>
                </a:pPr>
                <a:endParaRPr lang="en-US" altLang="en-US" sz="2000" dirty="0"/>
              </a:p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dirty="0"/>
                  <a:t>Can there ever be a separating equilibrium where lemons choose to certify (at a cost) and peaches do not? </a:t>
                </a:r>
              </a:p>
              <a:p>
                <a:pPr marL="457200" lvl="1" indent="0">
                  <a:buNone/>
                </a:pPr>
                <a:r>
                  <a:rPr lang="en-US" altLang="en-US" sz="1400" dirty="0"/>
                  <a:t>No</a:t>
                </a:r>
                <a:br>
                  <a:rPr lang="en-US" altLang="en-US" sz="1400" dirty="0"/>
                </a:br>
                <a:endParaRPr lang="en-US" altLang="en-US" sz="1400" dirty="0"/>
              </a:p>
            </p:txBody>
          </p:sp>
        </mc:Choice>
        <mc:Fallback>
          <p:sp>
            <p:nvSpPr>
              <p:cNvPr id="3891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90658"/>
                <a:ext cx="10724707" cy="4755473"/>
              </a:xfrm>
              <a:blipFill>
                <a:blip r:embed="rId3"/>
                <a:stretch>
                  <a:fillRect l="-568" t="-1410" r="-1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45B0-76A8-43F0-91FE-EEF685B4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44B84-AC6E-1820-0490-40A563256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193" y="231609"/>
            <a:ext cx="2085990" cy="21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01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Key Learning Outcomes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482944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ja-JP" sz="2000" dirty="0"/>
              <a:t>When and how does adverse selection lead to inefficiency in markets?</a:t>
            </a:r>
          </a:p>
          <a:p>
            <a:pPr eaLnBrk="1" hangingPunct="1"/>
            <a:endParaRPr lang="en-US" altLang="ja-JP" sz="2000" dirty="0"/>
          </a:p>
          <a:p>
            <a:pPr eaLnBrk="1" hangingPunct="1"/>
            <a:r>
              <a:rPr lang="en-US" altLang="ja-JP" sz="2000" dirty="0"/>
              <a:t>Solving for pooling/separating/partial pooling equilibria with incomplete information about different types in the market.</a:t>
            </a:r>
          </a:p>
          <a:p>
            <a:pPr lvl="1"/>
            <a:r>
              <a:rPr lang="en-US" altLang="ja-JP" sz="1800" dirty="0"/>
              <a:t>Beliefs (on/off equilibrium path), Best responses.</a:t>
            </a:r>
          </a:p>
          <a:p>
            <a:pPr eaLnBrk="1" hangingPunct="1"/>
            <a:endParaRPr lang="en-US" altLang="ja-JP" sz="2000" dirty="0"/>
          </a:p>
          <a:p>
            <a:pPr eaLnBrk="1" hangingPunct="1"/>
            <a:r>
              <a:rPr lang="en-US" altLang="ja-JP" sz="2000" dirty="0"/>
              <a:t>How does allowing for </a:t>
            </a:r>
            <a:r>
              <a:rPr lang="en-US" altLang="ja-JP" sz="2000" dirty="0" err="1"/>
              <a:t>signalling</a:t>
            </a:r>
            <a:r>
              <a:rPr lang="en-US" altLang="ja-JP" sz="2000" dirty="0"/>
              <a:t> influence efficiency?</a:t>
            </a:r>
          </a:p>
          <a:p>
            <a:pPr eaLnBrk="1" hangingPunct="1"/>
            <a:endParaRPr lang="en-US" altLang="ja-JP" sz="2000" dirty="0"/>
          </a:p>
          <a:p>
            <a:pPr eaLnBrk="1" hangingPunct="1"/>
            <a:r>
              <a:rPr lang="en-US" altLang="ja-JP" sz="2000" dirty="0"/>
              <a:t>Solving for similar equilibria, allowing for (costly) signals.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3CC41A-AAD0-42BC-BA36-D4364235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229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Readings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482944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Varian, Chapter 38</a:t>
            </a:r>
          </a:p>
          <a:p>
            <a:pPr marL="0" indent="0" eaLnBrk="1" hangingPunct="1">
              <a:buNone/>
            </a:pPr>
            <a:endParaRPr lang="en-US" altLang="en-US" sz="2200" dirty="0"/>
          </a:p>
          <a:p>
            <a:pPr marL="0" indent="0" eaLnBrk="1" hangingPunct="1">
              <a:buNone/>
            </a:pPr>
            <a:r>
              <a:rPr lang="en-US" altLang="en-US" sz="2200" dirty="0"/>
              <a:t>For </a:t>
            </a:r>
            <a:r>
              <a:rPr lang="en-US" altLang="en-US" sz="2200"/>
              <a:t>your interest:</a:t>
            </a:r>
            <a:endParaRPr lang="en-US" altLang="en-US" sz="2200" dirty="0"/>
          </a:p>
          <a:p>
            <a:pPr eaLnBrk="1" hangingPunct="1"/>
            <a:r>
              <a:rPr lang="en-US" altLang="en-US" sz="2200" dirty="0">
                <a:hlinkClick r:id="rId2"/>
              </a:rPr>
              <a:t>Pooling Equilibria for Amazon Products?</a:t>
            </a:r>
            <a:endParaRPr lang="en-US" altLang="en-US" sz="2200" dirty="0"/>
          </a:p>
          <a:p>
            <a:pPr eaLnBrk="1" hangingPunct="1"/>
            <a:r>
              <a:rPr lang="en-US" altLang="en-US" sz="2200" dirty="0">
                <a:hlinkClick r:id="rId3"/>
              </a:rPr>
              <a:t>Signalling for foreign policy</a:t>
            </a:r>
            <a:endParaRPr lang="en-US" alt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3CC41A-AAD0-42BC-BA36-D4364235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0959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1698" y="2043663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Additional Example: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 err="1">
                <a:solidFill>
                  <a:schemeClr val="tx2"/>
                </a:solidFill>
              </a:rPr>
              <a:t>Labour</a:t>
            </a:r>
            <a:r>
              <a:rPr lang="en-US" sz="5200" dirty="0">
                <a:solidFill>
                  <a:schemeClr val="tx2"/>
                </a:solidFill>
              </a:rPr>
              <a:t> Market Signalling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223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Labor Market Signalling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A labor market has two types of workers: high-ability and low-ability.</a:t>
                </a:r>
              </a:p>
              <a:p>
                <a:pPr lvl="1"/>
                <a:r>
                  <a:rPr lang="en-US" altLang="en-US" sz="1800" dirty="0"/>
                  <a:t>A high-ability worker</a:t>
                </a:r>
                <a:r>
                  <a:rPr lang="ja-JP" altLang="en-US" sz="1800" dirty="0"/>
                  <a:t>’</a:t>
                </a:r>
                <a:r>
                  <a:rPr lang="en-US" altLang="ja-JP" sz="1800" dirty="0"/>
                  <a:t>s marginal product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1800" dirty="0"/>
                  <a:t>.</a:t>
                </a:r>
              </a:p>
              <a:p>
                <a:pPr lvl="1"/>
                <a:r>
                  <a:rPr lang="en-US" altLang="en-US" sz="1800" dirty="0"/>
                  <a:t>A low-ability worker</a:t>
                </a:r>
                <a:r>
                  <a:rPr lang="ja-JP" altLang="en-US" sz="1800" dirty="0"/>
                  <a:t>’</a:t>
                </a:r>
                <a:r>
                  <a:rPr lang="en-US" altLang="ja-JP" sz="1800" dirty="0"/>
                  <a:t>s marginal product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ja-JP" sz="2000" dirty="0"/>
                  <a:t>.</a:t>
                </a:r>
              </a:p>
              <a:p>
                <a:pPr marL="0" indent="0">
                  <a:buNone/>
                </a:pPr>
                <a:r>
                  <a:rPr lang="en-US" altLang="ja-JP" sz="1800" dirty="0"/>
                  <a:t>   (Workers know their own type and </a:t>
                </a:r>
                <a:r>
                  <a:rPr lang="en-US" altLang="ja-JP" sz="1800" u="sng" dirty="0"/>
                  <a:t>have to stay in the labor market</a:t>
                </a:r>
                <a:r>
                  <a:rPr lang="en-US" altLang="ja-JP" sz="1800" dirty="0"/>
                  <a:t>.)</a:t>
                </a:r>
              </a:p>
              <a:p>
                <a:pPr eaLnBrk="1" hangingPunct="1"/>
                <a:endParaRPr lang="en-US" altLang="ja-JP" sz="1800" dirty="0"/>
              </a:p>
              <a:p>
                <a:pPr eaLnBrk="1" hangingPunct="1"/>
                <a:r>
                  <a:rPr lang="en-US" altLang="ja-JP" sz="2000" dirty="0"/>
                  <a:t>A fraction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ja-JP" sz="2000" dirty="0"/>
                  <a:t> of all workers are high-ability.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ja-JP" sz="2000" dirty="0"/>
                  <a:t> is the fraction of low-ability workers.</a:t>
                </a:r>
              </a:p>
              <a:p>
                <a:pPr eaLnBrk="1" hangingPunct="1"/>
                <a:endParaRPr lang="en-US" altLang="ja-JP" sz="1800" dirty="0"/>
              </a:p>
              <a:p>
                <a:r>
                  <a:rPr lang="en-US" altLang="en-US" sz="2000" dirty="0"/>
                  <a:t>Firms are assumed to be </a:t>
                </a:r>
                <a:r>
                  <a:rPr lang="en-US" altLang="en-US" sz="2000" i="1" dirty="0"/>
                  <a:t>competitive</a:t>
                </a:r>
                <a:r>
                  <a:rPr lang="en-US" altLang="en-US" sz="2000" dirty="0"/>
                  <a:t> and earn 0 profits: they pay each worker his </a:t>
                </a:r>
                <a:r>
                  <a:rPr lang="en-US" altLang="en-US" sz="2000" i="1" dirty="0"/>
                  <a:t>expected</a:t>
                </a:r>
                <a:r>
                  <a:rPr lang="en-US" altLang="en-US" sz="2000" dirty="0"/>
                  <a:t> marginal product. If firms knew each worker</a:t>
                </a:r>
                <a:r>
                  <a:rPr lang="ja-JP" altLang="en-US" sz="2000" dirty="0"/>
                  <a:t>’</a:t>
                </a:r>
                <a:r>
                  <a:rPr lang="en-US" altLang="ja-JP" sz="2000" dirty="0"/>
                  <a:t>s type, they would pay  </a:t>
                </a:r>
              </a:p>
              <a:p>
                <a:pPr lvl="1"/>
                <a:r>
                  <a:rPr lang="en-US" altLang="ja-JP" sz="1800" dirty="0"/>
                  <a:t>High ability worker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altLang="ja-JP" sz="1800" dirty="0"/>
              </a:p>
              <a:p>
                <a:pPr lvl="1"/>
                <a:r>
                  <a:rPr lang="en-US" altLang="ja-JP" sz="1800" dirty="0"/>
                  <a:t>Low ability worker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6656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97458" cy="4771481"/>
              </a:xfrm>
              <a:blipFill>
                <a:blip r:embed="rId3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F994C-A7F0-4ADB-B694-A0E4E109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407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Labor Market Signalling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3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453915" cy="4435051"/>
              </a:xfrm>
            </p:spPr>
            <p:txBody>
              <a:bodyPr>
                <a:noAutofit/>
              </a:bodyPr>
              <a:lstStyle/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Suppose there is asymmetric information where firms cannot tell workers</a:t>
                </a:r>
                <a:r>
                  <a:rPr lang="ja-JP" altLang="en-US" sz="2000" dirty="0"/>
                  <a:t>’</a:t>
                </a:r>
                <a:r>
                  <a:rPr lang="en-US" altLang="ja-JP" sz="2000" dirty="0"/>
                  <a:t> types apart.</a:t>
                </a:r>
              </a:p>
              <a:p>
                <a:pPr eaLnBrk="1" hangingPunct="1"/>
                <a:endParaRPr lang="en-US" altLang="ja-JP" sz="2000" dirty="0"/>
              </a:p>
              <a:p>
                <a:pPr eaLnBrk="1" hangingPunct="1"/>
                <a:r>
                  <a:rPr lang="en-US" altLang="ja-JP" sz="2000" dirty="0"/>
                  <a:t>Hence, every worker is paid the (pooling) wage rate; in other words, the expected marginal product:</a:t>
                </a:r>
              </a:p>
              <a:p>
                <a:pPr eaLnBrk="1" hangingPunct="1"/>
                <a:endParaRPr lang="en-US" altLang="ja-JP" sz="200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altLang="ja-JP" sz="2000" dirty="0"/>
              </a:p>
              <a:p>
                <a:pPr marL="0" indent="0" eaLnBrk="1" hangingPunct="1">
                  <a:buNone/>
                </a:pPr>
                <a:endParaRPr lang="en-US" altLang="ja-JP" sz="2000" dirty="0"/>
              </a:p>
              <a:p>
                <a:r>
                  <a:rPr lang="en-US" altLang="ja-JP" sz="2000" dirty="0"/>
                  <a:t>Notice that for high ability workers, this is less than their wage if they were able to credibly reveal their type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ja-JP" sz="2000" dirty="0"/>
                  <a:t> incentive to find a credible signal.</a:t>
                </a:r>
                <a:endParaRPr lang="en-US" altLang="ja-JP" sz="2400" dirty="0"/>
              </a:p>
              <a:p>
                <a:pPr eaLnBrk="1" hangingPunct="1">
                  <a:spcBef>
                    <a:spcPts val="1600"/>
                  </a:spcBef>
                </a:pPr>
                <a:endParaRPr lang="en-US" altLang="ja-JP" sz="2000" dirty="0"/>
              </a:p>
            </p:txBody>
          </p:sp>
        </mc:Choice>
        <mc:Fallback xmlns="">
          <p:sp>
            <p:nvSpPr>
              <p:cNvPr id="6963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453915" cy="4435051"/>
              </a:xfrm>
              <a:blipFill>
                <a:blip r:embed="rId3"/>
                <a:stretch>
                  <a:fillRect l="-466" r="-11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C7B86D-A79F-4291-B2A9-0F580EA8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21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Labor Market Signalling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68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2"/>
                <a:ext cx="10526486" cy="4780106"/>
              </a:xfrm>
            </p:spPr>
            <p:txBody>
              <a:bodyPr>
                <a:normAutofit/>
              </a:bodyPr>
              <a:lstStyle/>
              <a:p>
                <a:endParaRPr lang="en-US" altLang="en-US" sz="2000" dirty="0"/>
              </a:p>
              <a:p>
                <a:r>
                  <a:rPr lang="en-US" altLang="en-US" sz="2000" dirty="0"/>
                  <a:t>Suppose now, workers can acquire </a:t>
                </a:r>
                <a:r>
                  <a:rPr lang="ja-JP" altLang="en-US" sz="2000" dirty="0"/>
                  <a:t>“</a:t>
                </a:r>
                <a:r>
                  <a:rPr lang="en-US" altLang="ja-JP" sz="2000" dirty="0"/>
                  <a:t>education.”</a:t>
                </a:r>
              </a:p>
              <a:p>
                <a:pPr lvl="1"/>
                <a:r>
                  <a:rPr lang="en-US" altLang="en-US" sz="1800" dirty="0"/>
                  <a:t>Education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en-US" sz="1800" dirty="0"/>
                  <a:t> costs a high-ability worker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/>
                  <a:t>per unit and a low-ability worker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800" dirty="0"/>
                  <a:t> per unit </a:t>
                </a:r>
              </a:p>
              <a:p>
                <a:pPr lvl="1"/>
                <a:r>
                  <a:rPr lang="en-US" altLang="en-US" sz="1800" dirty="0"/>
                  <a:t>Total cost: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en-US" sz="1800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SG" alt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2000" dirty="0"/>
                  <a:t> i.e. that high ability workers find it less costly (say in terms of effort) to pursue education. </a:t>
                </a:r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For simplicity, we assume that education has no effect on workers’ productivities; i.e. the cost of education is a deadweight loss.</a:t>
                </a:r>
              </a:p>
              <a:p>
                <a:endParaRPr lang="en-US" altLang="en-US" sz="2000" dirty="0"/>
              </a:p>
              <a:p>
                <a:endParaRPr lang="en-US" altLang="en-US" sz="2000" dirty="0"/>
              </a:p>
              <a:p>
                <a:endParaRPr lang="en-US" altLang="en-US" sz="2000" i="1" baseline="-25000" dirty="0"/>
              </a:p>
              <a:p>
                <a:endParaRPr lang="en-US" altLang="en-US" sz="2000" i="1" dirty="0"/>
              </a:p>
            </p:txBody>
          </p:sp>
        </mc:Choice>
        <mc:Fallback xmlns="">
          <p:sp>
            <p:nvSpPr>
              <p:cNvPr id="7168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2"/>
                <a:ext cx="10526486" cy="4780106"/>
              </a:xfrm>
              <a:blipFill>
                <a:blip r:embed="rId3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D29639-845A-4740-A860-B2A94EC1B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57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Labor Market Signalling Equilibria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68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2"/>
                <a:ext cx="10526486" cy="4780106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sz="2000" b="1" dirty="0"/>
                  <a:t>Firms’ “strategies”: </a:t>
                </a:r>
                <a:r>
                  <a:rPr lang="en-US" altLang="en-US" sz="2000" dirty="0"/>
                  <a:t>what wage to offer a worker with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dirty="0"/>
                  <a:t>years of education.</a:t>
                </a:r>
              </a:p>
              <a:p>
                <a:pPr lvl="1"/>
                <a:r>
                  <a:rPr lang="en-US" altLang="en-US" sz="2000" dirty="0"/>
                  <a:t>I.e. a wage function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/>
              </a:p>
              <a:p>
                <a:r>
                  <a:rPr lang="en-US" altLang="en-US" sz="2000" b="1" dirty="0"/>
                  <a:t>Worker’s “strategies”: </a:t>
                </a:r>
                <a:r>
                  <a:rPr lang="en-US" altLang="en-US" sz="2000" dirty="0"/>
                  <a:t>how much education each type will choose.</a:t>
                </a:r>
              </a:p>
              <a:p>
                <a:pPr lvl="1"/>
                <a:r>
                  <a:rPr lang="en-US" altLang="en-US" sz="2000" i="1" dirty="0"/>
                  <a:t>High type: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SG" alt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i="1" dirty="0"/>
                  <a:t>, Low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en-US" sz="200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en-US" sz="2800" i="1" dirty="0"/>
              </a:p>
              <a:p>
                <a:endParaRPr lang="en-US" altLang="en-US" sz="2000" dirty="0"/>
              </a:p>
              <a:p>
                <a:pPr marL="0" indent="0">
                  <a:buNone/>
                </a:pPr>
                <a:r>
                  <a:rPr lang="en-US" altLang="en-US" sz="2000" dirty="0"/>
                  <a:t>In an equilibrium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2000" dirty="0"/>
                  <a:t>Wage function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 pays the firms’ </a:t>
                </a:r>
                <a:r>
                  <a:rPr lang="en-US" altLang="en-US" sz="2000" i="1" dirty="0"/>
                  <a:t>expected</a:t>
                </a:r>
                <a:r>
                  <a:rPr lang="en-US" altLang="en-US" sz="2000" dirty="0"/>
                  <a:t> marginal productivity given worker’s choices of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en-US" sz="2000" dirty="0"/>
                  <a:t>. </a:t>
                </a:r>
                <a:br>
                  <a:rPr lang="en-US" altLang="en-US" sz="2000" dirty="0"/>
                </a:br>
                <a:r>
                  <a:rPr lang="en-US" altLang="en-US" sz="1800" i="1" dirty="0"/>
                  <a:t>In equilibrium,  firms correctly anticipate the proportion of workers at each chosen education level and make 0 profits (due to perfect competition)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en-US" sz="2000" dirty="0"/>
                  <a:t>Worker’s education choice should </a:t>
                </a:r>
                <a:r>
                  <a:rPr lang="en-US" altLang="en-US" sz="2000" dirty="0" err="1"/>
                  <a:t>maximise</a:t>
                </a:r>
                <a:r>
                  <a:rPr lang="en-US" altLang="en-US" sz="2000" dirty="0"/>
                  <a:t> their payoffs given firms’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.</a:t>
                </a:r>
                <a:br>
                  <a:rPr lang="en-US" altLang="en-US" sz="2000" dirty="0"/>
                </a:br>
                <a:endParaRPr lang="en-US" altLang="en-US" sz="2000" dirty="0"/>
              </a:p>
              <a:p>
                <a:pPr marL="0" indent="0">
                  <a:buNone/>
                </a:pPr>
                <a:r>
                  <a:rPr lang="en-US" altLang="en-US" sz="2000" b="1" dirty="0"/>
                  <a:t>We will explore such equilibria in your tutorial!</a:t>
                </a:r>
              </a:p>
            </p:txBody>
          </p:sp>
        </mc:Choice>
        <mc:Fallback xmlns="">
          <p:sp>
            <p:nvSpPr>
              <p:cNvPr id="7168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2"/>
                <a:ext cx="10526486" cy="4780106"/>
              </a:xfrm>
              <a:blipFill>
                <a:blip r:embed="rId3"/>
                <a:stretch>
                  <a:fillRect l="-637" t="-1403" r="-2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15294C-27E3-4F8B-AA94-05AE1482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25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4664</TotalTime>
  <Words>4827</Words>
  <Application>Microsoft Office PowerPoint</Application>
  <PresentationFormat>Widescreen</PresentationFormat>
  <Paragraphs>657</Paragraphs>
  <Slides>46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Wingdings</vt:lpstr>
      <vt:lpstr>Office Theme</vt:lpstr>
      <vt:lpstr>Asymmetric Information I   HE3001, Microeconomics 3 Nanyang Technological University </vt:lpstr>
      <vt:lpstr>Introduction</vt:lpstr>
      <vt:lpstr>Asymmetric Information </vt:lpstr>
      <vt:lpstr>Adverse Selection</vt:lpstr>
      <vt:lpstr>Adverse Selection the Market for Lemons</vt:lpstr>
      <vt:lpstr>Adverse Selection: The Market for Lemons</vt:lpstr>
      <vt:lpstr>Adverse Selection: The Market for Lemons</vt:lpstr>
      <vt:lpstr>Adverse Selection: The Market for Lemons</vt:lpstr>
      <vt:lpstr>Adverse Selection: The Market for Lemons</vt:lpstr>
      <vt:lpstr>Adverse Selection: The Market for Lemons</vt:lpstr>
      <vt:lpstr>Adverse Selection: The Market for Lemons</vt:lpstr>
      <vt:lpstr>Review Questions 1</vt:lpstr>
      <vt:lpstr>Market for Lemons and Game Theory</vt:lpstr>
      <vt:lpstr>Market for Lemons and Game Theory</vt:lpstr>
      <vt:lpstr>Market for Lemons and Game Theory</vt:lpstr>
      <vt:lpstr>An aside: The role of Nature</vt:lpstr>
      <vt:lpstr>The Market for Lemons: Pooling Equilibrium</vt:lpstr>
      <vt:lpstr>The Market for Lemons: Separating Equilibrium</vt:lpstr>
      <vt:lpstr>The Market for Lemons: Separating Equilibrium?</vt:lpstr>
      <vt:lpstr>Review Questions 2</vt:lpstr>
      <vt:lpstr>An extension of the market for lemons</vt:lpstr>
      <vt:lpstr>Adverse Selection: The Market for Lemons II</vt:lpstr>
      <vt:lpstr>Adverse Selection: The Market for Lemons II</vt:lpstr>
      <vt:lpstr>Adverse Selection: The Market for Lemons II</vt:lpstr>
      <vt:lpstr>Discussion</vt:lpstr>
      <vt:lpstr>Signalling in the market for lemons</vt:lpstr>
      <vt:lpstr>Signalling </vt:lpstr>
      <vt:lpstr>Signalling (General Idea)</vt:lpstr>
      <vt:lpstr>Lemons Market Signalling </vt:lpstr>
      <vt:lpstr>Separating Equilibrium (with signalling)</vt:lpstr>
      <vt:lpstr>Separating Equilibrium (with signalling)</vt:lpstr>
      <vt:lpstr>Beliefs on the equilibrium path.</vt:lpstr>
      <vt:lpstr>Pooling Equilibrium 1 (with signalling)</vt:lpstr>
      <vt:lpstr>Pooling Equilibrium 1 (with signalling)</vt:lpstr>
      <vt:lpstr>Beliefs on/off the equilibrium path.</vt:lpstr>
      <vt:lpstr>Pooling Equilibrium 2 (with signalling)</vt:lpstr>
      <vt:lpstr>Pooling Equilibrium 2 (with signalling)</vt:lpstr>
      <vt:lpstr>General steps for Signalling Equilibria</vt:lpstr>
      <vt:lpstr>Review Questions 3</vt:lpstr>
      <vt:lpstr>Key Learning Outcomes</vt:lpstr>
      <vt:lpstr>Readings</vt:lpstr>
      <vt:lpstr>Additional Example: Labour Market Signalling</vt:lpstr>
      <vt:lpstr>Labor Market Signalling </vt:lpstr>
      <vt:lpstr>Labor Market Signalling  </vt:lpstr>
      <vt:lpstr>Labor Market Signalling </vt:lpstr>
      <vt:lpstr>Labor Market Signalling Equilibria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Information </dc:title>
  <dc:creator>Jonathan Yeo</dc:creator>
  <cp:lastModifiedBy>issac goh</cp:lastModifiedBy>
  <cp:revision>174</cp:revision>
  <dcterms:created xsi:type="dcterms:W3CDTF">2020-11-26T09:40:25Z</dcterms:created>
  <dcterms:modified xsi:type="dcterms:W3CDTF">2024-09-22T03:11:52Z</dcterms:modified>
</cp:coreProperties>
</file>