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297" r:id="rId3"/>
    <p:sldId id="457" r:id="rId4"/>
    <p:sldId id="532" r:id="rId5"/>
    <p:sldId id="300" r:id="rId6"/>
    <p:sldId id="474" r:id="rId7"/>
    <p:sldId id="460" r:id="rId8"/>
    <p:sldId id="301" r:id="rId9"/>
    <p:sldId id="459" r:id="rId10"/>
    <p:sldId id="533" r:id="rId11"/>
    <p:sldId id="261" r:id="rId12"/>
    <p:sldId id="424" r:id="rId13"/>
    <p:sldId id="477" r:id="rId14"/>
    <p:sldId id="447" r:id="rId15"/>
    <p:sldId id="448" r:id="rId16"/>
    <p:sldId id="422" r:id="rId17"/>
    <p:sldId id="529" r:id="rId18"/>
    <p:sldId id="425" r:id="rId19"/>
    <p:sldId id="426" r:id="rId20"/>
    <p:sldId id="452" r:id="rId21"/>
    <p:sldId id="451" r:id="rId22"/>
    <p:sldId id="531" r:id="rId23"/>
    <p:sldId id="530" r:id="rId24"/>
    <p:sldId id="427" r:id="rId25"/>
    <p:sldId id="450" r:id="rId26"/>
    <p:sldId id="476" r:id="rId27"/>
    <p:sldId id="370" r:id="rId28"/>
    <p:sldId id="304" r:id="rId29"/>
    <p:sldId id="478" r:id="rId30"/>
    <p:sldId id="467" r:id="rId31"/>
    <p:sldId id="567" r:id="rId32"/>
    <p:sldId id="468" r:id="rId33"/>
    <p:sldId id="428" r:id="rId34"/>
    <p:sldId id="479" r:id="rId35"/>
    <p:sldId id="466" r:id="rId36"/>
    <p:sldId id="568" r:id="rId37"/>
    <p:sldId id="528" r:id="rId38"/>
    <p:sldId id="525" r:id="rId39"/>
    <p:sldId id="461" r:id="rId40"/>
    <p:sldId id="526" r:id="rId41"/>
    <p:sldId id="429" r:id="rId42"/>
    <p:sldId id="527" r:id="rId43"/>
    <p:sldId id="569" r:id="rId44"/>
    <p:sldId id="454"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02BE18-0064-60DB-A86C-D210557CA529}" name="Yeo Xiong Wei, Jonathan" initials="YXWJ" userId="Yeo Xiong Wei, Jonathan"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45D0"/>
    <a:srgbClr val="FF7979"/>
    <a:srgbClr val="000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75B46A-2967-4D22-802B-BDCDE90DAD6C}" v="68" dt="2024-08-02T06:39:52.4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429" autoAdjust="0"/>
  </p:normalViewPr>
  <p:slideViewPr>
    <p:cSldViewPr snapToGrid="0">
      <p:cViewPr varScale="1">
        <p:scale>
          <a:sx n="76" d="100"/>
          <a:sy n="76" d="100"/>
        </p:scale>
        <p:origin x="917"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8/10/relationships/authors" Target="author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eo Xiong Wei, Jonathan" userId="ac2b658e-7ce1-44bb-9f9f-bf4198ceaa29" providerId="ADAL" clId="{33EFB057-0B6D-4156-8389-D0E8AB4FDA65}"/>
    <pc:docChg chg="undo custSel addSld modSld">
      <pc:chgData name="Yeo Xiong Wei, Jonathan" userId="ac2b658e-7ce1-44bb-9f9f-bf4198ceaa29" providerId="ADAL" clId="{33EFB057-0B6D-4156-8389-D0E8AB4FDA65}" dt="2022-08-16T12:46:45.203" v="2903" actId="20577"/>
      <pc:docMkLst>
        <pc:docMk/>
      </pc:docMkLst>
      <pc:sldChg chg="addSp delSp modSp mod">
        <pc:chgData name="Yeo Xiong Wei, Jonathan" userId="ac2b658e-7ce1-44bb-9f9f-bf4198ceaa29" providerId="ADAL" clId="{33EFB057-0B6D-4156-8389-D0E8AB4FDA65}" dt="2022-08-07T01:58:41.815" v="1269" actId="21"/>
        <pc:sldMkLst>
          <pc:docMk/>
          <pc:sldMk cId="3252022029" sldId="256"/>
        </pc:sldMkLst>
        <pc:spChg chg="add del mod">
          <ac:chgData name="Yeo Xiong Wei, Jonathan" userId="ac2b658e-7ce1-44bb-9f9f-bf4198ceaa29" providerId="ADAL" clId="{33EFB057-0B6D-4156-8389-D0E8AB4FDA65}" dt="2022-08-07T01:58:41.815" v="1269" actId="21"/>
          <ac:spMkLst>
            <pc:docMk/>
            <pc:sldMk cId="3252022029" sldId="256"/>
            <ac:spMk id="21" creationId="{2CDD14FE-503B-DEC4-44DF-FC7D6F3F8230}"/>
          </ac:spMkLst>
        </pc:spChg>
        <pc:picChg chg="add del mod">
          <ac:chgData name="Yeo Xiong Wei, Jonathan" userId="ac2b658e-7ce1-44bb-9f9f-bf4198ceaa29" providerId="ADAL" clId="{33EFB057-0B6D-4156-8389-D0E8AB4FDA65}" dt="2022-08-07T01:58:41.815" v="1269" actId="21"/>
          <ac:picMkLst>
            <pc:docMk/>
            <pc:sldMk cId="3252022029" sldId="256"/>
            <ac:picMk id="20" creationId="{8BEF67DA-23BF-13D5-44E3-0034D3F9D60C}"/>
          </ac:picMkLst>
        </pc:picChg>
      </pc:sldChg>
      <pc:sldChg chg="modSp mod addAnim delAnim modAnim">
        <pc:chgData name="Yeo Xiong Wei, Jonathan" userId="ac2b658e-7ce1-44bb-9f9f-bf4198ceaa29" providerId="ADAL" clId="{33EFB057-0B6D-4156-8389-D0E8AB4FDA65}" dt="2022-08-07T02:23:30.450" v="1985"/>
        <pc:sldMkLst>
          <pc:docMk/>
          <pc:sldMk cId="1913572987" sldId="297"/>
        </pc:sldMkLst>
        <pc:spChg chg="mod">
          <ac:chgData name="Yeo Xiong Wei, Jonathan" userId="ac2b658e-7ce1-44bb-9f9f-bf4198ceaa29" providerId="ADAL" clId="{33EFB057-0B6D-4156-8389-D0E8AB4FDA65}" dt="2022-08-07T02:23:25.338" v="1984" actId="6549"/>
          <ac:spMkLst>
            <pc:docMk/>
            <pc:sldMk cId="1913572987" sldId="297"/>
            <ac:spMk id="26626" creationId="{00000000-0000-0000-0000-000000000000}"/>
          </ac:spMkLst>
        </pc:spChg>
      </pc:sldChg>
      <pc:sldChg chg="modSp mod modAnim modNotesTx">
        <pc:chgData name="Yeo Xiong Wei, Jonathan" userId="ac2b658e-7ce1-44bb-9f9f-bf4198ceaa29" providerId="ADAL" clId="{33EFB057-0B6D-4156-8389-D0E8AB4FDA65}" dt="2022-08-07T02:20:50.615" v="1923"/>
        <pc:sldMkLst>
          <pc:docMk/>
          <pc:sldMk cId="557807413" sldId="300"/>
        </pc:sldMkLst>
        <pc:spChg chg="mod">
          <ac:chgData name="Yeo Xiong Wei, Jonathan" userId="ac2b658e-7ce1-44bb-9f9f-bf4198ceaa29" providerId="ADAL" clId="{33EFB057-0B6D-4156-8389-D0E8AB4FDA65}" dt="2022-08-07T02:03:59.744" v="1270" actId="14100"/>
          <ac:spMkLst>
            <pc:docMk/>
            <pc:sldMk cId="557807413" sldId="300"/>
            <ac:spMk id="29698" creationId="{00000000-0000-0000-0000-000000000000}"/>
          </ac:spMkLst>
        </pc:spChg>
      </pc:sldChg>
      <pc:sldChg chg="modSp mod">
        <pc:chgData name="Yeo Xiong Wei, Jonathan" userId="ac2b658e-7ce1-44bb-9f9f-bf4198ceaa29" providerId="ADAL" clId="{33EFB057-0B6D-4156-8389-D0E8AB4FDA65}" dt="2022-08-07T02:05:34.860" v="1287" actId="114"/>
        <pc:sldMkLst>
          <pc:docMk/>
          <pc:sldMk cId="578903766" sldId="301"/>
        </pc:sldMkLst>
        <pc:spChg chg="mod">
          <ac:chgData name="Yeo Xiong Wei, Jonathan" userId="ac2b658e-7ce1-44bb-9f9f-bf4198ceaa29" providerId="ADAL" clId="{33EFB057-0B6D-4156-8389-D0E8AB4FDA65}" dt="2022-08-07T02:05:34.860" v="1287" actId="114"/>
          <ac:spMkLst>
            <pc:docMk/>
            <pc:sldMk cId="578903766" sldId="301"/>
            <ac:spMk id="30722" creationId="{00000000-0000-0000-0000-000000000000}"/>
          </ac:spMkLst>
        </pc:spChg>
      </pc:sldChg>
      <pc:sldChg chg="modSp">
        <pc:chgData name="Yeo Xiong Wei, Jonathan" userId="ac2b658e-7ce1-44bb-9f9f-bf4198ceaa29" providerId="ADAL" clId="{33EFB057-0B6D-4156-8389-D0E8AB4FDA65}" dt="2022-08-07T01:13:33.135" v="542" actId="20577"/>
        <pc:sldMkLst>
          <pc:docMk/>
          <pc:sldMk cId="1344189785" sldId="370"/>
        </pc:sldMkLst>
        <pc:spChg chg="mod">
          <ac:chgData name="Yeo Xiong Wei, Jonathan" userId="ac2b658e-7ce1-44bb-9f9f-bf4198ceaa29" providerId="ADAL" clId="{33EFB057-0B6D-4156-8389-D0E8AB4FDA65}" dt="2022-08-07T01:13:33.135" v="542" actId="20577"/>
          <ac:spMkLst>
            <pc:docMk/>
            <pc:sldMk cId="1344189785" sldId="370"/>
            <ac:spMk id="3" creationId="{F6166362-5747-4CF8-8778-889699D343D3}"/>
          </ac:spMkLst>
        </pc:spChg>
      </pc:sldChg>
      <pc:sldChg chg="modAnim">
        <pc:chgData name="Yeo Xiong Wei, Jonathan" userId="ac2b658e-7ce1-44bb-9f9f-bf4198ceaa29" providerId="ADAL" clId="{33EFB057-0B6D-4156-8389-D0E8AB4FDA65}" dt="2022-08-07T02:12:06.846" v="1565"/>
        <pc:sldMkLst>
          <pc:docMk/>
          <pc:sldMk cId="1569219197" sldId="422"/>
        </pc:sldMkLst>
      </pc:sldChg>
      <pc:sldChg chg="modSp modAnim">
        <pc:chgData name="Yeo Xiong Wei, Jonathan" userId="ac2b658e-7ce1-44bb-9f9f-bf4198ceaa29" providerId="ADAL" clId="{33EFB057-0B6D-4156-8389-D0E8AB4FDA65}" dt="2022-08-07T02:25:14.165" v="1989" actId="207"/>
        <pc:sldMkLst>
          <pc:docMk/>
          <pc:sldMk cId="429090458" sldId="424"/>
        </pc:sldMkLst>
        <pc:spChg chg="mod">
          <ac:chgData name="Yeo Xiong Wei, Jonathan" userId="ac2b658e-7ce1-44bb-9f9f-bf4198ceaa29" providerId="ADAL" clId="{33EFB057-0B6D-4156-8389-D0E8AB4FDA65}" dt="2022-08-07T02:25:14.165" v="1989" actId="207"/>
          <ac:spMkLst>
            <pc:docMk/>
            <pc:sldMk cId="429090458" sldId="424"/>
            <ac:spMk id="30722" creationId="{00000000-0000-0000-0000-000000000000}"/>
          </ac:spMkLst>
        </pc:spChg>
      </pc:sldChg>
      <pc:sldChg chg="addSp delSp mod modAnim modNotesTx">
        <pc:chgData name="Yeo Xiong Wei, Jonathan" userId="ac2b658e-7ce1-44bb-9f9f-bf4198ceaa29" providerId="ADAL" clId="{33EFB057-0B6D-4156-8389-D0E8AB4FDA65}" dt="2022-08-08T05:42:57.134" v="2312" actId="478"/>
        <pc:sldMkLst>
          <pc:docMk/>
          <pc:sldMk cId="2086731832" sldId="425"/>
        </pc:sldMkLst>
        <pc:inkChg chg="add del">
          <ac:chgData name="Yeo Xiong Wei, Jonathan" userId="ac2b658e-7ce1-44bb-9f9f-bf4198ceaa29" providerId="ADAL" clId="{33EFB057-0B6D-4156-8389-D0E8AB4FDA65}" dt="2022-08-08T05:42:57.134" v="2312" actId="478"/>
          <ac:inkMkLst>
            <pc:docMk/>
            <pc:sldMk cId="2086731832" sldId="425"/>
            <ac:inkMk id="2" creationId="{E2EC051D-249E-11F7-4F1E-8080DC32FF60}"/>
          </ac:inkMkLst>
        </pc:inkChg>
      </pc:sldChg>
      <pc:sldChg chg="modAnim">
        <pc:chgData name="Yeo Xiong Wei, Jonathan" userId="ac2b658e-7ce1-44bb-9f9f-bf4198ceaa29" providerId="ADAL" clId="{33EFB057-0B6D-4156-8389-D0E8AB4FDA65}" dt="2022-08-07T02:12:56.563" v="1570"/>
        <pc:sldMkLst>
          <pc:docMk/>
          <pc:sldMk cId="2688372202" sldId="426"/>
        </pc:sldMkLst>
      </pc:sldChg>
      <pc:sldChg chg="modSp modAnim">
        <pc:chgData name="Yeo Xiong Wei, Jonathan" userId="ac2b658e-7ce1-44bb-9f9f-bf4198ceaa29" providerId="ADAL" clId="{33EFB057-0B6D-4156-8389-D0E8AB4FDA65}" dt="2022-08-16T12:46:45.203" v="2903" actId="20577"/>
        <pc:sldMkLst>
          <pc:docMk/>
          <pc:sldMk cId="1467361622" sldId="427"/>
        </pc:sldMkLst>
        <pc:spChg chg="mod">
          <ac:chgData name="Yeo Xiong Wei, Jonathan" userId="ac2b658e-7ce1-44bb-9f9f-bf4198ceaa29" providerId="ADAL" clId="{33EFB057-0B6D-4156-8389-D0E8AB4FDA65}" dt="2022-08-16T12:46:45.203" v="2903" actId="20577"/>
          <ac:spMkLst>
            <pc:docMk/>
            <pc:sldMk cId="1467361622" sldId="427"/>
            <ac:spMk id="29698" creationId="{00000000-0000-0000-0000-000000000000}"/>
          </ac:spMkLst>
        </pc:spChg>
      </pc:sldChg>
      <pc:sldChg chg="addSp delSp modSp mod modAnim">
        <pc:chgData name="Yeo Xiong Wei, Jonathan" userId="ac2b658e-7ce1-44bb-9f9f-bf4198ceaa29" providerId="ADAL" clId="{33EFB057-0B6D-4156-8389-D0E8AB4FDA65}" dt="2022-08-08T05:42:42.628" v="2308" actId="478"/>
        <pc:sldMkLst>
          <pc:docMk/>
          <pc:sldMk cId="2316340055" sldId="428"/>
        </pc:sldMkLst>
        <pc:spChg chg="mod">
          <ac:chgData name="Yeo Xiong Wei, Jonathan" userId="ac2b658e-7ce1-44bb-9f9f-bf4198ceaa29" providerId="ADAL" clId="{33EFB057-0B6D-4156-8389-D0E8AB4FDA65}" dt="2022-08-07T01:18:31.591" v="692" actId="6549"/>
          <ac:spMkLst>
            <pc:docMk/>
            <pc:sldMk cId="2316340055" sldId="428"/>
            <ac:spMk id="4" creationId="{F70768E3-1792-40A0-9B95-1680E102103F}"/>
          </ac:spMkLst>
        </pc:spChg>
        <pc:inkChg chg="add del">
          <ac:chgData name="Yeo Xiong Wei, Jonathan" userId="ac2b658e-7ce1-44bb-9f9f-bf4198ceaa29" providerId="ADAL" clId="{33EFB057-0B6D-4156-8389-D0E8AB4FDA65}" dt="2022-08-08T05:42:42.628" v="2308" actId="478"/>
          <ac:inkMkLst>
            <pc:docMk/>
            <pc:sldMk cId="2316340055" sldId="428"/>
            <ac:inkMk id="2" creationId="{760872DB-4949-D194-1BAA-B25189A8EA10}"/>
          </ac:inkMkLst>
        </pc:inkChg>
      </pc:sldChg>
      <pc:sldChg chg="modSp mod modAnim">
        <pc:chgData name="Yeo Xiong Wei, Jonathan" userId="ac2b658e-7ce1-44bb-9f9f-bf4198ceaa29" providerId="ADAL" clId="{33EFB057-0B6D-4156-8389-D0E8AB4FDA65}" dt="2022-08-07T02:18:20.849" v="1848"/>
        <pc:sldMkLst>
          <pc:docMk/>
          <pc:sldMk cId="238113673" sldId="429"/>
        </pc:sldMkLst>
        <pc:spChg chg="mod">
          <ac:chgData name="Yeo Xiong Wei, Jonathan" userId="ac2b658e-7ce1-44bb-9f9f-bf4198ceaa29" providerId="ADAL" clId="{33EFB057-0B6D-4156-8389-D0E8AB4FDA65}" dt="2022-08-07T01:22:22.375" v="948" actId="20577"/>
          <ac:spMkLst>
            <pc:docMk/>
            <pc:sldMk cId="238113673" sldId="429"/>
            <ac:spMk id="7" creationId="{5E9DF522-5AD3-4366-84EF-AA804EBD70FB}"/>
          </ac:spMkLst>
        </pc:spChg>
      </pc:sldChg>
      <pc:sldChg chg="modSp modAnim">
        <pc:chgData name="Yeo Xiong Wei, Jonathan" userId="ac2b658e-7ce1-44bb-9f9f-bf4198ceaa29" providerId="ADAL" clId="{33EFB057-0B6D-4156-8389-D0E8AB4FDA65}" dt="2022-08-07T02:24:39.339" v="1986"/>
        <pc:sldMkLst>
          <pc:docMk/>
          <pc:sldMk cId="1079951681" sldId="447"/>
        </pc:sldMkLst>
        <pc:spChg chg="mod">
          <ac:chgData name="Yeo Xiong Wei, Jonathan" userId="ac2b658e-7ce1-44bb-9f9f-bf4198ceaa29" providerId="ADAL" clId="{33EFB057-0B6D-4156-8389-D0E8AB4FDA65}" dt="2022-08-07T02:06:53.254" v="1300" actId="207"/>
          <ac:spMkLst>
            <pc:docMk/>
            <pc:sldMk cId="1079951681" sldId="447"/>
            <ac:spMk id="30722" creationId="{00000000-0000-0000-0000-000000000000}"/>
          </ac:spMkLst>
        </pc:spChg>
      </pc:sldChg>
      <pc:sldChg chg="addSp delSp mod modAnim">
        <pc:chgData name="Yeo Xiong Wei, Jonathan" userId="ac2b658e-7ce1-44bb-9f9f-bf4198ceaa29" providerId="ADAL" clId="{33EFB057-0B6D-4156-8389-D0E8AB4FDA65}" dt="2022-08-08T05:42:59.451" v="2313" actId="478"/>
        <pc:sldMkLst>
          <pc:docMk/>
          <pc:sldMk cId="231751381" sldId="448"/>
        </pc:sldMkLst>
        <pc:inkChg chg="add del">
          <ac:chgData name="Yeo Xiong Wei, Jonathan" userId="ac2b658e-7ce1-44bb-9f9f-bf4198ceaa29" providerId="ADAL" clId="{33EFB057-0B6D-4156-8389-D0E8AB4FDA65}" dt="2022-08-08T05:42:59.451" v="2313" actId="478"/>
          <ac:inkMkLst>
            <pc:docMk/>
            <pc:sldMk cId="231751381" sldId="448"/>
            <ac:inkMk id="2" creationId="{98A19C46-0A4C-651F-6520-54DB6836874B}"/>
          </ac:inkMkLst>
        </pc:inkChg>
      </pc:sldChg>
      <pc:sldChg chg="addSp delSp modSp mod modNotesTx">
        <pc:chgData name="Yeo Xiong Wei, Jonathan" userId="ac2b658e-7ce1-44bb-9f9f-bf4198ceaa29" providerId="ADAL" clId="{33EFB057-0B6D-4156-8389-D0E8AB4FDA65}" dt="2022-08-08T05:43:59.360" v="2347" actId="207"/>
        <pc:sldMkLst>
          <pc:docMk/>
          <pc:sldMk cId="3814582238" sldId="450"/>
        </pc:sldMkLst>
        <pc:spChg chg="mod">
          <ac:chgData name="Yeo Xiong Wei, Jonathan" userId="ac2b658e-7ce1-44bb-9f9f-bf4198ceaa29" providerId="ADAL" clId="{33EFB057-0B6D-4156-8389-D0E8AB4FDA65}" dt="2022-08-08T05:43:59.360" v="2347" actId="207"/>
          <ac:spMkLst>
            <pc:docMk/>
            <pc:sldMk cId="3814582238" sldId="450"/>
            <ac:spMk id="3" creationId="{5F1084EF-22C8-4EF1-B3AC-5CD9C82F5106}"/>
          </ac:spMkLst>
        </pc:spChg>
        <pc:spChg chg="add mod">
          <ac:chgData name="Yeo Xiong Wei, Jonathan" userId="ac2b658e-7ce1-44bb-9f9f-bf4198ceaa29" providerId="ADAL" clId="{33EFB057-0B6D-4156-8389-D0E8AB4FDA65}" dt="2022-08-02T12:02:58.996" v="457" actId="1076"/>
          <ac:spMkLst>
            <pc:docMk/>
            <pc:sldMk cId="3814582238" sldId="450"/>
            <ac:spMk id="13" creationId="{A707C753-8E53-7E98-A9B5-B46D3753F2D2}"/>
          </ac:spMkLst>
        </pc:spChg>
        <pc:graphicFrameChg chg="add del">
          <ac:chgData name="Yeo Xiong Wei, Jonathan" userId="ac2b658e-7ce1-44bb-9f9f-bf4198ceaa29" providerId="ADAL" clId="{33EFB057-0B6D-4156-8389-D0E8AB4FDA65}" dt="2022-08-02T11:35:59.154" v="394" actId="478"/>
          <ac:graphicFrameMkLst>
            <pc:docMk/>
            <pc:sldMk cId="3814582238" sldId="450"/>
            <ac:graphicFrameMk id="5" creationId="{3AE12779-E6F5-A237-45F8-F94D8339CF60}"/>
          </ac:graphicFrameMkLst>
        </pc:graphicFrameChg>
        <pc:graphicFrameChg chg="add del mod">
          <ac:chgData name="Yeo Xiong Wei, Jonathan" userId="ac2b658e-7ce1-44bb-9f9f-bf4198ceaa29" providerId="ADAL" clId="{33EFB057-0B6D-4156-8389-D0E8AB4FDA65}" dt="2022-08-02T11:42:39.035" v="414" actId="478"/>
          <ac:graphicFrameMkLst>
            <pc:docMk/>
            <pc:sldMk cId="3814582238" sldId="450"/>
            <ac:graphicFrameMk id="9" creationId="{23D83697-4FD0-CC49-7F6E-7A9EA8A52B3C}"/>
          </ac:graphicFrameMkLst>
        </pc:graphicFrameChg>
        <pc:graphicFrameChg chg="add del">
          <ac:chgData name="Yeo Xiong Wei, Jonathan" userId="ac2b658e-7ce1-44bb-9f9f-bf4198ceaa29" providerId="ADAL" clId="{33EFB057-0B6D-4156-8389-D0E8AB4FDA65}" dt="2022-08-02T11:54:26.834" v="416" actId="478"/>
          <ac:graphicFrameMkLst>
            <pc:docMk/>
            <pc:sldMk cId="3814582238" sldId="450"/>
            <ac:graphicFrameMk id="10" creationId="{7070B0B1-0772-9721-D9FA-0BF816BD0E6D}"/>
          </ac:graphicFrameMkLst>
        </pc:graphicFrameChg>
        <pc:picChg chg="add mod">
          <ac:chgData name="Yeo Xiong Wei, Jonathan" userId="ac2b658e-7ce1-44bb-9f9f-bf4198ceaa29" providerId="ADAL" clId="{33EFB057-0B6D-4156-8389-D0E8AB4FDA65}" dt="2022-08-02T12:02:58.996" v="457" actId="1076"/>
          <ac:picMkLst>
            <pc:docMk/>
            <pc:sldMk cId="3814582238" sldId="450"/>
            <ac:picMk id="12" creationId="{59B7ADAA-4806-0110-6439-477FFD25277F}"/>
          </ac:picMkLst>
        </pc:picChg>
        <pc:inkChg chg="add del">
          <ac:chgData name="Yeo Xiong Wei, Jonathan" userId="ac2b658e-7ce1-44bb-9f9f-bf4198ceaa29" providerId="ADAL" clId="{33EFB057-0B6D-4156-8389-D0E8AB4FDA65}" dt="2022-08-08T05:42:52.733" v="2311" actId="478"/>
          <ac:inkMkLst>
            <pc:docMk/>
            <pc:sldMk cId="3814582238" sldId="450"/>
            <ac:inkMk id="5" creationId="{D32E06FC-0226-DDAA-B084-7D3FB7C9EC02}"/>
          </ac:inkMkLst>
        </pc:inkChg>
      </pc:sldChg>
      <pc:sldChg chg="modSp mod">
        <pc:chgData name="Yeo Xiong Wei, Jonathan" userId="ac2b658e-7ce1-44bb-9f9f-bf4198ceaa29" providerId="ADAL" clId="{33EFB057-0B6D-4156-8389-D0E8AB4FDA65}" dt="2022-08-07T01:38:24.620" v="965" actId="404"/>
        <pc:sldMkLst>
          <pc:docMk/>
          <pc:sldMk cId="2124394728" sldId="454"/>
        </pc:sldMkLst>
        <pc:spChg chg="mod">
          <ac:chgData name="Yeo Xiong Wei, Jonathan" userId="ac2b658e-7ce1-44bb-9f9f-bf4198ceaa29" providerId="ADAL" clId="{33EFB057-0B6D-4156-8389-D0E8AB4FDA65}" dt="2022-08-07T01:38:24.620" v="965" actId="404"/>
          <ac:spMkLst>
            <pc:docMk/>
            <pc:sldMk cId="2124394728" sldId="454"/>
            <ac:spMk id="108546" creationId="{00000000-0000-0000-0000-000000000000}"/>
          </ac:spMkLst>
        </pc:spChg>
      </pc:sldChg>
      <pc:sldChg chg="modSp modAnim">
        <pc:chgData name="Yeo Xiong Wei, Jonathan" userId="ac2b658e-7ce1-44bb-9f9f-bf4198ceaa29" providerId="ADAL" clId="{33EFB057-0B6D-4156-8389-D0E8AB4FDA65}" dt="2022-08-07T02:20:28.563" v="1919"/>
        <pc:sldMkLst>
          <pc:docMk/>
          <pc:sldMk cId="2019000450" sldId="457"/>
        </pc:sldMkLst>
        <pc:spChg chg="mod">
          <ac:chgData name="Yeo Xiong Wei, Jonathan" userId="ac2b658e-7ce1-44bb-9f9f-bf4198ceaa29" providerId="ADAL" clId="{33EFB057-0B6D-4156-8389-D0E8AB4FDA65}" dt="2022-08-07T01:48:43.598" v="968" actId="6549"/>
          <ac:spMkLst>
            <pc:docMk/>
            <pc:sldMk cId="2019000450" sldId="457"/>
            <ac:spMk id="26626" creationId="{00000000-0000-0000-0000-000000000000}"/>
          </ac:spMkLst>
        </pc:spChg>
      </pc:sldChg>
      <pc:sldChg chg="modSp mod">
        <pc:chgData name="Yeo Xiong Wei, Jonathan" userId="ac2b658e-7ce1-44bb-9f9f-bf4198ceaa29" providerId="ADAL" clId="{33EFB057-0B6D-4156-8389-D0E8AB4FDA65}" dt="2022-08-07T01:52:33.281" v="1268" actId="207"/>
        <pc:sldMkLst>
          <pc:docMk/>
          <pc:sldMk cId="2211200058" sldId="459"/>
        </pc:sldMkLst>
        <pc:spChg chg="mod">
          <ac:chgData name="Yeo Xiong Wei, Jonathan" userId="ac2b658e-7ce1-44bb-9f9f-bf4198ceaa29" providerId="ADAL" clId="{33EFB057-0B6D-4156-8389-D0E8AB4FDA65}" dt="2022-08-07T01:52:33.281" v="1268" actId="207"/>
          <ac:spMkLst>
            <pc:docMk/>
            <pc:sldMk cId="2211200058" sldId="459"/>
            <ac:spMk id="30722" creationId="{00000000-0000-0000-0000-000000000000}"/>
          </ac:spMkLst>
        </pc:spChg>
      </pc:sldChg>
      <pc:sldChg chg="modSp mod">
        <pc:chgData name="Yeo Xiong Wei, Jonathan" userId="ac2b658e-7ce1-44bb-9f9f-bf4198ceaa29" providerId="ADAL" clId="{33EFB057-0B6D-4156-8389-D0E8AB4FDA65}" dt="2022-08-07T01:49:29.492" v="972" actId="20577"/>
        <pc:sldMkLst>
          <pc:docMk/>
          <pc:sldMk cId="3389477980" sldId="460"/>
        </pc:sldMkLst>
        <pc:spChg chg="mod">
          <ac:chgData name="Yeo Xiong Wei, Jonathan" userId="ac2b658e-7ce1-44bb-9f9f-bf4198ceaa29" providerId="ADAL" clId="{33EFB057-0B6D-4156-8389-D0E8AB4FDA65}" dt="2022-08-07T01:49:29.492" v="972" actId="20577"/>
          <ac:spMkLst>
            <pc:docMk/>
            <pc:sldMk cId="3389477980" sldId="460"/>
            <ac:spMk id="30722" creationId="{00000000-0000-0000-0000-000000000000}"/>
          </ac:spMkLst>
        </pc:spChg>
      </pc:sldChg>
      <pc:sldChg chg="modSp mod modAnim modNotesTx">
        <pc:chgData name="Yeo Xiong Wei, Jonathan" userId="ac2b658e-7ce1-44bb-9f9f-bf4198ceaa29" providerId="ADAL" clId="{33EFB057-0B6D-4156-8389-D0E8AB4FDA65}" dt="2022-08-10T04:06:24.588" v="2582" actId="207"/>
        <pc:sldMkLst>
          <pc:docMk/>
          <pc:sldMk cId="333518085" sldId="461"/>
        </pc:sldMkLst>
        <pc:spChg chg="mod">
          <ac:chgData name="Yeo Xiong Wei, Jonathan" userId="ac2b658e-7ce1-44bb-9f9f-bf4198ceaa29" providerId="ADAL" clId="{33EFB057-0B6D-4156-8389-D0E8AB4FDA65}" dt="2022-08-07T02:22:05.017" v="1930" actId="403"/>
          <ac:spMkLst>
            <pc:docMk/>
            <pc:sldMk cId="333518085" sldId="461"/>
            <ac:spMk id="7" creationId="{5E9DF522-5AD3-4366-84EF-AA804EBD70FB}"/>
          </ac:spMkLst>
        </pc:spChg>
        <pc:graphicFrameChg chg="mod">
          <ac:chgData name="Yeo Xiong Wei, Jonathan" userId="ac2b658e-7ce1-44bb-9f9f-bf4198ceaa29" providerId="ADAL" clId="{33EFB057-0B6D-4156-8389-D0E8AB4FDA65}" dt="2022-08-10T04:06:24.588" v="2582" actId="207"/>
          <ac:graphicFrameMkLst>
            <pc:docMk/>
            <pc:sldMk cId="333518085" sldId="461"/>
            <ac:graphicFrameMk id="3" creationId="{DA40652C-BEB4-409C-ADC7-1712AFE15E86}"/>
          </ac:graphicFrameMkLst>
        </pc:graphicFrameChg>
      </pc:sldChg>
      <pc:sldChg chg="addSp delSp modSp mod modAnim modNotesTx">
        <pc:chgData name="Yeo Xiong Wei, Jonathan" userId="ac2b658e-7ce1-44bb-9f9f-bf4198ceaa29" providerId="ADAL" clId="{33EFB057-0B6D-4156-8389-D0E8AB4FDA65}" dt="2022-08-08T05:47:19.267" v="2575" actId="20577"/>
        <pc:sldMkLst>
          <pc:docMk/>
          <pc:sldMk cId="2456290301" sldId="466"/>
        </pc:sldMkLst>
        <pc:spChg chg="mod">
          <ac:chgData name="Yeo Xiong Wei, Jonathan" userId="ac2b658e-7ce1-44bb-9f9f-bf4198ceaa29" providerId="ADAL" clId="{33EFB057-0B6D-4156-8389-D0E8AB4FDA65}" dt="2022-08-08T05:47:19.267" v="2575" actId="20577"/>
          <ac:spMkLst>
            <pc:docMk/>
            <pc:sldMk cId="2456290301" sldId="466"/>
            <ac:spMk id="12" creationId="{4213F190-B2B0-43F1-B1CA-727BDFB3A022}"/>
          </ac:spMkLst>
        </pc:spChg>
        <pc:inkChg chg="add del">
          <ac:chgData name="Yeo Xiong Wei, Jonathan" userId="ac2b658e-7ce1-44bb-9f9f-bf4198ceaa29" providerId="ADAL" clId="{33EFB057-0B6D-4156-8389-D0E8AB4FDA65}" dt="2022-08-08T05:41:13.562" v="2277" actId="478"/>
          <ac:inkMkLst>
            <pc:docMk/>
            <pc:sldMk cId="2456290301" sldId="466"/>
            <ac:inkMk id="3" creationId="{4904BD40-3086-FA38-F91F-C64B2908B130}"/>
          </ac:inkMkLst>
        </pc:inkChg>
      </pc:sldChg>
      <pc:sldChg chg="modSp mod modAnim">
        <pc:chgData name="Yeo Xiong Wei, Jonathan" userId="ac2b658e-7ce1-44bb-9f9f-bf4198ceaa29" providerId="ADAL" clId="{33EFB057-0B6D-4156-8389-D0E8AB4FDA65}" dt="2022-08-07T02:14:21.212" v="1575" actId="113"/>
        <pc:sldMkLst>
          <pc:docMk/>
          <pc:sldMk cId="4176872098" sldId="467"/>
        </pc:sldMkLst>
        <pc:spChg chg="mod">
          <ac:chgData name="Yeo Xiong Wei, Jonathan" userId="ac2b658e-7ce1-44bb-9f9f-bf4198ceaa29" providerId="ADAL" clId="{33EFB057-0B6D-4156-8389-D0E8AB4FDA65}" dt="2022-08-07T02:14:21.212" v="1575" actId="113"/>
          <ac:spMkLst>
            <pc:docMk/>
            <pc:sldMk cId="4176872098" sldId="467"/>
            <ac:spMk id="15" creationId="{DE9257EB-214B-4269-851D-81659C6D38BA}"/>
          </ac:spMkLst>
        </pc:spChg>
      </pc:sldChg>
      <pc:sldChg chg="addSp delSp modSp mod modAnim">
        <pc:chgData name="Yeo Xiong Wei, Jonathan" userId="ac2b658e-7ce1-44bb-9f9f-bf4198ceaa29" providerId="ADAL" clId="{33EFB057-0B6D-4156-8389-D0E8AB4FDA65}" dt="2022-08-08T05:42:45.620" v="2309" actId="478"/>
        <pc:sldMkLst>
          <pc:docMk/>
          <pc:sldMk cId="2488753836" sldId="468"/>
        </pc:sldMkLst>
        <pc:spChg chg="mod">
          <ac:chgData name="Yeo Xiong Wei, Jonathan" userId="ac2b658e-7ce1-44bb-9f9f-bf4198ceaa29" providerId="ADAL" clId="{33EFB057-0B6D-4156-8389-D0E8AB4FDA65}" dt="2022-08-07T01:15:10.080" v="549" actId="403"/>
          <ac:spMkLst>
            <pc:docMk/>
            <pc:sldMk cId="2488753836" sldId="468"/>
            <ac:spMk id="4" creationId="{F70768E3-1792-40A0-9B95-1680E102103F}"/>
          </ac:spMkLst>
        </pc:spChg>
        <pc:inkChg chg="add del">
          <ac:chgData name="Yeo Xiong Wei, Jonathan" userId="ac2b658e-7ce1-44bb-9f9f-bf4198ceaa29" providerId="ADAL" clId="{33EFB057-0B6D-4156-8389-D0E8AB4FDA65}" dt="2022-08-08T05:42:45.620" v="2309" actId="478"/>
          <ac:inkMkLst>
            <pc:docMk/>
            <pc:sldMk cId="2488753836" sldId="468"/>
            <ac:inkMk id="2" creationId="{CC94E1AA-8E59-4609-3754-42ECF572A990}"/>
          </ac:inkMkLst>
        </pc:inkChg>
      </pc:sldChg>
      <pc:sldChg chg="modSp mod modAnim">
        <pc:chgData name="Yeo Xiong Wei, Jonathan" userId="ac2b658e-7ce1-44bb-9f9f-bf4198ceaa29" providerId="ADAL" clId="{33EFB057-0B6D-4156-8389-D0E8AB4FDA65}" dt="2022-08-07T02:21:01.275" v="1925"/>
        <pc:sldMkLst>
          <pc:docMk/>
          <pc:sldMk cId="343509085" sldId="474"/>
        </pc:sldMkLst>
        <pc:spChg chg="mod">
          <ac:chgData name="Yeo Xiong Wei, Jonathan" userId="ac2b658e-7ce1-44bb-9f9f-bf4198ceaa29" providerId="ADAL" clId="{33EFB057-0B6D-4156-8389-D0E8AB4FDA65}" dt="2022-08-07T02:05:50.154" v="1290" actId="20577"/>
          <ac:spMkLst>
            <pc:docMk/>
            <pc:sldMk cId="343509085" sldId="474"/>
            <ac:spMk id="29698" creationId="{00000000-0000-0000-0000-000000000000}"/>
          </ac:spMkLst>
        </pc:spChg>
      </pc:sldChg>
      <pc:sldChg chg="modSp mod modAnim">
        <pc:chgData name="Yeo Xiong Wei, Jonathan" userId="ac2b658e-7ce1-44bb-9f9f-bf4198ceaa29" providerId="ADAL" clId="{33EFB057-0B6D-4156-8389-D0E8AB4FDA65}" dt="2022-08-07T02:12:26.824" v="1567"/>
        <pc:sldMkLst>
          <pc:docMk/>
          <pc:sldMk cId="2404116972" sldId="475"/>
        </pc:sldMkLst>
        <pc:spChg chg="mod">
          <ac:chgData name="Yeo Xiong Wei, Jonathan" userId="ac2b658e-7ce1-44bb-9f9f-bf4198ceaa29" providerId="ADAL" clId="{33EFB057-0B6D-4156-8389-D0E8AB4FDA65}" dt="2022-08-07T02:06:44.291" v="1298" actId="207"/>
          <ac:spMkLst>
            <pc:docMk/>
            <pc:sldMk cId="2404116972" sldId="475"/>
            <ac:spMk id="30722" creationId="{00000000-0000-0000-0000-000000000000}"/>
          </ac:spMkLst>
        </pc:spChg>
      </pc:sldChg>
      <pc:sldChg chg="modSp modAnim">
        <pc:chgData name="Yeo Xiong Wei, Jonathan" userId="ac2b658e-7ce1-44bb-9f9f-bf4198ceaa29" providerId="ADAL" clId="{33EFB057-0B6D-4156-8389-D0E8AB4FDA65}" dt="2022-08-07T02:21:19.386" v="1928"/>
        <pc:sldMkLst>
          <pc:docMk/>
          <pc:sldMk cId="174994872" sldId="477"/>
        </pc:sldMkLst>
        <pc:spChg chg="mod">
          <ac:chgData name="Yeo Xiong Wei, Jonathan" userId="ac2b658e-7ce1-44bb-9f9f-bf4198ceaa29" providerId="ADAL" clId="{33EFB057-0B6D-4156-8389-D0E8AB4FDA65}" dt="2022-08-07T02:07:08.104" v="1303" actId="207"/>
          <ac:spMkLst>
            <pc:docMk/>
            <pc:sldMk cId="174994872" sldId="477"/>
            <ac:spMk id="30722" creationId="{00000000-0000-0000-0000-000000000000}"/>
          </ac:spMkLst>
        </pc:spChg>
      </pc:sldChg>
      <pc:sldChg chg="addSp delSp modSp mod modAnim">
        <pc:chgData name="Yeo Xiong Wei, Jonathan" userId="ac2b658e-7ce1-44bb-9f9f-bf4198ceaa29" providerId="ADAL" clId="{33EFB057-0B6D-4156-8389-D0E8AB4FDA65}" dt="2022-08-08T05:42:48.597" v="2310" actId="478"/>
        <pc:sldMkLst>
          <pc:docMk/>
          <pc:sldMk cId="1779729360" sldId="478"/>
        </pc:sldMkLst>
        <pc:spChg chg="mod">
          <ac:chgData name="Yeo Xiong Wei, Jonathan" userId="ac2b658e-7ce1-44bb-9f9f-bf4198ceaa29" providerId="ADAL" clId="{33EFB057-0B6D-4156-8389-D0E8AB4FDA65}" dt="2022-08-07T01:13:56.624" v="543" actId="207"/>
          <ac:spMkLst>
            <pc:docMk/>
            <pc:sldMk cId="1779729360" sldId="478"/>
            <ac:spMk id="15" creationId="{DE9257EB-214B-4269-851D-81659C6D38BA}"/>
          </ac:spMkLst>
        </pc:spChg>
        <pc:inkChg chg="add del">
          <ac:chgData name="Yeo Xiong Wei, Jonathan" userId="ac2b658e-7ce1-44bb-9f9f-bf4198ceaa29" providerId="ADAL" clId="{33EFB057-0B6D-4156-8389-D0E8AB4FDA65}" dt="2022-08-08T05:42:48.597" v="2310" actId="478"/>
          <ac:inkMkLst>
            <pc:docMk/>
            <pc:sldMk cId="1779729360" sldId="478"/>
            <ac:inkMk id="4" creationId="{BE320DEF-6B2D-AE67-C0C1-26DA7131A812}"/>
          </ac:inkMkLst>
        </pc:inkChg>
      </pc:sldChg>
      <pc:sldChg chg="modAnim">
        <pc:chgData name="Yeo Xiong Wei, Jonathan" userId="ac2b658e-7ce1-44bb-9f9f-bf4198ceaa29" providerId="ADAL" clId="{33EFB057-0B6D-4156-8389-D0E8AB4FDA65}" dt="2022-08-07T02:26:30.713" v="1990"/>
        <pc:sldMkLst>
          <pc:docMk/>
          <pc:sldMk cId="3979567326" sldId="479"/>
        </pc:sldMkLst>
      </pc:sldChg>
      <pc:sldChg chg="modSp mod modAnim">
        <pc:chgData name="Yeo Xiong Wei, Jonathan" userId="ac2b658e-7ce1-44bb-9f9f-bf4198ceaa29" providerId="ADAL" clId="{33EFB057-0B6D-4156-8389-D0E8AB4FDA65}" dt="2022-08-07T02:19:52.229" v="1918" actId="20577"/>
        <pc:sldMkLst>
          <pc:docMk/>
          <pc:sldMk cId="1074021624" sldId="480"/>
        </pc:sldMkLst>
        <pc:spChg chg="mod">
          <ac:chgData name="Yeo Xiong Wei, Jonathan" userId="ac2b658e-7ce1-44bb-9f9f-bf4198ceaa29" providerId="ADAL" clId="{33EFB057-0B6D-4156-8389-D0E8AB4FDA65}" dt="2022-08-07T02:19:51.642" v="1917" actId="20577"/>
          <ac:spMkLst>
            <pc:docMk/>
            <pc:sldMk cId="1074021624" sldId="480"/>
            <ac:spMk id="12" creationId="{4213F190-B2B0-43F1-B1CA-727BDFB3A022}"/>
          </ac:spMkLst>
        </pc:spChg>
      </pc:sldChg>
      <pc:sldChg chg="modSp mod modAnim">
        <pc:chgData name="Yeo Xiong Wei, Jonathan" userId="ac2b658e-7ce1-44bb-9f9f-bf4198ceaa29" providerId="ADAL" clId="{33EFB057-0B6D-4156-8389-D0E8AB4FDA65}" dt="2022-08-07T02:26:54.053" v="1994" actId="115"/>
        <pc:sldMkLst>
          <pc:docMk/>
          <pc:sldMk cId="494314217" sldId="526"/>
        </pc:sldMkLst>
        <pc:spChg chg="mod">
          <ac:chgData name="Yeo Xiong Wei, Jonathan" userId="ac2b658e-7ce1-44bb-9f9f-bf4198ceaa29" providerId="ADAL" clId="{33EFB057-0B6D-4156-8389-D0E8AB4FDA65}" dt="2022-08-07T02:26:54.053" v="1994" actId="115"/>
          <ac:spMkLst>
            <pc:docMk/>
            <pc:sldMk cId="494314217" sldId="526"/>
            <ac:spMk id="7" creationId="{5E9DF522-5AD3-4366-84EF-AA804EBD70FB}"/>
          </ac:spMkLst>
        </pc:spChg>
      </pc:sldChg>
      <pc:sldChg chg="modSp mod modAnim">
        <pc:chgData name="Yeo Xiong Wei, Jonathan" userId="ac2b658e-7ce1-44bb-9f9f-bf4198ceaa29" providerId="ADAL" clId="{33EFB057-0B6D-4156-8389-D0E8AB4FDA65}" dt="2022-08-09T13:36:22.110" v="2576" actId="113"/>
        <pc:sldMkLst>
          <pc:docMk/>
          <pc:sldMk cId="3686239555" sldId="527"/>
        </pc:sldMkLst>
        <pc:spChg chg="mod">
          <ac:chgData name="Yeo Xiong Wei, Jonathan" userId="ac2b658e-7ce1-44bb-9f9f-bf4198ceaa29" providerId="ADAL" clId="{33EFB057-0B6D-4156-8389-D0E8AB4FDA65}" dt="2022-08-09T13:36:22.110" v="2576" actId="113"/>
          <ac:spMkLst>
            <pc:docMk/>
            <pc:sldMk cId="3686239555" sldId="527"/>
            <ac:spMk id="3" creationId="{F6166362-5747-4CF8-8778-889699D343D3}"/>
          </ac:spMkLst>
        </pc:spChg>
        <pc:spChg chg="mod">
          <ac:chgData name="Yeo Xiong Wei, Jonathan" userId="ac2b658e-7ce1-44bb-9f9f-bf4198ceaa29" providerId="ADAL" clId="{33EFB057-0B6D-4156-8389-D0E8AB4FDA65}" dt="2022-08-07T01:22:56.452" v="955" actId="14100"/>
          <ac:spMkLst>
            <pc:docMk/>
            <pc:sldMk cId="3686239555" sldId="527"/>
            <ac:spMk id="5" creationId="{761D1CDC-8DE9-A479-D00E-79CC72161459}"/>
          </ac:spMkLst>
        </pc:spChg>
      </pc:sldChg>
      <pc:sldChg chg="addSp delSp modSp add mod modNotesTx">
        <pc:chgData name="Yeo Xiong Wei, Jonathan" userId="ac2b658e-7ce1-44bb-9f9f-bf4198ceaa29" providerId="ADAL" clId="{33EFB057-0B6D-4156-8389-D0E8AB4FDA65}" dt="2022-08-08T05:45:00.607" v="2388" actId="207"/>
        <pc:sldMkLst>
          <pc:docMk/>
          <pc:sldMk cId="1435516767" sldId="528"/>
        </pc:sldMkLst>
        <pc:spChg chg="mod">
          <ac:chgData name="Yeo Xiong Wei, Jonathan" userId="ac2b658e-7ce1-44bb-9f9f-bf4198ceaa29" providerId="ADAL" clId="{33EFB057-0B6D-4156-8389-D0E8AB4FDA65}" dt="2022-07-29T01:32:07.633" v="37" actId="20577"/>
          <ac:spMkLst>
            <pc:docMk/>
            <pc:sldMk cId="1435516767" sldId="528"/>
            <ac:spMk id="2" creationId="{2CB5D650-87DA-40F9-8CA6-5134E768F879}"/>
          </ac:spMkLst>
        </pc:spChg>
        <pc:spChg chg="mod">
          <ac:chgData name="Yeo Xiong Wei, Jonathan" userId="ac2b658e-7ce1-44bb-9f9f-bf4198ceaa29" providerId="ADAL" clId="{33EFB057-0B6D-4156-8389-D0E8AB4FDA65}" dt="2022-08-08T05:45:00.607" v="2388" actId="207"/>
          <ac:spMkLst>
            <pc:docMk/>
            <pc:sldMk cId="1435516767" sldId="528"/>
            <ac:spMk id="3" creationId="{5F1084EF-22C8-4EF1-B3AC-5CD9C82F5106}"/>
          </ac:spMkLst>
        </pc:spChg>
        <pc:spChg chg="add mod">
          <ac:chgData name="Yeo Xiong Wei, Jonathan" userId="ac2b658e-7ce1-44bb-9f9f-bf4198ceaa29" providerId="ADAL" clId="{33EFB057-0B6D-4156-8389-D0E8AB4FDA65}" dt="2022-08-02T12:03:09.172" v="458"/>
          <ac:spMkLst>
            <pc:docMk/>
            <pc:sldMk cId="1435516767" sldId="528"/>
            <ac:spMk id="10" creationId="{A713A444-2441-5F6C-E78C-46D0498186F8}"/>
          </ac:spMkLst>
        </pc:spChg>
        <pc:graphicFrameChg chg="del">
          <ac:chgData name="Yeo Xiong Wei, Jonathan" userId="ac2b658e-7ce1-44bb-9f9f-bf4198ceaa29" providerId="ADAL" clId="{33EFB057-0B6D-4156-8389-D0E8AB4FDA65}" dt="2022-07-29T01:30:02.705" v="1" actId="478"/>
          <ac:graphicFrameMkLst>
            <pc:docMk/>
            <pc:sldMk cId="1435516767" sldId="528"/>
            <ac:graphicFrameMk id="8" creationId="{537FCC72-DF52-42B4-9360-ED4DF6B16505}"/>
          </ac:graphicFrameMkLst>
        </pc:graphicFrameChg>
        <pc:graphicFrameChg chg="add mod">
          <ac:chgData name="Yeo Xiong Wei, Jonathan" userId="ac2b658e-7ce1-44bb-9f9f-bf4198ceaa29" providerId="ADAL" clId="{33EFB057-0B6D-4156-8389-D0E8AB4FDA65}" dt="2022-07-29T04:53:19.559" v="363" actId="20577"/>
          <ac:graphicFrameMkLst>
            <pc:docMk/>
            <pc:sldMk cId="1435516767" sldId="528"/>
            <ac:graphicFrameMk id="9" creationId="{2F18B97B-87E9-1F2E-CBA3-6107F2987DB1}"/>
          </ac:graphicFrameMkLst>
        </pc:graphicFrameChg>
        <pc:picChg chg="add mod">
          <ac:chgData name="Yeo Xiong Wei, Jonathan" userId="ac2b658e-7ce1-44bb-9f9f-bf4198ceaa29" providerId="ADAL" clId="{33EFB057-0B6D-4156-8389-D0E8AB4FDA65}" dt="2022-08-02T12:03:09.172" v="458"/>
          <ac:picMkLst>
            <pc:docMk/>
            <pc:sldMk cId="1435516767" sldId="528"/>
            <ac:picMk id="8" creationId="{6FD7218C-BA1E-7933-B57D-DEB30A64DD00}"/>
          </ac:picMkLst>
        </pc:picChg>
        <pc:inkChg chg="add del mod">
          <ac:chgData name="Yeo Xiong Wei, Jonathan" userId="ac2b658e-7ce1-44bb-9f9f-bf4198ceaa29" providerId="ADAL" clId="{33EFB057-0B6D-4156-8389-D0E8AB4FDA65}" dt="2022-08-08T05:44:04.932" v="2349" actId="478"/>
          <ac:inkMkLst>
            <pc:docMk/>
            <pc:sldMk cId="1435516767" sldId="528"/>
            <ac:inkMk id="5" creationId="{668E3218-001B-87E9-6EB6-9497E6D12AA8}"/>
          </ac:inkMkLst>
        </pc:inkChg>
      </pc:sldChg>
    </pc:docChg>
  </pc:docChgLst>
  <pc:docChgLst>
    <pc:chgData name="Yeo Xiong Wei, Jonathan" userId="ac2b658e-7ce1-44bb-9f9f-bf4198ceaa29" providerId="ADAL" clId="{E3AC5BB1-CEA7-4F74-ADCF-6606F6BF0578}"/>
    <pc:docChg chg="undo custSel addSld delSld modSld sldOrd">
      <pc:chgData name="Yeo Xiong Wei, Jonathan" userId="ac2b658e-7ce1-44bb-9f9f-bf4198ceaa29" providerId="ADAL" clId="{E3AC5BB1-CEA7-4F74-ADCF-6606F6BF0578}" dt="2023-05-05T11:49:55.249" v="4651" actId="20577"/>
      <pc:docMkLst>
        <pc:docMk/>
      </pc:docMkLst>
      <pc:sldChg chg="modSp mod">
        <pc:chgData name="Yeo Xiong Wei, Jonathan" userId="ac2b658e-7ce1-44bb-9f9f-bf4198ceaa29" providerId="ADAL" clId="{E3AC5BB1-CEA7-4F74-ADCF-6606F6BF0578}" dt="2023-05-05T06:41:08.140" v="908" actId="6549"/>
        <pc:sldMkLst>
          <pc:docMk/>
          <pc:sldMk cId="1913572987" sldId="297"/>
        </pc:sldMkLst>
        <pc:spChg chg="mod">
          <ac:chgData name="Yeo Xiong Wei, Jonathan" userId="ac2b658e-7ce1-44bb-9f9f-bf4198ceaa29" providerId="ADAL" clId="{E3AC5BB1-CEA7-4F74-ADCF-6606F6BF0578}" dt="2023-05-05T06:41:08.140" v="908" actId="6549"/>
          <ac:spMkLst>
            <pc:docMk/>
            <pc:sldMk cId="1913572987" sldId="297"/>
            <ac:spMk id="26626" creationId="{00000000-0000-0000-0000-000000000000}"/>
          </ac:spMkLst>
        </pc:spChg>
      </pc:sldChg>
      <pc:sldChg chg="addSp modSp mod addAnim delAnim modAnim">
        <pc:chgData name="Yeo Xiong Wei, Jonathan" userId="ac2b658e-7ce1-44bb-9f9f-bf4198ceaa29" providerId="ADAL" clId="{E3AC5BB1-CEA7-4F74-ADCF-6606F6BF0578}" dt="2023-05-05T06:44:51.132" v="1094" actId="14100"/>
        <pc:sldMkLst>
          <pc:docMk/>
          <pc:sldMk cId="557807413" sldId="300"/>
        </pc:sldMkLst>
        <pc:spChg chg="add mod">
          <ac:chgData name="Yeo Xiong Wei, Jonathan" userId="ac2b658e-7ce1-44bb-9f9f-bf4198ceaa29" providerId="ADAL" clId="{E3AC5BB1-CEA7-4F74-ADCF-6606F6BF0578}" dt="2023-05-05T06:44:22.385" v="1089" actId="20577"/>
          <ac:spMkLst>
            <pc:docMk/>
            <pc:sldMk cId="557807413" sldId="300"/>
            <ac:spMk id="2" creationId="{C1190123-918A-39CB-E629-69AB9B0DB08D}"/>
          </ac:spMkLst>
        </pc:spChg>
        <pc:spChg chg="mod">
          <ac:chgData name="Yeo Xiong Wei, Jonathan" userId="ac2b658e-7ce1-44bb-9f9f-bf4198ceaa29" providerId="ADAL" clId="{E3AC5BB1-CEA7-4F74-ADCF-6606F6BF0578}" dt="2023-05-05T06:43:07.914" v="917" actId="14100"/>
          <ac:spMkLst>
            <pc:docMk/>
            <pc:sldMk cId="557807413" sldId="300"/>
            <ac:spMk id="29698" creationId="{00000000-0000-0000-0000-000000000000}"/>
          </ac:spMkLst>
        </pc:spChg>
        <pc:cxnChg chg="add mod">
          <ac:chgData name="Yeo Xiong Wei, Jonathan" userId="ac2b658e-7ce1-44bb-9f9f-bf4198ceaa29" providerId="ADAL" clId="{E3AC5BB1-CEA7-4F74-ADCF-6606F6BF0578}" dt="2023-05-05T06:44:51.132" v="1094" actId="14100"/>
          <ac:cxnSpMkLst>
            <pc:docMk/>
            <pc:sldMk cId="557807413" sldId="300"/>
            <ac:cxnSpMk id="5" creationId="{D9F09EBE-BC62-D630-1C3F-944FDDE380BE}"/>
          </ac:cxnSpMkLst>
        </pc:cxnChg>
      </pc:sldChg>
      <pc:sldChg chg="modSp mod">
        <pc:chgData name="Yeo Xiong Wei, Jonathan" userId="ac2b658e-7ce1-44bb-9f9f-bf4198ceaa29" providerId="ADAL" clId="{E3AC5BB1-CEA7-4F74-ADCF-6606F6BF0578}" dt="2023-05-05T07:05:20.053" v="1393" actId="20577"/>
        <pc:sldMkLst>
          <pc:docMk/>
          <pc:sldMk cId="578903766" sldId="301"/>
        </pc:sldMkLst>
        <pc:spChg chg="mod">
          <ac:chgData name="Yeo Xiong Wei, Jonathan" userId="ac2b658e-7ce1-44bb-9f9f-bf4198ceaa29" providerId="ADAL" clId="{E3AC5BB1-CEA7-4F74-ADCF-6606F6BF0578}" dt="2023-05-05T07:05:20.053" v="1393" actId="20577"/>
          <ac:spMkLst>
            <pc:docMk/>
            <pc:sldMk cId="578903766" sldId="301"/>
            <ac:spMk id="30722" creationId="{00000000-0000-0000-0000-000000000000}"/>
          </ac:spMkLst>
        </pc:spChg>
      </pc:sldChg>
      <pc:sldChg chg="modSp mod">
        <pc:chgData name="Yeo Xiong Wei, Jonathan" userId="ac2b658e-7ce1-44bb-9f9f-bf4198ceaa29" providerId="ADAL" clId="{E3AC5BB1-CEA7-4F74-ADCF-6606F6BF0578}" dt="2023-05-05T11:20:34.888" v="4187" actId="403"/>
        <pc:sldMkLst>
          <pc:docMk/>
          <pc:sldMk cId="3538743933" sldId="304"/>
        </pc:sldMkLst>
        <pc:spChg chg="mod">
          <ac:chgData name="Yeo Xiong Wei, Jonathan" userId="ac2b658e-7ce1-44bb-9f9f-bf4198ceaa29" providerId="ADAL" clId="{E3AC5BB1-CEA7-4F74-ADCF-6606F6BF0578}" dt="2023-05-05T11:20:34.888" v="4187" actId="403"/>
          <ac:spMkLst>
            <pc:docMk/>
            <pc:sldMk cId="3538743933" sldId="304"/>
            <ac:spMk id="15" creationId="{DE9257EB-214B-4269-851D-81659C6D38BA}"/>
          </ac:spMkLst>
        </pc:spChg>
      </pc:sldChg>
      <pc:sldChg chg="modSp">
        <pc:chgData name="Yeo Xiong Wei, Jonathan" userId="ac2b658e-7ce1-44bb-9f9f-bf4198ceaa29" providerId="ADAL" clId="{E3AC5BB1-CEA7-4F74-ADCF-6606F6BF0578}" dt="2023-05-05T11:19:56.454" v="4186" actId="20577"/>
        <pc:sldMkLst>
          <pc:docMk/>
          <pc:sldMk cId="1344189785" sldId="370"/>
        </pc:sldMkLst>
        <pc:spChg chg="mod">
          <ac:chgData name="Yeo Xiong Wei, Jonathan" userId="ac2b658e-7ce1-44bb-9f9f-bf4198ceaa29" providerId="ADAL" clId="{E3AC5BB1-CEA7-4F74-ADCF-6606F6BF0578}" dt="2023-05-05T11:19:56.454" v="4186" actId="20577"/>
          <ac:spMkLst>
            <pc:docMk/>
            <pc:sldMk cId="1344189785" sldId="370"/>
            <ac:spMk id="3" creationId="{F6166362-5747-4CF8-8778-889699D343D3}"/>
          </ac:spMkLst>
        </pc:spChg>
      </pc:sldChg>
      <pc:sldChg chg="modSp">
        <pc:chgData name="Yeo Xiong Wei, Jonathan" userId="ac2b658e-7ce1-44bb-9f9f-bf4198ceaa29" providerId="ADAL" clId="{E3AC5BB1-CEA7-4F74-ADCF-6606F6BF0578}" dt="2023-05-05T08:44:12.806" v="2641" actId="20577"/>
        <pc:sldMkLst>
          <pc:docMk/>
          <pc:sldMk cId="1569219197" sldId="422"/>
        </pc:sldMkLst>
        <pc:spChg chg="mod">
          <ac:chgData name="Yeo Xiong Wei, Jonathan" userId="ac2b658e-7ce1-44bb-9f9f-bf4198ceaa29" providerId="ADAL" clId="{E3AC5BB1-CEA7-4F74-ADCF-6606F6BF0578}" dt="2023-05-05T08:44:12.806" v="2641" actId="20577"/>
          <ac:spMkLst>
            <pc:docMk/>
            <pc:sldMk cId="1569219197" sldId="422"/>
            <ac:spMk id="30722" creationId="{00000000-0000-0000-0000-000000000000}"/>
          </ac:spMkLst>
        </pc:spChg>
      </pc:sldChg>
      <pc:sldChg chg="modSp ord modAnim">
        <pc:chgData name="Yeo Xiong Wei, Jonathan" userId="ac2b658e-7ce1-44bb-9f9f-bf4198ceaa29" providerId="ADAL" clId="{E3AC5BB1-CEA7-4F74-ADCF-6606F6BF0578}" dt="2023-05-05T08:30:46.921" v="2262"/>
        <pc:sldMkLst>
          <pc:docMk/>
          <pc:sldMk cId="429090458" sldId="424"/>
        </pc:sldMkLst>
        <pc:spChg chg="mod">
          <ac:chgData name="Yeo Xiong Wei, Jonathan" userId="ac2b658e-7ce1-44bb-9f9f-bf4198ceaa29" providerId="ADAL" clId="{E3AC5BB1-CEA7-4F74-ADCF-6606F6BF0578}" dt="2023-05-05T08:30:46.921" v="2262"/>
          <ac:spMkLst>
            <pc:docMk/>
            <pc:sldMk cId="429090458" sldId="424"/>
            <ac:spMk id="30722" creationId="{00000000-0000-0000-0000-000000000000}"/>
          </ac:spMkLst>
        </pc:spChg>
      </pc:sldChg>
      <pc:sldChg chg="modSp mod ord modAnim">
        <pc:chgData name="Yeo Xiong Wei, Jonathan" userId="ac2b658e-7ce1-44bb-9f9f-bf4198ceaa29" providerId="ADAL" clId="{E3AC5BB1-CEA7-4F74-ADCF-6606F6BF0578}" dt="2023-05-05T08:48:40.609" v="2896" actId="207"/>
        <pc:sldMkLst>
          <pc:docMk/>
          <pc:sldMk cId="2086731832" sldId="425"/>
        </pc:sldMkLst>
        <pc:spChg chg="mod">
          <ac:chgData name="Yeo Xiong Wei, Jonathan" userId="ac2b658e-7ce1-44bb-9f9f-bf4198ceaa29" providerId="ADAL" clId="{E3AC5BB1-CEA7-4F74-ADCF-6606F6BF0578}" dt="2023-05-05T08:44:33.554" v="2645" actId="20577"/>
          <ac:spMkLst>
            <pc:docMk/>
            <pc:sldMk cId="2086731832" sldId="425"/>
            <ac:spMk id="7" creationId="{826F1182-879D-432F-85AE-1244E7A56471}"/>
          </ac:spMkLst>
        </pc:spChg>
        <pc:spChg chg="mod">
          <ac:chgData name="Yeo Xiong Wei, Jonathan" userId="ac2b658e-7ce1-44bb-9f9f-bf4198ceaa29" providerId="ADAL" clId="{E3AC5BB1-CEA7-4F74-ADCF-6606F6BF0578}" dt="2023-05-05T08:44:30.036" v="2643" actId="20577"/>
          <ac:spMkLst>
            <pc:docMk/>
            <pc:sldMk cId="2086731832" sldId="425"/>
            <ac:spMk id="8" creationId="{2E59604C-9DFA-48E8-89F2-7EDC1EF00B0E}"/>
          </ac:spMkLst>
        </pc:spChg>
        <pc:spChg chg="mod">
          <ac:chgData name="Yeo Xiong Wei, Jonathan" userId="ac2b658e-7ce1-44bb-9f9f-bf4198ceaa29" providerId="ADAL" clId="{E3AC5BB1-CEA7-4F74-ADCF-6606F6BF0578}" dt="2023-05-05T08:47:46.469" v="2878" actId="20577"/>
          <ac:spMkLst>
            <pc:docMk/>
            <pc:sldMk cId="2086731832" sldId="425"/>
            <ac:spMk id="30721" creationId="{00000000-0000-0000-0000-000000000000}"/>
          </ac:spMkLst>
        </pc:spChg>
        <pc:spChg chg="mod">
          <ac:chgData name="Yeo Xiong Wei, Jonathan" userId="ac2b658e-7ce1-44bb-9f9f-bf4198ceaa29" providerId="ADAL" clId="{E3AC5BB1-CEA7-4F74-ADCF-6606F6BF0578}" dt="2023-05-05T08:48:02.317" v="2894" actId="20577"/>
          <ac:spMkLst>
            <pc:docMk/>
            <pc:sldMk cId="2086731832" sldId="425"/>
            <ac:spMk id="30722" creationId="{00000000-0000-0000-0000-000000000000}"/>
          </ac:spMkLst>
        </pc:spChg>
        <pc:graphicFrameChg chg="modGraphic">
          <ac:chgData name="Yeo Xiong Wei, Jonathan" userId="ac2b658e-7ce1-44bb-9f9f-bf4198ceaa29" providerId="ADAL" clId="{E3AC5BB1-CEA7-4F74-ADCF-6606F6BF0578}" dt="2023-05-05T08:48:40.609" v="2896" actId="207"/>
          <ac:graphicFrameMkLst>
            <pc:docMk/>
            <pc:sldMk cId="2086731832" sldId="425"/>
            <ac:graphicFrameMk id="5" creationId="{ADE0C296-7B7A-4B31-B798-26113A220A4B}"/>
          </ac:graphicFrameMkLst>
        </pc:graphicFrameChg>
      </pc:sldChg>
      <pc:sldChg chg="modSp modAnim">
        <pc:chgData name="Yeo Xiong Wei, Jonathan" userId="ac2b658e-7ce1-44bb-9f9f-bf4198ceaa29" providerId="ADAL" clId="{E3AC5BB1-CEA7-4F74-ADCF-6606F6BF0578}" dt="2023-05-05T10:55:55.361" v="3194" actId="20577"/>
        <pc:sldMkLst>
          <pc:docMk/>
          <pc:sldMk cId="2688372202" sldId="426"/>
        </pc:sldMkLst>
        <pc:spChg chg="mod">
          <ac:chgData name="Yeo Xiong Wei, Jonathan" userId="ac2b658e-7ce1-44bb-9f9f-bf4198ceaa29" providerId="ADAL" clId="{E3AC5BB1-CEA7-4F74-ADCF-6606F6BF0578}" dt="2023-05-05T10:55:55.361" v="3194" actId="20577"/>
          <ac:spMkLst>
            <pc:docMk/>
            <pc:sldMk cId="2688372202" sldId="426"/>
            <ac:spMk id="30722" creationId="{00000000-0000-0000-0000-000000000000}"/>
          </ac:spMkLst>
        </pc:spChg>
      </pc:sldChg>
      <pc:sldChg chg="modSp">
        <pc:chgData name="Yeo Xiong Wei, Jonathan" userId="ac2b658e-7ce1-44bb-9f9f-bf4198ceaa29" providerId="ADAL" clId="{E3AC5BB1-CEA7-4F74-ADCF-6606F6BF0578}" dt="2023-05-05T11:22:44.389" v="4322" actId="20577"/>
        <pc:sldMkLst>
          <pc:docMk/>
          <pc:sldMk cId="238113673" sldId="429"/>
        </pc:sldMkLst>
        <pc:spChg chg="mod">
          <ac:chgData name="Yeo Xiong Wei, Jonathan" userId="ac2b658e-7ce1-44bb-9f9f-bf4198ceaa29" providerId="ADAL" clId="{E3AC5BB1-CEA7-4F74-ADCF-6606F6BF0578}" dt="2023-05-05T11:22:44.389" v="4322" actId="20577"/>
          <ac:spMkLst>
            <pc:docMk/>
            <pc:sldMk cId="238113673" sldId="429"/>
            <ac:spMk id="7" creationId="{5E9DF522-5AD3-4366-84EF-AA804EBD70FB}"/>
          </ac:spMkLst>
        </pc:spChg>
      </pc:sldChg>
      <pc:sldChg chg="modSp mod">
        <pc:chgData name="Yeo Xiong Wei, Jonathan" userId="ac2b658e-7ce1-44bb-9f9f-bf4198ceaa29" providerId="ADAL" clId="{E3AC5BB1-CEA7-4F74-ADCF-6606F6BF0578}" dt="2023-05-05T08:37:42.782" v="2521" actId="14100"/>
        <pc:sldMkLst>
          <pc:docMk/>
          <pc:sldMk cId="1079951681" sldId="447"/>
        </pc:sldMkLst>
        <pc:spChg chg="mod">
          <ac:chgData name="Yeo Xiong Wei, Jonathan" userId="ac2b658e-7ce1-44bb-9f9f-bf4198ceaa29" providerId="ADAL" clId="{E3AC5BB1-CEA7-4F74-ADCF-6606F6BF0578}" dt="2023-05-05T08:37:42.782" v="2521" actId="14100"/>
          <ac:spMkLst>
            <pc:docMk/>
            <pc:sldMk cId="1079951681" sldId="447"/>
            <ac:spMk id="6" creationId="{5CF852D8-3B7C-442E-BCD1-22F9B94B5C58}"/>
          </ac:spMkLst>
        </pc:spChg>
        <pc:spChg chg="mod">
          <ac:chgData name="Yeo Xiong Wei, Jonathan" userId="ac2b658e-7ce1-44bb-9f9f-bf4198ceaa29" providerId="ADAL" clId="{E3AC5BB1-CEA7-4F74-ADCF-6606F6BF0578}" dt="2023-05-05T08:37:35.233" v="2520" actId="20577"/>
          <ac:spMkLst>
            <pc:docMk/>
            <pc:sldMk cId="1079951681" sldId="447"/>
            <ac:spMk id="30722" creationId="{00000000-0000-0000-0000-000000000000}"/>
          </ac:spMkLst>
        </pc:spChg>
      </pc:sldChg>
      <pc:sldChg chg="modSp mod ord">
        <pc:chgData name="Yeo Xiong Wei, Jonathan" userId="ac2b658e-7ce1-44bb-9f9f-bf4198ceaa29" providerId="ADAL" clId="{E3AC5BB1-CEA7-4F74-ADCF-6606F6BF0578}" dt="2023-05-05T08:41:10.556" v="2545" actId="20577"/>
        <pc:sldMkLst>
          <pc:docMk/>
          <pc:sldMk cId="231751381" sldId="448"/>
        </pc:sldMkLst>
        <pc:spChg chg="mod">
          <ac:chgData name="Yeo Xiong Wei, Jonathan" userId="ac2b658e-7ce1-44bb-9f9f-bf4198ceaa29" providerId="ADAL" clId="{E3AC5BB1-CEA7-4F74-ADCF-6606F6BF0578}" dt="2023-05-05T08:41:10.556" v="2545" actId="20577"/>
          <ac:spMkLst>
            <pc:docMk/>
            <pc:sldMk cId="231751381" sldId="448"/>
            <ac:spMk id="30721" creationId="{00000000-0000-0000-0000-000000000000}"/>
          </ac:spMkLst>
        </pc:spChg>
        <pc:spChg chg="mod">
          <ac:chgData name="Yeo Xiong Wei, Jonathan" userId="ac2b658e-7ce1-44bb-9f9f-bf4198ceaa29" providerId="ADAL" clId="{E3AC5BB1-CEA7-4F74-ADCF-6606F6BF0578}" dt="2023-05-05T08:39:56.570" v="2535" actId="404"/>
          <ac:spMkLst>
            <pc:docMk/>
            <pc:sldMk cId="231751381" sldId="448"/>
            <ac:spMk id="30722" creationId="{00000000-0000-0000-0000-000000000000}"/>
          </ac:spMkLst>
        </pc:spChg>
      </pc:sldChg>
      <pc:sldChg chg="modSp mod">
        <pc:chgData name="Yeo Xiong Wei, Jonathan" userId="ac2b658e-7ce1-44bb-9f9f-bf4198ceaa29" providerId="ADAL" clId="{E3AC5BB1-CEA7-4F74-ADCF-6606F6BF0578}" dt="2023-05-05T07:06:31.352" v="1527" actId="20577"/>
        <pc:sldMkLst>
          <pc:docMk/>
          <pc:sldMk cId="2211200058" sldId="459"/>
        </pc:sldMkLst>
        <pc:spChg chg="mod">
          <ac:chgData name="Yeo Xiong Wei, Jonathan" userId="ac2b658e-7ce1-44bb-9f9f-bf4198ceaa29" providerId="ADAL" clId="{E3AC5BB1-CEA7-4F74-ADCF-6606F6BF0578}" dt="2023-05-05T07:06:31.352" v="1527" actId="20577"/>
          <ac:spMkLst>
            <pc:docMk/>
            <pc:sldMk cId="2211200058" sldId="459"/>
            <ac:spMk id="30722" creationId="{00000000-0000-0000-0000-000000000000}"/>
          </ac:spMkLst>
        </pc:spChg>
      </pc:sldChg>
      <pc:sldChg chg="modSp mod">
        <pc:chgData name="Yeo Xiong Wei, Jonathan" userId="ac2b658e-7ce1-44bb-9f9f-bf4198ceaa29" providerId="ADAL" clId="{E3AC5BB1-CEA7-4F74-ADCF-6606F6BF0578}" dt="2023-05-05T07:04:37.123" v="1373" actId="6549"/>
        <pc:sldMkLst>
          <pc:docMk/>
          <pc:sldMk cId="3389477980" sldId="460"/>
        </pc:sldMkLst>
        <pc:spChg chg="mod">
          <ac:chgData name="Yeo Xiong Wei, Jonathan" userId="ac2b658e-7ce1-44bb-9f9f-bf4198ceaa29" providerId="ADAL" clId="{E3AC5BB1-CEA7-4F74-ADCF-6606F6BF0578}" dt="2023-05-05T07:04:37.123" v="1373" actId="6549"/>
          <ac:spMkLst>
            <pc:docMk/>
            <pc:sldMk cId="3389477980" sldId="460"/>
            <ac:spMk id="30722" creationId="{00000000-0000-0000-0000-000000000000}"/>
          </ac:spMkLst>
        </pc:spChg>
      </pc:sldChg>
      <pc:sldChg chg="addSp delSp modSp del mod modAnim">
        <pc:chgData name="Yeo Xiong Wei, Jonathan" userId="ac2b658e-7ce1-44bb-9f9f-bf4198ceaa29" providerId="ADAL" clId="{E3AC5BB1-CEA7-4F74-ADCF-6606F6BF0578}" dt="2023-05-05T08:34:15.124" v="2333" actId="47"/>
        <pc:sldMkLst>
          <pc:docMk/>
          <pc:sldMk cId="2404116972" sldId="475"/>
        </pc:sldMkLst>
        <pc:spChg chg="add del mod">
          <ac:chgData name="Yeo Xiong Wei, Jonathan" userId="ac2b658e-7ce1-44bb-9f9f-bf4198ceaa29" providerId="ADAL" clId="{E3AC5BB1-CEA7-4F74-ADCF-6606F6BF0578}" dt="2023-05-05T07:10:03.448" v="1634" actId="478"/>
          <ac:spMkLst>
            <pc:docMk/>
            <pc:sldMk cId="2404116972" sldId="475"/>
            <ac:spMk id="2" creationId="{8A9A8151-6AC3-4972-CA95-B83514629AD8}"/>
          </ac:spMkLst>
        </pc:spChg>
        <pc:spChg chg="mod">
          <ac:chgData name="Yeo Xiong Wei, Jonathan" userId="ac2b658e-7ce1-44bb-9f9f-bf4198ceaa29" providerId="ADAL" clId="{E3AC5BB1-CEA7-4F74-ADCF-6606F6BF0578}" dt="2023-05-05T07:11:07.235" v="1637" actId="20577"/>
          <ac:spMkLst>
            <pc:docMk/>
            <pc:sldMk cId="2404116972" sldId="475"/>
            <ac:spMk id="30722" creationId="{00000000-0000-0000-0000-000000000000}"/>
          </ac:spMkLst>
        </pc:spChg>
      </pc:sldChg>
      <pc:sldChg chg="modSp mod ord">
        <pc:chgData name="Yeo Xiong Wei, Jonathan" userId="ac2b658e-7ce1-44bb-9f9f-bf4198ceaa29" providerId="ADAL" clId="{E3AC5BB1-CEA7-4F74-ADCF-6606F6BF0578}" dt="2023-05-05T08:39:04.318" v="2528" actId="113"/>
        <pc:sldMkLst>
          <pc:docMk/>
          <pc:sldMk cId="174994872" sldId="477"/>
        </pc:sldMkLst>
        <pc:spChg chg="mod">
          <ac:chgData name="Yeo Xiong Wei, Jonathan" userId="ac2b658e-7ce1-44bb-9f9f-bf4198ceaa29" providerId="ADAL" clId="{E3AC5BB1-CEA7-4F74-ADCF-6606F6BF0578}" dt="2023-05-05T08:34:36.821" v="2334" actId="14100"/>
          <ac:spMkLst>
            <pc:docMk/>
            <pc:sldMk cId="174994872" sldId="477"/>
            <ac:spMk id="6" creationId="{18FF6A08-27A0-4BA5-9FE2-A9A726127B88}"/>
          </ac:spMkLst>
        </pc:spChg>
        <pc:spChg chg="mod">
          <ac:chgData name="Yeo Xiong Wei, Jonathan" userId="ac2b658e-7ce1-44bb-9f9f-bf4198ceaa29" providerId="ADAL" clId="{E3AC5BB1-CEA7-4F74-ADCF-6606F6BF0578}" dt="2023-05-05T08:39:04.318" v="2528" actId="113"/>
          <ac:spMkLst>
            <pc:docMk/>
            <pc:sldMk cId="174994872" sldId="477"/>
            <ac:spMk id="30722" creationId="{00000000-0000-0000-0000-000000000000}"/>
          </ac:spMkLst>
        </pc:spChg>
      </pc:sldChg>
      <pc:sldChg chg="modNotesTx">
        <pc:chgData name="Yeo Xiong Wei, Jonathan" userId="ac2b658e-7ce1-44bb-9f9f-bf4198ceaa29" providerId="ADAL" clId="{E3AC5BB1-CEA7-4F74-ADCF-6606F6BF0578}" dt="2023-05-05T11:48:14.969" v="4616" actId="20577"/>
        <pc:sldMkLst>
          <pc:docMk/>
          <pc:sldMk cId="1779729360" sldId="478"/>
        </pc:sldMkLst>
      </pc:sldChg>
      <pc:sldChg chg="addSp delSp modSp mod modAnim modNotesTx">
        <pc:chgData name="Yeo Xiong Wei, Jonathan" userId="ac2b658e-7ce1-44bb-9f9f-bf4198ceaa29" providerId="ADAL" clId="{E3AC5BB1-CEA7-4F74-ADCF-6606F6BF0578}" dt="2023-05-05T11:33:49.225" v="4560" actId="14100"/>
        <pc:sldMkLst>
          <pc:docMk/>
          <pc:sldMk cId="3686239555" sldId="527"/>
        </pc:sldMkLst>
        <pc:spChg chg="mod">
          <ac:chgData name="Yeo Xiong Wei, Jonathan" userId="ac2b658e-7ce1-44bb-9f9f-bf4198ceaa29" providerId="ADAL" clId="{E3AC5BB1-CEA7-4F74-ADCF-6606F6BF0578}" dt="2023-05-05T11:32:11.681" v="4513"/>
          <ac:spMkLst>
            <pc:docMk/>
            <pc:sldMk cId="3686239555" sldId="527"/>
            <ac:spMk id="3" creationId="{F6166362-5747-4CF8-8778-889699D343D3}"/>
          </ac:spMkLst>
        </pc:spChg>
        <pc:spChg chg="mod">
          <ac:chgData name="Yeo Xiong Wei, Jonathan" userId="ac2b658e-7ce1-44bb-9f9f-bf4198ceaa29" providerId="ADAL" clId="{E3AC5BB1-CEA7-4F74-ADCF-6606F6BF0578}" dt="2023-05-05T11:25:30.617" v="4436" actId="14100"/>
          <ac:spMkLst>
            <pc:docMk/>
            <pc:sldMk cId="3686239555" sldId="527"/>
            <ac:spMk id="5" creationId="{761D1CDC-8DE9-A479-D00E-79CC72161459}"/>
          </ac:spMkLst>
        </pc:spChg>
        <pc:spChg chg="add del mod">
          <ac:chgData name="Yeo Xiong Wei, Jonathan" userId="ac2b658e-7ce1-44bb-9f9f-bf4198ceaa29" providerId="ADAL" clId="{E3AC5BB1-CEA7-4F74-ADCF-6606F6BF0578}" dt="2023-05-05T11:29:01.915" v="4468" actId="478"/>
          <ac:spMkLst>
            <pc:docMk/>
            <pc:sldMk cId="3686239555" sldId="527"/>
            <ac:spMk id="6" creationId="{B4A42657-B588-76E7-4EB4-5BE9FACE415D}"/>
          </ac:spMkLst>
        </pc:spChg>
        <pc:spChg chg="add del mod">
          <ac:chgData name="Yeo Xiong Wei, Jonathan" userId="ac2b658e-7ce1-44bb-9f9f-bf4198ceaa29" providerId="ADAL" clId="{E3AC5BB1-CEA7-4F74-ADCF-6606F6BF0578}" dt="2023-05-05T11:29:06.156" v="4469" actId="478"/>
          <ac:spMkLst>
            <pc:docMk/>
            <pc:sldMk cId="3686239555" sldId="527"/>
            <ac:spMk id="7" creationId="{308388B7-AEB0-3136-79EF-F302BCC1876D}"/>
          </ac:spMkLst>
        </pc:spChg>
        <pc:spChg chg="add del mod">
          <ac:chgData name="Yeo Xiong Wei, Jonathan" userId="ac2b658e-7ce1-44bb-9f9f-bf4198ceaa29" providerId="ADAL" clId="{E3AC5BB1-CEA7-4F74-ADCF-6606F6BF0578}" dt="2023-05-05T11:28:56.677" v="4467" actId="478"/>
          <ac:spMkLst>
            <pc:docMk/>
            <pc:sldMk cId="3686239555" sldId="527"/>
            <ac:spMk id="8" creationId="{59BAD2DF-6E26-3FFE-C6ED-8954AF1633D6}"/>
          </ac:spMkLst>
        </pc:spChg>
        <pc:spChg chg="add del mod">
          <ac:chgData name="Yeo Xiong Wei, Jonathan" userId="ac2b658e-7ce1-44bb-9f9f-bf4198ceaa29" providerId="ADAL" clId="{E3AC5BB1-CEA7-4F74-ADCF-6606F6BF0578}" dt="2023-05-05T11:28:49.209" v="4465" actId="478"/>
          <ac:spMkLst>
            <pc:docMk/>
            <pc:sldMk cId="3686239555" sldId="527"/>
            <ac:spMk id="9" creationId="{67791A81-70FE-5598-3F5B-C3F6A7D5876D}"/>
          </ac:spMkLst>
        </pc:spChg>
        <pc:spChg chg="add mod">
          <ac:chgData name="Yeo Xiong Wei, Jonathan" userId="ac2b658e-7ce1-44bb-9f9f-bf4198ceaa29" providerId="ADAL" clId="{E3AC5BB1-CEA7-4F74-ADCF-6606F6BF0578}" dt="2023-05-05T11:33:41.098" v="4558" actId="1076"/>
          <ac:spMkLst>
            <pc:docMk/>
            <pc:sldMk cId="3686239555" sldId="527"/>
            <ac:spMk id="10" creationId="{FB89ABF2-A90D-3ADA-583C-C6C34F3429CE}"/>
          </ac:spMkLst>
        </pc:spChg>
        <pc:spChg chg="add del mod">
          <ac:chgData name="Yeo Xiong Wei, Jonathan" userId="ac2b658e-7ce1-44bb-9f9f-bf4198ceaa29" providerId="ADAL" clId="{E3AC5BB1-CEA7-4F74-ADCF-6606F6BF0578}" dt="2023-05-05T11:30:17.017" v="4481" actId="478"/>
          <ac:spMkLst>
            <pc:docMk/>
            <pc:sldMk cId="3686239555" sldId="527"/>
            <ac:spMk id="11" creationId="{DF337A5C-D575-0DAA-AAFD-408CE99F01BD}"/>
          </ac:spMkLst>
        </pc:spChg>
        <pc:spChg chg="add mod">
          <ac:chgData name="Yeo Xiong Wei, Jonathan" userId="ac2b658e-7ce1-44bb-9f9f-bf4198ceaa29" providerId="ADAL" clId="{E3AC5BB1-CEA7-4F74-ADCF-6606F6BF0578}" dt="2023-05-05T11:33:41.098" v="4558" actId="1076"/>
          <ac:spMkLst>
            <pc:docMk/>
            <pc:sldMk cId="3686239555" sldId="527"/>
            <ac:spMk id="12" creationId="{3FBB6518-605C-2A90-66E1-89252A7477BF}"/>
          </ac:spMkLst>
        </pc:spChg>
        <pc:spChg chg="add mod">
          <ac:chgData name="Yeo Xiong Wei, Jonathan" userId="ac2b658e-7ce1-44bb-9f9f-bf4198ceaa29" providerId="ADAL" clId="{E3AC5BB1-CEA7-4F74-ADCF-6606F6BF0578}" dt="2023-05-05T11:33:41.098" v="4558" actId="1076"/>
          <ac:spMkLst>
            <pc:docMk/>
            <pc:sldMk cId="3686239555" sldId="527"/>
            <ac:spMk id="13" creationId="{E9C90C27-8954-6B25-FFB5-4BE413B06C59}"/>
          </ac:spMkLst>
        </pc:spChg>
        <pc:spChg chg="add mod">
          <ac:chgData name="Yeo Xiong Wei, Jonathan" userId="ac2b658e-7ce1-44bb-9f9f-bf4198ceaa29" providerId="ADAL" clId="{E3AC5BB1-CEA7-4F74-ADCF-6606F6BF0578}" dt="2023-05-05T11:33:41.098" v="4558" actId="1076"/>
          <ac:spMkLst>
            <pc:docMk/>
            <pc:sldMk cId="3686239555" sldId="527"/>
            <ac:spMk id="14" creationId="{9140FF93-6D8D-52BA-CB99-F8CCBA6DE2CB}"/>
          </ac:spMkLst>
        </pc:spChg>
        <pc:spChg chg="add mod">
          <ac:chgData name="Yeo Xiong Wei, Jonathan" userId="ac2b658e-7ce1-44bb-9f9f-bf4198ceaa29" providerId="ADAL" clId="{E3AC5BB1-CEA7-4F74-ADCF-6606F6BF0578}" dt="2023-05-05T11:33:41.098" v="4558" actId="1076"/>
          <ac:spMkLst>
            <pc:docMk/>
            <pc:sldMk cId="3686239555" sldId="527"/>
            <ac:spMk id="15" creationId="{6FAD1E67-6FBA-88C3-CF63-8981893CCDEB}"/>
          </ac:spMkLst>
        </pc:spChg>
        <pc:spChg chg="add mod">
          <ac:chgData name="Yeo Xiong Wei, Jonathan" userId="ac2b658e-7ce1-44bb-9f9f-bf4198ceaa29" providerId="ADAL" clId="{E3AC5BB1-CEA7-4F74-ADCF-6606F6BF0578}" dt="2023-05-05T11:33:41.098" v="4558" actId="1076"/>
          <ac:spMkLst>
            <pc:docMk/>
            <pc:sldMk cId="3686239555" sldId="527"/>
            <ac:spMk id="16" creationId="{1A066181-842D-FD20-6BFC-1C851DCC795D}"/>
          </ac:spMkLst>
        </pc:spChg>
        <pc:spChg chg="add del mod">
          <ac:chgData name="Yeo Xiong Wei, Jonathan" userId="ac2b658e-7ce1-44bb-9f9f-bf4198ceaa29" providerId="ADAL" clId="{E3AC5BB1-CEA7-4F74-ADCF-6606F6BF0578}" dt="2023-05-05T11:32:49.080" v="4530" actId="478"/>
          <ac:spMkLst>
            <pc:docMk/>
            <pc:sldMk cId="3686239555" sldId="527"/>
            <ac:spMk id="18" creationId="{B60711D2-20C7-DD38-A3F9-6F64B8189AB0}"/>
          </ac:spMkLst>
        </pc:spChg>
        <pc:spChg chg="add mod">
          <ac:chgData name="Yeo Xiong Wei, Jonathan" userId="ac2b658e-7ce1-44bb-9f9f-bf4198ceaa29" providerId="ADAL" clId="{E3AC5BB1-CEA7-4F74-ADCF-6606F6BF0578}" dt="2023-05-05T11:33:49.225" v="4560" actId="14100"/>
          <ac:spMkLst>
            <pc:docMk/>
            <pc:sldMk cId="3686239555" sldId="527"/>
            <ac:spMk id="19" creationId="{9EC58386-7039-0043-C7B9-B27DF1395D02}"/>
          </ac:spMkLst>
        </pc:spChg>
        <pc:grpChg chg="add mod">
          <ac:chgData name="Yeo Xiong Wei, Jonathan" userId="ac2b658e-7ce1-44bb-9f9f-bf4198ceaa29" providerId="ADAL" clId="{E3AC5BB1-CEA7-4F74-ADCF-6606F6BF0578}" dt="2023-05-05T11:33:41.098" v="4558" actId="1076"/>
          <ac:grpSpMkLst>
            <pc:docMk/>
            <pc:sldMk cId="3686239555" sldId="527"/>
            <ac:grpSpMk id="17" creationId="{BC148BB7-8E3B-12CC-54B1-A25636BAB7F6}"/>
          </ac:grpSpMkLst>
        </pc:grpChg>
        <pc:picChg chg="add del mod">
          <ac:chgData name="Yeo Xiong Wei, Jonathan" userId="ac2b658e-7ce1-44bb-9f9f-bf4198ceaa29" providerId="ADAL" clId="{E3AC5BB1-CEA7-4F74-ADCF-6606F6BF0578}" dt="2023-05-05T11:28:47.515" v="4464" actId="478"/>
          <ac:picMkLst>
            <pc:docMk/>
            <pc:sldMk cId="3686239555" sldId="527"/>
            <ac:picMk id="4" creationId="{4CF7DBC7-2E1A-9BA7-39FA-E98E84E32D33}"/>
          </ac:picMkLst>
        </pc:picChg>
        <pc:picChg chg="add mod">
          <ac:chgData name="Yeo Xiong Wei, Jonathan" userId="ac2b658e-7ce1-44bb-9f9f-bf4198ceaa29" providerId="ADAL" clId="{E3AC5BB1-CEA7-4F74-ADCF-6606F6BF0578}" dt="2023-05-05T11:33:41.098" v="4558" actId="1076"/>
          <ac:picMkLst>
            <pc:docMk/>
            <pc:sldMk cId="3686239555" sldId="527"/>
            <ac:picMk id="1026" creationId="{621F9547-93EE-2217-E73E-8FDBE36B45BE}"/>
          </ac:picMkLst>
        </pc:picChg>
      </pc:sldChg>
      <pc:sldChg chg="delSp modSp add mod modAnim">
        <pc:chgData name="Yeo Xiong Wei, Jonathan" userId="ac2b658e-7ce1-44bb-9f9f-bf4198ceaa29" providerId="ADAL" clId="{E3AC5BB1-CEA7-4F74-ADCF-6606F6BF0578}" dt="2023-05-05T11:49:55.249" v="4651" actId="20577"/>
        <pc:sldMkLst>
          <pc:docMk/>
          <pc:sldMk cId="437882332" sldId="529"/>
        </pc:sldMkLst>
        <pc:spChg chg="del">
          <ac:chgData name="Yeo Xiong Wei, Jonathan" userId="ac2b658e-7ce1-44bb-9f9f-bf4198ceaa29" providerId="ADAL" clId="{E3AC5BB1-CEA7-4F74-ADCF-6606F6BF0578}" dt="2023-05-05T08:44:59.170" v="2650" actId="478"/>
          <ac:spMkLst>
            <pc:docMk/>
            <pc:sldMk cId="437882332" sldId="529"/>
            <ac:spMk id="7" creationId="{826F1182-879D-432F-85AE-1244E7A56471}"/>
          </ac:spMkLst>
        </pc:spChg>
        <pc:spChg chg="del">
          <ac:chgData name="Yeo Xiong Wei, Jonathan" userId="ac2b658e-7ce1-44bb-9f9f-bf4198ceaa29" providerId="ADAL" clId="{E3AC5BB1-CEA7-4F74-ADCF-6606F6BF0578}" dt="2023-05-05T08:44:59.170" v="2650" actId="478"/>
          <ac:spMkLst>
            <pc:docMk/>
            <pc:sldMk cId="437882332" sldId="529"/>
            <ac:spMk id="8" creationId="{2E59604C-9DFA-48E8-89F2-7EDC1EF00B0E}"/>
          </ac:spMkLst>
        </pc:spChg>
        <pc:spChg chg="mod">
          <ac:chgData name="Yeo Xiong Wei, Jonathan" userId="ac2b658e-7ce1-44bb-9f9f-bf4198ceaa29" providerId="ADAL" clId="{E3AC5BB1-CEA7-4F74-ADCF-6606F6BF0578}" dt="2023-05-05T11:49:55.249" v="4651" actId="20577"/>
          <ac:spMkLst>
            <pc:docMk/>
            <pc:sldMk cId="437882332" sldId="529"/>
            <ac:spMk id="30722" creationId="{00000000-0000-0000-0000-000000000000}"/>
          </ac:spMkLst>
        </pc:spChg>
        <pc:graphicFrameChg chg="del modGraphic">
          <ac:chgData name="Yeo Xiong Wei, Jonathan" userId="ac2b658e-7ce1-44bb-9f9f-bf4198ceaa29" providerId="ADAL" clId="{E3AC5BB1-CEA7-4F74-ADCF-6606F6BF0578}" dt="2023-05-05T08:44:54.978" v="2649" actId="478"/>
          <ac:graphicFrameMkLst>
            <pc:docMk/>
            <pc:sldMk cId="437882332" sldId="529"/>
            <ac:graphicFrameMk id="5" creationId="{ADE0C296-7B7A-4B31-B798-26113A220A4B}"/>
          </ac:graphicFrameMkLst>
        </pc:graphicFrameChg>
      </pc:sldChg>
      <pc:sldChg chg="modSp add ord modAnim">
        <pc:chgData name="Yeo Xiong Wei, Jonathan" userId="ac2b658e-7ce1-44bb-9f9f-bf4198ceaa29" providerId="ADAL" clId="{E3AC5BB1-CEA7-4F74-ADCF-6606F6BF0578}" dt="2023-05-05T11:01:01.973" v="4169"/>
        <pc:sldMkLst>
          <pc:docMk/>
          <pc:sldMk cId="999027498" sldId="530"/>
        </pc:sldMkLst>
        <pc:spChg chg="mod">
          <ac:chgData name="Yeo Xiong Wei, Jonathan" userId="ac2b658e-7ce1-44bb-9f9f-bf4198ceaa29" providerId="ADAL" clId="{E3AC5BB1-CEA7-4F74-ADCF-6606F6BF0578}" dt="2023-05-05T11:00:26.673" v="4167" actId="20577"/>
          <ac:spMkLst>
            <pc:docMk/>
            <pc:sldMk cId="999027498" sldId="530"/>
            <ac:spMk id="30722" creationId="{00000000-0000-0000-0000-000000000000}"/>
          </ac:spMkLst>
        </pc:spChg>
      </pc:sldChg>
    </pc:docChg>
  </pc:docChgLst>
  <pc:docChgLst>
    <pc:chgData name="Yeo Xiong Wei, Jonathan" userId="ac2b658e-7ce1-44bb-9f9f-bf4198ceaa29" providerId="ADAL" clId="{B10133C8-EE46-4BFA-B4DE-6CB9FBAD4DDC}"/>
    <pc:docChg chg="undo custSel addSld modSld sldOrd">
      <pc:chgData name="Yeo Xiong Wei, Jonathan" userId="ac2b658e-7ce1-44bb-9f9f-bf4198ceaa29" providerId="ADAL" clId="{B10133C8-EE46-4BFA-B4DE-6CB9FBAD4DDC}" dt="2023-08-22T15:59:51.588" v="900" actId="207"/>
      <pc:docMkLst>
        <pc:docMk/>
      </pc:docMkLst>
      <pc:sldChg chg="modSp mod modAnim">
        <pc:chgData name="Yeo Xiong Wei, Jonathan" userId="ac2b658e-7ce1-44bb-9f9f-bf4198ceaa29" providerId="ADAL" clId="{B10133C8-EE46-4BFA-B4DE-6CB9FBAD4DDC}" dt="2023-08-13T01:23:48.550" v="388"/>
        <pc:sldMkLst>
          <pc:docMk/>
          <pc:sldMk cId="1913572987" sldId="297"/>
        </pc:sldMkLst>
        <pc:spChg chg="mod">
          <ac:chgData name="Yeo Xiong Wei, Jonathan" userId="ac2b658e-7ce1-44bb-9f9f-bf4198ceaa29" providerId="ADAL" clId="{B10133C8-EE46-4BFA-B4DE-6CB9FBAD4DDC}" dt="2023-08-13T01:23:45.502" v="387" actId="20577"/>
          <ac:spMkLst>
            <pc:docMk/>
            <pc:sldMk cId="1913572987" sldId="297"/>
            <ac:spMk id="26626" creationId="{00000000-0000-0000-0000-000000000000}"/>
          </ac:spMkLst>
        </pc:spChg>
      </pc:sldChg>
      <pc:sldChg chg="modSp mod modAnim">
        <pc:chgData name="Yeo Xiong Wei, Jonathan" userId="ac2b658e-7ce1-44bb-9f9f-bf4198ceaa29" providerId="ADAL" clId="{B10133C8-EE46-4BFA-B4DE-6CB9FBAD4DDC}" dt="2023-08-13T01:25:06.420" v="394"/>
        <pc:sldMkLst>
          <pc:docMk/>
          <pc:sldMk cId="557807413" sldId="300"/>
        </pc:sldMkLst>
        <pc:spChg chg="mod">
          <ac:chgData name="Yeo Xiong Wei, Jonathan" userId="ac2b658e-7ce1-44bb-9f9f-bf4198ceaa29" providerId="ADAL" clId="{B10133C8-EE46-4BFA-B4DE-6CB9FBAD4DDC}" dt="2023-08-07T02:43:16.460" v="7" actId="1076"/>
          <ac:spMkLst>
            <pc:docMk/>
            <pc:sldMk cId="557807413" sldId="300"/>
            <ac:spMk id="2" creationId="{C1190123-918A-39CB-E629-69AB9B0DB08D}"/>
          </ac:spMkLst>
        </pc:spChg>
        <pc:spChg chg="mod">
          <ac:chgData name="Yeo Xiong Wei, Jonathan" userId="ac2b658e-7ce1-44bb-9f9f-bf4198ceaa29" providerId="ADAL" clId="{B10133C8-EE46-4BFA-B4DE-6CB9FBAD4DDC}" dt="2023-08-07T02:43:04.922" v="5" actId="403"/>
          <ac:spMkLst>
            <pc:docMk/>
            <pc:sldMk cId="557807413" sldId="300"/>
            <ac:spMk id="29698" creationId="{00000000-0000-0000-0000-000000000000}"/>
          </ac:spMkLst>
        </pc:spChg>
        <pc:cxnChg chg="mod">
          <ac:chgData name="Yeo Xiong Wei, Jonathan" userId="ac2b658e-7ce1-44bb-9f9f-bf4198ceaa29" providerId="ADAL" clId="{B10133C8-EE46-4BFA-B4DE-6CB9FBAD4DDC}" dt="2023-08-07T02:43:12.421" v="6" actId="1076"/>
          <ac:cxnSpMkLst>
            <pc:docMk/>
            <pc:sldMk cId="557807413" sldId="300"/>
            <ac:cxnSpMk id="5" creationId="{D9F09EBE-BC62-D630-1C3F-944FDDE380BE}"/>
          </ac:cxnSpMkLst>
        </pc:cxnChg>
      </pc:sldChg>
      <pc:sldChg chg="modSp mod modAnim">
        <pc:chgData name="Yeo Xiong Wei, Jonathan" userId="ac2b658e-7ce1-44bb-9f9f-bf4198ceaa29" providerId="ADAL" clId="{B10133C8-EE46-4BFA-B4DE-6CB9FBAD4DDC}" dt="2023-08-13T01:47:29.966" v="673" actId="207"/>
        <pc:sldMkLst>
          <pc:docMk/>
          <pc:sldMk cId="3538743933" sldId="304"/>
        </pc:sldMkLst>
        <pc:spChg chg="mod">
          <ac:chgData name="Yeo Xiong Wei, Jonathan" userId="ac2b658e-7ce1-44bb-9f9f-bf4198ceaa29" providerId="ADAL" clId="{B10133C8-EE46-4BFA-B4DE-6CB9FBAD4DDC}" dt="2023-08-13T01:47:29.966" v="673" actId="207"/>
          <ac:spMkLst>
            <pc:docMk/>
            <pc:sldMk cId="3538743933" sldId="304"/>
            <ac:spMk id="15" creationId="{DE9257EB-214B-4269-851D-81659C6D38BA}"/>
          </ac:spMkLst>
        </pc:spChg>
      </pc:sldChg>
      <pc:sldChg chg="modSp">
        <pc:chgData name="Yeo Xiong Wei, Jonathan" userId="ac2b658e-7ce1-44bb-9f9f-bf4198ceaa29" providerId="ADAL" clId="{B10133C8-EE46-4BFA-B4DE-6CB9FBAD4DDC}" dt="2023-08-13T01:45:57.705" v="666" actId="20577"/>
        <pc:sldMkLst>
          <pc:docMk/>
          <pc:sldMk cId="1344189785" sldId="370"/>
        </pc:sldMkLst>
        <pc:spChg chg="mod">
          <ac:chgData name="Yeo Xiong Wei, Jonathan" userId="ac2b658e-7ce1-44bb-9f9f-bf4198ceaa29" providerId="ADAL" clId="{B10133C8-EE46-4BFA-B4DE-6CB9FBAD4DDC}" dt="2023-08-13T01:45:57.705" v="666" actId="20577"/>
          <ac:spMkLst>
            <pc:docMk/>
            <pc:sldMk cId="1344189785" sldId="370"/>
            <ac:spMk id="3" creationId="{F6166362-5747-4CF8-8778-889699D343D3}"/>
          </ac:spMkLst>
        </pc:spChg>
      </pc:sldChg>
      <pc:sldChg chg="modSp mod modAnim">
        <pc:chgData name="Yeo Xiong Wei, Jonathan" userId="ac2b658e-7ce1-44bb-9f9f-bf4198ceaa29" providerId="ADAL" clId="{B10133C8-EE46-4BFA-B4DE-6CB9FBAD4DDC}" dt="2023-08-13T01:32:36.992" v="513"/>
        <pc:sldMkLst>
          <pc:docMk/>
          <pc:sldMk cId="1569219197" sldId="422"/>
        </pc:sldMkLst>
        <pc:spChg chg="mod">
          <ac:chgData name="Yeo Xiong Wei, Jonathan" userId="ac2b658e-7ce1-44bb-9f9f-bf4198ceaa29" providerId="ADAL" clId="{B10133C8-EE46-4BFA-B4DE-6CB9FBAD4DDC}" dt="2023-08-13T01:32:32.663" v="512" actId="14100"/>
          <ac:spMkLst>
            <pc:docMk/>
            <pc:sldMk cId="1569219197" sldId="422"/>
            <ac:spMk id="30722" creationId="{00000000-0000-0000-0000-000000000000}"/>
          </ac:spMkLst>
        </pc:spChg>
      </pc:sldChg>
      <pc:sldChg chg="modSp modAnim">
        <pc:chgData name="Yeo Xiong Wei, Jonathan" userId="ac2b658e-7ce1-44bb-9f9f-bf4198ceaa29" providerId="ADAL" clId="{B10133C8-EE46-4BFA-B4DE-6CB9FBAD4DDC}" dt="2023-08-13T01:30:22.531" v="430"/>
        <pc:sldMkLst>
          <pc:docMk/>
          <pc:sldMk cId="429090458" sldId="424"/>
        </pc:sldMkLst>
        <pc:spChg chg="mod">
          <ac:chgData name="Yeo Xiong Wei, Jonathan" userId="ac2b658e-7ce1-44bb-9f9f-bf4198ceaa29" providerId="ADAL" clId="{B10133C8-EE46-4BFA-B4DE-6CB9FBAD4DDC}" dt="2023-08-13T01:27:18.522" v="420" actId="6549"/>
          <ac:spMkLst>
            <pc:docMk/>
            <pc:sldMk cId="429090458" sldId="424"/>
            <ac:spMk id="30722" creationId="{00000000-0000-0000-0000-000000000000}"/>
          </ac:spMkLst>
        </pc:spChg>
      </pc:sldChg>
      <pc:sldChg chg="modSp mod">
        <pc:chgData name="Yeo Xiong Wei, Jonathan" userId="ac2b658e-7ce1-44bb-9f9f-bf4198ceaa29" providerId="ADAL" clId="{B10133C8-EE46-4BFA-B4DE-6CB9FBAD4DDC}" dt="2023-08-13T01:38:10.352" v="598"/>
        <pc:sldMkLst>
          <pc:docMk/>
          <pc:sldMk cId="2086731832" sldId="425"/>
        </pc:sldMkLst>
        <pc:spChg chg="mod">
          <ac:chgData name="Yeo Xiong Wei, Jonathan" userId="ac2b658e-7ce1-44bb-9f9f-bf4198ceaa29" providerId="ADAL" clId="{B10133C8-EE46-4BFA-B4DE-6CB9FBAD4DDC}" dt="2023-08-07T02:44:57.161" v="21" actId="20577"/>
          <ac:spMkLst>
            <pc:docMk/>
            <pc:sldMk cId="2086731832" sldId="425"/>
            <ac:spMk id="30722" creationId="{00000000-0000-0000-0000-000000000000}"/>
          </ac:spMkLst>
        </pc:spChg>
        <pc:graphicFrameChg chg="mod modGraphic">
          <ac:chgData name="Yeo Xiong Wei, Jonathan" userId="ac2b658e-7ce1-44bb-9f9f-bf4198ceaa29" providerId="ADAL" clId="{B10133C8-EE46-4BFA-B4DE-6CB9FBAD4DDC}" dt="2023-08-13T01:38:10.352" v="598"/>
          <ac:graphicFrameMkLst>
            <pc:docMk/>
            <pc:sldMk cId="2086731832" sldId="425"/>
            <ac:graphicFrameMk id="5" creationId="{ADE0C296-7B7A-4B31-B798-26113A220A4B}"/>
          </ac:graphicFrameMkLst>
        </pc:graphicFrameChg>
      </pc:sldChg>
      <pc:sldChg chg="modSp mod modAnim">
        <pc:chgData name="Yeo Xiong Wei, Jonathan" userId="ac2b658e-7ce1-44bb-9f9f-bf4198ceaa29" providerId="ADAL" clId="{B10133C8-EE46-4BFA-B4DE-6CB9FBAD4DDC}" dt="2023-08-13T01:38:44.415" v="601"/>
        <pc:sldMkLst>
          <pc:docMk/>
          <pc:sldMk cId="2688372202" sldId="426"/>
        </pc:sldMkLst>
        <pc:spChg chg="mod">
          <ac:chgData name="Yeo Xiong Wei, Jonathan" userId="ac2b658e-7ce1-44bb-9f9f-bf4198ceaa29" providerId="ADAL" clId="{B10133C8-EE46-4BFA-B4DE-6CB9FBAD4DDC}" dt="2023-08-13T01:38:23.163" v="599" actId="1076"/>
          <ac:spMkLst>
            <pc:docMk/>
            <pc:sldMk cId="2688372202" sldId="426"/>
            <ac:spMk id="30722" creationId="{00000000-0000-0000-0000-000000000000}"/>
          </ac:spMkLst>
        </pc:spChg>
      </pc:sldChg>
      <pc:sldChg chg="modSp mod modAnim">
        <pc:chgData name="Yeo Xiong Wei, Jonathan" userId="ac2b658e-7ce1-44bb-9f9f-bf4198ceaa29" providerId="ADAL" clId="{B10133C8-EE46-4BFA-B4DE-6CB9FBAD4DDC}" dt="2023-08-22T15:59:51.588" v="900" actId="207"/>
        <pc:sldMkLst>
          <pc:docMk/>
          <pc:sldMk cId="1467361622" sldId="427"/>
        </pc:sldMkLst>
        <pc:spChg chg="mod">
          <ac:chgData name="Yeo Xiong Wei, Jonathan" userId="ac2b658e-7ce1-44bb-9f9f-bf4198ceaa29" providerId="ADAL" clId="{B10133C8-EE46-4BFA-B4DE-6CB9FBAD4DDC}" dt="2023-08-07T02:54:13.952" v="197" actId="1076"/>
          <ac:spMkLst>
            <pc:docMk/>
            <pc:sldMk cId="1467361622" sldId="427"/>
            <ac:spMk id="4" creationId="{F682282E-BC69-4F65-9746-38FCA358F2F9}"/>
          </ac:spMkLst>
        </pc:spChg>
        <pc:spChg chg="mod">
          <ac:chgData name="Yeo Xiong Wei, Jonathan" userId="ac2b658e-7ce1-44bb-9f9f-bf4198ceaa29" providerId="ADAL" clId="{B10133C8-EE46-4BFA-B4DE-6CB9FBAD4DDC}" dt="2023-08-07T02:54:13.952" v="197" actId="1076"/>
          <ac:spMkLst>
            <pc:docMk/>
            <pc:sldMk cId="1467361622" sldId="427"/>
            <ac:spMk id="6" creationId="{B7693759-413E-4D63-8BF3-D7E1B6C65C56}"/>
          </ac:spMkLst>
        </pc:spChg>
        <pc:spChg chg="mod">
          <ac:chgData name="Yeo Xiong Wei, Jonathan" userId="ac2b658e-7ce1-44bb-9f9f-bf4198ceaa29" providerId="ADAL" clId="{B10133C8-EE46-4BFA-B4DE-6CB9FBAD4DDC}" dt="2023-08-07T02:54:04.735" v="194" actId="1076"/>
          <ac:spMkLst>
            <pc:docMk/>
            <pc:sldMk cId="1467361622" sldId="427"/>
            <ac:spMk id="8" creationId="{6FB2F453-757C-4909-93B5-F317D99D73B4}"/>
          </ac:spMkLst>
        </pc:spChg>
        <pc:spChg chg="mod">
          <ac:chgData name="Yeo Xiong Wei, Jonathan" userId="ac2b658e-7ce1-44bb-9f9f-bf4198ceaa29" providerId="ADAL" clId="{B10133C8-EE46-4BFA-B4DE-6CB9FBAD4DDC}" dt="2023-08-22T15:59:51.588" v="900" actId="207"/>
          <ac:spMkLst>
            <pc:docMk/>
            <pc:sldMk cId="1467361622" sldId="427"/>
            <ac:spMk id="29698" creationId="{00000000-0000-0000-0000-000000000000}"/>
          </ac:spMkLst>
        </pc:spChg>
        <pc:graphicFrameChg chg="mod">
          <ac:chgData name="Yeo Xiong Wei, Jonathan" userId="ac2b658e-7ce1-44bb-9f9f-bf4198ceaa29" providerId="ADAL" clId="{B10133C8-EE46-4BFA-B4DE-6CB9FBAD4DDC}" dt="2023-08-07T02:54:13.952" v="197" actId="1076"/>
          <ac:graphicFrameMkLst>
            <pc:docMk/>
            <pc:sldMk cId="1467361622" sldId="427"/>
            <ac:graphicFrameMk id="3" creationId="{5653AC4E-C842-4918-8505-2FEC7139B665}"/>
          </ac:graphicFrameMkLst>
        </pc:graphicFrameChg>
      </pc:sldChg>
      <pc:sldChg chg="modSp modAnim">
        <pc:chgData name="Yeo Xiong Wei, Jonathan" userId="ac2b658e-7ce1-44bb-9f9f-bf4198ceaa29" providerId="ADAL" clId="{B10133C8-EE46-4BFA-B4DE-6CB9FBAD4DDC}" dt="2023-08-13T01:51:25.357" v="743" actId="20577"/>
        <pc:sldMkLst>
          <pc:docMk/>
          <pc:sldMk cId="238113673" sldId="429"/>
        </pc:sldMkLst>
        <pc:spChg chg="mod">
          <ac:chgData name="Yeo Xiong Wei, Jonathan" userId="ac2b658e-7ce1-44bb-9f9f-bf4198ceaa29" providerId="ADAL" clId="{B10133C8-EE46-4BFA-B4DE-6CB9FBAD4DDC}" dt="2023-08-13T01:51:25.357" v="743" actId="20577"/>
          <ac:spMkLst>
            <pc:docMk/>
            <pc:sldMk cId="238113673" sldId="429"/>
            <ac:spMk id="7" creationId="{5E9DF522-5AD3-4366-84EF-AA804EBD70FB}"/>
          </ac:spMkLst>
        </pc:spChg>
      </pc:sldChg>
      <pc:sldChg chg="modAnim">
        <pc:chgData name="Yeo Xiong Wei, Jonathan" userId="ac2b658e-7ce1-44bb-9f9f-bf4198ceaa29" providerId="ADAL" clId="{B10133C8-EE46-4BFA-B4DE-6CB9FBAD4DDC}" dt="2023-08-13T01:30:46.371" v="433"/>
        <pc:sldMkLst>
          <pc:docMk/>
          <pc:sldMk cId="1079951681" sldId="447"/>
        </pc:sldMkLst>
      </pc:sldChg>
      <pc:sldChg chg="modSp mod">
        <pc:chgData name="Yeo Xiong Wei, Jonathan" userId="ac2b658e-7ce1-44bb-9f9f-bf4198ceaa29" providerId="ADAL" clId="{B10133C8-EE46-4BFA-B4DE-6CB9FBAD4DDC}" dt="2023-08-13T01:31:17.548" v="438" actId="115"/>
        <pc:sldMkLst>
          <pc:docMk/>
          <pc:sldMk cId="231751381" sldId="448"/>
        </pc:sldMkLst>
        <pc:spChg chg="mod">
          <ac:chgData name="Yeo Xiong Wei, Jonathan" userId="ac2b658e-7ce1-44bb-9f9f-bf4198ceaa29" providerId="ADAL" clId="{B10133C8-EE46-4BFA-B4DE-6CB9FBAD4DDC}" dt="2023-08-13T01:31:17.548" v="438" actId="115"/>
          <ac:spMkLst>
            <pc:docMk/>
            <pc:sldMk cId="231751381" sldId="448"/>
            <ac:spMk id="30722" creationId="{00000000-0000-0000-0000-000000000000}"/>
          </ac:spMkLst>
        </pc:spChg>
      </pc:sldChg>
      <pc:sldChg chg="modSp mod">
        <pc:chgData name="Yeo Xiong Wei, Jonathan" userId="ac2b658e-7ce1-44bb-9f9f-bf4198ceaa29" providerId="ADAL" clId="{B10133C8-EE46-4BFA-B4DE-6CB9FBAD4DDC}" dt="2023-08-13T01:43:09.778" v="656" actId="20577"/>
        <pc:sldMkLst>
          <pc:docMk/>
          <pc:sldMk cId="3814582238" sldId="450"/>
        </pc:sldMkLst>
        <pc:spChg chg="mod">
          <ac:chgData name="Yeo Xiong Wei, Jonathan" userId="ac2b658e-7ce1-44bb-9f9f-bf4198ceaa29" providerId="ADAL" clId="{B10133C8-EE46-4BFA-B4DE-6CB9FBAD4DDC}" dt="2023-08-13T01:43:09.778" v="656" actId="20577"/>
          <ac:spMkLst>
            <pc:docMk/>
            <pc:sldMk cId="3814582238" sldId="450"/>
            <ac:spMk id="3" creationId="{5F1084EF-22C8-4EF1-B3AC-5CD9C82F5106}"/>
          </ac:spMkLst>
        </pc:spChg>
      </pc:sldChg>
      <pc:sldChg chg="modSp mod">
        <pc:chgData name="Yeo Xiong Wei, Jonathan" userId="ac2b658e-7ce1-44bb-9f9f-bf4198ceaa29" providerId="ADAL" clId="{B10133C8-EE46-4BFA-B4DE-6CB9FBAD4DDC}" dt="2023-08-13T01:53:21.899" v="767" actId="20577"/>
        <pc:sldMkLst>
          <pc:docMk/>
          <pc:sldMk cId="2124394728" sldId="454"/>
        </pc:sldMkLst>
        <pc:spChg chg="mod">
          <ac:chgData name="Yeo Xiong Wei, Jonathan" userId="ac2b658e-7ce1-44bb-9f9f-bf4198ceaa29" providerId="ADAL" clId="{B10133C8-EE46-4BFA-B4DE-6CB9FBAD4DDC}" dt="2023-08-13T01:53:21.899" v="767" actId="20577"/>
          <ac:spMkLst>
            <pc:docMk/>
            <pc:sldMk cId="2124394728" sldId="454"/>
            <ac:spMk id="108546" creationId="{00000000-0000-0000-0000-000000000000}"/>
          </ac:spMkLst>
        </pc:spChg>
      </pc:sldChg>
      <pc:sldChg chg="modSp mod">
        <pc:chgData name="Yeo Xiong Wei, Jonathan" userId="ac2b658e-7ce1-44bb-9f9f-bf4198ceaa29" providerId="ADAL" clId="{B10133C8-EE46-4BFA-B4DE-6CB9FBAD4DDC}" dt="2023-08-07T02:42:36.453" v="0" actId="404"/>
        <pc:sldMkLst>
          <pc:docMk/>
          <pc:sldMk cId="2019000450" sldId="457"/>
        </pc:sldMkLst>
        <pc:spChg chg="mod">
          <ac:chgData name="Yeo Xiong Wei, Jonathan" userId="ac2b658e-7ce1-44bb-9f9f-bf4198ceaa29" providerId="ADAL" clId="{B10133C8-EE46-4BFA-B4DE-6CB9FBAD4DDC}" dt="2023-08-07T02:42:36.453" v="0" actId="404"/>
          <ac:spMkLst>
            <pc:docMk/>
            <pc:sldMk cId="2019000450" sldId="457"/>
            <ac:spMk id="26626" creationId="{00000000-0000-0000-0000-000000000000}"/>
          </ac:spMkLst>
        </pc:spChg>
      </pc:sldChg>
      <pc:sldChg chg="modSp mod modAnim">
        <pc:chgData name="Yeo Xiong Wei, Jonathan" userId="ac2b658e-7ce1-44bb-9f9f-bf4198ceaa29" providerId="ADAL" clId="{B10133C8-EE46-4BFA-B4DE-6CB9FBAD4DDC}" dt="2023-08-13T01:27:03.911" v="419"/>
        <pc:sldMkLst>
          <pc:docMk/>
          <pc:sldMk cId="2211200058" sldId="459"/>
        </pc:sldMkLst>
        <pc:spChg chg="mod">
          <ac:chgData name="Yeo Xiong Wei, Jonathan" userId="ac2b658e-7ce1-44bb-9f9f-bf4198ceaa29" providerId="ADAL" clId="{B10133C8-EE46-4BFA-B4DE-6CB9FBAD4DDC}" dt="2023-08-07T02:43:50.594" v="14" actId="1076"/>
          <ac:spMkLst>
            <pc:docMk/>
            <pc:sldMk cId="2211200058" sldId="459"/>
            <ac:spMk id="4" creationId="{49542F60-F172-4F43-9B83-27FEF4194BDA}"/>
          </ac:spMkLst>
        </pc:spChg>
        <pc:spChg chg="mod">
          <ac:chgData name="Yeo Xiong Wei, Jonathan" userId="ac2b658e-7ce1-44bb-9f9f-bf4198ceaa29" providerId="ADAL" clId="{B10133C8-EE46-4BFA-B4DE-6CB9FBAD4DDC}" dt="2023-08-07T02:43:50.594" v="14" actId="1076"/>
          <ac:spMkLst>
            <pc:docMk/>
            <pc:sldMk cId="2211200058" sldId="459"/>
            <ac:spMk id="6" creationId="{817968EF-EB35-456D-A891-4B601FDA0C10}"/>
          </ac:spMkLst>
        </pc:spChg>
        <pc:spChg chg="mod">
          <ac:chgData name="Yeo Xiong Wei, Jonathan" userId="ac2b658e-7ce1-44bb-9f9f-bf4198ceaa29" providerId="ADAL" clId="{B10133C8-EE46-4BFA-B4DE-6CB9FBAD4DDC}" dt="2023-08-07T02:43:43.578" v="13" actId="404"/>
          <ac:spMkLst>
            <pc:docMk/>
            <pc:sldMk cId="2211200058" sldId="459"/>
            <ac:spMk id="30722" creationId="{00000000-0000-0000-0000-000000000000}"/>
          </ac:spMkLst>
        </pc:spChg>
        <pc:graphicFrameChg chg="mod">
          <ac:chgData name="Yeo Xiong Wei, Jonathan" userId="ac2b658e-7ce1-44bb-9f9f-bf4198ceaa29" providerId="ADAL" clId="{B10133C8-EE46-4BFA-B4DE-6CB9FBAD4DDC}" dt="2023-08-07T02:43:50.594" v="14" actId="1076"/>
          <ac:graphicFrameMkLst>
            <pc:docMk/>
            <pc:sldMk cId="2211200058" sldId="459"/>
            <ac:graphicFrameMk id="3" creationId="{5DF409FD-AA46-4E1E-A4FF-DCCB5300D53A}"/>
          </ac:graphicFrameMkLst>
        </pc:graphicFrameChg>
      </pc:sldChg>
      <pc:sldChg chg="modSp mod modAnim">
        <pc:chgData name="Yeo Xiong Wei, Jonathan" userId="ac2b658e-7ce1-44bb-9f9f-bf4198ceaa29" providerId="ADAL" clId="{B10133C8-EE46-4BFA-B4DE-6CB9FBAD4DDC}" dt="2023-08-13T01:26:16.924" v="416"/>
        <pc:sldMkLst>
          <pc:docMk/>
          <pc:sldMk cId="3389477980" sldId="460"/>
        </pc:sldMkLst>
        <pc:spChg chg="mod">
          <ac:chgData name="Yeo Xiong Wei, Jonathan" userId="ac2b658e-7ce1-44bb-9f9f-bf4198ceaa29" providerId="ADAL" clId="{B10133C8-EE46-4BFA-B4DE-6CB9FBAD4DDC}" dt="2023-08-07T02:43:36.674" v="12" actId="403"/>
          <ac:spMkLst>
            <pc:docMk/>
            <pc:sldMk cId="3389477980" sldId="460"/>
            <ac:spMk id="30722" creationId="{00000000-0000-0000-0000-000000000000}"/>
          </ac:spMkLst>
        </pc:spChg>
      </pc:sldChg>
      <pc:sldChg chg="modSp ord">
        <pc:chgData name="Yeo Xiong Wei, Jonathan" userId="ac2b658e-7ce1-44bb-9f9f-bf4198ceaa29" providerId="ADAL" clId="{B10133C8-EE46-4BFA-B4DE-6CB9FBAD4DDC}" dt="2023-08-13T01:57:33.362" v="769"/>
        <pc:sldMkLst>
          <pc:docMk/>
          <pc:sldMk cId="333518085" sldId="461"/>
        </pc:sldMkLst>
        <pc:spChg chg="mod">
          <ac:chgData name="Yeo Xiong Wei, Jonathan" userId="ac2b658e-7ce1-44bb-9f9f-bf4198ceaa29" providerId="ADAL" clId="{B10133C8-EE46-4BFA-B4DE-6CB9FBAD4DDC}" dt="2023-08-07T02:57:20.846" v="227" actId="404"/>
          <ac:spMkLst>
            <pc:docMk/>
            <pc:sldMk cId="333518085" sldId="461"/>
            <ac:spMk id="7" creationId="{5E9DF522-5AD3-4366-84EF-AA804EBD70FB}"/>
          </ac:spMkLst>
        </pc:spChg>
        <pc:picChg chg="mod">
          <ac:chgData name="Yeo Xiong Wei, Jonathan" userId="ac2b658e-7ce1-44bb-9f9f-bf4198ceaa29" providerId="ADAL" clId="{B10133C8-EE46-4BFA-B4DE-6CB9FBAD4DDC}" dt="2023-08-07T02:57:34.644" v="232" actId="1076"/>
          <ac:picMkLst>
            <pc:docMk/>
            <pc:sldMk cId="333518085" sldId="461"/>
            <ac:picMk id="1026" creationId="{621BFCAB-B6C8-4AB7-B4EB-0EEA84281163}"/>
          </ac:picMkLst>
        </pc:picChg>
      </pc:sldChg>
      <pc:sldChg chg="modSp mod">
        <pc:chgData name="Yeo Xiong Wei, Jonathan" userId="ac2b658e-7ce1-44bb-9f9f-bf4198ceaa29" providerId="ADAL" clId="{B10133C8-EE46-4BFA-B4DE-6CB9FBAD4DDC}" dt="2023-08-13T01:48:48.319" v="694" actId="1076"/>
        <pc:sldMkLst>
          <pc:docMk/>
          <pc:sldMk cId="2456290301" sldId="466"/>
        </pc:sldMkLst>
        <pc:spChg chg="mod">
          <ac:chgData name="Yeo Xiong Wei, Jonathan" userId="ac2b658e-7ce1-44bb-9f9f-bf4198ceaa29" providerId="ADAL" clId="{B10133C8-EE46-4BFA-B4DE-6CB9FBAD4DDC}" dt="2023-08-13T01:48:48.319" v="694" actId="1076"/>
          <ac:spMkLst>
            <pc:docMk/>
            <pc:sldMk cId="2456290301" sldId="466"/>
            <ac:spMk id="12" creationId="{4213F190-B2B0-43F1-B1CA-727BDFB3A022}"/>
          </ac:spMkLst>
        </pc:spChg>
      </pc:sldChg>
      <pc:sldChg chg="modSp">
        <pc:chgData name="Yeo Xiong Wei, Jonathan" userId="ac2b658e-7ce1-44bb-9f9f-bf4198ceaa29" providerId="ADAL" clId="{B10133C8-EE46-4BFA-B4DE-6CB9FBAD4DDC}" dt="2023-08-07T02:55:59.277" v="209" actId="20577"/>
        <pc:sldMkLst>
          <pc:docMk/>
          <pc:sldMk cId="4176872098" sldId="467"/>
        </pc:sldMkLst>
        <pc:spChg chg="mod">
          <ac:chgData name="Yeo Xiong Wei, Jonathan" userId="ac2b658e-7ce1-44bb-9f9f-bf4198ceaa29" providerId="ADAL" clId="{B10133C8-EE46-4BFA-B4DE-6CB9FBAD4DDC}" dt="2023-08-07T02:55:59.277" v="209" actId="20577"/>
          <ac:spMkLst>
            <pc:docMk/>
            <pc:sldMk cId="4176872098" sldId="467"/>
            <ac:spMk id="15" creationId="{DE9257EB-214B-4269-851D-81659C6D38BA}"/>
          </ac:spMkLst>
        </pc:spChg>
      </pc:sldChg>
      <pc:sldChg chg="modSp">
        <pc:chgData name="Yeo Xiong Wei, Jonathan" userId="ac2b658e-7ce1-44bb-9f9f-bf4198ceaa29" providerId="ADAL" clId="{B10133C8-EE46-4BFA-B4DE-6CB9FBAD4DDC}" dt="2023-08-13T01:26:03.954" v="415" actId="113"/>
        <pc:sldMkLst>
          <pc:docMk/>
          <pc:sldMk cId="343509085" sldId="474"/>
        </pc:sldMkLst>
        <pc:spChg chg="mod">
          <ac:chgData name="Yeo Xiong Wei, Jonathan" userId="ac2b658e-7ce1-44bb-9f9f-bf4198ceaa29" providerId="ADAL" clId="{B10133C8-EE46-4BFA-B4DE-6CB9FBAD4DDC}" dt="2023-08-13T01:26:03.954" v="415" actId="113"/>
          <ac:spMkLst>
            <pc:docMk/>
            <pc:sldMk cId="343509085" sldId="474"/>
            <ac:spMk id="29698" creationId="{00000000-0000-0000-0000-000000000000}"/>
          </ac:spMkLst>
        </pc:spChg>
      </pc:sldChg>
      <pc:sldChg chg="modAnim">
        <pc:chgData name="Yeo Xiong Wei, Jonathan" userId="ac2b658e-7ce1-44bb-9f9f-bf4198ceaa29" providerId="ADAL" clId="{B10133C8-EE46-4BFA-B4DE-6CB9FBAD4DDC}" dt="2023-08-13T01:30:03.726" v="429"/>
        <pc:sldMkLst>
          <pc:docMk/>
          <pc:sldMk cId="174994872" sldId="477"/>
        </pc:sldMkLst>
      </pc:sldChg>
      <pc:sldChg chg="modSp">
        <pc:chgData name="Yeo Xiong Wei, Jonathan" userId="ac2b658e-7ce1-44bb-9f9f-bf4198ceaa29" providerId="ADAL" clId="{B10133C8-EE46-4BFA-B4DE-6CB9FBAD4DDC}" dt="2023-08-13T01:46:52.984" v="670" actId="404"/>
        <pc:sldMkLst>
          <pc:docMk/>
          <pc:sldMk cId="1779729360" sldId="478"/>
        </pc:sldMkLst>
        <pc:spChg chg="mod">
          <ac:chgData name="Yeo Xiong Wei, Jonathan" userId="ac2b658e-7ce1-44bb-9f9f-bf4198ceaa29" providerId="ADAL" clId="{B10133C8-EE46-4BFA-B4DE-6CB9FBAD4DDC}" dt="2023-08-13T01:46:52.984" v="670" actId="404"/>
          <ac:spMkLst>
            <pc:docMk/>
            <pc:sldMk cId="1779729360" sldId="478"/>
            <ac:spMk id="15" creationId="{DE9257EB-214B-4269-851D-81659C6D38BA}"/>
          </ac:spMkLst>
        </pc:spChg>
      </pc:sldChg>
      <pc:sldChg chg="modSp">
        <pc:chgData name="Yeo Xiong Wei, Jonathan" userId="ac2b658e-7ce1-44bb-9f9f-bf4198ceaa29" providerId="ADAL" clId="{B10133C8-EE46-4BFA-B4DE-6CB9FBAD4DDC}" dt="2023-08-13T01:48:42.409" v="693" actId="313"/>
        <pc:sldMkLst>
          <pc:docMk/>
          <pc:sldMk cId="3979567326" sldId="479"/>
        </pc:sldMkLst>
        <pc:spChg chg="mod">
          <ac:chgData name="Yeo Xiong Wei, Jonathan" userId="ac2b658e-7ce1-44bb-9f9f-bf4198ceaa29" providerId="ADAL" clId="{B10133C8-EE46-4BFA-B4DE-6CB9FBAD4DDC}" dt="2023-08-13T01:48:42.409" v="693" actId="313"/>
          <ac:spMkLst>
            <pc:docMk/>
            <pc:sldMk cId="3979567326" sldId="479"/>
            <ac:spMk id="12" creationId="{4213F190-B2B0-43F1-B1CA-727BDFB3A022}"/>
          </ac:spMkLst>
        </pc:spChg>
      </pc:sldChg>
      <pc:sldChg chg="modSp">
        <pc:chgData name="Yeo Xiong Wei, Jonathan" userId="ac2b658e-7ce1-44bb-9f9f-bf4198ceaa29" providerId="ADAL" clId="{B10133C8-EE46-4BFA-B4DE-6CB9FBAD4DDC}" dt="2023-08-13T01:52:46.089" v="766" actId="20577"/>
        <pc:sldMkLst>
          <pc:docMk/>
          <pc:sldMk cId="1074021624" sldId="480"/>
        </pc:sldMkLst>
        <pc:spChg chg="mod">
          <ac:chgData name="Yeo Xiong Wei, Jonathan" userId="ac2b658e-7ce1-44bb-9f9f-bf4198ceaa29" providerId="ADAL" clId="{B10133C8-EE46-4BFA-B4DE-6CB9FBAD4DDC}" dt="2023-08-13T01:52:46.089" v="766" actId="20577"/>
          <ac:spMkLst>
            <pc:docMk/>
            <pc:sldMk cId="1074021624" sldId="480"/>
            <ac:spMk id="12" creationId="{4213F190-B2B0-43F1-B1CA-727BDFB3A022}"/>
          </ac:spMkLst>
        </pc:spChg>
      </pc:sldChg>
      <pc:sldChg chg="modSp">
        <pc:chgData name="Yeo Xiong Wei, Jonathan" userId="ac2b658e-7ce1-44bb-9f9f-bf4198ceaa29" providerId="ADAL" clId="{B10133C8-EE46-4BFA-B4DE-6CB9FBAD4DDC}" dt="2023-08-13T01:50:43.242" v="737" actId="207"/>
        <pc:sldMkLst>
          <pc:docMk/>
          <pc:sldMk cId="494314217" sldId="526"/>
        </pc:sldMkLst>
        <pc:spChg chg="mod">
          <ac:chgData name="Yeo Xiong Wei, Jonathan" userId="ac2b658e-7ce1-44bb-9f9f-bf4198ceaa29" providerId="ADAL" clId="{B10133C8-EE46-4BFA-B4DE-6CB9FBAD4DDC}" dt="2023-08-13T01:50:43.242" v="737" actId="207"/>
          <ac:spMkLst>
            <pc:docMk/>
            <pc:sldMk cId="494314217" sldId="526"/>
            <ac:spMk id="7" creationId="{5E9DF522-5AD3-4366-84EF-AA804EBD70FB}"/>
          </ac:spMkLst>
        </pc:spChg>
      </pc:sldChg>
      <pc:sldChg chg="modSp mod">
        <pc:chgData name="Yeo Xiong Wei, Jonathan" userId="ac2b658e-7ce1-44bb-9f9f-bf4198ceaa29" providerId="ADAL" clId="{B10133C8-EE46-4BFA-B4DE-6CB9FBAD4DDC}" dt="2023-08-13T01:51:34.899" v="744" actId="404"/>
        <pc:sldMkLst>
          <pc:docMk/>
          <pc:sldMk cId="3686239555" sldId="527"/>
        </pc:sldMkLst>
        <pc:spChg chg="mod">
          <ac:chgData name="Yeo Xiong Wei, Jonathan" userId="ac2b658e-7ce1-44bb-9f9f-bf4198ceaa29" providerId="ADAL" clId="{B10133C8-EE46-4BFA-B4DE-6CB9FBAD4DDC}" dt="2023-08-13T01:51:34.899" v="744" actId="404"/>
          <ac:spMkLst>
            <pc:docMk/>
            <pc:sldMk cId="3686239555" sldId="527"/>
            <ac:spMk id="3" creationId="{F6166362-5747-4CF8-8778-889699D343D3}"/>
          </ac:spMkLst>
        </pc:spChg>
      </pc:sldChg>
      <pc:sldChg chg="modSp ord">
        <pc:chgData name="Yeo Xiong Wei, Jonathan" userId="ac2b658e-7ce1-44bb-9f9f-bf4198ceaa29" providerId="ADAL" clId="{B10133C8-EE46-4BFA-B4DE-6CB9FBAD4DDC}" dt="2023-08-13T01:52:11.709" v="746"/>
        <pc:sldMkLst>
          <pc:docMk/>
          <pc:sldMk cId="1435516767" sldId="528"/>
        </pc:sldMkLst>
        <pc:spChg chg="mod">
          <ac:chgData name="Yeo Xiong Wei, Jonathan" userId="ac2b658e-7ce1-44bb-9f9f-bf4198ceaa29" providerId="ADAL" clId="{B10133C8-EE46-4BFA-B4DE-6CB9FBAD4DDC}" dt="2023-08-07T02:58:34.779" v="240" actId="404"/>
          <ac:spMkLst>
            <pc:docMk/>
            <pc:sldMk cId="1435516767" sldId="528"/>
            <ac:spMk id="3" creationId="{5F1084EF-22C8-4EF1-B3AC-5CD9C82F5106}"/>
          </ac:spMkLst>
        </pc:spChg>
      </pc:sldChg>
      <pc:sldChg chg="modSp modAnim modNotesTx">
        <pc:chgData name="Yeo Xiong Wei, Jonathan" userId="ac2b658e-7ce1-44bb-9f9f-bf4198ceaa29" providerId="ADAL" clId="{B10133C8-EE46-4BFA-B4DE-6CB9FBAD4DDC}" dt="2023-08-13T01:33:45.667" v="597" actId="6549"/>
        <pc:sldMkLst>
          <pc:docMk/>
          <pc:sldMk cId="437882332" sldId="529"/>
        </pc:sldMkLst>
        <pc:spChg chg="mod">
          <ac:chgData name="Yeo Xiong Wei, Jonathan" userId="ac2b658e-7ce1-44bb-9f9f-bf4198ceaa29" providerId="ADAL" clId="{B10133C8-EE46-4BFA-B4DE-6CB9FBAD4DDC}" dt="2023-08-13T01:33:40.456" v="596" actId="6549"/>
          <ac:spMkLst>
            <pc:docMk/>
            <pc:sldMk cId="437882332" sldId="529"/>
            <ac:spMk id="30722" creationId="{00000000-0000-0000-0000-000000000000}"/>
          </ac:spMkLst>
        </pc:spChg>
      </pc:sldChg>
      <pc:sldChg chg="modSp mod modAnim">
        <pc:chgData name="Yeo Xiong Wei, Jonathan" userId="ac2b658e-7ce1-44bb-9f9f-bf4198ceaa29" providerId="ADAL" clId="{B10133C8-EE46-4BFA-B4DE-6CB9FBAD4DDC}" dt="2023-08-13T01:41:02.651" v="620" actId="114"/>
        <pc:sldMkLst>
          <pc:docMk/>
          <pc:sldMk cId="999027498" sldId="530"/>
        </pc:sldMkLst>
        <pc:spChg chg="mod">
          <ac:chgData name="Yeo Xiong Wei, Jonathan" userId="ac2b658e-7ce1-44bb-9f9f-bf4198ceaa29" providerId="ADAL" clId="{B10133C8-EE46-4BFA-B4DE-6CB9FBAD4DDC}" dt="2023-08-13T01:41:02.651" v="620" actId="114"/>
          <ac:spMkLst>
            <pc:docMk/>
            <pc:sldMk cId="999027498" sldId="530"/>
            <ac:spMk id="30722" creationId="{00000000-0000-0000-0000-000000000000}"/>
          </ac:spMkLst>
        </pc:spChg>
      </pc:sldChg>
      <pc:sldChg chg="modSp add mod modAnim">
        <pc:chgData name="Yeo Xiong Wei, Jonathan" userId="ac2b658e-7ce1-44bb-9f9f-bf4198ceaa29" providerId="ADAL" clId="{B10133C8-EE46-4BFA-B4DE-6CB9FBAD4DDC}" dt="2023-08-16T06:45:22.564" v="775" actId="207"/>
        <pc:sldMkLst>
          <pc:docMk/>
          <pc:sldMk cId="2012034281" sldId="531"/>
        </pc:sldMkLst>
        <pc:spChg chg="mod">
          <ac:chgData name="Yeo Xiong Wei, Jonathan" userId="ac2b658e-7ce1-44bb-9f9f-bf4198ceaa29" providerId="ADAL" clId="{B10133C8-EE46-4BFA-B4DE-6CB9FBAD4DDC}" dt="2023-08-16T06:45:22.564" v="775" actId="207"/>
          <ac:spMkLst>
            <pc:docMk/>
            <pc:sldMk cId="2012034281" sldId="531"/>
            <ac:spMk id="19" creationId="{C9A109E2-8E14-41F2-A024-313AA4A2DFDB}"/>
          </ac:spMkLst>
        </pc:spChg>
        <pc:spChg chg="mod">
          <ac:chgData name="Yeo Xiong Wei, Jonathan" userId="ac2b658e-7ce1-44bb-9f9f-bf4198ceaa29" providerId="ADAL" clId="{B10133C8-EE46-4BFA-B4DE-6CB9FBAD4DDC}" dt="2023-08-07T02:52:03.430" v="177" actId="20577"/>
          <ac:spMkLst>
            <pc:docMk/>
            <pc:sldMk cId="2012034281" sldId="531"/>
            <ac:spMk id="30721" creationId="{00000000-0000-0000-0000-000000000000}"/>
          </ac:spMkLst>
        </pc:spChg>
        <pc:cxnChg chg="mod">
          <ac:chgData name="Yeo Xiong Wei, Jonathan" userId="ac2b658e-7ce1-44bb-9f9f-bf4198ceaa29" providerId="ADAL" clId="{B10133C8-EE46-4BFA-B4DE-6CB9FBAD4DDC}" dt="2023-08-07T02:51:35.166" v="135" actId="14100"/>
          <ac:cxnSpMkLst>
            <pc:docMk/>
            <pc:sldMk cId="2012034281" sldId="531"/>
            <ac:cxnSpMk id="23" creationId="{3B7EB35B-10B2-4127-9CB8-FFA5F5F4765D}"/>
          </ac:cxnSpMkLst>
        </pc:cxnChg>
        <pc:cxnChg chg="mod">
          <ac:chgData name="Yeo Xiong Wei, Jonathan" userId="ac2b658e-7ce1-44bb-9f9f-bf4198ceaa29" providerId="ADAL" clId="{B10133C8-EE46-4BFA-B4DE-6CB9FBAD4DDC}" dt="2023-08-07T02:51:38.033" v="136" actId="14100"/>
          <ac:cxnSpMkLst>
            <pc:docMk/>
            <pc:sldMk cId="2012034281" sldId="531"/>
            <ac:cxnSpMk id="26" creationId="{FFDCD830-973A-4491-8A86-123C3E10D1D0}"/>
          </ac:cxnSpMkLst>
        </pc:cxnChg>
      </pc:sldChg>
    </pc:docChg>
  </pc:docChgLst>
  <pc:docChgLst>
    <pc:chgData name="Yeo Xiong Wei, Jonathan" userId="ac2b658e-7ce1-44bb-9f9f-bf4198ceaa29" providerId="ADAL" clId="{4D3493E5-7DE0-4C0B-9E2A-E7D10C64B70E}"/>
    <pc:docChg chg="undo custSel modSld">
      <pc:chgData name="Yeo Xiong Wei, Jonathan" userId="ac2b658e-7ce1-44bb-9f9f-bf4198ceaa29" providerId="ADAL" clId="{4D3493E5-7DE0-4C0B-9E2A-E7D10C64B70E}" dt="2023-05-11T07:33:47.256" v="630" actId="6549"/>
      <pc:docMkLst>
        <pc:docMk/>
      </pc:docMkLst>
      <pc:sldChg chg="modSp mod modAnim">
        <pc:chgData name="Yeo Xiong Wei, Jonathan" userId="ac2b658e-7ce1-44bb-9f9f-bf4198ceaa29" providerId="ADAL" clId="{4D3493E5-7DE0-4C0B-9E2A-E7D10C64B70E}" dt="2023-05-11T06:31:09.222" v="629" actId="20577"/>
        <pc:sldMkLst>
          <pc:docMk/>
          <pc:sldMk cId="557807413" sldId="300"/>
        </pc:sldMkLst>
        <pc:spChg chg="mod">
          <ac:chgData name="Yeo Xiong Wei, Jonathan" userId="ac2b658e-7ce1-44bb-9f9f-bf4198ceaa29" providerId="ADAL" clId="{4D3493E5-7DE0-4C0B-9E2A-E7D10C64B70E}" dt="2023-05-11T06:31:09.222" v="629" actId="20577"/>
          <ac:spMkLst>
            <pc:docMk/>
            <pc:sldMk cId="557807413" sldId="300"/>
            <ac:spMk id="29698" creationId="{00000000-0000-0000-0000-000000000000}"/>
          </ac:spMkLst>
        </pc:spChg>
      </pc:sldChg>
      <pc:sldChg chg="modSp mod">
        <pc:chgData name="Yeo Xiong Wei, Jonathan" userId="ac2b658e-7ce1-44bb-9f9f-bf4198ceaa29" providerId="ADAL" clId="{4D3493E5-7DE0-4C0B-9E2A-E7D10C64B70E}" dt="2023-05-11T03:26:31.916" v="606" actId="20577"/>
        <pc:sldMkLst>
          <pc:docMk/>
          <pc:sldMk cId="578903766" sldId="301"/>
        </pc:sldMkLst>
        <pc:spChg chg="mod">
          <ac:chgData name="Yeo Xiong Wei, Jonathan" userId="ac2b658e-7ce1-44bb-9f9f-bf4198ceaa29" providerId="ADAL" clId="{4D3493E5-7DE0-4C0B-9E2A-E7D10C64B70E}" dt="2023-05-11T03:26:31.916" v="606" actId="20577"/>
          <ac:spMkLst>
            <pc:docMk/>
            <pc:sldMk cId="578903766" sldId="301"/>
            <ac:spMk id="30722" creationId="{00000000-0000-0000-0000-000000000000}"/>
          </ac:spMkLst>
        </pc:spChg>
      </pc:sldChg>
      <pc:sldChg chg="modSp mod">
        <pc:chgData name="Yeo Xiong Wei, Jonathan" userId="ac2b658e-7ce1-44bb-9f9f-bf4198ceaa29" providerId="ADAL" clId="{4D3493E5-7DE0-4C0B-9E2A-E7D10C64B70E}" dt="2023-05-11T07:33:47.256" v="630" actId="6549"/>
        <pc:sldMkLst>
          <pc:docMk/>
          <pc:sldMk cId="3389477980" sldId="460"/>
        </pc:sldMkLst>
        <pc:spChg chg="mod">
          <ac:chgData name="Yeo Xiong Wei, Jonathan" userId="ac2b658e-7ce1-44bb-9f9f-bf4198ceaa29" providerId="ADAL" clId="{4D3493E5-7DE0-4C0B-9E2A-E7D10C64B70E}" dt="2023-05-11T07:33:47.256" v="630" actId="6549"/>
          <ac:spMkLst>
            <pc:docMk/>
            <pc:sldMk cId="3389477980" sldId="460"/>
            <ac:spMk id="30722" creationId="{00000000-0000-0000-0000-000000000000}"/>
          </ac:spMkLst>
        </pc:spChg>
      </pc:sldChg>
      <pc:sldChg chg="modSp mod">
        <pc:chgData name="Yeo Xiong Wei, Jonathan" userId="ac2b658e-7ce1-44bb-9f9f-bf4198ceaa29" providerId="ADAL" clId="{4D3493E5-7DE0-4C0B-9E2A-E7D10C64B70E}" dt="2023-05-11T03:21:37.573" v="500" actId="6549"/>
        <pc:sldMkLst>
          <pc:docMk/>
          <pc:sldMk cId="3686239555" sldId="527"/>
        </pc:sldMkLst>
        <pc:spChg chg="mod">
          <ac:chgData name="Yeo Xiong Wei, Jonathan" userId="ac2b658e-7ce1-44bb-9f9f-bf4198ceaa29" providerId="ADAL" clId="{4D3493E5-7DE0-4C0B-9E2A-E7D10C64B70E}" dt="2023-05-11T03:21:37.573" v="500" actId="6549"/>
          <ac:spMkLst>
            <pc:docMk/>
            <pc:sldMk cId="3686239555" sldId="527"/>
            <ac:spMk id="3" creationId="{F6166362-5747-4CF8-8778-889699D343D3}"/>
          </ac:spMkLst>
        </pc:spChg>
        <pc:spChg chg="mod">
          <ac:chgData name="Yeo Xiong Wei, Jonathan" userId="ac2b658e-7ce1-44bb-9f9f-bf4198ceaa29" providerId="ADAL" clId="{4D3493E5-7DE0-4C0B-9E2A-E7D10C64B70E}" dt="2023-05-11T03:10:51.382" v="457" actId="20577"/>
          <ac:spMkLst>
            <pc:docMk/>
            <pc:sldMk cId="3686239555" sldId="527"/>
            <ac:spMk id="19" creationId="{9EC58386-7039-0043-C7B9-B27DF1395D02}"/>
          </ac:spMkLst>
        </pc:spChg>
      </pc:sldChg>
    </pc:docChg>
  </pc:docChgLst>
  <pc:docChgLst>
    <pc:chgData name="Yeo Xiong Wei, Jonathan" userId="ac2b658e-7ce1-44bb-9f9f-bf4198ceaa29" providerId="ADAL" clId="{33E9846F-0072-4FE5-B8C0-4C463ED9BFB0}"/>
    <pc:docChg chg="undo custSel addSld delSld modSld">
      <pc:chgData name="Yeo Xiong Wei, Jonathan" userId="ac2b658e-7ce1-44bb-9f9f-bf4198ceaa29" providerId="ADAL" clId="{33E9846F-0072-4FE5-B8C0-4C463ED9BFB0}" dt="2022-06-28T06:54:52.827" v="1722" actId="47"/>
      <pc:docMkLst>
        <pc:docMk/>
      </pc:docMkLst>
      <pc:sldChg chg="modSp modAnim">
        <pc:chgData name="Yeo Xiong Wei, Jonathan" userId="ac2b658e-7ce1-44bb-9f9f-bf4198ceaa29" providerId="ADAL" clId="{33E9846F-0072-4FE5-B8C0-4C463ED9BFB0}" dt="2022-06-17T03:24:11.358" v="125" actId="20577"/>
        <pc:sldMkLst>
          <pc:docMk/>
          <pc:sldMk cId="1913572987" sldId="297"/>
        </pc:sldMkLst>
        <pc:spChg chg="mod">
          <ac:chgData name="Yeo Xiong Wei, Jonathan" userId="ac2b658e-7ce1-44bb-9f9f-bf4198ceaa29" providerId="ADAL" clId="{33E9846F-0072-4FE5-B8C0-4C463ED9BFB0}" dt="2022-06-17T03:24:11.358" v="125" actId="20577"/>
          <ac:spMkLst>
            <pc:docMk/>
            <pc:sldMk cId="1913572987" sldId="297"/>
            <ac:spMk id="26626" creationId="{00000000-0000-0000-0000-000000000000}"/>
          </ac:spMkLst>
        </pc:spChg>
      </pc:sldChg>
      <pc:sldChg chg="add">
        <pc:chgData name="Yeo Xiong Wei, Jonathan" userId="ac2b658e-7ce1-44bb-9f9f-bf4198ceaa29" providerId="ADAL" clId="{33E9846F-0072-4FE5-B8C0-4C463ED9BFB0}" dt="2022-06-17T03:32:05.399" v="842"/>
        <pc:sldMkLst>
          <pc:docMk/>
          <pc:sldMk cId="238113673" sldId="429"/>
        </pc:sldMkLst>
      </pc:sldChg>
      <pc:sldChg chg="delSp modSp mod modAnim">
        <pc:chgData name="Yeo Xiong Wei, Jonathan" userId="ac2b658e-7ce1-44bb-9f9f-bf4198ceaa29" providerId="ADAL" clId="{33E9846F-0072-4FE5-B8C0-4C463ED9BFB0}" dt="2022-06-17T03:31:26.583" v="841" actId="20577"/>
        <pc:sldMkLst>
          <pc:docMk/>
          <pc:sldMk cId="2019000450" sldId="457"/>
        </pc:sldMkLst>
        <pc:spChg chg="mod">
          <ac:chgData name="Yeo Xiong Wei, Jonathan" userId="ac2b658e-7ce1-44bb-9f9f-bf4198ceaa29" providerId="ADAL" clId="{33E9846F-0072-4FE5-B8C0-4C463ED9BFB0}" dt="2022-06-17T03:31:26.583" v="841" actId="20577"/>
          <ac:spMkLst>
            <pc:docMk/>
            <pc:sldMk cId="2019000450" sldId="457"/>
            <ac:spMk id="26626" creationId="{00000000-0000-0000-0000-000000000000}"/>
          </ac:spMkLst>
        </pc:spChg>
        <pc:picChg chg="del mod">
          <ac:chgData name="Yeo Xiong Wei, Jonathan" userId="ac2b658e-7ce1-44bb-9f9f-bf4198ceaa29" providerId="ADAL" clId="{33E9846F-0072-4FE5-B8C0-4C463ED9BFB0}" dt="2022-06-17T03:29:47.951" v="715" actId="478"/>
          <ac:picMkLst>
            <pc:docMk/>
            <pc:sldMk cId="2019000450" sldId="457"/>
            <ac:picMk id="4" creationId="{24E85CF3-44A6-108B-24CB-C83BD9E8E4BE}"/>
          </ac:picMkLst>
        </pc:picChg>
      </pc:sldChg>
      <pc:sldChg chg="modSp add mod">
        <pc:chgData name="Yeo Xiong Wei, Jonathan" userId="ac2b658e-7ce1-44bb-9f9f-bf4198ceaa29" providerId="ADAL" clId="{33E9846F-0072-4FE5-B8C0-4C463ED9BFB0}" dt="2022-06-17T03:33:53.169" v="890" actId="20577"/>
        <pc:sldMkLst>
          <pc:docMk/>
          <pc:sldMk cId="333518085" sldId="461"/>
        </pc:sldMkLst>
        <pc:spChg chg="mod">
          <ac:chgData name="Yeo Xiong Wei, Jonathan" userId="ac2b658e-7ce1-44bb-9f9f-bf4198ceaa29" providerId="ADAL" clId="{33E9846F-0072-4FE5-B8C0-4C463ED9BFB0}" dt="2022-06-17T03:33:36.415" v="883" actId="1076"/>
          <ac:spMkLst>
            <pc:docMk/>
            <pc:sldMk cId="333518085" sldId="461"/>
            <ac:spMk id="6" creationId="{D0516181-8B46-4841-B808-5B9BA02E2EEE}"/>
          </ac:spMkLst>
        </pc:spChg>
        <pc:spChg chg="mod">
          <ac:chgData name="Yeo Xiong Wei, Jonathan" userId="ac2b658e-7ce1-44bb-9f9f-bf4198ceaa29" providerId="ADAL" clId="{33E9846F-0072-4FE5-B8C0-4C463ED9BFB0}" dt="2022-06-17T03:33:53.169" v="890" actId="20577"/>
          <ac:spMkLst>
            <pc:docMk/>
            <pc:sldMk cId="333518085" sldId="461"/>
            <ac:spMk id="7" creationId="{5E9DF522-5AD3-4366-84EF-AA804EBD70FB}"/>
          </ac:spMkLst>
        </pc:spChg>
        <pc:spChg chg="mod">
          <ac:chgData name="Yeo Xiong Wei, Jonathan" userId="ac2b658e-7ce1-44bb-9f9f-bf4198ceaa29" providerId="ADAL" clId="{33E9846F-0072-4FE5-B8C0-4C463ED9BFB0}" dt="2022-06-17T03:33:39.087" v="884" actId="1076"/>
          <ac:spMkLst>
            <pc:docMk/>
            <pc:sldMk cId="333518085" sldId="461"/>
            <ac:spMk id="8" creationId="{738665AD-01F8-4D91-8A63-69C4654AE255}"/>
          </ac:spMkLst>
        </pc:spChg>
        <pc:spChg chg="mod">
          <ac:chgData name="Yeo Xiong Wei, Jonathan" userId="ac2b658e-7ce1-44bb-9f9f-bf4198ceaa29" providerId="ADAL" clId="{33E9846F-0072-4FE5-B8C0-4C463ED9BFB0}" dt="2022-06-17T03:33:06.662" v="874" actId="21"/>
          <ac:spMkLst>
            <pc:docMk/>
            <pc:sldMk cId="333518085" sldId="461"/>
            <ac:spMk id="33793" creationId="{00000000-0000-0000-0000-000000000000}"/>
          </ac:spMkLst>
        </pc:spChg>
        <pc:graphicFrameChg chg="mod">
          <ac:chgData name="Yeo Xiong Wei, Jonathan" userId="ac2b658e-7ce1-44bb-9f9f-bf4198ceaa29" providerId="ADAL" clId="{33E9846F-0072-4FE5-B8C0-4C463ED9BFB0}" dt="2022-06-17T03:33:30.052" v="881" actId="1076"/>
          <ac:graphicFrameMkLst>
            <pc:docMk/>
            <pc:sldMk cId="333518085" sldId="461"/>
            <ac:graphicFrameMk id="3" creationId="{DA40652C-BEB4-409C-ADC7-1712AFE15E86}"/>
          </ac:graphicFrameMkLst>
        </pc:graphicFrameChg>
        <pc:picChg chg="mod">
          <ac:chgData name="Yeo Xiong Wei, Jonathan" userId="ac2b658e-7ce1-44bb-9f9f-bf4198ceaa29" providerId="ADAL" clId="{33E9846F-0072-4FE5-B8C0-4C463ED9BFB0}" dt="2022-06-17T03:33:47.753" v="886" actId="1076"/>
          <ac:picMkLst>
            <pc:docMk/>
            <pc:sldMk cId="333518085" sldId="461"/>
            <ac:picMk id="1026" creationId="{621BFCAB-B6C8-4AB7-B4EB-0EEA84281163}"/>
          </ac:picMkLst>
        </pc:picChg>
      </pc:sldChg>
      <pc:sldChg chg="modSp mod">
        <pc:chgData name="Yeo Xiong Wei, Jonathan" userId="ac2b658e-7ce1-44bb-9f9f-bf4198ceaa29" providerId="ADAL" clId="{33E9846F-0072-4FE5-B8C0-4C463ED9BFB0}" dt="2022-06-17T03:32:52.878" v="863" actId="20577"/>
        <pc:sldMkLst>
          <pc:docMk/>
          <pc:sldMk cId="3979567326" sldId="479"/>
        </pc:sldMkLst>
        <pc:spChg chg="mod">
          <ac:chgData name="Yeo Xiong Wei, Jonathan" userId="ac2b658e-7ce1-44bb-9f9f-bf4198ceaa29" providerId="ADAL" clId="{33E9846F-0072-4FE5-B8C0-4C463ED9BFB0}" dt="2022-06-17T03:32:52.878" v="863" actId="20577"/>
          <ac:spMkLst>
            <pc:docMk/>
            <pc:sldMk cId="3979567326" sldId="479"/>
            <ac:spMk id="2" creationId="{635632ED-6249-4378-9241-C14C3A5BA9EB}"/>
          </ac:spMkLst>
        </pc:spChg>
      </pc:sldChg>
      <pc:sldChg chg="modSp mod">
        <pc:chgData name="Yeo Xiong Wei, Jonathan" userId="ac2b658e-7ce1-44bb-9f9f-bf4198ceaa29" providerId="ADAL" clId="{33E9846F-0072-4FE5-B8C0-4C463ED9BFB0}" dt="2022-06-28T06:03:06.625" v="1593" actId="20577"/>
        <pc:sldMkLst>
          <pc:docMk/>
          <pc:sldMk cId="1074021624" sldId="480"/>
        </pc:sldMkLst>
        <pc:spChg chg="mod">
          <ac:chgData name="Yeo Xiong Wei, Jonathan" userId="ac2b658e-7ce1-44bb-9f9f-bf4198ceaa29" providerId="ADAL" clId="{33E9846F-0072-4FE5-B8C0-4C463ED9BFB0}" dt="2022-06-28T06:03:06.625" v="1593" actId="20577"/>
          <ac:spMkLst>
            <pc:docMk/>
            <pc:sldMk cId="1074021624" sldId="480"/>
            <ac:spMk id="12" creationId="{4213F190-B2B0-43F1-B1CA-727BDFB3A022}"/>
          </ac:spMkLst>
        </pc:spChg>
      </pc:sldChg>
      <pc:sldChg chg="add">
        <pc:chgData name="Yeo Xiong Wei, Jonathan" userId="ac2b658e-7ce1-44bb-9f9f-bf4198ceaa29" providerId="ADAL" clId="{33E9846F-0072-4FE5-B8C0-4C463ED9BFB0}" dt="2022-06-17T03:32:05.399" v="842"/>
        <pc:sldMkLst>
          <pc:docMk/>
          <pc:sldMk cId="227559847" sldId="525"/>
        </pc:sldMkLst>
      </pc:sldChg>
      <pc:sldChg chg="add">
        <pc:chgData name="Yeo Xiong Wei, Jonathan" userId="ac2b658e-7ce1-44bb-9f9f-bf4198ceaa29" providerId="ADAL" clId="{33E9846F-0072-4FE5-B8C0-4C463ED9BFB0}" dt="2022-06-17T03:32:05.399" v="842"/>
        <pc:sldMkLst>
          <pc:docMk/>
          <pc:sldMk cId="494314217" sldId="526"/>
        </pc:sldMkLst>
      </pc:sldChg>
      <pc:sldChg chg="add">
        <pc:chgData name="Yeo Xiong Wei, Jonathan" userId="ac2b658e-7ce1-44bb-9f9f-bf4198ceaa29" providerId="ADAL" clId="{33E9846F-0072-4FE5-B8C0-4C463ED9BFB0}" dt="2022-06-17T03:32:05.399" v="842"/>
        <pc:sldMkLst>
          <pc:docMk/>
          <pc:sldMk cId="3686239555" sldId="527"/>
        </pc:sldMkLst>
      </pc:sldChg>
      <pc:sldChg chg="modSp add del mod">
        <pc:chgData name="Yeo Xiong Wei, Jonathan" userId="ac2b658e-7ce1-44bb-9f9f-bf4198ceaa29" providerId="ADAL" clId="{33E9846F-0072-4FE5-B8C0-4C463ED9BFB0}" dt="2022-06-28T06:54:52.827" v="1722" actId="47"/>
        <pc:sldMkLst>
          <pc:docMk/>
          <pc:sldMk cId="2945796334" sldId="528"/>
        </pc:sldMkLst>
        <pc:spChg chg="mod">
          <ac:chgData name="Yeo Xiong Wei, Jonathan" userId="ac2b658e-7ce1-44bb-9f9f-bf4198ceaa29" providerId="ADAL" clId="{33E9846F-0072-4FE5-B8C0-4C463ED9BFB0}" dt="2022-06-28T06:54:31.077" v="1721" actId="20577"/>
          <ac:spMkLst>
            <pc:docMk/>
            <pc:sldMk cId="2945796334" sldId="528"/>
            <ac:spMk id="12" creationId="{4213F190-B2B0-43F1-B1CA-727BDFB3A022}"/>
          </ac:spMkLst>
        </pc:spChg>
      </pc:sldChg>
    </pc:docChg>
  </pc:docChgLst>
  <pc:docChgLst>
    <pc:chgData name="Yeo Xiong Wei, Jonathan" userId="ac2b658e-7ce1-44bb-9f9f-bf4198ceaa29" providerId="ADAL" clId="{3175B46A-2967-4D22-802B-BDCDE90DAD6C}"/>
    <pc:docChg chg="modSld">
      <pc:chgData name="Yeo Xiong Wei, Jonathan" userId="ac2b658e-7ce1-44bb-9f9f-bf4198ceaa29" providerId="ADAL" clId="{3175B46A-2967-4D22-802B-BDCDE90DAD6C}" dt="2024-08-02T06:39:52.410" v="67" actId="20577"/>
      <pc:docMkLst>
        <pc:docMk/>
      </pc:docMkLst>
      <pc:sldChg chg="modSp">
        <pc:chgData name="Yeo Xiong Wei, Jonathan" userId="ac2b658e-7ce1-44bb-9f9f-bf4198ceaa29" providerId="ADAL" clId="{3175B46A-2967-4D22-802B-BDCDE90DAD6C}" dt="2024-08-02T06:39:52.410" v="67" actId="20577"/>
        <pc:sldMkLst>
          <pc:docMk/>
          <pc:sldMk cId="3341201971" sldId="569"/>
        </pc:sldMkLst>
        <pc:spChg chg="mod">
          <ac:chgData name="Yeo Xiong Wei, Jonathan" userId="ac2b658e-7ce1-44bb-9f9f-bf4198ceaa29" providerId="ADAL" clId="{3175B46A-2967-4D22-802B-BDCDE90DAD6C}" dt="2024-08-02T06:39:52.410" v="67" actId="20577"/>
          <ac:spMkLst>
            <pc:docMk/>
            <pc:sldMk cId="3341201971" sldId="569"/>
            <ac:spMk id="12" creationId="{4213F190-B2B0-43F1-B1CA-727BDFB3A022}"/>
          </ac:spMkLst>
        </pc:spChg>
      </pc:sldChg>
    </pc:docChg>
  </pc:docChgLst>
  <pc:docChgLst>
    <pc:chgData name="Yeo Xiong Wei, Jonathan" userId="ac2b658e-7ce1-44bb-9f9f-bf4198ceaa29" providerId="ADAL" clId="{FED8377E-90AF-4A5E-B065-BA2FBA21D1FD}"/>
    <pc:docChg chg="modSld">
      <pc:chgData name="Yeo Xiong Wei, Jonathan" userId="ac2b658e-7ce1-44bb-9f9f-bf4198ceaa29" providerId="ADAL" clId="{FED8377E-90AF-4A5E-B065-BA2FBA21D1FD}" dt="2023-08-28T01:34:18.992" v="1"/>
      <pc:docMkLst>
        <pc:docMk/>
      </pc:docMkLst>
      <pc:sldChg chg="addSp">
        <pc:chgData name="Yeo Xiong Wei, Jonathan" userId="ac2b658e-7ce1-44bb-9f9f-bf4198ceaa29" providerId="ADAL" clId="{FED8377E-90AF-4A5E-B065-BA2FBA21D1FD}" dt="2023-08-28T01:34:18.992" v="1"/>
        <pc:sldMkLst>
          <pc:docMk/>
          <pc:sldMk cId="557807413" sldId="300"/>
        </pc:sldMkLst>
        <pc:inkChg chg="add">
          <ac:chgData name="Yeo Xiong Wei, Jonathan" userId="ac2b658e-7ce1-44bb-9f9f-bf4198ceaa29" providerId="ADAL" clId="{FED8377E-90AF-4A5E-B065-BA2FBA21D1FD}" dt="2023-08-28T01:34:18.992" v="1"/>
          <ac:inkMkLst>
            <pc:docMk/>
            <pc:sldMk cId="557807413" sldId="300"/>
            <ac:inkMk id="4" creationId="{E07A6630-9C2B-0362-F505-214B7DC6A216}"/>
          </ac:inkMkLst>
        </pc:inkChg>
      </pc:sldChg>
      <pc:sldChg chg="addSp">
        <pc:chgData name="Yeo Xiong Wei, Jonathan" userId="ac2b658e-7ce1-44bb-9f9f-bf4198ceaa29" providerId="ADAL" clId="{FED8377E-90AF-4A5E-B065-BA2FBA21D1FD}" dt="2023-08-28T01:34:18.992" v="1"/>
        <pc:sldMkLst>
          <pc:docMk/>
          <pc:sldMk cId="578903766" sldId="301"/>
        </pc:sldMkLst>
        <pc:inkChg chg="add">
          <ac:chgData name="Yeo Xiong Wei, Jonathan" userId="ac2b658e-7ce1-44bb-9f9f-bf4198ceaa29" providerId="ADAL" clId="{FED8377E-90AF-4A5E-B065-BA2FBA21D1FD}" dt="2023-08-28T01:34:18.992" v="1"/>
          <ac:inkMkLst>
            <pc:docMk/>
            <pc:sldMk cId="578903766" sldId="301"/>
            <ac:inkMk id="2" creationId="{22C6A206-A9FE-0FFC-CE79-D485B3385009}"/>
          </ac:inkMkLst>
        </pc:inkChg>
      </pc:sldChg>
      <pc:sldChg chg="addSp">
        <pc:chgData name="Yeo Xiong Wei, Jonathan" userId="ac2b658e-7ce1-44bb-9f9f-bf4198ceaa29" providerId="ADAL" clId="{FED8377E-90AF-4A5E-B065-BA2FBA21D1FD}" dt="2023-08-14T03:18:34.172" v="0"/>
        <pc:sldMkLst>
          <pc:docMk/>
          <pc:sldMk cId="3538743933" sldId="304"/>
        </pc:sldMkLst>
        <pc:inkChg chg="add">
          <ac:chgData name="Yeo Xiong Wei, Jonathan" userId="ac2b658e-7ce1-44bb-9f9f-bf4198ceaa29" providerId="ADAL" clId="{FED8377E-90AF-4A5E-B065-BA2FBA21D1FD}" dt="2023-08-14T03:18:34.172" v="0"/>
          <ac:inkMkLst>
            <pc:docMk/>
            <pc:sldMk cId="3538743933" sldId="304"/>
            <ac:inkMk id="2" creationId="{C9F0D70D-19EE-D0CC-65EC-95B91AF53693}"/>
          </ac:inkMkLst>
        </pc:inkChg>
      </pc:sldChg>
      <pc:sldChg chg="addSp">
        <pc:chgData name="Yeo Xiong Wei, Jonathan" userId="ac2b658e-7ce1-44bb-9f9f-bf4198ceaa29" providerId="ADAL" clId="{FED8377E-90AF-4A5E-B065-BA2FBA21D1FD}" dt="2023-08-14T03:18:34.172" v="0"/>
        <pc:sldMkLst>
          <pc:docMk/>
          <pc:sldMk cId="1569219197" sldId="422"/>
        </pc:sldMkLst>
        <pc:inkChg chg="add">
          <ac:chgData name="Yeo Xiong Wei, Jonathan" userId="ac2b658e-7ce1-44bb-9f9f-bf4198ceaa29" providerId="ADAL" clId="{FED8377E-90AF-4A5E-B065-BA2FBA21D1FD}" dt="2023-08-14T03:18:34.172" v="0"/>
          <ac:inkMkLst>
            <pc:docMk/>
            <pc:sldMk cId="1569219197" sldId="422"/>
            <ac:inkMk id="2" creationId="{DD74E80A-9958-57DD-B77B-721E06D7AA21}"/>
          </ac:inkMkLst>
        </pc:inkChg>
      </pc:sldChg>
      <pc:sldChg chg="addSp">
        <pc:chgData name="Yeo Xiong Wei, Jonathan" userId="ac2b658e-7ce1-44bb-9f9f-bf4198ceaa29" providerId="ADAL" clId="{FED8377E-90AF-4A5E-B065-BA2FBA21D1FD}" dt="2023-08-14T03:18:34.172" v="0"/>
        <pc:sldMkLst>
          <pc:docMk/>
          <pc:sldMk cId="2086731832" sldId="425"/>
        </pc:sldMkLst>
        <pc:inkChg chg="add">
          <ac:chgData name="Yeo Xiong Wei, Jonathan" userId="ac2b658e-7ce1-44bb-9f9f-bf4198ceaa29" providerId="ADAL" clId="{FED8377E-90AF-4A5E-B065-BA2FBA21D1FD}" dt="2023-08-14T03:18:34.172" v="0"/>
          <ac:inkMkLst>
            <pc:docMk/>
            <pc:sldMk cId="2086731832" sldId="425"/>
            <ac:inkMk id="2" creationId="{93E3C186-D908-8ABB-F559-8DCAD3BCB4AB}"/>
          </ac:inkMkLst>
        </pc:inkChg>
      </pc:sldChg>
      <pc:sldChg chg="addSp">
        <pc:chgData name="Yeo Xiong Wei, Jonathan" userId="ac2b658e-7ce1-44bb-9f9f-bf4198ceaa29" providerId="ADAL" clId="{FED8377E-90AF-4A5E-B065-BA2FBA21D1FD}" dt="2023-08-14T03:18:34.172" v="0"/>
        <pc:sldMkLst>
          <pc:docMk/>
          <pc:sldMk cId="1467361622" sldId="427"/>
        </pc:sldMkLst>
        <pc:inkChg chg="add">
          <ac:chgData name="Yeo Xiong Wei, Jonathan" userId="ac2b658e-7ce1-44bb-9f9f-bf4198ceaa29" providerId="ADAL" clId="{FED8377E-90AF-4A5E-B065-BA2FBA21D1FD}" dt="2023-08-14T03:18:34.172" v="0"/>
          <ac:inkMkLst>
            <pc:docMk/>
            <pc:sldMk cId="1467361622" sldId="427"/>
            <ac:inkMk id="2" creationId="{5216F384-D841-5D9F-ABDC-F6362AA9C96B}"/>
          </ac:inkMkLst>
        </pc:inkChg>
      </pc:sldChg>
      <pc:sldChg chg="addSp">
        <pc:chgData name="Yeo Xiong Wei, Jonathan" userId="ac2b658e-7ce1-44bb-9f9f-bf4198ceaa29" providerId="ADAL" clId="{FED8377E-90AF-4A5E-B065-BA2FBA21D1FD}" dt="2023-08-14T03:18:34.172" v="0"/>
        <pc:sldMkLst>
          <pc:docMk/>
          <pc:sldMk cId="2316340055" sldId="428"/>
        </pc:sldMkLst>
        <pc:inkChg chg="add">
          <ac:chgData name="Yeo Xiong Wei, Jonathan" userId="ac2b658e-7ce1-44bb-9f9f-bf4198ceaa29" providerId="ADAL" clId="{FED8377E-90AF-4A5E-B065-BA2FBA21D1FD}" dt="2023-08-14T03:18:34.172" v="0"/>
          <ac:inkMkLst>
            <pc:docMk/>
            <pc:sldMk cId="2316340055" sldId="428"/>
            <ac:inkMk id="2" creationId="{82DDDF3C-ED75-0C15-528E-DBD8863249E4}"/>
          </ac:inkMkLst>
        </pc:inkChg>
      </pc:sldChg>
      <pc:sldChg chg="addSp">
        <pc:chgData name="Yeo Xiong Wei, Jonathan" userId="ac2b658e-7ce1-44bb-9f9f-bf4198ceaa29" providerId="ADAL" clId="{FED8377E-90AF-4A5E-B065-BA2FBA21D1FD}" dt="2023-08-14T03:18:34.172" v="0"/>
        <pc:sldMkLst>
          <pc:docMk/>
          <pc:sldMk cId="231751381" sldId="448"/>
        </pc:sldMkLst>
        <pc:inkChg chg="add">
          <ac:chgData name="Yeo Xiong Wei, Jonathan" userId="ac2b658e-7ce1-44bb-9f9f-bf4198ceaa29" providerId="ADAL" clId="{FED8377E-90AF-4A5E-B065-BA2FBA21D1FD}" dt="2023-08-14T03:18:34.172" v="0"/>
          <ac:inkMkLst>
            <pc:docMk/>
            <pc:sldMk cId="231751381" sldId="448"/>
            <ac:inkMk id="2" creationId="{7F3D503E-6818-1D99-9618-05084C14831F}"/>
          </ac:inkMkLst>
        </pc:inkChg>
      </pc:sldChg>
      <pc:sldChg chg="addSp">
        <pc:chgData name="Yeo Xiong Wei, Jonathan" userId="ac2b658e-7ce1-44bb-9f9f-bf4198ceaa29" providerId="ADAL" clId="{FED8377E-90AF-4A5E-B065-BA2FBA21D1FD}" dt="2023-08-14T03:18:34.172" v="0"/>
        <pc:sldMkLst>
          <pc:docMk/>
          <pc:sldMk cId="3814582238" sldId="450"/>
        </pc:sldMkLst>
        <pc:inkChg chg="add">
          <ac:chgData name="Yeo Xiong Wei, Jonathan" userId="ac2b658e-7ce1-44bb-9f9f-bf4198ceaa29" providerId="ADAL" clId="{FED8377E-90AF-4A5E-B065-BA2FBA21D1FD}" dt="2023-08-14T03:18:34.172" v="0"/>
          <ac:inkMkLst>
            <pc:docMk/>
            <pc:sldMk cId="3814582238" sldId="450"/>
            <ac:inkMk id="5" creationId="{06560803-D42B-F9E0-A70C-A13D79110F70}"/>
          </ac:inkMkLst>
        </pc:inkChg>
      </pc:sldChg>
      <pc:sldChg chg="addSp">
        <pc:chgData name="Yeo Xiong Wei, Jonathan" userId="ac2b658e-7ce1-44bb-9f9f-bf4198ceaa29" providerId="ADAL" clId="{FED8377E-90AF-4A5E-B065-BA2FBA21D1FD}" dt="2023-08-14T03:18:34.172" v="0"/>
        <pc:sldMkLst>
          <pc:docMk/>
          <pc:sldMk cId="955833630" sldId="451"/>
        </pc:sldMkLst>
        <pc:inkChg chg="add">
          <ac:chgData name="Yeo Xiong Wei, Jonathan" userId="ac2b658e-7ce1-44bb-9f9f-bf4198ceaa29" providerId="ADAL" clId="{FED8377E-90AF-4A5E-B065-BA2FBA21D1FD}" dt="2023-08-14T03:18:34.172" v="0"/>
          <ac:inkMkLst>
            <pc:docMk/>
            <pc:sldMk cId="955833630" sldId="451"/>
            <ac:inkMk id="2" creationId="{BCBFFF7E-D8AA-643F-35F5-E840D92B8E66}"/>
          </ac:inkMkLst>
        </pc:inkChg>
      </pc:sldChg>
      <pc:sldChg chg="addSp">
        <pc:chgData name="Yeo Xiong Wei, Jonathan" userId="ac2b658e-7ce1-44bb-9f9f-bf4198ceaa29" providerId="ADAL" clId="{FED8377E-90AF-4A5E-B065-BA2FBA21D1FD}" dt="2023-08-14T03:18:34.172" v="0"/>
        <pc:sldMkLst>
          <pc:docMk/>
          <pc:sldMk cId="3040503509" sldId="452"/>
        </pc:sldMkLst>
        <pc:inkChg chg="add">
          <ac:chgData name="Yeo Xiong Wei, Jonathan" userId="ac2b658e-7ce1-44bb-9f9f-bf4198ceaa29" providerId="ADAL" clId="{FED8377E-90AF-4A5E-B065-BA2FBA21D1FD}" dt="2023-08-14T03:18:34.172" v="0"/>
          <ac:inkMkLst>
            <pc:docMk/>
            <pc:sldMk cId="3040503509" sldId="452"/>
            <ac:inkMk id="2" creationId="{0FF6565E-E66E-BA24-F253-53884E143BBD}"/>
          </ac:inkMkLst>
        </pc:inkChg>
      </pc:sldChg>
      <pc:sldChg chg="addSp">
        <pc:chgData name="Yeo Xiong Wei, Jonathan" userId="ac2b658e-7ce1-44bb-9f9f-bf4198ceaa29" providerId="ADAL" clId="{FED8377E-90AF-4A5E-B065-BA2FBA21D1FD}" dt="2023-08-28T01:34:18.992" v="1"/>
        <pc:sldMkLst>
          <pc:docMk/>
          <pc:sldMk cId="2211200058" sldId="459"/>
        </pc:sldMkLst>
        <pc:inkChg chg="add">
          <ac:chgData name="Yeo Xiong Wei, Jonathan" userId="ac2b658e-7ce1-44bb-9f9f-bf4198ceaa29" providerId="ADAL" clId="{FED8377E-90AF-4A5E-B065-BA2FBA21D1FD}" dt="2023-08-28T01:34:18.992" v="1"/>
          <ac:inkMkLst>
            <pc:docMk/>
            <pc:sldMk cId="2211200058" sldId="459"/>
            <ac:inkMk id="2" creationId="{BA157F5A-5270-0B1C-4807-38BC1820F7B8}"/>
          </ac:inkMkLst>
        </pc:inkChg>
      </pc:sldChg>
      <pc:sldChg chg="addSp">
        <pc:chgData name="Yeo Xiong Wei, Jonathan" userId="ac2b658e-7ce1-44bb-9f9f-bf4198ceaa29" providerId="ADAL" clId="{FED8377E-90AF-4A5E-B065-BA2FBA21D1FD}" dt="2023-08-14T03:18:34.172" v="0"/>
        <pc:sldMkLst>
          <pc:docMk/>
          <pc:sldMk cId="2456290301" sldId="466"/>
        </pc:sldMkLst>
        <pc:inkChg chg="add">
          <ac:chgData name="Yeo Xiong Wei, Jonathan" userId="ac2b658e-7ce1-44bb-9f9f-bf4198ceaa29" providerId="ADAL" clId="{FED8377E-90AF-4A5E-B065-BA2FBA21D1FD}" dt="2023-08-14T03:18:34.172" v="0"/>
          <ac:inkMkLst>
            <pc:docMk/>
            <pc:sldMk cId="2456290301" sldId="466"/>
            <ac:inkMk id="3" creationId="{FFF8A59A-442C-B7F0-0C3F-1D85B6721EA0}"/>
          </ac:inkMkLst>
        </pc:inkChg>
      </pc:sldChg>
      <pc:sldChg chg="addSp">
        <pc:chgData name="Yeo Xiong Wei, Jonathan" userId="ac2b658e-7ce1-44bb-9f9f-bf4198ceaa29" providerId="ADAL" clId="{FED8377E-90AF-4A5E-B065-BA2FBA21D1FD}" dt="2023-08-14T03:18:34.172" v="0"/>
        <pc:sldMkLst>
          <pc:docMk/>
          <pc:sldMk cId="2488753836" sldId="468"/>
        </pc:sldMkLst>
        <pc:inkChg chg="add">
          <ac:chgData name="Yeo Xiong Wei, Jonathan" userId="ac2b658e-7ce1-44bb-9f9f-bf4198ceaa29" providerId="ADAL" clId="{FED8377E-90AF-4A5E-B065-BA2FBA21D1FD}" dt="2023-08-14T03:18:34.172" v="0"/>
          <ac:inkMkLst>
            <pc:docMk/>
            <pc:sldMk cId="2488753836" sldId="468"/>
            <ac:inkMk id="2" creationId="{A49419FD-1BC3-D58C-360E-B668DA078DC2}"/>
          </ac:inkMkLst>
        </pc:inkChg>
      </pc:sldChg>
      <pc:sldChg chg="addSp">
        <pc:chgData name="Yeo Xiong Wei, Jonathan" userId="ac2b658e-7ce1-44bb-9f9f-bf4198ceaa29" providerId="ADAL" clId="{FED8377E-90AF-4A5E-B065-BA2FBA21D1FD}" dt="2023-08-14T03:18:34.172" v="0"/>
        <pc:sldMkLst>
          <pc:docMk/>
          <pc:sldMk cId="3686239555" sldId="527"/>
        </pc:sldMkLst>
        <pc:inkChg chg="add">
          <ac:chgData name="Yeo Xiong Wei, Jonathan" userId="ac2b658e-7ce1-44bb-9f9f-bf4198ceaa29" providerId="ADAL" clId="{FED8377E-90AF-4A5E-B065-BA2FBA21D1FD}" dt="2023-08-14T03:18:34.172" v="0"/>
          <ac:inkMkLst>
            <pc:docMk/>
            <pc:sldMk cId="3686239555" sldId="527"/>
            <ac:inkMk id="4" creationId="{F6EF1BFB-C539-A577-64A5-EF1BF4B9C104}"/>
          </ac:inkMkLst>
        </pc:inkChg>
      </pc:sldChg>
      <pc:sldChg chg="addSp">
        <pc:chgData name="Yeo Xiong Wei, Jonathan" userId="ac2b658e-7ce1-44bb-9f9f-bf4198ceaa29" providerId="ADAL" clId="{FED8377E-90AF-4A5E-B065-BA2FBA21D1FD}" dt="2023-08-14T03:18:34.172" v="0"/>
        <pc:sldMkLst>
          <pc:docMk/>
          <pc:sldMk cId="1435516767" sldId="528"/>
        </pc:sldMkLst>
        <pc:inkChg chg="add">
          <ac:chgData name="Yeo Xiong Wei, Jonathan" userId="ac2b658e-7ce1-44bb-9f9f-bf4198ceaa29" providerId="ADAL" clId="{FED8377E-90AF-4A5E-B065-BA2FBA21D1FD}" dt="2023-08-14T03:18:34.172" v="0"/>
          <ac:inkMkLst>
            <pc:docMk/>
            <pc:sldMk cId="1435516767" sldId="528"/>
            <ac:inkMk id="5" creationId="{17E828A3-0D1D-EB18-3343-FAA7FFEB1437}"/>
          </ac:inkMkLst>
        </pc:inkChg>
      </pc:sldChg>
      <pc:sldChg chg="addSp">
        <pc:chgData name="Yeo Xiong Wei, Jonathan" userId="ac2b658e-7ce1-44bb-9f9f-bf4198ceaa29" providerId="ADAL" clId="{FED8377E-90AF-4A5E-B065-BA2FBA21D1FD}" dt="2023-08-14T03:18:34.172" v="0"/>
        <pc:sldMkLst>
          <pc:docMk/>
          <pc:sldMk cId="437882332" sldId="529"/>
        </pc:sldMkLst>
        <pc:inkChg chg="add">
          <ac:chgData name="Yeo Xiong Wei, Jonathan" userId="ac2b658e-7ce1-44bb-9f9f-bf4198ceaa29" providerId="ADAL" clId="{FED8377E-90AF-4A5E-B065-BA2FBA21D1FD}" dt="2023-08-14T03:18:34.172" v="0"/>
          <ac:inkMkLst>
            <pc:docMk/>
            <pc:sldMk cId="437882332" sldId="529"/>
            <ac:inkMk id="2" creationId="{182A0FC4-A4E9-E67F-701E-ABA95556CB5E}"/>
          </ac:inkMkLst>
        </pc:inkChg>
      </pc:sldChg>
      <pc:sldChg chg="addSp">
        <pc:chgData name="Yeo Xiong Wei, Jonathan" userId="ac2b658e-7ce1-44bb-9f9f-bf4198ceaa29" providerId="ADAL" clId="{FED8377E-90AF-4A5E-B065-BA2FBA21D1FD}" dt="2023-08-14T03:18:34.172" v="0"/>
        <pc:sldMkLst>
          <pc:docMk/>
          <pc:sldMk cId="2012034281" sldId="531"/>
        </pc:sldMkLst>
        <pc:inkChg chg="add">
          <ac:chgData name="Yeo Xiong Wei, Jonathan" userId="ac2b658e-7ce1-44bb-9f9f-bf4198ceaa29" providerId="ADAL" clId="{FED8377E-90AF-4A5E-B065-BA2FBA21D1FD}" dt="2023-08-14T03:18:34.172" v="0"/>
          <ac:inkMkLst>
            <pc:docMk/>
            <pc:sldMk cId="2012034281" sldId="531"/>
            <ac:inkMk id="2" creationId="{4B3AE8A5-3BDD-34CE-E210-415B8BA8D94B}"/>
          </ac:inkMkLst>
        </pc:inkChg>
      </pc:sldChg>
    </pc:docChg>
  </pc:docChgLst>
  <pc:docChgLst>
    <pc:chgData name="Yeo Xiong Wei, Jonathan" userId="ac2b658e-7ce1-44bb-9f9f-bf4198ceaa29" providerId="ADAL" clId="{0CA345B7-BC5B-41D1-AB3B-47083E87F316}"/>
    <pc:docChg chg="undo redo custSel addSld delSld modSld sldOrd">
      <pc:chgData name="Yeo Xiong Wei, Jonathan" userId="ac2b658e-7ce1-44bb-9f9f-bf4198ceaa29" providerId="ADAL" clId="{0CA345B7-BC5B-41D1-AB3B-47083E87F316}" dt="2022-05-26T08:03:44.781" v="8772" actId="20577"/>
      <pc:docMkLst>
        <pc:docMk/>
      </pc:docMkLst>
      <pc:sldChg chg="modSp mod">
        <pc:chgData name="Yeo Xiong Wei, Jonathan" userId="ac2b658e-7ce1-44bb-9f9f-bf4198ceaa29" providerId="ADAL" clId="{0CA345B7-BC5B-41D1-AB3B-47083E87F316}" dt="2022-05-23T05:44:51.763" v="3446" actId="20577"/>
        <pc:sldMkLst>
          <pc:docMk/>
          <pc:sldMk cId="3252022029" sldId="256"/>
        </pc:sldMkLst>
        <pc:spChg chg="mod">
          <ac:chgData name="Yeo Xiong Wei, Jonathan" userId="ac2b658e-7ce1-44bb-9f9f-bf4198ceaa29" providerId="ADAL" clId="{0CA345B7-BC5B-41D1-AB3B-47083E87F316}" dt="2022-05-23T05:44:51.763" v="3446" actId="20577"/>
          <ac:spMkLst>
            <pc:docMk/>
            <pc:sldMk cId="3252022029" sldId="256"/>
            <ac:spMk id="2" creationId="{EF8B73FE-A455-4656-A476-6FFB3EF1C8A2}"/>
          </ac:spMkLst>
        </pc:spChg>
      </pc:sldChg>
      <pc:sldChg chg="modSp add mod">
        <pc:chgData name="Yeo Xiong Wei, Jonathan" userId="ac2b658e-7ce1-44bb-9f9f-bf4198ceaa29" providerId="ADAL" clId="{0CA345B7-BC5B-41D1-AB3B-47083E87F316}" dt="2022-05-23T06:19:37.357" v="5917" actId="27636"/>
        <pc:sldMkLst>
          <pc:docMk/>
          <pc:sldMk cId="2863254657" sldId="261"/>
        </pc:sldMkLst>
        <pc:spChg chg="mod">
          <ac:chgData name="Yeo Xiong Wei, Jonathan" userId="ac2b658e-7ce1-44bb-9f9f-bf4198ceaa29" providerId="ADAL" clId="{0CA345B7-BC5B-41D1-AB3B-47083E87F316}" dt="2022-05-23T06:19:37.357" v="5917" actId="27636"/>
          <ac:spMkLst>
            <pc:docMk/>
            <pc:sldMk cId="2863254657" sldId="261"/>
            <ac:spMk id="2" creationId="{AC01609E-06F3-4BC5-AAF3-53EBE98C380B}"/>
          </ac:spMkLst>
        </pc:spChg>
      </pc:sldChg>
      <pc:sldChg chg="modSp">
        <pc:chgData name="Yeo Xiong Wei, Jonathan" userId="ac2b658e-7ce1-44bb-9f9f-bf4198ceaa29" providerId="ADAL" clId="{0CA345B7-BC5B-41D1-AB3B-47083E87F316}" dt="2022-05-18T07:02:04.165" v="28" actId="20577"/>
        <pc:sldMkLst>
          <pc:docMk/>
          <pc:sldMk cId="1913572987" sldId="297"/>
        </pc:sldMkLst>
        <pc:spChg chg="mod">
          <ac:chgData name="Yeo Xiong Wei, Jonathan" userId="ac2b658e-7ce1-44bb-9f9f-bf4198ceaa29" providerId="ADAL" clId="{0CA345B7-BC5B-41D1-AB3B-47083E87F316}" dt="2022-05-18T07:02:04.165" v="28" actId="20577"/>
          <ac:spMkLst>
            <pc:docMk/>
            <pc:sldMk cId="1913572987" sldId="297"/>
            <ac:spMk id="26626" creationId="{00000000-0000-0000-0000-000000000000}"/>
          </ac:spMkLst>
        </pc:spChg>
      </pc:sldChg>
      <pc:sldChg chg="modSp mod">
        <pc:chgData name="Yeo Xiong Wei, Jonathan" userId="ac2b658e-7ce1-44bb-9f9f-bf4198ceaa29" providerId="ADAL" clId="{0CA345B7-BC5B-41D1-AB3B-47083E87F316}" dt="2022-05-23T06:29:43.454" v="6367" actId="20577"/>
        <pc:sldMkLst>
          <pc:docMk/>
          <pc:sldMk cId="557807413" sldId="300"/>
        </pc:sldMkLst>
        <pc:spChg chg="mod">
          <ac:chgData name="Yeo Xiong Wei, Jonathan" userId="ac2b658e-7ce1-44bb-9f9f-bf4198ceaa29" providerId="ADAL" clId="{0CA345B7-BC5B-41D1-AB3B-47083E87F316}" dt="2022-05-23T06:09:41.675" v="5069" actId="20577"/>
          <ac:spMkLst>
            <pc:docMk/>
            <pc:sldMk cId="557807413" sldId="300"/>
            <ac:spMk id="29697" creationId="{00000000-0000-0000-0000-000000000000}"/>
          </ac:spMkLst>
        </pc:spChg>
        <pc:spChg chg="mod">
          <ac:chgData name="Yeo Xiong Wei, Jonathan" userId="ac2b658e-7ce1-44bb-9f9f-bf4198ceaa29" providerId="ADAL" clId="{0CA345B7-BC5B-41D1-AB3B-47083E87F316}" dt="2022-05-23T06:29:43.454" v="6367" actId="20577"/>
          <ac:spMkLst>
            <pc:docMk/>
            <pc:sldMk cId="557807413" sldId="300"/>
            <ac:spMk id="29698" creationId="{00000000-0000-0000-0000-000000000000}"/>
          </ac:spMkLst>
        </pc:spChg>
      </pc:sldChg>
      <pc:sldChg chg="delSp modSp add del mod delAnim modAnim">
        <pc:chgData name="Yeo Xiong Wei, Jonathan" userId="ac2b658e-7ce1-44bb-9f9f-bf4198ceaa29" providerId="ADAL" clId="{0CA345B7-BC5B-41D1-AB3B-47083E87F316}" dt="2022-05-23T06:16:18.260" v="5665" actId="20577"/>
        <pc:sldMkLst>
          <pc:docMk/>
          <pc:sldMk cId="578903766" sldId="301"/>
        </pc:sldMkLst>
        <pc:spChg chg="del">
          <ac:chgData name="Yeo Xiong Wei, Jonathan" userId="ac2b658e-7ce1-44bb-9f9f-bf4198ceaa29" providerId="ADAL" clId="{0CA345B7-BC5B-41D1-AB3B-47083E87F316}" dt="2022-05-18T07:08:18.165" v="383" actId="478"/>
          <ac:spMkLst>
            <pc:docMk/>
            <pc:sldMk cId="578903766" sldId="301"/>
            <ac:spMk id="4" creationId="{49542F60-F172-4F43-9B83-27FEF4194BDA}"/>
          </ac:spMkLst>
        </pc:spChg>
        <pc:spChg chg="del">
          <ac:chgData name="Yeo Xiong Wei, Jonathan" userId="ac2b658e-7ce1-44bb-9f9f-bf4198ceaa29" providerId="ADAL" clId="{0CA345B7-BC5B-41D1-AB3B-47083E87F316}" dt="2022-05-18T07:08:19.454" v="384" actId="478"/>
          <ac:spMkLst>
            <pc:docMk/>
            <pc:sldMk cId="578903766" sldId="301"/>
            <ac:spMk id="6" creationId="{817968EF-EB35-456D-A891-4B601FDA0C10}"/>
          </ac:spMkLst>
        </pc:spChg>
        <pc:spChg chg="mod">
          <ac:chgData name="Yeo Xiong Wei, Jonathan" userId="ac2b658e-7ce1-44bb-9f9f-bf4198ceaa29" providerId="ADAL" clId="{0CA345B7-BC5B-41D1-AB3B-47083E87F316}" dt="2022-05-23T06:16:18.260" v="5665" actId="20577"/>
          <ac:spMkLst>
            <pc:docMk/>
            <pc:sldMk cId="578903766" sldId="301"/>
            <ac:spMk id="30722" creationId="{00000000-0000-0000-0000-000000000000}"/>
          </ac:spMkLst>
        </pc:spChg>
        <pc:graphicFrameChg chg="del">
          <ac:chgData name="Yeo Xiong Wei, Jonathan" userId="ac2b658e-7ce1-44bb-9f9f-bf4198ceaa29" providerId="ADAL" clId="{0CA345B7-BC5B-41D1-AB3B-47083E87F316}" dt="2022-05-18T07:08:17.163" v="382" actId="478"/>
          <ac:graphicFrameMkLst>
            <pc:docMk/>
            <pc:sldMk cId="578903766" sldId="301"/>
            <ac:graphicFrameMk id="3" creationId="{5DF409FD-AA46-4E1E-A4FF-DCCB5300D53A}"/>
          </ac:graphicFrameMkLst>
        </pc:graphicFrameChg>
      </pc:sldChg>
      <pc:sldChg chg="delSp modSp mod delAnim addCm delCm">
        <pc:chgData name="Yeo Xiong Wei, Jonathan" userId="ac2b658e-7ce1-44bb-9f9f-bf4198ceaa29" providerId="ADAL" clId="{0CA345B7-BC5B-41D1-AB3B-47083E87F316}" dt="2022-05-23T06:34:06.051" v="6826" actId="20577"/>
        <pc:sldMkLst>
          <pc:docMk/>
          <pc:sldMk cId="3538743933" sldId="304"/>
        </pc:sldMkLst>
        <pc:spChg chg="del">
          <ac:chgData name="Yeo Xiong Wei, Jonathan" userId="ac2b658e-7ce1-44bb-9f9f-bf4198ceaa29" providerId="ADAL" clId="{0CA345B7-BC5B-41D1-AB3B-47083E87F316}" dt="2022-05-23T06:31:28.204" v="6452" actId="478"/>
          <ac:spMkLst>
            <pc:docMk/>
            <pc:sldMk cId="3538743933" sldId="304"/>
            <ac:spMk id="2" creationId="{DE721707-1F61-473A-B8EB-02EE78B39FAB}"/>
          </ac:spMkLst>
        </pc:spChg>
        <pc:spChg chg="mod">
          <ac:chgData name="Yeo Xiong Wei, Jonathan" userId="ac2b658e-7ce1-44bb-9f9f-bf4198ceaa29" providerId="ADAL" clId="{0CA345B7-BC5B-41D1-AB3B-47083E87F316}" dt="2022-05-23T06:34:03.315" v="6821" actId="20577"/>
          <ac:spMkLst>
            <pc:docMk/>
            <pc:sldMk cId="3538743933" sldId="304"/>
            <ac:spMk id="15" creationId="{DE9257EB-214B-4269-851D-81659C6D38BA}"/>
          </ac:spMkLst>
        </pc:spChg>
        <pc:spChg chg="mod">
          <ac:chgData name="Yeo Xiong Wei, Jonathan" userId="ac2b658e-7ce1-44bb-9f9f-bf4198ceaa29" providerId="ADAL" clId="{0CA345B7-BC5B-41D1-AB3B-47083E87F316}" dt="2022-05-23T06:34:06.051" v="6826" actId="20577"/>
          <ac:spMkLst>
            <pc:docMk/>
            <pc:sldMk cId="3538743933" sldId="304"/>
            <ac:spMk id="33793" creationId="{00000000-0000-0000-0000-000000000000}"/>
          </ac:spMkLst>
        </pc:spChg>
      </pc:sldChg>
      <pc:sldChg chg="del">
        <pc:chgData name="Yeo Xiong Wei, Jonathan" userId="ac2b658e-7ce1-44bb-9f9f-bf4198ceaa29" providerId="ADAL" clId="{0CA345B7-BC5B-41D1-AB3B-47083E87F316}" dt="2022-05-18T07:40:33.806" v="3437" actId="2696"/>
        <pc:sldMkLst>
          <pc:docMk/>
          <pc:sldMk cId="911258207" sldId="322"/>
        </pc:sldMkLst>
      </pc:sldChg>
      <pc:sldChg chg="modSp add mod modAnim">
        <pc:chgData name="Yeo Xiong Wei, Jonathan" userId="ac2b658e-7ce1-44bb-9f9f-bf4198ceaa29" providerId="ADAL" clId="{0CA345B7-BC5B-41D1-AB3B-47083E87F316}" dt="2022-05-23T06:30:14.771" v="6402" actId="20577"/>
        <pc:sldMkLst>
          <pc:docMk/>
          <pc:sldMk cId="1344189785" sldId="370"/>
        </pc:sldMkLst>
        <pc:spChg chg="mod">
          <ac:chgData name="Yeo Xiong Wei, Jonathan" userId="ac2b658e-7ce1-44bb-9f9f-bf4198ceaa29" providerId="ADAL" clId="{0CA345B7-BC5B-41D1-AB3B-47083E87F316}" dt="2022-05-23T06:30:14.771" v="6402" actId="20577"/>
          <ac:spMkLst>
            <pc:docMk/>
            <pc:sldMk cId="1344189785" sldId="370"/>
            <ac:spMk id="3" creationId="{F6166362-5747-4CF8-8778-889699D343D3}"/>
          </ac:spMkLst>
        </pc:spChg>
      </pc:sldChg>
      <pc:sldChg chg="del">
        <pc:chgData name="Yeo Xiong Wei, Jonathan" userId="ac2b658e-7ce1-44bb-9f9f-bf4198ceaa29" providerId="ADAL" clId="{0CA345B7-BC5B-41D1-AB3B-47083E87F316}" dt="2022-05-18T07:40:33.806" v="3437" actId="2696"/>
        <pc:sldMkLst>
          <pc:docMk/>
          <pc:sldMk cId="787338732" sldId="377"/>
        </pc:sldMkLst>
      </pc:sldChg>
      <pc:sldChg chg="del">
        <pc:chgData name="Yeo Xiong Wei, Jonathan" userId="ac2b658e-7ce1-44bb-9f9f-bf4198ceaa29" providerId="ADAL" clId="{0CA345B7-BC5B-41D1-AB3B-47083E87F316}" dt="2022-05-18T07:40:33.806" v="3437" actId="2696"/>
        <pc:sldMkLst>
          <pc:docMk/>
          <pc:sldMk cId="3912424881" sldId="418"/>
        </pc:sldMkLst>
      </pc:sldChg>
      <pc:sldChg chg="del">
        <pc:chgData name="Yeo Xiong Wei, Jonathan" userId="ac2b658e-7ce1-44bb-9f9f-bf4198ceaa29" providerId="ADAL" clId="{0CA345B7-BC5B-41D1-AB3B-47083E87F316}" dt="2022-05-18T07:40:33.806" v="3437" actId="2696"/>
        <pc:sldMkLst>
          <pc:docMk/>
          <pc:sldMk cId="1795412300" sldId="419"/>
        </pc:sldMkLst>
      </pc:sldChg>
      <pc:sldChg chg="modSp mod">
        <pc:chgData name="Yeo Xiong Wei, Jonathan" userId="ac2b658e-7ce1-44bb-9f9f-bf4198ceaa29" providerId="ADAL" clId="{0CA345B7-BC5B-41D1-AB3B-47083E87F316}" dt="2022-05-23T06:19:09.716" v="5878" actId="20577"/>
        <pc:sldMkLst>
          <pc:docMk/>
          <pc:sldMk cId="1569219197" sldId="422"/>
        </pc:sldMkLst>
        <pc:spChg chg="mod">
          <ac:chgData name="Yeo Xiong Wei, Jonathan" userId="ac2b658e-7ce1-44bb-9f9f-bf4198ceaa29" providerId="ADAL" clId="{0CA345B7-BC5B-41D1-AB3B-47083E87F316}" dt="2022-05-23T06:18:53.580" v="5864" actId="20577"/>
          <ac:spMkLst>
            <pc:docMk/>
            <pc:sldMk cId="1569219197" sldId="422"/>
            <ac:spMk id="4" creationId="{49542F60-F172-4F43-9B83-27FEF4194BDA}"/>
          </ac:spMkLst>
        </pc:spChg>
        <pc:spChg chg="mod">
          <ac:chgData name="Yeo Xiong Wei, Jonathan" userId="ac2b658e-7ce1-44bb-9f9f-bf4198ceaa29" providerId="ADAL" clId="{0CA345B7-BC5B-41D1-AB3B-47083E87F316}" dt="2022-05-23T06:18:55.459" v="5866" actId="20577"/>
          <ac:spMkLst>
            <pc:docMk/>
            <pc:sldMk cId="1569219197" sldId="422"/>
            <ac:spMk id="6" creationId="{817968EF-EB35-456D-A891-4B601FDA0C10}"/>
          </ac:spMkLst>
        </pc:spChg>
        <pc:spChg chg="mod">
          <ac:chgData name="Yeo Xiong Wei, Jonathan" userId="ac2b658e-7ce1-44bb-9f9f-bf4198ceaa29" providerId="ADAL" clId="{0CA345B7-BC5B-41D1-AB3B-47083E87F316}" dt="2022-05-23T06:18:51.107" v="5862" actId="20577"/>
          <ac:spMkLst>
            <pc:docMk/>
            <pc:sldMk cId="1569219197" sldId="422"/>
            <ac:spMk id="30721" creationId="{00000000-0000-0000-0000-000000000000}"/>
          </ac:spMkLst>
        </pc:spChg>
        <pc:spChg chg="mod">
          <ac:chgData name="Yeo Xiong Wei, Jonathan" userId="ac2b658e-7ce1-44bb-9f9f-bf4198ceaa29" providerId="ADAL" clId="{0CA345B7-BC5B-41D1-AB3B-47083E87F316}" dt="2022-05-23T06:19:09.716" v="5878" actId="20577"/>
          <ac:spMkLst>
            <pc:docMk/>
            <pc:sldMk cId="1569219197" sldId="422"/>
            <ac:spMk id="30722" creationId="{00000000-0000-0000-0000-000000000000}"/>
          </ac:spMkLst>
        </pc:spChg>
      </pc:sldChg>
      <pc:sldChg chg="delSp modSp mod delAnim modAnim">
        <pc:chgData name="Yeo Xiong Wei, Jonathan" userId="ac2b658e-7ce1-44bb-9f9f-bf4198ceaa29" providerId="ADAL" clId="{0CA345B7-BC5B-41D1-AB3B-47083E87F316}" dt="2022-05-23T06:22:42.268" v="6123" actId="20577"/>
        <pc:sldMkLst>
          <pc:docMk/>
          <pc:sldMk cId="429090458" sldId="424"/>
        </pc:sldMkLst>
        <pc:spChg chg="del">
          <ac:chgData name="Yeo Xiong Wei, Jonathan" userId="ac2b658e-7ce1-44bb-9f9f-bf4198ceaa29" providerId="ADAL" clId="{0CA345B7-BC5B-41D1-AB3B-47083E87F316}" dt="2022-05-23T06:20:10.157" v="5936" actId="478"/>
          <ac:spMkLst>
            <pc:docMk/>
            <pc:sldMk cId="429090458" sldId="424"/>
            <ac:spMk id="6" creationId="{18FF6A08-27A0-4BA5-9FE2-A9A726127B88}"/>
          </ac:spMkLst>
        </pc:spChg>
        <pc:spChg chg="mod">
          <ac:chgData name="Yeo Xiong Wei, Jonathan" userId="ac2b658e-7ce1-44bb-9f9f-bf4198ceaa29" providerId="ADAL" clId="{0CA345B7-BC5B-41D1-AB3B-47083E87F316}" dt="2022-05-23T06:22:42.268" v="6123" actId="20577"/>
          <ac:spMkLst>
            <pc:docMk/>
            <pc:sldMk cId="429090458" sldId="424"/>
            <ac:spMk id="30722" creationId="{00000000-0000-0000-0000-000000000000}"/>
          </ac:spMkLst>
        </pc:spChg>
      </pc:sldChg>
      <pc:sldChg chg="modSp mod">
        <pc:chgData name="Yeo Xiong Wei, Jonathan" userId="ac2b658e-7ce1-44bb-9f9f-bf4198ceaa29" providerId="ADAL" clId="{0CA345B7-BC5B-41D1-AB3B-47083E87F316}" dt="2022-05-23T06:23:51.475" v="6176" actId="20577"/>
        <pc:sldMkLst>
          <pc:docMk/>
          <pc:sldMk cId="2086731832" sldId="425"/>
        </pc:sldMkLst>
        <pc:spChg chg="mod">
          <ac:chgData name="Yeo Xiong Wei, Jonathan" userId="ac2b658e-7ce1-44bb-9f9f-bf4198ceaa29" providerId="ADAL" clId="{0CA345B7-BC5B-41D1-AB3B-47083E87F316}" dt="2022-05-23T06:23:51.475" v="6176" actId="20577"/>
          <ac:spMkLst>
            <pc:docMk/>
            <pc:sldMk cId="2086731832" sldId="425"/>
            <ac:spMk id="30721" creationId="{00000000-0000-0000-0000-000000000000}"/>
          </ac:spMkLst>
        </pc:spChg>
      </pc:sldChg>
      <pc:sldChg chg="modSp mod">
        <pc:chgData name="Yeo Xiong Wei, Jonathan" userId="ac2b658e-7ce1-44bb-9f9f-bf4198ceaa29" providerId="ADAL" clId="{0CA345B7-BC5B-41D1-AB3B-47083E87F316}" dt="2022-05-23T06:26:21.237" v="6252" actId="114"/>
        <pc:sldMkLst>
          <pc:docMk/>
          <pc:sldMk cId="2688372202" sldId="426"/>
        </pc:sldMkLst>
        <pc:spChg chg="mod">
          <ac:chgData name="Yeo Xiong Wei, Jonathan" userId="ac2b658e-7ce1-44bb-9f9f-bf4198ceaa29" providerId="ADAL" clId="{0CA345B7-BC5B-41D1-AB3B-47083E87F316}" dt="2022-05-23T06:26:21.237" v="6252" actId="114"/>
          <ac:spMkLst>
            <pc:docMk/>
            <pc:sldMk cId="2688372202" sldId="426"/>
            <ac:spMk id="30722" creationId="{00000000-0000-0000-0000-000000000000}"/>
          </ac:spMkLst>
        </pc:spChg>
      </pc:sldChg>
      <pc:sldChg chg="modSp mod addAnim delAnim modAnim">
        <pc:chgData name="Yeo Xiong Wei, Jonathan" userId="ac2b658e-7ce1-44bb-9f9f-bf4198ceaa29" providerId="ADAL" clId="{0CA345B7-BC5B-41D1-AB3B-47083E87F316}" dt="2022-05-23T06:45:19.486" v="7649" actId="27636"/>
        <pc:sldMkLst>
          <pc:docMk/>
          <pc:sldMk cId="2316340055" sldId="428"/>
        </pc:sldMkLst>
        <pc:spChg chg="mod">
          <ac:chgData name="Yeo Xiong Wei, Jonathan" userId="ac2b658e-7ce1-44bb-9f9f-bf4198ceaa29" providerId="ADAL" clId="{0CA345B7-BC5B-41D1-AB3B-47083E87F316}" dt="2022-05-23T06:45:19.486" v="7649" actId="27636"/>
          <ac:spMkLst>
            <pc:docMk/>
            <pc:sldMk cId="2316340055" sldId="428"/>
            <ac:spMk id="4" creationId="{F70768E3-1792-40A0-9B95-1680E102103F}"/>
          </ac:spMkLst>
        </pc:spChg>
        <pc:spChg chg="mod">
          <ac:chgData name="Yeo Xiong Wei, Jonathan" userId="ac2b658e-7ce1-44bb-9f9f-bf4198ceaa29" providerId="ADAL" clId="{0CA345B7-BC5B-41D1-AB3B-47083E87F316}" dt="2022-05-23T06:40:17.499" v="7132" actId="20577"/>
          <ac:spMkLst>
            <pc:docMk/>
            <pc:sldMk cId="2316340055" sldId="428"/>
            <ac:spMk id="6" creationId="{D0516181-8B46-4841-B808-5B9BA02E2EEE}"/>
          </ac:spMkLst>
        </pc:spChg>
        <pc:spChg chg="mod">
          <ac:chgData name="Yeo Xiong Wei, Jonathan" userId="ac2b658e-7ce1-44bb-9f9f-bf4198ceaa29" providerId="ADAL" clId="{0CA345B7-BC5B-41D1-AB3B-47083E87F316}" dt="2022-05-23T06:40:14.716" v="7130" actId="20577"/>
          <ac:spMkLst>
            <pc:docMk/>
            <pc:sldMk cId="2316340055" sldId="428"/>
            <ac:spMk id="8" creationId="{738665AD-01F8-4D91-8A63-69C4654AE255}"/>
          </ac:spMkLst>
        </pc:spChg>
        <pc:spChg chg="mod">
          <ac:chgData name="Yeo Xiong Wei, Jonathan" userId="ac2b658e-7ce1-44bb-9f9f-bf4198ceaa29" providerId="ADAL" clId="{0CA345B7-BC5B-41D1-AB3B-47083E87F316}" dt="2022-05-18T07:28:08.949" v="2097" actId="20577"/>
          <ac:spMkLst>
            <pc:docMk/>
            <pc:sldMk cId="2316340055" sldId="428"/>
            <ac:spMk id="33793" creationId="{00000000-0000-0000-0000-000000000000}"/>
          </ac:spMkLst>
        </pc:spChg>
        <pc:graphicFrameChg chg="mod">
          <ac:chgData name="Yeo Xiong Wei, Jonathan" userId="ac2b658e-7ce1-44bb-9f9f-bf4198ceaa29" providerId="ADAL" clId="{0CA345B7-BC5B-41D1-AB3B-47083E87F316}" dt="2022-05-23T06:40:25.860" v="7135" actId="1076"/>
          <ac:graphicFrameMkLst>
            <pc:docMk/>
            <pc:sldMk cId="2316340055" sldId="428"/>
            <ac:graphicFrameMk id="3" creationId="{DA40652C-BEB4-409C-ADC7-1712AFE15E86}"/>
          </ac:graphicFrameMkLst>
        </pc:graphicFrameChg>
      </pc:sldChg>
      <pc:sldChg chg="delSp modSp del mod">
        <pc:chgData name="Yeo Xiong Wei, Jonathan" userId="ac2b658e-7ce1-44bb-9f9f-bf4198ceaa29" providerId="ADAL" clId="{0CA345B7-BC5B-41D1-AB3B-47083E87F316}" dt="2022-05-23T06:51:19.602" v="7963" actId="2696"/>
        <pc:sldMkLst>
          <pc:docMk/>
          <pc:sldMk cId="238113673" sldId="429"/>
        </pc:sldMkLst>
        <pc:spChg chg="del">
          <ac:chgData name="Yeo Xiong Wei, Jonathan" userId="ac2b658e-7ce1-44bb-9f9f-bf4198ceaa29" providerId="ADAL" clId="{0CA345B7-BC5B-41D1-AB3B-47083E87F316}" dt="2022-05-18T07:21:38.301" v="1423" actId="478"/>
          <ac:spMkLst>
            <pc:docMk/>
            <pc:sldMk cId="238113673" sldId="429"/>
            <ac:spMk id="6" creationId="{D0516181-8B46-4841-B808-5B9BA02E2EEE}"/>
          </ac:spMkLst>
        </pc:spChg>
        <pc:spChg chg="mod">
          <ac:chgData name="Yeo Xiong Wei, Jonathan" userId="ac2b658e-7ce1-44bb-9f9f-bf4198ceaa29" providerId="ADAL" clId="{0CA345B7-BC5B-41D1-AB3B-47083E87F316}" dt="2022-05-23T05:47:29.112" v="3448" actId="114"/>
          <ac:spMkLst>
            <pc:docMk/>
            <pc:sldMk cId="238113673" sldId="429"/>
            <ac:spMk id="7" creationId="{5E9DF522-5AD3-4366-84EF-AA804EBD70FB}"/>
          </ac:spMkLst>
        </pc:spChg>
        <pc:spChg chg="del">
          <ac:chgData name="Yeo Xiong Wei, Jonathan" userId="ac2b658e-7ce1-44bb-9f9f-bf4198ceaa29" providerId="ADAL" clId="{0CA345B7-BC5B-41D1-AB3B-47083E87F316}" dt="2022-05-18T07:21:42.645" v="1425" actId="478"/>
          <ac:spMkLst>
            <pc:docMk/>
            <pc:sldMk cId="238113673" sldId="429"/>
            <ac:spMk id="8" creationId="{738665AD-01F8-4D91-8A63-69C4654AE255}"/>
          </ac:spMkLst>
        </pc:spChg>
        <pc:spChg chg="mod">
          <ac:chgData name="Yeo Xiong Wei, Jonathan" userId="ac2b658e-7ce1-44bb-9f9f-bf4198ceaa29" providerId="ADAL" clId="{0CA345B7-BC5B-41D1-AB3B-47083E87F316}" dt="2022-05-18T07:23:14.917" v="1567" actId="20577"/>
          <ac:spMkLst>
            <pc:docMk/>
            <pc:sldMk cId="238113673" sldId="429"/>
            <ac:spMk id="33793" creationId="{00000000-0000-0000-0000-000000000000}"/>
          </ac:spMkLst>
        </pc:spChg>
        <pc:graphicFrameChg chg="del">
          <ac:chgData name="Yeo Xiong Wei, Jonathan" userId="ac2b658e-7ce1-44bb-9f9f-bf4198ceaa29" providerId="ADAL" clId="{0CA345B7-BC5B-41D1-AB3B-47083E87F316}" dt="2022-05-18T07:21:36.501" v="1422" actId="478"/>
          <ac:graphicFrameMkLst>
            <pc:docMk/>
            <pc:sldMk cId="238113673" sldId="429"/>
            <ac:graphicFrameMk id="3" creationId="{DA40652C-BEB4-409C-ADC7-1712AFE15E86}"/>
          </ac:graphicFrameMkLst>
        </pc:graphicFrameChg>
        <pc:picChg chg="del mod">
          <ac:chgData name="Yeo Xiong Wei, Jonathan" userId="ac2b658e-7ce1-44bb-9f9f-bf4198ceaa29" providerId="ADAL" clId="{0CA345B7-BC5B-41D1-AB3B-47083E87F316}" dt="2022-05-18T07:21:22.925" v="1420" actId="478"/>
          <ac:picMkLst>
            <pc:docMk/>
            <pc:sldMk cId="238113673" sldId="429"/>
            <ac:picMk id="1026" creationId="{621BFCAB-B6C8-4AB7-B4EB-0EEA84281163}"/>
          </ac:picMkLst>
        </pc:picChg>
      </pc:sldChg>
      <pc:sldChg chg="del">
        <pc:chgData name="Yeo Xiong Wei, Jonathan" userId="ac2b658e-7ce1-44bb-9f9f-bf4198ceaa29" providerId="ADAL" clId="{0CA345B7-BC5B-41D1-AB3B-47083E87F316}" dt="2022-05-18T07:40:33.806" v="3437" actId="2696"/>
        <pc:sldMkLst>
          <pc:docMk/>
          <pc:sldMk cId="1380777075" sldId="430"/>
        </pc:sldMkLst>
      </pc:sldChg>
      <pc:sldChg chg="del">
        <pc:chgData name="Yeo Xiong Wei, Jonathan" userId="ac2b658e-7ce1-44bb-9f9f-bf4198ceaa29" providerId="ADAL" clId="{0CA345B7-BC5B-41D1-AB3B-47083E87F316}" dt="2022-05-18T07:40:33.806" v="3437" actId="2696"/>
        <pc:sldMkLst>
          <pc:docMk/>
          <pc:sldMk cId="3020838267" sldId="431"/>
        </pc:sldMkLst>
      </pc:sldChg>
      <pc:sldChg chg="del">
        <pc:chgData name="Yeo Xiong Wei, Jonathan" userId="ac2b658e-7ce1-44bb-9f9f-bf4198ceaa29" providerId="ADAL" clId="{0CA345B7-BC5B-41D1-AB3B-47083E87F316}" dt="2022-05-18T07:40:33.806" v="3437" actId="2696"/>
        <pc:sldMkLst>
          <pc:docMk/>
          <pc:sldMk cId="4058640104" sldId="432"/>
        </pc:sldMkLst>
      </pc:sldChg>
      <pc:sldChg chg="del">
        <pc:chgData name="Yeo Xiong Wei, Jonathan" userId="ac2b658e-7ce1-44bb-9f9f-bf4198ceaa29" providerId="ADAL" clId="{0CA345B7-BC5B-41D1-AB3B-47083E87F316}" dt="2022-05-18T07:40:33.806" v="3437" actId="2696"/>
        <pc:sldMkLst>
          <pc:docMk/>
          <pc:sldMk cId="78345123" sldId="433"/>
        </pc:sldMkLst>
      </pc:sldChg>
      <pc:sldChg chg="del">
        <pc:chgData name="Yeo Xiong Wei, Jonathan" userId="ac2b658e-7ce1-44bb-9f9f-bf4198ceaa29" providerId="ADAL" clId="{0CA345B7-BC5B-41D1-AB3B-47083E87F316}" dt="2022-05-18T07:40:33.806" v="3437" actId="2696"/>
        <pc:sldMkLst>
          <pc:docMk/>
          <pc:sldMk cId="2402952431" sldId="434"/>
        </pc:sldMkLst>
      </pc:sldChg>
      <pc:sldChg chg="del">
        <pc:chgData name="Yeo Xiong Wei, Jonathan" userId="ac2b658e-7ce1-44bb-9f9f-bf4198ceaa29" providerId="ADAL" clId="{0CA345B7-BC5B-41D1-AB3B-47083E87F316}" dt="2022-05-18T07:40:33.806" v="3437" actId="2696"/>
        <pc:sldMkLst>
          <pc:docMk/>
          <pc:sldMk cId="3619624804" sldId="435"/>
        </pc:sldMkLst>
      </pc:sldChg>
      <pc:sldChg chg="del">
        <pc:chgData name="Yeo Xiong Wei, Jonathan" userId="ac2b658e-7ce1-44bb-9f9f-bf4198ceaa29" providerId="ADAL" clId="{0CA345B7-BC5B-41D1-AB3B-47083E87F316}" dt="2022-05-18T07:40:33.806" v="3437" actId="2696"/>
        <pc:sldMkLst>
          <pc:docMk/>
          <pc:sldMk cId="3670485337" sldId="436"/>
        </pc:sldMkLst>
      </pc:sldChg>
      <pc:sldChg chg="del">
        <pc:chgData name="Yeo Xiong Wei, Jonathan" userId="ac2b658e-7ce1-44bb-9f9f-bf4198ceaa29" providerId="ADAL" clId="{0CA345B7-BC5B-41D1-AB3B-47083E87F316}" dt="2022-05-18T07:40:33.806" v="3437" actId="2696"/>
        <pc:sldMkLst>
          <pc:docMk/>
          <pc:sldMk cId="2222644071" sldId="437"/>
        </pc:sldMkLst>
      </pc:sldChg>
      <pc:sldChg chg="del">
        <pc:chgData name="Yeo Xiong Wei, Jonathan" userId="ac2b658e-7ce1-44bb-9f9f-bf4198ceaa29" providerId="ADAL" clId="{0CA345B7-BC5B-41D1-AB3B-47083E87F316}" dt="2022-05-18T07:40:33.806" v="3437" actId="2696"/>
        <pc:sldMkLst>
          <pc:docMk/>
          <pc:sldMk cId="1402189048" sldId="438"/>
        </pc:sldMkLst>
      </pc:sldChg>
      <pc:sldChg chg="del">
        <pc:chgData name="Yeo Xiong Wei, Jonathan" userId="ac2b658e-7ce1-44bb-9f9f-bf4198ceaa29" providerId="ADAL" clId="{0CA345B7-BC5B-41D1-AB3B-47083E87F316}" dt="2022-05-18T07:40:33.806" v="3437" actId="2696"/>
        <pc:sldMkLst>
          <pc:docMk/>
          <pc:sldMk cId="242746503" sldId="440"/>
        </pc:sldMkLst>
      </pc:sldChg>
      <pc:sldChg chg="del">
        <pc:chgData name="Yeo Xiong Wei, Jonathan" userId="ac2b658e-7ce1-44bb-9f9f-bf4198ceaa29" providerId="ADAL" clId="{0CA345B7-BC5B-41D1-AB3B-47083E87F316}" dt="2022-05-18T07:40:33.806" v="3437" actId="2696"/>
        <pc:sldMkLst>
          <pc:docMk/>
          <pc:sldMk cId="444887142" sldId="441"/>
        </pc:sldMkLst>
      </pc:sldChg>
      <pc:sldChg chg="del">
        <pc:chgData name="Yeo Xiong Wei, Jonathan" userId="ac2b658e-7ce1-44bb-9f9f-bf4198ceaa29" providerId="ADAL" clId="{0CA345B7-BC5B-41D1-AB3B-47083E87F316}" dt="2022-05-18T07:40:33.806" v="3437" actId="2696"/>
        <pc:sldMkLst>
          <pc:docMk/>
          <pc:sldMk cId="3766694245" sldId="442"/>
        </pc:sldMkLst>
      </pc:sldChg>
      <pc:sldChg chg="del">
        <pc:chgData name="Yeo Xiong Wei, Jonathan" userId="ac2b658e-7ce1-44bb-9f9f-bf4198ceaa29" providerId="ADAL" clId="{0CA345B7-BC5B-41D1-AB3B-47083E87F316}" dt="2022-05-18T07:40:33.806" v="3437" actId="2696"/>
        <pc:sldMkLst>
          <pc:docMk/>
          <pc:sldMk cId="3963937516" sldId="443"/>
        </pc:sldMkLst>
      </pc:sldChg>
      <pc:sldChg chg="del">
        <pc:chgData name="Yeo Xiong Wei, Jonathan" userId="ac2b658e-7ce1-44bb-9f9f-bf4198ceaa29" providerId="ADAL" clId="{0CA345B7-BC5B-41D1-AB3B-47083E87F316}" dt="2022-05-18T07:40:33.806" v="3437" actId="2696"/>
        <pc:sldMkLst>
          <pc:docMk/>
          <pc:sldMk cId="1567877527" sldId="444"/>
        </pc:sldMkLst>
      </pc:sldChg>
      <pc:sldChg chg="del">
        <pc:chgData name="Yeo Xiong Wei, Jonathan" userId="ac2b658e-7ce1-44bb-9f9f-bf4198ceaa29" providerId="ADAL" clId="{0CA345B7-BC5B-41D1-AB3B-47083E87F316}" dt="2022-05-18T07:40:33.806" v="3437" actId="2696"/>
        <pc:sldMkLst>
          <pc:docMk/>
          <pc:sldMk cId="510758219" sldId="445"/>
        </pc:sldMkLst>
      </pc:sldChg>
      <pc:sldChg chg="modSp mod ord modAnim">
        <pc:chgData name="Yeo Xiong Wei, Jonathan" userId="ac2b658e-7ce1-44bb-9f9f-bf4198ceaa29" providerId="ADAL" clId="{0CA345B7-BC5B-41D1-AB3B-47083E87F316}" dt="2022-05-23T06:18:26.030" v="5851" actId="20577"/>
        <pc:sldMkLst>
          <pc:docMk/>
          <pc:sldMk cId="1079951681" sldId="447"/>
        </pc:sldMkLst>
        <pc:spChg chg="mod">
          <ac:chgData name="Yeo Xiong Wei, Jonathan" userId="ac2b658e-7ce1-44bb-9f9f-bf4198ceaa29" providerId="ADAL" clId="{0CA345B7-BC5B-41D1-AB3B-47083E87F316}" dt="2022-05-23T06:18:24.109" v="5849" actId="14100"/>
          <ac:spMkLst>
            <pc:docMk/>
            <pc:sldMk cId="1079951681" sldId="447"/>
            <ac:spMk id="6" creationId="{5CF852D8-3B7C-442E-BCD1-22F9B94B5C58}"/>
          </ac:spMkLst>
        </pc:spChg>
        <pc:spChg chg="mod">
          <ac:chgData name="Yeo Xiong Wei, Jonathan" userId="ac2b658e-7ce1-44bb-9f9f-bf4198ceaa29" providerId="ADAL" clId="{0CA345B7-BC5B-41D1-AB3B-47083E87F316}" dt="2022-05-23T06:18:26.030" v="5851" actId="20577"/>
          <ac:spMkLst>
            <pc:docMk/>
            <pc:sldMk cId="1079951681" sldId="447"/>
            <ac:spMk id="30722" creationId="{00000000-0000-0000-0000-000000000000}"/>
          </ac:spMkLst>
        </pc:spChg>
      </pc:sldChg>
      <pc:sldChg chg="modSp mod">
        <pc:chgData name="Yeo Xiong Wei, Jonathan" userId="ac2b658e-7ce1-44bb-9f9f-bf4198ceaa29" providerId="ADAL" clId="{0CA345B7-BC5B-41D1-AB3B-47083E87F316}" dt="2022-05-23T06:23:29.195" v="6157" actId="20577"/>
        <pc:sldMkLst>
          <pc:docMk/>
          <pc:sldMk cId="231751381" sldId="448"/>
        </pc:sldMkLst>
        <pc:spChg chg="mod">
          <ac:chgData name="Yeo Xiong Wei, Jonathan" userId="ac2b658e-7ce1-44bb-9f9f-bf4198ceaa29" providerId="ADAL" clId="{0CA345B7-BC5B-41D1-AB3B-47083E87F316}" dt="2022-05-23T06:23:08.420" v="6127" actId="20577"/>
          <ac:spMkLst>
            <pc:docMk/>
            <pc:sldMk cId="231751381" sldId="448"/>
            <ac:spMk id="4" creationId="{49542F60-F172-4F43-9B83-27FEF4194BDA}"/>
          </ac:spMkLst>
        </pc:spChg>
        <pc:spChg chg="mod">
          <ac:chgData name="Yeo Xiong Wei, Jonathan" userId="ac2b658e-7ce1-44bb-9f9f-bf4198ceaa29" providerId="ADAL" clId="{0CA345B7-BC5B-41D1-AB3B-47083E87F316}" dt="2022-05-23T06:23:05.028" v="6125" actId="20577"/>
          <ac:spMkLst>
            <pc:docMk/>
            <pc:sldMk cId="231751381" sldId="448"/>
            <ac:spMk id="6" creationId="{817968EF-EB35-456D-A891-4B601FDA0C10}"/>
          </ac:spMkLst>
        </pc:spChg>
        <pc:spChg chg="mod">
          <ac:chgData name="Yeo Xiong Wei, Jonathan" userId="ac2b658e-7ce1-44bb-9f9f-bf4198ceaa29" providerId="ADAL" clId="{0CA345B7-BC5B-41D1-AB3B-47083E87F316}" dt="2022-05-23T06:23:29.195" v="6157" actId="20577"/>
          <ac:spMkLst>
            <pc:docMk/>
            <pc:sldMk cId="231751381" sldId="448"/>
            <ac:spMk id="30722" creationId="{00000000-0000-0000-0000-000000000000}"/>
          </ac:spMkLst>
        </pc:spChg>
      </pc:sldChg>
      <pc:sldChg chg="del">
        <pc:chgData name="Yeo Xiong Wei, Jonathan" userId="ac2b658e-7ce1-44bb-9f9f-bf4198ceaa29" providerId="ADAL" clId="{0CA345B7-BC5B-41D1-AB3B-47083E87F316}" dt="2022-05-18T07:40:33.806" v="3437" actId="2696"/>
        <pc:sldMkLst>
          <pc:docMk/>
          <pc:sldMk cId="557380756" sldId="449"/>
        </pc:sldMkLst>
      </pc:sldChg>
      <pc:sldChg chg="modSp mod">
        <pc:chgData name="Yeo Xiong Wei, Jonathan" userId="ac2b658e-7ce1-44bb-9f9f-bf4198ceaa29" providerId="ADAL" clId="{0CA345B7-BC5B-41D1-AB3B-47083E87F316}" dt="2022-05-23T06:26:39.113" v="6264"/>
        <pc:sldMkLst>
          <pc:docMk/>
          <pc:sldMk cId="955833630" sldId="451"/>
        </pc:sldMkLst>
        <pc:spChg chg="mod">
          <ac:chgData name="Yeo Xiong Wei, Jonathan" userId="ac2b658e-7ce1-44bb-9f9f-bf4198ceaa29" providerId="ADAL" clId="{0CA345B7-BC5B-41D1-AB3B-47083E87F316}" dt="2022-05-23T06:26:39.113" v="6264"/>
          <ac:spMkLst>
            <pc:docMk/>
            <pc:sldMk cId="955833630" sldId="451"/>
            <ac:spMk id="30721" creationId="{00000000-0000-0000-0000-000000000000}"/>
          </ac:spMkLst>
        </pc:spChg>
      </pc:sldChg>
      <pc:sldChg chg="modSp mod">
        <pc:chgData name="Yeo Xiong Wei, Jonathan" userId="ac2b658e-7ce1-44bb-9f9f-bf4198ceaa29" providerId="ADAL" clId="{0CA345B7-BC5B-41D1-AB3B-47083E87F316}" dt="2022-05-23T06:26:29.012" v="6262" actId="20577"/>
        <pc:sldMkLst>
          <pc:docMk/>
          <pc:sldMk cId="3040503509" sldId="452"/>
        </pc:sldMkLst>
        <pc:spChg chg="mod">
          <ac:chgData name="Yeo Xiong Wei, Jonathan" userId="ac2b658e-7ce1-44bb-9f9f-bf4198ceaa29" providerId="ADAL" clId="{0CA345B7-BC5B-41D1-AB3B-47083E87F316}" dt="2022-05-23T06:26:29.012" v="6262" actId="20577"/>
          <ac:spMkLst>
            <pc:docMk/>
            <pc:sldMk cId="3040503509" sldId="452"/>
            <ac:spMk id="30721" creationId="{00000000-0000-0000-0000-000000000000}"/>
          </ac:spMkLst>
        </pc:spChg>
      </pc:sldChg>
      <pc:sldChg chg="del">
        <pc:chgData name="Yeo Xiong Wei, Jonathan" userId="ac2b658e-7ce1-44bb-9f9f-bf4198ceaa29" providerId="ADAL" clId="{0CA345B7-BC5B-41D1-AB3B-47083E87F316}" dt="2022-05-18T07:40:33.806" v="3437" actId="2696"/>
        <pc:sldMkLst>
          <pc:docMk/>
          <pc:sldMk cId="2864665818" sldId="453"/>
        </pc:sldMkLst>
      </pc:sldChg>
      <pc:sldChg chg="modSp mod">
        <pc:chgData name="Yeo Xiong Wei, Jonathan" userId="ac2b658e-7ce1-44bb-9f9f-bf4198ceaa29" providerId="ADAL" clId="{0CA345B7-BC5B-41D1-AB3B-47083E87F316}" dt="2022-05-26T07:19:00.983" v="8770" actId="404"/>
        <pc:sldMkLst>
          <pc:docMk/>
          <pc:sldMk cId="2124394728" sldId="454"/>
        </pc:sldMkLst>
        <pc:spChg chg="mod">
          <ac:chgData name="Yeo Xiong Wei, Jonathan" userId="ac2b658e-7ce1-44bb-9f9f-bf4198ceaa29" providerId="ADAL" clId="{0CA345B7-BC5B-41D1-AB3B-47083E87F316}" dt="2022-05-26T07:19:00.983" v="8770" actId="404"/>
          <ac:spMkLst>
            <pc:docMk/>
            <pc:sldMk cId="2124394728" sldId="454"/>
            <ac:spMk id="108546" creationId="{00000000-0000-0000-0000-000000000000}"/>
          </ac:spMkLst>
        </pc:spChg>
      </pc:sldChg>
      <pc:sldChg chg="del">
        <pc:chgData name="Yeo Xiong Wei, Jonathan" userId="ac2b658e-7ce1-44bb-9f9f-bf4198ceaa29" providerId="ADAL" clId="{0CA345B7-BC5B-41D1-AB3B-47083E87F316}" dt="2022-05-18T07:40:33.806" v="3437" actId="2696"/>
        <pc:sldMkLst>
          <pc:docMk/>
          <pc:sldMk cId="1796001635" sldId="456"/>
        </pc:sldMkLst>
      </pc:sldChg>
      <pc:sldChg chg="addSp modSp add mod modAnim">
        <pc:chgData name="Yeo Xiong Wei, Jonathan" userId="ac2b658e-7ce1-44bb-9f9f-bf4198ceaa29" providerId="ADAL" clId="{0CA345B7-BC5B-41D1-AB3B-47083E87F316}" dt="2022-05-18T07:03:56.163" v="72" actId="1076"/>
        <pc:sldMkLst>
          <pc:docMk/>
          <pc:sldMk cId="2019000450" sldId="457"/>
        </pc:sldMkLst>
        <pc:spChg chg="mod">
          <ac:chgData name="Yeo Xiong Wei, Jonathan" userId="ac2b658e-7ce1-44bb-9f9f-bf4198ceaa29" providerId="ADAL" clId="{0CA345B7-BC5B-41D1-AB3B-47083E87F316}" dt="2022-05-18T07:03:32.222" v="67" actId="20577"/>
          <ac:spMkLst>
            <pc:docMk/>
            <pc:sldMk cId="2019000450" sldId="457"/>
            <ac:spMk id="26625" creationId="{00000000-0000-0000-0000-000000000000}"/>
          </ac:spMkLst>
        </pc:spChg>
        <pc:spChg chg="mod">
          <ac:chgData name="Yeo Xiong Wei, Jonathan" userId="ac2b658e-7ce1-44bb-9f9f-bf4198ceaa29" providerId="ADAL" clId="{0CA345B7-BC5B-41D1-AB3B-47083E87F316}" dt="2022-05-18T07:03:35.926" v="69" actId="6549"/>
          <ac:spMkLst>
            <pc:docMk/>
            <pc:sldMk cId="2019000450" sldId="457"/>
            <ac:spMk id="26626" creationId="{00000000-0000-0000-0000-000000000000}"/>
          </ac:spMkLst>
        </pc:spChg>
        <pc:picChg chg="add mod">
          <ac:chgData name="Yeo Xiong Wei, Jonathan" userId="ac2b658e-7ce1-44bb-9f9f-bf4198ceaa29" providerId="ADAL" clId="{0CA345B7-BC5B-41D1-AB3B-47083E87F316}" dt="2022-05-18T07:03:56.163" v="72" actId="1076"/>
          <ac:picMkLst>
            <pc:docMk/>
            <pc:sldMk cId="2019000450" sldId="457"/>
            <ac:picMk id="4" creationId="{24E85CF3-44A6-108B-24CB-C83BD9E8E4BE}"/>
          </ac:picMkLst>
        </pc:picChg>
      </pc:sldChg>
      <pc:sldChg chg="addSp modSp add del mod">
        <pc:chgData name="Yeo Xiong Wei, Jonathan" userId="ac2b658e-7ce1-44bb-9f9f-bf4198ceaa29" providerId="ADAL" clId="{0CA345B7-BC5B-41D1-AB3B-47083E87F316}" dt="2022-05-23T06:09:45.805" v="5070" actId="47"/>
        <pc:sldMkLst>
          <pc:docMk/>
          <pc:sldMk cId="684870449" sldId="458"/>
        </pc:sldMkLst>
        <pc:spChg chg="mod">
          <ac:chgData name="Yeo Xiong Wei, Jonathan" userId="ac2b658e-7ce1-44bb-9f9f-bf4198ceaa29" providerId="ADAL" clId="{0CA345B7-BC5B-41D1-AB3B-47083E87F316}" dt="2022-05-18T07:07:02.118" v="375" actId="20577"/>
          <ac:spMkLst>
            <pc:docMk/>
            <pc:sldMk cId="684870449" sldId="458"/>
            <ac:spMk id="29698" creationId="{00000000-0000-0000-0000-000000000000}"/>
          </ac:spMkLst>
        </pc:spChg>
        <pc:picChg chg="add mod">
          <ac:chgData name="Yeo Xiong Wei, Jonathan" userId="ac2b658e-7ce1-44bb-9f9f-bf4198ceaa29" providerId="ADAL" clId="{0CA345B7-BC5B-41D1-AB3B-47083E87F316}" dt="2022-05-18T07:07:07.651" v="377" actId="1076"/>
          <ac:picMkLst>
            <pc:docMk/>
            <pc:sldMk cId="684870449" sldId="458"/>
            <ac:picMk id="4" creationId="{10A7C565-D606-F6D8-D69D-CA96B9572835}"/>
          </ac:picMkLst>
        </pc:picChg>
        <pc:picChg chg="add mod">
          <ac:chgData name="Yeo Xiong Wei, Jonathan" userId="ac2b658e-7ce1-44bb-9f9f-bf4198ceaa29" providerId="ADAL" clId="{0CA345B7-BC5B-41D1-AB3B-47083E87F316}" dt="2022-05-18T07:07:20.990" v="379" actId="1076"/>
          <ac:picMkLst>
            <pc:docMk/>
            <pc:sldMk cId="684870449" sldId="458"/>
            <ac:picMk id="6" creationId="{85568204-7FB9-5029-C3BD-4D31DC8D1C78}"/>
          </ac:picMkLst>
        </pc:picChg>
      </pc:sldChg>
      <pc:sldChg chg="add del">
        <pc:chgData name="Yeo Xiong Wei, Jonathan" userId="ac2b658e-7ce1-44bb-9f9f-bf4198ceaa29" providerId="ADAL" clId="{0CA345B7-BC5B-41D1-AB3B-47083E87F316}" dt="2022-05-18T07:04:37.035" v="74"/>
        <pc:sldMkLst>
          <pc:docMk/>
          <pc:sldMk cId="2805521497" sldId="458"/>
        </pc:sldMkLst>
      </pc:sldChg>
      <pc:sldChg chg="modSp add mod modAnim">
        <pc:chgData name="Yeo Xiong Wei, Jonathan" userId="ac2b658e-7ce1-44bb-9f9f-bf4198ceaa29" providerId="ADAL" clId="{0CA345B7-BC5B-41D1-AB3B-47083E87F316}" dt="2022-05-23T06:51:56.452" v="7965" actId="20577"/>
        <pc:sldMkLst>
          <pc:docMk/>
          <pc:sldMk cId="2211200058" sldId="459"/>
        </pc:sldMkLst>
        <pc:spChg chg="mod">
          <ac:chgData name="Yeo Xiong Wei, Jonathan" userId="ac2b658e-7ce1-44bb-9f9f-bf4198ceaa29" providerId="ADAL" clId="{0CA345B7-BC5B-41D1-AB3B-47083E87F316}" dt="2022-05-23T06:51:55.289" v="7964" actId="1076"/>
          <ac:spMkLst>
            <pc:docMk/>
            <pc:sldMk cId="2211200058" sldId="459"/>
            <ac:spMk id="4" creationId="{49542F60-F172-4F43-9B83-27FEF4194BDA}"/>
          </ac:spMkLst>
        </pc:spChg>
        <pc:spChg chg="mod">
          <ac:chgData name="Yeo Xiong Wei, Jonathan" userId="ac2b658e-7ce1-44bb-9f9f-bf4198ceaa29" providerId="ADAL" clId="{0CA345B7-BC5B-41D1-AB3B-47083E87F316}" dt="2022-05-23T06:51:55.289" v="7964" actId="1076"/>
          <ac:spMkLst>
            <pc:docMk/>
            <pc:sldMk cId="2211200058" sldId="459"/>
            <ac:spMk id="6" creationId="{817968EF-EB35-456D-A891-4B601FDA0C10}"/>
          </ac:spMkLst>
        </pc:spChg>
        <pc:spChg chg="mod">
          <ac:chgData name="Yeo Xiong Wei, Jonathan" userId="ac2b658e-7ce1-44bb-9f9f-bf4198ceaa29" providerId="ADAL" clId="{0CA345B7-BC5B-41D1-AB3B-47083E87F316}" dt="2022-05-23T06:51:56.452" v="7965" actId="20577"/>
          <ac:spMkLst>
            <pc:docMk/>
            <pc:sldMk cId="2211200058" sldId="459"/>
            <ac:spMk id="30722" creationId="{00000000-0000-0000-0000-000000000000}"/>
          </ac:spMkLst>
        </pc:spChg>
        <pc:graphicFrameChg chg="mod">
          <ac:chgData name="Yeo Xiong Wei, Jonathan" userId="ac2b658e-7ce1-44bb-9f9f-bf4198ceaa29" providerId="ADAL" clId="{0CA345B7-BC5B-41D1-AB3B-47083E87F316}" dt="2022-05-23T06:51:55.289" v="7964" actId="1076"/>
          <ac:graphicFrameMkLst>
            <pc:docMk/>
            <pc:sldMk cId="2211200058" sldId="459"/>
            <ac:graphicFrameMk id="3" creationId="{5DF409FD-AA46-4E1E-A4FF-DCCB5300D53A}"/>
          </ac:graphicFrameMkLst>
        </pc:graphicFrameChg>
      </pc:sldChg>
      <pc:sldChg chg="modSp add mod">
        <pc:chgData name="Yeo Xiong Wei, Jonathan" userId="ac2b658e-7ce1-44bb-9f9f-bf4198ceaa29" providerId="ADAL" clId="{0CA345B7-BC5B-41D1-AB3B-47083E87F316}" dt="2022-05-23T06:11:38.923" v="5191" actId="20577"/>
        <pc:sldMkLst>
          <pc:docMk/>
          <pc:sldMk cId="3389477980" sldId="460"/>
        </pc:sldMkLst>
        <pc:spChg chg="mod">
          <ac:chgData name="Yeo Xiong Wei, Jonathan" userId="ac2b658e-7ce1-44bb-9f9f-bf4198ceaa29" providerId="ADAL" clId="{0CA345B7-BC5B-41D1-AB3B-47083E87F316}" dt="2022-05-18T07:09:40.325" v="476" actId="20577"/>
          <ac:spMkLst>
            <pc:docMk/>
            <pc:sldMk cId="3389477980" sldId="460"/>
            <ac:spMk id="30721" creationId="{00000000-0000-0000-0000-000000000000}"/>
          </ac:spMkLst>
        </pc:spChg>
        <pc:spChg chg="mod">
          <ac:chgData name="Yeo Xiong Wei, Jonathan" userId="ac2b658e-7ce1-44bb-9f9f-bf4198ceaa29" providerId="ADAL" clId="{0CA345B7-BC5B-41D1-AB3B-47083E87F316}" dt="2022-05-23T06:11:38.923" v="5191" actId="20577"/>
          <ac:spMkLst>
            <pc:docMk/>
            <pc:sldMk cId="3389477980" sldId="460"/>
            <ac:spMk id="30722" creationId="{00000000-0000-0000-0000-000000000000}"/>
          </ac:spMkLst>
        </pc:spChg>
      </pc:sldChg>
      <pc:sldChg chg="modSp add del mod">
        <pc:chgData name="Yeo Xiong Wei, Jonathan" userId="ac2b658e-7ce1-44bb-9f9f-bf4198ceaa29" providerId="ADAL" clId="{0CA345B7-BC5B-41D1-AB3B-47083E87F316}" dt="2022-05-23T06:51:19.602" v="7963" actId="2696"/>
        <pc:sldMkLst>
          <pc:docMk/>
          <pc:sldMk cId="333518085" sldId="461"/>
        </pc:sldMkLst>
        <pc:spChg chg="mod">
          <ac:chgData name="Yeo Xiong Wei, Jonathan" userId="ac2b658e-7ce1-44bb-9f9f-bf4198ceaa29" providerId="ADAL" clId="{0CA345B7-BC5B-41D1-AB3B-47083E87F316}" dt="2022-05-23T05:50:29.062" v="3555" actId="20577"/>
          <ac:spMkLst>
            <pc:docMk/>
            <pc:sldMk cId="333518085" sldId="461"/>
            <ac:spMk id="7" creationId="{5E9DF522-5AD3-4366-84EF-AA804EBD70FB}"/>
          </ac:spMkLst>
        </pc:spChg>
        <pc:spChg chg="mod">
          <ac:chgData name="Yeo Xiong Wei, Jonathan" userId="ac2b658e-7ce1-44bb-9f9f-bf4198ceaa29" providerId="ADAL" clId="{0CA345B7-BC5B-41D1-AB3B-47083E87F316}" dt="2022-05-18T07:19:11.846" v="1074" actId="20577"/>
          <ac:spMkLst>
            <pc:docMk/>
            <pc:sldMk cId="333518085" sldId="461"/>
            <ac:spMk id="33793" creationId="{00000000-0000-0000-0000-000000000000}"/>
          </ac:spMkLst>
        </pc:spChg>
        <pc:picChg chg="mod">
          <ac:chgData name="Yeo Xiong Wei, Jonathan" userId="ac2b658e-7ce1-44bb-9f9f-bf4198ceaa29" providerId="ADAL" clId="{0CA345B7-BC5B-41D1-AB3B-47083E87F316}" dt="2022-05-23T05:49:40.898" v="3491" actId="1076"/>
          <ac:picMkLst>
            <pc:docMk/>
            <pc:sldMk cId="333518085" sldId="461"/>
            <ac:picMk id="1026" creationId="{621BFCAB-B6C8-4AB7-B4EB-0EEA84281163}"/>
          </ac:picMkLst>
        </pc:picChg>
      </pc:sldChg>
      <pc:sldChg chg="delSp modSp add del mod delAnim">
        <pc:chgData name="Yeo Xiong Wei, Jonathan" userId="ac2b658e-7ce1-44bb-9f9f-bf4198ceaa29" providerId="ADAL" clId="{0CA345B7-BC5B-41D1-AB3B-47083E87F316}" dt="2022-05-18T07:11:35.036" v="620" actId="47"/>
        <pc:sldMkLst>
          <pc:docMk/>
          <pc:sldMk cId="2287289897" sldId="461"/>
        </pc:sldMkLst>
        <pc:spChg chg="del">
          <ac:chgData name="Yeo Xiong Wei, Jonathan" userId="ac2b658e-7ce1-44bb-9f9f-bf4198ceaa29" providerId="ADAL" clId="{0CA345B7-BC5B-41D1-AB3B-47083E87F316}" dt="2022-05-18T07:11:13.557" v="595" actId="478"/>
          <ac:spMkLst>
            <pc:docMk/>
            <pc:sldMk cId="2287289897" sldId="461"/>
            <ac:spMk id="4" creationId="{49542F60-F172-4F43-9B83-27FEF4194BDA}"/>
          </ac:spMkLst>
        </pc:spChg>
        <pc:spChg chg="del">
          <ac:chgData name="Yeo Xiong Wei, Jonathan" userId="ac2b658e-7ce1-44bb-9f9f-bf4198ceaa29" providerId="ADAL" clId="{0CA345B7-BC5B-41D1-AB3B-47083E87F316}" dt="2022-05-18T07:11:15.245" v="596" actId="478"/>
          <ac:spMkLst>
            <pc:docMk/>
            <pc:sldMk cId="2287289897" sldId="461"/>
            <ac:spMk id="6" creationId="{817968EF-EB35-456D-A891-4B601FDA0C10}"/>
          </ac:spMkLst>
        </pc:spChg>
        <pc:spChg chg="mod">
          <ac:chgData name="Yeo Xiong Wei, Jonathan" userId="ac2b658e-7ce1-44bb-9f9f-bf4198ceaa29" providerId="ADAL" clId="{0CA345B7-BC5B-41D1-AB3B-47083E87F316}" dt="2022-05-18T07:11:22.749" v="619" actId="20577"/>
          <ac:spMkLst>
            <pc:docMk/>
            <pc:sldMk cId="2287289897" sldId="461"/>
            <ac:spMk id="30722" creationId="{00000000-0000-0000-0000-000000000000}"/>
          </ac:spMkLst>
        </pc:spChg>
        <pc:graphicFrameChg chg="del modGraphic">
          <ac:chgData name="Yeo Xiong Wei, Jonathan" userId="ac2b658e-7ce1-44bb-9f9f-bf4198ceaa29" providerId="ADAL" clId="{0CA345B7-BC5B-41D1-AB3B-47083E87F316}" dt="2022-05-18T07:11:12.422" v="594" actId="478"/>
          <ac:graphicFrameMkLst>
            <pc:docMk/>
            <pc:sldMk cId="2287289897" sldId="461"/>
            <ac:graphicFrameMk id="3" creationId="{5DF409FD-AA46-4E1E-A4FF-DCCB5300D53A}"/>
          </ac:graphicFrameMkLst>
        </pc:graphicFrameChg>
      </pc:sldChg>
      <pc:sldChg chg="modSp add del mod">
        <pc:chgData name="Yeo Xiong Wei, Jonathan" userId="ac2b658e-7ce1-44bb-9f9f-bf4198ceaa29" providerId="ADAL" clId="{0CA345B7-BC5B-41D1-AB3B-47083E87F316}" dt="2022-05-18T07:40:33.806" v="3437" actId="2696"/>
        <pc:sldMkLst>
          <pc:docMk/>
          <pc:sldMk cId="2545258335" sldId="462"/>
        </pc:sldMkLst>
        <pc:spChg chg="mod">
          <ac:chgData name="Yeo Xiong Wei, Jonathan" userId="ac2b658e-7ce1-44bb-9f9f-bf4198ceaa29" providerId="ADAL" clId="{0CA345B7-BC5B-41D1-AB3B-47083E87F316}" dt="2022-05-18T07:26:57.896" v="2094" actId="27636"/>
          <ac:spMkLst>
            <pc:docMk/>
            <pc:sldMk cId="2545258335" sldId="462"/>
            <ac:spMk id="7" creationId="{5E9DF522-5AD3-4366-84EF-AA804EBD70FB}"/>
          </ac:spMkLst>
        </pc:spChg>
      </pc:sldChg>
      <pc:sldChg chg="delSp add del mod">
        <pc:chgData name="Yeo Xiong Wei, Jonathan" userId="ac2b658e-7ce1-44bb-9f9f-bf4198ceaa29" providerId="ADAL" clId="{0CA345B7-BC5B-41D1-AB3B-47083E87F316}" dt="2022-05-18T07:25:55.238" v="1986" actId="47"/>
        <pc:sldMkLst>
          <pc:docMk/>
          <pc:sldMk cId="3835696425" sldId="463"/>
        </pc:sldMkLst>
        <pc:spChg chg="del">
          <ac:chgData name="Yeo Xiong Wei, Jonathan" userId="ac2b658e-7ce1-44bb-9f9f-bf4198ceaa29" providerId="ADAL" clId="{0CA345B7-BC5B-41D1-AB3B-47083E87F316}" dt="2022-05-18T07:25:39.053" v="1984" actId="478"/>
          <ac:spMkLst>
            <pc:docMk/>
            <pc:sldMk cId="3835696425" sldId="463"/>
            <ac:spMk id="7" creationId="{5E9DF522-5AD3-4366-84EF-AA804EBD70FB}"/>
          </ac:spMkLst>
        </pc:spChg>
      </pc:sldChg>
      <pc:sldChg chg="delSp add del mod">
        <pc:chgData name="Yeo Xiong Wei, Jonathan" userId="ac2b658e-7ce1-44bb-9f9f-bf4198ceaa29" providerId="ADAL" clId="{0CA345B7-BC5B-41D1-AB3B-47083E87F316}" dt="2022-05-23T06:51:19.602" v="7963" actId="2696"/>
        <pc:sldMkLst>
          <pc:docMk/>
          <pc:sldMk cId="180954079" sldId="464"/>
        </pc:sldMkLst>
        <pc:inkChg chg="del">
          <ac:chgData name="Yeo Xiong Wei, Jonathan" userId="ac2b658e-7ce1-44bb-9f9f-bf4198ceaa29" providerId="ADAL" clId="{0CA345B7-BC5B-41D1-AB3B-47083E87F316}" dt="2022-05-23T05:46:40.849" v="3447" actId="478"/>
          <ac:inkMkLst>
            <pc:docMk/>
            <pc:sldMk cId="180954079" sldId="464"/>
            <ac:inkMk id="4" creationId="{69094361-508A-4F85-A727-8432E6C35CD2}"/>
          </ac:inkMkLst>
        </pc:inkChg>
      </pc:sldChg>
      <pc:sldChg chg="modSp add del mod">
        <pc:chgData name="Yeo Xiong Wei, Jonathan" userId="ac2b658e-7ce1-44bb-9f9f-bf4198ceaa29" providerId="ADAL" clId="{0CA345B7-BC5B-41D1-AB3B-47083E87F316}" dt="2022-05-18T07:28:29.719" v="2102" actId="47"/>
        <pc:sldMkLst>
          <pc:docMk/>
          <pc:sldMk cId="2947509235" sldId="465"/>
        </pc:sldMkLst>
        <pc:spChg chg="mod">
          <ac:chgData name="Yeo Xiong Wei, Jonathan" userId="ac2b658e-7ce1-44bb-9f9f-bf4198ceaa29" providerId="ADAL" clId="{0CA345B7-BC5B-41D1-AB3B-47083E87F316}" dt="2022-05-18T07:28:11.709" v="2099" actId="20577"/>
          <ac:spMkLst>
            <pc:docMk/>
            <pc:sldMk cId="2947509235" sldId="465"/>
            <ac:spMk id="33793" creationId="{00000000-0000-0000-0000-000000000000}"/>
          </ac:spMkLst>
        </pc:spChg>
      </pc:sldChg>
      <pc:sldChg chg="delSp add del mod">
        <pc:chgData name="Yeo Xiong Wei, Jonathan" userId="ac2b658e-7ce1-44bb-9f9f-bf4198ceaa29" providerId="ADAL" clId="{0CA345B7-BC5B-41D1-AB3B-47083E87F316}" dt="2022-05-23T06:51:19.602" v="7963" actId="2696"/>
        <pc:sldMkLst>
          <pc:docMk/>
          <pc:sldMk cId="4022763380" sldId="465"/>
        </pc:sldMkLst>
        <pc:inkChg chg="del">
          <ac:chgData name="Yeo Xiong Wei, Jonathan" userId="ac2b658e-7ce1-44bb-9f9f-bf4198ceaa29" providerId="ADAL" clId="{0CA345B7-BC5B-41D1-AB3B-47083E87F316}" dt="2022-05-18T07:39:05.806" v="3436" actId="478"/>
          <ac:inkMkLst>
            <pc:docMk/>
            <pc:sldMk cId="4022763380" sldId="465"/>
            <ac:inkMk id="4" creationId="{F64463D1-DB38-4CF0-A4E2-818E3E210650}"/>
          </ac:inkMkLst>
        </pc:inkChg>
      </pc:sldChg>
      <pc:sldChg chg="modSp add mod">
        <pc:chgData name="Yeo Xiong Wei, Jonathan" userId="ac2b658e-7ce1-44bb-9f9f-bf4198ceaa29" providerId="ADAL" clId="{0CA345B7-BC5B-41D1-AB3B-47083E87F316}" dt="2022-05-26T08:03:44.781" v="8772" actId="20577"/>
        <pc:sldMkLst>
          <pc:docMk/>
          <pc:sldMk cId="2456290301" sldId="466"/>
        </pc:sldMkLst>
        <pc:spChg chg="mod">
          <ac:chgData name="Yeo Xiong Wei, Jonathan" userId="ac2b658e-7ce1-44bb-9f9f-bf4198ceaa29" providerId="ADAL" clId="{0CA345B7-BC5B-41D1-AB3B-47083E87F316}" dt="2022-05-18T07:28:32.681" v="2103"/>
          <ac:spMkLst>
            <pc:docMk/>
            <pc:sldMk cId="2456290301" sldId="466"/>
            <ac:spMk id="2" creationId="{635632ED-6249-4378-9241-C14C3A5BA9EB}"/>
          </ac:spMkLst>
        </pc:spChg>
        <pc:spChg chg="mod">
          <ac:chgData name="Yeo Xiong Wei, Jonathan" userId="ac2b658e-7ce1-44bb-9f9f-bf4198ceaa29" providerId="ADAL" clId="{0CA345B7-BC5B-41D1-AB3B-47083E87F316}" dt="2022-05-26T08:03:44.781" v="8772" actId="20577"/>
          <ac:spMkLst>
            <pc:docMk/>
            <pc:sldMk cId="2456290301" sldId="466"/>
            <ac:spMk id="12" creationId="{4213F190-B2B0-43F1-B1CA-727BDFB3A022}"/>
          </ac:spMkLst>
        </pc:spChg>
      </pc:sldChg>
      <pc:sldChg chg="delSp modSp add mod delAnim">
        <pc:chgData name="Yeo Xiong Wei, Jonathan" userId="ac2b658e-7ce1-44bb-9f9f-bf4198ceaa29" providerId="ADAL" clId="{0CA345B7-BC5B-41D1-AB3B-47083E87F316}" dt="2022-05-23T06:36:43.708" v="6965" actId="20577"/>
        <pc:sldMkLst>
          <pc:docMk/>
          <pc:sldMk cId="4176872098" sldId="467"/>
        </pc:sldMkLst>
        <pc:spChg chg="del">
          <ac:chgData name="Yeo Xiong Wei, Jonathan" userId="ac2b658e-7ce1-44bb-9f9f-bf4198ceaa29" providerId="ADAL" clId="{0CA345B7-BC5B-41D1-AB3B-47083E87F316}" dt="2022-05-18T07:30:19.798" v="2332" actId="478"/>
          <ac:spMkLst>
            <pc:docMk/>
            <pc:sldMk cId="4176872098" sldId="467"/>
            <ac:spMk id="2" creationId="{DE721707-1F61-473A-B8EB-02EE78B39FAB}"/>
          </ac:spMkLst>
        </pc:spChg>
        <pc:spChg chg="mod">
          <ac:chgData name="Yeo Xiong Wei, Jonathan" userId="ac2b658e-7ce1-44bb-9f9f-bf4198ceaa29" providerId="ADAL" clId="{0CA345B7-BC5B-41D1-AB3B-47083E87F316}" dt="2022-05-23T06:36:43.708" v="6965" actId="20577"/>
          <ac:spMkLst>
            <pc:docMk/>
            <pc:sldMk cId="4176872098" sldId="467"/>
            <ac:spMk id="15" creationId="{DE9257EB-214B-4269-851D-81659C6D38BA}"/>
          </ac:spMkLst>
        </pc:spChg>
        <pc:spChg chg="mod">
          <ac:chgData name="Yeo Xiong Wei, Jonathan" userId="ac2b658e-7ce1-44bb-9f9f-bf4198ceaa29" providerId="ADAL" clId="{0CA345B7-BC5B-41D1-AB3B-47083E87F316}" dt="2022-05-23T06:34:57.325" v="6833" actId="6549"/>
          <ac:spMkLst>
            <pc:docMk/>
            <pc:sldMk cId="4176872098" sldId="467"/>
            <ac:spMk id="33793" creationId="{00000000-0000-0000-0000-000000000000}"/>
          </ac:spMkLst>
        </pc:spChg>
      </pc:sldChg>
      <pc:sldChg chg="modSp add mod modAnim">
        <pc:chgData name="Yeo Xiong Wei, Jonathan" userId="ac2b658e-7ce1-44bb-9f9f-bf4198ceaa29" providerId="ADAL" clId="{0CA345B7-BC5B-41D1-AB3B-47083E87F316}" dt="2022-05-23T06:39:43.008" v="7127" actId="20577"/>
        <pc:sldMkLst>
          <pc:docMk/>
          <pc:sldMk cId="2488753836" sldId="468"/>
        </pc:sldMkLst>
        <pc:spChg chg="mod">
          <ac:chgData name="Yeo Xiong Wei, Jonathan" userId="ac2b658e-7ce1-44bb-9f9f-bf4198ceaa29" providerId="ADAL" clId="{0CA345B7-BC5B-41D1-AB3B-47083E87F316}" dt="2022-05-23T06:39:21.372" v="7126" actId="20577"/>
          <ac:spMkLst>
            <pc:docMk/>
            <pc:sldMk cId="2488753836" sldId="468"/>
            <ac:spMk id="4" creationId="{F70768E3-1792-40A0-9B95-1680E102103F}"/>
          </ac:spMkLst>
        </pc:spChg>
        <pc:spChg chg="mod">
          <ac:chgData name="Yeo Xiong Wei, Jonathan" userId="ac2b658e-7ce1-44bb-9f9f-bf4198ceaa29" providerId="ADAL" clId="{0CA345B7-BC5B-41D1-AB3B-47083E87F316}" dt="2022-05-23T06:37:01.939" v="6974" actId="20577"/>
          <ac:spMkLst>
            <pc:docMk/>
            <pc:sldMk cId="2488753836" sldId="468"/>
            <ac:spMk id="6" creationId="{D0516181-8B46-4841-B808-5B9BA02E2EEE}"/>
          </ac:spMkLst>
        </pc:spChg>
        <pc:spChg chg="mod">
          <ac:chgData name="Yeo Xiong Wei, Jonathan" userId="ac2b658e-7ce1-44bb-9f9f-bf4198ceaa29" providerId="ADAL" clId="{0CA345B7-BC5B-41D1-AB3B-47083E87F316}" dt="2022-05-23T06:37:13.819" v="6977" actId="20577"/>
          <ac:spMkLst>
            <pc:docMk/>
            <pc:sldMk cId="2488753836" sldId="468"/>
            <ac:spMk id="8" creationId="{738665AD-01F8-4D91-8A63-69C4654AE255}"/>
          </ac:spMkLst>
        </pc:spChg>
        <pc:spChg chg="mod">
          <ac:chgData name="Yeo Xiong Wei, Jonathan" userId="ac2b658e-7ce1-44bb-9f9f-bf4198ceaa29" providerId="ADAL" clId="{0CA345B7-BC5B-41D1-AB3B-47083E87F316}" dt="2022-05-23T06:39:43.008" v="7127" actId="20577"/>
          <ac:spMkLst>
            <pc:docMk/>
            <pc:sldMk cId="2488753836" sldId="468"/>
            <ac:spMk id="33793" creationId="{00000000-0000-0000-0000-000000000000}"/>
          </ac:spMkLst>
        </pc:spChg>
      </pc:sldChg>
      <pc:sldChg chg="modSp add del mod">
        <pc:chgData name="Yeo Xiong Wei, Jonathan" userId="ac2b658e-7ce1-44bb-9f9f-bf4198ceaa29" providerId="ADAL" clId="{0CA345B7-BC5B-41D1-AB3B-47083E87F316}" dt="2022-05-23T06:19:53.929" v="5934" actId="47"/>
        <pc:sldMkLst>
          <pc:docMk/>
          <pc:sldMk cId="4074381201" sldId="469"/>
        </pc:sldMkLst>
        <pc:spChg chg="mod">
          <ac:chgData name="Yeo Xiong Wei, Jonathan" userId="ac2b658e-7ce1-44bb-9f9f-bf4198ceaa29" providerId="ADAL" clId="{0CA345B7-BC5B-41D1-AB3B-47083E87F316}" dt="2022-05-18T07:35:36.997" v="3278" actId="20577"/>
          <ac:spMkLst>
            <pc:docMk/>
            <pc:sldMk cId="4074381201" sldId="469"/>
            <ac:spMk id="2" creationId="{AC01609E-06F3-4BC5-AAF3-53EBE98C380B}"/>
          </ac:spMkLst>
        </pc:spChg>
      </pc:sldChg>
      <pc:sldChg chg="modSp add del mod">
        <pc:chgData name="Yeo Xiong Wei, Jonathan" userId="ac2b658e-7ce1-44bb-9f9f-bf4198ceaa29" providerId="ADAL" clId="{0CA345B7-BC5B-41D1-AB3B-47083E87F316}" dt="2022-05-23T06:51:19.602" v="7963" actId="2696"/>
        <pc:sldMkLst>
          <pc:docMk/>
          <pc:sldMk cId="2661890302" sldId="470"/>
        </pc:sldMkLst>
        <pc:spChg chg="mod">
          <ac:chgData name="Yeo Xiong Wei, Jonathan" userId="ac2b658e-7ce1-44bb-9f9f-bf4198ceaa29" providerId="ADAL" clId="{0CA345B7-BC5B-41D1-AB3B-47083E87F316}" dt="2022-05-18T07:36:06.677" v="3285" actId="20577"/>
          <ac:spMkLst>
            <pc:docMk/>
            <pc:sldMk cId="2661890302" sldId="470"/>
            <ac:spMk id="2" creationId="{AC01609E-06F3-4BC5-AAF3-53EBE98C380B}"/>
          </ac:spMkLst>
        </pc:spChg>
      </pc:sldChg>
      <pc:sldChg chg="delSp add del mod">
        <pc:chgData name="Yeo Xiong Wei, Jonathan" userId="ac2b658e-7ce1-44bb-9f9f-bf4198ceaa29" providerId="ADAL" clId="{0CA345B7-BC5B-41D1-AB3B-47083E87F316}" dt="2022-05-18T07:41:08.750" v="3442" actId="47"/>
        <pc:sldMkLst>
          <pc:docMk/>
          <pc:sldMk cId="1035917845" sldId="471"/>
        </pc:sldMkLst>
        <pc:picChg chg="del">
          <ac:chgData name="Yeo Xiong Wei, Jonathan" userId="ac2b658e-7ce1-44bb-9f9f-bf4198ceaa29" providerId="ADAL" clId="{0CA345B7-BC5B-41D1-AB3B-47083E87F316}" dt="2022-05-18T07:40:55.197" v="3439" actId="478"/>
          <ac:picMkLst>
            <pc:docMk/>
            <pc:sldMk cId="1035917845" sldId="471"/>
            <ac:picMk id="6" creationId="{9C54F60B-200B-4D3E-BC4B-D6F7AD3D7E6B}"/>
          </ac:picMkLst>
        </pc:picChg>
        <pc:picChg chg="del">
          <ac:chgData name="Yeo Xiong Wei, Jonathan" userId="ac2b658e-7ce1-44bb-9f9f-bf4198ceaa29" providerId="ADAL" clId="{0CA345B7-BC5B-41D1-AB3B-47083E87F316}" dt="2022-05-18T07:40:55.789" v="3440" actId="478"/>
          <ac:picMkLst>
            <pc:docMk/>
            <pc:sldMk cId="1035917845" sldId="471"/>
            <ac:picMk id="8" creationId="{A5414DE6-656A-4164-B5FC-4FADC01B5766}"/>
          </ac:picMkLst>
        </pc:picChg>
      </pc:sldChg>
      <pc:sldChg chg="add del">
        <pc:chgData name="Yeo Xiong Wei, Jonathan" userId="ac2b658e-7ce1-44bb-9f9f-bf4198ceaa29" providerId="ADAL" clId="{0CA345B7-BC5B-41D1-AB3B-47083E87F316}" dt="2022-05-18T07:38:08.144" v="3434" actId="47"/>
        <pc:sldMkLst>
          <pc:docMk/>
          <pc:sldMk cId="3901906341" sldId="471"/>
        </pc:sldMkLst>
      </pc:sldChg>
      <pc:sldChg chg="add del">
        <pc:chgData name="Yeo Xiong Wei, Jonathan" userId="ac2b658e-7ce1-44bb-9f9f-bf4198ceaa29" providerId="ADAL" clId="{0CA345B7-BC5B-41D1-AB3B-47083E87F316}" dt="2022-05-23T06:51:19.602" v="7963" actId="2696"/>
        <pc:sldMkLst>
          <pc:docMk/>
          <pc:sldMk cId="1112792542" sldId="472"/>
        </pc:sldMkLst>
      </pc:sldChg>
      <pc:sldChg chg="modSp add del mod">
        <pc:chgData name="Yeo Xiong Wei, Jonathan" userId="ac2b658e-7ce1-44bb-9f9f-bf4198ceaa29" providerId="ADAL" clId="{0CA345B7-BC5B-41D1-AB3B-47083E87F316}" dt="2022-05-23T06:51:19.602" v="7963" actId="2696"/>
        <pc:sldMkLst>
          <pc:docMk/>
          <pc:sldMk cId="1269630493" sldId="473"/>
        </pc:sldMkLst>
        <pc:spChg chg="mod">
          <ac:chgData name="Yeo Xiong Wei, Jonathan" userId="ac2b658e-7ce1-44bb-9f9f-bf4198ceaa29" providerId="ADAL" clId="{0CA345B7-BC5B-41D1-AB3B-47083E87F316}" dt="2022-05-23T05:51:54.096" v="3813" actId="20577"/>
          <ac:spMkLst>
            <pc:docMk/>
            <pc:sldMk cId="1269630493" sldId="473"/>
            <ac:spMk id="7" creationId="{5E9DF522-5AD3-4366-84EF-AA804EBD70FB}"/>
          </ac:spMkLst>
        </pc:spChg>
        <pc:spChg chg="mod">
          <ac:chgData name="Yeo Xiong Wei, Jonathan" userId="ac2b658e-7ce1-44bb-9f9f-bf4198ceaa29" providerId="ADAL" clId="{0CA345B7-BC5B-41D1-AB3B-47083E87F316}" dt="2022-05-23T05:49:48.084" v="3496" actId="20577"/>
          <ac:spMkLst>
            <pc:docMk/>
            <pc:sldMk cId="1269630493" sldId="473"/>
            <ac:spMk id="33793" creationId="{00000000-0000-0000-0000-000000000000}"/>
          </ac:spMkLst>
        </pc:spChg>
      </pc:sldChg>
      <pc:sldChg chg="modSp add mod">
        <pc:chgData name="Yeo Xiong Wei, Jonathan" userId="ac2b658e-7ce1-44bb-9f9f-bf4198ceaa29" providerId="ADAL" clId="{0CA345B7-BC5B-41D1-AB3B-47083E87F316}" dt="2022-05-23T06:08:42.054" v="5009" actId="20577"/>
        <pc:sldMkLst>
          <pc:docMk/>
          <pc:sldMk cId="343509085" sldId="474"/>
        </pc:sldMkLst>
        <pc:spChg chg="mod">
          <ac:chgData name="Yeo Xiong Wei, Jonathan" userId="ac2b658e-7ce1-44bb-9f9f-bf4198ceaa29" providerId="ADAL" clId="{0CA345B7-BC5B-41D1-AB3B-47083E87F316}" dt="2022-05-23T06:01:50.092" v="4336" actId="20577"/>
          <ac:spMkLst>
            <pc:docMk/>
            <pc:sldMk cId="343509085" sldId="474"/>
            <ac:spMk id="29697" creationId="{00000000-0000-0000-0000-000000000000}"/>
          </ac:spMkLst>
        </pc:spChg>
        <pc:spChg chg="mod">
          <ac:chgData name="Yeo Xiong Wei, Jonathan" userId="ac2b658e-7ce1-44bb-9f9f-bf4198ceaa29" providerId="ADAL" clId="{0CA345B7-BC5B-41D1-AB3B-47083E87F316}" dt="2022-05-23T06:08:42.054" v="5009" actId="20577"/>
          <ac:spMkLst>
            <pc:docMk/>
            <pc:sldMk cId="343509085" sldId="474"/>
            <ac:spMk id="29698" creationId="{00000000-0000-0000-0000-000000000000}"/>
          </ac:spMkLst>
        </pc:spChg>
      </pc:sldChg>
      <pc:sldChg chg="delSp modSp add mod delAnim modAnim">
        <pc:chgData name="Yeo Xiong Wei, Jonathan" userId="ac2b658e-7ce1-44bb-9f9f-bf4198ceaa29" providerId="ADAL" clId="{0CA345B7-BC5B-41D1-AB3B-47083E87F316}" dt="2022-05-23T06:25:46.427" v="6203" actId="20577"/>
        <pc:sldMkLst>
          <pc:docMk/>
          <pc:sldMk cId="2404116972" sldId="475"/>
        </pc:sldMkLst>
        <pc:spChg chg="del">
          <ac:chgData name="Yeo Xiong Wei, Jonathan" userId="ac2b658e-7ce1-44bb-9f9f-bf4198ceaa29" providerId="ADAL" clId="{0CA345B7-BC5B-41D1-AB3B-47083E87F316}" dt="2022-05-23T06:17:45.910" v="5779" actId="478"/>
          <ac:spMkLst>
            <pc:docMk/>
            <pc:sldMk cId="2404116972" sldId="475"/>
            <ac:spMk id="6" creationId="{5CF852D8-3B7C-442E-BCD1-22F9B94B5C58}"/>
          </ac:spMkLst>
        </pc:spChg>
        <pc:spChg chg="mod">
          <ac:chgData name="Yeo Xiong Wei, Jonathan" userId="ac2b658e-7ce1-44bb-9f9f-bf4198ceaa29" providerId="ADAL" clId="{0CA345B7-BC5B-41D1-AB3B-47083E87F316}" dt="2022-05-23T06:25:46.427" v="6203" actId="20577"/>
          <ac:spMkLst>
            <pc:docMk/>
            <pc:sldMk cId="2404116972" sldId="475"/>
            <ac:spMk id="30722" creationId="{00000000-0000-0000-0000-000000000000}"/>
          </ac:spMkLst>
        </pc:spChg>
      </pc:sldChg>
      <pc:sldChg chg="modSp add mod">
        <pc:chgData name="Yeo Xiong Wei, Jonathan" userId="ac2b658e-7ce1-44bb-9f9f-bf4198ceaa29" providerId="ADAL" clId="{0CA345B7-BC5B-41D1-AB3B-47083E87F316}" dt="2022-05-23T06:19:52.308" v="5933" actId="20577"/>
        <pc:sldMkLst>
          <pc:docMk/>
          <pc:sldMk cId="491473175" sldId="476"/>
        </pc:sldMkLst>
        <pc:spChg chg="mod">
          <ac:chgData name="Yeo Xiong Wei, Jonathan" userId="ac2b658e-7ce1-44bb-9f9f-bf4198ceaa29" providerId="ADAL" clId="{0CA345B7-BC5B-41D1-AB3B-47083E87F316}" dt="2022-05-23T06:19:52.308" v="5933" actId="20577"/>
          <ac:spMkLst>
            <pc:docMk/>
            <pc:sldMk cId="491473175" sldId="476"/>
            <ac:spMk id="2" creationId="{AC01609E-06F3-4BC5-AAF3-53EBE98C380B}"/>
          </ac:spMkLst>
        </pc:spChg>
      </pc:sldChg>
      <pc:sldChg chg="modSp add mod modAnim">
        <pc:chgData name="Yeo Xiong Wei, Jonathan" userId="ac2b658e-7ce1-44bb-9f9f-bf4198ceaa29" providerId="ADAL" clId="{0CA345B7-BC5B-41D1-AB3B-47083E87F316}" dt="2022-05-23T06:20:51.774" v="5945" actId="1076"/>
        <pc:sldMkLst>
          <pc:docMk/>
          <pc:sldMk cId="174994872" sldId="477"/>
        </pc:sldMkLst>
        <pc:spChg chg="mod">
          <ac:chgData name="Yeo Xiong Wei, Jonathan" userId="ac2b658e-7ce1-44bb-9f9f-bf4198ceaa29" providerId="ADAL" clId="{0CA345B7-BC5B-41D1-AB3B-47083E87F316}" dt="2022-05-23T06:20:51.774" v="5945" actId="1076"/>
          <ac:spMkLst>
            <pc:docMk/>
            <pc:sldMk cId="174994872" sldId="477"/>
            <ac:spMk id="6" creationId="{18FF6A08-27A0-4BA5-9FE2-A9A726127B88}"/>
          </ac:spMkLst>
        </pc:spChg>
        <pc:spChg chg="mod">
          <ac:chgData name="Yeo Xiong Wei, Jonathan" userId="ac2b658e-7ce1-44bb-9f9f-bf4198ceaa29" providerId="ADAL" clId="{0CA345B7-BC5B-41D1-AB3B-47083E87F316}" dt="2022-05-23T06:20:42.167" v="5943" actId="20577"/>
          <ac:spMkLst>
            <pc:docMk/>
            <pc:sldMk cId="174994872" sldId="477"/>
            <ac:spMk id="30722" creationId="{00000000-0000-0000-0000-000000000000}"/>
          </ac:spMkLst>
        </pc:spChg>
      </pc:sldChg>
      <pc:sldChg chg="modSp add mod">
        <pc:chgData name="Yeo Xiong Wei, Jonathan" userId="ac2b658e-7ce1-44bb-9f9f-bf4198ceaa29" providerId="ADAL" clId="{0CA345B7-BC5B-41D1-AB3B-47083E87F316}" dt="2022-05-23T06:34:33.390" v="6830" actId="20577"/>
        <pc:sldMkLst>
          <pc:docMk/>
          <pc:sldMk cId="1779729360" sldId="478"/>
        </pc:sldMkLst>
        <pc:spChg chg="mod">
          <ac:chgData name="Yeo Xiong Wei, Jonathan" userId="ac2b658e-7ce1-44bb-9f9f-bf4198ceaa29" providerId="ADAL" clId="{0CA345B7-BC5B-41D1-AB3B-47083E87F316}" dt="2022-05-23T06:34:16.796" v="6827" actId="14100"/>
          <ac:spMkLst>
            <pc:docMk/>
            <pc:sldMk cId="1779729360" sldId="478"/>
            <ac:spMk id="2" creationId="{DE721707-1F61-473A-B8EB-02EE78B39FAB}"/>
          </ac:spMkLst>
        </pc:spChg>
        <pc:spChg chg="mod">
          <ac:chgData name="Yeo Xiong Wei, Jonathan" userId="ac2b658e-7ce1-44bb-9f9f-bf4198ceaa29" providerId="ADAL" clId="{0CA345B7-BC5B-41D1-AB3B-47083E87F316}" dt="2022-05-23T06:34:33.390" v="6830" actId="20577"/>
          <ac:spMkLst>
            <pc:docMk/>
            <pc:sldMk cId="1779729360" sldId="478"/>
            <ac:spMk id="15" creationId="{DE9257EB-214B-4269-851D-81659C6D38BA}"/>
          </ac:spMkLst>
        </pc:spChg>
      </pc:sldChg>
      <pc:sldChg chg="modSp add mod ord">
        <pc:chgData name="Yeo Xiong Wei, Jonathan" userId="ac2b658e-7ce1-44bb-9f9f-bf4198ceaa29" providerId="ADAL" clId="{0CA345B7-BC5B-41D1-AB3B-47083E87F316}" dt="2022-05-26T07:18:28.245" v="8766" actId="404"/>
        <pc:sldMkLst>
          <pc:docMk/>
          <pc:sldMk cId="3979567326" sldId="479"/>
        </pc:sldMkLst>
        <pc:spChg chg="mod">
          <ac:chgData name="Yeo Xiong Wei, Jonathan" userId="ac2b658e-7ce1-44bb-9f9f-bf4198ceaa29" providerId="ADAL" clId="{0CA345B7-BC5B-41D1-AB3B-47083E87F316}" dt="2022-05-26T07:18:28.245" v="8766" actId="404"/>
          <ac:spMkLst>
            <pc:docMk/>
            <pc:sldMk cId="3979567326" sldId="479"/>
            <ac:spMk id="12" creationId="{4213F190-B2B0-43F1-B1CA-727BDFB3A022}"/>
          </ac:spMkLst>
        </pc:spChg>
      </pc:sldChg>
      <pc:sldChg chg="modSp add mod">
        <pc:chgData name="Yeo Xiong Wei, Jonathan" userId="ac2b658e-7ce1-44bb-9f9f-bf4198ceaa29" providerId="ADAL" clId="{0CA345B7-BC5B-41D1-AB3B-47083E87F316}" dt="2022-05-23T06:56:07.325" v="8763" actId="20577"/>
        <pc:sldMkLst>
          <pc:docMk/>
          <pc:sldMk cId="1074021624" sldId="480"/>
        </pc:sldMkLst>
        <pc:spChg chg="mod">
          <ac:chgData name="Yeo Xiong Wei, Jonathan" userId="ac2b658e-7ce1-44bb-9f9f-bf4198ceaa29" providerId="ADAL" clId="{0CA345B7-BC5B-41D1-AB3B-47083E87F316}" dt="2022-05-23T06:52:13.043" v="7973" actId="20577"/>
          <ac:spMkLst>
            <pc:docMk/>
            <pc:sldMk cId="1074021624" sldId="480"/>
            <ac:spMk id="2" creationId="{635632ED-6249-4378-9241-C14C3A5BA9EB}"/>
          </ac:spMkLst>
        </pc:spChg>
        <pc:spChg chg="mod">
          <ac:chgData name="Yeo Xiong Wei, Jonathan" userId="ac2b658e-7ce1-44bb-9f9f-bf4198ceaa29" providerId="ADAL" clId="{0CA345B7-BC5B-41D1-AB3B-47083E87F316}" dt="2022-05-23T06:56:07.325" v="8763" actId="20577"/>
          <ac:spMkLst>
            <pc:docMk/>
            <pc:sldMk cId="1074021624" sldId="480"/>
            <ac:spMk id="12" creationId="{4213F190-B2B0-43F1-B1CA-727BDFB3A022}"/>
          </ac:spMkLst>
        </pc:spChg>
      </pc:sldChg>
    </pc:docChg>
  </pc:docChgLst>
  <pc:docChgLst>
    <pc:chgData name="Yeo Xiong Wei, Jonathan" userId="ac2b658e-7ce1-44bb-9f9f-bf4198ceaa29" providerId="ADAL" clId="{2A4F54F4-1B41-4B2F-9651-11A8C042A311}"/>
    <pc:docChg chg="undo custSel addSld delSld modSld sldOrd modMainMaster">
      <pc:chgData name="Yeo Xiong Wei, Jonathan" userId="ac2b658e-7ce1-44bb-9f9f-bf4198ceaa29" providerId="ADAL" clId="{2A4F54F4-1B41-4B2F-9651-11A8C042A311}" dt="2024-07-15T04:48:57.650" v="5483" actId="1076"/>
      <pc:docMkLst>
        <pc:docMk/>
      </pc:docMkLst>
      <pc:sldChg chg="addSp delSp modSp mod addAnim delAnim modAnim delDesignElem">
        <pc:chgData name="Yeo Xiong Wei, Jonathan" userId="ac2b658e-7ce1-44bb-9f9f-bf4198ceaa29" providerId="ADAL" clId="{2A4F54F4-1B41-4B2F-9651-11A8C042A311}" dt="2024-04-25T04:10:20.286" v="2268" actId="20577"/>
        <pc:sldMkLst>
          <pc:docMk/>
          <pc:sldMk cId="3252022029" sldId="256"/>
        </pc:sldMkLst>
        <pc:spChg chg="mod">
          <ac:chgData name="Yeo Xiong Wei, Jonathan" userId="ac2b658e-7ce1-44bb-9f9f-bf4198ceaa29" providerId="ADAL" clId="{2A4F54F4-1B41-4B2F-9651-11A8C042A311}" dt="2024-04-25T03:13:07.893" v="29" actId="2711"/>
          <ac:spMkLst>
            <pc:docMk/>
            <pc:sldMk cId="3252022029" sldId="256"/>
            <ac:spMk id="2" creationId="{EF8B73FE-A455-4656-A476-6FFB3EF1C8A2}"/>
          </ac:spMkLst>
        </pc:spChg>
        <pc:spChg chg="mod">
          <ac:chgData name="Yeo Xiong Wei, Jonathan" userId="ac2b658e-7ce1-44bb-9f9f-bf4198ceaa29" providerId="ADAL" clId="{2A4F54F4-1B41-4B2F-9651-11A8C042A311}" dt="2024-04-25T04:10:20.286" v="2268" actId="20577"/>
          <ac:spMkLst>
            <pc:docMk/>
            <pc:sldMk cId="3252022029" sldId="256"/>
            <ac:spMk id="3" creationId="{0E6D8A6F-95BE-4FA0-BC49-0D8C36EA3819}"/>
          </ac:spMkLst>
        </pc:spChg>
        <pc:spChg chg="mod">
          <ac:chgData name="Yeo Xiong Wei, Jonathan" userId="ac2b658e-7ce1-44bb-9f9f-bf4198ceaa29" providerId="ADAL" clId="{2A4F54F4-1B41-4B2F-9651-11A8C042A311}" dt="2024-04-25T03:12:55.668" v="27" actId="26606"/>
          <ac:spMkLst>
            <pc:docMk/>
            <pc:sldMk cId="3252022029" sldId="256"/>
            <ac:spMk id="4" creationId="{9D4DA3D7-5007-489B-86B7-1B459DCD1904}"/>
          </ac:spMkLst>
        </pc:spChg>
        <pc:spChg chg="add del">
          <ac:chgData name="Yeo Xiong Wei, Jonathan" userId="ac2b658e-7ce1-44bb-9f9f-bf4198ceaa29" providerId="ADAL" clId="{2A4F54F4-1B41-4B2F-9651-11A8C042A311}" dt="2024-04-25T03:12:55.668" v="27" actId="26606"/>
          <ac:spMkLst>
            <pc:docMk/>
            <pc:sldMk cId="3252022029" sldId="256"/>
            <ac:spMk id="8" creationId="{1EADCAF8-8823-4E89-8612-21029831A4B2}"/>
          </ac:spMkLst>
        </pc:spChg>
        <pc:spChg chg="add del">
          <ac:chgData name="Yeo Xiong Wei, Jonathan" userId="ac2b658e-7ce1-44bb-9f9f-bf4198ceaa29" providerId="ADAL" clId="{2A4F54F4-1B41-4B2F-9651-11A8C042A311}" dt="2024-04-25T03:12:55.668" v="27" actId="26606"/>
          <ac:spMkLst>
            <pc:docMk/>
            <pc:sldMk cId="3252022029" sldId="256"/>
            <ac:spMk id="10" creationId="{28CA07B2-0819-4B62-9425-7A52BBDD7070}"/>
          </ac:spMkLst>
        </pc:spChg>
        <pc:spChg chg="add del">
          <ac:chgData name="Yeo Xiong Wei, Jonathan" userId="ac2b658e-7ce1-44bb-9f9f-bf4198ceaa29" providerId="ADAL" clId="{2A4F54F4-1B41-4B2F-9651-11A8C042A311}" dt="2024-04-25T03:12:40.502" v="12" actId="26606"/>
          <ac:spMkLst>
            <pc:docMk/>
            <pc:sldMk cId="3252022029" sldId="256"/>
            <ac:spMk id="24" creationId="{FFD48BC7-DC40-47DE-87EE-9F4B6ECB9ABB}"/>
          </ac:spMkLst>
        </pc:spChg>
        <pc:spChg chg="add del">
          <ac:chgData name="Yeo Xiong Wei, Jonathan" userId="ac2b658e-7ce1-44bb-9f9f-bf4198ceaa29" providerId="ADAL" clId="{2A4F54F4-1B41-4B2F-9651-11A8C042A311}" dt="2024-04-25T03:12:39.303" v="10" actId="26606"/>
          <ac:spMkLst>
            <pc:docMk/>
            <pc:sldMk cId="3252022029" sldId="256"/>
            <ac:spMk id="25" creationId="{9B7AD9F6-8CE7-4299-8FC6-328F4DCD3FF9}"/>
          </ac:spMkLst>
        </pc:spChg>
        <pc:spChg chg="add del">
          <ac:chgData name="Yeo Xiong Wei, Jonathan" userId="ac2b658e-7ce1-44bb-9f9f-bf4198ceaa29" providerId="ADAL" clId="{2A4F54F4-1B41-4B2F-9651-11A8C042A311}" dt="2024-04-25T03:12:40.502" v="12" actId="26606"/>
          <ac:spMkLst>
            <pc:docMk/>
            <pc:sldMk cId="3252022029" sldId="256"/>
            <ac:spMk id="26" creationId="{E502BBC7-2C76-46F3-BC24-5985BC13DB88}"/>
          </ac:spMkLst>
        </pc:spChg>
        <pc:spChg chg="add del">
          <ac:chgData name="Yeo Xiong Wei, Jonathan" userId="ac2b658e-7ce1-44bb-9f9f-bf4198ceaa29" providerId="ADAL" clId="{2A4F54F4-1B41-4B2F-9651-11A8C042A311}" dt="2024-04-25T03:12:39.303" v="10" actId="26606"/>
          <ac:spMkLst>
            <pc:docMk/>
            <pc:sldMk cId="3252022029" sldId="256"/>
            <ac:spMk id="27" creationId="{F49775AF-8896-43EE-92C6-83497D6DC56F}"/>
          </ac:spMkLst>
        </pc:spChg>
        <pc:spChg chg="add del">
          <ac:chgData name="Yeo Xiong Wei, Jonathan" userId="ac2b658e-7ce1-44bb-9f9f-bf4198ceaa29" providerId="ADAL" clId="{2A4F54F4-1B41-4B2F-9651-11A8C042A311}" dt="2024-04-25T03:12:40.502" v="12" actId="26606"/>
          <ac:spMkLst>
            <pc:docMk/>
            <pc:sldMk cId="3252022029" sldId="256"/>
            <ac:spMk id="28" creationId="{C7F28D52-2A5F-4D23-81AE-7CB8B591C7AF}"/>
          </ac:spMkLst>
        </pc:spChg>
        <pc:spChg chg="add del">
          <ac:chgData name="Yeo Xiong Wei, Jonathan" userId="ac2b658e-7ce1-44bb-9f9f-bf4198ceaa29" providerId="ADAL" clId="{2A4F54F4-1B41-4B2F-9651-11A8C042A311}" dt="2024-04-25T03:12:40.502" v="12" actId="26606"/>
          <ac:spMkLst>
            <pc:docMk/>
            <pc:sldMk cId="3252022029" sldId="256"/>
            <ac:spMk id="30" creationId="{3629484E-3792-4B3D-89AD-7C8A1ED0E0D4}"/>
          </ac:spMkLst>
        </pc:spChg>
        <pc:spChg chg="add del">
          <ac:chgData name="Yeo Xiong Wei, Jonathan" userId="ac2b658e-7ce1-44bb-9f9f-bf4198ceaa29" providerId="ADAL" clId="{2A4F54F4-1B41-4B2F-9651-11A8C042A311}" dt="2024-04-25T03:12:41.721" v="14" actId="26606"/>
          <ac:spMkLst>
            <pc:docMk/>
            <pc:sldMk cId="3252022029" sldId="256"/>
            <ac:spMk id="32" creationId="{934F1179-B481-4F9E-BCA3-AFB972070F83}"/>
          </ac:spMkLst>
        </pc:spChg>
        <pc:spChg chg="add del">
          <ac:chgData name="Yeo Xiong Wei, Jonathan" userId="ac2b658e-7ce1-44bb-9f9f-bf4198ceaa29" providerId="ADAL" clId="{2A4F54F4-1B41-4B2F-9651-11A8C042A311}" dt="2024-04-25T03:12:41.721" v="14" actId="26606"/>
          <ac:spMkLst>
            <pc:docMk/>
            <pc:sldMk cId="3252022029" sldId="256"/>
            <ac:spMk id="33" creationId="{827DC2C4-B485-428A-BF4A-472D2967F47F}"/>
          </ac:spMkLst>
        </pc:spChg>
        <pc:spChg chg="add del">
          <ac:chgData name="Yeo Xiong Wei, Jonathan" userId="ac2b658e-7ce1-44bb-9f9f-bf4198ceaa29" providerId="ADAL" clId="{2A4F54F4-1B41-4B2F-9651-11A8C042A311}" dt="2024-04-25T03:12:41.721" v="14" actId="26606"/>
          <ac:spMkLst>
            <pc:docMk/>
            <pc:sldMk cId="3252022029" sldId="256"/>
            <ac:spMk id="34" creationId="{EE04B5EB-F158-4507-90DD-BD23620C7CC9}"/>
          </ac:spMkLst>
        </pc:spChg>
        <pc:spChg chg="add del">
          <ac:chgData name="Yeo Xiong Wei, Jonathan" userId="ac2b658e-7ce1-44bb-9f9f-bf4198ceaa29" providerId="ADAL" clId="{2A4F54F4-1B41-4B2F-9651-11A8C042A311}" dt="2024-04-25T03:12:43.276" v="16" actId="26606"/>
          <ac:spMkLst>
            <pc:docMk/>
            <pc:sldMk cId="3252022029" sldId="256"/>
            <ac:spMk id="36" creationId="{A8DB9CD9-59B1-4D73-BC4C-98796A48EF9B}"/>
          </ac:spMkLst>
        </pc:spChg>
        <pc:spChg chg="add del">
          <ac:chgData name="Yeo Xiong Wei, Jonathan" userId="ac2b658e-7ce1-44bb-9f9f-bf4198ceaa29" providerId="ADAL" clId="{2A4F54F4-1B41-4B2F-9651-11A8C042A311}" dt="2024-04-25T03:12:43.276" v="16" actId="26606"/>
          <ac:spMkLst>
            <pc:docMk/>
            <pc:sldMk cId="3252022029" sldId="256"/>
            <ac:spMk id="37" creationId="{8874A6A9-41FF-4E33-AFA8-F9F81436A59E}"/>
          </ac:spMkLst>
        </pc:spChg>
        <pc:spChg chg="add del">
          <ac:chgData name="Yeo Xiong Wei, Jonathan" userId="ac2b658e-7ce1-44bb-9f9f-bf4198ceaa29" providerId="ADAL" clId="{2A4F54F4-1B41-4B2F-9651-11A8C042A311}" dt="2024-04-25T03:12:44.113" v="19" actId="26606"/>
          <ac:spMkLst>
            <pc:docMk/>
            <pc:sldMk cId="3252022029" sldId="256"/>
            <ac:spMk id="44" creationId="{9B7AD9F6-8CE7-4299-8FC6-328F4DCD3FF9}"/>
          </ac:spMkLst>
        </pc:spChg>
        <pc:spChg chg="add del">
          <ac:chgData name="Yeo Xiong Wei, Jonathan" userId="ac2b658e-7ce1-44bb-9f9f-bf4198ceaa29" providerId="ADAL" clId="{2A4F54F4-1B41-4B2F-9651-11A8C042A311}" dt="2024-04-25T03:12:44.113" v="19" actId="26606"/>
          <ac:spMkLst>
            <pc:docMk/>
            <pc:sldMk cId="3252022029" sldId="256"/>
            <ac:spMk id="46" creationId="{F49775AF-8896-43EE-92C6-83497D6DC56F}"/>
          </ac:spMkLst>
        </pc:spChg>
        <pc:spChg chg="add del">
          <ac:chgData name="Yeo Xiong Wei, Jonathan" userId="ac2b658e-7ce1-44bb-9f9f-bf4198ceaa29" providerId="ADAL" clId="{2A4F54F4-1B41-4B2F-9651-11A8C042A311}" dt="2024-04-25T03:12:47.909" v="21" actId="26606"/>
          <ac:spMkLst>
            <pc:docMk/>
            <pc:sldMk cId="3252022029" sldId="256"/>
            <ac:spMk id="48" creationId="{FFD48BC7-DC40-47DE-87EE-9F4B6ECB9ABB}"/>
          </ac:spMkLst>
        </pc:spChg>
        <pc:spChg chg="add del">
          <ac:chgData name="Yeo Xiong Wei, Jonathan" userId="ac2b658e-7ce1-44bb-9f9f-bf4198ceaa29" providerId="ADAL" clId="{2A4F54F4-1B41-4B2F-9651-11A8C042A311}" dt="2024-04-25T03:12:47.909" v="21" actId="26606"/>
          <ac:spMkLst>
            <pc:docMk/>
            <pc:sldMk cId="3252022029" sldId="256"/>
            <ac:spMk id="49" creationId="{E502BBC7-2C76-46F3-BC24-5985BC13DB88}"/>
          </ac:spMkLst>
        </pc:spChg>
        <pc:spChg chg="add del">
          <ac:chgData name="Yeo Xiong Wei, Jonathan" userId="ac2b658e-7ce1-44bb-9f9f-bf4198ceaa29" providerId="ADAL" clId="{2A4F54F4-1B41-4B2F-9651-11A8C042A311}" dt="2024-04-25T03:12:47.909" v="21" actId="26606"/>
          <ac:spMkLst>
            <pc:docMk/>
            <pc:sldMk cId="3252022029" sldId="256"/>
            <ac:spMk id="50" creationId="{C7F28D52-2A5F-4D23-81AE-7CB8B591C7AF}"/>
          </ac:spMkLst>
        </pc:spChg>
        <pc:spChg chg="add del">
          <ac:chgData name="Yeo Xiong Wei, Jonathan" userId="ac2b658e-7ce1-44bb-9f9f-bf4198ceaa29" providerId="ADAL" clId="{2A4F54F4-1B41-4B2F-9651-11A8C042A311}" dt="2024-04-25T03:12:47.909" v="21" actId="26606"/>
          <ac:spMkLst>
            <pc:docMk/>
            <pc:sldMk cId="3252022029" sldId="256"/>
            <ac:spMk id="51" creationId="{3629484E-3792-4B3D-89AD-7C8A1ED0E0D4}"/>
          </ac:spMkLst>
        </pc:spChg>
        <pc:spChg chg="add del">
          <ac:chgData name="Yeo Xiong Wei, Jonathan" userId="ac2b658e-7ce1-44bb-9f9f-bf4198ceaa29" providerId="ADAL" clId="{2A4F54F4-1B41-4B2F-9651-11A8C042A311}" dt="2024-04-25T03:12:51.592" v="24" actId="26606"/>
          <ac:spMkLst>
            <pc:docMk/>
            <pc:sldMk cId="3252022029" sldId="256"/>
            <ac:spMk id="53" creationId="{9B7AD9F6-8CE7-4299-8FC6-328F4DCD3FF9}"/>
          </ac:spMkLst>
        </pc:spChg>
        <pc:spChg chg="add del">
          <ac:chgData name="Yeo Xiong Wei, Jonathan" userId="ac2b658e-7ce1-44bb-9f9f-bf4198ceaa29" providerId="ADAL" clId="{2A4F54F4-1B41-4B2F-9651-11A8C042A311}" dt="2024-04-25T03:12:51.592" v="24" actId="26606"/>
          <ac:spMkLst>
            <pc:docMk/>
            <pc:sldMk cId="3252022029" sldId="256"/>
            <ac:spMk id="55" creationId="{F49775AF-8896-43EE-92C6-83497D6DC56F}"/>
          </ac:spMkLst>
        </pc:spChg>
        <pc:spChg chg="add del">
          <ac:chgData name="Yeo Xiong Wei, Jonathan" userId="ac2b658e-7ce1-44bb-9f9f-bf4198ceaa29" providerId="ADAL" clId="{2A4F54F4-1B41-4B2F-9651-11A8C042A311}" dt="2024-04-25T03:12:55.654" v="26" actId="26606"/>
          <ac:spMkLst>
            <pc:docMk/>
            <pc:sldMk cId="3252022029" sldId="256"/>
            <ac:spMk id="57" creationId="{FFD48BC7-DC40-47DE-87EE-9F4B6ECB9ABB}"/>
          </ac:spMkLst>
        </pc:spChg>
        <pc:spChg chg="add del">
          <ac:chgData name="Yeo Xiong Wei, Jonathan" userId="ac2b658e-7ce1-44bb-9f9f-bf4198ceaa29" providerId="ADAL" clId="{2A4F54F4-1B41-4B2F-9651-11A8C042A311}" dt="2024-04-25T03:12:55.654" v="26" actId="26606"/>
          <ac:spMkLst>
            <pc:docMk/>
            <pc:sldMk cId="3252022029" sldId="256"/>
            <ac:spMk id="58" creationId="{E502BBC7-2C76-46F3-BC24-5985BC13DB88}"/>
          </ac:spMkLst>
        </pc:spChg>
        <pc:spChg chg="add del">
          <ac:chgData name="Yeo Xiong Wei, Jonathan" userId="ac2b658e-7ce1-44bb-9f9f-bf4198ceaa29" providerId="ADAL" clId="{2A4F54F4-1B41-4B2F-9651-11A8C042A311}" dt="2024-04-25T03:12:55.654" v="26" actId="26606"/>
          <ac:spMkLst>
            <pc:docMk/>
            <pc:sldMk cId="3252022029" sldId="256"/>
            <ac:spMk id="59" creationId="{C7F28D52-2A5F-4D23-81AE-7CB8B591C7AF}"/>
          </ac:spMkLst>
        </pc:spChg>
        <pc:spChg chg="add del">
          <ac:chgData name="Yeo Xiong Wei, Jonathan" userId="ac2b658e-7ce1-44bb-9f9f-bf4198ceaa29" providerId="ADAL" clId="{2A4F54F4-1B41-4B2F-9651-11A8C042A311}" dt="2024-04-25T03:12:55.654" v="26" actId="26606"/>
          <ac:spMkLst>
            <pc:docMk/>
            <pc:sldMk cId="3252022029" sldId="256"/>
            <ac:spMk id="60" creationId="{3629484E-3792-4B3D-89AD-7C8A1ED0E0D4}"/>
          </ac:spMkLst>
        </pc:spChg>
        <pc:spChg chg="add">
          <ac:chgData name="Yeo Xiong Wei, Jonathan" userId="ac2b658e-7ce1-44bb-9f9f-bf4198ceaa29" providerId="ADAL" clId="{2A4F54F4-1B41-4B2F-9651-11A8C042A311}" dt="2024-04-25T03:12:55.668" v="27" actId="26606"/>
          <ac:spMkLst>
            <pc:docMk/>
            <pc:sldMk cId="3252022029" sldId="256"/>
            <ac:spMk id="62" creationId="{9B7AD9F6-8CE7-4299-8FC6-328F4DCD3FF9}"/>
          </ac:spMkLst>
        </pc:spChg>
        <pc:spChg chg="add">
          <ac:chgData name="Yeo Xiong Wei, Jonathan" userId="ac2b658e-7ce1-44bb-9f9f-bf4198ceaa29" providerId="ADAL" clId="{2A4F54F4-1B41-4B2F-9651-11A8C042A311}" dt="2024-04-25T03:12:55.668" v="27" actId="26606"/>
          <ac:spMkLst>
            <pc:docMk/>
            <pc:sldMk cId="3252022029" sldId="256"/>
            <ac:spMk id="64" creationId="{F49775AF-8896-43EE-92C6-83497D6DC56F}"/>
          </ac:spMkLst>
        </pc:spChg>
        <pc:grpChg chg="add del">
          <ac:chgData name="Yeo Xiong Wei, Jonathan" userId="ac2b658e-7ce1-44bb-9f9f-bf4198ceaa29" providerId="ADAL" clId="{2A4F54F4-1B41-4B2F-9651-11A8C042A311}" dt="2024-04-25T03:12:55.668" v="27" actId="26606"/>
          <ac:grpSpMkLst>
            <pc:docMk/>
            <pc:sldMk cId="3252022029" sldId="256"/>
            <ac:grpSpMk id="12" creationId="{DA02BEE4-A5D4-40AF-882D-49D34B086FFF}"/>
          </ac:grpSpMkLst>
        </pc:grpChg>
        <pc:grpChg chg="add del">
          <ac:chgData name="Yeo Xiong Wei, Jonathan" userId="ac2b658e-7ce1-44bb-9f9f-bf4198ceaa29" providerId="ADAL" clId="{2A4F54F4-1B41-4B2F-9651-11A8C042A311}" dt="2024-04-25T03:12:43.276" v="16" actId="26606"/>
          <ac:grpSpMkLst>
            <pc:docMk/>
            <pc:sldMk cId="3252022029" sldId="256"/>
            <ac:grpSpMk id="38" creationId="{721D730E-1F97-4071-B143-B05E6D2599BC}"/>
          </ac:grpSpMkLst>
        </pc:grpChg>
        <pc:picChg chg="add del">
          <ac:chgData name="Yeo Xiong Wei, Jonathan" userId="ac2b658e-7ce1-44bb-9f9f-bf4198ceaa29" providerId="ADAL" clId="{2A4F54F4-1B41-4B2F-9651-11A8C042A311}" dt="2024-04-25T03:12:39.303" v="10" actId="26606"/>
          <ac:picMkLst>
            <pc:docMk/>
            <pc:sldMk cId="3252022029" sldId="256"/>
            <ac:picMk id="22" creationId="{75759634-BB9C-A871-141B-97D891DFCD9C}"/>
          </ac:picMkLst>
        </pc:picChg>
        <pc:picChg chg="add del">
          <ac:chgData name="Yeo Xiong Wei, Jonathan" userId="ac2b658e-7ce1-44bb-9f9f-bf4198ceaa29" providerId="ADAL" clId="{2A4F54F4-1B41-4B2F-9651-11A8C042A311}" dt="2024-04-25T03:12:44.113" v="19" actId="26606"/>
          <ac:picMkLst>
            <pc:docMk/>
            <pc:sldMk cId="3252022029" sldId="256"/>
            <ac:picMk id="45" creationId="{75759634-BB9C-A871-141B-97D891DFCD9C}"/>
          </ac:picMkLst>
        </pc:picChg>
        <pc:picChg chg="add del">
          <ac:chgData name="Yeo Xiong Wei, Jonathan" userId="ac2b658e-7ce1-44bb-9f9f-bf4198ceaa29" providerId="ADAL" clId="{2A4F54F4-1B41-4B2F-9651-11A8C042A311}" dt="2024-04-25T03:12:51.592" v="24" actId="26606"/>
          <ac:picMkLst>
            <pc:docMk/>
            <pc:sldMk cId="3252022029" sldId="256"/>
            <ac:picMk id="54" creationId="{75759634-BB9C-A871-141B-97D891DFCD9C}"/>
          </ac:picMkLst>
        </pc:picChg>
        <pc:picChg chg="add">
          <ac:chgData name="Yeo Xiong Wei, Jonathan" userId="ac2b658e-7ce1-44bb-9f9f-bf4198ceaa29" providerId="ADAL" clId="{2A4F54F4-1B41-4B2F-9651-11A8C042A311}" dt="2024-04-25T03:12:55.668" v="27" actId="26606"/>
          <ac:picMkLst>
            <pc:docMk/>
            <pc:sldMk cId="3252022029" sldId="256"/>
            <ac:picMk id="63" creationId="{75759634-BB9C-A871-141B-97D891DFCD9C}"/>
          </ac:picMkLst>
        </pc:picChg>
      </pc:sldChg>
      <pc:sldChg chg="modSp mod modAnim">
        <pc:chgData name="Yeo Xiong Wei, Jonathan" userId="ac2b658e-7ce1-44bb-9f9f-bf4198ceaa29" providerId="ADAL" clId="{2A4F54F4-1B41-4B2F-9651-11A8C042A311}" dt="2024-04-25T03:38:01.756" v="253" actId="20577"/>
        <pc:sldMkLst>
          <pc:docMk/>
          <pc:sldMk cId="1913572987" sldId="297"/>
        </pc:sldMkLst>
        <pc:spChg chg="mod">
          <ac:chgData name="Yeo Xiong Wei, Jonathan" userId="ac2b658e-7ce1-44bb-9f9f-bf4198ceaa29" providerId="ADAL" clId="{2A4F54F4-1B41-4B2F-9651-11A8C042A311}" dt="2024-04-25T03:12:15.658" v="7"/>
          <ac:spMkLst>
            <pc:docMk/>
            <pc:sldMk cId="1913572987" sldId="297"/>
            <ac:spMk id="3" creationId="{31A83EB2-D629-4397-9A6A-F9F36008939A}"/>
          </ac:spMkLst>
        </pc:spChg>
        <pc:spChg chg="mod">
          <ac:chgData name="Yeo Xiong Wei, Jonathan" userId="ac2b658e-7ce1-44bb-9f9f-bf4198ceaa29" providerId="ADAL" clId="{2A4F54F4-1B41-4B2F-9651-11A8C042A311}" dt="2024-04-25T03:38:01.756" v="253" actId="20577"/>
          <ac:spMkLst>
            <pc:docMk/>
            <pc:sldMk cId="1913572987" sldId="297"/>
            <ac:spMk id="26625" creationId="{00000000-0000-0000-0000-000000000000}"/>
          </ac:spMkLst>
        </pc:spChg>
        <pc:spChg chg="mod">
          <ac:chgData name="Yeo Xiong Wei, Jonathan" userId="ac2b658e-7ce1-44bb-9f9f-bf4198ceaa29" providerId="ADAL" clId="{2A4F54F4-1B41-4B2F-9651-11A8C042A311}" dt="2024-04-25T03:37:34.123" v="227" actId="21"/>
          <ac:spMkLst>
            <pc:docMk/>
            <pc:sldMk cId="1913572987" sldId="297"/>
            <ac:spMk id="26626" creationId="{00000000-0000-0000-0000-000000000000}"/>
          </ac:spMkLst>
        </pc:spChg>
      </pc:sldChg>
      <pc:sldChg chg="delSp modSp mod">
        <pc:chgData name="Yeo Xiong Wei, Jonathan" userId="ac2b658e-7ce1-44bb-9f9f-bf4198ceaa29" providerId="ADAL" clId="{2A4F54F4-1B41-4B2F-9651-11A8C042A311}" dt="2024-05-02T08:59:08.906" v="4949" actId="20577"/>
        <pc:sldMkLst>
          <pc:docMk/>
          <pc:sldMk cId="557807413" sldId="300"/>
        </pc:sldMkLst>
        <pc:spChg chg="mod">
          <ac:chgData name="Yeo Xiong Wei, Jonathan" userId="ac2b658e-7ce1-44bb-9f9f-bf4198ceaa29" providerId="ADAL" clId="{2A4F54F4-1B41-4B2F-9651-11A8C042A311}" dt="2024-05-02T08:59:08.906" v="4949" actId="20577"/>
          <ac:spMkLst>
            <pc:docMk/>
            <pc:sldMk cId="557807413" sldId="300"/>
            <ac:spMk id="2" creationId="{C1190123-918A-39CB-E629-69AB9B0DB08D}"/>
          </ac:spMkLst>
        </pc:spChg>
        <pc:spChg chg="mod">
          <ac:chgData name="Yeo Xiong Wei, Jonathan" userId="ac2b658e-7ce1-44bb-9f9f-bf4198ceaa29" providerId="ADAL" clId="{2A4F54F4-1B41-4B2F-9651-11A8C042A311}" dt="2024-04-25T03:12:15.658" v="7"/>
          <ac:spMkLst>
            <pc:docMk/>
            <pc:sldMk cId="557807413" sldId="300"/>
            <ac:spMk id="3" creationId="{2C17277D-B246-4C46-8698-B202535D0833}"/>
          </ac:spMkLst>
        </pc:spChg>
        <pc:spChg chg="mod">
          <ac:chgData name="Yeo Xiong Wei, Jonathan" userId="ac2b658e-7ce1-44bb-9f9f-bf4198ceaa29" providerId="ADAL" clId="{2A4F54F4-1B41-4B2F-9651-11A8C042A311}" dt="2024-04-25T03:12:15.658" v="7"/>
          <ac:spMkLst>
            <pc:docMk/>
            <pc:sldMk cId="557807413" sldId="300"/>
            <ac:spMk id="29697" creationId="{00000000-0000-0000-0000-000000000000}"/>
          </ac:spMkLst>
        </pc:spChg>
        <pc:inkChg chg="del">
          <ac:chgData name="Yeo Xiong Wei, Jonathan" userId="ac2b658e-7ce1-44bb-9f9f-bf4198ceaa29" providerId="ADAL" clId="{2A4F54F4-1B41-4B2F-9651-11A8C042A311}" dt="2024-04-25T03:50:11.494" v="1198" actId="478"/>
          <ac:inkMkLst>
            <pc:docMk/>
            <pc:sldMk cId="557807413" sldId="300"/>
            <ac:inkMk id="4" creationId="{E07A6630-9C2B-0362-F505-214B7DC6A216}"/>
          </ac:inkMkLst>
        </pc:inkChg>
      </pc:sldChg>
      <pc:sldChg chg="addSp delSp modSp mod">
        <pc:chgData name="Yeo Xiong Wei, Jonathan" userId="ac2b658e-7ce1-44bb-9f9f-bf4198ceaa29" providerId="ADAL" clId="{2A4F54F4-1B41-4B2F-9651-11A8C042A311}" dt="2024-04-25T04:03:13.826" v="2010" actId="1076"/>
        <pc:sldMkLst>
          <pc:docMk/>
          <pc:sldMk cId="578903766" sldId="301"/>
        </pc:sldMkLst>
        <pc:spChg chg="add mod">
          <ac:chgData name="Yeo Xiong Wei, Jonathan" userId="ac2b658e-7ce1-44bb-9f9f-bf4198ceaa29" providerId="ADAL" clId="{2A4F54F4-1B41-4B2F-9651-11A8C042A311}" dt="2024-04-25T04:03:13.826" v="2010" actId="1076"/>
          <ac:spMkLst>
            <pc:docMk/>
            <pc:sldMk cId="578903766" sldId="301"/>
            <ac:spMk id="3" creationId="{79976F18-8AAB-27F0-4C08-7C50D8EA8F87}"/>
          </ac:spMkLst>
        </pc:spChg>
        <pc:spChg chg="add del">
          <ac:chgData name="Yeo Xiong Wei, Jonathan" userId="ac2b658e-7ce1-44bb-9f9f-bf4198ceaa29" providerId="ADAL" clId="{2A4F54F4-1B41-4B2F-9651-11A8C042A311}" dt="2024-04-25T04:02:48.234" v="2003" actId="478"/>
          <ac:spMkLst>
            <pc:docMk/>
            <pc:sldMk cId="578903766" sldId="301"/>
            <ac:spMk id="4" creationId="{FAE2038F-37D8-9D07-4E18-8018DD4B2D32}"/>
          </ac:spMkLst>
        </pc:spChg>
        <pc:spChg chg="mod">
          <ac:chgData name="Yeo Xiong Wei, Jonathan" userId="ac2b658e-7ce1-44bb-9f9f-bf4198ceaa29" providerId="ADAL" clId="{2A4F54F4-1B41-4B2F-9651-11A8C042A311}" dt="2024-04-25T03:12:15.658" v="7"/>
          <ac:spMkLst>
            <pc:docMk/>
            <pc:sldMk cId="578903766" sldId="301"/>
            <ac:spMk id="5" creationId="{6200A367-4FB5-434B-9011-45CC1A7A278F}"/>
          </ac:spMkLst>
        </pc:spChg>
        <pc:spChg chg="add mod">
          <ac:chgData name="Yeo Xiong Wei, Jonathan" userId="ac2b658e-7ce1-44bb-9f9f-bf4198ceaa29" providerId="ADAL" clId="{2A4F54F4-1B41-4B2F-9651-11A8C042A311}" dt="2024-04-25T04:03:12.211" v="2009" actId="14100"/>
          <ac:spMkLst>
            <pc:docMk/>
            <pc:sldMk cId="578903766" sldId="301"/>
            <ac:spMk id="6" creationId="{2D6E6979-6BCE-E101-3B15-671DD8888D37}"/>
          </ac:spMkLst>
        </pc:spChg>
        <pc:spChg chg="mod">
          <ac:chgData name="Yeo Xiong Wei, Jonathan" userId="ac2b658e-7ce1-44bb-9f9f-bf4198ceaa29" providerId="ADAL" clId="{2A4F54F4-1B41-4B2F-9651-11A8C042A311}" dt="2024-04-25T03:12:15.658" v="7"/>
          <ac:spMkLst>
            <pc:docMk/>
            <pc:sldMk cId="578903766" sldId="301"/>
            <ac:spMk id="30721" creationId="{00000000-0000-0000-0000-000000000000}"/>
          </ac:spMkLst>
        </pc:spChg>
        <pc:inkChg chg="del">
          <ac:chgData name="Yeo Xiong Wei, Jonathan" userId="ac2b658e-7ce1-44bb-9f9f-bf4198ceaa29" providerId="ADAL" clId="{2A4F54F4-1B41-4B2F-9651-11A8C042A311}" dt="2024-04-25T03:55:01.624" v="1544" actId="478"/>
          <ac:inkMkLst>
            <pc:docMk/>
            <pc:sldMk cId="578903766" sldId="301"/>
            <ac:inkMk id="2" creationId="{22C6A206-A9FE-0FFC-CE79-D485B3385009}"/>
          </ac:inkMkLst>
        </pc:inkChg>
      </pc:sldChg>
      <pc:sldChg chg="modSp mod modAnim modNotesTx">
        <pc:chgData name="Yeo Xiong Wei, Jonathan" userId="ac2b658e-7ce1-44bb-9f9f-bf4198ceaa29" providerId="ADAL" clId="{2A4F54F4-1B41-4B2F-9651-11A8C042A311}" dt="2024-04-25T04:41:17.394" v="4313" actId="20577"/>
        <pc:sldMkLst>
          <pc:docMk/>
          <pc:sldMk cId="3538743933" sldId="304"/>
        </pc:sldMkLst>
        <pc:spChg chg="mod">
          <ac:chgData name="Yeo Xiong Wei, Jonathan" userId="ac2b658e-7ce1-44bb-9f9f-bf4198ceaa29" providerId="ADAL" clId="{2A4F54F4-1B41-4B2F-9651-11A8C042A311}" dt="2024-04-25T03:12:15.658" v="7"/>
          <ac:spMkLst>
            <pc:docMk/>
            <pc:sldMk cId="3538743933" sldId="304"/>
            <ac:spMk id="3" creationId="{23130330-40A3-4DAB-A9A7-4F21E463DE4D}"/>
          </ac:spMkLst>
        </pc:spChg>
        <pc:spChg chg="mod">
          <ac:chgData name="Yeo Xiong Wei, Jonathan" userId="ac2b658e-7ce1-44bb-9f9f-bf4198ceaa29" providerId="ADAL" clId="{2A4F54F4-1B41-4B2F-9651-11A8C042A311}" dt="2024-04-25T04:41:17.394" v="4313" actId="20577"/>
          <ac:spMkLst>
            <pc:docMk/>
            <pc:sldMk cId="3538743933" sldId="304"/>
            <ac:spMk id="15" creationId="{DE9257EB-214B-4269-851D-81659C6D38BA}"/>
          </ac:spMkLst>
        </pc:spChg>
        <pc:spChg chg="mod">
          <ac:chgData name="Yeo Xiong Wei, Jonathan" userId="ac2b658e-7ce1-44bb-9f9f-bf4198ceaa29" providerId="ADAL" clId="{2A4F54F4-1B41-4B2F-9651-11A8C042A311}" dt="2024-04-25T03:12:15.658" v="7"/>
          <ac:spMkLst>
            <pc:docMk/>
            <pc:sldMk cId="3538743933" sldId="304"/>
            <ac:spMk id="33793" creationId="{00000000-0000-0000-0000-000000000000}"/>
          </ac:spMkLst>
        </pc:spChg>
      </pc:sldChg>
      <pc:sldChg chg="modSp">
        <pc:chgData name="Yeo Xiong Wei, Jonathan" userId="ac2b658e-7ce1-44bb-9f9f-bf4198ceaa29" providerId="ADAL" clId="{2A4F54F4-1B41-4B2F-9651-11A8C042A311}" dt="2024-04-25T04:20:15.227" v="2953" actId="20577"/>
        <pc:sldMkLst>
          <pc:docMk/>
          <pc:sldMk cId="1344189785" sldId="370"/>
        </pc:sldMkLst>
        <pc:spChg chg="mod">
          <ac:chgData name="Yeo Xiong Wei, Jonathan" userId="ac2b658e-7ce1-44bb-9f9f-bf4198ceaa29" providerId="ADAL" clId="{2A4F54F4-1B41-4B2F-9651-11A8C042A311}" dt="2024-04-25T04:20:15.227" v="2953" actId="20577"/>
          <ac:spMkLst>
            <pc:docMk/>
            <pc:sldMk cId="1344189785" sldId="370"/>
            <ac:spMk id="3" creationId="{F6166362-5747-4CF8-8778-889699D343D3}"/>
          </ac:spMkLst>
        </pc:spChg>
      </pc:sldChg>
      <pc:sldChg chg="modSp mod">
        <pc:chgData name="Yeo Xiong Wei, Jonathan" userId="ac2b658e-7ce1-44bb-9f9f-bf4198ceaa29" providerId="ADAL" clId="{2A4F54F4-1B41-4B2F-9651-11A8C042A311}" dt="2024-04-25T04:05:48.684" v="2061" actId="1076"/>
        <pc:sldMkLst>
          <pc:docMk/>
          <pc:sldMk cId="1569219197" sldId="422"/>
        </pc:sldMkLst>
        <pc:spChg chg="mod">
          <ac:chgData name="Yeo Xiong Wei, Jonathan" userId="ac2b658e-7ce1-44bb-9f9f-bf4198ceaa29" providerId="ADAL" clId="{2A4F54F4-1B41-4B2F-9651-11A8C042A311}" dt="2024-04-25T04:05:48.684" v="2061" actId="1076"/>
          <ac:spMkLst>
            <pc:docMk/>
            <pc:sldMk cId="1569219197" sldId="422"/>
            <ac:spMk id="4" creationId="{49542F60-F172-4F43-9B83-27FEF4194BDA}"/>
          </ac:spMkLst>
        </pc:spChg>
        <pc:spChg chg="mod">
          <ac:chgData name="Yeo Xiong Wei, Jonathan" userId="ac2b658e-7ce1-44bb-9f9f-bf4198ceaa29" providerId="ADAL" clId="{2A4F54F4-1B41-4B2F-9651-11A8C042A311}" dt="2024-04-25T03:12:15.658" v="7"/>
          <ac:spMkLst>
            <pc:docMk/>
            <pc:sldMk cId="1569219197" sldId="422"/>
            <ac:spMk id="5" creationId="{06D3569C-66C9-406B-9E58-12E10CE09CAA}"/>
          </ac:spMkLst>
        </pc:spChg>
        <pc:spChg chg="mod">
          <ac:chgData name="Yeo Xiong Wei, Jonathan" userId="ac2b658e-7ce1-44bb-9f9f-bf4198ceaa29" providerId="ADAL" clId="{2A4F54F4-1B41-4B2F-9651-11A8C042A311}" dt="2024-04-25T04:05:48.684" v="2061" actId="1076"/>
          <ac:spMkLst>
            <pc:docMk/>
            <pc:sldMk cId="1569219197" sldId="422"/>
            <ac:spMk id="6" creationId="{817968EF-EB35-456D-A891-4B601FDA0C10}"/>
          </ac:spMkLst>
        </pc:spChg>
        <pc:spChg chg="mod">
          <ac:chgData name="Yeo Xiong Wei, Jonathan" userId="ac2b658e-7ce1-44bb-9f9f-bf4198ceaa29" providerId="ADAL" clId="{2A4F54F4-1B41-4B2F-9651-11A8C042A311}" dt="2024-04-25T03:12:15.658" v="7"/>
          <ac:spMkLst>
            <pc:docMk/>
            <pc:sldMk cId="1569219197" sldId="422"/>
            <ac:spMk id="30721" creationId="{00000000-0000-0000-0000-000000000000}"/>
          </ac:spMkLst>
        </pc:spChg>
        <pc:spChg chg="mod">
          <ac:chgData name="Yeo Xiong Wei, Jonathan" userId="ac2b658e-7ce1-44bb-9f9f-bf4198ceaa29" providerId="ADAL" clId="{2A4F54F4-1B41-4B2F-9651-11A8C042A311}" dt="2024-04-25T04:05:48.684" v="2061" actId="1076"/>
          <ac:spMkLst>
            <pc:docMk/>
            <pc:sldMk cId="1569219197" sldId="422"/>
            <ac:spMk id="30722" creationId="{00000000-0000-0000-0000-000000000000}"/>
          </ac:spMkLst>
        </pc:spChg>
        <pc:graphicFrameChg chg="mod">
          <ac:chgData name="Yeo Xiong Wei, Jonathan" userId="ac2b658e-7ce1-44bb-9f9f-bf4198ceaa29" providerId="ADAL" clId="{2A4F54F4-1B41-4B2F-9651-11A8C042A311}" dt="2024-04-25T04:05:48.684" v="2061" actId="1076"/>
          <ac:graphicFrameMkLst>
            <pc:docMk/>
            <pc:sldMk cId="1569219197" sldId="422"/>
            <ac:graphicFrameMk id="3" creationId="{5DF409FD-AA46-4E1E-A4FF-DCCB5300D53A}"/>
          </ac:graphicFrameMkLst>
        </pc:graphicFrameChg>
      </pc:sldChg>
      <pc:sldChg chg="modSp">
        <pc:chgData name="Yeo Xiong Wei, Jonathan" userId="ac2b658e-7ce1-44bb-9f9f-bf4198ceaa29" providerId="ADAL" clId="{2A4F54F4-1B41-4B2F-9651-11A8C042A311}" dt="2024-04-25T03:12:15.658" v="7"/>
        <pc:sldMkLst>
          <pc:docMk/>
          <pc:sldMk cId="429090458" sldId="424"/>
        </pc:sldMkLst>
        <pc:spChg chg="mod">
          <ac:chgData name="Yeo Xiong Wei, Jonathan" userId="ac2b658e-7ce1-44bb-9f9f-bf4198ceaa29" providerId="ADAL" clId="{2A4F54F4-1B41-4B2F-9651-11A8C042A311}" dt="2024-04-25T03:12:15.658" v="7"/>
          <ac:spMkLst>
            <pc:docMk/>
            <pc:sldMk cId="429090458" sldId="424"/>
            <ac:spMk id="5" creationId="{BD7BA7C5-C975-4D67-A811-734D23E9FF6B}"/>
          </ac:spMkLst>
        </pc:spChg>
        <pc:spChg chg="mod">
          <ac:chgData name="Yeo Xiong Wei, Jonathan" userId="ac2b658e-7ce1-44bb-9f9f-bf4198ceaa29" providerId="ADAL" clId="{2A4F54F4-1B41-4B2F-9651-11A8C042A311}" dt="2024-04-25T03:12:15.658" v="7"/>
          <ac:spMkLst>
            <pc:docMk/>
            <pc:sldMk cId="429090458" sldId="424"/>
            <ac:spMk id="30721" creationId="{00000000-0000-0000-0000-000000000000}"/>
          </ac:spMkLst>
        </pc:spChg>
      </pc:sldChg>
      <pc:sldChg chg="modSp">
        <pc:chgData name="Yeo Xiong Wei, Jonathan" userId="ac2b658e-7ce1-44bb-9f9f-bf4198ceaa29" providerId="ADAL" clId="{2A4F54F4-1B41-4B2F-9651-11A8C042A311}" dt="2024-04-25T03:12:15.658" v="7"/>
        <pc:sldMkLst>
          <pc:docMk/>
          <pc:sldMk cId="2086731832" sldId="425"/>
        </pc:sldMkLst>
        <pc:spChg chg="mod">
          <ac:chgData name="Yeo Xiong Wei, Jonathan" userId="ac2b658e-7ce1-44bb-9f9f-bf4198ceaa29" providerId="ADAL" clId="{2A4F54F4-1B41-4B2F-9651-11A8C042A311}" dt="2024-04-25T03:12:15.658" v="7"/>
          <ac:spMkLst>
            <pc:docMk/>
            <pc:sldMk cId="2086731832" sldId="425"/>
            <ac:spMk id="3" creationId="{8C2FF264-89F8-4462-B464-32FEC199F997}"/>
          </ac:spMkLst>
        </pc:spChg>
        <pc:spChg chg="mod">
          <ac:chgData name="Yeo Xiong Wei, Jonathan" userId="ac2b658e-7ce1-44bb-9f9f-bf4198ceaa29" providerId="ADAL" clId="{2A4F54F4-1B41-4B2F-9651-11A8C042A311}" dt="2024-04-25T03:12:15.658" v="7"/>
          <ac:spMkLst>
            <pc:docMk/>
            <pc:sldMk cId="2086731832" sldId="425"/>
            <ac:spMk id="30721" creationId="{00000000-0000-0000-0000-000000000000}"/>
          </ac:spMkLst>
        </pc:spChg>
      </pc:sldChg>
      <pc:sldChg chg="addSp modSp mod modAnim">
        <pc:chgData name="Yeo Xiong Wei, Jonathan" userId="ac2b658e-7ce1-44bb-9f9f-bf4198ceaa29" providerId="ADAL" clId="{2A4F54F4-1B41-4B2F-9651-11A8C042A311}" dt="2024-04-25T04:17:58.227" v="2801" actId="20577"/>
        <pc:sldMkLst>
          <pc:docMk/>
          <pc:sldMk cId="2688372202" sldId="426"/>
        </pc:sldMkLst>
        <pc:spChg chg="add mod ord">
          <ac:chgData name="Yeo Xiong Wei, Jonathan" userId="ac2b658e-7ce1-44bb-9f9f-bf4198ceaa29" providerId="ADAL" clId="{2A4F54F4-1B41-4B2F-9651-11A8C042A311}" dt="2024-04-25T04:12:50.712" v="2295" actId="14100"/>
          <ac:spMkLst>
            <pc:docMk/>
            <pc:sldMk cId="2688372202" sldId="426"/>
            <ac:spMk id="2" creationId="{F9DD65BD-A991-0B9C-A465-41464BFC8331}"/>
          </ac:spMkLst>
        </pc:spChg>
        <pc:spChg chg="mod">
          <ac:chgData name="Yeo Xiong Wei, Jonathan" userId="ac2b658e-7ce1-44bb-9f9f-bf4198ceaa29" providerId="ADAL" clId="{2A4F54F4-1B41-4B2F-9651-11A8C042A311}" dt="2024-04-25T04:17:58.227" v="2801" actId="20577"/>
          <ac:spMkLst>
            <pc:docMk/>
            <pc:sldMk cId="2688372202" sldId="426"/>
            <ac:spMk id="30722" creationId="{00000000-0000-0000-0000-000000000000}"/>
          </ac:spMkLst>
        </pc:spChg>
      </pc:sldChg>
      <pc:sldChg chg="modSp mod modAnim">
        <pc:chgData name="Yeo Xiong Wei, Jonathan" userId="ac2b658e-7ce1-44bb-9f9f-bf4198ceaa29" providerId="ADAL" clId="{2A4F54F4-1B41-4B2F-9651-11A8C042A311}" dt="2024-07-08T04:28:17.272" v="4953" actId="14100"/>
        <pc:sldMkLst>
          <pc:docMk/>
          <pc:sldMk cId="1467361622" sldId="427"/>
        </pc:sldMkLst>
        <pc:spChg chg="mod">
          <ac:chgData name="Yeo Xiong Wei, Jonathan" userId="ac2b658e-7ce1-44bb-9f9f-bf4198ceaa29" providerId="ADAL" clId="{2A4F54F4-1B41-4B2F-9651-11A8C042A311}" dt="2024-04-25T03:12:15.658" v="7"/>
          <ac:spMkLst>
            <pc:docMk/>
            <pc:sldMk cId="1467361622" sldId="427"/>
            <ac:spMk id="5" creationId="{4F15A7E8-C659-4F11-87F9-B0240741E430}"/>
          </ac:spMkLst>
        </pc:spChg>
        <pc:spChg chg="mod">
          <ac:chgData name="Yeo Xiong Wei, Jonathan" userId="ac2b658e-7ce1-44bb-9f9f-bf4198ceaa29" providerId="ADAL" clId="{2A4F54F4-1B41-4B2F-9651-11A8C042A311}" dt="2024-07-08T04:28:17.272" v="4953" actId="14100"/>
          <ac:spMkLst>
            <pc:docMk/>
            <pc:sldMk cId="1467361622" sldId="427"/>
            <ac:spMk id="8" creationId="{6FB2F453-757C-4909-93B5-F317D99D73B4}"/>
          </ac:spMkLst>
        </pc:spChg>
        <pc:spChg chg="mod">
          <ac:chgData name="Yeo Xiong Wei, Jonathan" userId="ac2b658e-7ce1-44bb-9f9f-bf4198ceaa29" providerId="ADAL" clId="{2A4F54F4-1B41-4B2F-9651-11A8C042A311}" dt="2024-04-25T03:12:15.658" v="7"/>
          <ac:spMkLst>
            <pc:docMk/>
            <pc:sldMk cId="1467361622" sldId="427"/>
            <ac:spMk id="29697" creationId="{00000000-0000-0000-0000-000000000000}"/>
          </ac:spMkLst>
        </pc:spChg>
        <pc:spChg chg="mod">
          <ac:chgData name="Yeo Xiong Wei, Jonathan" userId="ac2b658e-7ce1-44bb-9f9f-bf4198ceaa29" providerId="ADAL" clId="{2A4F54F4-1B41-4B2F-9651-11A8C042A311}" dt="2024-07-08T04:28:15.171" v="4952" actId="14100"/>
          <ac:spMkLst>
            <pc:docMk/>
            <pc:sldMk cId="1467361622" sldId="427"/>
            <ac:spMk id="29698" creationId="{00000000-0000-0000-0000-000000000000}"/>
          </ac:spMkLst>
        </pc:spChg>
      </pc:sldChg>
      <pc:sldChg chg="modSp">
        <pc:chgData name="Yeo Xiong Wei, Jonathan" userId="ac2b658e-7ce1-44bb-9f9f-bf4198ceaa29" providerId="ADAL" clId="{2A4F54F4-1B41-4B2F-9651-11A8C042A311}" dt="2024-04-25T03:12:15.658" v="7"/>
        <pc:sldMkLst>
          <pc:docMk/>
          <pc:sldMk cId="2316340055" sldId="428"/>
        </pc:sldMkLst>
        <pc:spChg chg="mod">
          <ac:chgData name="Yeo Xiong Wei, Jonathan" userId="ac2b658e-7ce1-44bb-9f9f-bf4198ceaa29" providerId="ADAL" clId="{2A4F54F4-1B41-4B2F-9651-11A8C042A311}" dt="2024-04-25T03:12:15.658" v="7"/>
          <ac:spMkLst>
            <pc:docMk/>
            <pc:sldMk cId="2316340055" sldId="428"/>
            <ac:spMk id="5" creationId="{8B5D7CBA-26C1-490F-8236-0E6880F57692}"/>
          </ac:spMkLst>
        </pc:spChg>
        <pc:spChg chg="mod">
          <ac:chgData name="Yeo Xiong Wei, Jonathan" userId="ac2b658e-7ce1-44bb-9f9f-bf4198ceaa29" providerId="ADAL" clId="{2A4F54F4-1B41-4B2F-9651-11A8C042A311}" dt="2024-04-25T03:12:15.658" v="7"/>
          <ac:spMkLst>
            <pc:docMk/>
            <pc:sldMk cId="2316340055" sldId="428"/>
            <ac:spMk id="33793" creationId="{00000000-0000-0000-0000-000000000000}"/>
          </ac:spMkLst>
        </pc:spChg>
      </pc:sldChg>
      <pc:sldChg chg="addSp modSp mod modAnim">
        <pc:chgData name="Yeo Xiong Wei, Jonathan" userId="ac2b658e-7ce1-44bb-9f9f-bf4198ceaa29" providerId="ADAL" clId="{2A4F54F4-1B41-4B2F-9651-11A8C042A311}" dt="2024-04-25T04:45:27.821" v="4438" actId="1076"/>
        <pc:sldMkLst>
          <pc:docMk/>
          <pc:sldMk cId="238113673" sldId="429"/>
        </pc:sldMkLst>
        <pc:spChg chg="add mod ord">
          <ac:chgData name="Yeo Xiong Wei, Jonathan" userId="ac2b658e-7ce1-44bb-9f9f-bf4198ceaa29" providerId="ADAL" clId="{2A4F54F4-1B41-4B2F-9651-11A8C042A311}" dt="2024-04-25T04:45:27.821" v="4438" actId="1076"/>
          <ac:spMkLst>
            <pc:docMk/>
            <pc:sldMk cId="238113673" sldId="429"/>
            <ac:spMk id="2" creationId="{5E2901AA-5F21-03F8-8657-17B27DAEED68}"/>
          </ac:spMkLst>
        </pc:spChg>
        <pc:spChg chg="mod">
          <ac:chgData name="Yeo Xiong Wei, Jonathan" userId="ac2b658e-7ce1-44bb-9f9f-bf4198ceaa29" providerId="ADAL" clId="{2A4F54F4-1B41-4B2F-9651-11A8C042A311}" dt="2024-04-25T03:12:15.658" v="7"/>
          <ac:spMkLst>
            <pc:docMk/>
            <pc:sldMk cId="238113673" sldId="429"/>
            <ac:spMk id="4" creationId="{0C9F81E2-DD9E-4A75-802E-3E188813ACF7}"/>
          </ac:spMkLst>
        </pc:spChg>
        <pc:spChg chg="mod">
          <ac:chgData name="Yeo Xiong Wei, Jonathan" userId="ac2b658e-7ce1-44bb-9f9f-bf4198ceaa29" providerId="ADAL" clId="{2A4F54F4-1B41-4B2F-9651-11A8C042A311}" dt="2024-04-25T04:44:52.062" v="4429" actId="20577"/>
          <ac:spMkLst>
            <pc:docMk/>
            <pc:sldMk cId="238113673" sldId="429"/>
            <ac:spMk id="7" creationId="{5E9DF522-5AD3-4366-84EF-AA804EBD70FB}"/>
          </ac:spMkLst>
        </pc:spChg>
        <pc:spChg chg="mod">
          <ac:chgData name="Yeo Xiong Wei, Jonathan" userId="ac2b658e-7ce1-44bb-9f9f-bf4198ceaa29" providerId="ADAL" clId="{2A4F54F4-1B41-4B2F-9651-11A8C042A311}" dt="2024-04-25T03:12:15.658" v="7"/>
          <ac:spMkLst>
            <pc:docMk/>
            <pc:sldMk cId="238113673" sldId="429"/>
            <ac:spMk id="33793" creationId="{00000000-0000-0000-0000-000000000000}"/>
          </ac:spMkLst>
        </pc:spChg>
      </pc:sldChg>
      <pc:sldChg chg="modSp mod">
        <pc:chgData name="Yeo Xiong Wei, Jonathan" userId="ac2b658e-7ce1-44bb-9f9f-bf4198ceaa29" providerId="ADAL" clId="{2A4F54F4-1B41-4B2F-9651-11A8C042A311}" dt="2024-05-02T09:11:26.460" v="4950" actId="1076"/>
        <pc:sldMkLst>
          <pc:docMk/>
          <pc:sldMk cId="1079951681" sldId="447"/>
        </pc:sldMkLst>
        <pc:spChg chg="mod">
          <ac:chgData name="Yeo Xiong Wei, Jonathan" userId="ac2b658e-7ce1-44bb-9f9f-bf4198ceaa29" providerId="ADAL" clId="{2A4F54F4-1B41-4B2F-9651-11A8C042A311}" dt="2024-04-25T03:12:15.658" v="7"/>
          <ac:spMkLst>
            <pc:docMk/>
            <pc:sldMk cId="1079951681" sldId="447"/>
            <ac:spMk id="5" creationId="{06D3569C-66C9-406B-9E58-12E10CE09CAA}"/>
          </ac:spMkLst>
        </pc:spChg>
        <pc:spChg chg="mod">
          <ac:chgData name="Yeo Xiong Wei, Jonathan" userId="ac2b658e-7ce1-44bb-9f9f-bf4198ceaa29" providerId="ADAL" clId="{2A4F54F4-1B41-4B2F-9651-11A8C042A311}" dt="2024-05-02T09:11:26.460" v="4950" actId="1076"/>
          <ac:spMkLst>
            <pc:docMk/>
            <pc:sldMk cId="1079951681" sldId="447"/>
            <ac:spMk id="6" creationId="{5CF852D8-3B7C-442E-BCD1-22F9B94B5C58}"/>
          </ac:spMkLst>
        </pc:spChg>
        <pc:spChg chg="mod">
          <ac:chgData name="Yeo Xiong Wei, Jonathan" userId="ac2b658e-7ce1-44bb-9f9f-bf4198ceaa29" providerId="ADAL" clId="{2A4F54F4-1B41-4B2F-9651-11A8C042A311}" dt="2024-04-25T03:12:15.658" v="7"/>
          <ac:spMkLst>
            <pc:docMk/>
            <pc:sldMk cId="1079951681" sldId="447"/>
            <ac:spMk id="30721" creationId="{00000000-0000-0000-0000-000000000000}"/>
          </ac:spMkLst>
        </pc:spChg>
        <pc:spChg chg="mod">
          <ac:chgData name="Yeo Xiong Wei, Jonathan" userId="ac2b658e-7ce1-44bb-9f9f-bf4198ceaa29" providerId="ADAL" clId="{2A4F54F4-1B41-4B2F-9651-11A8C042A311}" dt="2024-04-25T04:05:19.212" v="2057" actId="114"/>
          <ac:spMkLst>
            <pc:docMk/>
            <pc:sldMk cId="1079951681" sldId="447"/>
            <ac:spMk id="30722" creationId="{00000000-0000-0000-0000-000000000000}"/>
          </ac:spMkLst>
        </pc:spChg>
      </pc:sldChg>
      <pc:sldChg chg="modSp mod">
        <pc:chgData name="Yeo Xiong Wei, Jonathan" userId="ac2b658e-7ce1-44bb-9f9f-bf4198ceaa29" providerId="ADAL" clId="{2A4F54F4-1B41-4B2F-9651-11A8C042A311}" dt="2024-04-25T04:05:38.825" v="2060" actId="1076"/>
        <pc:sldMkLst>
          <pc:docMk/>
          <pc:sldMk cId="231751381" sldId="448"/>
        </pc:sldMkLst>
        <pc:spChg chg="mod">
          <ac:chgData name="Yeo Xiong Wei, Jonathan" userId="ac2b658e-7ce1-44bb-9f9f-bf4198ceaa29" providerId="ADAL" clId="{2A4F54F4-1B41-4B2F-9651-11A8C042A311}" dt="2024-04-25T04:05:38.825" v="2060" actId="1076"/>
          <ac:spMkLst>
            <pc:docMk/>
            <pc:sldMk cId="231751381" sldId="448"/>
            <ac:spMk id="4" creationId="{49542F60-F172-4F43-9B83-27FEF4194BDA}"/>
          </ac:spMkLst>
        </pc:spChg>
        <pc:spChg chg="mod">
          <ac:chgData name="Yeo Xiong Wei, Jonathan" userId="ac2b658e-7ce1-44bb-9f9f-bf4198ceaa29" providerId="ADAL" clId="{2A4F54F4-1B41-4B2F-9651-11A8C042A311}" dt="2024-04-25T03:12:15.658" v="7"/>
          <ac:spMkLst>
            <pc:docMk/>
            <pc:sldMk cId="231751381" sldId="448"/>
            <ac:spMk id="5" creationId="{BD7BA7C5-C975-4D67-A811-734D23E9FF6B}"/>
          </ac:spMkLst>
        </pc:spChg>
        <pc:spChg chg="mod">
          <ac:chgData name="Yeo Xiong Wei, Jonathan" userId="ac2b658e-7ce1-44bb-9f9f-bf4198ceaa29" providerId="ADAL" clId="{2A4F54F4-1B41-4B2F-9651-11A8C042A311}" dt="2024-04-25T04:05:38.825" v="2060" actId="1076"/>
          <ac:spMkLst>
            <pc:docMk/>
            <pc:sldMk cId="231751381" sldId="448"/>
            <ac:spMk id="6" creationId="{817968EF-EB35-456D-A891-4B601FDA0C10}"/>
          </ac:spMkLst>
        </pc:spChg>
        <pc:spChg chg="mod">
          <ac:chgData name="Yeo Xiong Wei, Jonathan" userId="ac2b658e-7ce1-44bb-9f9f-bf4198ceaa29" providerId="ADAL" clId="{2A4F54F4-1B41-4B2F-9651-11A8C042A311}" dt="2024-04-25T03:12:15.658" v="7"/>
          <ac:spMkLst>
            <pc:docMk/>
            <pc:sldMk cId="231751381" sldId="448"/>
            <ac:spMk id="30721" creationId="{00000000-0000-0000-0000-000000000000}"/>
          </ac:spMkLst>
        </pc:spChg>
        <pc:spChg chg="mod">
          <ac:chgData name="Yeo Xiong Wei, Jonathan" userId="ac2b658e-7ce1-44bb-9f9f-bf4198ceaa29" providerId="ADAL" clId="{2A4F54F4-1B41-4B2F-9651-11A8C042A311}" dt="2024-04-25T04:05:38.825" v="2060" actId="1076"/>
          <ac:spMkLst>
            <pc:docMk/>
            <pc:sldMk cId="231751381" sldId="448"/>
            <ac:spMk id="30722" creationId="{00000000-0000-0000-0000-000000000000}"/>
          </ac:spMkLst>
        </pc:spChg>
        <pc:graphicFrameChg chg="mod">
          <ac:chgData name="Yeo Xiong Wei, Jonathan" userId="ac2b658e-7ce1-44bb-9f9f-bf4198ceaa29" providerId="ADAL" clId="{2A4F54F4-1B41-4B2F-9651-11A8C042A311}" dt="2024-04-25T04:05:38.825" v="2060" actId="1076"/>
          <ac:graphicFrameMkLst>
            <pc:docMk/>
            <pc:sldMk cId="231751381" sldId="448"/>
            <ac:graphicFrameMk id="3" creationId="{5DF409FD-AA46-4E1E-A4FF-DCCB5300D53A}"/>
          </ac:graphicFrameMkLst>
        </pc:graphicFrameChg>
      </pc:sldChg>
      <pc:sldChg chg="delSp modSp mod">
        <pc:chgData name="Yeo Xiong Wei, Jonathan" userId="ac2b658e-7ce1-44bb-9f9f-bf4198ceaa29" providerId="ADAL" clId="{2A4F54F4-1B41-4B2F-9651-11A8C042A311}" dt="2024-04-25T04:11:52.931" v="2281" actId="20577"/>
        <pc:sldMkLst>
          <pc:docMk/>
          <pc:sldMk cId="3814582238" sldId="450"/>
        </pc:sldMkLst>
        <pc:spChg chg="mod">
          <ac:chgData name="Yeo Xiong Wei, Jonathan" userId="ac2b658e-7ce1-44bb-9f9f-bf4198ceaa29" providerId="ADAL" clId="{2A4F54F4-1B41-4B2F-9651-11A8C042A311}" dt="2024-04-25T04:11:52.931" v="2281" actId="20577"/>
          <ac:spMkLst>
            <pc:docMk/>
            <pc:sldMk cId="3814582238" sldId="450"/>
            <ac:spMk id="2" creationId="{2CB5D650-87DA-40F9-8CA6-5134E768F879}"/>
          </ac:spMkLst>
        </pc:spChg>
        <pc:spChg chg="mod">
          <ac:chgData name="Yeo Xiong Wei, Jonathan" userId="ac2b658e-7ce1-44bb-9f9f-bf4198ceaa29" providerId="ADAL" clId="{2A4F54F4-1B41-4B2F-9651-11A8C042A311}" dt="2024-04-25T03:12:15.658" v="7"/>
          <ac:spMkLst>
            <pc:docMk/>
            <pc:sldMk cId="3814582238" sldId="450"/>
            <ac:spMk id="4" creationId="{01FDD432-5623-482A-A22D-31450925691F}"/>
          </ac:spMkLst>
        </pc:spChg>
        <pc:spChg chg="del">
          <ac:chgData name="Yeo Xiong Wei, Jonathan" userId="ac2b658e-7ce1-44bb-9f9f-bf4198ceaa29" providerId="ADAL" clId="{2A4F54F4-1B41-4B2F-9651-11A8C042A311}" dt="2024-04-25T04:11:43.796" v="2278" actId="478"/>
          <ac:spMkLst>
            <pc:docMk/>
            <pc:sldMk cId="3814582238" sldId="450"/>
            <ac:spMk id="13" creationId="{A707C753-8E53-7E98-A9B5-B46D3753F2D2}"/>
          </ac:spMkLst>
        </pc:spChg>
      </pc:sldChg>
      <pc:sldChg chg="modSp mod">
        <pc:chgData name="Yeo Xiong Wei, Jonathan" userId="ac2b658e-7ce1-44bb-9f9f-bf4198ceaa29" providerId="ADAL" clId="{2A4F54F4-1B41-4B2F-9651-11A8C042A311}" dt="2024-04-25T03:12:15.658" v="7"/>
        <pc:sldMkLst>
          <pc:docMk/>
          <pc:sldMk cId="955833630" sldId="451"/>
        </pc:sldMkLst>
        <pc:spChg chg="mod">
          <ac:chgData name="Yeo Xiong Wei, Jonathan" userId="ac2b658e-7ce1-44bb-9f9f-bf4198ceaa29" providerId="ADAL" clId="{2A4F54F4-1B41-4B2F-9651-11A8C042A311}" dt="2024-04-25T03:12:15.658" v="7"/>
          <ac:spMkLst>
            <pc:docMk/>
            <pc:sldMk cId="955833630" sldId="451"/>
            <ac:spMk id="8" creationId="{C2557E03-BFB9-4C58-B535-5C34788793EB}"/>
          </ac:spMkLst>
        </pc:spChg>
        <pc:spChg chg="mod">
          <ac:chgData name="Yeo Xiong Wei, Jonathan" userId="ac2b658e-7ce1-44bb-9f9f-bf4198ceaa29" providerId="ADAL" clId="{2A4F54F4-1B41-4B2F-9651-11A8C042A311}" dt="2024-04-25T03:12:15.658" v="7"/>
          <ac:spMkLst>
            <pc:docMk/>
            <pc:sldMk cId="955833630" sldId="451"/>
            <ac:spMk id="19" creationId="{C9A109E2-8E14-41F2-A024-313AA4A2DFDB}"/>
          </ac:spMkLst>
        </pc:spChg>
      </pc:sldChg>
      <pc:sldChg chg="modSp">
        <pc:chgData name="Yeo Xiong Wei, Jonathan" userId="ac2b658e-7ce1-44bb-9f9f-bf4198ceaa29" providerId="ADAL" clId="{2A4F54F4-1B41-4B2F-9651-11A8C042A311}" dt="2024-04-25T03:12:15.658" v="7"/>
        <pc:sldMkLst>
          <pc:docMk/>
          <pc:sldMk cId="3040503509" sldId="452"/>
        </pc:sldMkLst>
        <pc:spChg chg="mod">
          <ac:chgData name="Yeo Xiong Wei, Jonathan" userId="ac2b658e-7ce1-44bb-9f9f-bf4198ceaa29" providerId="ADAL" clId="{2A4F54F4-1B41-4B2F-9651-11A8C042A311}" dt="2024-04-25T03:12:15.658" v="7"/>
          <ac:spMkLst>
            <pc:docMk/>
            <pc:sldMk cId="3040503509" sldId="452"/>
            <ac:spMk id="8" creationId="{C2557E03-BFB9-4C58-B535-5C34788793EB}"/>
          </ac:spMkLst>
        </pc:spChg>
      </pc:sldChg>
      <pc:sldChg chg="modSp">
        <pc:chgData name="Yeo Xiong Wei, Jonathan" userId="ac2b658e-7ce1-44bb-9f9f-bf4198ceaa29" providerId="ADAL" clId="{2A4F54F4-1B41-4B2F-9651-11A8C042A311}" dt="2024-04-25T03:12:15.658" v="7"/>
        <pc:sldMkLst>
          <pc:docMk/>
          <pc:sldMk cId="2124394728" sldId="454"/>
        </pc:sldMkLst>
        <pc:spChg chg="mod">
          <ac:chgData name="Yeo Xiong Wei, Jonathan" userId="ac2b658e-7ce1-44bb-9f9f-bf4198ceaa29" providerId="ADAL" clId="{2A4F54F4-1B41-4B2F-9651-11A8C042A311}" dt="2024-04-25T03:12:15.658" v="7"/>
          <ac:spMkLst>
            <pc:docMk/>
            <pc:sldMk cId="2124394728" sldId="454"/>
            <ac:spMk id="3" creationId="{A96ADB3A-BD9C-43F7-9437-0E142F18E8C7}"/>
          </ac:spMkLst>
        </pc:spChg>
        <pc:spChg chg="mod">
          <ac:chgData name="Yeo Xiong Wei, Jonathan" userId="ac2b658e-7ce1-44bb-9f9f-bf4198ceaa29" providerId="ADAL" clId="{2A4F54F4-1B41-4B2F-9651-11A8C042A311}" dt="2024-04-25T03:12:15.658" v="7"/>
          <ac:spMkLst>
            <pc:docMk/>
            <pc:sldMk cId="2124394728" sldId="454"/>
            <ac:spMk id="108545" creationId="{00000000-0000-0000-0000-000000000000}"/>
          </ac:spMkLst>
        </pc:spChg>
      </pc:sldChg>
      <pc:sldChg chg="modSp mod">
        <pc:chgData name="Yeo Xiong Wei, Jonathan" userId="ac2b658e-7ce1-44bb-9f9f-bf4198ceaa29" providerId="ADAL" clId="{2A4F54F4-1B41-4B2F-9651-11A8C042A311}" dt="2024-04-25T03:37:46.860" v="241" actId="6549"/>
        <pc:sldMkLst>
          <pc:docMk/>
          <pc:sldMk cId="2019000450" sldId="457"/>
        </pc:sldMkLst>
        <pc:spChg chg="mod">
          <ac:chgData name="Yeo Xiong Wei, Jonathan" userId="ac2b658e-7ce1-44bb-9f9f-bf4198ceaa29" providerId="ADAL" clId="{2A4F54F4-1B41-4B2F-9651-11A8C042A311}" dt="2024-04-25T03:12:15.658" v="7"/>
          <ac:spMkLst>
            <pc:docMk/>
            <pc:sldMk cId="2019000450" sldId="457"/>
            <ac:spMk id="3" creationId="{31A83EB2-D629-4397-9A6A-F9F36008939A}"/>
          </ac:spMkLst>
        </pc:spChg>
        <pc:spChg chg="mod">
          <ac:chgData name="Yeo Xiong Wei, Jonathan" userId="ac2b658e-7ce1-44bb-9f9f-bf4198ceaa29" providerId="ADAL" clId="{2A4F54F4-1B41-4B2F-9651-11A8C042A311}" dt="2024-04-25T03:12:15.658" v="7"/>
          <ac:spMkLst>
            <pc:docMk/>
            <pc:sldMk cId="2019000450" sldId="457"/>
            <ac:spMk id="26625" creationId="{00000000-0000-0000-0000-000000000000}"/>
          </ac:spMkLst>
        </pc:spChg>
        <pc:spChg chg="mod">
          <ac:chgData name="Yeo Xiong Wei, Jonathan" userId="ac2b658e-7ce1-44bb-9f9f-bf4198ceaa29" providerId="ADAL" clId="{2A4F54F4-1B41-4B2F-9651-11A8C042A311}" dt="2024-04-25T03:37:46.860" v="241" actId="6549"/>
          <ac:spMkLst>
            <pc:docMk/>
            <pc:sldMk cId="2019000450" sldId="457"/>
            <ac:spMk id="26626" creationId="{00000000-0000-0000-0000-000000000000}"/>
          </ac:spMkLst>
        </pc:spChg>
      </pc:sldChg>
      <pc:sldChg chg="delSp modSp mod">
        <pc:chgData name="Yeo Xiong Wei, Jonathan" userId="ac2b658e-7ce1-44bb-9f9f-bf4198ceaa29" providerId="ADAL" clId="{2A4F54F4-1B41-4B2F-9651-11A8C042A311}" dt="2024-04-25T03:55:17.044" v="1545" actId="478"/>
        <pc:sldMkLst>
          <pc:docMk/>
          <pc:sldMk cId="2211200058" sldId="459"/>
        </pc:sldMkLst>
        <pc:spChg chg="mod">
          <ac:chgData name="Yeo Xiong Wei, Jonathan" userId="ac2b658e-7ce1-44bb-9f9f-bf4198ceaa29" providerId="ADAL" clId="{2A4F54F4-1B41-4B2F-9651-11A8C042A311}" dt="2024-04-25T03:12:15.658" v="7"/>
          <ac:spMkLst>
            <pc:docMk/>
            <pc:sldMk cId="2211200058" sldId="459"/>
            <ac:spMk id="5" creationId="{6200A367-4FB5-434B-9011-45CC1A7A278F}"/>
          </ac:spMkLst>
        </pc:spChg>
        <pc:spChg chg="mod">
          <ac:chgData name="Yeo Xiong Wei, Jonathan" userId="ac2b658e-7ce1-44bb-9f9f-bf4198ceaa29" providerId="ADAL" clId="{2A4F54F4-1B41-4B2F-9651-11A8C042A311}" dt="2024-04-25T03:12:15.658" v="7"/>
          <ac:spMkLst>
            <pc:docMk/>
            <pc:sldMk cId="2211200058" sldId="459"/>
            <ac:spMk id="30721" creationId="{00000000-0000-0000-0000-000000000000}"/>
          </ac:spMkLst>
        </pc:spChg>
        <pc:inkChg chg="del">
          <ac:chgData name="Yeo Xiong Wei, Jonathan" userId="ac2b658e-7ce1-44bb-9f9f-bf4198ceaa29" providerId="ADAL" clId="{2A4F54F4-1B41-4B2F-9651-11A8C042A311}" dt="2024-04-25T03:55:17.044" v="1545" actId="478"/>
          <ac:inkMkLst>
            <pc:docMk/>
            <pc:sldMk cId="2211200058" sldId="459"/>
            <ac:inkMk id="2" creationId="{BA157F5A-5270-0B1C-4807-38BC1820F7B8}"/>
          </ac:inkMkLst>
        </pc:inkChg>
      </pc:sldChg>
      <pc:sldChg chg="modSp mod">
        <pc:chgData name="Yeo Xiong Wei, Jonathan" userId="ac2b658e-7ce1-44bb-9f9f-bf4198ceaa29" providerId="ADAL" clId="{2A4F54F4-1B41-4B2F-9651-11A8C042A311}" dt="2024-04-25T03:54:36.311" v="1542" actId="20577"/>
        <pc:sldMkLst>
          <pc:docMk/>
          <pc:sldMk cId="3389477980" sldId="460"/>
        </pc:sldMkLst>
        <pc:spChg chg="mod">
          <ac:chgData name="Yeo Xiong Wei, Jonathan" userId="ac2b658e-7ce1-44bb-9f9f-bf4198ceaa29" providerId="ADAL" clId="{2A4F54F4-1B41-4B2F-9651-11A8C042A311}" dt="2024-04-25T03:12:15.658" v="7"/>
          <ac:spMkLst>
            <pc:docMk/>
            <pc:sldMk cId="3389477980" sldId="460"/>
            <ac:spMk id="5" creationId="{6200A367-4FB5-434B-9011-45CC1A7A278F}"/>
          </ac:spMkLst>
        </pc:spChg>
        <pc:spChg chg="mod">
          <ac:chgData name="Yeo Xiong Wei, Jonathan" userId="ac2b658e-7ce1-44bb-9f9f-bf4198ceaa29" providerId="ADAL" clId="{2A4F54F4-1B41-4B2F-9651-11A8C042A311}" dt="2024-04-25T03:12:15.658" v="7"/>
          <ac:spMkLst>
            <pc:docMk/>
            <pc:sldMk cId="3389477980" sldId="460"/>
            <ac:spMk id="30721" creationId="{00000000-0000-0000-0000-000000000000}"/>
          </ac:spMkLst>
        </pc:spChg>
        <pc:spChg chg="mod">
          <ac:chgData name="Yeo Xiong Wei, Jonathan" userId="ac2b658e-7ce1-44bb-9f9f-bf4198ceaa29" providerId="ADAL" clId="{2A4F54F4-1B41-4B2F-9651-11A8C042A311}" dt="2024-04-25T03:54:36.311" v="1542" actId="20577"/>
          <ac:spMkLst>
            <pc:docMk/>
            <pc:sldMk cId="3389477980" sldId="460"/>
            <ac:spMk id="30722" creationId="{00000000-0000-0000-0000-000000000000}"/>
          </ac:spMkLst>
        </pc:spChg>
      </pc:sldChg>
      <pc:sldChg chg="modSp">
        <pc:chgData name="Yeo Xiong Wei, Jonathan" userId="ac2b658e-7ce1-44bb-9f9f-bf4198ceaa29" providerId="ADAL" clId="{2A4F54F4-1B41-4B2F-9651-11A8C042A311}" dt="2024-04-25T03:12:15.658" v="7"/>
        <pc:sldMkLst>
          <pc:docMk/>
          <pc:sldMk cId="333518085" sldId="461"/>
        </pc:sldMkLst>
        <pc:spChg chg="mod">
          <ac:chgData name="Yeo Xiong Wei, Jonathan" userId="ac2b658e-7ce1-44bb-9f9f-bf4198ceaa29" providerId="ADAL" clId="{2A4F54F4-1B41-4B2F-9651-11A8C042A311}" dt="2024-04-25T03:12:15.658" v="7"/>
          <ac:spMkLst>
            <pc:docMk/>
            <pc:sldMk cId="333518085" sldId="461"/>
            <ac:spMk id="4" creationId="{0C9F81E2-DD9E-4A75-802E-3E188813ACF7}"/>
          </ac:spMkLst>
        </pc:spChg>
        <pc:spChg chg="mod">
          <ac:chgData name="Yeo Xiong Wei, Jonathan" userId="ac2b658e-7ce1-44bb-9f9f-bf4198ceaa29" providerId="ADAL" clId="{2A4F54F4-1B41-4B2F-9651-11A8C042A311}" dt="2024-04-25T03:12:15.658" v="7"/>
          <ac:spMkLst>
            <pc:docMk/>
            <pc:sldMk cId="333518085" sldId="461"/>
            <ac:spMk id="33793" creationId="{00000000-0000-0000-0000-000000000000}"/>
          </ac:spMkLst>
        </pc:spChg>
      </pc:sldChg>
      <pc:sldChg chg="modSp mod modNotesTx">
        <pc:chgData name="Yeo Xiong Wei, Jonathan" userId="ac2b658e-7ce1-44bb-9f9f-bf4198ceaa29" providerId="ADAL" clId="{2A4F54F4-1B41-4B2F-9651-11A8C042A311}" dt="2024-04-25T04:43:26.802" v="4419" actId="20577"/>
        <pc:sldMkLst>
          <pc:docMk/>
          <pc:sldMk cId="2456290301" sldId="466"/>
        </pc:sldMkLst>
        <pc:spChg chg="mod">
          <ac:chgData name="Yeo Xiong Wei, Jonathan" userId="ac2b658e-7ce1-44bb-9f9f-bf4198ceaa29" providerId="ADAL" clId="{2A4F54F4-1B41-4B2F-9651-11A8C042A311}" dt="2024-04-25T04:43:06.701" v="4370"/>
          <ac:spMkLst>
            <pc:docMk/>
            <pc:sldMk cId="2456290301" sldId="466"/>
            <ac:spMk id="12" creationId="{4213F190-B2B0-43F1-B1CA-727BDFB3A022}"/>
          </ac:spMkLst>
        </pc:spChg>
      </pc:sldChg>
      <pc:sldChg chg="modSp">
        <pc:chgData name="Yeo Xiong Wei, Jonathan" userId="ac2b658e-7ce1-44bb-9f9f-bf4198ceaa29" providerId="ADAL" clId="{2A4F54F4-1B41-4B2F-9651-11A8C042A311}" dt="2024-04-25T04:42:39.602" v="4340" actId="20577"/>
        <pc:sldMkLst>
          <pc:docMk/>
          <pc:sldMk cId="4176872098" sldId="467"/>
        </pc:sldMkLst>
        <pc:spChg chg="mod">
          <ac:chgData name="Yeo Xiong Wei, Jonathan" userId="ac2b658e-7ce1-44bb-9f9f-bf4198ceaa29" providerId="ADAL" clId="{2A4F54F4-1B41-4B2F-9651-11A8C042A311}" dt="2024-04-25T03:12:15.658" v="7"/>
          <ac:spMkLst>
            <pc:docMk/>
            <pc:sldMk cId="4176872098" sldId="467"/>
            <ac:spMk id="3" creationId="{23130330-40A3-4DAB-A9A7-4F21E463DE4D}"/>
          </ac:spMkLst>
        </pc:spChg>
        <pc:spChg chg="mod">
          <ac:chgData name="Yeo Xiong Wei, Jonathan" userId="ac2b658e-7ce1-44bb-9f9f-bf4198ceaa29" providerId="ADAL" clId="{2A4F54F4-1B41-4B2F-9651-11A8C042A311}" dt="2024-04-25T04:42:39.602" v="4340" actId="20577"/>
          <ac:spMkLst>
            <pc:docMk/>
            <pc:sldMk cId="4176872098" sldId="467"/>
            <ac:spMk id="15" creationId="{DE9257EB-214B-4269-851D-81659C6D38BA}"/>
          </ac:spMkLst>
        </pc:spChg>
        <pc:spChg chg="mod">
          <ac:chgData name="Yeo Xiong Wei, Jonathan" userId="ac2b658e-7ce1-44bb-9f9f-bf4198ceaa29" providerId="ADAL" clId="{2A4F54F4-1B41-4B2F-9651-11A8C042A311}" dt="2024-04-25T03:12:15.658" v="7"/>
          <ac:spMkLst>
            <pc:docMk/>
            <pc:sldMk cId="4176872098" sldId="467"/>
            <ac:spMk id="33793" creationId="{00000000-0000-0000-0000-000000000000}"/>
          </ac:spMkLst>
        </pc:spChg>
      </pc:sldChg>
      <pc:sldChg chg="modSp">
        <pc:chgData name="Yeo Xiong Wei, Jonathan" userId="ac2b658e-7ce1-44bb-9f9f-bf4198ceaa29" providerId="ADAL" clId="{2A4F54F4-1B41-4B2F-9651-11A8C042A311}" dt="2024-04-25T04:42:51.766" v="4360" actId="20577"/>
        <pc:sldMkLst>
          <pc:docMk/>
          <pc:sldMk cId="2488753836" sldId="468"/>
        </pc:sldMkLst>
        <pc:spChg chg="mod">
          <ac:chgData name="Yeo Xiong Wei, Jonathan" userId="ac2b658e-7ce1-44bb-9f9f-bf4198ceaa29" providerId="ADAL" clId="{2A4F54F4-1B41-4B2F-9651-11A8C042A311}" dt="2024-04-25T04:42:51.766" v="4360" actId="20577"/>
          <ac:spMkLst>
            <pc:docMk/>
            <pc:sldMk cId="2488753836" sldId="468"/>
            <ac:spMk id="4" creationId="{F70768E3-1792-40A0-9B95-1680E102103F}"/>
          </ac:spMkLst>
        </pc:spChg>
        <pc:spChg chg="mod">
          <ac:chgData name="Yeo Xiong Wei, Jonathan" userId="ac2b658e-7ce1-44bb-9f9f-bf4198ceaa29" providerId="ADAL" clId="{2A4F54F4-1B41-4B2F-9651-11A8C042A311}" dt="2024-04-25T03:12:15.658" v="7"/>
          <ac:spMkLst>
            <pc:docMk/>
            <pc:sldMk cId="2488753836" sldId="468"/>
            <ac:spMk id="5" creationId="{8B5D7CBA-26C1-490F-8236-0E6880F57692}"/>
          </ac:spMkLst>
        </pc:spChg>
        <pc:spChg chg="mod">
          <ac:chgData name="Yeo Xiong Wei, Jonathan" userId="ac2b658e-7ce1-44bb-9f9f-bf4198ceaa29" providerId="ADAL" clId="{2A4F54F4-1B41-4B2F-9651-11A8C042A311}" dt="2024-04-25T03:12:15.658" v="7"/>
          <ac:spMkLst>
            <pc:docMk/>
            <pc:sldMk cId="2488753836" sldId="468"/>
            <ac:spMk id="33793" creationId="{00000000-0000-0000-0000-000000000000}"/>
          </ac:spMkLst>
        </pc:spChg>
      </pc:sldChg>
      <pc:sldChg chg="modSp modAnim">
        <pc:chgData name="Yeo Xiong Wei, Jonathan" userId="ac2b658e-7ce1-44bb-9f9f-bf4198ceaa29" providerId="ADAL" clId="{2A4F54F4-1B41-4B2F-9651-11A8C042A311}" dt="2024-04-25T03:54:51.664" v="1543" actId="20577"/>
        <pc:sldMkLst>
          <pc:docMk/>
          <pc:sldMk cId="343509085" sldId="474"/>
        </pc:sldMkLst>
        <pc:spChg chg="mod">
          <ac:chgData name="Yeo Xiong Wei, Jonathan" userId="ac2b658e-7ce1-44bb-9f9f-bf4198ceaa29" providerId="ADAL" clId="{2A4F54F4-1B41-4B2F-9651-11A8C042A311}" dt="2024-04-25T03:12:15.658" v="7"/>
          <ac:spMkLst>
            <pc:docMk/>
            <pc:sldMk cId="343509085" sldId="474"/>
            <ac:spMk id="3" creationId="{2C17277D-B246-4C46-8698-B202535D0833}"/>
          </ac:spMkLst>
        </pc:spChg>
        <pc:spChg chg="mod">
          <ac:chgData name="Yeo Xiong Wei, Jonathan" userId="ac2b658e-7ce1-44bb-9f9f-bf4198ceaa29" providerId="ADAL" clId="{2A4F54F4-1B41-4B2F-9651-11A8C042A311}" dt="2024-04-25T03:12:15.658" v="7"/>
          <ac:spMkLst>
            <pc:docMk/>
            <pc:sldMk cId="343509085" sldId="474"/>
            <ac:spMk id="29697" creationId="{00000000-0000-0000-0000-000000000000}"/>
          </ac:spMkLst>
        </pc:spChg>
        <pc:spChg chg="mod">
          <ac:chgData name="Yeo Xiong Wei, Jonathan" userId="ac2b658e-7ce1-44bb-9f9f-bf4198ceaa29" providerId="ADAL" clId="{2A4F54F4-1B41-4B2F-9651-11A8C042A311}" dt="2024-04-25T03:54:51.664" v="1543" actId="20577"/>
          <ac:spMkLst>
            <pc:docMk/>
            <pc:sldMk cId="343509085" sldId="474"/>
            <ac:spMk id="29698" creationId="{00000000-0000-0000-0000-000000000000}"/>
          </ac:spMkLst>
        </pc:spChg>
      </pc:sldChg>
      <pc:sldChg chg="modSp mod">
        <pc:chgData name="Yeo Xiong Wei, Jonathan" userId="ac2b658e-7ce1-44bb-9f9f-bf4198ceaa29" providerId="ADAL" clId="{2A4F54F4-1B41-4B2F-9651-11A8C042A311}" dt="2024-04-25T04:11:09.662" v="2275" actId="207"/>
        <pc:sldMkLst>
          <pc:docMk/>
          <pc:sldMk cId="174994872" sldId="477"/>
        </pc:sldMkLst>
        <pc:spChg chg="mod">
          <ac:chgData name="Yeo Xiong Wei, Jonathan" userId="ac2b658e-7ce1-44bb-9f9f-bf4198ceaa29" providerId="ADAL" clId="{2A4F54F4-1B41-4B2F-9651-11A8C042A311}" dt="2024-04-25T03:12:15.658" v="7"/>
          <ac:spMkLst>
            <pc:docMk/>
            <pc:sldMk cId="174994872" sldId="477"/>
            <ac:spMk id="5" creationId="{BD7BA7C5-C975-4D67-A811-734D23E9FF6B}"/>
          </ac:spMkLst>
        </pc:spChg>
        <pc:spChg chg="mod">
          <ac:chgData name="Yeo Xiong Wei, Jonathan" userId="ac2b658e-7ce1-44bb-9f9f-bf4198ceaa29" providerId="ADAL" clId="{2A4F54F4-1B41-4B2F-9651-11A8C042A311}" dt="2024-04-25T04:11:09.662" v="2275" actId="207"/>
          <ac:spMkLst>
            <pc:docMk/>
            <pc:sldMk cId="174994872" sldId="477"/>
            <ac:spMk id="6" creationId="{18FF6A08-27A0-4BA5-9FE2-A9A726127B88}"/>
          </ac:spMkLst>
        </pc:spChg>
        <pc:spChg chg="mod">
          <ac:chgData name="Yeo Xiong Wei, Jonathan" userId="ac2b658e-7ce1-44bb-9f9f-bf4198ceaa29" providerId="ADAL" clId="{2A4F54F4-1B41-4B2F-9651-11A8C042A311}" dt="2024-04-25T03:12:15.658" v="7"/>
          <ac:spMkLst>
            <pc:docMk/>
            <pc:sldMk cId="174994872" sldId="477"/>
            <ac:spMk id="30721" creationId="{00000000-0000-0000-0000-000000000000}"/>
          </ac:spMkLst>
        </pc:spChg>
        <pc:spChg chg="mod">
          <ac:chgData name="Yeo Xiong Wei, Jonathan" userId="ac2b658e-7ce1-44bb-9f9f-bf4198ceaa29" providerId="ADAL" clId="{2A4F54F4-1B41-4B2F-9651-11A8C042A311}" dt="2024-04-25T04:05:24.703" v="2058" actId="114"/>
          <ac:spMkLst>
            <pc:docMk/>
            <pc:sldMk cId="174994872" sldId="477"/>
            <ac:spMk id="30722" creationId="{00000000-0000-0000-0000-000000000000}"/>
          </ac:spMkLst>
        </pc:spChg>
      </pc:sldChg>
      <pc:sldChg chg="modSp mod">
        <pc:chgData name="Yeo Xiong Wei, Jonathan" userId="ac2b658e-7ce1-44bb-9f9f-bf4198ceaa29" providerId="ADAL" clId="{2A4F54F4-1B41-4B2F-9651-11A8C042A311}" dt="2024-04-25T04:21:51.551" v="3004" actId="207"/>
        <pc:sldMkLst>
          <pc:docMk/>
          <pc:sldMk cId="1779729360" sldId="478"/>
        </pc:sldMkLst>
        <pc:spChg chg="mod">
          <ac:chgData name="Yeo Xiong Wei, Jonathan" userId="ac2b658e-7ce1-44bb-9f9f-bf4198ceaa29" providerId="ADAL" clId="{2A4F54F4-1B41-4B2F-9651-11A8C042A311}" dt="2024-04-25T04:21:51.551" v="3004" actId="207"/>
          <ac:spMkLst>
            <pc:docMk/>
            <pc:sldMk cId="1779729360" sldId="478"/>
            <ac:spMk id="2" creationId="{DE721707-1F61-473A-B8EB-02EE78B39FAB}"/>
          </ac:spMkLst>
        </pc:spChg>
        <pc:spChg chg="mod">
          <ac:chgData name="Yeo Xiong Wei, Jonathan" userId="ac2b658e-7ce1-44bb-9f9f-bf4198ceaa29" providerId="ADAL" clId="{2A4F54F4-1B41-4B2F-9651-11A8C042A311}" dt="2024-04-25T03:12:15.658" v="7"/>
          <ac:spMkLst>
            <pc:docMk/>
            <pc:sldMk cId="1779729360" sldId="478"/>
            <ac:spMk id="3" creationId="{23130330-40A3-4DAB-A9A7-4F21E463DE4D}"/>
          </ac:spMkLst>
        </pc:spChg>
        <pc:spChg chg="mod">
          <ac:chgData name="Yeo Xiong Wei, Jonathan" userId="ac2b658e-7ce1-44bb-9f9f-bf4198ceaa29" providerId="ADAL" clId="{2A4F54F4-1B41-4B2F-9651-11A8C042A311}" dt="2024-04-25T03:12:15.658" v="7"/>
          <ac:spMkLst>
            <pc:docMk/>
            <pc:sldMk cId="1779729360" sldId="478"/>
            <ac:spMk id="33793" creationId="{00000000-0000-0000-0000-000000000000}"/>
          </ac:spMkLst>
        </pc:spChg>
      </pc:sldChg>
      <pc:sldChg chg="modSp del mod modAnim">
        <pc:chgData name="Yeo Xiong Wei, Jonathan" userId="ac2b658e-7ce1-44bb-9f9f-bf4198ceaa29" providerId="ADAL" clId="{2A4F54F4-1B41-4B2F-9651-11A8C042A311}" dt="2024-07-15T04:48:45.025" v="5481" actId="47"/>
        <pc:sldMkLst>
          <pc:docMk/>
          <pc:sldMk cId="1074021624" sldId="480"/>
        </pc:sldMkLst>
        <pc:spChg chg="mod">
          <ac:chgData name="Yeo Xiong Wei, Jonathan" userId="ac2b658e-7ce1-44bb-9f9f-bf4198ceaa29" providerId="ADAL" clId="{2A4F54F4-1B41-4B2F-9651-11A8C042A311}" dt="2024-07-15T04:42:17.416" v="4983" actId="20577"/>
          <ac:spMkLst>
            <pc:docMk/>
            <pc:sldMk cId="1074021624" sldId="480"/>
            <ac:spMk id="2" creationId="{635632ED-6249-4378-9241-C14C3A5BA9EB}"/>
          </ac:spMkLst>
        </pc:spChg>
        <pc:spChg chg="mod">
          <ac:chgData name="Yeo Xiong Wei, Jonathan" userId="ac2b658e-7ce1-44bb-9f9f-bf4198ceaa29" providerId="ADAL" clId="{2A4F54F4-1B41-4B2F-9651-11A8C042A311}" dt="2024-07-15T04:42:26.823" v="4992" actId="20577"/>
          <ac:spMkLst>
            <pc:docMk/>
            <pc:sldMk cId="1074021624" sldId="480"/>
            <ac:spMk id="12" creationId="{4213F190-B2B0-43F1-B1CA-727BDFB3A022}"/>
          </ac:spMkLst>
        </pc:spChg>
      </pc:sldChg>
      <pc:sldChg chg="addSp modSp mod">
        <pc:chgData name="Yeo Xiong Wei, Jonathan" userId="ac2b658e-7ce1-44bb-9f9f-bf4198ceaa29" providerId="ADAL" clId="{2A4F54F4-1B41-4B2F-9651-11A8C042A311}" dt="2024-04-25T04:45:18.022" v="4434" actId="14100"/>
        <pc:sldMkLst>
          <pc:docMk/>
          <pc:sldMk cId="494314217" sldId="526"/>
        </pc:sldMkLst>
        <pc:spChg chg="add mod ord">
          <ac:chgData name="Yeo Xiong Wei, Jonathan" userId="ac2b658e-7ce1-44bb-9f9f-bf4198ceaa29" providerId="ADAL" clId="{2A4F54F4-1B41-4B2F-9651-11A8C042A311}" dt="2024-04-25T04:45:18.022" v="4434" actId="14100"/>
          <ac:spMkLst>
            <pc:docMk/>
            <pc:sldMk cId="494314217" sldId="526"/>
            <ac:spMk id="2" creationId="{B9A8CF3F-6667-9F60-33BD-0CD47D4E07A3}"/>
          </ac:spMkLst>
        </pc:spChg>
        <pc:spChg chg="mod">
          <ac:chgData name="Yeo Xiong Wei, Jonathan" userId="ac2b658e-7ce1-44bb-9f9f-bf4198ceaa29" providerId="ADAL" clId="{2A4F54F4-1B41-4B2F-9651-11A8C042A311}" dt="2024-04-25T03:12:15.658" v="7"/>
          <ac:spMkLst>
            <pc:docMk/>
            <pc:sldMk cId="494314217" sldId="526"/>
            <ac:spMk id="4" creationId="{0C9F81E2-DD9E-4A75-802E-3E188813ACF7}"/>
          </ac:spMkLst>
        </pc:spChg>
        <pc:spChg chg="mod">
          <ac:chgData name="Yeo Xiong Wei, Jonathan" userId="ac2b658e-7ce1-44bb-9f9f-bf4198ceaa29" providerId="ADAL" clId="{2A4F54F4-1B41-4B2F-9651-11A8C042A311}" dt="2024-04-25T03:12:15.658" v="7"/>
          <ac:spMkLst>
            <pc:docMk/>
            <pc:sldMk cId="494314217" sldId="526"/>
            <ac:spMk id="33793" creationId="{00000000-0000-0000-0000-000000000000}"/>
          </ac:spMkLst>
        </pc:spChg>
      </pc:sldChg>
      <pc:sldChg chg="addSp modSp mod">
        <pc:chgData name="Yeo Xiong Wei, Jonathan" userId="ac2b658e-7ce1-44bb-9f9f-bf4198ceaa29" providerId="ADAL" clId="{2A4F54F4-1B41-4B2F-9651-11A8C042A311}" dt="2024-07-15T04:48:57.650" v="5483" actId="1076"/>
        <pc:sldMkLst>
          <pc:docMk/>
          <pc:sldMk cId="3686239555" sldId="527"/>
        </pc:sldMkLst>
        <pc:spChg chg="add mod">
          <ac:chgData name="Yeo Xiong Wei, Jonathan" userId="ac2b658e-7ce1-44bb-9f9f-bf4198ceaa29" providerId="ADAL" clId="{2A4F54F4-1B41-4B2F-9651-11A8C042A311}" dt="2024-07-15T04:48:57.650" v="5483" actId="1076"/>
          <ac:spMkLst>
            <pc:docMk/>
            <pc:sldMk cId="3686239555" sldId="527"/>
            <ac:spMk id="4" creationId="{19DFFE45-A7B9-68C3-EDEB-34CBD2B2B141}"/>
          </ac:spMkLst>
        </pc:spChg>
        <pc:spChg chg="mod">
          <ac:chgData name="Yeo Xiong Wei, Jonathan" userId="ac2b658e-7ce1-44bb-9f9f-bf4198ceaa29" providerId="ADAL" clId="{2A4F54F4-1B41-4B2F-9651-11A8C042A311}" dt="2024-04-25T04:45:35.846" v="4439" actId="207"/>
          <ac:spMkLst>
            <pc:docMk/>
            <pc:sldMk cId="3686239555" sldId="527"/>
            <ac:spMk id="5" creationId="{761D1CDC-8DE9-A479-D00E-79CC72161459}"/>
          </ac:spMkLst>
        </pc:spChg>
        <pc:spChg chg="mod">
          <ac:chgData name="Yeo Xiong Wei, Jonathan" userId="ac2b658e-7ce1-44bb-9f9f-bf4198ceaa29" providerId="ADAL" clId="{2A4F54F4-1B41-4B2F-9651-11A8C042A311}" dt="2024-04-25T04:46:17.113" v="4501" actId="1076"/>
          <ac:spMkLst>
            <pc:docMk/>
            <pc:sldMk cId="3686239555" sldId="527"/>
            <ac:spMk id="19" creationId="{9EC58386-7039-0043-C7B9-B27DF1395D02}"/>
          </ac:spMkLst>
        </pc:spChg>
      </pc:sldChg>
      <pc:sldChg chg="modSp mod">
        <pc:chgData name="Yeo Xiong Wei, Jonathan" userId="ac2b658e-7ce1-44bb-9f9f-bf4198ceaa29" providerId="ADAL" clId="{2A4F54F4-1B41-4B2F-9651-11A8C042A311}" dt="2024-07-15T04:41:30.866" v="4957" actId="113"/>
        <pc:sldMkLst>
          <pc:docMk/>
          <pc:sldMk cId="1435516767" sldId="528"/>
        </pc:sldMkLst>
        <pc:spChg chg="mod">
          <ac:chgData name="Yeo Xiong Wei, Jonathan" userId="ac2b658e-7ce1-44bb-9f9f-bf4198ceaa29" providerId="ADAL" clId="{2A4F54F4-1B41-4B2F-9651-11A8C042A311}" dt="2024-04-25T04:43:36.125" v="4421" actId="20577"/>
          <ac:spMkLst>
            <pc:docMk/>
            <pc:sldMk cId="1435516767" sldId="528"/>
            <ac:spMk id="2" creationId="{2CB5D650-87DA-40F9-8CA6-5134E768F879}"/>
          </ac:spMkLst>
        </pc:spChg>
        <pc:spChg chg="mod">
          <ac:chgData name="Yeo Xiong Wei, Jonathan" userId="ac2b658e-7ce1-44bb-9f9f-bf4198ceaa29" providerId="ADAL" clId="{2A4F54F4-1B41-4B2F-9651-11A8C042A311}" dt="2024-04-25T04:44:24.221" v="4427" actId="20577"/>
          <ac:spMkLst>
            <pc:docMk/>
            <pc:sldMk cId="1435516767" sldId="528"/>
            <ac:spMk id="3" creationId="{5F1084EF-22C8-4EF1-B3AC-5CD9C82F5106}"/>
          </ac:spMkLst>
        </pc:spChg>
        <pc:spChg chg="mod">
          <ac:chgData name="Yeo Xiong Wei, Jonathan" userId="ac2b658e-7ce1-44bb-9f9f-bf4198ceaa29" providerId="ADAL" clId="{2A4F54F4-1B41-4B2F-9651-11A8C042A311}" dt="2024-04-25T03:12:15.658" v="7"/>
          <ac:spMkLst>
            <pc:docMk/>
            <pc:sldMk cId="1435516767" sldId="528"/>
            <ac:spMk id="4" creationId="{01FDD432-5623-482A-A22D-31450925691F}"/>
          </ac:spMkLst>
        </pc:spChg>
        <pc:graphicFrameChg chg="mod">
          <ac:chgData name="Yeo Xiong Wei, Jonathan" userId="ac2b658e-7ce1-44bb-9f9f-bf4198ceaa29" providerId="ADAL" clId="{2A4F54F4-1B41-4B2F-9651-11A8C042A311}" dt="2024-07-15T04:41:30.866" v="4957" actId="113"/>
          <ac:graphicFrameMkLst>
            <pc:docMk/>
            <pc:sldMk cId="1435516767" sldId="528"/>
            <ac:graphicFrameMk id="9" creationId="{2F18B97B-87E9-1F2E-CBA3-6107F2987DB1}"/>
          </ac:graphicFrameMkLst>
        </pc:graphicFrameChg>
      </pc:sldChg>
      <pc:sldChg chg="modSp modNotesTx">
        <pc:chgData name="Yeo Xiong Wei, Jonathan" userId="ac2b658e-7ce1-44bb-9f9f-bf4198ceaa29" providerId="ADAL" clId="{2A4F54F4-1B41-4B2F-9651-11A8C042A311}" dt="2024-04-25T04:07:53.408" v="2189" actId="20577"/>
        <pc:sldMkLst>
          <pc:docMk/>
          <pc:sldMk cId="437882332" sldId="529"/>
        </pc:sldMkLst>
        <pc:spChg chg="mod">
          <ac:chgData name="Yeo Xiong Wei, Jonathan" userId="ac2b658e-7ce1-44bb-9f9f-bf4198ceaa29" providerId="ADAL" clId="{2A4F54F4-1B41-4B2F-9651-11A8C042A311}" dt="2024-04-25T03:12:15.658" v="7"/>
          <ac:spMkLst>
            <pc:docMk/>
            <pc:sldMk cId="437882332" sldId="529"/>
            <ac:spMk id="3" creationId="{8C2FF264-89F8-4462-B464-32FEC199F997}"/>
          </ac:spMkLst>
        </pc:spChg>
        <pc:spChg chg="mod">
          <ac:chgData name="Yeo Xiong Wei, Jonathan" userId="ac2b658e-7ce1-44bb-9f9f-bf4198ceaa29" providerId="ADAL" clId="{2A4F54F4-1B41-4B2F-9651-11A8C042A311}" dt="2024-04-25T03:12:15.658" v="7"/>
          <ac:spMkLst>
            <pc:docMk/>
            <pc:sldMk cId="437882332" sldId="529"/>
            <ac:spMk id="30721" creationId="{00000000-0000-0000-0000-000000000000}"/>
          </ac:spMkLst>
        </pc:spChg>
        <pc:spChg chg="mod">
          <ac:chgData name="Yeo Xiong Wei, Jonathan" userId="ac2b658e-7ce1-44bb-9f9f-bf4198ceaa29" providerId="ADAL" clId="{2A4F54F4-1B41-4B2F-9651-11A8C042A311}" dt="2024-04-25T04:07:53.408" v="2189" actId="20577"/>
          <ac:spMkLst>
            <pc:docMk/>
            <pc:sldMk cId="437882332" sldId="529"/>
            <ac:spMk id="30722" creationId="{00000000-0000-0000-0000-000000000000}"/>
          </ac:spMkLst>
        </pc:spChg>
      </pc:sldChg>
      <pc:sldChg chg="modSp mod">
        <pc:chgData name="Yeo Xiong Wei, Jonathan" userId="ac2b658e-7ce1-44bb-9f9f-bf4198ceaa29" providerId="ADAL" clId="{2A4F54F4-1B41-4B2F-9651-11A8C042A311}" dt="2024-04-25T03:12:15.658" v="7"/>
        <pc:sldMkLst>
          <pc:docMk/>
          <pc:sldMk cId="2012034281" sldId="531"/>
        </pc:sldMkLst>
        <pc:spChg chg="mod">
          <ac:chgData name="Yeo Xiong Wei, Jonathan" userId="ac2b658e-7ce1-44bb-9f9f-bf4198ceaa29" providerId="ADAL" clId="{2A4F54F4-1B41-4B2F-9651-11A8C042A311}" dt="2024-04-25T03:12:15.658" v="7"/>
          <ac:spMkLst>
            <pc:docMk/>
            <pc:sldMk cId="2012034281" sldId="531"/>
            <ac:spMk id="8" creationId="{C2557E03-BFB9-4C58-B535-5C34788793EB}"/>
          </ac:spMkLst>
        </pc:spChg>
        <pc:spChg chg="mod">
          <ac:chgData name="Yeo Xiong Wei, Jonathan" userId="ac2b658e-7ce1-44bb-9f9f-bf4198ceaa29" providerId="ADAL" clId="{2A4F54F4-1B41-4B2F-9651-11A8C042A311}" dt="2024-04-25T03:12:15.658" v="7"/>
          <ac:spMkLst>
            <pc:docMk/>
            <pc:sldMk cId="2012034281" sldId="531"/>
            <ac:spMk id="19" creationId="{C9A109E2-8E14-41F2-A024-313AA4A2DFDB}"/>
          </ac:spMkLst>
        </pc:spChg>
      </pc:sldChg>
      <pc:sldChg chg="addSp delSp modSp add mod modAnim">
        <pc:chgData name="Yeo Xiong Wei, Jonathan" userId="ac2b658e-7ce1-44bb-9f9f-bf4198ceaa29" providerId="ADAL" clId="{2A4F54F4-1B41-4B2F-9651-11A8C042A311}" dt="2024-04-25T05:08:02.985" v="4941" actId="1076"/>
        <pc:sldMkLst>
          <pc:docMk/>
          <pc:sldMk cId="1034281812" sldId="532"/>
        </pc:sldMkLst>
        <pc:spChg chg="add mod">
          <ac:chgData name="Yeo Xiong Wei, Jonathan" userId="ac2b658e-7ce1-44bb-9f9f-bf4198ceaa29" providerId="ADAL" clId="{2A4F54F4-1B41-4B2F-9651-11A8C042A311}" dt="2024-04-25T03:49:11.182" v="1144" actId="1076"/>
          <ac:spMkLst>
            <pc:docMk/>
            <pc:sldMk cId="1034281812" sldId="532"/>
            <ac:spMk id="2" creationId="{B06360B7-C29A-2FEE-EEC6-54F25750AC6A}"/>
          </ac:spMkLst>
        </pc:spChg>
        <pc:spChg chg="add mod">
          <ac:chgData name="Yeo Xiong Wei, Jonathan" userId="ac2b658e-7ce1-44bb-9f9f-bf4198ceaa29" providerId="ADAL" clId="{2A4F54F4-1B41-4B2F-9651-11A8C042A311}" dt="2024-04-25T03:49:08.621" v="1143" actId="1076"/>
          <ac:spMkLst>
            <pc:docMk/>
            <pc:sldMk cId="1034281812" sldId="532"/>
            <ac:spMk id="4" creationId="{DC2F9DC7-0A10-6DAB-8866-F6F210D8BA54}"/>
          </ac:spMkLst>
        </pc:spChg>
        <pc:spChg chg="add mod">
          <ac:chgData name="Yeo Xiong Wei, Jonathan" userId="ac2b658e-7ce1-44bb-9f9f-bf4198ceaa29" providerId="ADAL" clId="{2A4F54F4-1B41-4B2F-9651-11A8C042A311}" dt="2024-04-25T03:49:14.333" v="1145" actId="1076"/>
          <ac:spMkLst>
            <pc:docMk/>
            <pc:sldMk cId="1034281812" sldId="532"/>
            <ac:spMk id="5" creationId="{932FE6A2-BDF0-2C09-88CB-0B3A4141BB2F}"/>
          </ac:spMkLst>
        </pc:spChg>
        <pc:spChg chg="add mod">
          <ac:chgData name="Yeo Xiong Wei, Jonathan" userId="ac2b658e-7ce1-44bb-9f9f-bf4198ceaa29" providerId="ADAL" clId="{2A4F54F4-1B41-4B2F-9651-11A8C042A311}" dt="2024-04-25T03:49:28.291" v="1162" actId="1076"/>
          <ac:spMkLst>
            <pc:docMk/>
            <pc:sldMk cId="1034281812" sldId="532"/>
            <ac:spMk id="6" creationId="{F087695D-FF33-3B98-C813-15C2C44E46A0}"/>
          </ac:spMkLst>
        </pc:spChg>
        <pc:spChg chg="add mod">
          <ac:chgData name="Yeo Xiong Wei, Jonathan" userId="ac2b658e-7ce1-44bb-9f9f-bf4198ceaa29" providerId="ADAL" clId="{2A4F54F4-1B41-4B2F-9651-11A8C042A311}" dt="2024-04-25T03:49:41.207" v="1183" actId="1076"/>
          <ac:spMkLst>
            <pc:docMk/>
            <pc:sldMk cId="1034281812" sldId="532"/>
            <ac:spMk id="7" creationId="{913AE41C-38FA-F20F-E39B-E240E2B9F018}"/>
          </ac:spMkLst>
        </pc:spChg>
        <pc:spChg chg="add mod">
          <ac:chgData name="Yeo Xiong Wei, Jonathan" userId="ac2b658e-7ce1-44bb-9f9f-bf4198ceaa29" providerId="ADAL" clId="{2A4F54F4-1B41-4B2F-9651-11A8C042A311}" dt="2024-04-25T03:50:20.874" v="1199" actId="1076"/>
          <ac:spMkLst>
            <pc:docMk/>
            <pc:sldMk cId="1034281812" sldId="532"/>
            <ac:spMk id="8" creationId="{44582E1F-9993-BE82-B854-70688747B710}"/>
          </ac:spMkLst>
        </pc:spChg>
        <pc:spChg chg="mod">
          <ac:chgData name="Yeo Xiong Wei, Jonathan" userId="ac2b658e-7ce1-44bb-9f9f-bf4198ceaa29" providerId="ADAL" clId="{2A4F54F4-1B41-4B2F-9651-11A8C042A311}" dt="2024-04-25T05:07:28.946" v="4934" actId="20577"/>
          <ac:spMkLst>
            <pc:docMk/>
            <pc:sldMk cId="1034281812" sldId="532"/>
            <ac:spMk id="26625" creationId="{00000000-0000-0000-0000-000000000000}"/>
          </ac:spMkLst>
        </pc:spChg>
        <pc:spChg chg="mod">
          <ac:chgData name="Yeo Xiong Wei, Jonathan" userId="ac2b658e-7ce1-44bb-9f9f-bf4198ceaa29" providerId="ADAL" clId="{2A4F54F4-1B41-4B2F-9651-11A8C042A311}" dt="2024-04-25T03:49:01.151" v="1141" actId="20577"/>
          <ac:spMkLst>
            <pc:docMk/>
            <pc:sldMk cId="1034281812" sldId="532"/>
            <ac:spMk id="26626" creationId="{00000000-0000-0000-0000-000000000000}"/>
          </ac:spMkLst>
        </pc:spChg>
        <pc:picChg chg="add del mod">
          <ac:chgData name="Yeo Xiong Wei, Jonathan" userId="ac2b658e-7ce1-44bb-9f9f-bf4198ceaa29" providerId="ADAL" clId="{2A4F54F4-1B41-4B2F-9651-11A8C042A311}" dt="2024-04-25T05:07:55.327" v="4936" actId="478"/>
          <ac:picMkLst>
            <pc:docMk/>
            <pc:sldMk cId="1034281812" sldId="532"/>
            <ac:picMk id="1026" creationId="{A1CB7D6A-F152-6FC0-C050-046BEF3ED32A}"/>
          </ac:picMkLst>
        </pc:picChg>
        <pc:picChg chg="add mod">
          <ac:chgData name="Yeo Xiong Wei, Jonathan" userId="ac2b658e-7ce1-44bb-9f9f-bf4198ceaa29" providerId="ADAL" clId="{2A4F54F4-1B41-4B2F-9651-11A8C042A311}" dt="2024-04-25T05:08:02.985" v="4941" actId="1076"/>
          <ac:picMkLst>
            <pc:docMk/>
            <pc:sldMk cId="1034281812" sldId="532"/>
            <ac:picMk id="1028" creationId="{E998F931-E36D-85C1-C233-7C49DFC94CB3}"/>
          </ac:picMkLst>
        </pc:picChg>
      </pc:sldChg>
      <pc:sldChg chg="delSp modSp add mod">
        <pc:chgData name="Yeo Xiong Wei, Jonathan" userId="ac2b658e-7ce1-44bb-9f9f-bf4198ceaa29" providerId="ADAL" clId="{2A4F54F4-1B41-4B2F-9651-11A8C042A311}" dt="2024-04-25T04:11:48.368" v="2279" actId="478"/>
        <pc:sldMkLst>
          <pc:docMk/>
          <pc:sldMk cId="3901963544" sldId="533"/>
        </pc:sldMkLst>
        <pc:spChg chg="mod">
          <ac:chgData name="Yeo Xiong Wei, Jonathan" userId="ac2b658e-7ce1-44bb-9f9f-bf4198ceaa29" providerId="ADAL" clId="{2A4F54F4-1B41-4B2F-9651-11A8C042A311}" dt="2024-04-25T04:03:38.936" v="2047" actId="20577"/>
          <ac:spMkLst>
            <pc:docMk/>
            <pc:sldMk cId="3901963544" sldId="533"/>
            <ac:spMk id="3" creationId="{5F1084EF-22C8-4EF1-B3AC-5CD9C82F5106}"/>
          </ac:spMkLst>
        </pc:spChg>
        <pc:spChg chg="del">
          <ac:chgData name="Yeo Xiong Wei, Jonathan" userId="ac2b658e-7ce1-44bb-9f9f-bf4198ceaa29" providerId="ADAL" clId="{2A4F54F4-1B41-4B2F-9651-11A8C042A311}" dt="2024-04-25T04:11:48.368" v="2279" actId="478"/>
          <ac:spMkLst>
            <pc:docMk/>
            <pc:sldMk cId="3901963544" sldId="533"/>
            <ac:spMk id="13" creationId="{A707C753-8E53-7E98-A9B5-B46D3753F2D2}"/>
          </ac:spMkLst>
        </pc:spChg>
        <pc:graphicFrameChg chg="mod modGraphic">
          <ac:chgData name="Yeo Xiong Wei, Jonathan" userId="ac2b658e-7ce1-44bb-9f9f-bf4198ceaa29" providerId="ADAL" clId="{2A4F54F4-1B41-4B2F-9651-11A8C042A311}" dt="2024-04-25T03:57:56.597" v="1574" actId="20577"/>
          <ac:graphicFrameMkLst>
            <pc:docMk/>
            <pc:sldMk cId="3901963544" sldId="533"/>
            <ac:graphicFrameMk id="8" creationId="{537FCC72-DF52-42B4-9360-ED4DF6B16505}"/>
          </ac:graphicFrameMkLst>
        </pc:graphicFrameChg>
        <pc:picChg chg="mod">
          <ac:chgData name="Yeo Xiong Wei, Jonathan" userId="ac2b658e-7ce1-44bb-9f9f-bf4198ceaa29" providerId="ADAL" clId="{2A4F54F4-1B41-4B2F-9651-11A8C042A311}" dt="2024-04-25T03:57:14.937" v="1552" actId="1076"/>
          <ac:picMkLst>
            <pc:docMk/>
            <pc:sldMk cId="3901963544" sldId="533"/>
            <ac:picMk id="12" creationId="{59B7ADAA-4806-0110-6439-477FFD25277F}"/>
          </ac:picMkLst>
        </pc:picChg>
      </pc:sldChg>
      <pc:sldChg chg="addSp delSp modSp add mod ord addAnim delAnim modAnim">
        <pc:chgData name="Yeo Xiong Wei, Jonathan" userId="ac2b658e-7ce1-44bb-9f9f-bf4198ceaa29" providerId="ADAL" clId="{2A4F54F4-1B41-4B2F-9651-11A8C042A311}" dt="2024-04-25T05:03:08.622" v="4919" actId="20577"/>
        <pc:sldMkLst>
          <pc:docMk/>
          <pc:sldMk cId="3536616600" sldId="567"/>
        </pc:sldMkLst>
        <pc:spChg chg="del mod">
          <ac:chgData name="Yeo Xiong Wei, Jonathan" userId="ac2b658e-7ce1-44bb-9f9f-bf4198ceaa29" providerId="ADAL" clId="{2A4F54F4-1B41-4B2F-9651-11A8C042A311}" dt="2024-04-25T05:00:53.072" v="4849" actId="478"/>
          <ac:spMkLst>
            <pc:docMk/>
            <pc:sldMk cId="3536616600" sldId="567"/>
            <ac:spMk id="2" creationId="{635632ED-6249-4378-9241-C14C3A5BA9EB}"/>
          </ac:spMkLst>
        </pc:spChg>
        <pc:spChg chg="mod">
          <ac:chgData name="Yeo Xiong Wei, Jonathan" userId="ac2b658e-7ce1-44bb-9f9f-bf4198ceaa29" providerId="ADAL" clId="{2A4F54F4-1B41-4B2F-9651-11A8C042A311}" dt="2024-04-25T05:02:10.782" v="4889"/>
          <ac:spMkLst>
            <pc:docMk/>
            <pc:sldMk cId="3536616600" sldId="567"/>
            <ac:spMk id="3" creationId="{F6166362-5747-4CF8-8778-889699D343D3}"/>
          </ac:spMkLst>
        </pc:spChg>
        <pc:spChg chg="mod">
          <ac:chgData name="Yeo Xiong Wei, Jonathan" userId="ac2b658e-7ce1-44bb-9f9f-bf4198ceaa29" providerId="ADAL" clId="{2A4F54F4-1B41-4B2F-9651-11A8C042A311}" dt="2024-04-25T05:02:29.083" v="4897" actId="1076"/>
          <ac:spMkLst>
            <pc:docMk/>
            <pc:sldMk cId="3536616600" sldId="567"/>
            <ac:spMk id="6" creationId="{702BC342-3441-D770-4B08-EF17E25B053A}"/>
          </ac:spMkLst>
        </pc:spChg>
        <pc:spChg chg="mod">
          <ac:chgData name="Yeo Xiong Wei, Jonathan" userId="ac2b658e-7ce1-44bb-9f9f-bf4198ceaa29" providerId="ADAL" clId="{2A4F54F4-1B41-4B2F-9651-11A8C042A311}" dt="2024-04-25T05:02:29.083" v="4897" actId="1076"/>
          <ac:spMkLst>
            <pc:docMk/>
            <pc:sldMk cId="3536616600" sldId="567"/>
            <ac:spMk id="7" creationId="{557E8DEB-1799-D8F8-160E-243A0C1C4153}"/>
          </ac:spMkLst>
        </pc:spChg>
        <pc:spChg chg="add del mod">
          <ac:chgData name="Yeo Xiong Wei, Jonathan" userId="ac2b658e-7ce1-44bb-9f9f-bf4198ceaa29" providerId="ADAL" clId="{2A4F54F4-1B41-4B2F-9651-11A8C042A311}" dt="2024-04-25T05:00:55.964" v="4852" actId="478"/>
          <ac:spMkLst>
            <pc:docMk/>
            <pc:sldMk cId="3536616600" sldId="567"/>
            <ac:spMk id="8" creationId="{CD88D44C-54F5-7BD6-A5A7-1E3350DDA307}"/>
          </ac:spMkLst>
        </pc:spChg>
        <pc:spChg chg="add mod">
          <ac:chgData name="Yeo Xiong Wei, Jonathan" userId="ac2b658e-7ce1-44bb-9f9f-bf4198ceaa29" providerId="ADAL" clId="{2A4F54F4-1B41-4B2F-9651-11A8C042A311}" dt="2024-04-25T05:00:54.103" v="4851"/>
          <ac:spMkLst>
            <pc:docMk/>
            <pc:sldMk cId="3536616600" sldId="567"/>
            <ac:spMk id="11" creationId="{C75E782D-03D9-884F-4E3C-D6BA52BA3922}"/>
          </ac:spMkLst>
        </pc:spChg>
        <pc:spChg chg="add mod">
          <ac:chgData name="Yeo Xiong Wei, Jonathan" userId="ac2b658e-7ce1-44bb-9f9f-bf4198ceaa29" providerId="ADAL" clId="{2A4F54F4-1B41-4B2F-9651-11A8C042A311}" dt="2024-04-25T05:00:56.770" v="4853"/>
          <ac:spMkLst>
            <pc:docMk/>
            <pc:sldMk cId="3536616600" sldId="567"/>
            <ac:spMk id="12" creationId="{3E25FB2A-8A2A-8C63-7212-F03C79B1B379}"/>
          </ac:spMkLst>
        </pc:spChg>
        <pc:spChg chg="add del mod">
          <ac:chgData name="Yeo Xiong Wei, Jonathan" userId="ac2b658e-7ce1-44bb-9f9f-bf4198ceaa29" providerId="ADAL" clId="{2A4F54F4-1B41-4B2F-9651-11A8C042A311}" dt="2024-04-25T05:01:37.482" v="4861"/>
          <ac:spMkLst>
            <pc:docMk/>
            <pc:sldMk cId="3536616600" sldId="567"/>
            <ac:spMk id="13" creationId="{8349A378-3413-B3D7-A4A7-60FAEC8BF80F}"/>
          </ac:spMkLst>
        </pc:spChg>
        <pc:spChg chg="add mod">
          <ac:chgData name="Yeo Xiong Wei, Jonathan" userId="ac2b658e-7ce1-44bb-9f9f-bf4198ceaa29" providerId="ADAL" clId="{2A4F54F4-1B41-4B2F-9651-11A8C042A311}" dt="2024-04-25T05:02:25.128" v="4896" actId="1076"/>
          <ac:spMkLst>
            <pc:docMk/>
            <pc:sldMk cId="3536616600" sldId="567"/>
            <ac:spMk id="14" creationId="{B4A87601-3AE2-7774-283D-22BE55CBDB0A}"/>
          </ac:spMkLst>
        </pc:spChg>
        <pc:spChg chg="add mod">
          <ac:chgData name="Yeo Xiong Wei, Jonathan" userId="ac2b658e-7ce1-44bb-9f9f-bf4198ceaa29" providerId="ADAL" clId="{2A4F54F4-1B41-4B2F-9651-11A8C042A311}" dt="2024-04-25T05:02:07.623" v="4883" actId="767"/>
          <ac:spMkLst>
            <pc:docMk/>
            <pc:sldMk cId="3536616600" sldId="567"/>
            <ac:spMk id="15" creationId="{70065494-D81C-6C50-5AAA-1D36B8AA4DFC}"/>
          </ac:spMkLst>
        </pc:spChg>
        <pc:spChg chg="add mod">
          <ac:chgData name="Yeo Xiong Wei, Jonathan" userId="ac2b658e-7ce1-44bb-9f9f-bf4198ceaa29" providerId="ADAL" clId="{2A4F54F4-1B41-4B2F-9651-11A8C042A311}" dt="2024-04-25T05:03:08.622" v="4919" actId="20577"/>
          <ac:spMkLst>
            <pc:docMk/>
            <pc:sldMk cId="3536616600" sldId="567"/>
            <ac:spMk id="16" creationId="{16691341-346D-D052-0265-C40B61419941}"/>
          </ac:spMkLst>
        </pc:spChg>
        <pc:graphicFrameChg chg="mod">
          <ac:chgData name="Yeo Xiong Wei, Jonathan" userId="ac2b658e-7ce1-44bb-9f9f-bf4198ceaa29" providerId="ADAL" clId="{2A4F54F4-1B41-4B2F-9651-11A8C042A311}" dt="2024-04-25T05:02:29.083" v="4897" actId="1076"/>
          <ac:graphicFrameMkLst>
            <pc:docMk/>
            <pc:sldMk cId="3536616600" sldId="567"/>
            <ac:graphicFrameMk id="4" creationId="{8880D175-EBAD-B308-6308-C5B7A4B90A48}"/>
          </ac:graphicFrameMkLst>
        </pc:graphicFrameChg>
        <pc:cxnChg chg="mod">
          <ac:chgData name="Yeo Xiong Wei, Jonathan" userId="ac2b658e-7ce1-44bb-9f9f-bf4198ceaa29" providerId="ADAL" clId="{2A4F54F4-1B41-4B2F-9651-11A8C042A311}" dt="2024-04-25T05:02:29.083" v="4897" actId="1076"/>
          <ac:cxnSpMkLst>
            <pc:docMk/>
            <pc:sldMk cId="3536616600" sldId="567"/>
            <ac:cxnSpMk id="9" creationId="{2E253900-CAC0-EA69-1002-446ECEAD5ABE}"/>
          </ac:cxnSpMkLst>
        </pc:cxnChg>
        <pc:cxnChg chg="mod">
          <ac:chgData name="Yeo Xiong Wei, Jonathan" userId="ac2b658e-7ce1-44bb-9f9f-bf4198ceaa29" providerId="ADAL" clId="{2A4F54F4-1B41-4B2F-9651-11A8C042A311}" dt="2024-04-25T05:02:29.083" v="4897" actId="1076"/>
          <ac:cxnSpMkLst>
            <pc:docMk/>
            <pc:sldMk cId="3536616600" sldId="567"/>
            <ac:cxnSpMk id="10" creationId="{DFBBF06E-2D98-C8B9-B589-E7E7BF726BC5}"/>
          </ac:cxnSpMkLst>
        </pc:cxnChg>
      </pc:sldChg>
      <pc:sldChg chg="add">
        <pc:chgData name="Yeo Xiong Wei, Jonathan" userId="ac2b658e-7ce1-44bb-9f9f-bf4198ceaa29" providerId="ADAL" clId="{2A4F54F4-1B41-4B2F-9651-11A8C042A311}" dt="2024-04-25T04:57:51.170" v="4545"/>
        <pc:sldMkLst>
          <pc:docMk/>
          <pc:sldMk cId="740851846" sldId="568"/>
        </pc:sldMkLst>
      </pc:sldChg>
      <pc:sldChg chg="modSp add mod modAnim">
        <pc:chgData name="Yeo Xiong Wei, Jonathan" userId="ac2b658e-7ce1-44bb-9f9f-bf4198ceaa29" providerId="ADAL" clId="{2A4F54F4-1B41-4B2F-9651-11A8C042A311}" dt="2024-07-15T04:48:21.298" v="5480" actId="20577"/>
        <pc:sldMkLst>
          <pc:docMk/>
          <pc:sldMk cId="3341201971" sldId="569"/>
        </pc:sldMkLst>
        <pc:spChg chg="mod">
          <ac:chgData name="Yeo Xiong Wei, Jonathan" userId="ac2b658e-7ce1-44bb-9f9f-bf4198ceaa29" providerId="ADAL" clId="{2A4F54F4-1B41-4B2F-9651-11A8C042A311}" dt="2024-07-15T04:48:21.298" v="5480" actId="20577"/>
          <ac:spMkLst>
            <pc:docMk/>
            <pc:sldMk cId="3341201971" sldId="569"/>
            <ac:spMk id="12" creationId="{4213F190-B2B0-43F1-B1CA-727BDFB3A022}"/>
          </ac:spMkLst>
        </pc:spChg>
      </pc:sldChg>
      <pc:sldMasterChg chg="addSp delSp modSp mod">
        <pc:chgData name="Yeo Xiong Wei, Jonathan" userId="ac2b658e-7ce1-44bb-9f9f-bf4198ceaa29" providerId="ADAL" clId="{2A4F54F4-1B41-4B2F-9651-11A8C042A311}" dt="2024-04-25T04:09:48.445" v="2203" actId="207"/>
        <pc:sldMasterMkLst>
          <pc:docMk/>
          <pc:sldMasterMk cId="2479556434" sldId="2147483648"/>
        </pc:sldMasterMkLst>
        <pc:spChg chg="mod">
          <ac:chgData name="Yeo Xiong Wei, Jonathan" userId="ac2b658e-7ce1-44bb-9f9f-bf4198ceaa29" providerId="ADAL" clId="{2A4F54F4-1B41-4B2F-9651-11A8C042A311}" dt="2024-04-25T03:32:53.299" v="73" actId="207"/>
          <ac:spMkLst>
            <pc:docMk/>
            <pc:sldMasterMk cId="2479556434" sldId="2147483648"/>
            <ac:spMk id="6" creationId="{D8CD3AE5-A1D8-4FF6-9CB3-6FFEC472B29A}"/>
          </ac:spMkLst>
        </pc:spChg>
        <pc:spChg chg="add del mod ord">
          <ac:chgData name="Yeo Xiong Wei, Jonathan" userId="ac2b658e-7ce1-44bb-9f9f-bf4198ceaa29" providerId="ADAL" clId="{2A4F54F4-1B41-4B2F-9651-11A8C042A311}" dt="2024-04-25T03:14:39.677" v="45" actId="478"/>
          <ac:spMkLst>
            <pc:docMk/>
            <pc:sldMasterMk cId="2479556434" sldId="2147483648"/>
            <ac:spMk id="7" creationId="{46521147-4B2E-D28C-A878-3B070086353F}"/>
          </ac:spMkLst>
        </pc:spChg>
        <pc:spChg chg="add del mod">
          <ac:chgData name="Yeo Xiong Wei, Jonathan" userId="ac2b658e-7ce1-44bb-9f9f-bf4198ceaa29" providerId="ADAL" clId="{2A4F54F4-1B41-4B2F-9651-11A8C042A311}" dt="2024-04-25T03:15:26.695" v="49" actId="478"/>
          <ac:spMkLst>
            <pc:docMk/>
            <pc:sldMasterMk cId="2479556434" sldId="2147483648"/>
            <ac:spMk id="8" creationId="{4FDEED08-7219-B1F4-AA0E-B5DE6C9482A7}"/>
          </ac:spMkLst>
        </pc:spChg>
        <pc:spChg chg="add mod ord">
          <ac:chgData name="Yeo Xiong Wei, Jonathan" userId="ac2b658e-7ce1-44bb-9f9f-bf4198ceaa29" providerId="ADAL" clId="{2A4F54F4-1B41-4B2F-9651-11A8C042A311}" dt="2024-04-25T04:09:48.445" v="2203" actId="207"/>
          <ac:spMkLst>
            <pc:docMk/>
            <pc:sldMasterMk cId="2479556434" sldId="2147483648"/>
            <ac:spMk id="9" creationId="{8D949DC7-91B3-9A39-8A85-75D5E84A245C}"/>
          </ac:spMkLst>
        </pc:spChg>
        <pc:spChg chg="add mod ord">
          <ac:chgData name="Yeo Xiong Wei, Jonathan" userId="ac2b658e-7ce1-44bb-9f9f-bf4198ceaa29" providerId="ADAL" clId="{2A4F54F4-1B41-4B2F-9651-11A8C042A311}" dt="2024-04-25T04:09:47.920" v="2202" actId="207"/>
          <ac:spMkLst>
            <pc:docMk/>
            <pc:sldMasterMk cId="2479556434" sldId="2147483648"/>
            <ac:spMk id="10" creationId="{943CC85C-295C-8DE7-7766-26D093437567}"/>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A9D0A9-1EAF-4B67-B262-562B734A020E}" type="datetimeFigureOut">
              <a:rPr lang="en-GB" smtClean="0"/>
              <a:t>21/09/2024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CABCB8-E5B2-4399-9FC2-32888C8FE114}" type="slidenum">
              <a:rPr lang="en-GB" smtClean="0"/>
              <a:t>‹#›</a:t>
            </a:fld>
            <a:endParaRPr lang="en-GB"/>
          </a:p>
        </p:txBody>
      </p:sp>
    </p:spTree>
    <p:extLst>
      <p:ext uri="{BB962C8B-B14F-4D97-AF65-F5344CB8AC3E}">
        <p14:creationId xmlns:p14="http://schemas.microsoft.com/office/powerpoint/2010/main" val="194948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EC09B7F-E93B-5E41-8803-6FBF9202B12C}" type="slidenum">
              <a:rPr lang="en-US" smtClean="0"/>
              <a:t>2</a:t>
            </a:fld>
            <a:endParaRPr lang="en-US"/>
          </a:p>
        </p:txBody>
      </p:sp>
    </p:spTree>
    <p:extLst>
      <p:ext uri="{BB962C8B-B14F-4D97-AF65-F5344CB8AC3E}">
        <p14:creationId xmlns:p14="http://schemas.microsoft.com/office/powerpoint/2010/main" val="12250688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EC09B7F-E93B-5E41-8803-6FBF9202B12C}" type="slidenum">
              <a:rPr lang="en-US" smtClean="0"/>
              <a:t>3</a:t>
            </a:fld>
            <a:endParaRPr lang="en-US"/>
          </a:p>
        </p:txBody>
      </p:sp>
    </p:spTree>
    <p:extLst>
      <p:ext uri="{BB962C8B-B14F-4D97-AF65-F5344CB8AC3E}">
        <p14:creationId xmlns:p14="http://schemas.microsoft.com/office/powerpoint/2010/main" val="368251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EC09B7F-E93B-5E41-8803-6FBF9202B12C}" type="slidenum">
              <a:rPr lang="en-US" smtClean="0"/>
              <a:t>4</a:t>
            </a:fld>
            <a:endParaRPr lang="en-US"/>
          </a:p>
        </p:txBody>
      </p:sp>
    </p:spTree>
    <p:extLst>
      <p:ext uri="{BB962C8B-B14F-4D97-AF65-F5344CB8AC3E}">
        <p14:creationId xmlns:p14="http://schemas.microsoft.com/office/powerpoint/2010/main" val="350643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GB" dirty="0"/>
              <a:t>In game theory, an important part of it is to be able to identify what kind of game it is. These are usually determined by items 3 and 4.</a:t>
            </a:r>
            <a:br>
              <a:rPr lang="en-GB" dirty="0"/>
            </a:br>
            <a:r>
              <a:rPr lang="en-GB" dirty="0"/>
              <a:t>Only after identifying what kind of game it is, will you be able to apply the proper concepts to solve it.</a:t>
            </a:r>
          </a:p>
        </p:txBody>
      </p:sp>
      <p:sp>
        <p:nvSpPr>
          <p:cNvPr id="4" name="Slide Number Placeholder 3"/>
          <p:cNvSpPr>
            <a:spLocks noGrp="1"/>
          </p:cNvSpPr>
          <p:nvPr>
            <p:ph type="sldNum" sz="quarter" idx="5"/>
          </p:nvPr>
        </p:nvSpPr>
        <p:spPr/>
        <p:txBody>
          <a:bodyPr/>
          <a:lstStyle/>
          <a:p>
            <a:fld id="{DDCABCB8-E5B2-4399-9FC2-32888C8FE114}" type="slidenum">
              <a:rPr lang="en-GB" smtClean="0"/>
              <a:t>5</a:t>
            </a:fld>
            <a:endParaRPr lang="en-GB"/>
          </a:p>
        </p:txBody>
      </p:sp>
    </p:spTree>
    <p:extLst>
      <p:ext uri="{BB962C8B-B14F-4D97-AF65-F5344CB8AC3E}">
        <p14:creationId xmlns:p14="http://schemas.microsoft.com/office/powerpoint/2010/main" val="3847371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GB" dirty="0"/>
          </a:p>
        </p:txBody>
      </p:sp>
      <p:sp>
        <p:nvSpPr>
          <p:cNvPr id="4" name="Slide Number Placeholder 3"/>
          <p:cNvSpPr>
            <a:spLocks noGrp="1"/>
          </p:cNvSpPr>
          <p:nvPr>
            <p:ph type="sldNum" sz="quarter" idx="5"/>
          </p:nvPr>
        </p:nvSpPr>
        <p:spPr/>
        <p:txBody>
          <a:bodyPr/>
          <a:lstStyle/>
          <a:p>
            <a:fld id="{DDCABCB8-E5B2-4399-9FC2-32888C8FE114}" type="slidenum">
              <a:rPr lang="en-GB" smtClean="0"/>
              <a:t>6</a:t>
            </a:fld>
            <a:endParaRPr lang="en-GB"/>
          </a:p>
        </p:txBody>
      </p:sp>
    </p:spTree>
    <p:extLst>
      <p:ext uri="{BB962C8B-B14F-4D97-AF65-F5344CB8AC3E}">
        <p14:creationId xmlns:p14="http://schemas.microsoft.com/office/powerpoint/2010/main" val="50451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DCABCB8-E5B2-4399-9FC2-32888C8FE114}" type="slidenum">
              <a:rPr lang="en-GB" smtClean="0"/>
              <a:t>7</a:t>
            </a:fld>
            <a:endParaRPr lang="en-GB"/>
          </a:p>
        </p:txBody>
      </p:sp>
    </p:spTree>
    <p:extLst>
      <p:ext uri="{BB962C8B-B14F-4D97-AF65-F5344CB8AC3E}">
        <p14:creationId xmlns:p14="http://schemas.microsoft.com/office/powerpoint/2010/main" val="7386975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DCABCB8-E5B2-4399-9FC2-32888C8FE114}" type="slidenum">
              <a:rPr lang="en-GB" smtClean="0"/>
              <a:t>8</a:t>
            </a:fld>
            <a:endParaRPr lang="en-GB"/>
          </a:p>
        </p:txBody>
      </p:sp>
    </p:spTree>
    <p:extLst>
      <p:ext uri="{BB962C8B-B14F-4D97-AF65-F5344CB8AC3E}">
        <p14:creationId xmlns:p14="http://schemas.microsoft.com/office/powerpoint/2010/main" val="39522542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DCABCB8-E5B2-4399-9FC2-32888C8FE114}" type="slidenum">
              <a:rPr lang="en-GB" smtClean="0"/>
              <a:t>9</a:t>
            </a:fld>
            <a:endParaRPr lang="en-GB"/>
          </a:p>
        </p:txBody>
      </p:sp>
    </p:spTree>
    <p:extLst>
      <p:ext uri="{BB962C8B-B14F-4D97-AF65-F5344CB8AC3E}">
        <p14:creationId xmlns:p14="http://schemas.microsoft.com/office/powerpoint/2010/main" val="7533051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DDCABCB8-E5B2-4399-9FC2-32888C8FE114}" type="slidenum">
              <a:rPr lang="en-GB" smtClean="0"/>
              <a:t>10</a:t>
            </a:fld>
            <a:endParaRPr lang="en-GB"/>
          </a:p>
        </p:txBody>
      </p:sp>
    </p:spTree>
    <p:extLst>
      <p:ext uri="{BB962C8B-B14F-4D97-AF65-F5344CB8AC3E}">
        <p14:creationId xmlns:p14="http://schemas.microsoft.com/office/powerpoint/2010/main" val="7942568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DCABCB8-E5B2-4399-9FC2-32888C8FE114}" type="slidenum">
              <a:rPr lang="en-GB" smtClean="0"/>
              <a:t>12</a:t>
            </a:fld>
            <a:endParaRPr lang="en-GB"/>
          </a:p>
        </p:txBody>
      </p:sp>
    </p:spTree>
    <p:extLst>
      <p:ext uri="{BB962C8B-B14F-4D97-AF65-F5344CB8AC3E}">
        <p14:creationId xmlns:p14="http://schemas.microsoft.com/office/powerpoint/2010/main" val="27713399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DCABCB8-E5B2-4399-9FC2-32888C8FE114}" type="slidenum">
              <a:rPr lang="en-GB" smtClean="0"/>
              <a:t>13</a:t>
            </a:fld>
            <a:endParaRPr lang="en-GB"/>
          </a:p>
        </p:txBody>
      </p:sp>
    </p:spTree>
    <p:extLst>
      <p:ext uri="{BB962C8B-B14F-4D97-AF65-F5344CB8AC3E}">
        <p14:creationId xmlns:p14="http://schemas.microsoft.com/office/powerpoint/2010/main" val="21135598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DCABCB8-E5B2-4399-9FC2-32888C8FE114}" type="slidenum">
              <a:rPr lang="en-GB" smtClean="0"/>
              <a:t>14</a:t>
            </a:fld>
            <a:endParaRPr lang="en-GB"/>
          </a:p>
        </p:txBody>
      </p:sp>
    </p:spTree>
    <p:extLst>
      <p:ext uri="{BB962C8B-B14F-4D97-AF65-F5344CB8AC3E}">
        <p14:creationId xmlns:p14="http://schemas.microsoft.com/office/powerpoint/2010/main" val="22237282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DCABCB8-E5B2-4399-9FC2-32888C8FE114}" type="slidenum">
              <a:rPr lang="en-GB" smtClean="0"/>
              <a:t>15</a:t>
            </a:fld>
            <a:endParaRPr lang="en-GB"/>
          </a:p>
        </p:txBody>
      </p:sp>
    </p:spTree>
    <p:extLst>
      <p:ext uri="{BB962C8B-B14F-4D97-AF65-F5344CB8AC3E}">
        <p14:creationId xmlns:p14="http://schemas.microsoft.com/office/powerpoint/2010/main" val="7535421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DCABCB8-E5B2-4399-9FC2-32888C8FE114}" type="slidenum">
              <a:rPr lang="en-GB" smtClean="0"/>
              <a:t>16</a:t>
            </a:fld>
            <a:endParaRPr lang="en-GB"/>
          </a:p>
        </p:txBody>
      </p:sp>
    </p:spTree>
    <p:extLst>
      <p:ext uri="{BB962C8B-B14F-4D97-AF65-F5344CB8AC3E}">
        <p14:creationId xmlns:p14="http://schemas.microsoft.com/office/powerpoint/2010/main" val="3335788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DCABCB8-E5B2-4399-9FC2-32888C8FE114}" type="slidenum">
              <a:rPr lang="en-GB" smtClean="0"/>
              <a:t>17</a:t>
            </a:fld>
            <a:endParaRPr lang="en-GB"/>
          </a:p>
        </p:txBody>
      </p:sp>
    </p:spTree>
    <p:extLst>
      <p:ext uri="{BB962C8B-B14F-4D97-AF65-F5344CB8AC3E}">
        <p14:creationId xmlns:p14="http://schemas.microsoft.com/office/powerpoint/2010/main" val="13733448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Left is dominated by </a:t>
            </a:r>
            <a:r>
              <a:rPr lang="en-GB" dirty="0" err="1"/>
              <a:t>Center</a:t>
            </a:r>
            <a:r>
              <a:rPr lang="en-GB" dirty="0"/>
              <a:t>. </a:t>
            </a:r>
            <a:r>
              <a:rPr lang="en-GB" dirty="0" err="1"/>
              <a:t>Center</a:t>
            </a:r>
            <a:r>
              <a:rPr lang="en-GB" dirty="0"/>
              <a:t> is not dominant as Right is sometimes better.</a:t>
            </a:r>
          </a:p>
          <a:p>
            <a:r>
              <a:rPr lang="en-GB" dirty="0"/>
              <a:t>Bottom is dominated by Top or Middle. Top or Middle can be better depending on what Player B does.</a:t>
            </a:r>
          </a:p>
        </p:txBody>
      </p:sp>
      <p:sp>
        <p:nvSpPr>
          <p:cNvPr id="4" name="Slide Number Placeholder 3"/>
          <p:cNvSpPr>
            <a:spLocks noGrp="1"/>
          </p:cNvSpPr>
          <p:nvPr>
            <p:ph type="sldNum" sz="quarter" idx="5"/>
          </p:nvPr>
        </p:nvSpPr>
        <p:spPr/>
        <p:txBody>
          <a:bodyPr/>
          <a:lstStyle/>
          <a:p>
            <a:fld id="{DDCABCB8-E5B2-4399-9FC2-32888C8FE114}" type="slidenum">
              <a:rPr lang="en-GB" smtClean="0"/>
              <a:t>18</a:t>
            </a:fld>
            <a:endParaRPr lang="en-GB"/>
          </a:p>
        </p:txBody>
      </p:sp>
    </p:spTree>
    <p:extLst>
      <p:ext uri="{BB962C8B-B14F-4D97-AF65-F5344CB8AC3E}">
        <p14:creationId xmlns:p14="http://schemas.microsoft.com/office/powerpoint/2010/main" val="2215433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DCABCB8-E5B2-4399-9FC2-32888C8FE114}" type="slidenum">
              <a:rPr lang="en-GB" smtClean="0"/>
              <a:t>19</a:t>
            </a:fld>
            <a:endParaRPr lang="en-GB"/>
          </a:p>
        </p:txBody>
      </p:sp>
    </p:spTree>
    <p:extLst>
      <p:ext uri="{BB962C8B-B14F-4D97-AF65-F5344CB8AC3E}">
        <p14:creationId xmlns:p14="http://schemas.microsoft.com/office/powerpoint/2010/main" val="17494367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DCABCB8-E5B2-4399-9FC2-32888C8FE114}" type="slidenum">
              <a:rPr lang="en-GB" smtClean="0"/>
              <a:t>20</a:t>
            </a:fld>
            <a:endParaRPr lang="en-GB"/>
          </a:p>
        </p:txBody>
      </p:sp>
    </p:spTree>
    <p:extLst>
      <p:ext uri="{BB962C8B-B14F-4D97-AF65-F5344CB8AC3E}">
        <p14:creationId xmlns:p14="http://schemas.microsoft.com/office/powerpoint/2010/main" val="19266471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DCABCB8-E5B2-4399-9FC2-32888C8FE114}" type="slidenum">
              <a:rPr lang="en-GB" smtClean="0"/>
              <a:t>21</a:t>
            </a:fld>
            <a:endParaRPr lang="en-GB"/>
          </a:p>
        </p:txBody>
      </p:sp>
    </p:spTree>
    <p:extLst>
      <p:ext uri="{BB962C8B-B14F-4D97-AF65-F5344CB8AC3E}">
        <p14:creationId xmlns:p14="http://schemas.microsoft.com/office/powerpoint/2010/main" val="14919995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DCABCB8-E5B2-4399-9FC2-32888C8FE114}" type="slidenum">
              <a:rPr lang="en-GB" smtClean="0"/>
              <a:t>22</a:t>
            </a:fld>
            <a:endParaRPr lang="en-GB"/>
          </a:p>
        </p:txBody>
      </p:sp>
    </p:spTree>
    <p:extLst>
      <p:ext uri="{BB962C8B-B14F-4D97-AF65-F5344CB8AC3E}">
        <p14:creationId xmlns:p14="http://schemas.microsoft.com/office/powerpoint/2010/main" val="33409970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DCABCB8-E5B2-4399-9FC2-32888C8FE114}" type="slidenum">
              <a:rPr lang="en-GB" smtClean="0"/>
              <a:t>23</a:t>
            </a:fld>
            <a:endParaRPr lang="en-GB"/>
          </a:p>
        </p:txBody>
      </p:sp>
    </p:spTree>
    <p:extLst>
      <p:ext uri="{BB962C8B-B14F-4D97-AF65-F5344CB8AC3E}">
        <p14:creationId xmlns:p14="http://schemas.microsoft.com/office/powerpoint/2010/main" val="15468345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DCABCB8-E5B2-4399-9FC2-32888C8FE114}" type="slidenum">
              <a:rPr lang="en-GB" smtClean="0"/>
              <a:t>24</a:t>
            </a:fld>
            <a:endParaRPr lang="en-GB"/>
          </a:p>
        </p:txBody>
      </p:sp>
    </p:spTree>
    <p:extLst>
      <p:ext uri="{BB962C8B-B14F-4D97-AF65-F5344CB8AC3E}">
        <p14:creationId xmlns:p14="http://schemas.microsoft.com/office/powerpoint/2010/main" val="35769645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DDCABCB8-E5B2-4399-9FC2-32888C8FE114}" type="slidenum">
              <a:rPr lang="en-GB" smtClean="0"/>
              <a:t>25</a:t>
            </a:fld>
            <a:endParaRPr lang="en-GB"/>
          </a:p>
        </p:txBody>
      </p:sp>
    </p:spTree>
    <p:extLst>
      <p:ext uri="{BB962C8B-B14F-4D97-AF65-F5344CB8AC3E}">
        <p14:creationId xmlns:p14="http://schemas.microsoft.com/office/powerpoint/2010/main" val="24461258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Remember we have imperfect information here.</a:t>
            </a:r>
          </a:p>
        </p:txBody>
      </p:sp>
      <p:sp>
        <p:nvSpPr>
          <p:cNvPr id="4" name="Slide Number Placeholder 3"/>
          <p:cNvSpPr>
            <a:spLocks noGrp="1"/>
          </p:cNvSpPr>
          <p:nvPr>
            <p:ph type="sldNum" sz="quarter" idx="5"/>
          </p:nvPr>
        </p:nvSpPr>
        <p:spPr/>
        <p:txBody>
          <a:bodyPr/>
          <a:lstStyle/>
          <a:p>
            <a:fld id="{DDCABCB8-E5B2-4399-9FC2-32888C8FE114}" type="slidenum">
              <a:rPr lang="en-GB" smtClean="0"/>
              <a:t>28</a:t>
            </a:fld>
            <a:endParaRPr lang="en-GB"/>
          </a:p>
        </p:txBody>
      </p:sp>
    </p:spTree>
    <p:extLst>
      <p:ext uri="{BB962C8B-B14F-4D97-AF65-F5344CB8AC3E}">
        <p14:creationId xmlns:p14="http://schemas.microsoft.com/office/powerpoint/2010/main" val="17659438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NE covers dominance solvable equilibria and more!</a:t>
            </a:r>
          </a:p>
        </p:txBody>
      </p:sp>
      <p:sp>
        <p:nvSpPr>
          <p:cNvPr id="4" name="Slide Number Placeholder 3"/>
          <p:cNvSpPr>
            <a:spLocks noGrp="1"/>
          </p:cNvSpPr>
          <p:nvPr>
            <p:ph type="sldNum" sz="quarter" idx="5"/>
          </p:nvPr>
        </p:nvSpPr>
        <p:spPr/>
        <p:txBody>
          <a:bodyPr/>
          <a:lstStyle/>
          <a:p>
            <a:fld id="{DDCABCB8-E5B2-4399-9FC2-32888C8FE114}" type="slidenum">
              <a:rPr lang="en-GB" smtClean="0"/>
              <a:t>29</a:t>
            </a:fld>
            <a:endParaRPr lang="en-GB"/>
          </a:p>
        </p:txBody>
      </p:sp>
    </p:spTree>
    <p:extLst>
      <p:ext uri="{BB962C8B-B14F-4D97-AF65-F5344CB8AC3E}">
        <p14:creationId xmlns:p14="http://schemas.microsoft.com/office/powerpoint/2010/main" val="38278661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DCABCB8-E5B2-4399-9FC2-32888C8FE114}" type="slidenum">
              <a:rPr lang="en-GB" smtClean="0"/>
              <a:t>30</a:t>
            </a:fld>
            <a:endParaRPr lang="en-GB"/>
          </a:p>
        </p:txBody>
      </p:sp>
    </p:spTree>
    <p:extLst>
      <p:ext uri="{BB962C8B-B14F-4D97-AF65-F5344CB8AC3E}">
        <p14:creationId xmlns:p14="http://schemas.microsoft.com/office/powerpoint/2010/main" val="9262346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DDCABCB8-E5B2-4399-9FC2-32888C8FE114}" type="slidenum">
              <a:rPr lang="en-GB" smtClean="0"/>
              <a:t>31</a:t>
            </a:fld>
            <a:endParaRPr lang="en-GB"/>
          </a:p>
        </p:txBody>
      </p:sp>
    </p:spTree>
    <p:extLst>
      <p:ext uri="{BB962C8B-B14F-4D97-AF65-F5344CB8AC3E}">
        <p14:creationId xmlns:p14="http://schemas.microsoft.com/office/powerpoint/2010/main" val="31419174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DCABCB8-E5B2-4399-9FC2-32888C8FE114}" type="slidenum">
              <a:rPr lang="en-GB" smtClean="0"/>
              <a:t>32</a:t>
            </a:fld>
            <a:endParaRPr lang="en-GB"/>
          </a:p>
        </p:txBody>
      </p:sp>
    </p:spTree>
    <p:extLst>
      <p:ext uri="{BB962C8B-B14F-4D97-AF65-F5344CB8AC3E}">
        <p14:creationId xmlns:p14="http://schemas.microsoft.com/office/powerpoint/2010/main" val="14864978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DCABCB8-E5B2-4399-9FC2-32888C8FE114}" type="slidenum">
              <a:rPr lang="en-GB" smtClean="0"/>
              <a:t>33</a:t>
            </a:fld>
            <a:endParaRPr lang="en-GB"/>
          </a:p>
        </p:txBody>
      </p:sp>
    </p:spTree>
    <p:extLst>
      <p:ext uri="{BB962C8B-B14F-4D97-AF65-F5344CB8AC3E}">
        <p14:creationId xmlns:p14="http://schemas.microsoft.com/office/powerpoint/2010/main" val="16882248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Sometimes, we may call it a best response correspondence because there might not be a unique best response to the other’s strategy.</a:t>
            </a:r>
          </a:p>
          <a:p>
            <a:r>
              <a:rPr lang="en-SG" dirty="0"/>
              <a:t>When there are multiple best responses, mathematically it is called a correspondence.</a:t>
            </a:r>
          </a:p>
        </p:txBody>
      </p:sp>
      <p:sp>
        <p:nvSpPr>
          <p:cNvPr id="4" name="Slide Number Placeholder 3"/>
          <p:cNvSpPr>
            <a:spLocks noGrp="1"/>
          </p:cNvSpPr>
          <p:nvPr>
            <p:ph type="sldNum" sz="quarter" idx="5"/>
          </p:nvPr>
        </p:nvSpPr>
        <p:spPr/>
        <p:txBody>
          <a:bodyPr/>
          <a:lstStyle/>
          <a:p>
            <a:fld id="{DDCABCB8-E5B2-4399-9FC2-32888C8FE114}" type="slidenum">
              <a:rPr lang="en-GB" smtClean="0"/>
              <a:t>35</a:t>
            </a:fld>
            <a:endParaRPr lang="en-GB"/>
          </a:p>
        </p:txBody>
      </p:sp>
    </p:spTree>
    <p:extLst>
      <p:ext uri="{BB962C8B-B14F-4D97-AF65-F5344CB8AC3E}">
        <p14:creationId xmlns:p14="http://schemas.microsoft.com/office/powerpoint/2010/main" val="24373464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DDCABCB8-E5B2-4399-9FC2-32888C8FE114}" type="slidenum">
              <a:rPr lang="en-GB" smtClean="0"/>
              <a:t>36</a:t>
            </a:fld>
            <a:endParaRPr lang="en-GB"/>
          </a:p>
        </p:txBody>
      </p:sp>
    </p:spTree>
    <p:extLst>
      <p:ext uri="{BB962C8B-B14F-4D97-AF65-F5344CB8AC3E}">
        <p14:creationId xmlns:p14="http://schemas.microsoft.com/office/powerpoint/2010/main" val="23928043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DDCABCB8-E5B2-4399-9FC2-32888C8FE114}" type="slidenum">
              <a:rPr lang="en-GB" smtClean="0"/>
              <a:t>37</a:t>
            </a:fld>
            <a:endParaRPr lang="en-GB"/>
          </a:p>
        </p:txBody>
      </p:sp>
    </p:spTree>
    <p:extLst>
      <p:ext uri="{BB962C8B-B14F-4D97-AF65-F5344CB8AC3E}">
        <p14:creationId xmlns:p14="http://schemas.microsoft.com/office/powerpoint/2010/main" val="34088687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this game, the payoffs represent how Player 2 wants to match with Player 1, but Player 1 doesn’t.</a:t>
            </a:r>
          </a:p>
        </p:txBody>
      </p:sp>
      <p:sp>
        <p:nvSpPr>
          <p:cNvPr id="4" name="Slide Number Placeholder 3"/>
          <p:cNvSpPr>
            <a:spLocks noGrp="1"/>
          </p:cNvSpPr>
          <p:nvPr>
            <p:ph type="sldNum" sz="quarter" idx="5"/>
          </p:nvPr>
        </p:nvSpPr>
        <p:spPr/>
        <p:txBody>
          <a:bodyPr/>
          <a:lstStyle/>
          <a:p>
            <a:fld id="{DDCABCB8-E5B2-4399-9FC2-32888C8FE114}" type="slidenum">
              <a:rPr lang="en-GB" smtClean="0"/>
              <a:t>39</a:t>
            </a:fld>
            <a:endParaRPr lang="en-GB"/>
          </a:p>
        </p:txBody>
      </p:sp>
    </p:spTree>
    <p:extLst>
      <p:ext uri="{BB962C8B-B14F-4D97-AF65-F5344CB8AC3E}">
        <p14:creationId xmlns:p14="http://schemas.microsoft.com/office/powerpoint/2010/main" val="42102785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DCABCB8-E5B2-4399-9FC2-32888C8FE114}" type="slidenum">
              <a:rPr lang="en-GB" smtClean="0"/>
              <a:t>40</a:t>
            </a:fld>
            <a:endParaRPr lang="en-GB"/>
          </a:p>
        </p:txBody>
      </p:sp>
    </p:spTree>
    <p:extLst>
      <p:ext uri="{BB962C8B-B14F-4D97-AF65-F5344CB8AC3E}">
        <p14:creationId xmlns:p14="http://schemas.microsoft.com/office/powerpoint/2010/main" val="2493185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DCABCB8-E5B2-4399-9FC2-32888C8FE114}" type="slidenum">
              <a:rPr lang="en-GB" smtClean="0"/>
              <a:t>41</a:t>
            </a:fld>
            <a:endParaRPr lang="en-GB"/>
          </a:p>
        </p:txBody>
      </p:sp>
    </p:spTree>
    <p:extLst>
      <p:ext uri="{BB962C8B-B14F-4D97-AF65-F5344CB8AC3E}">
        <p14:creationId xmlns:p14="http://schemas.microsoft.com/office/powerpoint/2010/main" val="21255077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14:m>
                  <m:oMath xmlns:m="http://schemas.openxmlformats.org/officeDocument/2006/math">
                    <m:r>
                      <a:rPr lang="en-US" sz="1200" i="1" dirty="0" smtClean="0">
                        <a:latin typeface="Cambria Math" panose="02040503050406030204" pitchFamily="18" charset="0"/>
                      </a:rPr>
                      <m:t>𝛥</m:t>
                    </m:r>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𝑆</m:t>
                        </m:r>
                      </m:e>
                      <m:sub>
                        <m:r>
                          <a:rPr lang="en-US" sz="1200" b="0" i="1" dirty="0" smtClean="0">
                            <a:latin typeface="Cambria Math" panose="02040503050406030204" pitchFamily="18" charset="0"/>
                          </a:rPr>
                          <m:t>𝑖</m:t>
                        </m:r>
                      </m:sub>
                    </m:sSub>
                  </m:oMath>
                </a14:m>
                <a:r>
                  <a:rPr lang="en-US" sz="1200" b="0" dirty="0"/>
                  <a:t> is the notation for the set of probability distributions over the set </a:t>
                </a: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𝑆</m:t>
                        </m:r>
                      </m:e>
                      <m:sub>
                        <m:r>
                          <a:rPr lang="en-US" sz="1200" b="0" i="1" smtClean="0">
                            <a:latin typeface="Cambria Math" panose="02040503050406030204" pitchFamily="18" charset="0"/>
                          </a:rPr>
                          <m:t>𝑖</m:t>
                        </m:r>
                      </m:sub>
                    </m:sSub>
                    <m:r>
                      <a:rPr lang="en-US" sz="1200" b="0" i="0" smtClean="0">
                        <a:latin typeface="Cambria Math" panose="02040503050406030204" pitchFamily="18" charset="0"/>
                      </a:rPr>
                      <m:t>.</m:t>
                    </m:r>
                  </m:oMath>
                </a14:m>
                <a:endParaRPr lang="en-US" sz="1200" dirty="0"/>
              </a:p>
              <a:p>
                <a:r>
                  <a:rPr lang="en-US" sz="1200" b="0" dirty="0"/>
                  <a:t>An element </a:t>
                </a: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𝜎</m:t>
                        </m:r>
                      </m:e>
                      <m:sub>
                        <m:r>
                          <a:rPr lang="en-US" sz="1200" b="0" i="1" smtClean="0">
                            <a:latin typeface="Cambria Math" panose="02040503050406030204" pitchFamily="18" charset="0"/>
                          </a:rPr>
                          <m:t>𝑖</m:t>
                        </m:r>
                      </m:sub>
                    </m:sSub>
                  </m:oMath>
                </a14:m>
                <a:r>
                  <a:rPr lang="en-US" sz="1200" b="0" dirty="0"/>
                  <a:t> in the set </a:t>
                </a:r>
                <a14:m>
                  <m:oMath xmlns:m="http://schemas.openxmlformats.org/officeDocument/2006/math">
                    <m:r>
                      <m:rPr>
                        <m:sty m:val="p"/>
                      </m:rPr>
                      <a:rPr lang="en-US" sz="1200" b="0" i="0" smtClean="0">
                        <a:latin typeface="Cambria Math" panose="02040503050406030204" pitchFamily="18" charset="0"/>
                      </a:rPr>
                      <m:t>Δ</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𝑆</m:t>
                        </m:r>
                      </m:e>
                      <m:sub>
                        <m:r>
                          <a:rPr lang="en-US" sz="1200" b="0" i="1" smtClean="0">
                            <a:latin typeface="Cambria Math" panose="02040503050406030204" pitchFamily="18" charset="0"/>
                          </a:rPr>
                          <m:t>𝑖</m:t>
                        </m:r>
                      </m:sub>
                    </m:sSub>
                  </m:oMath>
                </a14:m>
                <a:r>
                  <a:rPr lang="en-US" sz="1200" b="0" dirty="0"/>
                  <a:t> is a function from the set of strategies </a:t>
                </a: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𝑆</m:t>
                        </m:r>
                      </m:e>
                      <m:sub>
                        <m:r>
                          <a:rPr lang="en-US" sz="1200" b="0" i="1" smtClean="0">
                            <a:latin typeface="Cambria Math" panose="02040503050406030204" pitchFamily="18" charset="0"/>
                          </a:rPr>
                          <m:t>𝑖</m:t>
                        </m:r>
                      </m:sub>
                    </m:sSub>
                  </m:oMath>
                </a14:m>
                <a:r>
                  <a:rPr lang="en-US" sz="1200" b="0" dirty="0"/>
                  <a:t> to </a:t>
                </a:r>
                <a14:m>
                  <m:oMath xmlns:m="http://schemas.openxmlformats.org/officeDocument/2006/math">
                    <m:r>
                      <a:rPr lang="en-US" sz="1200" b="0" i="1" smtClean="0">
                        <a:latin typeface="Cambria Math" panose="02040503050406030204" pitchFamily="18" charset="0"/>
                      </a:rPr>
                      <m:t>[0,1]</m:t>
                    </m:r>
                  </m:oMath>
                </a14:m>
                <a:r>
                  <a:rPr lang="en-US" sz="1200" b="0" dirty="0"/>
                  <a:t> with the restriction that </a:t>
                </a:r>
                <a14:m>
                  <m:oMath xmlns:m="http://schemas.openxmlformats.org/officeDocument/2006/math">
                    <m:nary>
                      <m:naryPr>
                        <m:chr m:val="∑"/>
                        <m:limLoc m:val="subSup"/>
                        <m:supHide m:val="on"/>
                        <m:ctrlPr>
                          <a:rPr lang="en-US" sz="1200" b="0" i="1" dirty="0" smtClean="0">
                            <a:latin typeface="Cambria Math" panose="02040503050406030204" pitchFamily="18" charset="0"/>
                          </a:rPr>
                        </m:ctrlPr>
                      </m:naryPr>
                      <m:sub>
                        <m:sSub>
                          <m:sSubPr>
                            <m:ctrlPr>
                              <a:rPr lang="en-US" sz="1200" b="0" i="1" dirty="0" smtClean="0">
                                <a:latin typeface="Cambria Math" panose="02040503050406030204" pitchFamily="18" charset="0"/>
                              </a:rPr>
                            </m:ctrlPr>
                          </m:sSubPr>
                          <m:e>
                            <m:r>
                              <m:rPr>
                                <m:brk m:alnAt="9"/>
                              </m:rPr>
                              <a:rPr lang="en-US" sz="1200" b="0" i="1" dirty="0" smtClean="0">
                                <a:latin typeface="Cambria Math" panose="02040503050406030204" pitchFamily="18" charset="0"/>
                              </a:rPr>
                              <m:t>𝑠</m:t>
                            </m:r>
                          </m:e>
                          <m:sub>
                            <m:r>
                              <m:rPr>
                                <m:brk m:alnAt="9"/>
                              </m:rPr>
                              <a:rPr lang="en-US" sz="1200" b="0" i="1" dirty="0" smtClean="0">
                                <a:latin typeface="Cambria Math" panose="02040503050406030204" pitchFamily="18" charset="0"/>
                              </a:rPr>
                              <m:t>𝑖</m:t>
                            </m:r>
                          </m:sub>
                        </m:sSub>
                        <m:r>
                          <a:rPr lang="en-US" sz="1200" b="0" i="1" dirty="0" smtClean="0">
                            <a:latin typeface="Cambria Math" panose="02040503050406030204" pitchFamily="18" charset="0"/>
                          </a:rPr>
                          <m:t>∈</m:t>
                        </m:r>
                        <m:sSub>
                          <m:sSubPr>
                            <m:ctrlPr>
                              <a:rPr lang="en-US" sz="1200" b="0" i="1" dirty="0" smtClean="0">
                                <a:latin typeface="Cambria Math" panose="02040503050406030204" pitchFamily="18" charset="0"/>
                              </a:rPr>
                            </m:ctrlPr>
                          </m:sSubPr>
                          <m:e>
                            <m:r>
                              <m:rPr>
                                <m:sty m:val="p"/>
                              </m:rPr>
                              <a:rPr lang="en-US" sz="1200" b="0" i="1" dirty="0" smtClean="0">
                                <a:latin typeface="Cambria Math" panose="02040503050406030204" pitchFamily="18" charset="0"/>
                              </a:rPr>
                              <m:t>S</m:t>
                            </m:r>
                          </m:e>
                          <m:sub>
                            <m:r>
                              <a:rPr lang="en-US" sz="1200" b="0" i="1" dirty="0" smtClean="0">
                                <a:latin typeface="Cambria Math" panose="02040503050406030204" pitchFamily="18" charset="0"/>
                              </a:rPr>
                              <m:t>𝑖</m:t>
                            </m:r>
                          </m:sub>
                        </m:sSub>
                      </m:sub>
                      <m:sup/>
                      <m:e>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𝜎</m:t>
                            </m:r>
                          </m:e>
                          <m:sub>
                            <m:r>
                              <a:rPr lang="en-US" sz="1200" b="0" i="1" dirty="0" smtClean="0">
                                <a:latin typeface="Cambria Math" panose="02040503050406030204" pitchFamily="18" charset="0"/>
                              </a:rPr>
                              <m:t>𝑖</m:t>
                            </m:r>
                          </m:sub>
                        </m:sSub>
                        <m:d>
                          <m:dPr>
                            <m:ctrlPr>
                              <a:rPr lang="en-US" sz="1200" b="0" i="1" dirty="0" smtClean="0">
                                <a:latin typeface="Cambria Math" panose="02040503050406030204" pitchFamily="18" charset="0"/>
                              </a:rPr>
                            </m:ctrlPr>
                          </m:dPr>
                          <m:e>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𝑠</m:t>
                                </m:r>
                              </m:e>
                              <m:sub>
                                <m:r>
                                  <a:rPr lang="en-US" sz="1200" b="0" i="1" dirty="0" smtClean="0">
                                    <a:latin typeface="Cambria Math" panose="02040503050406030204" pitchFamily="18" charset="0"/>
                                  </a:rPr>
                                  <m:t>𝑖</m:t>
                                </m:r>
                              </m:sub>
                            </m:sSub>
                          </m:e>
                        </m:d>
                        <m:r>
                          <a:rPr lang="en-US" sz="1200" b="0" i="1" dirty="0" smtClean="0">
                            <a:latin typeface="Cambria Math" panose="02040503050406030204" pitchFamily="18" charset="0"/>
                          </a:rPr>
                          <m:t>=1</m:t>
                        </m:r>
                      </m:e>
                    </m:nary>
                  </m:oMath>
                </a14:m>
                <a:endParaRPr lang="en-US" sz="1200" b="0" dirty="0"/>
              </a:p>
              <a:p>
                <a:endParaRPr lang="en-SG" dirty="0"/>
              </a:p>
            </p:txBody>
          </p:sp>
        </mc:Choice>
        <mc:Fallback xmlns="">
          <p:sp>
            <p:nvSpPr>
              <p:cNvPr id="3" name="Notes Placeholder 2"/>
              <p:cNvSpPr>
                <a:spLocks noGrp="1"/>
              </p:cNvSpPr>
              <p:nvPr>
                <p:ph type="body" idx="1"/>
              </p:nvPr>
            </p:nvSpPr>
            <p:spPr/>
            <p:txBody>
              <a:bodyPr/>
              <a:lstStyle/>
              <a:p>
                <a:r>
                  <a:rPr lang="en-US" sz="1200" i="0" dirty="0">
                    <a:latin typeface="Cambria Math" panose="02040503050406030204" pitchFamily="18" charset="0"/>
                  </a:rPr>
                  <a:t>𝛥</a:t>
                </a:r>
                <a:r>
                  <a:rPr lang="en-US" sz="1200" b="0" i="0" dirty="0">
                    <a:latin typeface="Cambria Math" panose="02040503050406030204" pitchFamily="18" charset="0"/>
                  </a:rPr>
                  <a:t>𝑆_𝑖</a:t>
                </a:r>
                <a:r>
                  <a:rPr lang="en-US" sz="1200" b="0" dirty="0"/>
                  <a:t> is the notation for the set of probability distributions over the set </a:t>
                </a:r>
                <a:r>
                  <a:rPr lang="en-US" sz="1200" b="0" i="0">
                    <a:latin typeface="Cambria Math" panose="02040503050406030204" pitchFamily="18" charset="0"/>
                  </a:rPr>
                  <a:t>𝑆_𝑖.</a:t>
                </a:r>
                <a:endParaRPr lang="en-US" sz="1200" dirty="0"/>
              </a:p>
              <a:p>
                <a:r>
                  <a:rPr lang="en-US" sz="1200" b="0" dirty="0"/>
                  <a:t>An element </a:t>
                </a:r>
                <a:r>
                  <a:rPr lang="en-US" sz="1200" b="0" i="0">
                    <a:latin typeface="Cambria Math" panose="02040503050406030204" pitchFamily="18" charset="0"/>
                  </a:rPr>
                  <a:t>𝜎_𝑖</a:t>
                </a:r>
                <a:r>
                  <a:rPr lang="en-US" sz="1200" b="0" dirty="0"/>
                  <a:t> in the set </a:t>
                </a:r>
                <a:r>
                  <a:rPr lang="en-US" sz="1200" b="0" i="0">
                    <a:latin typeface="Cambria Math" panose="02040503050406030204" pitchFamily="18" charset="0"/>
                  </a:rPr>
                  <a:t>Δ𝑆_𝑖</a:t>
                </a:r>
                <a:r>
                  <a:rPr lang="en-US" sz="1200" b="0" dirty="0"/>
                  <a:t> is a function from the set of strategies </a:t>
                </a:r>
                <a:r>
                  <a:rPr lang="en-US" sz="1200" b="0" i="0">
                    <a:latin typeface="Cambria Math" panose="02040503050406030204" pitchFamily="18" charset="0"/>
                  </a:rPr>
                  <a:t>𝑆_𝑖</a:t>
                </a:r>
                <a:r>
                  <a:rPr lang="en-US" sz="1200" b="0" dirty="0"/>
                  <a:t> to </a:t>
                </a:r>
                <a:r>
                  <a:rPr lang="en-US" sz="1200" b="0" i="0">
                    <a:latin typeface="Cambria Math" panose="02040503050406030204" pitchFamily="18" charset="0"/>
                  </a:rPr>
                  <a:t>[0,1]</a:t>
                </a:r>
                <a:r>
                  <a:rPr lang="en-US" sz="1200" b="0" dirty="0"/>
                  <a:t> with the restriction that </a:t>
                </a:r>
                <a:r>
                  <a:rPr lang="en-US" sz="1200" b="0" i="0" dirty="0">
                    <a:latin typeface="Cambria Math" panose="02040503050406030204" pitchFamily="18" charset="0"/>
                  </a:rPr>
                  <a:t>∑2_(𝑠_𝑖∈S_𝑖)▒〖𝜎_𝑖 (𝑠_𝑖 )=1〗</a:t>
                </a:r>
                <a:endParaRPr lang="en-US" sz="1200" b="0" dirty="0"/>
              </a:p>
              <a:p>
                <a:endParaRPr lang="en-SG" dirty="0"/>
              </a:p>
            </p:txBody>
          </p:sp>
        </mc:Fallback>
      </mc:AlternateContent>
      <p:sp>
        <p:nvSpPr>
          <p:cNvPr id="4" name="Slide Number Placeholder 3"/>
          <p:cNvSpPr>
            <a:spLocks noGrp="1"/>
          </p:cNvSpPr>
          <p:nvPr>
            <p:ph type="sldNum" sz="quarter" idx="5"/>
          </p:nvPr>
        </p:nvSpPr>
        <p:spPr/>
        <p:txBody>
          <a:bodyPr/>
          <a:lstStyle/>
          <a:p>
            <a:fld id="{DDCABCB8-E5B2-4399-9FC2-32888C8FE114}" type="slidenum">
              <a:rPr lang="en-GB" smtClean="0"/>
              <a:t>42</a:t>
            </a:fld>
            <a:endParaRPr lang="en-GB"/>
          </a:p>
        </p:txBody>
      </p:sp>
    </p:spTree>
    <p:extLst>
      <p:ext uri="{BB962C8B-B14F-4D97-AF65-F5344CB8AC3E}">
        <p14:creationId xmlns:p14="http://schemas.microsoft.com/office/powerpoint/2010/main" val="6971734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A6C70-378F-4572-87F2-4C5C1D587E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DBC74C7-C071-42DF-A141-BFDCEE4E4F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8F9CD95-E99C-461A-8F25-C6322E625A28}"/>
              </a:ext>
            </a:extLst>
          </p:cNvPr>
          <p:cNvSpPr>
            <a:spLocks noGrp="1"/>
          </p:cNvSpPr>
          <p:nvPr>
            <p:ph type="dt" sz="half" idx="10"/>
          </p:nvPr>
        </p:nvSpPr>
        <p:spPr/>
        <p:txBody>
          <a:bodyPr/>
          <a:lstStyle/>
          <a:p>
            <a:fld id="{BAF87D7D-0C1F-4DDE-9081-2811B988D6FE}" type="datetime1">
              <a:rPr lang="en-GB" smtClean="0"/>
              <a:t>21/09/2024</a:t>
            </a:fld>
            <a:endParaRPr lang="en-GB"/>
          </a:p>
        </p:txBody>
      </p:sp>
      <p:sp>
        <p:nvSpPr>
          <p:cNvPr id="5" name="Footer Placeholder 4">
            <a:extLst>
              <a:ext uri="{FF2B5EF4-FFF2-40B4-BE49-F238E27FC236}">
                <a16:creationId xmlns:a16="http://schemas.microsoft.com/office/drawing/2014/main" id="{B08A9AE7-AF7C-4C4F-BD33-49E19254BE0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13D31CA-08EF-4E97-AE43-AAA4844D4BF3}"/>
              </a:ext>
            </a:extLst>
          </p:cNvPr>
          <p:cNvSpPr>
            <a:spLocks noGrp="1"/>
          </p:cNvSpPr>
          <p:nvPr>
            <p:ph type="sldNum" sz="quarter" idx="12"/>
          </p:nvPr>
        </p:nvSpPr>
        <p:spPr/>
        <p:txBody>
          <a:bodyPr/>
          <a:lstStyle/>
          <a:p>
            <a:fld id="{104D1C85-D14C-4D1F-B1AC-077E19A989F2}" type="slidenum">
              <a:rPr lang="en-GB" smtClean="0"/>
              <a:t>‹#›</a:t>
            </a:fld>
            <a:endParaRPr lang="en-GB"/>
          </a:p>
        </p:txBody>
      </p:sp>
    </p:spTree>
    <p:extLst>
      <p:ext uri="{BB962C8B-B14F-4D97-AF65-F5344CB8AC3E}">
        <p14:creationId xmlns:p14="http://schemas.microsoft.com/office/powerpoint/2010/main" val="3615212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B064D-C921-453E-828C-96EE8727C38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FB2BEE2-7EF4-4B40-A3FD-4EAB74C126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002B2DF-2B46-4713-988D-6A7A14D94FE2}"/>
              </a:ext>
            </a:extLst>
          </p:cNvPr>
          <p:cNvSpPr>
            <a:spLocks noGrp="1"/>
          </p:cNvSpPr>
          <p:nvPr>
            <p:ph type="dt" sz="half" idx="10"/>
          </p:nvPr>
        </p:nvSpPr>
        <p:spPr/>
        <p:txBody>
          <a:bodyPr/>
          <a:lstStyle/>
          <a:p>
            <a:fld id="{1125A22B-BDAD-4641-A7FF-06A5AD3476A9}" type="datetime1">
              <a:rPr lang="en-GB" smtClean="0"/>
              <a:t>21/09/2024</a:t>
            </a:fld>
            <a:endParaRPr lang="en-GB"/>
          </a:p>
        </p:txBody>
      </p:sp>
      <p:sp>
        <p:nvSpPr>
          <p:cNvPr id="5" name="Footer Placeholder 4">
            <a:extLst>
              <a:ext uri="{FF2B5EF4-FFF2-40B4-BE49-F238E27FC236}">
                <a16:creationId xmlns:a16="http://schemas.microsoft.com/office/drawing/2014/main" id="{9107C5B3-7D5E-4E69-B4FC-AF7896B06B7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C53FCD5-69F9-48A8-9648-3FA56AB6A97F}"/>
              </a:ext>
            </a:extLst>
          </p:cNvPr>
          <p:cNvSpPr>
            <a:spLocks noGrp="1"/>
          </p:cNvSpPr>
          <p:nvPr>
            <p:ph type="sldNum" sz="quarter" idx="12"/>
          </p:nvPr>
        </p:nvSpPr>
        <p:spPr/>
        <p:txBody>
          <a:bodyPr/>
          <a:lstStyle/>
          <a:p>
            <a:fld id="{104D1C85-D14C-4D1F-B1AC-077E19A989F2}" type="slidenum">
              <a:rPr lang="en-GB" smtClean="0"/>
              <a:t>‹#›</a:t>
            </a:fld>
            <a:endParaRPr lang="en-GB" dirty="0"/>
          </a:p>
        </p:txBody>
      </p:sp>
    </p:spTree>
    <p:extLst>
      <p:ext uri="{BB962C8B-B14F-4D97-AF65-F5344CB8AC3E}">
        <p14:creationId xmlns:p14="http://schemas.microsoft.com/office/powerpoint/2010/main" val="3329112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88D6E-51F7-49F1-B83F-CA98094243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C642CC8-678E-450C-9D86-522CB373EB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556666-3742-40F8-92EB-E57C9BC1BCC6}"/>
              </a:ext>
            </a:extLst>
          </p:cNvPr>
          <p:cNvSpPr>
            <a:spLocks noGrp="1"/>
          </p:cNvSpPr>
          <p:nvPr>
            <p:ph type="dt" sz="half" idx="10"/>
          </p:nvPr>
        </p:nvSpPr>
        <p:spPr/>
        <p:txBody>
          <a:bodyPr/>
          <a:lstStyle/>
          <a:p>
            <a:fld id="{E3861FA3-646B-4B5A-AB43-60964E8E441A}" type="datetime1">
              <a:rPr lang="en-GB" smtClean="0"/>
              <a:t>21/09/2024</a:t>
            </a:fld>
            <a:endParaRPr lang="en-GB"/>
          </a:p>
        </p:txBody>
      </p:sp>
      <p:sp>
        <p:nvSpPr>
          <p:cNvPr id="5" name="Footer Placeholder 4">
            <a:extLst>
              <a:ext uri="{FF2B5EF4-FFF2-40B4-BE49-F238E27FC236}">
                <a16:creationId xmlns:a16="http://schemas.microsoft.com/office/drawing/2014/main" id="{3DCB1EF9-74B1-445A-A1AB-EAABA4B1E2A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CACC459-ED8C-417F-80B7-B6D0A25990A1}"/>
              </a:ext>
            </a:extLst>
          </p:cNvPr>
          <p:cNvSpPr>
            <a:spLocks noGrp="1"/>
          </p:cNvSpPr>
          <p:nvPr>
            <p:ph type="sldNum" sz="quarter" idx="12"/>
          </p:nvPr>
        </p:nvSpPr>
        <p:spPr/>
        <p:txBody>
          <a:bodyPr/>
          <a:lstStyle/>
          <a:p>
            <a:fld id="{104D1C85-D14C-4D1F-B1AC-077E19A989F2}" type="slidenum">
              <a:rPr lang="en-GB" smtClean="0"/>
              <a:t>‹#›</a:t>
            </a:fld>
            <a:endParaRPr lang="en-GB"/>
          </a:p>
        </p:txBody>
      </p:sp>
    </p:spTree>
    <p:extLst>
      <p:ext uri="{BB962C8B-B14F-4D97-AF65-F5344CB8AC3E}">
        <p14:creationId xmlns:p14="http://schemas.microsoft.com/office/powerpoint/2010/main" val="4276932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89D15-23A9-4199-861D-E2F50F530DB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DC418B6-E6AA-4361-B871-A0B3420B6E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CEE24CC-BC9E-40AD-942E-0695E21DEC8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0DF73A3-D427-47B7-B97D-B0080572E3A7}"/>
              </a:ext>
            </a:extLst>
          </p:cNvPr>
          <p:cNvSpPr>
            <a:spLocks noGrp="1"/>
          </p:cNvSpPr>
          <p:nvPr>
            <p:ph type="dt" sz="half" idx="10"/>
          </p:nvPr>
        </p:nvSpPr>
        <p:spPr/>
        <p:txBody>
          <a:bodyPr/>
          <a:lstStyle/>
          <a:p>
            <a:fld id="{16D7ABE0-31CB-42D2-AC03-D44F3FFC9F26}" type="datetime1">
              <a:rPr lang="en-GB" smtClean="0"/>
              <a:t>21/09/2024</a:t>
            </a:fld>
            <a:endParaRPr lang="en-GB"/>
          </a:p>
        </p:txBody>
      </p:sp>
      <p:sp>
        <p:nvSpPr>
          <p:cNvPr id="6" name="Footer Placeholder 5">
            <a:extLst>
              <a:ext uri="{FF2B5EF4-FFF2-40B4-BE49-F238E27FC236}">
                <a16:creationId xmlns:a16="http://schemas.microsoft.com/office/drawing/2014/main" id="{CE9BBABB-6988-4403-8D87-4800CC6AAF8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50ACF3E-EA8C-467B-A9FA-07449201C2E4}"/>
              </a:ext>
            </a:extLst>
          </p:cNvPr>
          <p:cNvSpPr>
            <a:spLocks noGrp="1"/>
          </p:cNvSpPr>
          <p:nvPr>
            <p:ph type="sldNum" sz="quarter" idx="12"/>
          </p:nvPr>
        </p:nvSpPr>
        <p:spPr/>
        <p:txBody>
          <a:bodyPr/>
          <a:lstStyle/>
          <a:p>
            <a:fld id="{104D1C85-D14C-4D1F-B1AC-077E19A989F2}" type="slidenum">
              <a:rPr lang="en-GB" smtClean="0"/>
              <a:t>‹#›</a:t>
            </a:fld>
            <a:endParaRPr lang="en-GB"/>
          </a:p>
        </p:txBody>
      </p:sp>
    </p:spTree>
    <p:extLst>
      <p:ext uri="{BB962C8B-B14F-4D97-AF65-F5344CB8AC3E}">
        <p14:creationId xmlns:p14="http://schemas.microsoft.com/office/powerpoint/2010/main" val="4271631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D7644-036F-4A18-9083-E2FBD8BCD93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D1EC199-5726-4E45-AFED-367DEE3FEB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2F3126-D0CF-41D6-BE23-0302FEADF14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DBFCCCE-98BF-44A6-ADD6-4B4DDA07EA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B5516B-8DC0-44B9-8FCA-9FCDF0ED68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95C614B-2E84-4DBB-85EE-734C401F53BC}"/>
              </a:ext>
            </a:extLst>
          </p:cNvPr>
          <p:cNvSpPr>
            <a:spLocks noGrp="1"/>
          </p:cNvSpPr>
          <p:nvPr>
            <p:ph type="dt" sz="half" idx="10"/>
          </p:nvPr>
        </p:nvSpPr>
        <p:spPr/>
        <p:txBody>
          <a:bodyPr/>
          <a:lstStyle/>
          <a:p>
            <a:fld id="{D9BC5AF3-E0B4-4BDE-B9B4-42F8F89A46D3}" type="datetime1">
              <a:rPr lang="en-GB" smtClean="0"/>
              <a:t>21/09/2024</a:t>
            </a:fld>
            <a:endParaRPr lang="en-GB"/>
          </a:p>
        </p:txBody>
      </p:sp>
      <p:sp>
        <p:nvSpPr>
          <p:cNvPr id="8" name="Footer Placeholder 7">
            <a:extLst>
              <a:ext uri="{FF2B5EF4-FFF2-40B4-BE49-F238E27FC236}">
                <a16:creationId xmlns:a16="http://schemas.microsoft.com/office/drawing/2014/main" id="{48652E88-525C-49FA-926E-03A9B61B0909}"/>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4F81F4C-9A96-46C5-B57F-DAB19DBB6FE6}"/>
              </a:ext>
            </a:extLst>
          </p:cNvPr>
          <p:cNvSpPr>
            <a:spLocks noGrp="1"/>
          </p:cNvSpPr>
          <p:nvPr>
            <p:ph type="sldNum" sz="quarter" idx="12"/>
          </p:nvPr>
        </p:nvSpPr>
        <p:spPr/>
        <p:txBody>
          <a:bodyPr/>
          <a:lstStyle/>
          <a:p>
            <a:fld id="{104D1C85-D14C-4D1F-B1AC-077E19A989F2}" type="slidenum">
              <a:rPr lang="en-GB" smtClean="0"/>
              <a:t>‹#›</a:t>
            </a:fld>
            <a:endParaRPr lang="en-GB"/>
          </a:p>
        </p:txBody>
      </p:sp>
    </p:spTree>
    <p:extLst>
      <p:ext uri="{BB962C8B-B14F-4D97-AF65-F5344CB8AC3E}">
        <p14:creationId xmlns:p14="http://schemas.microsoft.com/office/powerpoint/2010/main" val="2521777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843B3-D451-426E-BEFE-F3FC8495813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14D23ED-F5D8-4458-8F01-E0AFDD1056AC}"/>
              </a:ext>
            </a:extLst>
          </p:cNvPr>
          <p:cNvSpPr>
            <a:spLocks noGrp="1"/>
          </p:cNvSpPr>
          <p:nvPr>
            <p:ph type="dt" sz="half" idx="10"/>
          </p:nvPr>
        </p:nvSpPr>
        <p:spPr/>
        <p:txBody>
          <a:bodyPr/>
          <a:lstStyle/>
          <a:p>
            <a:fld id="{8901ADDF-7DCA-4A49-973F-D3D322E4FE50}" type="datetime1">
              <a:rPr lang="en-GB" smtClean="0"/>
              <a:t>21/09/2024</a:t>
            </a:fld>
            <a:endParaRPr lang="en-GB"/>
          </a:p>
        </p:txBody>
      </p:sp>
      <p:sp>
        <p:nvSpPr>
          <p:cNvPr id="4" name="Footer Placeholder 3">
            <a:extLst>
              <a:ext uri="{FF2B5EF4-FFF2-40B4-BE49-F238E27FC236}">
                <a16:creationId xmlns:a16="http://schemas.microsoft.com/office/drawing/2014/main" id="{97F7F176-3846-4B39-9F98-CA96DBAB13F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E282721-FFA2-4888-A32F-B7F15806C55B}"/>
              </a:ext>
            </a:extLst>
          </p:cNvPr>
          <p:cNvSpPr>
            <a:spLocks noGrp="1"/>
          </p:cNvSpPr>
          <p:nvPr>
            <p:ph type="sldNum" sz="quarter" idx="12"/>
          </p:nvPr>
        </p:nvSpPr>
        <p:spPr/>
        <p:txBody>
          <a:bodyPr/>
          <a:lstStyle/>
          <a:p>
            <a:fld id="{104D1C85-D14C-4D1F-B1AC-077E19A989F2}" type="slidenum">
              <a:rPr lang="en-GB" smtClean="0"/>
              <a:t>‹#›</a:t>
            </a:fld>
            <a:endParaRPr lang="en-GB"/>
          </a:p>
        </p:txBody>
      </p:sp>
    </p:spTree>
    <p:extLst>
      <p:ext uri="{BB962C8B-B14F-4D97-AF65-F5344CB8AC3E}">
        <p14:creationId xmlns:p14="http://schemas.microsoft.com/office/powerpoint/2010/main" val="2930008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F2F5C2-E7F5-44F6-B3E3-A09A9FBB3367}"/>
              </a:ext>
            </a:extLst>
          </p:cNvPr>
          <p:cNvSpPr>
            <a:spLocks noGrp="1"/>
          </p:cNvSpPr>
          <p:nvPr>
            <p:ph type="dt" sz="half" idx="10"/>
          </p:nvPr>
        </p:nvSpPr>
        <p:spPr/>
        <p:txBody>
          <a:bodyPr/>
          <a:lstStyle/>
          <a:p>
            <a:fld id="{B19DD9E3-2369-4F88-AC58-5703BF0B4754}" type="datetime1">
              <a:rPr lang="en-GB" smtClean="0"/>
              <a:t>21/09/2024</a:t>
            </a:fld>
            <a:endParaRPr lang="en-GB"/>
          </a:p>
        </p:txBody>
      </p:sp>
      <p:sp>
        <p:nvSpPr>
          <p:cNvPr id="3" name="Footer Placeholder 2">
            <a:extLst>
              <a:ext uri="{FF2B5EF4-FFF2-40B4-BE49-F238E27FC236}">
                <a16:creationId xmlns:a16="http://schemas.microsoft.com/office/drawing/2014/main" id="{79D30895-94C9-4CDA-8A1C-A3B83C75DD2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0A785C4-52F2-40E5-B555-2B7E8441481D}"/>
              </a:ext>
            </a:extLst>
          </p:cNvPr>
          <p:cNvSpPr>
            <a:spLocks noGrp="1"/>
          </p:cNvSpPr>
          <p:nvPr>
            <p:ph type="sldNum" sz="quarter" idx="12"/>
          </p:nvPr>
        </p:nvSpPr>
        <p:spPr/>
        <p:txBody>
          <a:bodyPr/>
          <a:lstStyle/>
          <a:p>
            <a:fld id="{104D1C85-D14C-4D1F-B1AC-077E19A989F2}" type="slidenum">
              <a:rPr lang="en-GB" smtClean="0"/>
              <a:t>‹#›</a:t>
            </a:fld>
            <a:endParaRPr lang="en-GB"/>
          </a:p>
        </p:txBody>
      </p:sp>
    </p:spTree>
    <p:extLst>
      <p:ext uri="{BB962C8B-B14F-4D97-AF65-F5344CB8AC3E}">
        <p14:creationId xmlns:p14="http://schemas.microsoft.com/office/powerpoint/2010/main" val="4081730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95739-6EEA-489D-8DED-B80F3D23AC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A39C52D-EDE6-4481-8DF0-DE18336EF2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293AE25-69EB-484F-A285-78547AC601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CFC8A1-30BF-403A-8953-6FFBC6EF8878}"/>
              </a:ext>
            </a:extLst>
          </p:cNvPr>
          <p:cNvSpPr>
            <a:spLocks noGrp="1"/>
          </p:cNvSpPr>
          <p:nvPr>
            <p:ph type="dt" sz="half" idx="10"/>
          </p:nvPr>
        </p:nvSpPr>
        <p:spPr/>
        <p:txBody>
          <a:bodyPr/>
          <a:lstStyle/>
          <a:p>
            <a:fld id="{6D4442CA-78B4-4FB3-945F-9EB861BF4D50}" type="datetime1">
              <a:rPr lang="en-GB" smtClean="0"/>
              <a:t>21/09/2024</a:t>
            </a:fld>
            <a:endParaRPr lang="en-GB"/>
          </a:p>
        </p:txBody>
      </p:sp>
      <p:sp>
        <p:nvSpPr>
          <p:cNvPr id="6" name="Footer Placeholder 5">
            <a:extLst>
              <a:ext uri="{FF2B5EF4-FFF2-40B4-BE49-F238E27FC236}">
                <a16:creationId xmlns:a16="http://schemas.microsoft.com/office/drawing/2014/main" id="{6AB5DC3C-2AA7-4AA8-8A88-A61B948FDC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AA635C5-4C57-4540-8DCF-31008FC1C546}"/>
              </a:ext>
            </a:extLst>
          </p:cNvPr>
          <p:cNvSpPr>
            <a:spLocks noGrp="1"/>
          </p:cNvSpPr>
          <p:nvPr>
            <p:ph type="sldNum" sz="quarter" idx="12"/>
          </p:nvPr>
        </p:nvSpPr>
        <p:spPr/>
        <p:txBody>
          <a:bodyPr/>
          <a:lstStyle/>
          <a:p>
            <a:fld id="{104D1C85-D14C-4D1F-B1AC-077E19A989F2}" type="slidenum">
              <a:rPr lang="en-GB" smtClean="0"/>
              <a:t>‹#›</a:t>
            </a:fld>
            <a:endParaRPr lang="en-GB"/>
          </a:p>
        </p:txBody>
      </p:sp>
    </p:spTree>
    <p:extLst>
      <p:ext uri="{BB962C8B-B14F-4D97-AF65-F5344CB8AC3E}">
        <p14:creationId xmlns:p14="http://schemas.microsoft.com/office/powerpoint/2010/main" val="217556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D98B0-95FC-4E54-B7CF-3C82E71F4C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8C6113E-A0BB-4C87-8798-356A8EE11F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C2B5BA9-BD0D-4F2A-8A15-E8D7716EB6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D5C7DC-BEE0-4514-8DEA-AF85E2C97F40}"/>
              </a:ext>
            </a:extLst>
          </p:cNvPr>
          <p:cNvSpPr>
            <a:spLocks noGrp="1"/>
          </p:cNvSpPr>
          <p:nvPr>
            <p:ph type="dt" sz="half" idx="10"/>
          </p:nvPr>
        </p:nvSpPr>
        <p:spPr/>
        <p:txBody>
          <a:bodyPr/>
          <a:lstStyle/>
          <a:p>
            <a:fld id="{A6B00A9F-6891-4A83-9491-86DF5777461F}" type="datetime1">
              <a:rPr lang="en-GB" smtClean="0"/>
              <a:t>21/09/2024</a:t>
            </a:fld>
            <a:endParaRPr lang="en-GB"/>
          </a:p>
        </p:txBody>
      </p:sp>
      <p:sp>
        <p:nvSpPr>
          <p:cNvPr id="6" name="Footer Placeholder 5">
            <a:extLst>
              <a:ext uri="{FF2B5EF4-FFF2-40B4-BE49-F238E27FC236}">
                <a16:creationId xmlns:a16="http://schemas.microsoft.com/office/drawing/2014/main" id="{6B72B010-5B78-4035-AD51-2C4CEBC9454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981BD00-58E2-46E9-A7F5-8AE7D85E7734}"/>
              </a:ext>
            </a:extLst>
          </p:cNvPr>
          <p:cNvSpPr>
            <a:spLocks noGrp="1"/>
          </p:cNvSpPr>
          <p:nvPr>
            <p:ph type="sldNum" sz="quarter" idx="12"/>
          </p:nvPr>
        </p:nvSpPr>
        <p:spPr/>
        <p:txBody>
          <a:bodyPr/>
          <a:lstStyle/>
          <a:p>
            <a:fld id="{104D1C85-D14C-4D1F-B1AC-077E19A989F2}" type="slidenum">
              <a:rPr lang="en-GB" smtClean="0"/>
              <a:t>‹#›</a:t>
            </a:fld>
            <a:endParaRPr lang="en-GB"/>
          </a:p>
        </p:txBody>
      </p:sp>
    </p:spTree>
    <p:extLst>
      <p:ext uri="{BB962C8B-B14F-4D97-AF65-F5344CB8AC3E}">
        <p14:creationId xmlns:p14="http://schemas.microsoft.com/office/powerpoint/2010/main" val="609370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032B6-B344-4E94-91C3-6A82B0CA456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0338852-C971-48AC-B267-2E91F170EC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1135780-1D77-483F-8C1F-73D35EDB62AD}"/>
              </a:ext>
            </a:extLst>
          </p:cNvPr>
          <p:cNvSpPr>
            <a:spLocks noGrp="1"/>
          </p:cNvSpPr>
          <p:nvPr>
            <p:ph type="dt" sz="half" idx="10"/>
          </p:nvPr>
        </p:nvSpPr>
        <p:spPr/>
        <p:txBody>
          <a:bodyPr/>
          <a:lstStyle/>
          <a:p>
            <a:fld id="{C44163D7-F5C6-4757-85FE-3775A592E52A}" type="datetime1">
              <a:rPr lang="en-GB" smtClean="0"/>
              <a:t>21/09/2024</a:t>
            </a:fld>
            <a:endParaRPr lang="en-GB"/>
          </a:p>
        </p:txBody>
      </p:sp>
      <p:sp>
        <p:nvSpPr>
          <p:cNvPr id="5" name="Footer Placeholder 4">
            <a:extLst>
              <a:ext uri="{FF2B5EF4-FFF2-40B4-BE49-F238E27FC236}">
                <a16:creationId xmlns:a16="http://schemas.microsoft.com/office/drawing/2014/main" id="{78364F8C-4822-420A-8975-87B646439C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35C29F0-C313-4883-9A11-24387F470397}"/>
              </a:ext>
            </a:extLst>
          </p:cNvPr>
          <p:cNvSpPr>
            <a:spLocks noGrp="1"/>
          </p:cNvSpPr>
          <p:nvPr>
            <p:ph type="sldNum" sz="quarter" idx="12"/>
          </p:nvPr>
        </p:nvSpPr>
        <p:spPr/>
        <p:txBody>
          <a:bodyPr/>
          <a:lstStyle/>
          <a:p>
            <a:fld id="{104D1C85-D14C-4D1F-B1AC-077E19A989F2}" type="slidenum">
              <a:rPr lang="en-GB" smtClean="0"/>
              <a:t>‹#›</a:t>
            </a:fld>
            <a:endParaRPr lang="en-GB"/>
          </a:p>
        </p:txBody>
      </p:sp>
    </p:spTree>
    <p:extLst>
      <p:ext uri="{BB962C8B-B14F-4D97-AF65-F5344CB8AC3E}">
        <p14:creationId xmlns:p14="http://schemas.microsoft.com/office/powerpoint/2010/main" val="3033441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E2F1A2-D753-40FA-910E-09462B47DC8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6431D49-56BB-436B-A572-2304ED2BD2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C5C5DF5-557D-40AC-8AE8-C0228AD616EE}"/>
              </a:ext>
            </a:extLst>
          </p:cNvPr>
          <p:cNvSpPr>
            <a:spLocks noGrp="1"/>
          </p:cNvSpPr>
          <p:nvPr>
            <p:ph type="dt" sz="half" idx="10"/>
          </p:nvPr>
        </p:nvSpPr>
        <p:spPr/>
        <p:txBody>
          <a:bodyPr/>
          <a:lstStyle/>
          <a:p>
            <a:fld id="{1D92D97D-6CB7-44BF-94D8-FD3C6C2EF71D}" type="datetime1">
              <a:rPr lang="en-GB" smtClean="0"/>
              <a:t>21/09/2024</a:t>
            </a:fld>
            <a:endParaRPr lang="en-GB"/>
          </a:p>
        </p:txBody>
      </p:sp>
      <p:sp>
        <p:nvSpPr>
          <p:cNvPr id="5" name="Footer Placeholder 4">
            <a:extLst>
              <a:ext uri="{FF2B5EF4-FFF2-40B4-BE49-F238E27FC236}">
                <a16:creationId xmlns:a16="http://schemas.microsoft.com/office/drawing/2014/main" id="{395E9CDF-D4C6-440F-8AA2-F2A9663FA99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66D1E32-583F-425E-9345-9EDC80AE1BC3}"/>
              </a:ext>
            </a:extLst>
          </p:cNvPr>
          <p:cNvSpPr>
            <a:spLocks noGrp="1"/>
          </p:cNvSpPr>
          <p:nvPr>
            <p:ph type="sldNum" sz="quarter" idx="12"/>
          </p:nvPr>
        </p:nvSpPr>
        <p:spPr/>
        <p:txBody>
          <a:bodyPr/>
          <a:lstStyle/>
          <a:p>
            <a:fld id="{104D1C85-D14C-4D1F-B1AC-077E19A989F2}" type="slidenum">
              <a:rPr lang="en-GB" smtClean="0"/>
              <a:t>‹#›</a:t>
            </a:fld>
            <a:endParaRPr lang="en-GB"/>
          </a:p>
        </p:txBody>
      </p:sp>
    </p:spTree>
    <p:extLst>
      <p:ext uri="{BB962C8B-B14F-4D97-AF65-F5344CB8AC3E}">
        <p14:creationId xmlns:p14="http://schemas.microsoft.com/office/powerpoint/2010/main" val="2616272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43CC85C-295C-8DE7-7766-26D093437567}"/>
              </a:ext>
            </a:extLst>
          </p:cNvPr>
          <p:cNvSpPr/>
          <p:nvPr userDrawn="1"/>
        </p:nvSpPr>
        <p:spPr>
          <a:xfrm>
            <a:off x="0" y="6455377"/>
            <a:ext cx="12192000" cy="183417"/>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Diamond 8">
            <a:extLst>
              <a:ext uri="{FF2B5EF4-FFF2-40B4-BE49-F238E27FC236}">
                <a16:creationId xmlns:a16="http://schemas.microsoft.com/office/drawing/2014/main" id="{8D949DC7-91B3-9A39-8A85-75D5E84A245C}"/>
              </a:ext>
            </a:extLst>
          </p:cNvPr>
          <p:cNvSpPr/>
          <p:nvPr userDrawn="1"/>
        </p:nvSpPr>
        <p:spPr>
          <a:xfrm>
            <a:off x="10746288" y="6257076"/>
            <a:ext cx="939452" cy="563671"/>
          </a:xfrm>
          <a:prstGeom prst="diamond">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 name="Title Placeholder 1">
            <a:extLst>
              <a:ext uri="{FF2B5EF4-FFF2-40B4-BE49-F238E27FC236}">
                <a16:creationId xmlns:a16="http://schemas.microsoft.com/office/drawing/2014/main" id="{3BC8A7CF-E525-4CA4-BFFF-49E7B76885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23F1572D-0B05-47BF-A0C1-0DEEDB47DE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0F08D2DC-8491-4102-ADF9-3CA59BB6D5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435595-DE39-45A2-A25D-17F722B85FFF}" type="datetime1">
              <a:rPr lang="en-GB" smtClean="0"/>
              <a:t>21/09/2024</a:t>
            </a:fld>
            <a:endParaRPr lang="en-GB"/>
          </a:p>
        </p:txBody>
      </p:sp>
      <p:sp>
        <p:nvSpPr>
          <p:cNvPr id="5" name="Footer Placeholder 4">
            <a:extLst>
              <a:ext uri="{FF2B5EF4-FFF2-40B4-BE49-F238E27FC236}">
                <a16:creationId xmlns:a16="http://schemas.microsoft.com/office/drawing/2014/main" id="{0E7A7896-B27F-490C-AE52-A1690CF0E9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D8CD3AE5-A1D8-4FF6-9CB3-6FFEC472B2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a:solidFill>
                  <a:schemeClr val="bg1"/>
                </a:solidFill>
              </a:defRPr>
            </a:lvl1pPr>
          </a:lstStyle>
          <a:p>
            <a:fld id="{104D1C85-D14C-4D1F-B1AC-077E19A989F2}" type="slidenum">
              <a:rPr lang="en-GB" smtClean="0"/>
              <a:pPr/>
              <a:t>‹#›</a:t>
            </a:fld>
            <a:endParaRPr lang="en-GB" dirty="0"/>
          </a:p>
        </p:txBody>
      </p:sp>
    </p:spTree>
    <p:extLst>
      <p:ext uri="{BB962C8B-B14F-4D97-AF65-F5344CB8AC3E}">
        <p14:creationId xmlns:p14="http://schemas.microsoft.com/office/powerpoint/2010/main" val="24795564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33.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40.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150.png"/><Relationship Id="rId7" Type="http://schemas.openxmlformats.org/officeDocument/2006/relationships/image" Target="../media/image190.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180.png"/><Relationship Id="rId5" Type="http://schemas.openxmlformats.org/officeDocument/2006/relationships/image" Target="../media/image170.png"/><Relationship Id="rId4" Type="http://schemas.openxmlformats.org/officeDocument/2006/relationships/image" Target="../media/image16.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ebour.com.ar/pdfs/A%20Course%20in%20Game%20Theory.pdf" TargetMode="External"/><Relationship Id="rId2" Type="http://schemas.openxmlformats.org/officeDocument/2006/relationships/hyperlink" Target="https://mathematicalolympiads.files.wordpress.com/2012/08/martin_j-_osborne-an_introduction_to_game_theory-oxford_university_press_usa2003.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8B73FE-A455-4656-A476-6FFB3EF1C8A2}"/>
              </a:ext>
            </a:extLst>
          </p:cNvPr>
          <p:cNvSpPr>
            <a:spLocks noGrp="1"/>
          </p:cNvSpPr>
          <p:nvPr>
            <p:ph type="ctrTitle"/>
          </p:nvPr>
        </p:nvSpPr>
        <p:spPr>
          <a:xfrm>
            <a:off x="5297762" y="640080"/>
            <a:ext cx="6251110" cy="3566160"/>
          </a:xfrm>
        </p:spPr>
        <p:txBody>
          <a:bodyPr anchor="b">
            <a:normAutofit/>
          </a:bodyPr>
          <a:lstStyle/>
          <a:p>
            <a:pPr algn="l"/>
            <a:r>
              <a:rPr lang="en-GB" sz="5400" dirty="0">
                <a:latin typeface="+mn-lt"/>
              </a:rPr>
              <a:t>Game Theory I</a:t>
            </a:r>
          </a:p>
        </p:txBody>
      </p:sp>
      <p:sp>
        <p:nvSpPr>
          <p:cNvPr id="3" name="Subtitle 2">
            <a:extLst>
              <a:ext uri="{FF2B5EF4-FFF2-40B4-BE49-F238E27FC236}">
                <a16:creationId xmlns:a16="http://schemas.microsoft.com/office/drawing/2014/main" id="{0E6D8A6F-95BE-4FA0-BC49-0D8C36EA3819}"/>
              </a:ext>
            </a:extLst>
          </p:cNvPr>
          <p:cNvSpPr>
            <a:spLocks noGrp="1"/>
          </p:cNvSpPr>
          <p:nvPr>
            <p:ph type="subTitle" idx="1"/>
          </p:nvPr>
        </p:nvSpPr>
        <p:spPr>
          <a:xfrm>
            <a:off x="5297760" y="4636008"/>
            <a:ext cx="6251111" cy="1572768"/>
          </a:xfrm>
        </p:spPr>
        <p:txBody>
          <a:bodyPr>
            <a:normAutofit/>
          </a:bodyPr>
          <a:lstStyle/>
          <a:p>
            <a:pPr algn="l"/>
            <a:r>
              <a:rPr lang="en-GB" dirty="0"/>
              <a:t>HE3001, Microeconomics 3</a:t>
            </a:r>
            <a:br>
              <a:rPr lang="en-GB" dirty="0"/>
            </a:br>
            <a:r>
              <a:rPr lang="en-GB" dirty="0"/>
              <a:t>Nanyang Technological University</a:t>
            </a:r>
          </a:p>
        </p:txBody>
      </p:sp>
      <p:pic>
        <p:nvPicPr>
          <p:cNvPr id="63" name="Picture 62">
            <a:extLst>
              <a:ext uri="{FF2B5EF4-FFF2-40B4-BE49-F238E27FC236}">
                <a16:creationId xmlns:a16="http://schemas.microsoft.com/office/drawing/2014/main" id="{75759634-BB9C-A871-141B-97D891DFCD9C}"/>
              </a:ext>
            </a:extLst>
          </p:cNvPr>
          <p:cNvPicPr>
            <a:picLocks noChangeAspect="1"/>
          </p:cNvPicPr>
          <p:nvPr/>
        </p:nvPicPr>
        <p:blipFill rotWithShape="1">
          <a:blip r:embed="rId2"/>
          <a:srcRect l="22367" r="9722"/>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64"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4409267"/>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FA2D0295-A23A-1119-A554-68EE731FE671}"/>
              </a:ext>
            </a:extLst>
          </p:cNvPr>
          <p:cNvSpPr>
            <a:spLocks noGrp="1"/>
          </p:cNvSpPr>
          <p:nvPr>
            <p:ph type="sldNum" sz="quarter" idx="12"/>
          </p:nvPr>
        </p:nvSpPr>
        <p:spPr/>
        <p:txBody>
          <a:bodyPr/>
          <a:lstStyle/>
          <a:p>
            <a:fld id="{104D1C85-D14C-4D1F-B1AC-077E19A989F2}" type="slidenum">
              <a:rPr lang="en-GB" smtClean="0"/>
              <a:t>1</a:t>
            </a:fld>
            <a:endParaRPr lang="en-GB"/>
          </a:p>
        </p:txBody>
      </p:sp>
    </p:spTree>
    <p:extLst>
      <p:ext uri="{BB962C8B-B14F-4D97-AF65-F5344CB8AC3E}">
        <p14:creationId xmlns:p14="http://schemas.microsoft.com/office/powerpoint/2010/main" val="32520220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ChangeArrowheads="1"/>
          </p:cNvSpPr>
          <p:nvPr>
            <p:ph type="title"/>
          </p:nvPr>
        </p:nvSpPr>
        <p:spPr>
          <a:noFill/>
        </p:spPr>
        <p:txBody>
          <a:bodyPr/>
          <a:lstStyle/>
          <a:p>
            <a:pPr eaLnBrk="1" hangingPunct="1"/>
            <a:r>
              <a:rPr lang="en-US" altLang="en-US" dirty="0"/>
              <a:t>Introduction</a:t>
            </a:r>
          </a:p>
        </p:txBody>
      </p:sp>
      <p:sp>
        <p:nvSpPr>
          <p:cNvPr id="26626" name="Rectangle 3"/>
          <p:cNvSpPr>
            <a:spLocks noGrp="1" noChangeArrowheads="1"/>
          </p:cNvSpPr>
          <p:nvPr>
            <p:ph idx="1"/>
          </p:nvPr>
        </p:nvSpPr>
        <p:spPr>
          <a:xfrm>
            <a:off x="838199" y="1456791"/>
            <a:ext cx="10410371" cy="4755473"/>
          </a:xfrm>
        </p:spPr>
        <p:txBody>
          <a:bodyPr>
            <a:normAutofit/>
          </a:bodyPr>
          <a:lstStyle/>
          <a:p>
            <a:pPr eaLnBrk="1" hangingPunct="1"/>
            <a:endParaRPr lang="en-US" altLang="en-US" sz="2000" dirty="0"/>
          </a:p>
          <a:p>
            <a:r>
              <a:rPr lang="en-US" altLang="en-US" sz="2000" dirty="0"/>
              <a:t>In Micro 1 &amp; 2, we have mostly focused on </a:t>
            </a:r>
            <a:r>
              <a:rPr lang="en-US" altLang="en-US" sz="2000" b="1" i="1" dirty="0"/>
              <a:t>perfectly competitive</a:t>
            </a:r>
            <a:r>
              <a:rPr lang="en-US" altLang="en-US" sz="2000" i="1" dirty="0"/>
              <a:t> </a:t>
            </a:r>
            <a:r>
              <a:rPr lang="en-US" altLang="en-US" sz="2000" dirty="0"/>
              <a:t>scenarios.</a:t>
            </a:r>
          </a:p>
          <a:p>
            <a:pPr lvl="1"/>
            <a:r>
              <a:rPr lang="en-US" altLang="en-US" sz="1800" dirty="0"/>
              <a:t>E.g. Consumers, producers are price takers and do not consider how their choices affect other’s choices: </a:t>
            </a:r>
            <a:r>
              <a:rPr lang="en-US" altLang="en-US" sz="1800" u="sng" dirty="0"/>
              <a:t>no strategic thinking</a:t>
            </a:r>
            <a:r>
              <a:rPr lang="en-US" altLang="en-US" sz="1800" dirty="0"/>
              <a:t>!</a:t>
            </a:r>
            <a:br>
              <a:rPr lang="en-US" altLang="en-US" sz="1600" dirty="0"/>
            </a:br>
            <a:endParaRPr lang="en-US" altLang="en-US" sz="1600" dirty="0"/>
          </a:p>
          <a:p>
            <a:pPr eaLnBrk="1" hangingPunct="1"/>
            <a:r>
              <a:rPr lang="en-US" altLang="en-US" sz="2000" dirty="0"/>
              <a:t>But in many real-life scenarios, with fewer interacting agents, strategic thinking is important!</a:t>
            </a:r>
          </a:p>
          <a:p>
            <a:pPr lvl="1"/>
            <a:r>
              <a:rPr lang="en-US" altLang="en-US" sz="1800" dirty="0"/>
              <a:t>Need to consider how one’s actions will affect other’s actions.  </a:t>
            </a:r>
          </a:p>
          <a:p>
            <a:pPr lvl="1"/>
            <a:r>
              <a:rPr lang="en-US" altLang="en-US" sz="1800" dirty="0"/>
              <a:t>These strategic concerns often have impacts on social efficiency.</a:t>
            </a:r>
          </a:p>
          <a:p>
            <a:pPr eaLnBrk="1" hangingPunct="1"/>
            <a:endParaRPr lang="en-US" altLang="en-US" sz="2000" dirty="0"/>
          </a:p>
          <a:p>
            <a:pPr eaLnBrk="1" hangingPunct="1"/>
            <a:r>
              <a:rPr lang="en-US" altLang="en-US" sz="2000" b="1" dirty="0"/>
              <a:t>Game theory</a:t>
            </a:r>
            <a:r>
              <a:rPr lang="en-US" altLang="en-US" sz="2000" dirty="0"/>
              <a:t> helps to model such strategic behavior</a:t>
            </a:r>
          </a:p>
          <a:p>
            <a:pPr eaLnBrk="1" hangingPunct="1"/>
            <a:endParaRPr lang="en-US" altLang="en-US" sz="2000" dirty="0"/>
          </a:p>
          <a:p>
            <a:endParaRPr lang="en-US" altLang="en-US" sz="2000" dirty="0"/>
          </a:p>
          <a:p>
            <a:pPr eaLnBrk="1" hangingPunct="1"/>
            <a:endParaRPr lang="en-US" altLang="en-US" sz="2000" dirty="0"/>
          </a:p>
          <a:p>
            <a:pPr lvl="1"/>
            <a:endParaRPr lang="en-US" altLang="en-US" sz="2000" dirty="0"/>
          </a:p>
          <a:p>
            <a:pPr lvl="1"/>
            <a:endParaRPr lang="en-US" altLang="en-US" sz="2000" dirty="0"/>
          </a:p>
          <a:p>
            <a:pPr lvl="1"/>
            <a:endParaRPr lang="en-US" altLang="en-US" sz="2000" dirty="0"/>
          </a:p>
          <a:p>
            <a:pPr lvl="1"/>
            <a:endParaRPr lang="en-US" altLang="en-US" sz="2000" dirty="0"/>
          </a:p>
        </p:txBody>
      </p:sp>
      <p:sp>
        <p:nvSpPr>
          <p:cNvPr id="2" name="Slide Number Placeholder 1">
            <a:extLst>
              <a:ext uri="{FF2B5EF4-FFF2-40B4-BE49-F238E27FC236}">
                <a16:creationId xmlns:a16="http://schemas.microsoft.com/office/drawing/2014/main" id="{202260DE-A1D9-6013-5F5B-200695FABE06}"/>
              </a:ext>
            </a:extLst>
          </p:cNvPr>
          <p:cNvSpPr>
            <a:spLocks noGrp="1"/>
          </p:cNvSpPr>
          <p:nvPr>
            <p:ph type="sldNum" sz="quarter" idx="12"/>
          </p:nvPr>
        </p:nvSpPr>
        <p:spPr/>
        <p:txBody>
          <a:bodyPr/>
          <a:lstStyle/>
          <a:p>
            <a:fld id="{104D1C85-D14C-4D1F-B1AC-077E19A989F2}" type="slidenum">
              <a:rPr lang="en-GB" smtClean="0"/>
              <a:t>2</a:t>
            </a:fld>
            <a:endParaRPr lang="en-GB" dirty="0"/>
          </a:p>
        </p:txBody>
      </p:sp>
    </p:spTree>
    <p:extLst>
      <p:ext uri="{BB962C8B-B14F-4D97-AF65-F5344CB8AC3E}">
        <p14:creationId xmlns:p14="http://schemas.microsoft.com/office/powerpoint/2010/main" val="1913572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6">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62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62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62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ChangeArrowheads="1"/>
          </p:cNvSpPr>
          <p:nvPr>
            <p:ph type="title"/>
          </p:nvPr>
        </p:nvSpPr>
        <p:spPr>
          <a:noFill/>
        </p:spPr>
        <p:txBody>
          <a:bodyPr/>
          <a:lstStyle/>
          <a:p>
            <a:pPr eaLnBrk="1" hangingPunct="1"/>
            <a:r>
              <a:rPr lang="en-US" altLang="en-US" dirty="0"/>
              <a:t>Game Theory Applications</a:t>
            </a:r>
          </a:p>
        </p:txBody>
      </p:sp>
      <p:sp>
        <p:nvSpPr>
          <p:cNvPr id="26626" name="Rectangle 3"/>
          <p:cNvSpPr>
            <a:spLocks noGrp="1" noChangeArrowheads="1"/>
          </p:cNvSpPr>
          <p:nvPr>
            <p:ph idx="1"/>
          </p:nvPr>
        </p:nvSpPr>
        <p:spPr>
          <a:xfrm>
            <a:off x="838199" y="1456791"/>
            <a:ext cx="10410371" cy="4755473"/>
          </a:xfrm>
        </p:spPr>
        <p:txBody>
          <a:bodyPr>
            <a:normAutofit/>
          </a:bodyPr>
          <a:lstStyle/>
          <a:p>
            <a:endParaRPr lang="en-US" altLang="en-US" sz="2000" dirty="0"/>
          </a:p>
          <a:p>
            <a:r>
              <a:rPr lang="en-US" altLang="en-US" sz="2000" dirty="0"/>
              <a:t>In the next three lectures, we will cover some </a:t>
            </a:r>
            <a:r>
              <a:rPr lang="en-US" altLang="en-US" sz="2000" i="1" dirty="0"/>
              <a:t>basics of game theory</a:t>
            </a:r>
            <a:r>
              <a:rPr lang="en-US" altLang="en-US" sz="2000" dirty="0"/>
              <a:t>. </a:t>
            </a:r>
          </a:p>
          <a:p>
            <a:pPr eaLnBrk="1" hangingPunct="1"/>
            <a:endParaRPr lang="en-US" altLang="en-US" sz="2000" dirty="0"/>
          </a:p>
          <a:p>
            <a:pPr eaLnBrk="1" hangingPunct="1"/>
            <a:r>
              <a:rPr lang="en-US" altLang="en-US" sz="2000" dirty="0"/>
              <a:t>Where can game theory be applied?</a:t>
            </a:r>
          </a:p>
          <a:p>
            <a:pPr lvl="1"/>
            <a:r>
              <a:rPr lang="en-US" altLang="en-US" sz="1800" i="1" dirty="0"/>
              <a:t>Firms: </a:t>
            </a:r>
            <a:r>
              <a:rPr lang="en-US" altLang="en-US" sz="1800" dirty="0"/>
              <a:t>Oil companies, Carmakers, Amazon, Google, Insurance …</a:t>
            </a:r>
          </a:p>
          <a:p>
            <a:pPr lvl="1"/>
            <a:r>
              <a:rPr lang="en-US" altLang="en-US" sz="1800" i="1" dirty="0"/>
              <a:t>Government:</a:t>
            </a:r>
            <a:r>
              <a:rPr lang="en-US" altLang="en-US" sz="1800" dirty="0"/>
              <a:t> Market regulation, Competition Policies, Auctions…</a:t>
            </a:r>
          </a:p>
          <a:p>
            <a:pPr lvl="1"/>
            <a:r>
              <a:rPr lang="en-US" altLang="en-US" sz="1800" i="1" dirty="0" err="1"/>
              <a:t>Organisations</a:t>
            </a:r>
            <a:r>
              <a:rPr lang="en-US" altLang="en-US" sz="1800" i="1" dirty="0"/>
              <a:t>: </a:t>
            </a:r>
            <a:r>
              <a:rPr lang="en-US" altLang="en-US" sz="1800" dirty="0"/>
              <a:t>Human resources, Managerial policy, …</a:t>
            </a:r>
          </a:p>
          <a:p>
            <a:pPr lvl="1"/>
            <a:r>
              <a:rPr lang="en-US" altLang="en-US" sz="1800" i="1" dirty="0"/>
              <a:t>Socio-Biology:</a:t>
            </a:r>
            <a:r>
              <a:rPr lang="en-US" altLang="en-US" sz="1800" dirty="0"/>
              <a:t> Evolution of traits, </a:t>
            </a:r>
            <a:r>
              <a:rPr lang="en-US" altLang="en-US" sz="1800" dirty="0" err="1"/>
              <a:t>behaviour</a:t>
            </a:r>
            <a:r>
              <a:rPr lang="en-US" altLang="en-US" sz="1800" dirty="0"/>
              <a:t>, culture…</a:t>
            </a:r>
          </a:p>
          <a:p>
            <a:pPr lvl="1"/>
            <a:r>
              <a:rPr lang="en-US" altLang="en-US" sz="1800" i="1" dirty="0"/>
              <a:t>Day to Day Life</a:t>
            </a:r>
            <a:r>
              <a:rPr lang="en-US" altLang="en-US" sz="1800" dirty="0"/>
              <a:t>: Football, PC gaming, Relationships…</a:t>
            </a:r>
          </a:p>
          <a:p>
            <a:pPr lvl="1"/>
            <a:endParaRPr lang="en-US" altLang="en-US" sz="1800" dirty="0"/>
          </a:p>
          <a:p>
            <a:pPr lvl="1"/>
            <a:endParaRPr lang="en-US" altLang="en-US" sz="2000" dirty="0"/>
          </a:p>
          <a:p>
            <a:pPr lvl="1"/>
            <a:endParaRPr lang="en-US" altLang="en-US" sz="2000" dirty="0"/>
          </a:p>
          <a:p>
            <a:pPr lvl="1"/>
            <a:endParaRPr lang="en-US" altLang="en-US" sz="2000" dirty="0"/>
          </a:p>
          <a:p>
            <a:pPr lvl="1"/>
            <a:endParaRPr lang="en-US" altLang="en-US" sz="2000" dirty="0"/>
          </a:p>
        </p:txBody>
      </p:sp>
      <p:sp>
        <p:nvSpPr>
          <p:cNvPr id="2" name="Slide Number Placeholder 1">
            <a:extLst>
              <a:ext uri="{FF2B5EF4-FFF2-40B4-BE49-F238E27FC236}">
                <a16:creationId xmlns:a16="http://schemas.microsoft.com/office/drawing/2014/main" id="{8F8AF420-4906-9B6A-577C-7BB74AD5A845}"/>
              </a:ext>
            </a:extLst>
          </p:cNvPr>
          <p:cNvSpPr>
            <a:spLocks noGrp="1"/>
          </p:cNvSpPr>
          <p:nvPr>
            <p:ph type="sldNum" sz="quarter" idx="12"/>
          </p:nvPr>
        </p:nvSpPr>
        <p:spPr/>
        <p:txBody>
          <a:bodyPr/>
          <a:lstStyle/>
          <a:p>
            <a:fld id="{104D1C85-D14C-4D1F-B1AC-077E19A989F2}" type="slidenum">
              <a:rPr lang="en-GB" smtClean="0"/>
              <a:t>3</a:t>
            </a:fld>
            <a:endParaRPr lang="en-GB" dirty="0"/>
          </a:p>
        </p:txBody>
      </p:sp>
    </p:spTree>
    <p:extLst>
      <p:ext uri="{BB962C8B-B14F-4D97-AF65-F5344CB8AC3E}">
        <p14:creationId xmlns:p14="http://schemas.microsoft.com/office/powerpoint/2010/main" val="2019000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ChangeArrowheads="1"/>
          </p:cNvSpPr>
          <p:nvPr>
            <p:ph type="title"/>
          </p:nvPr>
        </p:nvSpPr>
        <p:spPr>
          <a:noFill/>
        </p:spPr>
        <p:txBody>
          <a:bodyPr/>
          <a:lstStyle/>
          <a:p>
            <a:pPr eaLnBrk="1" hangingPunct="1"/>
            <a:r>
              <a:rPr lang="en-US" altLang="en-US" dirty="0"/>
              <a:t>A simple example..</a:t>
            </a:r>
          </a:p>
        </p:txBody>
      </p:sp>
      <p:sp>
        <p:nvSpPr>
          <p:cNvPr id="26626" name="Rectangle 3"/>
          <p:cNvSpPr>
            <a:spLocks noGrp="1" noChangeArrowheads="1"/>
          </p:cNvSpPr>
          <p:nvPr>
            <p:ph idx="1"/>
          </p:nvPr>
        </p:nvSpPr>
        <p:spPr>
          <a:xfrm>
            <a:off x="838199" y="1456791"/>
            <a:ext cx="10410371" cy="4755473"/>
          </a:xfrm>
        </p:spPr>
        <p:txBody>
          <a:bodyPr>
            <a:normAutofit/>
          </a:bodyPr>
          <a:lstStyle/>
          <a:p>
            <a:endParaRPr lang="en-US" altLang="en-US" sz="2000" dirty="0"/>
          </a:p>
          <a:p>
            <a:pPr marL="0" indent="0">
              <a:buNone/>
            </a:pPr>
            <a:r>
              <a:rPr lang="en-US" altLang="en-US" sz="2000" dirty="0"/>
              <a:t>To see how games are generally formulated, let us consider the game: </a:t>
            </a:r>
            <a:r>
              <a:rPr lang="en-US" altLang="en-US" sz="2000" b="1" dirty="0"/>
              <a:t>rock-paper-scissors.</a:t>
            </a:r>
          </a:p>
          <a:p>
            <a:endParaRPr lang="en-US" altLang="en-US" sz="2000" dirty="0"/>
          </a:p>
          <a:p>
            <a:r>
              <a:rPr lang="en-US" altLang="en-US" sz="2000" dirty="0"/>
              <a:t>2 players participate in this game.</a:t>
            </a:r>
          </a:p>
          <a:p>
            <a:endParaRPr lang="en-US" altLang="en-US" sz="2000" dirty="0"/>
          </a:p>
          <a:p>
            <a:r>
              <a:rPr lang="en-US" altLang="en-US" sz="2000" dirty="0"/>
              <a:t>Each of them can choose between three options: </a:t>
            </a:r>
            <a:r>
              <a:rPr lang="en-US" altLang="en-US" sz="2000" dirty="0" err="1"/>
              <a:t>i</a:t>
            </a:r>
            <a:r>
              <a:rPr lang="en-US" altLang="en-US" sz="2000" dirty="0"/>
              <a:t>) rock, ii) paper or iii) scissors. </a:t>
            </a:r>
          </a:p>
          <a:p>
            <a:endParaRPr lang="en-US" altLang="en-US" sz="2000" dirty="0"/>
          </a:p>
          <a:p>
            <a:r>
              <a:rPr lang="en-US" altLang="en-US" sz="2000" dirty="0"/>
              <a:t>Players have to make their choice at the same time.</a:t>
            </a:r>
          </a:p>
          <a:p>
            <a:pPr lvl="1"/>
            <a:r>
              <a:rPr lang="en-US" altLang="en-US" sz="1800" dirty="0"/>
              <a:t>No information what the other player is going to choose.</a:t>
            </a:r>
          </a:p>
          <a:p>
            <a:pPr lvl="1"/>
            <a:endParaRPr lang="en-US" altLang="en-US" sz="1800" dirty="0"/>
          </a:p>
          <a:p>
            <a:r>
              <a:rPr lang="en-US" altLang="en-US" sz="2000" dirty="0"/>
              <a:t>Rock defeats scissors, Paper defeats Rock, Scissors defeats paper, while the rest are draws.</a:t>
            </a:r>
          </a:p>
          <a:p>
            <a:endParaRPr lang="en-US" altLang="en-US" sz="2000" dirty="0"/>
          </a:p>
          <a:p>
            <a:pPr lvl="1"/>
            <a:endParaRPr lang="en-US" altLang="en-US" sz="1800" dirty="0"/>
          </a:p>
          <a:p>
            <a:pPr lvl="1"/>
            <a:endParaRPr lang="en-US" altLang="en-US" sz="2000" dirty="0"/>
          </a:p>
          <a:p>
            <a:pPr lvl="1"/>
            <a:endParaRPr lang="en-US" altLang="en-US" sz="2000" dirty="0"/>
          </a:p>
          <a:p>
            <a:pPr lvl="1"/>
            <a:endParaRPr lang="en-US" altLang="en-US" sz="2000" dirty="0"/>
          </a:p>
          <a:p>
            <a:pPr lvl="1"/>
            <a:endParaRPr lang="en-US" altLang="en-US" sz="2000" dirty="0"/>
          </a:p>
        </p:txBody>
      </p:sp>
      <p:sp>
        <p:nvSpPr>
          <p:cNvPr id="2" name="TextBox 1">
            <a:extLst>
              <a:ext uri="{FF2B5EF4-FFF2-40B4-BE49-F238E27FC236}">
                <a16:creationId xmlns:a16="http://schemas.microsoft.com/office/drawing/2014/main" id="{B06360B7-C29A-2FEE-EEC6-54F25750AC6A}"/>
              </a:ext>
            </a:extLst>
          </p:cNvPr>
          <p:cNvSpPr txBox="1"/>
          <p:nvPr/>
        </p:nvSpPr>
        <p:spPr>
          <a:xfrm>
            <a:off x="1216743" y="2413022"/>
            <a:ext cx="1471941" cy="369332"/>
          </a:xfrm>
          <a:prstGeom prst="rect">
            <a:avLst/>
          </a:prstGeom>
          <a:noFill/>
        </p:spPr>
        <p:txBody>
          <a:bodyPr wrap="none" rtlCol="0">
            <a:spAutoFit/>
          </a:bodyPr>
          <a:lstStyle/>
          <a:p>
            <a:r>
              <a:rPr lang="en-SG" b="1" dirty="0">
                <a:solidFill>
                  <a:srgbClr val="0000FF"/>
                </a:solidFill>
              </a:rPr>
              <a:t>Set of players</a:t>
            </a:r>
          </a:p>
        </p:txBody>
      </p:sp>
      <p:sp>
        <p:nvSpPr>
          <p:cNvPr id="4" name="TextBox 3">
            <a:extLst>
              <a:ext uri="{FF2B5EF4-FFF2-40B4-BE49-F238E27FC236}">
                <a16:creationId xmlns:a16="http://schemas.microsoft.com/office/drawing/2014/main" id="{DC2F9DC7-0A10-6DAB-8866-F6F210D8BA54}"/>
              </a:ext>
            </a:extLst>
          </p:cNvPr>
          <p:cNvSpPr txBox="1"/>
          <p:nvPr/>
        </p:nvSpPr>
        <p:spPr>
          <a:xfrm>
            <a:off x="7305367" y="3126036"/>
            <a:ext cx="1475084" cy="369332"/>
          </a:xfrm>
          <a:prstGeom prst="rect">
            <a:avLst/>
          </a:prstGeom>
          <a:noFill/>
        </p:spPr>
        <p:txBody>
          <a:bodyPr wrap="none" rtlCol="0">
            <a:spAutoFit/>
          </a:bodyPr>
          <a:lstStyle/>
          <a:p>
            <a:r>
              <a:rPr lang="en-SG" b="1" dirty="0">
                <a:solidFill>
                  <a:srgbClr val="0000FF"/>
                </a:solidFill>
              </a:rPr>
              <a:t>Set of actions</a:t>
            </a:r>
          </a:p>
        </p:txBody>
      </p:sp>
      <p:sp>
        <p:nvSpPr>
          <p:cNvPr id="5" name="TextBox 4">
            <a:extLst>
              <a:ext uri="{FF2B5EF4-FFF2-40B4-BE49-F238E27FC236}">
                <a16:creationId xmlns:a16="http://schemas.microsoft.com/office/drawing/2014/main" id="{932FE6A2-BDF0-2C09-88CB-0B3A4141BB2F}"/>
              </a:ext>
            </a:extLst>
          </p:cNvPr>
          <p:cNvSpPr txBox="1"/>
          <p:nvPr/>
        </p:nvSpPr>
        <p:spPr>
          <a:xfrm>
            <a:off x="3419167" y="3967005"/>
            <a:ext cx="972959" cy="369332"/>
          </a:xfrm>
          <a:prstGeom prst="rect">
            <a:avLst/>
          </a:prstGeom>
          <a:noFill/>
        </p:spPr>
        <p:txBody>
          <a:bodyPr wrap="none" rtlCol="0">
            <a:spAutoFit/>
          </a:bodyPr>
          <a:lstStyle/>
          <a:p>
            <a:r>
              <a:rPr lang="en-SG" b="1" dirty="0">
                <a:solidFill>
                  <a:srgbClr val="0000FF"/>
                </a:solidFill>
              </a:rPr>
              <a:t>Strategy</a:t>
            </a:r>
          </a:p>
        </p:txBody>
      </p:sp>
      <p:sp>
        <p:nvSpPr>
          <p:cNvPr id="6" name="TextBox 5">
            <a:extLst>
              <a:ext uri="{FF2B5EF4-FFF2-40B4-BE49-F238E27FC236}">
                <a16:creationId xmlns:a16="http://schemas.microsoft.com/office/drawing/2014/main" id="{F087695D-FF33-3B98-C813-15C2C44E46A0}"/>
              </a:ext>
            </a:extLst>
          </p:cNvPr>
          <p:cNvSpPr txBox="1"/>
          <p:nvPr/>
        </p:nvSpPr>
        <p:spPr>
          <a:xfrm>
            <a:off x="5564278" y="4025999"/>
            <a:ext cx="1666610" cy="369332"/>
          </a:xfrm>
          <a:prstGeom prst="rect">
            <a:avLst/>
          </a:prstGeom>
          <a:noFill/>
        </p:spPr>
        <p:txBody>
          <a:bodyPr wrap="none" rtlCol="0">
            <a:spAutoFit/>
          </a:bodyPr>
          <a:lstStyle/>
          <a:p>
            <a:r>
              <a:rPr lang="en-SG" b="1" dirty="0">
                <a:solidFill>
                  <a:srgbClr val="0000FF"/>
                </a:solidFill>
              </a:rPr>
              <a:t>Order of moves</a:t>
            </a:r>
          </a:p>
        </p:txBody>
      </p:sp>
      <p:sp>
        <p:nvSpPr>
          <p:cNvPr id="7" name="TextBox 6">
            <a:extLst>
              <a:ext uri="{FF2B5EF4-FFF2-40B4-BE49-F238E27FC236}">
                <a16:creationId xmlns:a16="http://schemas.microsoft.com/office/drawing/2014/main" id="{913AE41C-38FA-F20F-E39B-E240E2B9F018}"/>
              </a:ext>
            </a:extLst>
          </p:cNvPr>
          <p:cNvSpPr txBox="1"/>
          <p:nvPr/>
        </p:nvSpPr>
        <p:spPr>
          <a:xfrm>
            <a:off x="7117776" y="4595694"/>
            <a:ext cx="1325619" cy="369332"/>
          </a:xfrm>
          <a:prstGeom prst="rect">
            <a:avLst/>
          </a:prstGeom>
          <a:noFill/>
        </p:spPr>
        <p:txBody>
          <a:bodyPr wrap="none" rtlCol="0">
            <a:spAutoFit/>
          </a:bodyPr>
          <a:lstStyle/>
          <a:p>
            <a:r>
              <a:rPr lang="en-SG" b="1" dirty="0">
                <a:solidFill>
                  <a:srgbClr val="0000FF"/>
                </a:solidFill>
              </a:rPr>
              <a:t>Information</a:t>
            </a:r>
          </a:p>
        </p:txBody>
      </p:sp>
      <p:sp>
        <p:nvSpPr>
          <p:cNvPr id="8" name="TextBox 7">
            <a:extLst>
              <a:ext uri="{FF2B5EF4-FFF2-40B4-BE49-F238E27FC236}">
                <a16:creationId xmlns:a16="http://schemas.microsoft.com/office/drawing/2014/main" id="{44582E1F-9993-BE82-B854-70688747B710}"/>
              </a:ext>
            </a:extLst>
          </p:cNvPr>
          <p:cNvSpPr txBox="1"/>
          <p:nvPr/>
        </p:nvSpPr>
        <p:spPr>
          <a:xfrm>
            <a:off x="10603368" y="5286410"/>
            <a:ext cx="879793" cy="369332"/>
          </a:xfrm>
          <a:prstGeom prst="rect">
            <a:avLst/>
          </a:prstGeom>
          <a:noFill/>
        </p:spPr>
        <p:txBody>
          <a:bodyPr wrap="none" rtlCol="0">
            <a:spAutoFit/>
          </a:bodyPr>
          <a:lstStyle/>
          <a:p>
            <a:r>
              <a:rPr lang="en-SG" b="1" dirty="0">
                <a:solidFill>
                  <a:srgbClr val="0000FF"/>
                </a:solidFill>
              </a:rPr>
              <a:t>Payoffs</a:t>
            </a:r>
          </a:p>
        </p:txBody>
      </p:sp>
      <p:sp>
        <p:nvSpPr>
          <p:cNvPr id="9" name="Slide Number Placeholder 8">
            <a:extLst>
              <a:ext uri="{FF2B5EF4-FFF2-40B4-BE49-F238E27FC236}">
                <a16:creationId xmlns:a16="http://schemas.microsoft.com/office/drawing/2014/main" id="{01C2F5F0-AF46-270A-EE9B-050387094C38}"/>
              </a:ext>
            </a:extLst>
          </p:cNvPr>
          <p:cNvSpPr>
            <a:spLocks noGrp="1"/>
          </p:cNvSpPr>
          <p:nvPr>
            <p:ph type="sldNum" sz="quarter" idx="12"/>
          </p:nvPr>
        </p:nvSpPr>
        <p:spPr/>
        <p:txBody>
          <a:bodyPr/>
          <a:lstStyle/>
          <a:p>
            <a:fld id="{104D1C85-D14C-4D1F-B1AC-077E19A989F2}" type="slidenum">
              <a:rPr lang="en-GB" smtClean="0"/>
              <a:t>4</a:t>
            </a:fld>
            <a:endParaRPr lang="en-GB" dirty="0"/>
          </a:p>
        </p:txBody>
      </p:sp>
      <p:pic>
        <p:nvPicPr>
          <p:cNvPr id="1028" name="Picture 4" descr="11 Unbelievable Facts About Rock, Paper, Scissors - Facts.net">
            <a:extLst>
              <a:ext uri="{FF2B5EF4-FFF2-40B4-BE49-F238E27FC236}">
                <a16:creationId xmlns:a16="http://schemas.microsoft.com/office/drawing/2014/main" id="{E998F931-E36D-85C1-C233-7C49DFC94C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1103" y="75974"/>
            <a:ext cx="2970897" cy="16699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4281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7"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a:noFill/>
        </p:spPr>
        <p:txBody>
          <a:bodyPr/>
          <a:lstStyle/>
          <a:p>
            <a:pPr eaLnBrk="1" hangingPunct="1"/>
            <a:r>
              <a:rPr lang="en-US" altLang="en-US" dirty="0"/>
              <a:t>Parameters of a Game</a:t>
            </a:r>
          </a:p>
        </p:txBody>
      </p:sp>
      <mc:AlternateContent xmlns:mc="http://schemas.openxmlformats.org/markup-compatibility/2006" xmlns:a14="http://schemas.microsoft.com/office/drawing/2010/main">
        <mc:Choice Requires="a14">
          <p:sp>
            <p:nvSpPr>
              <p:cNvPr id="29698" name="Rectangle 3"/>
              <p:cNvSpPr>
                <a:spLocks noGrp="1" noChangeArrowheads="1"/>
              </p:cNvSpPr>
              <p:nvPr>
                <p:ph idx="1"/>
              </p:nvPr>
            </p:nvSpPr>
            <p:spPr>
              <a:xfrm>
                <a:off x="838200" y="1456792"/>
                <a:ext cx="10304206" cy="3301584"/>
              </a:xfrm>
            </p:spPr>
            <p:txBody>
              <a:bodyPr>
                <a:normAutofit/>
              </a:bodyPr>
              <a:lstStyle/>
              <a:p>
                <a:pPr eaLnBrk="1" hangingPunct="1"/>
                <a:r>
                  <a:rPr lang="en-US" altLang="en-US" sz="2000" dirty="0"/>
                  <a:t>In general, a </a:t>
                </a:r>
                <a:r>
                  <a:rPr lang="en-US" altLang="en-US" sz="2000" b="1" dirty="0"/>
                  <a:t>game</a:t>
                </a:r>
                <a:r>
                  <a:rPr lang="en-US" altLang="en-US" sz="2000" dirty="0"/>
                  <a:t> consists of</a:t>
                </a:r>
              </a:p>
              <a:p>
                <a:pPr marL="914400" lvl="1" indent="-457200" eaLnBrk="1" hangingPunct="1">
                  <a:spcBef>
                    <a:spcPts val="1000"/>
                  </a:spcBef>
                  <a:buFont typeface="+mj-lt"/>
                  <a:buAutoNum type="arabicPeriod"/>
                </a:pPr>
                <a:r>
                  <a:rPr lang="en-US" altLang="en-US" sz="1800" dirty="0"/>
                  <a:t>A set of </a:t>
                </a:r>
                <a:r>
                  <a:rPr lang="en-US" altLang="en-US" sz="1800" b="1" dirty="0">
                    <a:solidFill>
                      <a:srgbClr val="0000FF"/>
                    </a:solidFill>
                  </a:rPr>
                  <a:t>players</a:t>
                </a:r>
                <a:r>
                  <a:rPr lang="en-US" altLang="en-US" sz="1800" dirty="0"/>
                  <a:t> </a:t>
                </a:r>
                <a14:m>
                  <m:oMath xmlns:m="http://schemas.openxmlformats.org/officeDocument/2006/math">
                    <m:r>
                      <a:rPr lang="en-GB" altLang="en-US" sz="1800" b="0" i="1" smtClean="0">
                        <a:latin typeface="Cambria Math" panose="02040503050406030204" pitchFamily="18" charset="0"/>
                      </a:rPr>
                      <m:t>𝑖</m:t>
                    </m:r>
                    <m:r>
                      <a:rPr lang="en-GB" altLang="en-US" sz="1800" b="0" i="1" smtClean="0">
                        <a:latin typeface="Cambria Math" panose="02040503050406030204" pitchFamily="18" charset="0"/>
                      </a:rPr>
                      <m:t>=1,..</m:t>
                    </m:r>
                    <m:r>
                      <a:rPr lang="en-US" altLang="en-US" sz="1800" b="0" i="1" smtClean="0">
                        <a:latin typeface="Cambria Math" panose="02040503050406030204" pitchFamily="18" charset="0"/>
                      </a:rPr>
                      <m:t>𝑛</m:t>
                    </m:r>
                  </m:oMath>
                </a14:m>
                <a:endParaRPr lang="en-US" altLang="en-US" sz="1800" b="1" dirty="0"/>
              </a:p>
              <a:p>
                <a:pPr marL="914400" lvl="1" indent="-457200" eaLnBrk="1" hangingPunct="1">
                  <a:spcBef>
                    <a:spcPts val="1000"/>
                  </a:spcBef>
                  <a:buFont typeface="+mj-lt"/>
                  <a:buAutoNum type="arabicPeriod"/>
                </a:pPr>
                <a:r>
                  <a:rPr lang="en-US" altLang="en-US" sz="1800" dirty="0"/>
                  <a:t>Each player has:</a:t>
                </a:r>
              </a:p>
              <a:p>
                <a:pPr marL="1371600" lvl="2" indent="-457200">
                  <a:spcBef>
                    <a:spcPts val="600"/>
                  </a:spcBef>
                  <a:buFont typeface="+mj-lt"/>
                  <a:buAutoNum type="alphaLcParenR"/>
                </a:pPr>
                <a:r>
                  <a:rPr lang="en-US" altLang="en-US" sz="1600" dirty="0"/>
                  <a:t>A </a:t>
                </a:r>
                <a:r>
                  <a:rPr lang="en-US" altLang="en-US" sz="1600" b="1" dirty="0">
                    <a:solidFill>
                      <a:srgbClr val="0000FF"/>
                    </a:solidFill>
                  </a:rPr>
                  <a:t>set of actions </a:t>
                </a:r>
                <a:r>
                  <a:rPr lang="en-US" altLang="en-US" sz="1600" dirty="0"/>
                  <a:t>for each player, </a:t>
                </a:r>
                <a14:m>
                  <m:oMath xmlns:m="http://schemas.openxmlformats.org/officeDocument/2006/math">
                    <m:sSub>
                      <m:sSubPr>
                        <m:ctrlPr>
                          <a:rPr lang="en-GB" altLang="en-US" sz="1600" b="0" i="1" smtClean="0">
                            <a:latin typeface="Cambria Math" panose="02040503050406030204" pitchFamily="18" charset="0"/>
                          </a:rPr>
                        </m:ctrlPr>
                      </m:sSubPr>
                      <m:e>
                        <m:r>
                          <a:rPr lang="en-GB" altLang="en-US" sz="1600" b="0" i="1" smtClean="0">
                            <a:latin typeface="Cambria Math" panose="02040503050406030204" pitchFamily="18" charset="0"/>
                          </a:rPr>
                          <m:t>𝑆</m:t>
                        </m:r>
                      </m:e>
                      <m:sub>
                        <m:r>
                          <a:rPr lang="en-GB" altLang="en-US" sz="1600" b="0" i="1" smtClean="0">
                            <a:latin typeface="Cambria Math" panose="02040503050406030204" pitchFamily="18" charset="0"/>
                          </a:rPr>
                          <m:t>𝑖</m:t>
                        </m:r>
                      </m:sub>
                    </m:sSub>
                    <m:r>
                      <a:rPr lang="en-SG" altLang="en-US" sz="1600" b="0" i="1" smtClean="0">
                        <a:latin typeface="Cambria Math" panose="02040503050406030204" pitchFamily="18" charset="0"/>
                      </a:rPr>
                      <m:t>={</m:t>
                    </m:r>
                    <m:sSup>
                      <m:sSupPr>
                        <m:ctrlPr>
                          <a:rPr lang="en-SG" altLang="en-US" sz="1600" b="0" i="1" smtClean="0">
                            <a:latin typeface="Cambria Math" panose="02040503050406030204" pitchFamily="18" charset="0"/>
                          </a:rPr>
                        </m:ctrlPr>
                      </m:sSupPr>
                      <m:e>
                        <m:r>
                          <a:rPr lang="en-SG" altLang="en-US" sz="1600" b="0" i="1" smtClean="0">
                            <a:latin typeface="Cambria Math" panose="02040503050406030204" pitchFamily="18" charset="0"/>
                          </a:rPr>
                          <m:t>𝑎</m:t>
                        </m:r>
                      </m:e>
                      <m:sup>
                        <m:r>
                          <a:rPr lang="en-SG" altLang="en-US" sz="1600" b="0" i="1" smtClean="0">
                            <a:latin typeface="Cambria Math" panose="02040503050406030204" pitchFamily="18" charset="0"/>
                          </a:rPr>
                          <m:t>1</m:t>
                        </m:r>
                      </m:sup>
                    </m:sSup>
                    <m:r>
                      <a:rPr lang="en-SG" altLang="en-US" sz="1600" b="0" i="1" smtClean="0">
                        <a:latin typeface="Cambria Math" panose="02040503050406030204" pitchFamily="18" charset="0"/>
                      </a:rPr>
                      <m:t>,</m:t>
                    </m:r>
                    <m:sSup>
                      <m:sSupPr>
                        <m:ctrlPr>
                          <a:rPr lang="en-SG" altLang="en-US" sz="1600" b="0" i="1" smtClean="0">
                            <a:latin typeface="Cambria Math" panose="02040503050406030204" pitchFamily="18" charset="0"/>
                          </a:rPr>
                        </m:ctrlPr>
                      </m:sSupPr>
                      <m:e>
                        <m:r>
                          <a:rPr lang="en-SG" altLang="en-US" sz="1600" b="0" i="1" smtClean="0">
                            <a:latin typeface="Cambria Math" panose="02040503050406030204" pitchFamily="18" charset="0"/>
                          </a:rPr>
                          <m:t>𝑎</m:t>
                        </m:r>
                      </m:e>
                      <m:sup>
                        <m:r>
                          <a:rPr lang="en-SG" altLang="en-US" sz="1600" b="0" i="1" smtClean="0">
                            <a:latin typeface="Cambria Math" panose="02040503050406030204" pitchFamily="18" charset="0"/>
                          </a:rPr>
                          <m:t>2</m:t>
                        </m:r>
                      </m:sup>
                    </m:sSup>
                    <m:r>
                      <a:rPr lang="en-SG" altLang="en-US" sz="1600" b="0" i="1" smtClean="0">
                        <a:latin typeface="Cambria Math" panose="02040503050406030204" pitchFamily="18" charset="0"/>
                      </a:rPr>
                      <m:t>,….}</m:t>
                    </m:r>
                  </m:oMath>
                </a14:m>
                <a:endParaRPr lang="en-US" altLang="en-US" sz="1800" dirty="0"/>
              </a:p>
              <a:p>
                <a:pPr marL="1371600" lvl="2" indent="-457200">
                  <a:spcBef>
                    <a:spcPts val="600"/>
                  </a:spcBef>
                  <a:buFont typeface="+mj-lt"/>
                  <a:buAutoNum type="alphaLcParenR"/>
                </a:pPr>
                <a:r>
                  <a:rPr lang="en-SG" altLang="en-US" sz="1600" dirty="0"/>
                  <a:t>A </a:t>
                </a:r>
                <a:r>
                  <a:rPr lang="en-SG" altLang="en-US" sz="1600" b="1" dirty="0">
                    <a:solidFill>
                      <a:srgbClr val="0000FF"/>
                    </a:solidFill>
                  </a:rPr>
                  <a:t>strategy</a:t>
                </a:r>
                <a:r>
                  <a:rPr lang="en-SG" altLang="en-US" sz="1600" dirty="0"/>
                  <a:t> </a:t>
                </a:r>
                <a14:m>
                  <m:oMath xmlns:m="http://schemas.openxmlformats.org/officeDocument/2006/math">
                    <m:sSub>
                      <m:sSubPr>
                        <m:ctrlPr>
                          <a:rPr lang="en-SG" altLang="en-US" sz="1600" b="0" i="1" smtClean="0">
                            <a:latin typeface="Cambria Math" panose="02040503050406030204" pitchFamily="18" charset="0"/>
                          </a:rPr>
                        </m:ctrlPr>
                      </m:sSubPr>
                      <m:e>
                        <m:r>
                          <a:rPr lang="en-SG" altLang="en-US" sz="1600" b="0" i="1" smtClean="0">
                            <a:latin typeface="Cambria Math" panose="02040503050406030204" pitchFamily="18" charset="0"/>
                          </a:rPr>
                          <m:t>𝑠</m:t>
                        </m:r>
                      </m:e>
                      <m:sub>
                        <m:r>
                          <a:rPr lang="en-SG" altLang="en-US" sz="1600" b="0" i="1" smtClean="0">
                            <a:latin typeface="Cambria Math" panose="02040503050406030204" pitchFamily="18" charset="0"/>
                          </a:rPr>
                          <m:t>𝑖</m:t>
                        </m:r>
                      </m:sub>
                    </m:sSub>
                  </m:oMath>
                </a14:m>
                <a:r>
                  <a:rPr lang="en-SG" altLang="en-US" sz="1600" dirty="0"/>
                  <a:t> which is the choice they make,</a:t>
                </a:r>
                <a:r>
                  <a:rPr lang="en-US" altLang="en-US" sz="1600" dirty="0"/>
                  <a:t>  </a:t>
                </a:r>
                <a14:m>
                  <m:oMath xmlns:m="http://schemas.openxmlformats.org/officeDocument/2006/math">
                    <m:sSub>
                      <m:sSubPr>
                        <m:ctrlPr>
                          <a:rPr lang="en-SG" altLang="en-US" sz="1600" b="0" i="1" smtClean="0">
                            <a:latin typeface="Cambria Math" panose="02040503050406030204" pitchFamily="18" charset="0"/>
                          </a:rPr>
                        </m:ctrlPr>
                      </m:sSubPr>
                      <m:e>
                        <m:r>
                          <a:rPr lang="en-SG" altLang="en-US" sz="1600" b="0" i="1" smtClean="0">
                            <a:latin typeface="Cambria Math" panose="02040503050406030204" pitchFamily="18" charset="0"/>
                          </a:rPr>
                          <m:t>𝑠</m:t>
                        </m:r>
                      </m:e>
                      <m:sub>
                        <m:r>
                          <a:rPr lang="en-SG" altLang="en-US" sz="1600" b="0" i="1" smtClean="0">
                            <a:latin typeface="Cambria Math" panose="02040503050406030204" pitchFamily="18" charset="0"/>
                          </a:rPr>
                          <m:t>𝑖</m:t>
                        </m:r>
                      </m:sub>
                    </m:sSub>
                    <m:r>
                      <a:rPr lang="en-SG" altLang="en-US" sz="1600" b="0" i="1" smtClean="0">
                        <a:latin typeface="Cambria Math" panose="02040503050406030204" pitchFamily="18" charset="0"/>
                      </a:rPr>
                      <m:t>∈</m:t>
                    </m:r>
                    <m:sSub>
                      <m:sSubPr>
                        <m:ctrlPr>
                          <a:rPr lang="en-SG" altLang="en-US" sz="1600" b="0" i="1" smtClean="0">
                            <a:latin typeface="Cambria Math" panose="02040503050406030204" pitchFamily="18" charset="0"/>
                          </a:rPr>
                        </m:ctrlPr>
                      </m:sSubPr>
                      <m:e>
                        <m:r>
                          <a:rPr lang="en-SG" altLang="en-US" sz="1600" b="0" i="1" smtClean="0">
                            <a:latin typeface="Cambria Math" panose="02040503050406030204" pitchFamily="18" charset="0"/>
                          </a:rPr>
                          <m:t>𝑆</m:t>
                        </m:r>
                      </m:e>
                      <m:sub>
                        <m:r>
                          <a:rPr lang="en-SG" altLang="en-US" sz="1600" b="0" i="1" smtClean="0">
                            <a:latin typeface="Cambria Math" panose="02040503050406030204" pitchFamily="18" charset="0"/>
                          </a:rPr>
                          <m:t>𝑖</m:t>
                        </m:r>
                      </m:sub>
                    </m:sSub>
                  </m:oMath>
                </a14:m>
                <a:r>
                  <a:rPr lang="en-US" altLang="en-US" sz="1600" dirty="0"/>
                  <a:t>.</a:t>
                </a:r>
              </a:p>
              <a:p>
                <a:pPr lvl="3">
                  <a:spcBef>
                    <a:spcPts val="600"/>
                  </a:spcBef>
                </a:pPr>
                <a:r>
                  <a:rPr lang="en-US" altLang="en-US" sz="1400" dirty="0"/>
                  <a:t>The strategies of all players: </a:t>
                </a:r>
                <a14:m>
                  <m:oMath xmlns:m="http://schemas.openxmlformats.org/officeDocument/2006/math">
                    <m:r>
                      <a:rPr lang="en-US" altLang="en-US" sz="1400" i="1">
                        <a:latin typeface="Cambria Math" panose="02040503050406030204" pitchFamily="18" charset="0"/>
                      </a:rPr>
                      <m:t>(</m:t>
                    </m:r>
                    <m:sSub>
                      <m:sSubPr>
                        <m:ctrlPr>
                          <a:rPr lang="en-US" altLang="en-US" sz="1400" i="1">
                            <a:latin typeface="Cambria Math" panose="02040503050406030204" pitchFamily="18" charset="0"/>
                          </a:rPr>
                        </m:ctrlPr>
                      </m:sSubPr>
                      <m:e>
                        <m:r>
                          <a:rPr lang="en-US" altLang="en-US" sz="1400" i="1">
                            <a:latin typeface="Cambria Math" panose="02040503050406030204" pitchFamily="18" charset="0"/>
                          </a:rPr>
                          <m:t>𝑠</m:t>
                        </m:r>
                      </m:e>
                      <m:sub>
                        <m:r>
                          <a:rPr lang="en-US" altLang="en-US" sz="1400" i="1">
                            <a:latin typeface="Cambria Math" panose="02040503050406030204" pitchFamily="18" charset="0"/>
                          </a:rPr>
                          <m:t>1</m:t>
                        </m:r>
                      </m:sub>
                    </m:sSub>
                    <m:r>
                      <a:rPr lang="en-US" altLang="en-US" sz="1400" i="1">
                        <a:latin typeface="Cambria Math" panose="02040503050406030204" pitchFamily="18" charset="0"/>
                      </a:rPr>
                      <m:t>,…</m:t>
                    </m:r>
                    <m:sSub>
                      <m:sSubPr>
                        <m:ctrlPr>
                          <a:rPr lang="en-US" altLang="en-US" sz="1400" i="1">
                            <a:latin typeface="Cambria Math" panose="02040503050406030204" pitchFamily="18" charset="0"/>
                          </a:rPr>
                        </m:ctrlPr>
                      </m:sSubPr>
                      <m:e>
                        <m:r>
                          <a:rPr lang="en-US" altLang="en-US" sz="1400" i="1">
                            <a:latin typeface="Cambria Math" panose="02040503050406030204" pitchFamily="18" charset="0"/>
                          </a:rPr>
                          <m:t>𝑠</m:t>
                        </m:r>
                      </m:e>
                      <m:sub>
                        <m:r>
                          <a:rPr lang="en-US" altLang="en-US" sz="1400" i="1">
                            <a:latin typeface="Cambria Math" panose="02040503050406030204" pitchFamily="18" charset="0"/>
                          </a:rPr>
                          <m:t>𝑛</m:t>
                        </m:r>
                      </m:sub>
                    </m:sSub>
                    <m:r>
                      <a:rPr lang="en-US" altLang="en-US" sz="1400" i="1">
                        <a:latin typeface="Cambria Math" panose="02040503050406030204" pitchFamily="18" charset="0"/>
                      </a:rPr>
                      <m:t>)</m:t>
                    </m:r>
                  </m:oMath>
                </a14:m>
                <a:r>
                  <a:rPr lang="en-US" altLang="en-US" sz="1400" dirty="0"/>
                  <a:t> is called a </a:t>
                </a:r>
                <a:r>
                  <a:rPr lang="en-US" altLang="en-US" sz="1400" b="1" dirty="0">
                    <a:solidFill>
                      <a:srgbClr val="0000FF"/>
                    </a:solidFill>
                  </a:rPr>
                  <a:t>strategy profile </a:t>
                </a:r>
                <a:r>
                  <a:rPr lang="en-US" altLang="en-US" sz="1400" dirty="0"/>
                  <a:t>or sometimes </a:t>
                </a:r>
                <a14:m>
                  <m:oMath xmlns:m="http://schemas.openxmlformats.org/officeDocument/2006/math">
                    <m:r>
                      <a:rPr lang="en-US" altLang="en-US" sz="1400" b="0" i="1" smtClean="0">
                        <a:latin typeface="Cambria Math" panose="02040503050406030204" pitchFamily="18" charset="0"/>
                      </a:rPr>
                      <m:t>(</m:t>
                    </m:r>
                    <m:sSub>
                      <m:sSubPr>
                        <m:ctrlPr>
                          <a:rPr lang="en-US" altLang="en-US" sz="1400" b="0" i="1" smtClean="0">
                            <a:latin typeface="Cambria Math" panose="02040503050406030204" pitchFamily="18" charset="0"/>
                          </a:rPr>
                        </m:ctrlPr>
                      </m:sSubPr>
                      <m:e>
                        <m:r>
                          <a:rPr lang="en-US" altLang="en-US" sz="1400" b="0" i="1" smtClean="0">
                            <a:latin typeface="Cambria Math" panose="02040503050406030204" pitchFamily="18" charset="0"/>
                          </a:rPr>
                          <m:t>𝑠</m:t>
                        </m:r>
                      </m:e>
                      <m:sub>
                        <m:r>
                          <a:rPr lang="en-US" altLang="en-US" sz="1400" b="0" i="1" smtClean="0">
                            <a:latin typeface="Cambria Math" panose="02040503050406030204" pitchFamily="18" charset="0"/>
                          </a:rPr>
                          <m:t>𝑖</m:t>
                        </m:r>
                      </m:sub>
                    </m:sSub>
                    <m:r>
                      <a:rPr lang="en-US" altLang="en-US" sz="1400" b="0" i="1" smtClean="0">
                        <a:latin typeface="Cambria Math" panose="02040503050406030204" pitchFamily="18" charset="0"/>
                      </a:rPr>
                      <m:t>,</m:t>
                    </m:r>
                    <m:sSub>
                      <m:sSubPr>
                        <m:ctrlPr>
                          <a:rPr lang="en-US" altLang="en-US" sz="1400" b="0" i="1" smtClean="0">
                            <a:latin typeface="Cambria Math" panose="02040503050406030204" pitchFamily="18" charset="0"/>
                          </a:rPr>
                        </m:ctrlPr>
                      </m:sSubPr>
                      <m:e>
                        <m:r>
                          <a:rPr lang="en-US" altLang="en-US" sz="1400" b="0" i="1" smtClean="0">
                            <a:latin typeface="Cambria Math" panose="02040503050406030204" pitchFamily="18" charset="0"/>
                          </a:rPr>
                          <m:t>𝑠</m:t>
                        </m:r>
                      </m:e>
                      <m:sub>
                        <m:r>
                          <a:rPr lang="en-US" altLang="en-US" sz="1400" b="0" i="1" smtClean="0">
                            <a:latin typeface="Cambria Math" panose="02040503050406030204" pitchFamily="18" charset="0"/>
                          </a:rPr>
                          <m:t>−</m:t>
                        </m:r>
                        <m:r>
                          <a:rPr lang="en-US" altLang="en-US" sz="1400" b="0" i="1" smtClean="0">
                            <a:latin typeface="Cambria Math" panose="02040503050406030204" pitchFamily="18" charset="0"/>
                          </a:rPr>
                          <m:t>𝑖</m:t>
                        </m:r>
                      </m:sub>
                    </m:sSub>
                    <m:r>
                      <a:rPr lang="en-US" altLang="en-US" sz="1400" b="0" i="1" smtClean="0">
                        <a:latin typeface="Cambria Math" panose="02040503050406030204" pitchFamily="18" charset="0"/>
                      </a:rPr>
                      <m:t>)</m:t>
                    </m:r>
                  </m:oMath>
                </a14:m>
                <a:r>
                  <a:rPr lang="en-US" altLang="en-US" sz="1400" dirty="0"/>
                  <a:t>.</a:t>
                </a:r>
              </a:p>
              <a:p>
                <a:pPr marL="1371600" lvl="2" indent="-457200">
                  <a:spcBef>
                    <a:spcPts val="600"/>
                  </a:spcBef>
                  <a:buFont typeface="+mj-lt"/>
                  <a:buAutoNum type="alphaLcParenR"/>
                </a:pPr>
                <a:r>
                  <a:rPr lang="en-US" altLang="en-US" sz="1600" dirty="0"/>
                  <a:t>a </a:t>
                </a:r>
                <a:r>
                  <a:rPr lang="en-US" altLang="en-US" sz="1600" b="1" dirty="0">
                    <a:solidFill>
                      <a:srgbClr val="0000FF"/>
                    </a:solidFill>
                  </a:rPr>
                  <a:t>payoff</a:t>
                </a:r>
                <a:r>
                  <a:rPr lang="en-US" altLang="en-US" sz="1600" dirty="0"/>
                  <a:t> </a:t>
                </a:r>
                <a:r>
                  <a:rPr lang="en-US" altLang="en-US" sz="1600" b="1" dirty="0">
                    <a:solidFill>
                      <a:srgbClr val="0000FF"/>
                    </a:solidFill>
                  </a:rPr>
                  <a:t>function</a:t>
                </a:r>
                <a:r>
                  <a:rPr lang="en-US" altLang="en-US" sz="1600" dirty="0"/>
                  <a:t> </a:t>
                </a:r>
                <a14:m>
                  <m:oMath xmlns:m="http://schemas.openxmlformats.org/officeDocument/2006/math">
                    <m:sSub>
                      <m:sSubPr>
                        <m:ctrlPr>
                          <a:rPr lang="en-SG" altLang="en-US" sz="1600" b="0" i="1" smtClean="0">
                            <a:latin typeface="Cambria Math" panose="02040503050406030204" pitchFamily="18" charset="0"/>
                          </a:rPr>
                        </m:ctrlPr>
                      </m:sSubPr>
                      <m:e>
                        <m:r>
                          <a:rPr lang="en-SG" altLang="en-US" sz="1600" b="0" i="1" smtClean="0">
                            <a:latin typeface="Cambria Math" panose="02040503050406030204" pitchFamily="18" charset="0"/>
                          </a:rPr>
                          <m:t>𝑢</m:t>
                        </m:r>
                      </m:e>
                      <m:sub>
                        <m:r>
                          <a:rPr lang="en-SG" altLang="en-US" sz="1600" b="0" i="1" smtClean="0">
                            <a:latin typeface="Cambria Math" panose="02040503050406030204" pitchFamily="18" charset="0"/>
                          </a:rPr>
                          <m:t>𝑖</m:t>
                        </m:r>
                      </m:sub>
                    </m:sSub>
                  </m:oMath>
                </a14:m>
                <a:r>
                  <a:rPr lang="en-US" altLang="en-US" sz="1600" dirty="0"/>
                  <a:t> which generates payoffs for every strategy profile: </a:t>
                </a:r>
                <a14:m>
                  <m:oMath xmlns:m="http://schemas.openxmlformats.org/officeDocument/2006/math">
                    <m:sSub>
                      <m:sSubPr>
                        <m:ctrlPr>
                          <a:rPr lang="en-SG" altLang="en-US" sz="1600" b="0" i="1" smtClean="0">
                            <a:latin typeface="Cambria Math" panose="02040503050406030204" pitchFamily="18" charset="0"/>
                          </a:rPr>
                        </m:ctrlPr>
                      </m:sSubPr>
                      <m:e>
                        <m:r>
                          <a:rPr lang="en-US" altLang="en-US" sz="1600" b="0" i="1" smtClean="0">
                            <a:latin typeface="Cambria Math" panose="02040503050406030204" pitchFamily="18" charset="0"/>
                          </a:rPr>
                          <m:t>𝑢</m:t>
                        </m:r>
                      </m:e>
                      <m:sub>
                        <m:r>
                          <a:rPr lang="en-SG" altLang="en-US" sz="1600" b="0" i="1" smtClean="0">
                            <a:latin typeface="Cambria Math" panose="02040503050406030204" pitchFamily="18" charset="0"/>
                          </a:rPr>
                          <m:t>𝑖</m:t>
                        </m:r>
                      </m:sub>
                    </m:sSub>
                    <m:r>
                      <a:rPr lang="en-US" altLang="en-US" sz="1600" b="0" i="1" smtClean="0">
                        <a:latin typeface="Cambria Math" panose="02040503050406030204" pitchFamily="18" charset="0"/>
                      </a:rPr>
                      <m:t>(</m:t>
                    </m:r>
                    <m:sSub>
                      <m:sSubPr>
                        <m:ctrlPr>
                          <a:rPr lang="en-US" altLang="en-US" sz="1600" b="0" i="1" smtClean="0">
                            <a:latin typeface="Cambria Math" panose="02040503050406030204" pitchFamily="18" charset="0"/>
                          </a:rPr>
                        </m:ctrlPr>
                      </m:sSubPr>
                      <m:e>
                        <m:r>
                          <a:rPr lang="en-US" altLang="en-US" sz="1600" b="0" i="1" smtClean="0">
                            <a:latin typeface="Cambria Math" panose="02040503050406030204" pitchFamily="18" charset="0"/>
                          </a:rPr>
                          <m:t>𝑠</m:t>
                        </m:r>
                      </m:e>
                      <m:sub>
                        <m:r>
                          <a:rPr lang="en-US" altLang="en-US" sz="1600" b="0" i="1" smtClean="0">
                            <a:latin typeface="Cambria Math" panose="02040503050406030204" pitchFamily="18" charset="0"/>
                          </a:rPr>
                          <m:t>1</m:t>
                        </m:r>
                      </m:sub>
                    </m:sSub>
                    <m:r>
                      <a:rPr lang="en-US" altLang="en-US" sz="1600" b="0" i="1" smtClean="0">
                        <a:latin typeface="Cambria Math" panose="02040503050406030204" pitchFamily="18" charset="0"/>
                      </a:rPr>
                      <m:t>,…</m:t>
                    </m:r>
                    <m:sSub>
                      <m:sSubPr>
                        <m:ctrlPr>
                          <a:rPr lang="en-US" altLang="en-US" sz="1600" b="0" i="1" smtClean="0">
                            <a:latin typeface="Cambria Math" panose="02040503050406030204" pitchFamily="18" charset="0"/>
                          </a:rPr>
                        </m:ctrlPr>
                      </m:sSubPr>
                      <m:e>
                        <m:r>
                          <a:rPr lang="en-US" altLang="en-US" sz="1600" b="0" i="1" smtClean="0">
                            <a:latin typeface="Cambria Math" panose="02040503050406030204" pitchFamily="18" charset="0"/>
                          </a:rPr>
                          <m:t>𝑠</m:t>
                        </m:r>
                      </m:e>
                      <m:sub>
                        <m:r>
                          <a:rPr lang="en-US" altLang="en-US" sz="1600" b="0" i="1" smtClean="0">
                            <a:latin typeface="Cambria Math" panose="02040503050406030204" pitchFamily="18" charset="0"/>
                          </a:rPr>
                          <m:t>𝑛</m:t>
                        </m:r>
                      </m:sub>
                    </m:sSub>
                    <m:r>
                      <a:rPr lang="en-US" altLang="en-US" sz="1600" b="0" i="1" smtClean="0">
                        <a:latin typeface="Cambria Math" panose="02040503050406030204" pitchFamily="18" charset="0"/>
                      </a:rPr>
                      <m:t>)</m:t>
                    </m:r>
                  </m:oMath>
                </a14:m>
                <a:r>
                  <a:rPr lang="en-US" altLang="en-US" sz="1600" dirty="0"/>
                  <a:t>.</a:t>
                </a:r>
              </a:p>
              <a:p>
                <a:pPr marL="914400" lvl="1" indent="-457200" eaLnBrk="1" hangingPunct="1">
                  <a:spcBef>
                    <a:spcPts val="600"/>
                  </a:spcBef>
                  <a:buFont typeface="+mj-lt"/>
                  <a:buAutoNum type="arabicPeriod"/>
                </a:pPr>
                <a:r>
                  <a:rPr lang="en-US" altLang="en-US" sz="1800" dirty="0"/>
                  <a:t>An </a:t>
                </a:r>
                <a:r>
                  <a:rPr lang="en-US" altLang="en-US" sz="1800" b="1" dirty="0">
                    <a:solidFill>
                      <a:srgbClr val="0000FF"/>
                    </a:solidFill>
                  </a:rPr>
                  <a:t>order of moves </a:t>
                </a:r>
                <a:r>
                  <a:rPr lang="en-US" altLang="en-US" sz="1800" dirty="0"/>
                  <a:t>(simultaneous or sequential)</a:t>
                </a:r>
              </a:p>
              <a:p>
                <a:pPr marL="914400" lvl="1" indent="-457200" eaLnBrk="1" hangingPunct="1">
                  <a:spcBef>
                    <a:spcPts val="600"/>
                  </a:spcBef>
                  <a:buFont typeface="+mj-lt"/>
                  <a:buAutoNum type="arabicPeriod"/>
                </a:pPr>
                <a:r>
                  <a:rPr lang="en-US" altLang="en-US" sz="1800" dirty="0"/>
                  <a:t>The</a:t>
                </a:r>
                <a:r>
                  <a:rPr lang="en-US" altLang="en-US" sz="1800" b="1" dirty="0">
                    <a:solidFill>
                      <a:srgbClr val="FF0000"/>
                    </a:solidFill>
                  </a:rPr>
                  <a:t> </a:t>
                </a:r>
                <a:r>
                  <a:rPr lang="en-US" altLang="en-US" sz="1800" b="1" dirty="0">
                    <a:solidFill>
                      <a:srgbClr val="0000FF"/>
                    </a:solidFill>
                  </a:rPr>
                  <a:t>information </a:t>
                </a:r>
                <a:r>
                  <a:rPr lang="en-US" altLang="en-US" sz="1800" dirty="0"/>
                  <a:t>available to each player (at each time)</a:t>
                </a:r>
              </a:p>
              <a:p>
                <a:pPr marL="0" indent="0">
                  <a:spcBef>
                    <a:spcPts val="600"/>
                  </a:spcBef>
                  <a:buNone/>
                </a:pPr>
                <a:endParaRPr lang="en-US" altLang="en-US" dirty="0"/>
              </a:p>
              <a:p>
                <a:pPr lvl="2">
                  <a:spcBef>
                    <a:spcPts val="600"/>
                  </a:spcBef>
                </a:pPr>
                <a:endParaRPr lang="en-US" altLang="en-US" dirty="0"/>
              </a:p>
              <a:p>
                <a:pPr lvl="1" eaLnBrk="1" hangingPunct="1">
                  <a:spcBef>
                    <a:spcPts val="600"/>
                  </a:spcBef>
                </a:pPr>
                <a:endParaRPr lang="en-US" altLang="en-US" dirty="0"/>
              </a:p>
              <a:p>
                <a:pPr>
                  <a:spcBef>
                    <a:spcPts val="600"/>
                  </a:spcBef>
                </a:pPr>
                <a:endParaRPr lang="en-US" altLang="en-US" dirty="0"/>
              </a:p>
              <a:p>
                <a:pPr>
                  <a:spcBef>
                    <a:spcPts val="600"/>
                  </a:spcBef>
                </a:pPr>
                <a:endParaRPr lang="en-US" altLang="en-US" dirty="0"/>
              </a:p>
              <a:p>
                <a:pPr lvl="1" eaLnBrk="1" hangingPunct="1">
                  <a:spcBef>
                    <a:spcPts val="600"/>
                  </a:spcBef>
                </a:pPr>
                <a:endParaRPr lang="en-US" altLang="en-US" dirty="0"/>
              </a:p>
              <a:p>
                <a:pPr lvl="2">
                  <a:spcBef>
                    <a:spcPts val="600"/>
                  </a:spcBef>
                </a:pPr>
                <a:endParaRPr lang="en-US" altLang="en-US" dirty="0"/>
              </a:p>
            </p:txBody>
          </p:sp>
        </mc:Choice>
        <mc:Fallback xmlns="">
          <p:sp>
            <p:nvSpPr>
              <p:cNvPr id="29698" name="Rectangle 3"/>
              <p:cNvSpPr>
                <a:spLocks noGrp="1" noRot="1" noChangeAspect="1" noMove="1" noResize="1" noEditPoints="1" noAdjustHandles="1" noChangeArrowheads="1" noChangeShapeType="1" noTextEdit="1"/>
              </p:cNvSpPr>
              <p:nvPr>
                <p:ph idx="1"/>
              </p:nvPr>
            </p:nvSpPr>
            <p:spPr>
              <a:xfrm>
                <a:off x="838200" y="1456792"/>
                <a:ext cx="10304206" cy="3301584"/>
              </a:xfrm>
              <a:blipFill>
                <a:blip r:embed="rId3"/>
                <a:stretch>
                  <a:fillRect l="-533" t="-2030"/>
                </a:stretch>
              </a:blipFill>
            </p:spPr>
            <p:txBody>
              <a:bodyPr/>
              <a:lstStyle/>
              <a:p>
                <a:r>
                  <a:rPr lang="en-SG">
                    <a:noFill/>
                  </a:rPr>
                  <a:t> </a:t>
                </a:r>
              </a:p>
            </p:txBody>
          </p:sp>
        </mc:Fallback>
      </mc:AlternateContent>
      <p:sp>
        <p:nvSpPr>
          <p:cNvPr id="2" name="TextBox 1">
            <a:extLst>
              <a:ext uri="{FF2B5EF4-FFF2-40B4-BE49-F238E27FC236}">
                <a16:creationId xmlns:a16="http://schemas.microsoft.com/office/drawing/2014/main" id="{C1190123-918A-39CB-E629-69AB9B0DB08D}"/>
              </a:ext>
            </a:extLst>
          </p:cNvPr>
          <p:cNvSpPr txBox="1"/>
          <p:nvPr/>
        </p:nvSpPr>
        <p:spPr>
          <a:xfrm>
            <a:off x="4474587" y="4758375"/>
            <a:ext cx="5131124" cy="1631216"/>
          </a:xfrm>
          <a:prstGeom prst="rect">
            <a:avLst/>
          </a:prstGeom>
          <a:noFill/>
        </p:spPr>
        <p:txBody>
          <a:bodyPr wrap="square" rtlCol="0">
            <a:spAutoFit/>
          </a:bodyPr>
          <a:lstStyle/>
          <a:p>
            <a:pPr>
              <a:spcBef>
                <a:spcPts val="600"/>
              </a:spcBef>
            </a:pPr>
            <a:r>
              <a:rPr lang="en-US" altLang="en-US" i="1" dirty="0"/>
              <a:t>Complete </a:t>
            </a:r>
            <a:r>
              <a:rPr lang="en-US" altLang="en-US" dirty="0"/>
              <a:t>or </a:t>
            </a:r>
            <a:r>
              <a:rPr lang="en-US" altLang="en-US" i="1" dirty="0"/>
              <a:t>Incomplete</a:t>
            </a:r>
            <a:r>
              <a:rPr lang="en-US" altLang="en-US" dirty="0"/>
              <a:t> information about other player’s types (Payoff functions, Action sets); </a:t>
            </a:r>
          </a:p>
          <a:p>
            <a:pPr>
              <a:spcBef>
                <a:spcPts val="600"/>
              </a:spcBef>
            </a:pPr>
            <a:r>
              <a:rPr lang="en-US" altLang="en-US" i="1" dirty="0"/>
              <a:t>Perfect</a:t>
            </a:r>
            <a:r>
              <a:rPr lang="en-US" altLang="en-US" dirty="0"/>
              <a:t> or </a:t>
            </a:r>
            <a:r>
              <a:rPr lang="en-US" altLang="en-US" i="1" dirty="0"/>
              <a:t>Imperfect</a:t>
            </a:r>
            <a:r>
              <a:rPr lang="en-US" altLang="en-US" dirty="0"/>
              <a:t> information about what other players have done.                         </a:t>
            </a:r>
          </a:p>
          <a:p>
            <a:pPr>
              <a:spcBef>
                <a:spcPts val="600"/>
              </a:spcBef>
            </a:pPr>
            <a:r>
              <a:rPr lang="en-US" altLang="en-US" b="1" dirty="0"/>
              <a:t>                                                         More on this later!</a:t>
            </a:r>
          </a:p>
        </p:txBody>
      </p:sp>
      <p:cxnSp>
        <p:nvCxnSpPr>
          <p:cNvPr id="5" name="Straight Arrow Connector 4">
            <a:extLst>
              <a:ext uri="{FF2B5EF4-FFF2-40B4-BE49-F238E27FC236}">
                <a16:creationId xmlns:a16="http://schemas.microsoft.com/office/drawing/2014/main" id="{D9F09EBE-BC62-D630-1C3F-944FDDE380BE}"/>
              </a:ext>
            </a:extLst>
          </p:cNvPr>
          <p:cNvCxnSpPr>
            <a:cxnSpLocks/>
          </p:cNvCxnSpPr>
          <p:nvPr/>
        </p:nvCxnSpPr>
        <p:spPr>
          <a:xfrm flipH="1" flipV="1">
            <a:off x="3103643" y="4470078"/>
            <a:ext cx="1094951" cy="57659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6" name="Slide Number Placeholder 5">
            <a:extLst>
              <a:ext uri="{FF2B5EF4-FFF2-40B4-BE49-F238E27FC236}">
                <a16:creationId xmlns:a16="http://schemas.microsoft.com/office/drawing/2014/main" id="{D30CF739-7B08-1635-F480-33BCF673899C}"/>
              </a:ext>
            </a:extLst>
          </p:cNvPr>
          <p:cNvSpPr>
            <a:spLocks noGrp="1"/>
          </p:cNvSpPr>
          <p:nvPr>
            <p:ph type="sldNum" sz="quarter" idx="12"/>
          </p:nvPr>
        </p:nvSpPr>
        <p:spPr/>
        <p:txBody>
          <a:bodyPr/>
          <a:lstStyle/>
          <a:p>
            <a:fld id="{104D1C85-D14C-4D1F-B1AC-077E19A989F2}" type="slidenum">
              <a:rPr lang="en-GB" smtClean="0"/>
              <a:t>5</a:t>
            </a:fld>
            <a:endParaRPr lang="en-GB" dirty="0"/>
          </a:p>
        </p:txBody>
      </p:sp>
    </p:spTree>
    <p:extLst>
      <p:ext uri="{BB962C8B-B14F-4D97-AF65-F5344CB8AC3E}">
        <p14:creationId xmlns:p14="http://schemas.microsoft.com/office/powerpoint/2010/main" val="557807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69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69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698">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698">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969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698">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698">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a:noFill/>
        </p:spPr>
        <p:txBody>
          <a:bodyPr/>
          <a:lstStyle/>
          <a:p>
            <a:pPr eaLnBrk="1" hangingPunct="1"/>
            <a:r>
              <a:rPr lang="en-US" altLang="en-US" dirty="0"/>
              <a:t>Assumptions about Players</a:t>
            </a:r>
          </a:p>
        </p:txBody>
      </p:sp>
      <mc:AlternateContent xmlns:mc="http://schemas.openxmlformats.org/markup-compatibility/2006" xmlns:a14="http://schemas.microsoft.com/office/drawing/2010/main">
        <mc:Choice Requires="a14">
          <p:sp>
            <p:nvSpPr>
              <p:cNvPr id="29698" name="Rectangle 3"/>
              <p:cNvSpPr>
                <a:spLocks noGrp="1" noChangeArrowheads="1"/>
              </p:cNvSpPr>
              <p:nvPr>
                <p:ph idx="1"/>
              </p:nvPr>
            </p:nvSpPr>
            <p:spPr>
              <a:xfrm>
                <a:off x="838200" y="1456791"/>
                <a:ext cx="10047514" cy="4755473"/>
              </a:xfrm>
            </p:spPr>
            <p:txBody>
              <a:bodyPr>
                <a:normAutofit/>
              </a:bodyPr>
              <a:lstStyle/>
              <a:p>
                <a:pPr>
                  <a:spcBef>
                    <a:spcPts val="600"/>
                  </a:spcBef>
                </a:pPr>
                <a:endParaRPr lang="en-US" altLang="en-US" sz="2000" dirty="0"/>
              </a:p>
              <a:p>
                <a:pPr>
                  <a:spcBef>
                    <a:spcPts val="600"/>
                  </a:spcBef>
                </a:pPr>
                <a:r>
                  <a:rPr lang="en-US" altLang="en-US" sz="2000" dirty="0"/>
                  <a:t>Players are assumed to be </a:t>
                </a:r>
                <a:endParaRPr lang="en-US" altLang="en-US" sz="2000" i="1" dirty="0"/>
              </a:p>
              <a:p>
                <a:pPr marL="800100" lvl="1" indent="-342900">
                  <a:spcBef>
                    <a:spcPts val="600"/>
                  </a:spcBef>
                  <a:buFont typeface="+mj-lt"/>
                  <a:buAutoNum type="arabicPeriod"/>
                </a:pPr>
                <a:r>
                  <a:rPr lang="en-US" altLang="en-US" sz="1800" dirty="0"/>
                  <a:t> </a:t>
                </a:r>
                <a:r>
                  <a:rPr lang="en-US" altLang="en-US" sz="1800" b="1" dirty="0">
                    <a:solidFill>
                      <a:srgbClr val="0000FF"/>
                    </a:solidFill>
                  </a:rPr>
                  <a:t>Rational</a:t>
                </a:r>
                <a:r>
                  <a:rPr lang="en-US" altLang="en-US" sz="1800" dirty="0"/>
                  <a:t>  (Complete and Transitive Preferences)</a:t>
                </a:r>
              </a:p>
              <a:p>
                <a:pPr marL="800100" lvl="1" indent="-342900">
                  <a:spcBef>
                    <a:spcPts val="600"/>
                  </a:spcBef>
                  <a:buFont typeface="+mj-lt"/>
                  <a:buAutoNum type="arabicPeriod"/>
                </a:pPr>
                <a:r>
                  <a:rPr lang="en-US" altLang="en-US" sz="1800" dirty="0"/>
                  <a:t> </a:t>
                </a:r>
                <a:r>
                  <a:rPr lang="en-US" altLang="en-US" sz="1800" b="1" dirty="0">
                    <a:solidFill>
                      <a:srgbClr val="0000FF"/>
                    </a:solidFill>
                  </a:rPr>
                  <a:t>Self interested </a:t>
                </a:r>
                <a:r>
                  <a:rPr lang="en-US" altLang="en-US" sz="1800" dirty="0"/>
                  <a:t>(</a:t>
                </a:r>
                <a:r>
                  <a:rPr lang="en-US" altLang="en-US" sz="1800" dirty="0" err="1"/>
                  <a:t>Maximise</a:t>
                </a:r>
                <a:r>
                  <a:rPr lang="en-US" altLang="en-US" sz="1800" dirty="0"/>
                  <a:t> own </a:t>
                </a:r>
                <a:r>
                  <a:rPr lang="en-US" altLang="en-US" sz="1800" u="sng" dirty="0"/>
                  <a:t>expected</a:t>
                </a:r>
                <a:r>
                  <a:rPr lang="en-US" altLang="en-US" sz="1800" dirty="0"/>
                  <a:t> payoffs: </a:t>
                </a:r>
                <a14:m>
                  <m:oMath xmlns:m="http://schemas.openxmlformats.org/officeDocument/2006/math">
                    <m:func>
                      <m:funcPr>
                        <m:ctrlPr>
                          <a:rPr lang="en-SG" altLang="en-US" sz="1800" b="0" i="1" smtClean="0">
                            <a:latin typeface="Cambria Math" panose="02040503050406030204" pitchFamily="18" charset="0"/>
                          </a:rPr>
                        </m:ctrlPr>
                      </m:funcPr>
                      <m:fName>
                        <m:r>
                          <m:rPr>
                            <m:sty m:val="p"/>
                          </m:rPr>
                          <a:rPr lang="en-SG" altLang="en-US" sz="1800" b="0" i="0" smtClean="0">
                            <a:latin typeface="Cambria Math" panose="02040503050406030204" pitchFamily="18" charset="0"/>
                          </a:rPr>
                          <m:t>max</m:t>
                        </m:r>
                      </m:fName>
                      <m:e>
                        <m:r>
                          <a:rPr lang="en-SG" altLang="en-US" sz="1800" b="0" i="1" smtClean="0">
                            <a:latin typeface="Cambria Math" panose="02040503050406030204" pitchFamily="18" charset="0"/>
                          </a:rPr>
                          <m:t>𝐸</m:t>
                        </m:r>
                        <m:d>
                          <m:dPr>
                            <m:begChr m:val="["/>
                            <m:endChr m:val="]"/>
                            <m:ctrlPr>
                              <a:rPr lang="en-SG" altLang="en-US" sz="1800" b="0" i="1" smtClean="0">
                                <a:latin typeface="Cambria Math" panose="02040503050406030204" pitchFamily="18" charset="0"/>
                              </a:rPr>
                            </m:ctrlPr>
                          </m:dPr>
                          <m:e>
                            <m:r>
                              <a:rPr lang="en-SG" altLang="en-US" sz="1800" b="0" i="1" smtClean="0">
                                <a:latin typeface="Cambria Math" panose="02040503050406030204" pitchFamily="18" charset="0"/>
                              </a:rPr>
                              <m:t>𝑢</m:t>
                            </m:r>
                            <m:d>
                              <m:dPr>
                                <m:ctrlPr>
                                  <a:rPr lang="en-SG" altLang="en-US" sz="1800" b="0" i="1" smtClean="0">
                                    <a:latin typeface="Cambria Math" panose="02040503050406030204" pitchFamily="18" charset="0"/>
                                  </a:rPr>
                                </m:ctrlPr>
                              </m:dPr>
                              <m:e>
                                <m:r>
                                  <a:rPr lang="en-SG" altLang="en-US" sz="1800" b="0" i="1" smtClean="0">
                                    <a:latin typeface="Cambria Math" panose="02040503050406030204" pitchFamily="18" charset="0"/>
                                  </a:rPr>
                                  <m:t>𝑥</m:t>
                                </m:r>
                              </m:e>
                            </m:d>
                          </m:e>
                        </m:d>
                        <m:r>
                          <a:rPr lang="en-SG" altLang="en-US" sz="1800" b="0" i="1" smtClean="0">
                            <a:latin typeface="Cambria Math" panose="02040503050406030204" pitchFamily="18" charset="0"/>
                          </a:rPr>
                          <m:t>=∑</m:t>
                        </m:r>
                        <m:r>
                          <a:rPr lang="en-SG" altLang="en-US" sz="1800" b="0" i="1" smtClean="0">
                            <a:latin typeface="Cambria Math" panose="02040503050406030204" pitchFamily="18" charset="0"/>
                          </a:rPr>
                          <m:t>𝑝</m:t>
                        </m:r>
                        <m:d>
                          <m:dPr>
                            <m:ctrlPr>
                              <a:rPr lang="en-SG" altLang="en-US" sz="1800" b="0" i="1" smtClean="0">
                                <a:latin typeface="Cambria Math" panose="02040503050406030204" pitchFamily="18" charset="0"/>
                              </a:rPr>
                            </m:ctrlPr>
                          </m:dPr>
                          <m:e>
                            <m:r>
                              <a:rPr lang="en-SG" altLang="en-US" sz="1800" b="0" i="1" smtClean="0">
                                <a:latin typeface="Cambria Math" panose="02040503050406030204" pitchFamily="18" charset="0"/>
                              </a:rPr>
                              <m:t>𝑥</m:t>
                            </m:r>
                          </m:e>
                        </m:d>
                        <m:r>
                          <a:rPr lang="en-SG" altLang="en-US" sz="1800" b="0" i="1" smtClean="0">
                            <a:latin typeface="Cambria Math" panose="02040503050406030204" pitchFamily="18" charset="0"/>
                          </a:rPr>
                          <m:t>𝑢</m:t>
                        </m:r>
                        <m:d>
                          <m:dPr>
                            <m:ctrlPr>
                              <a:rPr lang="en-SG" altLang="en-US" sz="1800" b="0" i="1" smtClean="0">
                                <a:latin typeface="Cambria Math" panose="02040503050406030204" pitchFamily="18" charset="0"/>
                              </a:rPr>
                            </m:ctrlPr>
                          </m:dPr>
                          <m:e>
                            <m:r>
                              <a:rPr lang="en-SG" altLang="en-US" sz="1800" b="0" i="1" smtClean="0">
                                <a:latin typeface="Cambria Math" panose="02040503050406030204" pitchFamily="18" charset="0"/>
                              </a:rPr>
                              <m:t>𝑥</m:t>
                            </m:r>
                          </m:e>
                        </m:d>
                        <m:r>
                          <a:rPr lang="en-SG" altLang="en-US" sz="1800" b="0" i="1" smtClean="0">
                            <a:latin typeface="Cambria Math" panose="02040503050406030204" pitchFamily="18" charset="0"/>
                          </a:rPr>
                          <m:t> </m:t>
                        </m:r>
                        <m:r>
                          <a:rPr lang="en-SG" altLang="en-US" sz="1800" b="0" i="1" smtClean="0">
                            <a:latin typeface="Cambria Math" panose="02040503050406030204" pitchFamily="18" charset="0"/>
                          </a:rPr>
                          <m:t>𝑜𝑟</m:t>
                        </m:r>
                        <m:r>
                          <a:rPr lang="en-SG" altLang="en-US" sz="1800" b="0" i="1" smtClean="0">
                            <a:latin typeface="Cambria Math" panose="02040503050406030204" pitchFamily="18" charset="0"/>
                          </a:rPr>
                          <m:t> </m:t>
                        </m:r>
                        <m:nary>
                          <m:naryPr>
                            <m:limLoc m:val="undOvr"/>
                            <m:subHide m:val="on"/>
                            <m:supHide m:val="on"/>
                            <m:ctrlPr>
                              <a:rPr lang="en-SG" altLang="en-US" sz="1800" b="0" i="1" smtClean="0">
                                <a:latin typeface="Cambria Math" panose="02040503050406030204" pitchFamily="18" charset="0"/>
                              </a:rPr>
                            </m:ctrlPr>
                          </m:naryPr>
                          <m:sub/>
                          <m:sup/>
                          <m:e>
                            <m:r>
                              <a:rPr lang="en-SG" altLang="en-US" sz="1800" b="0" i="1" smtClean="0">
                                <a:latin typeface="Cambria Math" panose="02040503050406030204" pitchFamily="18" charset="0"/>
                              </a:rPr>
                              <m:t>𝑢</m:t>
                            </m:r>
                            <m:d>
                              <m:dPr>
                                <m:ctrlPr>
                                  <a:rPr lang="en-SG" altLang="en-US" sz="1800" b="0" i="1" smtClean="0">
                                    <a:latin typeface="Cambria Math" panose="02040503050406030204" pitchFamily="18" charset="0"/>
                                  </a:rPr>
                                </m:ctrlPr>
                              </m:dPr>
                              <m:e>
                                <m:r>
                                  <a:rPr lang="en-SG" altLang="en-US" sz="1800" b="0" i="1" smtClean="0">
                                    <a:latin typeface="Cambria Math" panose="02040503050406030204" pitchFamily="18" charset="0"/>
                                  </a:rPr>
                                  <m:t>𝑥</m:t>
                                </m:r>
                              </m:e>
                            </m:d>
                            <m:r>
                              <a:rPr lang="en-SG" altLang="en-US" sz="1800" b="0" i="1" smtClean="0">
                                <a:latin typeface="Cambria Math" panose="02040503050406030204" pitchFamily="18" charset="0"/>
                              </a:rPr>
                              <m:t>𝑓</m:t>
                            </m:r>
                            <m:d>
                              <m:dPr>
                                <m:ctrlPr>
                                  <a:rPr lang="en-SG" altLang="en-US" sz="1800" b="0" i="1" smtClean="0">
                                    <a:latin typeface="Cambria Math" panose="02040503050406030204" pitchFamily="18" charset="0"/>
                                  </a:rPr>
                                </m:ctrlPr>
                              </m:dPr>
                              <m:e>
                                <m:r>
                                  <a:rPr lang="en-SG" altLang="en-US" sz="1800" b="0" i="1" smtClean="0">
                                    <a:latin typeface="Cambria Math" panose="02040503050406030204" pitchFamily="18" charset="0"/>
                                  </a:rPr>
                                  <m:t>𝑥</m:t>
                                </m:r>
                              </m:e>
                            </m:d>
                            <m:r>
                              <a:rPr lang="en-SG" altLang="en-US" sz="1800" b="0" i="1" smtClean="0">
                                <a:latin typeface="Cambria Math" panose="02040503050406030204" pitchFamily="18" charset="0"/>
                              </a:rPr>
                              <m:t>𝑑𝑥</m:t>
                            </m:r>
                          </m:e>
                        </m:nary>
                      </m:e>
                    </m:func>
                  </m:oMath>
                </a14:m>
                <a:r>
                  <a:rPr lang="en-US" altLang="en-US" sz="1800" dirty="0"/>
                  <a:t> )</a:t>
                </a:r>
              </a:p>
              <a:p>
                <a:pPr>
                  <a:spcBef>
                    <a:spcPts val="600"/>
                  </a:spcBef>
                </a:pPr>
                <a:endParaRPr lang="en-US" altLang="en-US" sz="1800" i="1" dirty="0"/>
              </a:p>
              <a:p>
                <a:pPr>
                  <a:spcBef>
                    <a:spcPts val="600"/>
                  </a:spcBef>
                </a:pPr>
                <a:r>
                  <a:rPr lang="en-US" altLang="en-US" sz="2000" dirty="0"/>
                  <a:t>This is </a:t>
                </a:r>
                <a:r>
                  <a:rPr lang="en-US" altLang="en-US" sz="2000" b="1" dirty="0">
                    <a:solidFill>
                      <a:srgbClr val="0000FF"/>
                    </a:solidFill>
                  </a:rPr>
                  <a:t>common knowledge</a:t>
                </a:r>
                <a:r>
                  <a:rPr lang="en-US" altLang="en-US" sz="2000" dirty="0">
                    <a:solidFill>
                      <a:srgbClr val="0000FF"/>
                    </a:solidFill>
                  </a:rPr>
                  <a:t> </a:t>
                </a:r>
                <a:r>
                  <a:rPr lang="en-US" altLang="en-US" sz="2000" dirty="0"/>
                  <a:t>amongst players.</a:t>
                </a:r>
              </a:p>
              <a:p>
                <a:pPr lvl="1">
                  <a:spcBef>
                    <a:spcPts val="600"/>
                  </a:spcBef>
                </a:pPr>
                <a:r>
                  <a:rPr lang="en-US" altLang="en-US" sz="1800" dirty="0"/>
                  <a:t>Players know that other players are rational and self interested.</a:t>
                </a:r>
              </a:p>
              <a:p>
                <a:pPr lvl="1">
                  <a:spcBef>
                    <a:spcPts val="600"/>
                  </a:spcBef>
                </a:pPr>
                <a:r>
                  <a:rPr lang="en-US" altLang="en-US" sz="1800" dirty="0"/>
                  <a:t>Players know that other players know that they are rational and self interested.</a:t>
                </a:r>
              </a:p>
              <a:p>
                <a:pPr lvl="1">
                  <a:spcBef>
                    <a:spcPts val="600"/>
                  </a:spcBef>
                </a:pPr>
                <a:r>
                  <a:rPr lang="en-US" altLang="en-US" sz="1800" dirty="0"/>
                  <a:t>Players know that other players know that they know that…..</a:t>
                </a:r>
              </a:p>
              <a:p>
                <a:pPr lvl="1">
                  <a:spcBef>
                    <a:spcPts val="600"/>
                  </a:spcBef>
                </a:pPr>
                <a:endParaRPr lang="en-US" altLang="en-US" sz="1400" dirty="0"/>
              </a:p>
              <a:p>
                <a:pPr>
                  <a:spcBef>
                    <a:spcPts val="600"/>
                  </a:spcBef>
                </a:pPr>
                <a:r>
                  <a:rPr lang="en-US" altLang="en-US" sz="2000" b="1" dirty="0"/>
                  <a:t>Common knowledge of rationality and self-interest is important!</a:t>
                </a:r>
              </a:p>
              <a:p>
                <a:pPr lvl="1">
                  <a:spcBef>
                    <a:spcPts val="600"/>
                  </a:spcBef>
                </a:pPr>
                <a:r>
                  <a:rPr lang="en-US" altLang="en-US" sz="1600" b="1" dirty="0"/>
                  <a:t>How you should respond will depend on how you think others are thinking (and responding).</a:t>
                </a:r>
              </a:p>
              <a:p>
                <a:pPr lvl="1">
                  <a:spcBef>
                    <a:spcPts val="600"/>
                  </a:spcBef>
                </a:pPr>
                <a:endParaRPr lang="en-US" altLang="en-US" sz="1400" dirty="0"/>
              </a:p>
              <a:p>
                <a:pPr>
                  <a:spcBef>
                    <a:spcPts val="600"/>
                  </a:spcBef>
                </a:pPr>
                <a:endParaRPr lang="en-US" altLang="en-US" sz="2400" dirty="0"/>
              </a:p>
              <a:p>
                <a:pPr lvl="2">
                  <a:spcBef>
                    <a:spcPts val="600"/>
                  </a:spcBef>
                </a:pPr>
                <a:endParaRPr lang="en-US" altLang="en-US" sz="1800" dirty="0"/>
              </a:p>
              <a:p>
                <a:pPr lvl="1" eaLnBrk="1" hangingPunct="1">
                  <a:spcBef>
                    <a:spcPts val="600"/>
                  </a:spcBef>
                </a:pPr>
                <a:endParaRPr lang="en-US" altLang="en-US" sz="2000" dirty="0"/>
              </a:p>
              <a:p>
                <a:pPr>
                  <a:spcBef>
                    <a:spcPts val="600"/>
                  </a:spcBef>
                </a:pPr>
                <a:endParaRPr lang="en-US" altLang="en-US" sz="2400" dirty="0"/>
              </a:p>
              <a:p>
                <a:pPr>
                  <a:spcBef>
                    <a:spcPts val="600"/>
                  </a:spcBef>
                </a:pPr>
                <a:endParaRPr lang="en-US" altLang="en-US" sz="2400" dirty="0"/>
              </a:p>
              <a:p>
                <a:pPr lvl="1" eaLnBrk="1" hangingPunct="1">
                  <a:spcBef>
                    <a:spcPts val="600"/>
                  </a:spcBef>
                </a:pPr>
                <a:endParaRPr lang="en-US" altLang="en-US" sz="2000" dirty="0"/>
              </a:p>
              <a:p>
                <a:pPr lvl="2">
                  <a:spcBef>
                    <a:spcPts val="600"/>
                  </a:spcBef>
                </a:pPr>
                <a:endParaRPr lang="en-US" altLang="en-US" sz="1800" dirty="0"/>
              </a:p>
            </p:txBody>
          </p:sp>
        </mc:Choice>
        <mc:Fallback xmlns="">
          <p:sp>
            <p:nvSpPr>
              <p:cNvPr id="29698" name="Rectangle 3"/>
              <p:cNvSpPr>
                <a:spLocks noGrp="1" noRot="1" noChangeAspect="1" noMove="1" noResize="1" noEditPoints="1" noAdjustHandles="1" noChangeArrowheads="1" noChangeShapeType="1" noTextEdit="1"/>
              </p:cNvSpPr>
              <p:nvPr>
                <p:ph idx="1"/>
              </p:nvPr>
            </p:nvSpPr>
            <p:spPr>
              <a:xfrm>
                <a:off x="838200" y="1456791"/>
                <a:ext cx="10047514" cy="4755473"/>
              </a:xfrm>
              <a:blipFill>
                <a:blip r:embed="rId3"/>
                <a:stretch>
                  <a:fillRect l="-546" r="-364"/>
                </a:stretch>
              </a:blipFill>
            </p:spPr>
            <p:txBody>
              <a:bodyPr/>
              <a:lstStyle/>
              <a:p>
                <a:r>
                  <a:rPr lang="en-SG">
                    <a:noFill/>
                  </a:rPr>
                  <a:t> </a:t>
                </a:r>
              </a:p>
            </p:txBody>
          </p:sp>
        </mc:Fallback>
      </mc:AlternateContent>
      <p:sp>
        <p:nvSpPr>
          <p:cNvPr id="2" name="Slide Number Placeholder 1">
            <a:extLst>
              <a:ext uri="{FF2B5EF4-FFF2-40B4-BE49-F238E27FC236}">
                <a16:creationId xmlns:a16="http://schemas.microsoft.com/office/drawing/2014/main" id="{03245600-CDDF-855D-7735-CD76FED12CB9}"/>
              </a:ext>
            </a:extLst>
          </p:cNvPr>
          <p:cNvSpPr>
            <a:spLocks noGrp="1"/>
          </p:cNvSpPr>
          <p:nvPr>
            <p:ph type="sldNum" sz="quarter" idx="12"/>
          </p:nvPr>
        </p:nvSpPr>
        <p:spPr/>
        <p:txBody>
          <a:bodyPr/>
          <a:lstStyle/>
          <a:p>
            <a:fld id="{104D1C85-D14C-4D1F-B1AC-077E19A989F2}" type="slidenum">
              <a:rPr lang="en-GB" smtClean="0"/>
              <a:t>6</a:t>
            </a:fld>
            <a:endParaRPr lang="en-GB" dirty="0"/>
          </a:p>
        </p:txBody>
      </p:sp>
    </p:spTree>
    <p:extLst>
      <p:ext uri="{BB962C8B-B14F-4D97-AF65-F5344CB8AC3E}">
        <p14:creationId xmlns:p14="http://schemas.microsoft.com/office/powerpoint/2010/main" val="343509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8">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698">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698">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698">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9698">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969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a:noFill/>
        </p:spPr>
        <p:txBody>
          <a:bodyPr/>
          <a:lstStyle/>
          <a:p>
            <a:pPr eaLnBrk="1" hangingPunct="1"/>
            <a:r>
              <a:rPr lang="en-US" altLang="en-US" dirty="0"/>
              <a:t>Static Games of Complete Information</a:t>
            </a:r>
          </a:p>
        </p:txBody>
      </p:sp>
      <p:sp>
        <p:nvSpPr>
          <p:cNvPr id="30722" name="Rectangle 3"/>
          <p:cNvSpPr>
            <a:spLocks noGrp="1" noChangeArrowheads="1"/>
          </p:cNvSpPr>
          <p:nvPr>
            <p:ph idx="1"/>
          </p:nvPr>
        </p:nvSpPr>
        <p:spPr>
          <a:xfrm>
            <a:off x="838200" y="1456791"/>
            <a:ext cx="10810208" cy="4755473"/>
          </a:xfrm>
        </p:spPr>
        <p:txBody>
          <a:bodyPr>
            <a:normAutofit/>
          </a:bodyPr>
          <a:lstStyle/>
          <a:p>
            <a:pPr eaLnBrk="1" hangingPunct="1"/>
            <a:endParaRPr lang="en-US" altLang="en-US" sz="2000" dirty="0"/>
          </a:p>
          <a:p>
            <a:pPr eaLnBrk="1" hangingPunct="1"/>
            <a:r>
              <a:rPr lang="en-US" altLang="en-US" sz="2000" dirty="0"/>
              <a:t>In this lecture, we will focus on the simplest case of </a:t>
            </a:r>
            <a:r>
              <a:rPr lang="en-US" altLang="en-US" sz="2000" b="1" dirty="0">
                <a:solidFill>
                  <a:srgbClr val="0000FF"/>
                </a:solidFill>
              </a:rPr>
              <a:t>static games of complete information</a:t>
            </a:r>
            <a:r>
              <a:rPr lang="en-US" altLang="en-US" sz="2000" dirty="0"/>
              <a:t>.</a:t>
            </a:r>
          </a:p>
          <a:p>
            <a:pPr eaLnBrk="1" hangingPunct="1"/>
            <a:endParaRPr lang="en-US" altLang="en-US" sz="2000" dirty="0"/>
          </a:p>
          <a:p>
            <a:pPr eaLnBrk="1" hangingPunct="1"/>
            <a:r>
              <a:rPr lang="en-US" altLang="en-US" sz="2000" dirty="0"/>
              <a:t>In these kinds of games,</a:t>
            </a:r>
          </a:p>
          <a:p>
            <a:pPr lvl="1"/>
            <a:r>
              <a:rPr lang="en-US" altLang="en-US" sz="1800" b="1" dirty="0"/>
              <a:t>Static</a:t>
            </a:r>
            <a:r>
              <a:rPr lang="en-US" altLang="en-US" sz="1800" dirty="0"/>
              <a:t>: Players choose their strategies </a:t>
            </a:r>
            <a:r>
              <a:rPr lang="en-US" altLang="en-US" sz="1800" i="1" dirty="0"/>
              <a:t>simultaneously</a:t>
            </a:r>
            <a:r>
              <a:rPr lang="en-US" altLang="en-US" sz="1800" dirty="0"/>
              <a:t> at only one point in time.</a:t>
            </a:r>
          </a:p>
          <a:p>
            <a:pPr lvl="1"/>
            <a:r>
              <a:rPr lang="en-US" altLang="en-US" sz="1800" b="1" dirty="0"/>
              <a:t>Complete information</a:t>
            </a:r>
            <a:r>
              <a:rPr lang="en-US" altLang="en-US" sz="1800" dirty="0"/>
              <a:t>: Players know exactly the set of actions everyone can choose and the consequent payoffs.</a:t>
            </a:r>
          </a:p>
          <a:p>
            <a:pPr lvl="1"/>
            <a:r>
              <a:rPr lang="en-US" altLang="en-US" sz="1800" b="1" dirty="0"/>
              <a:t>Imperfect information: </a:t>
            </a:r>
            <a:r>
              <a:rPr lang="en-US" altLang="en-US" sz="1800" dirty="0"/>
              <a:t>Because of simultaneity, players do not know what others have chosen.</a:t>
            </a:r>
          </a:p>
          <a:p>
            <a:pPr lvl="1"/>
            <a:endParaRPr lang="en-US" altLang="en-US" sz="1600" dirty="0"/>
          </a:p>
          <a:p>
            <a:r>
              <a:rPr lang="en-US" altLang="en-US" sz="2000" dirty="0"/>
              <a:t>For simplicity, we will mostly be considering games where there are only two players.</a:t>
            </a:r>
          </a:p>
          <a:p>
            <a:pPr eaLnBrk="1" hangingPunct="1"/>
            <a:endParaRPr lang="en-US" altLang="en-US" sz="2000" dirty="0"/>
          </a:p>
        </p:txBody>
      </p:sp>
      <p:sp>
        <p:nvSpPr>
          <p:cNvPr id="2" name="Slide Number Placeholder 1">
            <a:extLst>
              <a:ext uri="{FF2B5EF4-FFF2-40B4-BE49-F238E27FC236}">
                <a16:creationId xmlns:a16="http://schemas.microsoft.com/office/drawing/2014/main" id="{5A2F3CA7-FF6C-077D-DFA8-10E8FF3C8BB0}"/>
              </a:ext>
            </a:extLst>
          </p:cNvPr>
          <p:cNvSpPr>
            <a:spLocks noGrp="1"/>
          </p:cNvSpPr>
          <p:nvPr>
            <p:ph type="sldNum" sz="quarter" idx="12"/>
          </p:nvPr>
        </p:nvSpPr>
        <p:spPr/>
        <p:txBody>
          <a:bodyPr/>
          <a:lstStyle/>
          <a:p>
            <a:fld id="{104D1C85-D14C-4D1F-B1AC-077E19A989F2}" type="slidenum">
              <a:rPr lang="en-GB" smtClean="0"/>
              <a:t>7</a:t>
            </a:fld>
            <a:endParaRPr lang="en-GB" dirty="0"/>
          </a:p>
        </p:txBody>
      </p:sp>
    </p:spTree>
    <p:extLst>
      <p:ext uri="{BB962C8B-B14F-4D97-AF65-F5344CB8AC3E}">
        <p14:creationId xmlns:p14="http://schemas.microsoft.com/office/powerpoint/2010/main" val="3389477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a:noFill/>
        </p:spPr>
        <p:txBody>
          <a:bodyPr/>
          <a:lstStyle/>
          <a:p>
            <a:pPr eaLnBrk="1" hangingPunct="1"/>
            <a:r>
              <a:rPr lang="en-US" altLang="en-US" dirty="0"/>
              <a:t>Two-Player (Static) Games</a:t>
            </a:r>
          </a:p>
        </p:txBody>
      </p:sp>
      <mc:AlternateContent xmlns:mc="http://schemas.openxmlformats.org/markup-compatibility/2006" xmlns:a14="http://schemas.microsoft.com/office/drawing/2010/main">
        <mc:Choice Requires="a14">
          <p:sp>
            <p:nvSpPr>
              <p:cNvPr id="30722" name="Rectangle 3"/>
              <p:cNvSpPr>
                <a:spLocks noGrp="1" noChangeArrowheads="1"/>
              </p:cNvSpPr>
              <p:nvPr>
                <p:ph idx="1"/>
              </p:nvPr>
            </p:nvSpPr>
            <p:spPr>
              <a:xfrm>
                <a:off x="838200" y="1456791"/>
                <a:ext cx="10337800" cy="4755473"/>
              </a:xfrm>
            </p:spPr>
            <p:txBody>
              <a:bodyPr>
                <a:normAutofit/>
              </a:bodyPr>
              <a:lstStyle/>
              <a:p>
                <a:pPr eaLnBrk="1" hangingPunct="1"/>
                <a:r>
                  <a:rPr lang="en-US" altLang="en-US" sz="2200" dirty="0"/>
                  <a:t>Let us consider the game with the following parameters:</a:t>
                </a:r>
              </a:p>
              <a:p>
                <a:pPr marL="914400" lvl="1" indent="-457200" eaLnBrk="1" hangingPunct="1">
                  <a:spcBef>
                    <a:spcPts val="1000"/>
                  </a:spcBef>
                  <a:buFont typeface="+mj-lt"/>
                  <a:buAutoNum type="arabicPeriod"/>
                </a:pPr>
                <a:r>
                  <a:rPr lang="en-US" altLang="en-US" sz="2000" dirty="0"/>
                  <a:t>2 players </a:t>
                </a:r>
                <a14:m>
                  <m:oMath xmlns:m="http://schemas.openxmlformats.org/officeDocument/2006/math">
                    <m:r>
                      <a:rPr lang="en-GB" altLang="en-US" sz="2000" b="0" i="1" smtClean="0">
                        <a:latin typeface="Cambria Math" panose="02040503050406030204" pitchFamily="18" charset="0"/>
                      </a:rPr>
                      <m:t>𝑖</m:t>
                    </m:r>
                    <m:r>
                      <a:rPr lang="en-GB" altLang="en-US" sz="2000" b="0" i="1" smtClean="0">
                        <a:latin typeface="Cambria Math" panose="02040503050406030204" pitchFamily="18" charset="0"/>
                      </a:rPr>
                      <m:t>=1,</m:t>
                    </m:r>
                    <m:r>
                      <a:rPr lang="en-SG" altLang="en-US" sz="2000" b="1" i="0" smtClean="0">
                        <a:latin typeface="Cambria Math" panose="02040503050406030204" pitchFamily="18" charset="0"/>
                      </a:rPr>
                      <m:t> </m:t>
                    </m:r>
                    <m:r>
                      <a:rPr lang="en-SG" altLang="en-US" sz="2000" b="0" i="0" smtClean="0">
                        <a:latin typeface="Cambria Math" panose="02040503050406030204" pitchFamily="18" charset="0"/>
                      </a:rPr>
                      <m:t>2</m:t>
                    </m:r>
                  </m:oMath>
                </a14:m>
                <a:endParaRPr lang="en-US" altLang="en-US" sz="2000" b="1" dirty="0"/>
              </a:p>
              <a:p>
                <a:pPr marL="914400" lvl="1" indent="-457200" eaLnBrk="1" hangingPunct="1">
                  <a:spcBef>
                    <a:spcPts val="1000"/>
                  </a:spcBef>
                  <a:buFont typeface="+mj-lt"/>
                  <a:buAutoNum type="arabicPeriod"/>
                </a:pPr>
                <a:r>
                  <a:rPr lang="en-US" altLang="en-US" sz="1800" dirty="0"/>
                  <a:t>Player 1’s strategy is a choice from either </a:t>
                </a:r>
                <a:r>
                  <a:rPr lang="en-US" altLang="en-US" sz="1800" i="1" dirty="0"/>
                  <a:t>Top</a:t>
                </a:r>
                <a:r>
                  <a:rPr lang="en-US" altLang="en-US" sz="1800" dirty="0"/>
                  <a:t> or </a:t>
                </a:r>
                <a:r>
                  <a:rPr lang="en-US" altLang="en-US" sz="1800" i="1" dirty="0"/>
                  <a:t>Bottom</a:t>
                </a:r>
                <a:br>
                  <a:rPr lang="en-US" altLang="en-US" sz="1800" dirty="0"/>
                </a:br>
                <a:r>
                  <a:rPr lang="en-US" altLang="en-US" sz="1800" dirty="0"/>
                  <a:t>Player 2’s strategy is a choice from either </a:t>
                </a:r>
                <a:r>
                  <a:rPr lang="en-US" altLang="en-US" sz="1800" i="1" dirty="0"/>
                  <a:t>Left</a:t>
                </a:r>
                <a:r>
                  <a:rPr lang="en-US" altLang="en-US" sz="1800" dirty="0"/>
                  <a:t> or </a:t>
                </a:r>
                <a:r>
                  <a:rPr lang="en-US" altLang="en-US" sz="1800" i="1" dirty="0"/>
                  <a:t>Right</a:t>
                </a:r>
              </a:p>
              <a:p>
                <a:pPr marL="914400" lvl="2" indent="0">
                  <a:spcBef>
                    <a:spcPts val="600"/>
                  </a:spcBef>
                  <a:buNone/>
                </a:pPr>
                <a:r>
                  <a:rPr lang="en-US" altLang="en-US" sz="1800" dirty="0"/>
                  <a:t>Payoffs are as follows: </a:t>
                </a:r>
                <a:endParaRPr lang="en-SG" altLang="en-US" sz="1800" b="0" i="1" dirty="0">
                  <a:latin typeface="Cambria Math" panose="02040503050406030204" pitchFamily="18" charset="0"/>
                </a:endParaRPr>
              </a:p>
              <a:p>
                <a:pPr lvl="2">
                  <a:spcBef>
                    <a:spcPts val="600"/>
                  </a:spcBef>
                </a:pPr>
                <a14:m>
                  <m:oMath xmlns:m="http://schemas.openxmlformats.org/officeDocument/2006/math">
                    <m:sSub>
                      <m:sSubPr>
                        <m:ctrlPr>
                          <a:rPr lang="en-SG" altLang="en-US" sz="1600" b="0" i="1" smtClean="0">
                            <a:latin typeface="Cambria Math" panose="02040503050406030204" pitchFamily="18" charset="0"/>
                          </a:rPr>
                        </m:ctrlPr>
                      </m:sSubPr>
                      <m:e>
                        <m:r>
                          <a:rPr lang="en-US" altLang="en-US" sz="1600" b="0" i="1" smtClean="0">
                            <a:latin typeface="Cambria Math" panose="02040503050406030204" pitchFamily="18" charset="0"/>
                          </a:rPr>
                          <m:t>𝑢</m:t>
                        </m:r>
                      </m:e>
                      <m:sub>
                        <m:r>
                          <a:rPr lang="en-SG" altLang="en-US" sz="1600" b="0" i="1" smtClean="0">
                            <a:latin typeface="Cambria Math" panose="02040503050406030204" pitchFamily="18" charset="0"/>
                          </a:rPr>
                          <m:t>1</m:t>
                        </m:r>
                      </m:sub>
                    </m:sSub>
                    <m:d>
                      <m:dPr>
                        <m:ctrlPr>
                          <a:rPr lang="en-US" altLang="en-US" sz="1600" b="0" i="1" smtClean="0">
                            <a:latin typeface="Cambria Math" panose="02040503050406030204" pitchFamily="18" charset="0"/>
                          </a:rPr>
                        </m:ctrlPr>
                      </m:dPr>
                      <m:e>
                        <m:r>
                          <a:rPr lang="en-SG" altLang="en-US" sz="1600" b="0" i="1" smtClean="0">
                            <a:latin typeface="Cambria Math" panose="02040503050406030204" pitchFamily="18" charset="0"/>
                          </a:rPr>
                          <m:t>𝑇𝑜𝑝</m:t>
                        </m:r>
                        <m:r>
                          <a:rPr lang="en-SG" altLang="en-US" sz="1600" b="0" i="1" smtClean="0">
                            <a:latin typeface="Cambria Math" panose="02040503050406030204" pitchFamily="18" charset="0"/>
                          </a:rPr>
                          <m:t>,</m:t>
                        </m:r>
                        <m:r>
                          <a:rPr lang="en-SG" altLang="en-US" sz="1600" b="0" i="1" smtClean="0">
                            <a:latin typeface="Cambria Math" panose="02040503050406030204" pitchFamily="18" charset="0"/>
                          </a:rPr>
                          <m:t>𝐿𝑒𝑓𝑡</m:t>
                        </m:r>
                      </m:e>
                    </m:d>
                    <m:r>
                      <a:rPr lang="en-SG" altLang="en-US" sz="1600" b="0" i="1" smtClean="0">
                        <a:latin typeface="Cambria Math" panose="02040503050406030204" pitchFamily="18" charset="0"/>
                      </a:rPr>
                      <m:t>=3</m:t>
                    </m:r>
                  </m:oMath>
                </a14:m>
                <a:r>
                  <a:rPr lang="en-US" altLang="en-US" sz="1600" dirty="0"/>
                  <a:t>, </a:t>
                </a:r>
                <a14:m>
                  <m:oMath xmlns:m="http://schemas.openxmlformats.org/officeDocument/2006/math">
                    <m:sSub>
                      <m:sSubPr>
                        <m:ctrlPr>
                          <a:rPr lang="en-SG" altLang="en-US" sz="1600" b="0" i="1" smtClean="0">
                            <a:latin typeface="Cambria Math" panose="02040503050406030204" pitchFamily="18" charset="0"/>
                          </a:rPr>
                        </m:ctrlPr>
                      </m:sSubPr>
                      <m:e>
                        <m:r>
                          <a:rPr lang="en-SG" altLang="en-US" sz="1600" b="0" i="1" smtClean="0">
                            <a:latin typeface="Cambria Math" panose="02040503050406030204" pitchFamily="18" charset="0"/>
                          </a:rPr>
                          <m:t>𝑢</m:t>
                        </m:r>
                      </m:e>
                      <m:sub>
                        <m:r>
                          <a:rPr lang="en-SG" altLang="en-US" sz="1600" b="0" i="1" smtClean="0">
                            <a:latin typeface="Cambria Math" panose="02040503050406030204" pitchFamily="18" charset="0"/>
                          </a:rPr>
                          <m:t>2</m:t>
                        </m:r>
                      </m:sub>
                    </m:sSub>
                    <m:d>
                      <m:dPr>
                        <m:ctrlPr>
                          <a:rPr lang="en-SG" altLang="en-US" sz="1600" b="0" i="1" smtClean="0">
                            <a:latin typeface="Cambria Math" panose="02040503050406030204" pitchFamily="18" charset="0"/>
                          </a:rPr>
                        </m:ctrlPr>
                      </m:dPr>
                      <m:e>
                        <m:r>
                          <a:rPr lang="en-SG" altLang="en-US" sz="1600" b="0" i="1" smtClean="0">
                            <a:latin typeface="Cambria Math" panose="02040503050406030204" pitchFamily="18" charset="0"/>
                          </a:rPr>
                          <m:t>𝑇𝑜𝑝</m:t>
                        </m:r>
                        <m:r>
                          <a:rPr lang="en-SG" altLang="en-US" sz="1600" b="0" i="1" smtClean="0">
                            <a:latin typeface="Cambria Math" panose="02040503050406030204" pitchFamily="18" charset="0"/>
                          </a:rPr>
                          <m:t>,</m:t>
                        </m:r>
                        <m:r>
                          <a:rPr lang="en-SG" altLang="en-US" sz="1600" b="0" i="1" smtClean="0">
                            <a:latin typeface="Cambria Math" panose="02040503050406030204" pitchFamily="18" charset="0"/>
                          </a:rPr>
                          <m:t>𝐿𝑒𝑓𝑡</m:t>
                        </m:r>
                      </m:e>
                    </m:d>
                    <m:r>
                      <a:rPr lang="en-SG" altLang="en-US" sz="1600" b="0" i="1" smtClean="0">
                        <a:latin typeface="Cambria Math" panose="02040503050406030204" pitchFamily="18" charset="0"/>
                      </a:rPr>
                      <m:t>=9</m:t>
                    </m:r>
                  </m:oMath>
                </a14:m>
                <a:endParaRPr lang="en-SG" altLang="en-US" sz="1600" b="0" dirty="0"/>
              </a:p>
              <a:p>
                <a:pPr lvl="2">
                  <a:spcBef>
                    <a:spcPts val="600"/>
                  </a:spcBef>
                </a:pPr>
                <a14:m>
                  <m:oMath xmlns:m="http://schemas.openxmlformats.org/officeDocument/2006/math">
                    <m:sSub>
                      <m:sSubPr>
                        <m:ctrlPr>
                          <a:rPr lang="en-SG" altLang="en-US" sz="1600" b="0" i="1" smtClean="0">
                            <a:latin typeface="Cambria Math" panose="02040503050406030204" pitchFamily="18" charset="0"/>
                          </a:rPr>
                        </m:ctrlPr>
                      </m:sSubPr>
                      <m:e>
                        <m:r>
                          <a:rPr lang="en-US" altLang="en-US" sz="1600" b="0" i="1" smtClean="0">
                            <a:latin typeface="Cambria Math" panose="02040503050406030204" pitchFamily="18" charset="0"/>
                          </a:rPr>
                          <m:t>𝑢</m:t>
                        </m:r>
                      </m:e>
                      <m:sub>
                        <m:r>
                          <a:rPr lang="en-SG" altLang="en-US" sz="1600" b="0" i="1" smtClean="0">
                            <a:latin typeface="Cambria Math" panose="02040503050406030204" pitchFamily="18" charset="0"/>
                          </a:rPr>
                          <m:t>1</m:t>
                        </m:r>
                      </m:sub>
                    </m:sSub>
                    <m:d>
                      <m:dPr>
                        <m:ctrlPr>
                          <a:rPr lang="en-US" altLang="en-US" sz="1600" b="0" i="1" smtClean="0">
                            <a:latin typeface="Cambria Math" panose="02040503050406030204" pitchFamily="18" charset="0"/>
                          </a:rPr>
                        </m:ctrlPr>
                      </m:dPr>
                      <m:e>
                        <m:r>
                          <a:rPr lang="en-SG" altLang="en-US" sz="1600" b="0" i="1" smtClean="0">
                            <a:latin typeface="Cambria Math" panose="02040503050406030204" pitchFamily="18" charset="0"/>
                          </a:rPr>
                          <m:t>𝑇𝑜𝑝</m:t>
                        </m:r>
                        <m:r>
                          <a:rPr lang="en-SG" altLang="en-US" sz="1600" b="0" i="1" smtClean="0">
                            <a:latin typeface="Cambria Math" panose="02040503050406030204" pitchFamily="18" charset="0"/>
                          </a:rPr>
                          <m:t>,</m:t>
                        </m:r>
                        <m:r>
                          <a:rPr lang="en-SG" altLang="en-US" sz="1600" b="0" i="1" smtClean="0">
                            <a:latin typeface="Cambria Math" panose="02040503050406030204" pitchFamily="18" charset="0"/>
                          </a:rPr>
                          <m:t>𝑅𝑖𝑔h𝑡</m:t>
                        </m:r>
                      </m:e>
                    </m:d>
                    <m:r>
                      <a:rPr lang="en-SG" altLang="en-US" sz="1600" b="0" i="1" smtClean="0">
                        <a:latin typeface="Cambria Math" panose="02040503050406030204" pitchFamily="18" charset="0"/>
                      </a:rPr>
                      <m:t>=2</m:t>
                    </m:r>
                  </m:oMath>
                </a14:m>
                <a:r>
                  <a:rPr lang="en-US" altLang="en-US" sz="1600" dirty="0"/>
                  <a:t>, </a:t>
                </a:r>
                <a14:m>
                  <m:oMath xmlns:m="http://schemas.openxmlformats.org/officeDocument/2006/math">
                    <m:sSub>
                      <m:sSubPr>
                        <m:ctrlPr>
                          <a:rPr lang="en-SG" altLang="en-US" sz="1600" b="0" i="1" smtClean="0">
                            <a:latin typeface="Cambria Math" panose="02040503050406030204" pitchFamily="18" charset="0"/>
                          </a:rPr>
                        </m:ctrlPr>
                      </m:sSubPr>
                      <m:e>
                        <m:r>
                          <a:rPr lang="en-SG" altLang="en-US" sz="1600" b="0" i="1" smtClean="0">
                            <a:latin typeface="Cambria Math" panose="02040503050406030204" pitchFamily="18" charset="0"/>
                          </a:rPr>
                          <m:t>𝑢</m:t>
                        </m:r>
                      </m:e>
                      <m:sub>
                        <m:r>
                          <a:rPr lang="en-SG" altLang="en-US" sz="1600" b="0" i="1" smtClean="0">
                            <a:latin typeface="Cambria Math" panose="02040503050406030204" pitchFamily="18" charset="0"/>
                          </a:rPr>
                          <m:t>2</m:t>
                        </m:r>
                      </m:sub>
                    </m:sSub>
                    <m:d>
                      <m:dPr>
                        <m:ctrlPr>
                          <a:rPr lang="en-SG" altLang="en-US" sz="1600" b="0" i="1" smtClean="0">
                            <a:latin typeface="Cambria Math" panose="02040503050406030204" pitchFamily="18" charset="0"/>
                          </a:rPr>
                        </m:ctrlPr>
                      </m:dPr>
                      <m:e>
                        <m:r>
                          <a:rPr lang="en-SG" altLang="en-US" sz="1600" b="0" i="1" smtClean="0">
                            <a:latin typeface="Cambria Math" panose="02040503050406030204" pitchFamily="18" charset="0"/>
                          </a:rPr>
                          <m:t>𝑇𝑜𝑝</m:t>
                        </m:r>
                        <m:r>
                          <a:rPr lang="en-SG" altLang="en-US" sz="1600" b="0" i="1" smtClean="0">
                            <a:latin typeface="Cambria Math" panose="02040503050406030204" pitchFamily="18" charset="0"/>
                          </a:rPr>
                          <m:t>,</m:t>
                        </m:r>
                        <m:r>
                          <a:rPr lang="en-SG" altLang="en-US" sz="1600" b="0" i="1" smtClean="0">
                            <a:latin typeface="Cambria Math" panose="02040503050406030204" pitchFamily="18" charset="0"/>
                          </a:rPr>
                          <m:t>𝑅𝑖𝑔h𝑡</m:t>
                        </m:r>
                      </m:e>
                    </m:d>
                    <m:r>
                      <a:rPr lang="en-SG" altLang="en-US" sz="1600" b="0" i="1" smtClean="0">
                        <a:latin typeface="Cambria Math" panose="02040503050406030204" pitchFamily="18" charset="0"/>
                      </a:rPr>
                      <m:t>=8</m:t>
                    </m:r>
                  </m:oMath>
                </a14:m>
                <a:endParaRPr lang="en-SG" altLang="en-US" sz="1600" b="0" dirty="0"/>
              </a:p>
              <a:p>
                <a:pPr lvl="2">
                  <a:spcBef>
                    <a:spcPts val="600"/>
                  </a:spcBef>
                </a:pPr>
                <a14:m>
                  <m:oMath xmlns:m="http://schemas.openxmlformats.org/officeDocument/2006/math">
                    <m:sSub>
                      <m:sSubPr>
                        <m:ctrlPr>
                          <a:rPr lang="en-SG" altLang="en-US" sz="1600" b="0" i="1" smtClean="0">
                            <a:latin typeface="Cambria Math" panose="02040503050406030204" pitchFamily="18" charset="0"/>
                          </a:rPr>
                        </m:ctrlPr>
                      </m:sSubPr>
                      <m:e>
                        <m:r>
                          <a:rPr lang="en-US" altLang="en-US" sz="1600" b="0" i="1" smtClean="0">
                            <a:latin typeface="Cambria Math" panose="02040503050406030204" pitchFamily="18" charset="0"/>
                          </a:rPr>
                          <m:t>𝑢</m:t>
                        </m:r>
                      </m:e>
                      <m:sub>
                        <m:r>
                          <a:rPr lang="en-SG" altLang="en-US" sz="1600" b="0" i="1" smtClean="0">
                            <a:latin typeface="Cambria Math" panose="02040503050406030204" pitchFamily="18" charset="0"/>
                          </a:rPr>
                          <m:t>1</m:t>
                        </m:r>
                      </m:sub>
                    </m:sSub>
                    <m:d>
                      <m:dPr>
                        <m:ctrlPr>
                          <a:rPr lang="en-US" altLang="en-US" sz="1600" b="0" i="1" smtClean="0">
                            <a:latin typeface="Cambria Math" panose="02040503050406030204" pitchFamily="18" charset="0"/>
                          </a:rPr>
                        </m:ctrlPr>
                      </m:dPr>
                      <m:e>
                        <m:r>
                          <a:rPr lang="en-SG" altLang="en-US" sz="1600" b="0" i="1" smtClean="0">
                            <a:latin typeface="Cambria Math" panose="02040503050406030204" pitchFamily="18" charset="0"/>
                          </a:rPr>
                          <m:t>𝐵𝑜𝑡𝑡𝑜𝑚</m:t>
                        </m:r>
                        <m:r>
                          <a:rPr lang="en-SG" altLang="en-US" sz="1600" b="0" i="1" smtClean="0">
                            <a:latin typeface="Cambria Math" panose="02040503050406030204" pitchFamily="18" charset="0"/>
                          </a:rPr>
                          <m:t>,</m:t>
                        </m:r>
                        <m:r>
                          <a:rPr lang="en-SG" altLang="en-US" sz="1600" b="0" i="1" smtClean="0">
                            <a:latin typeface="Cambria Math" panose="02040503050406030204" pitchFamily="18" charset="0"/>
                          </a:rPr>
                          <m:t>𝐿𝑒𝑓𝑡</m:t>
                        </m:r>
                      </m:e>
                    </m:d>
                    <m:r>
                      <a:rPr lang="en-SG" altLang="en-US" sz="1600" b="0" i="1" smtClean="0">
                        <a:latin typeface="Cambria Math" panose="02040503050406030204" pitchFamily="18" charset="0"/>
                      </a:rPr>
                      <m:t>=0</m:t>
                    </m:r>
                  </m:oMath>
                </a14:m>
                <a:r>
                  <a:rPr lang="en-US" altLang="en-US" sz="1600" dirty="0"/>
                  <a:t>, </a:t>
                </a:r>
                <a14:m>
                  <m:oMath xmlns:m="http://schemas.openxmlformats.org/officeDocument/2006/math">
                    <m:sSub>
                      <m:sSubPr>
                        <m:ctrlPr>
                          <a:rPr lang="en-SG" altLang="en-US" sz="1600" b="0" i="1" smtClean="0">
                            <a:latin typeface="Cambria Math" panose="02040503050406030204" pitchFamily="18" charset="0"/>
                          </a:rPr>
                        </m:ctrlPr>
                      </m:sSubPr>
                      <m:e>
                        <m:r>
                          <a:rPr lang="en-SG" altLang="en-US" sz="1600" b="0" i="1" smtClean="0">
                            <a:latin typeface="Cambria Math" panose="02040503050406030204" pitchFamily="18" charset="0"/>
                          </a:rPr>
                          <m:t>𝑢</m:t>
                        </m:r>
                      </m:e>
                      <m:sub>
                        <m:r>
                          <a:rPr lang="en-SG" altLang="en-US" sz="1600" b="0" i="1" smtClean="0">
                            <a:latin typeface="Cambria Math" panose="02040503050406030204" pitchFamily="18" charset="0"/>
                          </a:rPr>
                          <m:t>2</m:t>
                        </m:r>
                      </m:sub>
                    </m:sSub>
                    <m:d>
                      <m:dPr>
                        <m:ctrlPr>
                          <a:rPr lang="en-SG" altLang="en-US" sz="1600" b="0" i="1" smtClean="0">
                            <a:latin typeface="Cambria Math" panose="02040503050406030204" pitchFamily="18" charset="0"/>
                          </a:rPr>
                        </m:ctrlPr>
                      </m:dPr>
                      <m:e>
                        <m:r>
                          <a:rPr lang="en-SG" altLang="en-US" sz="1600" b="0" i="1" smtClean="0">
                            <a:latin typeface="Cambria Math" panose="02040503050406030204" pitchFamily="18" charset="0"/>
                          </a:rPr>
                          <m:t>𝐵𝑜𝑡𝑡𝑜𝑚</m:t>
                        </m:r>
                        <m:r>
                          <a:rPr lang="en-SG" altLang="en-US" sz="1600" b="0" i="1" smtClean="0">
                            <a:latin typeface="Cambria Math" panose="02040503050406030204" pitchFamily="18" charset="0"/>
                          </a:rPr>
                          <m:t>,</m:t>
                        </m:r>
                        <m:r>
                          <a:rPr lang="en-SG" altLang="en-US" sz="1600" b="0" i="1" smtClean="0">
                            <a:latin typeface="Cambria Math" panose="02040503050406030204" pitchFamily="18" charset="0"/>
                          </a:rPr>
                          <m:t>𝐿𝑒𝑓𝑡</m:t>
                        </m:r>
                      </m:e>
                    </m:d>
                    <m:r>
                      <a:rPr lang="en-SG" altLang="en-US" sz="1600" b="0" i="1" smtClean="0">
                        <a:latin typeface="Cambria Math" panose="02040503050406030204" pitchFamily="18" charset="0"/>
                      </a:rPr>
                      <m:t>=2</m:t>
                    </m:r>
                  </m:oMath>
                </a14:m>
                <a:endParaRPr lang="en-SG" altLang="en-US" sz="1600" b="0" dirty="0"/>
              </a:p>
              <a:p>
                <a:pPr lvl="2">
                  <a:spcBef>
                    <a:spcPts val="600"/>
                  </a:spcBef>
                </a:pPr>
                <a14:m>
                  <m:oMath xmlns:m="http://schemas.openxmlformats.org/officeDocument/2006/math">
                    <m:sSub>
                      <m:sSubPr>
                        <m:ctrlPr>
                          <a:rPr lang="en-SG" altLang="en-US" sz="1600" b="0" i="1" smtClean="0">
                            <a:latin typeface="Cambria Math" panose="02040503050406030204" pitchFamily="18" charset="0"/>
                          </a:rPr>
                        </m:ctrlPr>
                      </m:sSubPr>
                      <m:e>
                        <m:r>
                          <a:rPr lang="en-US" altLang="en-US" sz="1600" b="0" i="1" smtClean="0">
                            <a:latin typeface="Cambria Math" panose="02040503050406030204" pitchFamily="18" charset="0"/>
                          </a:rPr>
                          <m:t>𝑢</m:t>
                        </m:r>
                      </m:e>
                      <m:sub>
                        <m:r>
                          <a:rPr lang="en-SG" altLang="en-US" sz="1600" b="0" i="1" smtClean="0">
                            <a:latin typeface="Cambria Math" panose="02040503050406030204" pitchFamily="18" charset="0"/>
                          </a:rPr>
                          <m:t>1</m:t>
                        </m:r>
                      </m:sub>
                    </m:sSub>
                    <m:d>
                      <m:dPr>
                        <m:ctrlPr>
                          <a:rPr lang="en-US" altLang="en-US" sz="1600" b="0" i="1" smtClean="0">
                            <a:latin typeface="Cambria Math" panose="02040503050406030204" pitchFamily="18" charset="0"/>
                          </a:rPr>
                        </m:ctrlPr>
                      </m:dPr>
                      <m:e>
                        <m:r>
                          <a:rPr lang="en-SG" altLang="en-US" sz="1600" b="0" i="1" smtClean="0">
                            <a:latin typeface="Cambria Math" panose="02040503050406030204" pitchFamily="18" charset="0"/>
                          </a:rPr>
                          <m:t>𝐵𝑜𝑡𝑡𝑜𝑚</m:t>
                        </m:r>
                        <m:r>
                          <a:rPr lang="en-SG" altLang="en-US" sz="1600" b="0" i="1" smtClean="0">
                            <a:latin typeface="Cambria Math" panose="02040503050406030204" pitchFamily="18" charset="0"/>
                          </a:rPr>
                          <m:t>,</m:t>
                        </m:r>
                        <m:r>
                          <a:rPr lang="en-SG" altLang="en-US" sz="1600" b="0" i="1" smtClean="0">
                            <a:latin typeface="Cambria Math" panose="02040503050406030204" pitchFamily="18" charset="0"/>
                          </a:rPr>
                          <m:t>𝑅𝑖𝑔h𝑡</m:t>
                        </m:r>
                      </m:e>
                    </m:d>
                    <m:r>
                      <a:rPr lang="en-SG" altLang="en-US" sz="1600" b="0" i="1" smtClean="0">
                        <a:latin typeface="Cambria Math" panose="02040503050406030204" pitchFamily="18" charset="0"/>
                      </a:rPr>
                      <m:t>=1</m:t>
                    </m:r>
                  </m:oMath>
                </a14:m>
                <a:r>
                  <a:rPr lang="en-US" altLang="en-US" sz="1600" dirty="0"/>
                  <a:t>, </a:t>
                </a:r>
                <a14:m>
                  <m:oMath xmlns:m="http://schemas.openxmlformats.org/officeDocument/2006/math">
                    <m:sSub>
                      <m:sSubPr>
                        <m:ctrlPr>
                          <a:rPr lang="en-SG" altLang="en-US" sz="1600" b="0" i="1" smtClean="0">
                            <a:latin typeface="Cambria Math" panose="02040503050406030204" pitchFamily="18" charset="0"/>
                          </a:rPr>
                        </m:ctrlPr>
                      </m:sSubPr>
                      <m:e>
                        <m:r>
                          <a:rPr lang="en-SG" altLang="en-US" sz="1600" b="0" i="1" smtClean="0">
                            <a:latin typeface="Cambria Math" panose="02040503050406030204" pitchFamily="18" charset="0"/>
                          </a:rPr>
                          <m:t>𝑢</m:t>
                        </m:r>
                      </m:e>
                      <m:sub>
                        <m:r>
                          <a:rPr lang="en-SG" altLang="en-US" sz="1600" b="0" i="1" smtClean="0">
                            <a:latin typeface="Cambria Math" panose="02040503050406030204" pitchFamily="18" charset="0"/>
                          </a:rPr>
                          <m:t>2</m:t>
                        </m:r>
                      </m:sub>
                    </m:sSub>
                    <m:d>
                      <m:dPr>
                        <m:ctrlPr>
                          <a:rPr lang="en-SG" altLang="en-US" sz="1600" b="0" i="1" smtClean="0">
                            <a:latin typeface="Cambria Math" panose="02040503050406030204" pitchFamily="18" charset="0"/>
                          </a:rPr>
                        </m:ctrlPr>
                      </m:dPr>
                      <m:e>
                        <m:r>
                          <a:rPr lang="en-SG" altLang="en-US" sz="1600" b="0" i="1" smtClean="0">
                            <a:latin typeface="Cambria Math" panose="02040503050406030204" pitchFamily="18" charset="0"/>
                          </a:rPr>
                          <m:t>𝐵𝑜𝑡𝑡𝑜𝑚</m:t>
                        </m:r>
                        <m:r>
                          <a:rPr lang="en-SG" altLang="en-US" sz="1600" b="0" i="1" smtClean="0">
                            <a:latin typeface="Cambria Math" panose="02040503050406030204" pitchFamily="18" charset="0"/>
                          </a:rPr>
                          <m:t>,</m:t>
                        </m:r>
                        <m:r>
                          <a:rPr lang="en-SG" altLang="en-US" sz="1600" b="0" i="1" smtClean="0">
                            <a:latin typeface="Cambria Math" panose="02040503050406030204" pitchFamily="18" charset="0"/>
                          </a:rPr>
                          <m:t>𝑅𝑖𝑔h𝑡</m:t>
                        </m:r>
                      </m:e>
                    </m:d>
                    <m:r>
                      <a:rPr lang="en-SG" altLang="en-US" sz="1600" b="0" i="1" smtClean="0">
                        <a:latin typeface="Cambria Math" panose="02040503050406030204" pitchFamily="18" charset="0"/>
                      </a:rPr>
                      <m:t>=1</m:t>
                    </m:r>
                  </m:oMath>
                </a14:m>
                <a:endParaRPr lang="en-SG" altLang="en-US" sz="1600" b="0" dirty="0"/>
              </a:p>
              <a:p>
                <a:pPr lvl="3">
                  <a:spcBef>
                    <a:spcPts val="600"/>
                  </a:spcBef>
                </a:pPr>
                <a:endParaRPr lang="en-US" altLang="en-US" sz="1600" dirty="0"/>
              </a:p>
              <a:p>
                <a:pPr marL="914400" lvl="1" indent="-457200" eaLnBrk="1" hangingPunct="1">
                  <a:spcBef>
                    <a:spcPts val="600"/>
                  </a:spcBef>
                  <a:buFont typeface="+mj-lt"/>
                  <a:buAutoNum type="arabicPeriod"/>
                </a:pPr>
                <a:r>
                  <a:rPr lang="en-US" altLang="en-US" sz="2000" dirty="0"/>
                  <a:t>Both players move simultaneously</a:t>
                </a:r>
              </a:p>
              <a:p>
                <a:pPr marL="914400" lvl="1" indent="-457200" eaLnBrk="1" hangingPunct="1">
                  <a:spcBef>
                    <a:spcPts val="600"/>
                  </a:spcBef>
                  <a:buFont typeface="+mj-lt"/>
                  <a:buAutoNum type="arabicPeriod"/>
                </a:pPr>
                <a:r>
                  <a:rPr lang="en-US" altLang="en-US" sz="2000" dirty="0"/>
                  <a:t>Complete information</a:t>
                </a:r>
                <a:endParaRPr lang="en-US" altLang="en-US" sz="1800" dirty="0"/>
              </a:p>
              <a:p>
                <a:pPr eaLnBrk="1" hangingPunct="1"/>
                <a:endParaRPr lang="en-US" altLang="en-US" sz="2200" dirty="0"/>
              </a:p>
              <a:p>
                <a:pPr eaLnBrk="1" hangingPunct="1"/>
                <a:endParaRPr lang="en-US" altLang="en-US" sz="2400" dirty="0"/>
              </a:p>
            </p:txBody>
          </p:sp>
        </mc:Choice>
        <mc:Fallback xmlns="">
          <p:sp>
            <p:nvSpPr>
              <p:cNvPr id="30722" name="Rectangle 3"/>
              <p:cNvSpPr>
                <a:spLocks noGrp="1" noRot="1" noChangeAspect="1" noMove="1" noResize="1" noEditPoints="1" noAdjustHandles="1" noChangeArrowheads="1" noChangeShapeType="1" noTextEdit="1"/>
              </p:cNvSpPr>
              <p:nvPr>
                <p:ph idx="1"/>
              </p:nvPr>
            </p:nvSpPr>
            <p:spPr>
              <a:xfrm>
                <a:off x="838200" y="1456791"/>
                <a:ext cx="10337800" cy="4755473"/>
              </a:xfrm>
              <a:blipFill>
                <a:blip r:embed="rId3"/>
                <a:stretch>
                  <a:fillRect l="-708" t="-1667"/>
                </a:stretch>
              </a:blipFill>
            </p:spPr>
            <p:txBody>
              <a:bodyPr/>
              <a:lstStyle/>
              <a:p>
                <a:r>
                  <a:rPr lang="en-SG">
                    <a:noFill/>
                  </a:rPr>
                  <a:t> </a:t>
                </a:r>
              </a:p>
            </p:txBody>
          </p:sp>
        </mc:Fallback>
      </mc:AlternateContent>
      <p:sp>
        <p:nvSpPr>
          <p:cNvPr id="3" name="TextBox 2">
            <a:extLst>
              <a:ext uri="{FF2B5EF4-FFF2-40B4-BE49-F238E27FC236}">
                <a16:creationId xmlns:a16="http://schemas.microsoft.com/office/drawing/2014/main" id="{79976F18-8AAB-27F0-4C08-7C50D8EA8F87}"/>
              </a:ext>
            </a:extLst>
          </p:cNvPr>
          <p:cNvSpPr txBox="1"/>
          <p:nvPr/>
        </p:nvSpPr>
        <p:spPr>
          <a:xfrm>
            <a:off x="6847970" y="3539303"/>
            <a:ext cx="3525260" cy="369332"/>
          </a:xfrm>
          <a:prstGeom prst="rect">
            <a:avLst/>
          </a:prstGeom>
          <a:noFill/>
        </p:spPr>
        <p:txBody>
          <a:bodyPr wrap="none" rtlCol="0">
            <a:spAutoFit/>
          </a:bodyPr>
          <a:lstStyle/>
          <a:p>
            <a:r>
              <a:rPr lang="en-SG" dirty="0"/>
              <a:t>Each of these 4 are strategy profiles</a:t>
            </a:r>
          </a:p>
        </p:txBody>
      </p:sp>
      <p:sp>
        <p:nvSpPr>
          <p:cNvPr id="6" name="Left Brace 5">
            <a:extLst>
              <a:ext uri="{FF2B5EF4-FFF2-40B4-BE49-F238E27FC236}">
                <a16:creationId xmlns:a16="http://schemas.microsoft.com/office/drawing/2014/main" id="{2D6E6979-6BCE-E101-3B15-671DD8888D37}"/>
              </a:ext>
            </a:extLst>
          </p:cNvPr>
          <p:cNvSpPr/>
          <p:nvPr/>
        </p:nvSpPr>
        <p:spPr>
          <a:xfrm>
            <a:off x="6444650" y="3082413"/>
            <a:ext cx="299262" cy="1423219"/>
          </a:xfrm>
          <a:prstGeom prst="leftBrace">
            <a:avLst/>
          </a:prstGeom>
          <a:ln w="12700"/>
        </p:spPr>
        <p:style>
          <a:lnRef idx="1">
            <a:schemeClr val="dk1"/>
          </a:lnRef>
          <a:fillRef idx="0">
            <a:schemeClr val="dk1"/>
          </a:fillRef>
          <a:effectRef idx="0">
            <a:schemeClr val="dk1"/>
          </a:effectRef>
          <a:fontRef idx="minor">
            <a:schemeClr val="tx1"/>
          </a:fontRef>
        </p:style>
        <p:txBody>
          <a:bodyPr rtlCol="0" anchor="ctr"/>
          <a:lstStyle/>
          <a:p>
            <a:pPr algn="ctr"/>
            <a:endParaRPr lang="en-SG" dirty="0"/>
          </a:p>
        </p:txBody>
      </p:sp>
      <p:sp>
        <p:nvSpPr>
          <p:cNvPr id="7" name="Slide Number Placeholder 6">
            <a:extLst>
              <a:ext uri="{FF2B5EF4-FFF2-40B4-BE49-F238E27FC236}">
                <a16:creationId xmlns:a16="http://schemas.microsoft.com/office/drawing/2014/main" id="{335BC884-483F-AFCC-6B0F-F8485200D271}"/>
              </a:ext>
            </a:extLst>
          </p:cNvPr>
          <p:cNvSpPr>
            <a:spLocks noGrp="1"/>
          </p:cNvSpPr>
          <p:nvPr>
            <p:ph type="sldNum" sz="quarter" idx="12"/>
          </p:nvPr>
        </p:nvSpPr>
        <p:spPr/>
        <p:txBody>
          <a:bodyPr/>
          <a:lstStyle/>
          <a:p>
            <a:fld id="{104D1C85-D14C-4D1F-B1AC-077E19A989F2}" type="slidenum">
              <a:rPr lang="en-GB" smtClean="0"/>
              <a:t>8</a:t>
            </a:fld>
            <a:endParaRPr lang="en-GB" dirty="0"/>
          </a:p>
        </p:txBody>
      </p:sp>
    </p:spTree>
    <p:extLst>
      <p:ext uri="{BB962C8B-B14F-4D97-AF65-F5344CB8AC3E}">
        <p14:creationId xmlns:p14="http://schemas.microsoft.com/office/powerpoint/2010/main" val="578903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a:noFill/>
        </p:spPr>
        <p:txBody>
          <a:bodyPr/>
          <a:lstStyle/>
          <a:p>
            <a:pPr eaLnBrk="1" hangingPunct="1"/>
            <a:r>
              <a:rPr lang="en-US" altLang="en-US" dirty="0"/>
              <a:t>Two-Player (Static) Games</a:t>
            </a:r>
          </a:p>
        </p:txBody>
      </p:sp>
      <p:sp>
        <p:nvSpPr>
          <p:cNvPr id="30722" name="Rectangle 3"/>
          <p:cNvSpPr>
            <a:spLocks noGrp="1" noChangeArrowheads="1"/>
          </p:cNvSpPr>
          <p:nvPr>
            <p:ph idx="1"/>
          </p:nvPr>
        </p:nvSpPr>
        <p:spPr>
          <a:xfrm>
            <a:off x="838200" y="1456791"/>
            <a:ext cx="10337800" cy="4755473"/>
          </a:xfrm>
        </p:spPr>
        <p:txBody>
          <a:bodyPr>
            <a:normAutofit/>
          </a:bodyPr>
          <a:lstStyle/>
          <a:p>
            <a:pPr eaLnBrk="1" hangingPunct="1"/>
            <a:endParaRPr lang="en-US" altLang="en-US" sz="2000" dirty="0"/>
          </a:p>
          <a:p>
            <a:pPr eaLnBrk="1" hangingPunct="1"/>
            <a:r>
              <a:rPr lang="en-US" altLang="en-US" sz="2000" dirty="0"/>
              <a:t>Such games can be represented easily using payoff matrices or </a:t>
            </a:r>
            <a:r>
              <a:rPr lang="en-US" altLang="en-US" sz="2000" b="1" dirty="0">
                <a:solidFill>
                  <a:srgbClr val="0000FF"/>
                </a:solidFill>
              </a:rPr>
              <a:t>normal form</a:t>
            </a:r>
            <a:r>
              <a:rPr lang="en-US" altLang="en-US" sz="2000" dirty="0"/>
              <a:t>.</a:t>
            </a:r>
          </a:p>
          <a:p>
            <a:pPr eaLnBrk="1" hangingPunct="1"/>
            <a:endParaRPr lang="en-US" altLang="en-US" sz="2000" dirty="0"/>
          </a:p>
          <a:p>
            <a:pPr eaLnBrk="1" hangingPunct="1"/>
            <a:endParaRPr lang="en-US" altLang="en-US" sz="2000" dirty="0"/>
          </a:p>
          <a:p>
            <a:pPr eaLnBrk="1" hangingPunct="1"/>
            <a:endParaRPr lang="en-US" altLang="en-US" sz="2000" dirty="0"/>
          </a:p>
          <a:p>
            <a:pPr eaLnBrk="1" hangingPunct="1"/>
            <a:endParaRPr lang="en-US" altLang="en-US" sz="2000" dirty="0"/>
          </a:p>
          <a:p>
            <a:pPr eaLnBrk="1" hangingPunct="1"/>
            <a:endParaRPr lang="en-US" altLang="en-US" sz="2000" dirty="0"/>
          </a:p>
          <a:p>
            <a:pPr eaLnBrk="1" hangingPunct="1"/>
            <a:endParaRPr lang="en-US" altLang="en-US" sz="2000" dirty="0"/>
          </a:p>
          <a:p>
            <a:pPr eaLnBrk="1" hangingPunct="1"/>
            <a:endParaRPr lang="en-US" altLang="en-US" sz="2000" dirty="0"/>
          </a:p>
          <a:p>
            <a:pPr eaLnBrk="1" hangingPunct="1"/>
            <a:r>
              <a:rPr lang="en-US" altLang="en-US" sz="2000" dirty="0"/>
              <a:t>Complete information means that both players know about this full payoff matrix.</a:t>
            </a:r>
          </a:p>
          <a:p>
            <a:pPr marL="0" indent="0" eaLnBrk="1" hangingPunct="1">
              <a:buNone/>
            </a:pPr>
            <a:endParaRPr lang="en-US" altLang="en-US" sz="2000" dirty="0"/>
          </a:p>
        </p:txBody>
      </p:sp>
      <mc:AlternateContent xmlns:mc="http://schemas.openxmlformats.org/markup-compatibility/2006" xmlns:a14="http://schemas.microsoft.com/office/drawing/2010/main">
        <mc:Choice Requires="a14">
          <p:graphicFrame>
            <p:nvGraphicFramePr>
              <p:cNvPr id="3" name="Table 5">
                <a:extLst>
                  <a:ext uri="{FF2B5EF4-FFF2-40B4-BE49-F238E27FC236}">
                    <a16:creationId xmlns:a16="http://schemas.microsoft.com/office/drawing/2014/main" id="{5DF409FD-AA46-4E1E-A4FF-DCCB5300D53A}"/>
                  </a:ext>
                </a:extLst>
              </p:cNvPr>
              <p:cNvGraphicFramePr>
                <a:graphicFrameLocks noGrp="1"/>
              </p:cNvGraphicFramePr>
              <p:nvPr>
                <p:extLst>
                  <p:ext uri="{D42A27DB-BD31-4B8C-83A1-F6EECF244321}">
                    <p14:modId xmlns:p14="http://schemas.microsoft.com/office/powerpoint/2010/main" val="1678300502"/>
                  </p:ext>
                </p:extLst>
              </p:nvPr>
            </p:nvGraphicFramePr>
            <p:xfrm>
              <a:off x="2973526" y="3164527"/>
              <a:ext cx="6244947" cy="1112520"/>
            </p:xfrm>
            <a:graphic>
              <a:graphicData uri="http://schemas.openxmlformats.org/drawingml/2006/table">
                <a:tbl>
                  <a:tblPr firstRow="1" bandRow="1">
                    <a:tableStyleId>{5940675A-B579-460E-94D1-54222C63F5DA}</a:tableStyleId>
                  </a:tblPr>
                  <a:tblGrid>
                    <a:gridCol w="1364235">
                      <a:extLst>
                        <a:ext uri="{9D8B030D-6E8A-4147-A177-3AD203B41FA5}">
                          <a16:colId xmlns:a16="http://schemas.microsoft.com/office/drawing/2014/main" val="4239227893"/>
                        </a:ext>
                      </a:extLst>
                    </a:gridCol>
                    <a:gridCol w="2428531">
                      <a:extLst>
                        <a:ext uri="{9D8B030D-6E8A-4147-A177-3AD203B41FA5}">
                          <a16:colId xmlns:a16="http://schemas.microsoft.com/office/drawing/2014/main" val="2948776960"/>
                        </a:ext>
                      </a:extLst>
                    </a:gridCol>
                    <a:gridCol w="2452181">
                      <a:extLst>
                        <a:ext uri="{9D8B030D-6E8A-4147-A177-3AD203B41FA5}">
                          <a16:colId xmlns:a16="http://schemas.microsoft.com/office/drawing/2014/main" val="1900868060"/>
                        </a:ext>
                      </a:extLst>
                    </a:gridCol>
                  </a:tblGrid>
                  <a:tr h="370840">
                    <a:tc>
                      <a:txBody>
                        <a:bodyPr/>
                        <a:lstStyle/>
                        <a:p>
                          <a:endParaRPr lang="en-GB"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accent6"/>
                              </a:solidFill>
                            </a:rPr>
                            <a:t>Left</a:t>
                          </a:r>
                          <a:endParaRPr lang="en-GB" dirty="0">
                            <a:solidFill>
                              <a:schemeClr val="accent6"/>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accent6"/>
                              </a:solidFill>
                            </a:rPr>
                            <a:t>Right</a:t>
                          </a:r>
                          <a:endParaRPr lang="en-GB" dirty="0">
                            <a:solidFill>
                              <a:schemeClr val="accent6"/>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accent1"/>
                              </a:solidFill>
                            </a:rPr>
                            <a:t>Top</a:t>
                          </a:r>
                          <a:endParaRPr lang="en-GB" dirty="0">
                            <a:solidFill>
                              <a:schemeClr val="accent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rPr>
                                  <m:t>3</m:t>
                                </m:r>
                                <m:r>
                                  <a:rPr lang="en-US" b="0" i="1" smtClean="0">
                                    <a:latin typeface="Cambria Math" panose="02040503050406030204" pitchFamily="18" charset="0"/>
                                  </a:rPr>
                                  <m:t>,  </m:t>
                                </m:r>
                                <m:r>
                                  <a:rPr lang="en-US" b="0" i="1" smtClean="0">
                                    <a:solidFill>
                                      <a:schemeClr val="accent6"/>
                                    </a:solidFill>
                                    <a:latin typeface="Cambria Math" panose="02040503050406030204" pitchFamily="18" charset="0"/>
                                  </a:rPr>
                                  <m:t>9</m:t>
                                </m:r>
                              </m:oMath>
                            </m:oMathPara>
                          </a14:m>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rPr>
                                  <m:t>2</m:t>
                                </m:r>
                                <m:r>
                                  <a:rPr lang="en-US" b="0" i="1" smtClean="0">
                                    <a:latin typeface="Cambria Math" panose="02040503050406030204" pitchFamily="18" charset="0"/>
                                  </a:rPr>
                                  <m:t>,  </m:t>
                                </m:r>
                                <m:r>
                                  <a:rPr lang="en-US" b="0" i="1" smtClean="0">
                                    <a:solidFill>
                                      <a:schemeClr val="accent6"/>
                                    </a:solidFill>
                                    <a:latin typeface="Cambria Math" panose="02040503050406030204" pitchFamily="18" charset="0"/>
                                  </a:rPr>
                                  <m:t>8</m:t>
                                </m:r>
                              </m:oMath>
                            </m:oMathPara>
                          </a14:m>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3772902"/>
                      </a:ext>
                    </a:extLst>
                  </a:tr>
                  <a:tr h="370840">
                    <a:tc>
                      <a:txBody>
                        <a:bodyPr/>
                        <a:lstStyle/>
                        <a:p>
                          <a:r>
                            <a:rPr lang="en-US" dirty="0">
                              <a:solidFill>
                                <a:schemeClr val="accent1"/>
                              </a:solidFill>
                            </a:rPr>
                            <a:t>Bottom</a:t>
                          </a:r>
                          <a:endParaRPr lang="en-GB" dirty="0">
                            <a:solidFill>
                              <a:schemeClr val="accent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rPr>
                                  <m:t>0</m:t>
                                </m:r>
                                <m:r>
                                  <a:rPr lang="en-US" b="0" i="1" smtClean="0">
                                    <a:latin typeface="Cambria Math" panose="02040503050406030204" pitchFamily="18" charset="0"/>
                                  </a:rPr>
                                  <m:t>,  </m:t>
                                </m:r>
                                <m:r>
                                  <a:rPr lang="en-US" b="0" i="1" smtClean="0">
                                    <a:solidFill>
                                      <a:schemeClr val="accent6"/>
                                    </a:solidFill>
                                    <a:latin typeface="Cambria Math" panose="02040503050406030204" pitchFamily="18" charset="0"/>
                                  </a:rPr>
                                  <m:t>2</m:t>
                                </m:r>
                              </m:oMath>
                            </m:oMathPara>
                          </a14:m>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rPr>
                                  <m:t>1</m:t>
                                </m:r>
                                <m:r>
                                  <a:rPr lang="en-US" b="0" i="1" smtClean="0">
                                    <a:latin typeface="Cambria Math" panose="02040503050406030204" pitchFamily="18" charset="0"/>
                                  </a:rPr>
                                  <m:t>,  </m:t>
                                </m:r>
                                <m:r>
                                  <a:rPr lang="en-US" b="0" i="1" smtClean="0">
                                    <a:solidFill>
                                      <a:schemeClr val="accent6"/>
                                    </a:solidFill>
                                    <a:latin typeface="Cambria Math" panose="02040503050406030204" pitchFamily="18" charset="0"/>
                                  </a:rPr>
                                  <m:t>1</m:t>
                                </m:r>
                              </m:oMath>
                            </m:oMathPara>
                          </a14:m>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1172981"/>
                      </a:ext>
                    </a:extLst>
                  </a:tr>
                </a:tbl>
              </a:graphicData>
            </a:graphic>
          </p:graphicFrame>
        </mc:Choice>
        <mc:Fallback xmlns="">
          <p:graphicFrame>
            <p:nvGraphicFramePr>
              <p:cNvPr id="3" name="Table 5">
                <a:extLst>
                  <a:ext uri="{FF2B5EF4-FFF2-40B4-BE49-F238E27FC236}">
                    <a16:creationId xmlns:a16="http://schemas.microsoft.com/office/drawing/2014/main" id="{5DF409FD-AA46-4E1E-A4FF-DCCB5300D53A}"/>
                  </a:ext>
                </a:extLst>
              </p:cNvPr>
              <p:cNvGraphicFramePr>
                <a:graphicFrameLocks noGrp="1"/>
              </p:cNvGraphicFramePr>
              <p:nvPr>
                <p:extLst>
                  <p:ext uri="{D42A27DB-BD31-4B8C-83A1-F6EECF244321}">
                    <p14:modId xmlns:p14="http://schemas.microsoft.com/office/powerpoint/2010/main" val="1678300502"/>
                  </p:ext>
                </p:extLst>
              </p:nvPr>
            </p:nvGraphicFramePr>
            <p:xfrm>
              <a:off x="2973526" y="3164527"/>
              <a:ext cx="6244947" cy="1112520"/>
            </p:xfrm>
            <a:graphic>
              <a:graphicData uri="http://schemas.openxmlformats.org/drawingml/2006/table">
                <a:tbl>
                  <a:tblPr firstRow="1" bandRow="1">
                    <a:tableStyleId>{5940675A-B579-460E-94D1-54222C63F5DA}</a:tableStyleId>
                  </a:tblPr>
                  <a:tblGrid>
                    <a:gridCol w="1364235">
                      <a:extLst>
                        <a:ext uri="{9D8B030D-6E8A-4147-A177-3AD203B41FA5}">
                          <a16:colId xmlns:a16="http://schemas.microsoft.com/office/drawing/2014/main" val="4239227893"/>
                        </a:ext>
                      </a:extLst>
                    </a:gridCol>
                    <a:gridCol w="2428531">
                      <a:extLst>
                        <a:ext uri="{9D8B030D-6E8A-4147-A177-3AD203B41FA5}">
                          <a16:colId xmlns:a16="http://schemas.microsoft.com/office/drawing/2014/main" val="2948776960"/>
                        </a:ext>
                      </a:extLst>
                    </a:gridCol>
                    <a:gridCol w="2452181">
                      <a:extLst>
                        <a:ext uri="{9D8B030D-6E8A-4147-A177-3AD203B41FA5}">
                          <a16:colId xmlns:a16="http://schemas.microsoft.com/office/drawing/2014/main" val="1900868060"/>
                        </a:ext>
                      </a:extLst>
                    </a:gridCol>
                  </a:tblGrid>
                  <a:tr h="370840">
                    <a:tc>
                      <a:txBody>
                        <a:bodyPr/>
                        <a:lstStyle/>
                        <a:p>
                          <a:endParaRPr lang="en-GB"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accent6"/>
                              </a:solidFill>
                            </a:rPr>
                            <a:t>Left</a:t>
                          </a:r>
                          <a:endParaRPr lang="en-GB" dirty="0">
                            <a:solidFill>
                              <a:schemeClr val="accent6"/>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accent6"/>
                              </a:solidFill>
                            </a:rPr>
                            <a:t>Right</a:t>
                          </a:r>
                          <a:endParaRPr lang="en-GB" dirty="0">
                            <a:solidFill>
                              <a:schemeClr val="accent6"/>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accent1"/>
                              </a:solidFill>
                            </a:rPr>
                            <a:t>Top</a:t>
                          </a:r>
                          <a:endParaRPr lang="en-GB" dirty="0">
                            <a:solidFill>
                              <a:schemeClr val="accent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140" t="-108197" r="-101504" b="-1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591" t="-108197" r="-496" b="-124590"/>
                          </a:stretch>
                        </a:blipFill>
                      </a:tcPr>
                    </a:tc>
                    <a:extLst>
                      <a:ext uri="{0D108BD9-81ED-4DB2-BD59-A6C34878D82A}">
                        <a16:rowId xmlns:a16="http://schemas.microsoft.com/office/drawing/2014/main" val="1923772902"/>
                      </a:ext>
                    </a:extLst>
                  </a:tr>
                  <a:tr h="370840">
                    <a:tc>
                      <a:txBody>
                        <a:bodyPr/>
                        <a:lstStyle/>
                        <a:p>
                          <a:r>
                            <a:rPr lang="en-US" dirty="0">
                              <a:solidFill>
                                <a:schemeClr val="accent1"/>
                              </a:solidFill>
                            </a:rPr>
                            <a:t>Bottom</a:t>
                          </a:r>
                          <a:endParaRPr lang="en-GB" dirty="0">
                            <a:solidFill>
                              <a:schemeClr val="accent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140" t="-208197" r="-101504" b="-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591" t="-208197" r="-496" b="-24590"/>
                          </a:stretch>
                        </a:blipFill>
                      </a:tcPr>
                    </a:tc>
                    <a:extLst>
                      <a:ext uri="{0D108BD9-81ED-4DB2-BD59-A6C34878D82A}">
                        <a16:rowId xmlns:a16="http://schemas.microsoft.com/office/drawing/2014/main" val="2781172981"/>
                      </a:ext>
                    </a:extLst>
                  </a:tr>
                </a:tbl>
              </a:graphicData>
            </a:graphic>
          </p:graphicFrame>
        </mc:Fallback>
      </mc:AlternateContent>
      <p:sp>
        <p:nvSpPr>
          <p:cNvPr id="4" name="TextBox 3">
            <a:extLst>
              <a:ext uri="{FF2B5EF4-FFF2-40B4-BE49-F238E27FC236}">
                <a16:creationId xmlns:a16="http://schemas.microsoft.com/office/drawing/2014/main" id="{49542F60-F172-4F43-9B83-27FEF4194BDA}"/>
              </a:ext>
            </a:extLst>
          </p:cNvPr>
          <p:cNvSpPr txBox="1"/>
          <p:nvPr/>
        </p:nvSpPr>
        <p:spPr>
          <a:xfrm>
            <a:off x="6213876" y="2703149"/>
            <a:ext cx="947375" cy="369332"/>
          </a:xfrm>
          <a:prstGeom prst="rect">
            <a:avLst/>
          </a:prstGeom>
          <a:noFill/>
        </p:spPr>
        <p:txBody>
          <a:bodyPr wrap="none" rtlCol="0">
            <a:spAutoFit/>
          </a:bodyPr>
          <a:lstStyle/>
          <a:p>
            <a:r>
              <a:rPr lang="en-US" b="1" dirty="0">
                <a:solidFill>
                  <a:schemeClr val="accent6"/>
                </a:solidFill>
              </a:rPr>
              <a:t>Player 2</a:t>
            </a:r>
            <a:endParaRPr lang="en-GB" b="1" dirty="0">
              <a:solidFill>
                <a:schemeClr val="accent6"/>
              </a:solidFill>
            </a:endParaRPr>
          </a:p>
        </p:txBody>
      </p:sp>
      <p:sp>
        <p:nvSpPr>
          <p:cNvPr id="6" name="TextBox 5">
            <a:extLst>
              <a:ext uri="{FF2B5EF4-FFF2-40B4-BE49-F238E27FC236}">
                <a16:creationId xmlns:a16="http://schemas.microsoft.com/office/drawing/2014/main" id="{817968EF-EB35-456D-A891-4B601FDA0C10}"/>
              </a:ext>
            </a:extLst>
          </p:cNvPr>
          <p:cNvSpPr txBox="1"/>
          <p:nvPr/>
        </p:nvSpPr>
        <p:spPr>
          <a:xfrm>
            <a:off x="1749888" y="3709398"/>
            <a:ext cx="947375" cy="369332"/>
          </a:xfrm>
          <a:prstGeom prst="rect">
            <a:avLst/>
          </a:prstGeom>
          <a:noFill/>
        </p:spPr>
        <p:txBody>
          <a:bodyPr wrap="none" rtlCol="0">
            <a:spAutoFit/>
          </a:bodyPr>
          <a:lstStyle/>
          <a:p>
            <a:r>
              <a:rPr lang="en-US" b="1" dirty="0">
                <a:solidFill>
                  <a:schemeClr val="accent1"/>
                </a:solidFill>
              </a:rPr>
              <a:t>Player 1</a:t>
            </a:r>
            <a:endParaRPr lang="en-GB" b="1" dirty="0">
              <a:solidFill>
                <a:schemeClr val="accent1"/>
              </a:solidFill>
            </a:endParaRPr>
          </a:p>
        </p:txBody>
      </p:sp>
      <p:sp>
        <p:nvSpPr>
          <p:cNvPr id="7" name="Slide Number Placeholder 6">
            <a:extLst>
              <a:ext uri="{FF2B5EF4-FFF2-40B4-BE49-F238E27FC236}">
                <a16:creationId xmlns:a16="http://schemas.microsoft.com/office/drawing/2014/main" id="{3C426448-116F-3ECA-3687-0290120A1825}"/>
              </a:ext>
            </a:extLst>
          </p:cNvPr>
          <p:cNvSpPr>
            <a:spLocks noGrp="1"/>
          </p:cNvSpPr>
          <p:nvPr>
            <p:ph type="sldNum" sz="quarter" idx="12"/>
          </p:nvPr>
        </p:nvSpPr>
        <p:spPr/>
        <p:txBody>
          <a:bodyPr/>
          <a:lstStyle/>
          <a:p>
            <a:fld id="{104D1C85-D14C-4D1F-B1AC-077E19A989F2}" type="slidenum">
              <a:rPr lang="en-GB" smtClean="0"/>
              <a:t>9</a:t>
            </a:fld>
            <a:endParaRPr lang="en-GB" dirty="0"/>
          </a:p>
        </p:txBody>
      </p:sp>
    </p:spTree>
    <p:extLst>
      <p:ext uri="{BB962C8B-B14F-4D97-AF65-F5344CB8AC3E}">
        <p14:creationId xmlns:p14="http://schemas.microsoft.com/office/powerpoint/2010/main" val="2211200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2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5D650-87DA-40F9-8CA6-5134E768F879}"/>
              </a:ext>
            </a:extLst>
          </p:cNvPr>
          <p:cNvSpPr>
            <a:spLocks noGrp="1"/>
          </p:cNvSpPr>
          <p:nvPr>
            <p:ph type="title"/>
          </p:nvPr>
        </p:nvSpPr>
        <p:spPr/>
        <p:txBody>
          <a:bodyPr/>
          <a:lstStyle/>
          <a:p>
            <a:r>
              <a:rPr lang="en-US" dirty="0"/>
              <a:t>Review Questions 1</a:t>
            </a:r>
            <a:endParaRPr lang="en-GB" dirty="0"/>
          </a:p>
        </p:txBody>
      </p:sp>
      <p:sp>
        <p:nvSpPr>
          <p:cNvPr id="3" name="Content Placeholder 2">
            <a:extLst>
              <a:ext uri="{FF2B5EF4-FFF2-40B4-BE49-F238E27FC236}">
                <a16:creationId xmlns:a16="http://schemas.microsoft.com/office/drawing/2014/main" id="{5F1084EF-22C8-4EF1-B3AC-5CD9C82F5106}"/>
              </a:ext>
            </a:extLst>
          </p:cNvPr>
          <p:cNvSpPr>
            <a:spLocks noGrp="1"/>
          </p:cNvSpPr>
          <p:nvPr>
            <p:ph idx="1"/>
          </p:nvPr>
        </p:nvSpPr>
        <p:spPr>
          <a:xfrm>
            <a:off x="838200" y="3844407"/>
            <a:ext cx="10515600" cy="2457917"/>
          </a:xfrm>
        </p:spPr>
        <p:txBody>
          <a:bodyPr>
            <a:normAutofit/>
          </a:bodyPr>
          <a:lstStyle/>
          <a:p>
            <a:pPr marL="514350" indent="-514350">
              <a:buFont typeface="+mj-lt"/>
              <a:buAutoNum type="arabicPeriod"/>
            </a:pPr>
            <a:r>
              <a:rPr lang="en-US" sz="2000" dirty="0"/>
              <a:t>What is Player A’s set of actions? A, B, C</a:t>
            </a:r>
          </a:p>
          <a:p>
            <a:pPr marL="514350" indent="-514350">
              <a:buFont typeface="+mj-lt"/>
              <a:buAutoNum type="arabicPeriod"/>
            </a:pPr>
            <a:endParaRPr lang="en-US" sz="2000" dirty="0">
              <a:solidFill>
                <a:schemeClr val="tx1"/>
              </a:solidFill>
            </a:endParaRPr>
          </a:p>
          <a:p>
            <a:pPr marL="514350" indent="-514350">
              <a:buFont typeface="+mj-lt"/>
              <a:buAutoNum type="arabicPeriod"/>
            </a:pPr>
            <a:r>
              <a:rPr lang="en-US" sz="2000" dirty="0">
                <a:solidFill>
                  <a:schemeClr val="tx1"/>
                </a:solidFill>
              </a:rPr>
              <a:t>If both players move simultaneously, which of the following best describes information here.</a:t>
            </a:r>
          </a:p>
          <a:p>
            <a:pPr lvl="1"/>
            <a:r>
              <a:rPr lang="en-US" sz="1600" dirty="0">
                <a:solidFill>
                  <a:schemeClr val="tx1"/>
                </a:solidFill>
              </a:rPr>
              <a:t>Perfect Information, Imperfect Information, Complete Information, Incomplete Information.</a:t>
            </a:r>
            <a:br>
              <a:rPr lang="en-US" sz="1600" dirty="0">
                <a:solidFill>
                  <a:schemeClr val="tx1"/>
                </a:solidFill>
              </a:rPr>
            </a:br>
            <a:r>
              <a:rPr lang="en-US" sz="1600" dirty="0">
                <a:solidFill>
                  <a:schemeClr val="tx1"/>
                </a:solidFill>
              </a:rPr>
              <a:t>Correct Answers: Imperfect and Complete information</a:t>
            </a:r>
          </a:p>
          <a:p>
            <a:pPr marL="457200" indent="-457200">
              <a:buFont typeface="+mj-lt"/>
              <a:buAutoNum type="arabicPeriod"/>
            </a:pPr>
            <a:r>
              <a:rPr lang="en-US" sz="2000" dirty="0">
                <a:solidFill>
                  <a:schemeClr val="tx1"/>
                </a:solidFill>
              </a:rPr>
              <a:t>How many strategy profiles are there?</a:t>
            </a:r>
            <a:r>
              <a:rPr lang="en-US" sz="1600" dirty="0">
                <a:solidFill>
                  <a:schemeClr val="tx1"/>
                </a:solidFill>
              </a:rPr>
              <a:t> 3*2 = 6</a:t>
            </a:r>
            <a:endParaRPr lang="en-US" sz="2000" dirty="0">
              <a:solidFill>
                <a:schemeClr val="tx1"/>
              </a:solidFill>
            </a:endParaRPr>
          </a:p>
        </p:txBody>
      </p:sp>
      <p:sp>
        <p:nvSpPr>
          <p:cNvPr id="6" name="TextBox 5">
            <a:extLst>
              <a:ext uri="{FF2B5EF4-FFF2-40B4-BE49-F238E27FC236}">
                <a16:creationId xmlns:a16="http://schemas.microsoft.com/office/drawing/2014/main" id="{A78CABFB-1935-4DAF-A5FB-249D961A1D36}"/>
              </a:ext>
            </a:extLst>
          </p:cNvPr>
          <p:cNvSpPr txBox="1"/>
          <p:nvPr/>
        </p:nvSpPr>
        <p:spPr>
          <a:xfrm>
            <a:off x="6547670" y="1506022"/>
            <a:ext cx="960199" cy="369332"/>
          </a:xfrm>
          <a:prstGeom prst="rect">
            <a:avLst/>
          </a:prstGeom>
          <a:noFill/>
        </p:spPr>
        <p:txBody>
          <a:bodyPr wrap="none" rtlCol="0">
            <a:spAutoFit/>
          </a:bodyPr>
          <a:lstStyle/>
          <a:p>
            <a:r>
              <a:rPr lang="en-US" b="1" dirty="0"/>
              <a:t>Player B</a:t>
            </a:r>
            <a:endParaRPr lang="en-GB" b="1" dirty="0"/>
          </a:p>
        </p:txBody>
      </p:sp>
      <p:sp>
        <p:nvSpPr>
          <p:cNvPr id="7" name="TextBox 6">
            <a:extLst>
              <a:ext uri="{FF2B5EF4-FFF2-40B4-BE49-F238E27FC236}">
                <a16:creationId xmlns:a16="http://schemas.microsoft.com/office/drawing/2014/main" id="{1BF4CEB3-0AE0-4B31-A9E6-FF7771EC68CA}"/>
              </a:ext>
            </a:extLst>
          </p:cNvPr>
          <p:cNvSpPr txBox="1"/>
          <p:nvPr/>
        </p:nvSpPr>
        <p:spPr>
          <a:xfrm>
            <a:off x="1896304" y="2704867"/>
            <a:ext cx="969817" cy="369332"/>
          </a:xfrm>
          <a:prstGeom prst="rect">
            <a:avLst/>
          </a:prstGeom>
          <a:noFill/>
        </p:spPr>
        <p:txBody>
          <a:bodyPr wrap="none" rtlCol="0">
            <a:spAutoFit/>
          </a:bodyPr>
          <a:lstStyle/>
          <a:p>
            <a:r>
              <a:rPr lang="en-US" b="1" dirty="0"/>
              <a:t>Player A</a:t>
            </a:r>
            <a:endParaRPr lang="en-GB" b="1" dirty="0"/>
          </a:p>
        </p:txBody>
      </p:sp>
      <p:graphicFrame>
        <p:nvGraphicFramePr>
          <p:cNvPr id="8" name="Table 5">
            <a:extLst>
              <a:ext uri="{FF2B5EF4-FFF2-40B4-BE49-F238E27FC236}">
                <a16:creationId xmlns:a16="http://schemas.microsoft.com/office/drawing/2014/main" id="{537FCC72-DF52-42B4-9360-ED4DF6B16505}"/>
              </a:ext>
            </a:extLst>
          </p:cNvPr>
          <p:cNvGraphicFramePr>
            <a:graphicFrameLocks noGrp="1"/>
          </p:cNvGraphicFramePr>
          <p:nvPr>
            <p:extLst>
              <p:ext uri="{D42A27DB-BD31-4B8C-83A1-F6EECF244321}">
                <p14:modId xmlns:p14="http://schemas.microsoft.com/office/powerpoint/2010/main" val="2975569141"/>
              </p:ext>
            </p:extLst>
          </p:nvPr>
        </p:nvGraphicFramePr>
        <p:xfrm>
          <a:off x="3215333" y="1968267"/>
          <a:ext cx="6244947" cy="1473200"/>
        </p:xfrm>
        <a:graphic>
          <a:graphicData uri="http://schemas.openxmlformats.org/drawingml/2006/table">
            <a:tbl>
              <a:tblPr firstRow="1" bandRow="1">
                <a:tableStyleId>{5940675A-B579-460E-94D1-54222C63F5DA}</a:tableStyleId>
              </a:tblPr>
              <a:tblGrid>
                <a:gridCol w="1364235">
                  <a:extLst>
                    <a:ext uri="{9D8B030D-6E8A-4147-A177-3AD203B41FA5}">
                      <a16:colId xmlns:a16="http://schemas.microsoft.com/office/drawing/2014/main" val="4239227893"/>
                    </a:ext>
                  </a:extLst>
                </a:gridCol>
                <a:gridCol w="2428531">
                  <a:extLst>
                    <a:ext uri="{9D8B030D-6E8A-4147-A177-3AD203B41FA5}">
                      <a16:colId xmlns:a16="http://schemas.microsoft.com/office/drawing/2014/main" val="2948776960"/>
                    </a:ext>
                  </a:extLst>
                </a:gridCol>
                <a:gridCol w="2452181">
                  <a:extLst>
                    <a:ext uri="{9D8B030D-6E8A-4147-A177-3AD203B41FA5}">
                      <a16:colId xmlns:a16="http://schemas.microsoft.com/office/drawing/2014/main" val="1900868060"/>
                    </a:ext>
                  </a:extLst>
                </a:gridCol>
              </a:tblGrid>
              <a:tr h="370840">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L</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R</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tx1"/>
                          </a:solidFill>
                        </a:rPr>
                        <a:t>A</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3772902"/>
                  </a:ext>
                </a:extLst>
              </a:tr>
              <a:tr h="185420">
                <a:tc>
                  <a:txBody>
                    <a:bodyPr/>
                    <a:lstStyle/>
                    <a:p>
                      <a:r>
                        <a:rPr lang="en-US" dirty="0">
                          <a:solidFill>
                            <a:schemeClr val="tx1"/>
                          </a:solidFill>
                        </a:rPr>
                        <a:t>B</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1172981"/>
                  </a:ext>
                </a:extLst>
              </a:tr>
              <a:tr h="185420">
                <a:tc>
                  <a:txBody>
                    <a:bodyPr/>
                    <a:lstStyle/>
                    <a:p>
                      <a:r>
                        <a:rPr lang="en-US" dirty="0">
                          <a:solidFill>
                            <a:schemeClr val="tx1"/>
                          </a:solidFill>
                        </a:rPr>
                        <a:t>C</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7773437"/>
                  </a:ext>
                </a:extLst>
              </a:tr>
            </a:tbl>
          </a:graphicData>
        </a:graphic>
      </p:graphicFrame>
      <p:pic>
        <p:nvPicPr>
          <p:cNvPr id="12" name="Picture 11">
            <a:extLst>
              <a:ext uri="{FF2B5EF4-FFF2-40B4-BE49-F238E27FC236}">
                <a16:creationId xmlns:a16="http://schemas.microsoft.com/office/drawing/2014/main" id="{59B7ADAA-4806-0110-6439-477FFD25277F}"/>
              </a:ext>
            </a:extLst>
          </p:cNvPr>
          <p:cNvPicPr>
            <a:picLocks noChangeAspect="1"/>
          </p:cNvPicPr>
          <p:nvPr/>
        </p:nvPicPr>
        <p:blipFill>
          <a:blip r:embed="rId3"/>
          <a:stretch>
            <a:fillRect/>
          </a:stretch>
        </p:blipFill>
        <p:spPr>
          <a:xfrm>
            <a:off x="10146892" y="182305"/>
            <a:ext cx="1794796" cy="1831549"/>
          </a:xfrm>
          <a:prstGeom prst="rect">
            <a:avLst/>
          </a:prstGeom>
        </p:spPr>
      </p:pic>
      <p:sp>
        <p:nvSpPr>
          <p:cNvPr id="5" name="Slide Number Placeholder 4">
            <a:extLst>
              <a:ext uri="{FF2B5EF4-FFF2-40B4-BE49-F238E27FC236}">
                <a16:creationId xmlns:a16="http://schemas.microsoft.com/office/drawing/2014/main" id="{EF2BAB7F-1822-6EEC-0195-C7B0FF7B5C6E}"/>
              </a:ext>
            </a:extLst>
          </p:cNvPr>
          <p:cNvSpPr>
            <a:spLocks noGrp="1"/>
          </p:cNvSpPr>
          <p:nvPr>
            <p:ph type="sldNum" sz="quarter" idx="12"/>
          </p:nvPr>
        </p:nvSpPr>
        <p:spPr/>
        <p:txBody>
          <a:bodyPr/>
          <a:lstStyle/>
          <a:p>
            <a:fld id="{104D1C85-D14C-4D1F-B1AC-077E19A989F2}" type="slidenum">
              <a:rPr lang="en-GB" smtClean="0"/>
              <a:t>10</a:t>
            </a:fld>
            <a:endParaRPr lang="en-GB" dirty="0"/>
          </a:p>
        </p:txBody>
      </p:sp>
    </p:spTree>
    <p:extLst>
      <p:ext uri="{BB962C8B-B14F-4D97-AF65-F5344CB8AC3E}">
        <p14:creationId xmlns:p14="http://schemas.microsoft.com/office/powerpoint/2010/main" val="3901963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1609E-06F3-4BC5-AAF3-53EBE98C380B}"/>
              </a:ext>
            </a:extLst>
          </p:cNvPr>
          <p:cNvSpPr>
            <a:spLocks noGrp="1"/>
          </p:cNvSpPr>
          <p:nvPr>
            <p:ph type="title"/>
          </p:nvPr>
        </p:nvSpPr>
        <p:spPr>
          <a:xfrm>
            <a:off x="1120948" y="2600338"/>
            <a:ext cx="9950103" cy="1816804"/>
          </a:xfrm>
        </p:spPr>
        <p:txBody>
          <a:bodyPr>
            <a:normAutofit/>
          </a:bodyPr>
          <a:lstStyle/>
          <a:p>
            <a:pPr algn="ctr"/>
            <a:r>
              <a:rPr lang="en-US" dirty="0" err="1"/>
              <a:t>Analysing</a:t>
            </a:r>
            <a:r>
              <a:rPr lang="en-US" dirty="0"/>
              <a:t> Outcomes</a:t>
            </a:r>
            <a:br>
              <a:rPr lang="en-US" dirty="0"/>
            </a:br>
            <a:r>
              <a:rPr lang="en-US" dirty="0"/>
              <a:t>(Dominant and Dominated Strategies)</a:t>
            </a:r>
            <a:endParaRPr lang="en-SG" dirty="0"/>
          </a:p>
        </p:txBody>
      </p:sp>
      <p:sp>
        <p:nvSpPr>
          <p:cNvPr id="3" name="Slide Number Placeholder 2">
            <a:extLst>
              <a:ext uri="{FF2B5EF4-FFF2-40B4-BE49-F238E27FC236}">
                <a16:creationId xmlns:a16="http://schemas.microsoft.com/office/drawing/2014/main" id="{2DDCC1EE-D0DE-A6A1-F699-405567F292CA}"/>
              </a:ext>
            </a:extLst>
          </p:cNvPr>
          <p:cNvSpPr>
            <a:spLocks noGrp="1"/>
          </p:cNvSpPr>
          <p:nvPr>
            <p:ph type="sldNum" sz="quarter" idx="12"/>
          </p:nvPr>
        </p:nvSpPr>
        <p:spPr/>
        <p:txBody>
          <a:bodyPr/>
          <a:lstStyle/>
          <a:p>
            <a:fld id="{104D1C85-D14C-4D1F-B1AC-077E19A989F2}" type="slidenum">
              <a:rPr lang="en-GB" smtClean="0"/>
              <a:t>11</a:t>
            </a:fld>
            <a:endParaRPr lang="en-GB" dirty="0"/>
          </a:p>
        </p:txBody>
      </p:sp>
    </p:spTree>
    <p:extLst>
      <p:ext uri="{BB962C8B-B14F-4D97-AF65-F5344CB8AC3E}">
        <p14:creationId xmlns:p14="http://schemas.microsoft.com/office/powerpoint/2010/main" val="28632546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a:noFill/>
        </p:spPr>
        <p:txBody>
          <a:bodyPr/>
          <a:lstStyle/>
          <a:p>
            <a:pPr eaLnBrk="1" hangingPunct="1"/>
            <a:r>
              <a:rPr lang="en-US" altLang="en-US" dirty="0"/>
              <a:t>Dominated Strategies</a:t>
            </a:r>
          </a:p>
        </p:txBody>
      </p:sp>
      <p:sp>
        <p:nvSpPr>
          <p:cNvPr id="30722" name="Rectangle 3"/>
          <p:cNvSpPr>
            <a:spLocks noGrp="1" noChangeArrowheads="1"/>
          </p:cNvSpPr>
          <p:nvPr>
            <p:ph idx="1"/>
          </p:nvPr>
        </p:nvSpPr>
        <p:spPr>
          <a:xfrm>
            <a:off x="838200" y="1456791"/>
            <a:ext cx="10337800" cy="4755473"/>
          </a:xfrm>
        </p:spPr>
        <p:txBody>
          <a:bodyPr>
            <a:normAutofit/>
          </a:bodyPr>
          <a:lstStyle/>
          <a:p>
            <a:pPr eaLnBrk="1" hangingPunct="1"/>
            <a:endParaRPr lang="en-US" altLang="en-US" sz="2200" dirty="0"/>
          </a:p>
          <a:p>
            <a:r>
              <a:rPr lang="en-US" altLang="en-US" sz="2000" dirty="0"/>
              <a:t>One simple way to predict the kind of outcomes for a game is to look at what strategies will (not) be used.</a:t>
            </a:r>
          </a:p>
          <a:p>
            <a:pPr eaLnBrk="1" hangingPunct="1"/>
            <a:endParaRPr lang="en-US" altLang="en-US" sz="2200" dirty="0"/>
          </a:p>
          <a:p>
            <a:pPr eaLnBrk="1" hangingPunct="1"/>
            <a:r>
              <a:rPr lang="en-US" altLang="en-US" sz="2000" dirty="0"/>
              <a:t>A strategy is </a:t>
            </a:r>
            <a:r>
              <a:rPr lang="en-US" altLang="en-US" sz="2000" b="1" dirty="0">
                <a:solidFill>
                  <a:srgbClr val="0000FF"/>
                </a:solidFill>
              </a:rPr>
              <a:t>dominated</a:t>
            </a:r>
            <a:r>
              <a:rPr lang="en-US" altLang="en-US" sz="2000" dirty="0"/>
              <a:t> when it is </a:t>
            </a:r>
            <a:r>
              <a:rPr lang="en-US" altLang="en-US" sz="2000" u="sng" dirty="0"/>
              <a:t>always</a:t>
            </a:r>
            <a:r>
              <a:rPr lang="en-US" altLang="en-US" sz="2000" dirty="0"/>
              <a:t> worse than another </a:t>
            </a:r>
            <a:r>
              <a:rPr lang="en-US" altLang="en-US" sz="2000" u="sng" dirty="0"/>
              <a:t>(fixed)</a:t>
            </a:r>
            <a:r>
              <a:rPr lang="en-US" altLang="en-US" sz="2000" dirty="0"/>
              <a:t> strategy.</a:t>
            </a:r>
          </a:p>
          <a:p>
            <a:pPr lvl="1"/>
            <a:r>
              <a:rPr lang="en-US" altLang="en-US" sz="1800" dirty="0"/>
              <a:t>Intuitively, a dominated strategy is a very bad strategy because there is always a fixed alternative that does better.</a:t>
            </a:r>
          </a:p>
          <a:p>
            <a:pPr lvl="1"/>
            <a:endParaRPr lang="en-US" altLang="en-US" sz="1800" dirty="0"/>
          </a:p>
          <a:p>
            <a:r>
              <a:rPr lang="en-US" altLang="en-US" sz="2000" dirty="0"/>
              <a:t>A </a:t>
            </a:r>
            <a:r>
              <a:rPr lang="en-US" altLang="en-US" sz="2000" b="1" dirty="0">
                <a:solidFill>
                  <a:srgbClr val="0000FF"/>
                </a:solidFill>
              </a:rPr>
              <a:t>dominant strategy </a:t>
            </a:r>
            <a:r>
              <a:rPr lang="en-US" altLang="en-US" sz="2000" dirty="0"/>
              <a:t>is one which is </a:t>
            </a:r>
            <a:r>
              <a:rPr lang="en-US" altLang="en-US" sz="2000" u="sng" dirty="0"/>
              <a:t>always</a:t>
            </a:r>
            <a:r>
              <a:rPr lang="en-US" altLang="en-US" sz="2000" dirty="0"/>
              <a:t> better than other strategies.</a:t>
            </a:r>
            <a:endParaRPr lang="en-US" altLang="en-US" sz="2000" b="1" dirty="0"/>
          </a:p>
          <a:p>
            <a:pPr lvl="1"/>
            <a:r>
              <a:rPr lang="en-US" altLang="en-US" sz="1800" dirty="0"/>
              <a:t>Intuitively, they are very good strategies that should always be chosen.</a:t>
            </a:r>
          </a:p>
          <a:p>
            <a:pPr lvl="1"/>
            <a:r>
              <a:rPr lang="en-US" altLang="en-US" sz="1800" dirty="0"/>
              <a:t>In other words, other strategies besides the dominant strategy should not be chosen</a:t>
            </a:r>
            <a:endParaRPr lang="en-US" altLang="en-US" sz="2000" dirty="0"/>
          </a:p>
          <a:p>
            <a:pPr lvl="1"/>
            <a:endParaRPr lang="en-US" altLang="en-US" sz="2000" dirty="0"/>
          </a:p>
          <a:p>
            <a:endParaRPr lang="en-US" altLang="en-US" sz="2400" dirty="0"/>
          </a:p>
          <a:p>
            <a:pPr marL="457200" lvl="1" indent="0">
              <a:buNone/>
            </a:pPr>
            <a:endParaRPr lang="en-US" altLang="en-US" sz="2000" dirty="0"/>
          </a:p>
        </p:txBody>
      </p:sp>
      <p:sp>
        <p:nvSpPr>
          <p:cNvPr id="2" name="Slide Number Placeholder 1">
            <a:extLst>
              <a:ext uri="{FF2B5EF4-FFF2-40B4-BE49-F238E27FC236}">
                <a16:creationId xmlns:a16="http://schemas.microsoft.com/office/drawing/2014/main" id="{E4C0E884-5DAD-FB98-D853-DF3497679C8E}"/>
              </a:ext>
            </a:extLst>
          </p:cNvPr>
          <p:cNvSpPr>
            <a:spLocks noGrp="1"/>
          </p:cNvSpPr>
          <p:nvPr>
            <p:ph type="sldNum" sz="quarter" idx="12"/>
          </p:nvPr>
        </p:nvSpPr>
        <p:spPr/>
        <p:txBody>
          <a:bodyPr/>
          <a:lstStyle/>
          <a:p>
            <a:fld id="{104D1C85-D14C-4D1F-B1AC-077E19A989F2}" type="slidenum">
              <a:rPr lang="en-GB" smtClean="0"/>
              <a:t>12</a:t>
            </a:fld>
            <a:endParaRPr lang="en-GB" dirty="0"/>
          </a:p>
        </p:txBody>
      </p:sp>
    </p:spTree>
    <p:extLst>
      <p:ext uri="{BB962C8B-B14F-4D97-AF65-F5344CB8AC3E}">
        <p14:creationId xmlns:p14="http://schemas.microsoft.com/office/powerpoint/2010/main" val="429090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2">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30722">
                                            <p:txEl>
                                              <p:pRg st="3" end="3"/>
                                            </p:txEl>
                                          </p:spTgt>
                                        </p:tgtEl>
                                        <p:attrNameLst>
                                          <p:attrName>ppt_c</p:attrName>
                                        </p:attrNameLst>
                                      </p:cBhvr>
                                      <p:to>
                                        <a:srgbClr val="96A6BC"/>
                                      </p:to>
                                    </p:animClr>
                                  </p:subTnLst>
                                </p:cTn>
                              </p:par>
                              <p:par>
                                <p:cTn id="7" presetID="1" presetClass="entr" presetSubtype="0" fill="hold" nodeType="withEffect">
                                  <p:stCondLst>
                                    <p:cond delay="0"/>
                                  </p:stCondLst>
                                  <p:childTnLst>
                                    <p:set>
                                      <p:cBhvr>
                                        <p:cTn id="8" dur="1" fill="hold">
                                          <p:stCondLst>
                                            <p:cond delay="0"/>
                                          </p:stCondLst>
                                        </p:cTn>
                                        <p:tgtEl>
                                          <p:spTgt spid="30722">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30722">
                                            <p:txEl>
                                              <p:pRg st="4" end="4"/>
                                            </p:txEl>
                                          </p:spTgt>
                                        </p:tgtEl>
                                        <p:attrNameLst>
                                          <p:attrName>ppt_c</p:attrName>
                                        </p:attrNameLst>
                                      </p:cBhvr>
                                      <p:to>
                                        <a:srgbClr val="96A6BC"/>
                                      </p:to>
                                    </p:animClr>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722">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722">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72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FF6A08-27A0-4BA5-9FE2-A9A726127B88}"/>
              </a:ext>
            </a:extLst>
          </p:cNvPr>
          <p:cNvSpPr/>
          <p:nvPr/>
        </p:nvSpPr>
        <p:spPr>
          <a:xfrm>
            <a:off x="587477" y="1456792"/>
            <a:ext cx="10681741" cy="434669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21" name="Rectangle 2"/>
          <p:cNvSpPr>
            <a:spLocks noGrp="1" noChangeArrowheads="1"/>
          </p:cNvSpPr>
          <p:nvPr>
            <p:ph type="title"/>
          </p:nvPr>
        </p:nvSpPr>
        <p:spPr>
          <a:noFill/>
        </p:spPr>
        <p:txBody>
          <a:bodyPr/>
          <a:lstStyle/>
          <a:p>
            <a:pPr eaLnBrk="1" hangingPunct="1"/>
            <a:r>
              <a:rPr lang="en-US" altLang="en-US" dirty="0"/>
              <a:t>Dominated Strategies</a:t>
            </a:r>
          </a:p>
        </p:txBody>
      </p:sp>
      <mc:AlternateContent xmlns:mc="http://schemas.openxmlformats.org/markup-compatibility/2006" xmlns:a14="http://schemas.microsoft.com/office/drawing/2010/main">
        <mc:Choice Requires="a14">
          <p:sp>
            <p:nvSpPr>
              <p:cNvPr id="30722" name="Rectangle 3"/>
              <p:cNvSpPr>
                <a:spLocks noGrp="1" noChangeArrowheads="1"/>
              </p:cNvSpPr>
              <p:nvPr>
                <p:ph idx="1"/>
              </p:nvPr>
            </p:nvSpPr>
            <p:spPr>
              <a:xfrm>
                <a:off x="759447" y="1619701"/>
                <a:ext cx="10337800" cy="4755473"/>
              </a:xfrm>
            </p:spPr>
            <p:txBody>
              <a:bodyPr>
                <a:normAutofit/>
              </a:bodyPr>
              <a:lstStyle/>
              <a:p>
                <a:pPr marL="0" indent="0">
                  <a:buNone/>
                </a:pPr>
                <a:r>
                  <a:rPr lang="en-US" altLang="en-US" sz="2000" dirty="0"/>
                  <a:t>A strategy can be weakly or strictly </a:t>
                </a:r>
                <a:r>
                  <a:rPr lang="en-US" altLang="en-US" sz="2000" i="1" dirty="0"/>
                  <a:t>dominated</a:t>
                </a:r>
                <a:r>
                  <a:rPr lang="en-US" altLang="en-US" sz="2000" dirty="0"/>
                  <a:t>:</a:t>
                </a:r>
              </a:p>
              <a:p>
                <a:pPr marL="0" indent="0">
                  <a:buNone/>
                </a:pPr>
                <a:endParaRPr lang="en-US" altLang="en-US" sz="2000" dirty="0"/>
              </a:p>
              <a:p>
                <a:r>
                  <a:rPr lang="en-US" altLang="en-US" sz="1800" dirty="0"/>
                  <a:t>A strategy </a:t>
                </a:r>
                <a14:m>
                  <m:oMath xmlns:m="http://schemas.openxmlformats.org/officeDocument/2006/math">
                    <m:sSub>
                      <m:sSubPr>
                        <m:ctrlPr>
                          <a:rPr lang="en-US" altLang="en-US" sz="1800" b="0" i="1" smtClean="0">
                            <a:latin typeface="Cambria Math" panose="02040503050406030204" pitchFamily="18" charset="0"/>
                          </a:rPr>
                        </m:ctrlPr>
                      </m:sSubPr>
                      <m:e>
                        <m:r>
                          <a:rPr lang="en-US" altLang="en-US" sz="1800" b="0" i="1" smtClean="0">
                            <a:latin typeface="Cambria Math" panose="02040503050406030204" pitchFamily="18" charset="0"/>
                          </a:rPr>
                          <m:t>𝑠</m:t>
                        </m:r>
                      </m:e>
                      <m:sub>
                        <m:r>
                          <a:rPr lang="en-US" altLang="en-US" sz="1800" b="0" i="1" smtClean="0">
                            <a:latin typeface="Cambria Math" panose="02040503050406030204" pitchFamily="18" charset="0"/>
                          </a:rPr>
                          <m:t>𝑖</m:t>
                        </m:r>
                      </m:sub>
                    </m:sSub>
                  </m:oMath>
                </a14:m>
                <a:r>
                  <a:rPr lang="en-US" altLang="en-US" sz="1800" dirty="0"/>
                  <a:t> is </a:t>
                </a:r>
                <a:r>
                  <a:rPr lang="en-US" altLang="en-US" sz="1800" b="1" i="1" dirty="0">
                    <a:solidFill>
                      <a:srgbClr val="0000FF"/>
                    </a:solidFill>
                  </a:rPr>
                  <a:t>strictly </a:t>
                </a:r>
                <a:r>
                  <a:rPr lang="en-US" altLang="en-US" sz="1800" b="1" dirty="0">
                    <a:solidFill>
                      <a:srgbClr val="0000FF"/>
                    </a:solidFill>
                  </a:rPr>
                  <a:t>dominated</a:t>
                </a:r>
                <a:r>
                  <a:rPr lang="en-US" altLang="en-US" sz="1800" dirty="0">
                    <a:solidFill>
                      <a:srgbClr val="0000FF"/>
                    </a:solidFill>
                  </a:rPr>
                  <a:t> </a:t>
                </a:r>
                <a:r>
                  <a:rPr lang="en-US" altLang="en-US" sz="1800" u="sng" dirty="0"/>
                  <a:t>by</a:t>
                </a:r>
                <a:r>
                  <a:rPr lang="en-US" altLang="en-US" sz="1800" dirty="0"/>
                  <a:t> another strategy </a:t>
                </a:r>
                <a14:m>
                  <m:oMath xmlns:m="http://schemas.openxmlformats.org/officeDocument/2006/math">
                    <m:sSub>
                      <m:sSubPr>
                        <m:ctrlPr>
                          <a:rPr lang="en-US" altLang="en-US" sz="1800" b="0" i="1" smtClean="0">
                            <a:latin typeface="Cambria Math" panose="02040503050406030204" pitchFamily="18" charset="0"/>
                          </a:rPr>
                        </m:ctrlPr>
                      </m:sSubPr>
                      <m:e>
                        <m:r>
                          <a:rPr lang="en-US" altLang="en-US" sz="1800" b="0" i="1" smtClean="0">
                            <a:latin typeface="Cambria Math" panose="02040503050406030204" pitchFamily="18" charset="0"/>
                          </a:rPr>
                          <m:t>𝑠</m:t>
                        </m:r>
                      </m:e>
                      <m:sub>
                        <m:r>
                          <a:rPr lang="en-US" altLang="en-US" sz="1800" b="0" i="1" smtClean="0">
                            <a:latin typeface="Cambria Math" panose="02040503050406030204" pitchFamily="18" charset="0"/>
                          </a:rPr>
                          <m:t>𝑖</m:t>
                        </m:r>
                      </m:sub>
                    </m:sSub>
                    <m:r>
                      <a:rPr lang="en-US" altLang="en-US" sz="1800" b="0" i="1" smtClean="0">
                        <a:latin typeface="Cambria Math" panose="02040503050406030204" pitchFamily="18" charset="0"/>
                      </a:rPr>
                      <m:t>′</m:t>
                    </m:r>
                  </m:oMath>
                </a14:m>
                <a:r>
                  <a:rPr lang="en-US" altLang="en-US" sz="1800" dirty="0"/>
                  <a:t> if it always gives a </a:t>
                </a:r>
                <a:r>
                  <a:rPr lang="en-US" altLang="en-US" sz="1800" i="1" dirty="0"/>
                  <a:t>strictly </a:t>
                </a:r>
                <a:r>
                  <a:rPr lang="en-US" altLang="en-US" sz="1800" dirty="0"/>
                  <a:t>lower payoff than </a:t>
                </a:r>
                <a14:m>
                  <m:oMath xmlns:m="http://schemas.openxmlformats.org/officeDocument/2006/math">
                    <m:sSub>
                      <m:sSubPr>
                        <m:ctrlPr>
                          <a:rPr lang="en-US" altLang="en-US" sz="1800" b="0" i="1" smtClean="0">
                            <a:latin typeface="Cambria Math" panose="02040503050406030204" pitchFamily="18" charset="0"/>
                          </a:rPr>
                        </m:ctrlPr>
                      </m:sSubPr>
                      <m:e>
                        <m:r>
                          <a:rPr lang="en-US" altLang="en-US" sz="1800" b="0" i="1" smtClean="0">
                            <a:latin typeface="Cambria Math" panose="02040503050406030204" pitchFamily="18" charset="0"/>
                          </a:rPr>
                          <m:t>𝑠</m:t>
                        </m:r>
                      </m:e>
                      <m:sub>
                        <m:r>
                          <a:rPr lang="en-US" altLang="en-US" sz="1800" b="0" i="1" smtClean="0">
                            <a:latin typeface="Cambria Math" panose="02040503050406030204" pitchFamily="18" charset="0"/>
                          </a:rPr>
                          <m:t>𝑖</m:t>
                        </m:r>
                      </m:sub>
                    </m:sSub>
                    <m:r>
                      <a:rPr lang="en-US" altLang="en-US" sz="1800" b="0" i="1" smtClean="0">
                        <a:latin typeface="Cambria Math" panose="02040503050406030204" pitchFamily="18" charset="0"/>
                      </a:rPr>
                      <m:t>′</m:t>
                    </m:r>
                  </m:oMath>
                </a14:m>
                <a:r>
                  <a:rPr lang="en-US" altLang="en-US" sz="1800" dirty="0"/>
                  <a:t> no matter what strategies </a:t>
                </a:r>
                <a14:m>
                  <m:oMath xmlns:m="http://schemas.openxmlformats.org/officeDocument/2006/math">
                    <m:sSub>
                      <m:sSubPr>
                        <m:ctrlPr>
                          <a:rPr lang="en-US" altLang="en-US" sz="1800" i="1">
                            <a:latin typeface="Cambria Math" panose="02040503050406030204" pitchFamily="18" charset="0"/>
                          </a:rPr>
                        </m:ctrlPr>
                      </m:sSubPr>
                      <m:e>
                        <m:r>
                          <a:rPr lang="en-US" altLang="en-US" sz="1800" i="1">
                            <a:latin typeface="Cambria Math" panose="02040503050406030204" pitchFamily="18" charset="0"/>
                          </a:rPr>
                          <m:t>𝑠</m:t>
                        </m:r>
                      </m:e>
                      <m:sub>
                        <m:r>
                          <a:rPr lang="en-US" altLang="en-US" sz="1800" i="1">
                            <a:latin typeface="Cambria Math" panose="02040503050406030204" pitchFamily="18" charset="0"/>
                          </a:rPr>
                          <m:t>−</m:t>
                        </m:r>
                        <m:r>
                          <a:rPr lang="en-US" altLang="en-US" sz="1800" i="1">
                            <a:latin typeface="Cambria Math" panose="02040503050406030204" pitchFamily="18" charset="0"/>
                          </a:rPr>
                          <m:t>𝑖</m:t>
                        </m:r>
                      </m:sub>
                    </m:sSub>
                  </m:oMath>
                </a14:m>
                <a:r>
                  <a:rPr lang="en-US" altLang="en-US" sz="1800" dirty="0"/>
                  <a:t> other players choose.</a:t>
                </a:r>
              </a:p>
              <a:p>
                <a:pPr marL="0" indent="0" algn="ctr">
                  <a:buNone/>
                </a:pPr>
                <a14:m>
                  <m:oMath xmlns:m="http://schemas.openxmlformats.org/officeDocument/2006/math">
                    <m:sSubSup>
                      <m:sSubSupPr>
                        <m:ctrlPr>
                          <a:rPr lang="en-SG" altLang="en-US" sz="1800" b="0" i="1" smtClean="0">
                            <a:solidFill>
                              <a:srgbClr val="FF0000"/>
                            </a:solidFill>
                            <a:latin typeface="Cambria Math" panose="02040503050406030204" pitchFamily="18" charset="0"/>
                          </a:rPr>
                        </m:ctrlPr>
                      </m:sSubSupPr>
                      <m:e>
                        <m:r>
                          <a:rPr lang="en-SG" altLang="en-US" sz="1800" b="0" i="1" smtClean="0">
                            <a:solidFill>
                              <a:srgbClr val="FF0000"/>
                            </a:solidFill>
                            <a:latin typeface="Cambria Math" panose="02040503050406030204" pitchFamily="18" charset="0"/>
                          </a:rPr>
                          <m:t>𝑠</m:t>
                        </m:r>
                      </m:e>
                      <m:sub>
                        <m:r>
                          <a:rPr lang="en-SG" altLang="en-US" sz="1800" b="0" i="1" smtClean="0">
                            <a:solidFill>
                              <a:srgbClr val="FF0000"/>
                            </a:solidFill>
                            <a:latin typeface="Cambria Math" panose="02040503050406030204" pitchFamily="18" charset="0"/>
                          </a:rPr>
                          <m:t>𝑖</m:t>
                        </m:r>
                      </m:sub>
                      <m:sup>
                        <m:r>
                          <a:rPr lang="en-SG" altLang="en-US" sz="1800" b="0" i="1" smtClean="0">
                            <a:solidFill>
                              <a:srgbClr val="FF0000"/>
                            </a:solidFill>
                            <a:latin typeface="Cambria Math" panose="02040503050406030204" pitchFamily="18" charset="0"/>
                          </a:rPr>
                          <m:t>′</m:t>
                        </m:r>
                      </m:sup>
                    </m:sSubSup>
                    <m:sSup>
                      <m:sSupPr>
                        <m:ctrlPr>
                          <a:rPr lang="en-SG" altLang="en-US" sz="1800" b="0" i="1" smtClean="0">
                            <a:solidFill>
                              <a:srgbClr val="FF0000"/>
                            </a:solidFill>
                            <a:latin typeface="Cambria Math" panose="02040503050406030204" pitchFamily="18" charset="0"/>
                          </a:rPr>
                        </m:ctrlPr>
                      </m:sSupPr>
                      <m:e>
                        <m:r>
                          <a:rPr lang="en-SG" altLang="en-US" sz="1800" b="0" i="1" smtClean="0">
                            <a:solidFill>
                              <a:srgbClr val="FF0000"/>
                            </a:solidFill>
                            <a:latin typeface="Cambria Math" panose="02040503050406030204" pitchFamily="18" charset="0"/>
                          </a:rPr>
                          <m:t>≻</m:t>
                        </m:r>
                      </m:e>
                      <m:sup>
                        <m:r>
                          <a:rPr lang="en-SG" altLang="en-US" sz="1800" b="0" i="1" smtClean="0">
                            <a:solidFill>
                              <a:srgbClr val="FF0000"/>
                            </a:solidFill>
                            <a:latin typeface="Cambria Math" panose="02040503050406030204" pitchFamily="18" charset="0"/>
                          </a:rPr>
                          <m:t>𝑆</m:t>
                        </m:r>
                      </m:sup>
                    </m:sSup>
                    <m:sSub>
                      <m:sSubPr>
                        <m:ctrlPr>
                          <a:rPr lang="en-SG" altLang="en-US" sz="1800" b="0" i="1" smtClean="0">
                            <a:solidFill>
                              <a:srgbClr val="FF0000"/>
                            </a:solidFill>
                            <a:latin typeface="Cambria Math" panose="02040503050406030204" pitchFamily="18" charset="0"/>
                          </a:rPr>
                        </m:ctrlPr>
                      </m:sSubPr>
                      <m:e>
                        <m:r>
                          <a:rPr lang="en-SG" altLang="en-US" sz="1800" b="0" i="1" smtClean="0">
                            <a:solidFill>
                              <a:srgbClr val="FF0000"/>
                            </a:solidFill>
                            <a:latin typeface="Cambria Math" panose="02040503050406030204" pitchFamily="18" charset="0"/>
                          </a:rPr>
                          <m:t>𝑠</m:t>
                        </m:r>
                      </m:e>
                      <m:sub>
                        <m:r>
                          <a:rPr lang="en-SG" altLang="en-US" sz="1800" b="0" i="1" smtClean="0">
                            <a:solidFill>
                              <a:srgbClr val="FF0000"/>
                            </a:solidFill>
                            <a:latin typeface="Cambria Math" panose="02040503050406030204" pitchFamily="18" charset="0"/>
                          </a:rPr>
                          <m:t>𝑖</m:t>
                        </m:r>
                      </m:sub>
                    </m:sSub>
                  </m:oMath>
                </a14:m>
                <a:r>
                  <a:rPr lang="en-US" altLang="en-US" sz="1800" dirty="0"/>
                  <a:t> if </a:t>
                </a:r>
                <a14:m>
                  <m:oMath xmlns:m="http://schemas.openxmlformats.org/officeDocument/2006/math">
                    <m:sSub>
                      <m:sSubPr>
                        <m:ctrlPr>
                          <a:rPr lang="en-SG" altLang="en-US" sz="1800" i="1">
                            <a:latin typeface="Cambria Math" panose="02040503050406030204" pitchFamily="18" charset="0"/>
                          </a:rPr>
                        </m:ctrlPr>
                      </m:sSubPr>
                      <m:e>
                        <m:r>
                          <a:rPr lang="en-SG" altLang="en-US" sz="1800" i="1">
                            <a:latin typeface="Cambria Math" panose="02040503050406030204" pitchFamily="18" charset="0"/>
                          </a:rPr>
                          <m:t>𝑢</m:t>
                        </m:r>
                      </m:e>
                      <m:sub>
                        <m:r>
                          <a:rPr lang="en-SG" altLang="en-US" sz="1800" i="1">
                            <a:latin typeface="Cambria Math" panose="02040503050406030204" pitchFamily="18" charset="0"/>
                          </a:rPr>
                          <m:t>𝑖</m:t>
                        </m:r>
                      </m:sub>
                    </m:sSub>
                    <m:d>
                      <m:dPr>
                        <m:ctrlPr>
                          <a:rPr lang="en-SG" altLang="en-US" sz="1800" i="1">
                            <a:latin typeface="Cambria Math" panose="02040503050406030204" pitchFamily="18" charset="0"/>
                          </a:rPr>
                        </m:ctrlPr>
                      </m:dPr>
                      <m:e>
                        <m:sSub>
                          <m:sSubPr>
                            <m:ctrlPr>
                              <a:rPr lang="en-SG" altLang="en-US" sz="1800" i="1">
                                <a:latin typeface="Cambria Math" panose="02040503050406030204" pitchFamily="18" charset="0"/>
                              </a:rPr>
                            </m:ctrlPr>
                          </m:sSubPr>
                          <m:e>
                            <m:r>
                              <a:rPr lang="en-SG" altLang="en-US" sz="1800" i="1">
                                <a:latin typeface="Cambria Math" panose="02040503050406030204" pitchFamily="18" charset="0"/>
                              </a:rPr>
                              <m:t>𝑠</m:t>
                            </m:r>
                          </m:e>
                          <m:sub>
                            <m:r>
                              <a:rPr lang="en-SG" altLang="en-US" sz="1800" i="1">
                                <a:latin typeface="Cambria Math" panose="02040503050406030204" pitchFamily="18" charset="0"/>
                              </a:rPr>
                              <m:t>𝑖</m:t>
                            </m:r>
                          </m:sub>
                        </m:sSub>
                        <m:r>
                          <a:rPr lang="en-SG" altLang="en-US" sz="1800" i="1">
                            <a:latin typeface="Cambria Math" panose="02040503050406030204" pitchFamily="18" charset="0"/>
                          </a:rPr>
                          <m:t>,</m:t>
                        </m:r>
                        <m:sSub>
                          <m:sSubPr>
                            <m:ctrlPr>
                              <a:rPr lang="en-SG" altLang="en-US" sz="1800" i="1">
                                <a:latin typeface="Cambria Math" panose="02040503050406030204" pitchFamily="18" charset="0"/>
                              </a:rPr>
                            </m:ctrlPr>
                          </m:sSubPr>
                          <m:e>
                            <m:r>
                              <a:rPr lang="en-SG" altLang="en-US" sz="1800" i="1">
                                <a:latin typeface="Cambria Math" panose="02040503050406030204" pitchFamily="18" charset="0"/>
                              </a:rPr>
                              <m:t>𝑠</m:t>
                            </m:r>
                          </m:e>
                          <m:sub>
                            <m:r>
                              <a:rPr lang="en-SG" altLang="en-US" sz="1800" i="1">
                                <a:latin typeface="Cambria Math" panose="02040503050406030204" pitchFamily="18" charset="0"/>
                              </a:rPr>
                              <m:t>−</m:t>
                            </m:r>
                            <m:r>
                              <a:rPr lang="en-SG" altLang="en-US" sz="1800" i="1">
                                <a:latin typeface="Cambria Math" panose="02040503050406030204" pitchFamily="18" charset="0"/>
                              </a:rPr>
                              <m:t>𝑖</m:t>
                            </m:r>
                          </m:sub>
                        </m:sSub>
                      </m:e>
                    </m:d>
                    <m:r>
                      <a:rPr lang="en-SG" altLang="en-US" sz="1800" i="1">
                        <a:latin typeface="Cambria Math" panose="02040503050406030204" pitchFamily="18" charset="0"/>
                      </a:rPr>
                      <m:t>&lt;</m:t>
                    </m:r>
                    <m:sSub>
                      <m:sSubPr>
                        <m:ctrlPr>
                          <a:rPr lang="en-SG" altLang="en-US" sz="1800" i="1">
                            <a:latin typeface="Cambria Math" panose="02040503050406030204" pitchFamily="18" charset="0"/>
                          </a:rPr>
                        </m:ctrlPr>
                      </m:sSubPr>
                      <m:e>
                        <m:r>
                          <a:rPr lang="en-SG" altLang="en-US" sz="1800" i="1">
                            <a:latin typeface="Cambria Math" panose="02040503050406030204" pitchFamily="18" charset="0"/>
                          </a:rPr>
                          <m:t>𝑢</m:t>
                        </m:r>
                      </m:e>
                      <m:sub>
                        <m:r>
                          <a:rPr lang="en-SG" altLang="en-US" sz="1800" i="1">
                            <a:latin typeface="Cambria Math" panose="02040503050406030204" pitchFamily="18" charset="0"/>
                          </a:rPr>
                          <m:t>𝑖</m:t>
                        </m:r>
                      </m:sub>
                    </m:sSub>
                    <m:r>
                      <a:rPr lang="en-SG" altLang="en-US" sz="1800" i="1">
                        <a:latin typeface="Cambria Math" panose="02040503050406030204" pitchFamily="18" charset="0"/>
                      </a:rPr>
                      <m:t>(</m:t>
                    </m:r>
                    <m:sSubSup>
                      <m:sSubSupPr>
                        <m:ctrlPr>
                          <a:rPr lang="en-SG" altLang="en-US" sz="1800" i="1">
                            <a:latin typeface="Cambria Math" panose="02040503050406030204" pitchFamily="18" charset="0"/>
                          </a:rPr>
                        </m:ctrlPr>
                      </m:sSubSupPr>
                      <m:e>
                        <m:r>
                          <a:rPr lang="en-SG" altLang="en-US" sz="1800" i="1">
                            <a:latin typeface="Cambria Math" panose="02040503050406030204" pitchFamily="18" charset="0"/>
                          </a:rPr>
                          <m:t>𝑠</m:t>
                        </m:r>
                      </m:e>
                      <m:sub>
                        <m:r>
                          <a:rPr lang="en-SG" altLang="en-US" sz="1800" i="1">
                            <a:latin typeface="Cambria Math" panose="02040503050406030204" pitchFamily="18" charset="0"/>
                          </a:rPr>
                          <m:t>𝑖</m:t>
                        </m:r>
                      </m:sub>
                      <m:sup>
                        <m:r>
                          <a:rPr lang="en-SG" altLang="en-US" sz="1800" i="1">
                            <a:latin typeface="Cambria Math" panose="02040503050406030204" pitchFamily="18" charset="0"/>
                          </a:rPr>
                          <m:t>′</m:t>
                        </m:r>
                      </m:sup>
                    </m:sSubSup>
                    <m:r>
                      <a:rPr lang="en-SG" altLang="en-US" sz="1800" i="1">
                        <a:latin typeface="Cambria Math" panose="02040503050406030204" pitchFamily="18" charset="0"/>
                      </a:rPr>
                      <m:t>,</m:t>
                    </m:r>
                    <m:sSub>
                      <m:sSubPr>
                        <m:ctrlPr>
                          <a:rPr lang="en-SG" altLang="en-US" sz="1800" i="1">
                            <a:latin typeface="Cambria Math" panose="02040503050406030204" pitchFamily="18" charset="0"/>
                          </a:rPr>
                        </m:ctrlPr>
                      </m:sSubPr>
                      <m:e>
                        <m:r>
                          <a:rPr lang="en-SG" altLang="en-US" sz="1800" i="1">
                            <a:latin typeface="Cambria Math" panose="02040503050406030204" pitchFamily="18" charset="0"/>
                          </a:rPr>
                          <m:t>𝑠</m:t>
                        </m:r>
                      </m:e>
                      <m:sub>
                        <m:r>
                          <a:rPr lang="en-SG" altLang="en-US" sz="1800" i="1">
                            <a:latin typeface="Cambria Math" panose="02040503050406030204" pitchFamily="18" charset="0"/>
                          </a:rPr>
                          <m:t>−</m:t>
                        </m:r>
                        <m:r>
                          <a:rPr lang="en-SG" altLang="en-US" sz="1800" i="1">
                            <a:latin typeface="Cambria Math" panose="02040503050406030204" pitchFamily="18" charset="0"/>
                          </a:rPr>
                          <m:t>𝑖</m:t>
                        </m:r>
                      </m:sub>
                    </m:sSub>
                    <m:r>
                      <a:rPr lang="en-SG" altLang="en-US" sz="1800" i="1">
                        <a:latin typeface="Cambria Math" panose="02040503050406030204" pitchFamily="18" charset="0"/>
                      </a:rPr>
                      <m:t>)</m:t>
                    </m:r>
                  </m:oMath>
                </a14:m>
                <a:r>
                  <a:rPr lang="en-US" altLang="en-US" sz="1800" dirty="0"/>
                  <a:t> for any </a:t>
                </a:r>
                <a14:m>
                  <m:oMath xmlns:m="http://schemas.openxmlformats.org/officeDocument/2006/math">
                    <m:sSub>
                      <m:sSubPr>
                        <m:ctrlPr>
                          <a:rPr lang="en-SG" altLang="en-US" sz="1800" b="0" i="1" smtClean="0">
                            <a:latin typeface="Cambria Math" panose="02040503050406030204" pitchFamily="18" charset="0"/>
                          </a:rPr>
                        </m:ctrlPr>
                      </m:sSubPr>
                      <m:e>
                        <m:r>
                          <a:rPr lang="en-SG" altLang="en-US" sz="1800" b="0" i="1" smtClean="0">
                            <a:latin typeface="Cambria Math" panose="02040503050406030204" pitchFamily="18" charset="0"/>
                          </a:rPr>
                          <m:t>𝑠</m:t>
                        </m:r>
                      </m:e>
                      <m:sub>
                        <m:r>
                          <a:rPr lang="en-SG" altLang="en-US" sz="1800" b="0" i="1" smtClean="0">
                            <a:latin typeface="Cambria Math" panose="02040503050406030204" pitchFamily="18" charset="0"/>
                          </a:rPr>
                          <m:t>−</m:t>
                        </m:r>
                        <m:r>
                          <a:rPr lang="en-SG" altLang="en-US" sz="1800" b="0" i="1" smtClean="0">
                            <a:latin typeface="Cambria Math" panose="02040503050406030204" pitchFamily="18" charset="0"/>
                          </a:rPr>
                          <m:t>𝑖</m:t>
                        </m:r>
                      </m:sub>
                    </m:sSub>
                  </m:oMath>
                </a14:m>
                <a:endParaRPr lang="en-US" altLang="en-US" sz="1800" dirty="0"/>
              </a:p>
              <a:p>
                <a:pPr marL="0" indent="0">
                  <a:buNone/>
                </a:pPr>
                <a:endParaRPr lang="en-US" altLang="en-US" sz="1800" dirty="0"/>
              </a:p>
              <a:p>
                <a:r>
                  <a:rPr lang="en-US" altLang="en-US" sz="1800" dirty="0"/>
                  <a:t>A strategy </a:t>
                </a:r>
                <a14:m>
                  <m:oMath xmlns:m="http://schemas.openxmlformats.org/officeDocument/2006/math">
                    <m:sSub>
                      <m:sSubPr>
                        <m:ctrlPr>
                          <a:rPr lang="en-US" altLang="en-US" sz="1800" i="1">
                            <a:latin typeface="Cambria Math" panose="02040503050406030204" pitchFamily="18" charset="0"/>
                          </a:rPr>
                        </m:ctrlPr>
                      </m:sSubPr>
                      <m:e>
                        <m:r>
                          <a:rPr lang="en-US" altLang="en-US" sz="1800" i="1">
                            <a:latin typeface="Cambria Math" panose="02040503050406030204" pitchFamily="18" charset="0"/>
                          </a:rPr>
                          <m:t>𝑠</m:t>
                        </m:r>
                      </m:e>
                      <m:sub>
                        <m:r>
                          <a:rPr lang="en-US" altLang="en-US" sz="1800" i="1">
                            <a:latin typeface="Cambria Math" panose="02040503050406030204" pitchFamily="18" charset="0"/>
                          </a:rPr>
                          <m:t>𝑖</m:t>
                        </m:r>
                      </m:sub>
                    </m:sSub>
                  </m:oMath>
                </a14:m>
                <a:r>
                  <a:rPr lang="en-US" altLang="en-US" sz="1800" dirty="0"/>
                  <a:t> is </a:t>
                </a:r>
                <a:r>
                  <a:rPr lang="en-US" altLang="en-US" sz="1800" b="1" i="1" dirty="0">
                    <a:solidFill>
                      <a:srgbClr val="0000FF"/>
                    </a:solidFill>
                  </a:rPr>
                  <a:t>weakly </a:t>
                </a:r>
                <a:r>
                  <a:rPr lang="en-US" altLang="en-US" sz="1800" b="1" dirty="0">
                    <a:solidFill>
                      <a:srgbClr val="0000FF"/>
                    </a:solidFill>
                  </a:rPr>
                  <a:t>dominated</a:t>
                </a:r>
                <a:r>
                  <a:rPr lang="en-US" altLang="en-US" sz="1800" dirty="0">
                    <a:solidFill>
                      <a:srgbClr val="0000FF"/>
                    </a:solidFill>
                  </a:rPr>
                  <a:t> </a:t>
                </a:r>
                <a:r>
                  <a:rPr lang="en-US" altLang="en-US" sz="1800" u="sng" dirty="0"/>
                  <a:t>by</a:t>
                </a:r>
                <a:r>
                  <a:rPr lang="en-US" altLang="en-US" sz="1800" dirty="0"/>
                  <a:t> another strategy </a:t>
                </a:r>
                <a14:m>
                  <m:oMath xmlns:m="http://schemas.openxmlformats.org/officeDocument/2006/math">
                    <m:sSub>
                      <m:sSubPr>
                        <m:ctrlPr>
                          <a:rPr lang="en-US" altLang="en-US" sz="1800" i="1">
                            <a:latin typeface="Cambria Math" panose="02040503050406030204" pitchFamily="18" charset="0"/>
                          </a:rPr>
                        </m:ctrlPr>
                      </m:sSubPr>
                      <m:e>
                        <m:r>
                          <a:rPr lang="en-US" altLang="en-US" sz="1800" i="1">
                            <a:latin typeface="Cambria Math" panose="02040503050406030204" pitchFamily="18" charset="0"/>
                          </a:rPr>
                          <m:t>𝑠</m:t>
                        </m:r>
                      </m:e>
                      <m:sub>
                        <m:r>
                          <a:rPr lang="en-US" altLang="en-US" sz="1800" i="1">
                            <a:latin typeface="Cambria Math" panose="02040503050406030204" pitchFamily="18" charset="0"/>
                          </a:rPr>
                          <m:t>𝑖</m:t>
                        </m:r>
                      </m:sub>
                    </m:sSub>
                    <m:r>
                      <a:rPr lang="en-US" altLang="en-US" sz="1800" i="1">
                        <a:latin typeface="Cambria Math" panose="02040503050406030204" pitchFamily="18" charset="0"/>
                      </a:rPr>
                      <m:t>′</m:t>
                    </m:r>
                  </m:oMath>
                </a14:m>
                <a:r>
                  <a:rPr lang="en-US" altLang="en-US" sz="1800" dirty="0"/>
                  <a:t> if it always gives a </a:t>
                </a:r>
                <a:r>
                  <a:rPr lang="en-US" altLang="en-US" sz="1800" i="1" dirty="0"/>
                  <a:t>weakly </a:t>
                </a:r>
                <a:r>
                  <a:rPr lang="en-US" altLang="en-US" sz="1800" dirty="0"/>
                  <a:t>lower payoff than </a:t>
                </a:r>
                <a14:m>
                  <m:oMath xmlns:m="http://schemas.openxmlformats.org/officeDocument/2006/math">
                    <m:sSub>
                      <m:sSubPr>
                        <m:ctrlPr>
                          <a:rPr lang="en-US" altLang="en-US" sz="1800" i="1">
                            <a:latin typeface="Cambria Math" panose="02040503050406030204" pitchFamily="18" charset="0"/>
                          </a:rPr>
                        </m:ctrlPr>
                      </m:sSubPr>
                      <m:e>
                        <m:r>
                          <a:rPr lang="en-US" altLang="en-US" sz="1800" i="1">
                            <a:latin typeface="Cambria Math" panose="02040503050406030204" pitchFamily="18" charset="0"/>
                          </a:rPr>
                          <m:t>𝑠</m:t>
                        </m:r>
                      </m:e>
                      <m:sub>
                        <m:r>
                          <a:rPr lang="en-US" altLang="en-US" sz="1800" i="1">
                            <a:latin typeface="Cambria Math" panose="02040503050406030204" pitchFamily="18" charset="0"/>
                          </a:rPr>
                          <m:t>𝑖</m:t>
                        </m:r>
                      </m:sub>
                    </m:sSub>
                    <m:r>
                      <a:rPr lang="en-US" altLang="en-US" sz="1800" i="1">
                        <a:latin typeface="Cambria Math" panose="02040503050406030204" pitchFamily="18" charset="0"/>
                      </a:rPr>
                      <m:t>′</m:t>
                    </m:r>
                  </m:oMath>
                </a14:m>
                <a:r>
                  <a:rPr lang="en-US" altLang="en-US" sz="1800" dirty="0"/>
                  <a:t> no matter what strategies </a:t>
                </a:r>
                <a14:m>
                  <m:oMath xmlns:m="http://schemas.openxmlformats.org/officeDocument/2006/math">
                    <m:sSub>
                      <m:sSubPr>
                        <m:ctrlPr>
                          <a:rPr lang="en-US" altLang="en-US" sz="1800" i="1">
                            <a:latin typeface="Cambria Math" panose="02040503050406030204" pitchFamily="18" charset="0"/>
                          </a:rPr>
                        </m:ctrlPr>
                      </m:sSubPr>
                      <m:e>
                        <m:r>
                          <a:rPr lang="en-US" altLang="en-US" sz="1800" i="1">
                            <a:latin typeface="Cambria Math" panose="02040503050406030204" pitchFamily="18" charset="0"/>
                          </a:rPr>
                          <m:t>𝑠</m:t>
                        </m:r>
                      </m:e>
                      <m:sub>
                        <m:r>
                          <a:rPr lang="en-US" altLang="en-US" sz="1800" i="1">
                            <a:latin typeface="Cambria Math" panose="02040503050406030204" pitchFamily="18" charset="0"/>
                          </a:rPr>
                          <m:t>−</m:t>
                        </m:r>
                        <m:r>
                          <a:rPr lang="en-US" altLang="en-US" sz="1800" i="1">
                            <a:latin typeface="Cambria Math" panose="02040503050406030204" pitchFamily="18" charset="0"/>
                          </a:rPr>
                          <m:t>𝑖</m:t>
                        </m:r>
                      </m:sub>
                    </m:sSub>
                  </m:oMath>
                </a14:m>
                <a:r>
                  <a:rPr lang="en-US" altLang="en-US" sz="1800" dirty="0"/>
                  <a:t> other players choose and a </a:t>
                </a:r>
                <a:r>
                  <a:rPr lang="en-US" altLang="en-US" sz="1800" i="1" dirty="0"/>
                  <a:t>strictly</a:t>
                </a:r>
                <a:r>
                  <a:rPr lang="en-US" altLang="en-US" sz="1800" dirty="0"/>
                  <a:t> lower payoff for some set of strategies of other players </a:t>
                </a:r>
                <a14:m>
                  <m:oMath xmlns:m="http://schemas.openxmlformats.org/officeDocument/2006/math">
                    <m:sSub>
                      <m:sSubPr>
                        <m:ctrlPr>
                          <a:rPr lang="en-SG" altLang="en-US" sz="1800" b="0" i="1" smtClean="0">
                            <a:latin typeface="Cambria Math" panose="02040503050406030204" pitchFamily="18" charset="0"/>
                          </a:rPr>
                        </m:ctrlPr>
                      </m:sSubPr>
                      <m:e>
                        <m:r>
                          <a:rPr lang="en-SG" altLang="en-US" sz="1800" b="0" i="1" smtClean="0">
                            <a:latin typeface="Cambria Math" panose="02040503050406030204" pitchFamily="18" charset="0"/>
                          </a:rPr>
                          <m:t>𝑠</m:t>
                        </m:r>
                      </m:e>
                      <m:sub>
                        <m:r>
                          <a:rPr lang="en-SG" altLang="en-US" sz="1800" b="0" i="1" smtClean="0">
                            <a:latin typeface="Cambria Math" panose="02040503050406030204" pitchFamily="18" charset="0"/>
                          </a:rPr>
                          <m:t>−</m:t>
                        </m:r>
                        <m:r>
                          <a:rPr lang="en-SG" altLang="en-US" sz="1800" b="0" i="1" smtClean="0">
                            <a:latin typeface="Cambria Math" panose="02040503050406030204" pitchFamily="18" charset="0"/>
                          </a:rPr>
                          <m:t>𝑖</m:t>
                        </m:r>
                      </m:sub>
                    </m:sSub>
                    <m:r>
                      <a:rPr lang="en-SG" altLang="en-US" sz="1800" b="0" i="1" smtClean="0">
                        <a:latin typeface="Cambria Math" panose="02040503050406030204" pitchFamily="18" charset="0"/>
                      </a:rPr>
                      <m:t>′</m:t>
                    </m:r>
                  </m:oMath>
                </a14:m>
                <a:r>
                  <a:rPr lang="en-US" altLang="en-US" sz="1800" dirty="0"/>
                  <a:t>.</a:t>
                </a:r>
              </a:p>
              <a:p>
                <a:pPr marL="0" indent="0" algn="ctr">
                  <a:buNone/>
                </a:pPr>
                <a14:m>
                  <m:oMath xmlns:m="http://schemas.openxmlformats.org/officeDocument/2006/math">
                    <m:sSubSup>
                      <m:sSubSupPr>
                        <m:ctrlPr>
                          <a:rPr lang="en-SG" altLang="en-US" sz="1800" b="0" i="1" smtClean="0">
                            <a:solidFill>
                              <a:srgbClr val="FF0000"/>
                            </a:solidFill>
                            <a:latin typeface="Cambria Math" panose="02040503050406030204" pitchFamily="18" charset="0"/>
                          </a:rPr>
                        </m:ctrlPr>
                      </m:sSubSupPr>
                      <m:e>
                        <m:r>
                          <a:rPr lang="en-SG" altLang="en-US" sz="1800" b="0" i="1" smtClean="0">
                            <a:solidFill>
                              <a:srgbClr val="FF0000"/>
                            </a:solidFill>
                            <a:latin typeface="Cambria Math" panose="02040503050406030204" pitchFamily="18" charset="0"/>
                          </a:rPr>
                          <m:t>𝑠</m:t>
                        </m:r>
                      </m:e>
                      <m:sub>
                        <m:r>
                          <a:rPr lang="en-SG" altLang="en-US" sz="1800" b="0" i="1" smtClean="0">
                            <a:solidFill>
                              <a:srgbClr val="FF0000"/>
                            </a:solidFill>
                            <a:latin typeface="Cambria Math" panose="02040503050406030204" pitchFamily="18" charset="0"/>
                          </a:rPr>
                          <m:t>𝑖</m:t>
                        </m:r>
                      </m:sub>
                      <m:sup>
                        <m:r>
                          <a:rPr lang="en-SG" altLang="en-US" sz="1800" b="0" i="1" smtClean="0">
                            <a:solidFill>
                              <a:srgbClr val="FF0000"/>
                            </a:solidFill>
                            <a:latin typeface="Cambria Math" panose="02040503050406030204" pitchFamily="18" charset="0"/>
                          </a:rPr>
                          <m:t>′</m:t>
                        </m:r>
                      </m:sup>
                    </m:sSubSup>
                    <m:sSup>
                      <m:sSupPr>
                        <m:ctrlPr>
                          <a:rPr lang="en-SG" altLang="en-US" sz="1800" b="0" i="1" smtClean="0">
                            <a:solidFill>
                              <a:srgbClr val="FF0000"/>
                            </a:solidFill>
                            <a:latin typeface="Cambria Math" panose="02040503050406030204" pitchFamily="18" charset="0"/>
                          </a:rPr>
                        </m:ctrlPr>
                      </m:sSupPr>
                      <m:e>
                        <m:r>
                          <a:rPr lang="en-SG" altLang="en-US" sz="1800" b="0" i="1" smtClean="0">
                            <a:solidFill>
                              <a:srgbClr val="FF0000"/>
                            </a:solidFill>
                            <a:latin typeface="Cambria Math" panose="02040503050406030204" pitchFamily="18" charset="0"/>
                          </a:rPr>
                          <m:t>≻</m:t>
                        </m:r>
                      </m:e>
                      <m:sup>
                        <m:r>
                          <a:rPr lang="en-SG" altLang="en-US" sz="1800" b="0" i="1" smtClean="0">
                            <a:solidFill>
                              <a:srgbClr val="FF0000"/>
                            </a:solidFill>
                            <a:latin typeface="Cambria Math" panose="02040503050406030204" pitchFamily="18" charset="0"/>
                          </a:rPr>
                          <m:t>𝑊</m:t>
                        </m:r>
                      </m:sup>
                    </m:sSup>
                    <m:sSub>
                      <m:sSubPr>
                        <m:ctrlPr>
                          <a:rPr lang="en-SG" altLang="en-US" sz="1800" b="0" i="1" smtClean="0">
                            <a:solidFill>
                              <a:srgbClr val="FF0000"/>
                            </a:solidFill>
                            <a:latin typeface="Cambria Math" panose="02040503050406030204" pitchFamily="18" charset="0"/>
                          </a:rPr>
                        </m:ctrlPr>
                      </m:sSubPr>
                      <m:e>
                        <m:r>
                          <a:rPr lang="en-SG" altLang="en-US" sz="1800" b="0" i="1" smtClean="0">
                            <a:solidFill>
                              <a:srgbClr val="FF0000"/>
                            </a:solidFill>
                            <a:latin typeface="Cambria Math" panose="02040503050406030204" pitchFamily="18" charset="0"/>
                          </a:rPr>
                          <m:t>𝑠</m:t>
                        </m:r>
                      </m:e>
                      <m:sub>
                        <m:r>
                          <a:rPr lang="en-SG" altLang="en-US" sz="1800" b="0" i="1" smtClean="0">
                            <a:solidFill>
                              <a:srgbClr val="FF0000"/>
                            </a:solidFill>
                            <a:latin typeface="Cambria Math" panose="02040503050406030204" pitchFamily="18" charset="0"/>
                          </a:rPr>
                          <m:t>𝑖</m:t>
                        </m:r>
                      </m:sub>
                    </m:sSub>
                  </m:oMath>
                </a14:m>
                <a:r>
                  <a:rPr lang="en-US" altLang="en-US" sz="1800" dirty="0"/>
                  <a:t> if </a:t>
                </a:r>
                <a14:m>
                  <m:oMath xmlns:m="http://schemas.openxmlformats.org/officeDocument/2006/math">
                    <m:sSub>
                      <m:sSubPr>
                        <m:ctrlPr>
                          <a:rPr lang="en-SG" altLang="en-US" sz="1800" i="1">
                            <a:latin typeface="Cambria Math" panose="02040503050406030204" pitchFamily="18" charset="0"/>
                          </a:rPr>
                        </m:ctrlPr>
                      </m:sSubPr>
                      <m:e>
                        <m:r>
                          <a:rPr lang="en-SG" altLang="en-US" sz="1800" i="1">
                            <a:latin typeface="Cambria Math" panose="02040503050406030204" pitchFamily="18" charset="0"/>
                          </a:rPr>
                          <m:t>𝑢</m:t>
                        </m:r>
                      </m:e>
                      <m:sub>
                        <m:r>
                          <a:rPr lang="en-SG" altLang="en-US" sz="1800" i="1">
                            <a:latin typeface="Cambria Math" panose="02040503050406030204" pitchFamily="18" charset="0"/>
                          </a:rPr>
                          <m:t>𝑖</m:t>
                        </m:r>
                      </m:sub>
                    </m:sSub>
                    <m:d>
                      <m:dPr>
                        <m:ctrlPr>
                          <a:rPr lang="en-SG" altLang="en-US" sz="1800" i="1">
                            <a:latin typeface="Cambria Math" panose="02040503050406030204" pitchFamily="18" charset="0"/>
                          </a:rPr>
                        </m:ctrlPr>
                      </m:dPr>
                      <m:e>
                        <m:sSub>
                          <m:sSubPr>
                            <m:ctrlPr>
                              <a:rPr lang="en-SG" altLang="en-US" sz="1800" i="1">
                                <a:latin typeface="Cambria Math" panose="02040503050406030204" pitchFamily="18" charset="0"/>
                              </a:rPr>
                            </m:ctrlPr>
                          </m:sSubPr>
                          <m:e>
                            <m:r>
                              <a:rPr lang="en-SG" altLang="en-US" sz="1800" i="1">
                                <a:latin typeface="Cambria Math" panose="02040503050406030204" pitchFamily="18" charset="0"/>
                              </a:rPr>
                              <m:t>𝑠</m:t>
                            </m:r>
                          </m:e>
                          <m:sub>
                            <m:r>
                              <a:rPr lang="en-SG" altLang="en-US" sz="1800" i="1">
                                <a:latin typeface="Cambria Math" panose="02040503050406030204" pitchFamily="18" charset="0"/>
                              </a:rPr>
                              <m:t>𝑖</m:t>
                            </m:r>
                          </m:sub>
                        </m:sSub>
                        <m:r>
                          <a:rPr lang="en-SG" altLang="en-US" sz="1800" i="1">
                            <a:latin typeface="Cambria Math" panose="02040503050406030204" pitchFamily="18" charset="0"/>
                          </a:rPr>
                          <m:t>,</m:t>
                        </m:r>
                        <m:sSub>
                          <m:sSubPr>
                            <m:ctrlPr>
                              <a:rPr lang="en-SG" altLang="en-US" sz="1800" i="1">
                                <a:latin typeface="Cambria Math" panose="02040503050406030204" pitchFamily="18" charset="0"/>
                              </a:rPr>
                            </m:ctrlPr>
                          </m:sSubPr>
                          <m:e>
                            <m:r>
                              <a:rPr lang="en-SG" altLang="en-US" sz="1800" i="1">
                                <a:latin typeface="Cambria Math" panose="02040503050406030204" pitchFamily="18" charset="0"/>
                              </a:rPr>
                              <m:t>𝑠</m:t>
                            </m:r>
                          </m:e>
                          <m:sub>
                            <m:r>
                              <a:rPr lang="en-SG" altLang="en-US" sz="1800" i="1">
                                <a:latin typeface="Cambria Math" panose="02040503050406030204" pitchFamily="18" charset="0"/>
                              </a:rPr>
                              <m:t>−</m:t>
                            </m:r>
                            <m:r>
                              <a:rPr lang="en-SG" altLang="en-US" sz="1800" i="1">
                                <a:latin typeface="Cambria Math" panose="02040503050406030204" pitchFamily="18" charset="0"/>
                              </a:rPr>
                              <m:t>𝑖</m:t>
                            </m:r>
                          </m:sub>
                        </m:sSub>
                      </m:e>
                    </m:d>
                    <m:r>
                      <a:rPr lang="en-SG" altLang="en-US" sz="1800" i="1">
                        <a:latin typeface="Cambria Math" panose="02040503050406030204" pitchFamily="18" charset="0"/>
                      </a:rPr>
                      <m:t>≤</m:t>
                    </m:r>
                    <m:sSub>
                      <m:sSubPr>
                        <m:ctrlPr>
                          <a:rPr lang="en-SG" altLang="en-US" sz="1800" i="1">
                            <a:latin typeface="Cambria Math" panose="02040503050406030204" pitchFamily="18" charset="0"/>
                          </a:rPr>
                        </m:ctrlPr>
                      </m:sSubPr>
                      <m:e>
                        <m:r>
                          <a:rPr lang="en-SG" altLang="en-US" sz="1800" i="1">
                            <a:latin typeface="Cambria Math" panose="02040503050406030204" pitchFamily="18" charset="0"/>
                          </a:rPr>
                          <m:t>𝑢</m:t>
                        </m:r>
                      </m:e>
                      <m:sub>
                        <m:r>
                          <a:rPr lang="en-SG" altLang="en-US" sz="1800" i="1">
                            <a:latin typeface="Cambria Math" panose="02040503050406030204" pitchFamily="18" charset="0"/>
                          </a:rPr>
                          <m:t>𝑖</m:t>
                        </m:r>
                      </m:sub>
                    </m:sSub>
                    <m:r>
                      <a:rPr lang="en-SG" altLang="en-US" sz="1800" i="1">
                        <a:latin typeface="Cambria Math" panose="02040503050406030204" pitchFamily="18" charset="0"/>
                      </a:rPr>
                      <m:t>(</m:t>
                    </m:r>
                    <m:sSubSup>
                      <m:sSubSupPr>
                        <m:ctrlPr>
                          <a:rPr lang="en-SG" altLang="en-US" sz="1800" i="1">
                            <a:latin typeface="Cambria Math" panose="02040503050406030204" pitchFamily="18" charset="0"/>
                          </a:rPr>
                        </m:ctrlPr>
                      </m:sSubSupPr>
                      <m:e>
                        <m:r>
                          <a:rPr lang="en-SG" altLang="en-US" sz="1800" i="1">
                            <a:latin typeface="Cambria Math" panose="02040503050406030204" pitchFamily="18" charset="0"/>
                          </a:rPr>
                          <m:t>𝑠</m:t>
                        </m:r>
                      </m:e>
                      <m:sub>
                        <m:r>
                          <a:rPr lang="en-SG" altLang="en-US" sz="1800" i="1">
                            <a:latin typeface="Cambria Math" panose="02040503050406030204" pitchFamily="18" charset="0"/>
                          </a:rPr>
                          <m:t>𝑖</m:t>
                        </m:r>
                      </m:sub>
                      <m:sup>
                        <m:r>
                          <a:rPr lang="en-SG" altLang="en-US" sz="1800" i="1">
                            <a:latin typeface="Cambria Math" panose="02040503050406030204" pitchFamily="18" charset="0"/>
                          </a:rPr>
                          <m:t>′</m:t>
                        </m:r>
                      </m:sup>
                    </m:sSubSup>
                    <m:r>
                      <a:rPr lang="en-SG" altLang="en-US" sz="1800" i="1">
                        <a:latin typeface="Cambria Math" panose="02040503050406030204" pitchFamily="18" charset="0"/>
                      </a:rPr>
                      <m:t>,</m:t>
                    </m:r>
                    <m:sSub>
                      <m:sSubPr>
                        <m:ctrlPr>
                          <a:rPr lang="en-SG" altLang="en-US" sz="1800" i="1">
                            <a:latin typeface="Cambria Math" panose="02040503050406030204" pitchFamily="18" charset="0"/>
                          </a:rPr>
                        </m:ctrlPr>
                      </m:sSubPr>
                      <m:e>
                        <m:r>
                          <a:rPr lang="en-SG" altLang="en-US" sz="1800" i="1">
                            <a:latin typeface="Cambria Math" panose="02040503050406030204" pitchFamily="18" charset="0"/>
                          </a:rPr>
                          <m:t>𝑠</m:t>
                        </m:r>
                      </m:e>
                      <m:sub>
                        <m:r>
                          <a:rPr lang="en-SG" altLang="en-US" sz="1800" i="1">
                            <a:latin typeface="Cambria Math" panose="02040503050406030204" pitchFamily="18" charset="0"/>
                          </a:rPr>
                          <m:t>−</m:t>
                        </m:r>
                        <m:r>
                          <a:rPr lang="en-SG" altLang="en-US" sz="1800" i="1">
                            <a:latin typeface="Cambria Math" panose="02040503050406030204" pitchFamily="18" charset="0"/>
                          </a:rPr>
                          <m:t>𝑖</m:t>
                        </m:r>
                      </m:sub>
                    </m:sSub>
                    <m:r>
                      <a:rPr lang="en-SG" altLang="en-US" sz="1800" i="1">
                        <a:latin typeface="Cambria Math" panose="02040503050406030204" pitchFamily="18" charset="0"/>
                      </a:rPr>
                      <m:t>)</m:t>
                    </m:r>
                  </m:oMath>
                </a14:m>
                <a:r>
                  <a:rPr lang="en-US" altLang="en-US" sz="1800" dirty="0"/>
                  <a:t> for any </a:t>
                </a:r>
                <a14:m>
                  <m:oMath xmlns:m="http://schemas.openxmlformats.org/officeDocument/2006/math">
                    <m:sSub>
                      <m:sSubPr>
                        <m:ctrlPr>
                          <a:rPr lang="en-SG" altLang="en-US" sz="1800" b="0" i="1" smtClean="0">
                            <a:latin typeface="Cambria Math" panose="02040503050406030204" pitchFamily="18" charset="0"/>
                          </a:rPr>
                        </m:ctrlPr>
                      </m:sSubPr>
                      <m:e>
                        <m:r>
                          <a:rPr lang="en-SG" altLang="en-US" sz="1800" b="0" i="1" smtClean="0">
                            <a:latin typeface="Cambria Math" panose="02040503050406030204" pitchFamily="18" charset="0"/>
                          </a:rPr>
                          <m:t>𝑠</m:t>
                        </m:r>
                      </m:e>
                      <m:sub>
                        <m:r>
                          <a:rPr lang="en-SG" altLang="en-US" sz="1800" b="0" i="1" smtClean="0">
                            <a:latin typeface="Cambria Math" panose="02040503050406030204" pitchFamily="18" charset="0"/>
                          </a:rPr>
                          <m:t>−</m:t>
                        </m:r>
                        <m:r>
                          <a:rPr lang="en-SG" altLang="en-US" sz="1800" b="0" i="1" smtClean="0">
                            <a:latin typeface="Cambria Math" panose="02040503050406030204" pitchFamily="18" charset="0"/>
                          </a:rPr>
                          <m:t>𝑖</m:t>
                        </m:r>
                      </m:sub>
                    </m:sSub>
                  </m:oMath>
                </a14:m>
                <a:endParaRPr lang="en-SG" altLang="en-US" sz="1800" b="0" i="1" dirty="0">
                  <a:latin typeface="Cambria Math" panose="02040503050406030204" pitchFamily="18" charset="0"/>
                </a:endParaRPr>
              </a:p>
              <a:p>
                <a:pPr marL="0" indent="0" algn="ctr">
                  <a:buNone/>
                </a:pPr>
                <a:r>
                  <a:rPr lang="en-SG" altLang="en-US" sz="1800" b="1" dirty="0"/>
                  <a:t>and</a:t>
                </a:r>
                <a:r>
                  <a:rPr lang="en-SG" altLang="en-US" sz="1800" dirty="0"/>
                  <a:t> </a:t>
                </a:r>
                <a14:m>
                  <m:oMath xmlns:m="http://schemas.openxmlformats.org/officeDocument/2006/math">
                    <m:sSub>
                      <m:sSubPr>
                        <m:ctrlPr>
                          <a:rPr lang="en-SG" altLang="en-US" sz="1800" i="1">
                            <a:latin typeface="Cambria Math" panose="02040503050406030204" pitchFamily="18" charset="0"/>
                          </a:rPr>
                        </m:ctrlPr>
                      </m:sSubPr>
                      <m:e>
                        <m:r>
                          <a:rPr lang="en-SG" altLang="en-US" sz="1800" i="1">
                            <a:latin typeface="Cambria Math" panose="02040503050406030204" pitchFamily="18" charset="0"/>
                          </a:rPr>
                          <m:t>𝑢</m:t>
                        </m:r>
                      </m:e>
                      <m:sub>
                        <m:r>
                          <a:rPr lang="en-SG" altLang="en-US" sz="1800" i="1">
                            <a:latin typeface="Cambria Math" panose="02040503050406030204" pitchFamily="18" charset="0"/>
                          </a:rPr>
                          <m:t>𝑖</m:t>
                        </m:r>
                      </m:sub>
                    </m:sSub>
                    <m:d>
                      <m:dPr>
                        <m:ctrlPr>
                          <a:rPr lang="en-SG" altLang="en-US" sz="1800" i="1">
                            <a:latin typeface="Cambria Math" panose="02040503050406030204" pitchFamily="18" charset="0"/>
                          </a:rPr>
                        </m:ctrlPr>
                      </m:dPr>
                      <m:e>
                        <m:sSub>
                          <m:sSubPr>
                            <m:ctrlPr>
                              <a:rPr lang="en-SG" altLang="en-US" sz="1800" i="1">
                                <a:latin typeface="Cambria Math" panose="02040503050406030204" pitchFamily="18" charset="0"/>
                              </a:rPr>
                            </m:ctrlPr>
                          </m:sSubPr>
                          <m:e>
                            <m:r>
                              <a:rPr lang="en-SG" altLang="en-US" sz="1800" i="1">
                                <a:latin typeface="Cambria Math" panose="02040503050406030204" pitchFamily="18" charset="0"/>
                              </a:rPr>
                              <m:t>𝑠</m:t>
                            </m:r>
                          </m:e>
                          <m:sub>
                            <m:r>
                              <a:rPr lang="en-SG" altLang="en-US" sz="1800" i="1">
                                <a:latin typeface="Cambria Math" panose="02040503050406030204" pitchFamily="18" charset="0"/>
                              </a:rPr>
                              <m:t>𝑖</m:t>
                            </m:r>
                          </m:sub>
                        </m:sSub>
                        <m:r>
                          <a:rPr lang="en-SG" altLang="en-US" sz="1800" i="1">
                            <a:latin typeface="Cambria Math" panose="02040503050406030204" pitchFamily="18" charset="0"/>
                          </a:rPr>
                          <m:t>,</m:t>
                        </m:r>
                        <m:sSubSup>
                          <m:sSubSupPr>
                            <m:ctrlPr>
                              <a:rPr lang="en-SG" altLang="en-US" sz="1800" b="0" i="1" smtClean="0">
                                <a:latin typeface="Cambria Math" panose="02040503050406030204" pitchFamily="18" charset="0"/>
                              </a:rPr>
                            </m:ctrlPr>
                          </m:sSubSupPr>
                          <m:e>
                            <m:r>
                              <a:rPr lang="en-SG" altLang="en-US" sz="1800" i="1">
                                <a:latin typeface="Cambria Math" panose="02040503050406030204" pitchFamily="18" charset="0"/>
                              </a:rPr>
                              <m:t>𝑠</m:t>
                            </m:r>
                          </m:e>
                          <m:sub>
                            <m:r>
                              <a:rPr lang="en-SG" altLang="en-US" sz="1800" i="1">
                                <a:latin typeface="Cambria Math" panose="02040503050406030204" pitchFamily="18" charset="0"/>
                              </a:rPr>
                              <m:t>−</m:t>
                            </m:r>
                            <m:r>
                              <a:rPr lang="en-SG" altLang="en-US" sz="1800" i="1">
                                <a:latin typeface="Cambria Math" panose="02040503050406030204" pitchFamily="18" charset="0"/>
                              </a:rPr>
                              <m:t>𝑖</m:t>
                            </m:r>
                          </m:sub>
                          <m:sup>
                            <m:r>
                              <a:rPr lang="en-SG" altLang="en-US" sz="1800" b="0" i="1" smtClean="0">
                                <a:latin typeface="Cambria Math" panose="02040503050406030204" pitchFamily="18" charset="0"/>
                              </a:rPr>
                              <m:t>′</m:t>
                            </m:r>
                          </m:sup>
                        </m:sSubSup>
                      </m:e>
                    </m:d>
                    <m:r>
                      <a:rPr lang="en-SG" altLang="en-US" sz="1800" b="0" i="1" smtClean="0">
                        <a:latin typeface="Cambria Math" panose="02040503050406030204" pitchFamily="18" charset="0"/>
                      </a:rPr>
                      <m:t>&lt;</m:t>
                    </m:r>
                    <m:sSub>
                      <m:sSubPr>
                        <m:ctrlPr>
                          <a:rPr lang="en-SG" altLang="en-US" sz="1800" i="1">
                            <a:latin typeface="Cambria Math" panose="02040503050406030204" pitchFamily="18" charset="0"/>
                          </a:rPr>
                        </m:ctrlPr>
                      </m:sSubPr>
                      <m:e>
                        <m:r>
                          <a:rPr lang="en-SG" altLang="en-US" sz="1800" i="1">
                            <a:latin typeface="Cambria Math" panose="02040503050406030204" pitchFamily="18" charset="0"/>
                          </a:rPr>
                          <m:t>𝑢</m:t>
                        </m:r>
                      </m:e>
                      <m:sub>
                        <m:r>
                          <a:rPr lang="en-SG" altLang="en-US" sz="1800" i="1">
                            <a:latin typeface="Cambria Math" panose="02040503050406030204" pitchFamily="18" charset="0"/>
                          </a:rPr>
                          <m:t>𝑖</m:t>
                        </m:r>
                      </m:sub>
                    </m:sSub>
                    <m:d>
                      <m:dPr>
                        <m:ctrlPr>
                          <a:rPr lang="en-SG" altLang="en-US" sz="1800" i="1">
                            <a:latin typeface="Cambria Math" panose="02040503050406030204" pitchFamily="18" charset="0"/>
                          </a:rPr>
                        </m:ctrlPr>
                      </m:dPr>
                      <m:e>
                        <m:sSubSup>
                          <m:sSubSupPr>
                            <m:ctrlPr>
                              <a:rPr lang="en-SG" altLang="en-US" sz="1800" i="1">
                                <a:latin typeface="Cambria Math" panose="02040503050406030204" pitchFamily="18" charset="0"/>
                              </a:rPr>
                            </m:ctrlPr>
                          </m:sSubSupPr>
                          <m:e>
                            <m:r>
                              <a:rPr lang="en-SG" altLang="en-US" sz="1800" i="1">
                                <a:latin typeface="Cambria Math" panose="02040503050406030204" pitchFamily="18" charset="0"/>
                              </a:rPr>
                              <m:t>𝑠</m:t>
                            </m:r>
                          </m:e>
                          <m:sub>
                            <m:r>
                              <a:rPr lang="en-SG" altLang="en-US" sz="1800" i="1">
                                <a:latin typeface="Cambria Math" panose="02040503050406030204" pitchFamily="18" charset="0"/>
                              </a:rPr>
                              <m:t>𝑖</m:t>
                            </m:r>
                          </m:sub>
                          <m:sup>
                            <m:r>
                              <a:rPr lang="en-SG" altLang="en-US" sz="1800" i="1">
                                <a:latin typeface="Cambria Math" panose="02040503050406030204" pitchFamily="18" charset="0"/>
                              </a:rPr>
                              <m:t>′</m:t>
                            </m:r>
                          </m:sup>
                        </m:sSubSup>
                        <m:r>
                          <a:rPr lang="en-SG" altLang="en-US" sz="1800" i="1">
                            <a:latin typeface="Cambria Math" panose="02040503050406030204" pitchFamily="18" charset="0"/>
                          </a:rPr>
                          <m:t>,</m:t>
                        </m:r>
                        <m:sSubSup>
                          <m:sSubSupPr>
                            <m:ctrlPr>
                              <a:rPr lang="en-SG" altLang="en-US" sz="1800" b="0" i="1" smtClean="0">
                                <a:latin typeface="Cambria Math" panose="02040503050406030204" pitchFamily="18" charset="0"/>
                              </a:rPr>
                            </m:ctrlPr>
                          </m:sSubSupPr>
                          <m:e>
                            <m:r>
                              <a:rPr lang="en-SG" altLang="en-US" sz="1800" i="1">
                                <a:latin typeface="Cambria Math" panose="02040503050406030204" pitchFamily="18" charset="0"/>
                              </a:rPr>
                              <m:t>𝑠</m:t>
                            </m:r>
                          </m:e>
                          <m:sub>
                            <m:r>
                              <a:rPr lang="en-SG" altLang="en-US" sz="1800" i="1">
                                <a:latin typeface="Cambria Math" panose="02040503050406030204" pitchFamily="18" charset="0"/>
                              </a:rPr>
                              <m:t>−</m:t>
                            </m:r>
                            <m:r>
                              <a:rPr lang="en-SG" altLang="en-US" sz="1800" i="1">
                                <a:latin typeface="Cambria Math" panose="02040503050406030204" pitchFamily="18" charset="0"/>
                              </a:rPr>
                              <m:t>𝑖</m:t>
                            </m:r>
                          </m:sub>
                          <m:sup>
                            <m:r>
                              <a:rPr lang="en-SG" altLang="en-US" sz="1800" b="0" i="1" smtClean="0">
                                <a:latin typeface="Cambria Math" panose="02040503050406030204" pitchFamily="18" charset="0"/>
                              </a:rPr>
                              <m:t>′</m:t>
                            </m:r>
                          </m:sup>
                        </m:sSubSup>
                      </m:e>
                    </m:d>
                    <m:r>
                      <m:rPr>
                        <m:nor/>
                      </m:rPr>
                      <a:rPr lang="en-US" altLang="en-US" sz="1800" dirty="0"/>
                      <m:t> </m:t>
                    </m:r>
                    <m:r>
                      <m:rPr>
                        <m:nor/>
                      </m:rPr>
                      <a:rPr lang="en-US" altLang="en-US" sz="1800" dirty="0"/>
                      <m:t>for</m:t>
                    </m:r>
                    <m:r>
                      <m:rPr>
                        <m:nor/>
                      </m:rPr>
                      <a:rPr lang="en-US" altLang="en-US" sz="1800" dirty="0"/>
                      <m:t> </m:t>
                    </m:r>
                    <m:r>
                      <m:rPr>
                        <m:nor/>
                      </m:rPr>
                      <a:rPr lang="en-SG" altLang="en-US" sz="1800" b="0" i="0" dirty="0" smtClean="0"/>
                      <m:t>some</m:t>
                    </m:r>
                    <m:r>
                      <m:rPr>
                        <m:nor/>
                      </m:rPr>
                      <a:rPr lang="en-US" altLang="en-US" sz="1800" dirty="0"/>
                      <m:t> </m:t>
                    </m:r>
                    <m:sSubSup>
                      <m:sSubSupPr>
                        <m:ctrlPr>
                          <a:rPr lang="en-SG" altLang="en-US" sz="1800" b="0" i="1" dirty="0" smtClean="0">
                            <a:latin typeface="Cambria Math" panose="02040503050406030204" pitchFamily="18" charset="0"/>
                          </a:rPr>
                        </m:ctrlPr>
                      </m:sSubSupPr>
                      <m:e>
                        <m:r>
                          <a:rPr lang="en-SG" altLang="en-US" sz="1800" i="1">
                            <a:latin typeface="Cambria Math" panose="02040503050406030204" pitchFamily="18" charset="0"/>
                          </a:rPr>
                          <m:t>𝑠</m:t>
                        </m:r>
                      </m:e>
                      <m:sub>
                        <m:r>
                          <a:rPr lang="en-SG" altLang="en-US" sz="1800" i="1">
                            <a:latin typeface="Cambria Math" panose="02040503050406030204" pitchFamily="18" charset="0"/>
                          </a:rPr>
                          <m:t>−</m:t>
                        </m:r>
                        <m:r>
                          <a:rPr lang="en-SG" altLang="en-US" sz="1800" i="1">
                            <a:latin typeface="Cambria Math" panose="02040503050406030204" pitchFamily="18" charset="0"/>
                          </a:rPr>
                          <m:t>𝑖</m:t>
                        </m:r>
                      </m:sub>
                      <m:sup>
                        <m:r>
                          <a:rPr lang="en-SG" altLang="en-US" sz="1800" b="0" i="1" smtClean="0">
                            <a:latin typeface="Cambria Math" panose="02040503050406030204" pitchFamily="18" charset="0"/>
                          </a:rPr>
                          <m:t>′</m:t>
                        </m:r>
                      </m:sup>
                    </m:sSubSup>
                  </m:oMath>
                </a14:m>
                <a:endParaRPr lang="en-US" altLang="en-US" sz="1800" dirty="0"/>
              </a:p>
              <a:p>
                <a:endParaRPr lang="en-US" altLang="en-US" sz="2000" dirty="0"/>
              </a:p>
              <a:p>
                <a:pPr marL="457200" lvl="1" indent="0">
                  <a:buNone/>
                </a:pPr>
                <a:endParaRPr lang="en-US" altLang="en-US" sz="1800" dirty="0"/>
              </a:p>
            </p:txBody>
          </p:sp>
        </mc:Choice>
        <mc:Fallback xmlns="">
          <p:sp>
            <p:nvSpPr>
              <p:cNvPr id="30722" name="Rectangle 3"/>
              <p:cNvSpPr>
                <a:spLocks noGrp="1" noRot="1" noChangeAspect="1" noMove="1" noResize="1" noEditPoints="1" noAdjustHandles="1" noChangeArrowheads="1" noChangeShapeType="1" noTextEdit="1"/>
              </p:cNvSpPr>
              <p:nvPr>
                <p:ph idx="1"/>
              </p:nvPr>
            </p:nvSpPr>
            <p:spPr>
              <a:xfrm>
                <a:off x="759447" y="1619701"/>
                <a:ext cx="10337800" cy="4755473"/>
              </a:xfrm>
              <a:blipFill>
                <a:blip r:embed="rId3"/>
                <a:stretch>
                  <a:fillRect l="-649" t="-1410"/>
                </a:stretch>
              </a:blipFill>
            </p:spPr>
            <p:txBody>
              <a:bodyPr/>
              <a:lstStyle/>
              <a:p>
                <a:r>
                  <a:rPr lang="en-SG">
                    <a:noFill/>
                  </a:rPr>
                  <a:t> </a:t>
                </a:r>
              </a:p>
            </p:txBody>
          </p:sp>
        </mc:Fallback>
      </mc:AlternateContent>
      <p:sp>
        <p:nvSpPr>
          <p:cNvPr id="2" name="Slide Number Placeholder 1">
            <a:extLst>
              <a:ext uri="{FF2B5EF4-FFF2-40B4-BE49-F238E27FC236}">
                <a16:creationId xmlns:a16="http://schemas.microsoft.com/office/drawing/2014/main" id="{FB4B4138-D3D5-211B-C849-DAAA4EA8F1AD}"/>
              </a:ext>
            </a:extLst>
          </p:cNvPr>
          <p:cNvSpPr>
            <a:spLocks noGrp="1"/>
          </p:cNvSpPr>
          <p:nvPr>
            <p:ph type="sldNum" sz="quarter" idx="12"/>
          </p:nvPr>
        </p:nvSpPr>
        <p:spPr/>
        <p:txBody>
          <a:bodyPr/>
          <a:lstStyle/>
          <a:p>
            <a:fld id="{104D1C85-D14C-4D1F-B1AC-077E19A989F2}" type="slidenum">
              <a:rPr lang="en-GB" smtClean="0"/>
              <a:t>13</a:t>
            </a:fld>
            <a:endParaRPr lang="en-GB" dirty="0"/>
          </a:p>
        </p:txBody>
      </p:sp>
    </p:spTree>
    <p:extLst>
      <p:ext uri="{BB962C8B-B14F-4D97-AF65-F5344CB8AC3E}">
        <p14:creationId xmlns:p14="http://schemas.microsoft.com/office/powerpoint/2010/main" val="174994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2">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30722">
                                            <p:txEl>
                                              <p:pRg st="2" end="2"/>
                                            </p:txEl>
                                          </p:spTgt>
                                        </p:tgtEl>
                                        <p:attrNameLst>
                                          <p:attrName>ppt_c</p:attrName>
                                        </p:attrNameLst>
                                      </p:cBhvr>
                                      <p:to>
                                        <a:srgbClr val="96A6BC"/>
                                      </p:to>
                                    </p:animClr>
                                  </p:subTnLst>
                                </p:cTn>
                              </p:par>
                              <p:par>
                                <p:cTn id="7" presetID="1" presetClass="entr" presetSubtype="0" fill="hold" nodeType="withEffect">
                                  <p:stCondLst>
                                    <p:cond delay="0"/>
                                  </p:stCondLst>
                                  <p:childTnLst>
                                    <p:set>
                                      <p:cBhvr>
                                        <p:cTn id="8" dur="1" fill="hold">
                                          <p:stCondLst>
                                            <p:cond delay="0"/>
                                          </p:stCondLst>
                                        </p:cTn>
                                        <p:tgtEl>
                                          <p:spTgt spid="30722">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30722">
                                            <p:txEl>
                                              <p:pRg st="3" end="3"/>
                                            </p:txEl>
                                          </p:spTgt>
                                        </p:tgtEl>
                                        <p:attrNameLst>
                                          <p:attrName>ppt_c</p:attrName>
                                        </p:attrNameLst>
                                      </p:cBhvr>
                                      <p:to>
                                        <a:srgbClr val="96A6BC"/>
                                      </p:to>
                                    </p:animClr>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722">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722">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72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CF852D8-3B7C-442E-BCD1-22F9B94B5C58}"/>
              </a:ext>
            </a:extLst>
          </p:cNvPr>
          <p:cNvSpPr/>
          <p:nvPr/>
        </p:nvSpPr>
        <p:spPr>
          <a:xfrm>
            <a:off x="635376" y="1690688"/>
            <a:ext cx="10681741" cy="344175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21" name="Rectangle 2"/>
          <p:cNvSpPr>
            <a:spLocks noGrp="1" noChangeArrowheads="1"/>
          </p:cNvSpPr>
          <p:nvPr>
            <p:ph type="title"/>
          </p:nvPr>
        </p:nvSpPr>
        <p:spPr>
          <a:noFill/>
        </p:spPr>
        <p:txBody>
          <a:bodyPr/>
          <a:lstStyle/>
          <a:p>
            <a:pPr eaLnBrk="1" hangingPunct="1"/>
            <a:r>
              <a:rPr lang="en-US" altLang="en-US" dirty="0"/>
              <a:t>Dominant Strategies</a:t>
            </a:r>
          </a:p>
        </p:txBody>
      </p:sp>
      <mc:AlternateContent xmlns:mc="http://schemas.openxmlformats.org/markup-compatibility/2006" xmlns:a14="http://schemas.microsoft.com/office/drawing/2010/main">
        <mc:Choice Requires="a14">
          <p:sp>
            <p:nvSpPr>
              <p:cNvPr id="30722" name="Rectangle 3"/>
              <p:cNvSpPr>
                <a:spLocks noGrp="1" noChangeArrowheads="1"/>
              </p:cNvSpPr>
              <p:nvPr>
                <p:ph idx="1"/>
              </p:nvPr>
            </p:nvSpPr>
            <p:spPr>
              <a:xfrm>
                <a:off x="838200" y="1475614"/>
                <a:ext cx="10681741" cy="4755473"/>
              </a:xfrm>
            </p:spPr>
            <p:txBody>
              <a:bodyPr>
                <a:normAutofit/>
              </a:bodyPr>
              <a:lstStyle/>
              <a:p>
                <a:pPr eaLnBrk="1" hangingPunct="1"/>
                <a:endParaRPr lang="en-US" altLang="en-US" sz="2000" dirty="0"/>
              </a:p>
              <a:p>
                <a:pPr marL="0" indent="0" eaLnBrk="1" hangingPunct="1">
                  <a:buNone/>
                </a:pPr>
                <a:r>
                  <a:rPr lang="en-US" altLang="en-US" sz="2000" dirty="0"/>
                  <a:t>A strategy can be weakly or strictly </a:t>
                </a:r>
                <a:r>
                  <a:rPr lang="en-US" altLang="en-US" sz="2000" i="1" dirty="0"/>
                  <a:t>dominant</a:t>
                </a:r>
                <a:r>
                  <a:rPr lang="en-US" altLang="en-US" sz="2000" dirty="0"/>
                  <a:t>:</a:t>
                </a:r>
              </a:p>
              <a:p>
                <a:pPr marL="0" indent="0" eaLnBrk="1" hangingPunct="1">
                  <a:buNone/>
                </a:pPr>
                <a:endParaRPr lang="en-US" altLang="en-US" sz="2000" dirty="0"/>
              </a:p>
              <a:p>
                <a14:m>
                  <m:oMath xmlns:m="http://schemas.openxmlformats.org/officeDocument/2006/math">
                    <m:sSub>
                      <m:sSubPr>
                        <m:ctrlPr>
                          <a:rPr lang="en-GB" altLang="en-US" sz="1800" b="0" i="1" smtClean="0">
                            <a:latin typeface="Cambria Math" panose="02040503050406030204" pitchFamily="18" charset="0"/>
                          </a:rPr>
                        </m:ctrlPr>
                      </m:sSubPr>
                      <m:e>
                        <m:r>
                          <a:rPr lang="en-GB" altLang="en-US" sz="1800" b="0" i="1" smtClean="0">
                            <a:latin typeface="Cambria Math" panose="02040503050406030204" pitchFamily="18" charset="0"/>
                          </a:rPr>
                          <m:t>𝑠</m:t>
                        </m:r>
                      </m:e>
                      <m:sub>
                        <m:r>
                          <a:rPr lang="en-GB" altLang="en-US" sz="1800" b="0" i="1" smtClean="0">
                            <a:latin typeface="Cambria Math" panose="02040503050406030204" pitchFamily="18" charset="0"/>
                          </a:rPr>
                          <m:t>𝑖</m:t>
                        </m:r>
                      </m:sub>
                    </m:sSub>
                  </m:oMath>
                </a14:m>
                <a:r>
                  <a:rPr lang="en-US" altLang="en-US" sz="1800" dirty="0"/>
                  <a:t> is a </a:t>
                </a:r>
                <a:r>
                  <a:rPr lang="en-US" altLang="en-US" sz="1800" b="1" i="1" dirty="0">
                    <a:solidFill>
                      <a:srgbClr val="0000FF"/>
                    </a:solidFill>
                  </a:rPr>
                  <a:t>strictly </a:t>
                </a:r>
                <a:r>
                  <a:rPr lang="en-US" altLang="en-US" sz="1800" b="1" dirty="0">
                    <a:solidFill>
                      <a:srgbClr val="0000FF"/>
                    </a:solidFill>
                  </a:rPr>
                  <a:t>dominant strategy </a:t>
                </a:r>
                <a:r>
                  <a:rPr lang="en-US" altLang="en-US" sz="1800" dirty="0"/>
                  <a:t>for player </a:t>
                </a:r>
                <a14:m>
                  <m:oMath xmlns:m="http://schemas.openxmlformats.org/officeDocument/2006/math">
                    <m:r>
                      <a:rPr lang="en-GB" altLang="en-US" sz="1800" b="0" i="1" smtClean="0">
                        <a:latin typeface="Cambria Math" panose="02040503050406030204" pitchFamily="18" charset="0"/>
                      </a:rPr>
                      <m:t>𝑖</m:t>
                    </m:r>
                  </m:oMath>
                </a14:m>
                <a:r>
                  <a:rPr lang="en-US" altLang="en-US" sz="1800" dirty="0"/>
                  <a:t> if all other strategies </a:t>
                </a:r>
                <a14:m>
                  <m:oMath xmlns:m="http://schemas.openxmlformats.org/officeDocument/2006/math">
                    <m:sSub>
                      <m:sSubPr>
                        <m:ctrlPr>
                          <a:rPr lang="en-SG" altLang="en-US" sz="1800" b="0" i="1" smtClean="0">
                            <a:latin typeface="Cambria Math" panose="02040503050406030204" pitchFamily="18" charset="0"/>
                          </a:rPr>
                        </m:ctrlPr>
                      </m:sSubPr>
                      <m:e>
                        <m:r>
                          <a:rPr lang="en-SG" altLang="en-US" sz="1800" b="0" i="1" smtClean="0">
                            <a:latin typeface="Cambria Math" panose="02040503050406030204" pitchFamily="18" charset="0"/>
                          </a:rPr>
                          <m:t>𝑠</m:t>
                        </m:r>
                      </m:e>
                      <m:sub>
                        <m:r>
                          <a:rPr lang="en-SG" altLang="en-US" sz="1800" b="0" i="1" smtClean="0">
                            <a:latin typeface="Cambria Math" panose="02040503050406030204" pitchFamily="18" charset="0"/>
                          </a:rPr>
                          <m:t>𝑖</m:t>
                        </m:r>
                      </m:sub>
                    </m:sSub>
                    <m:r>
                      <a:rPr lang="en-SG" altLang="en-US" sz="1800" b="0" i="1" smtClean="0">
                        <a:latin typeface="Cambria Math" panose="02040503050406030204" pitchFamily="18" charset="0"/>
                      </a:rPr>
                      <m:t>′</m:t>
                    </m:r>
                  </m:oMath>
                </a14:m>
                <a:r>
                  <a:rPr lang="en-US" altLang="en-US" sz="1800" dirty="0"/>
                  <a:t> are strictly dominated by it.</a:t>
                </a:r>
              </a:p>
              <a:p>
                <a:pPr marL="0" indent="0" algn="ctr">
                  <a:buNone/>
                </a:pPr>
                <a14:m>
                  <m:oMath xmlns:m="http://schemas.openxmlformats.org/officeDocument/2006/math">
                    <m:sSub>
                      <m:sSubPr>
                        <m:ctrlPr>
                          <a:rPr lang="en-SG" altLang="en-US" sz="1800" b="0" i="1" smtClean="0">
                            <a:latin typeface="Cambria Math" panose="02040503050406030204" pitchFamily="18" charset="0"/>
                          </a:rPr>
                        </m:ctrlPr>
                      </m:sSubPr>
                      <m:e>
                        <m:r>
                          <a:rPr lang="en-SG" altLang="en-US" sz="1800" b="0" i="1" smtClean="0">
                            <a:latin typeface="Cambria Math" panose="02040503050406030204" pitchFamily="18" charset="0"/>
                          </a:rPr>
                          <m:t>𝑠</m:t>
                        </m:r>
                      </m:e>
                      <m:sub>
                        <m:r>
                          <a:rPr lang="en-SG" altLang="en-US" sz="1800" b="0" i="1" smtClean="0">
                            <a:latin typeface="Cambria Math" panose="02040503050406030204" pitchFamily="18" charset="0"/>
                          </a:rPr>
                          <m:t>𝑖</m:t>
                        </m:r>
                      </m:sub>
                    </m:sSub>
                    <m:sSup>
                      <m:sSupPr>
                        <m:ctrlPr>
                          <a:rPr lang="en-SG" altLang="en-US" sz="1800" b="0" i="1" smtClean="0">
                            <a:latin typeface="Cambria Math" panose="02040503050406030204" pitchFamily="18" charset="0"/>
                          </a:rPr>
                        </m:ctrlPr>
                      </m:sSupPr>
                      <m:e>
                        <m:r>
                          <a:rPr lang="en-SG" altLang="en-US" sz="1800" b="0" i="1" smtClean="0">
                            <a:latin typeface="Cambria Math" panose="02040503050406030204" pitchFamily="18" charset="0"/>
                          </a:rPr>
                          <m:t>≻</m:t>
                        </m:r>
                      </m:e>
                      <m:sup>
                        <m:r>
                          <a:rPr lang="en-SG" altLang="en-US" sz="1800" b="0" i="1" smtClean="0">
                            <a:latin typeface="Cambria Math" panose="02040503050406030204" pitchFamily="18" charset="0"/>
                          </a:rPr>
                          <m:t>𝑆</m:t>
                        </m:r>
                      </m:sup>
                    </m:sSup>
                    <m:sSubSup>
                      <m:sSubSupPr>
                        <m:ctrlPr>
                          <a:rPr lang="en-SG" altLang="en-US" sz="1800" b="0" i="1" smtClean="0">
                            <a:latin typeface="Cambria Math" panose="02040503050406030204" pitchFamily="18" charset="0"/>
                          </a:rPr>
                        </m:ctrlPr>
                      </m:sSubSupPr>
                      <m:e>
                        <m:r>
                          <a:rPr lang="en-SG" altLang="en-US" sz="1800" b="0" i="1" smtClean="0">
                            <a:latin typeface="Cambria Math" panose="02040503050406030204" pitchFamily="18" charset="0"/>
                          </a:rPr>
                          <m:t>𝑠</m:t>
                        </m:r>
                      </m:e>
                      <m:sub>
                        <m:r>
                          <a:rPr lang="en-SG" altLang="en-US" sz="1800" b="0" i="1" smtClean="0">
                            <a:latin typeface="Cambria Math" panose="02040503050406030204" pitchFamily="18" charset="0"/>
                          </a:rPr>
                          <m:t>𝑖</m:t>
                        </m:r>
                      </m:sub>
                      <m:sup>
                        <m:r>
                          <a:rPr lang="en-SG" altLang="en-US" sz="1800" b="0" i="1" smtClean="0">
                            <a:latin typeface="Cambria Math" panose="02040503050406030204" pitchFamily="18" charset="0"/>
                          </a:rPr>
                          <m:t>′</m:t>
                        </m:r>
                      </m:sup>
                    </m:sSubSup>
                  </m:oMath>
                </a14:m>
                <a:r>
                  <a:rPr lang="en-US" altLang="en-US" sz="1800" dirty="0"/>
                  <a:t> for any </a:t>
                </a:r>
                <a14:m>
                  <m:oMath xmlns:m="http://schemas.openxmlformats.org/officeDocument/2006/math">
                    <m:sSub>
                      <m:sSubPr>
                        <m:ctrlPr>
                          <a:rPr lang="en-SG" altLang="en-US" sz="1800" i="1">
                            <a:latin typeface="Cambria Math" panose="02040503050406030204" pitchFamily="18" charset="0"/>
                          </a:rPr>
                        </m:ctrlPr>
                      </m:sSubPr>
                      <m:e>
                        <m:r>
                          <a:rPr lang="en-SG" altLang="en-US" sz="1800" i="1">
                            <a:latin typeface="Cambria Math" panose="02040503050406030204" pitchFamily="18" charset="0"/>
                          </a:rPr>
                          <m:t>𝑠</m:t>
                        </m:r>
                      </m:e>
                      <m:sub>
                        <m:r>
                          <a:rPr lang="en-SG" altLang="en-US" sz="1800" i="1">
                            <a:latin typeface="Cambria Math" panose="02040503050406030204" pitchFamily="18" charset="0"/>
                          </a:rPr>
                          <m:t>𝑖</m:t>
                        </m:r>
                      </m:sub>
                    </m:sSub>
                    <m:r>
                      <a:rPr lang="en-SG" altLang="en-US" sz="1800" i="1">
                        <a:latin typeface="Cambria Math" panose="02040503050406030204" pitchFamily="18" charset="0"/>
                      </a:rPr>
                      <m:t>′</m:t>
                    </m:r>
                  </m:oMath>
                </a14:m>
                <a:endParaRPr lang="en-US" altLang="en-US" sz="1800" dirty="0"/>
              </a:p>
              <a:p>
                <a:endParaRPr lang="en-US" altLang="en-US" sz="1800" dirty="0"/>
              </a:p>
              <a:p>
                <a14:m>
                  <m:oMath xmlns:m="http://schemas.openxmlformats.org/officeDocument/2006/math">
                    <m:sSub>
                      <m:sSubPr>
                        <m:ctrlPr>
                          <a:rPr lang="en-GB" altLang="en-US" sz="1800" i="1">
                            <a:latin typeface="Cambria Math" panose="02040503050406030204" pitchFamily="18" charset="0"/>
                          </a:rPr>
                        </m:ctrlPr>
                      </m:sSubPr>
                      <m:e>
                        <m:r>
                          <a:rPr lang="en-GB" altLang="en-US" sz="1800" i="1">
                            <a:latin typeface="Cambria Math" panose="02040503050406030204" pitchFamily="18" charset="0"/>
                          </a:rPr>
                          <m:t>𝑠</m:t>
                        </m:r>
                      </m:e>
                      <m:sub>
                        <m:r>
                          <a:rPr lang="en-GB" altLang="en-US" sz="1800" i="1">
                            <a:latin typeface="Cambria Math" panose="02040503050406030204" pitchFamily="18" charset="0"/>
                          </a:rPr>
                          <m:t>𝑖</m:t>
                        </m:r>
                      </m:sub>
                    </m:sSub>
                  </m:oMath>
                </a14:m>
                <a:r>
                  <a:rPr lang="en-US" altLang="en-US" sz="1800" dirty="0"/>
                  <a:t> is a </a:t>
                </a:r>
                <a:r>
                  <a:rPr lang="en-US" altLang="en-US" sz="1800" b="1" i="1" dirty="0">
                    <a:solidFill>
                      <a:srgbClr val="0000FF"/>
                    </a:solidFill>
                  </a:rPr>
                  <a:t>weakly </a:t>
                </a:r>
                <a:r>
                  <a:rPr lang="en-US" altLang="en-US" sz="1800" b="1" dirty="0">
                    <a:solidFill>
                      <a:srgbClr val="0000FF"/>
                    </a:solidFill>
                  </a:rPr>
                  <a:t>dominant strategy </a:t>
                </a:r>
                <a:r>
                  <a:rPr lang="en-US" altLang="en-US" sz="1800" dirty="0"/>
                  <a:t>for player </a:t>
                </a:r>
                <a14:m>
                  <m:oMath xmlns:m="http://schemas.openxmlformats.org/officeDocument/2006/math">
                    <m:r>
                      <a:rPr lang="en-GB" altLang="en-US" sz="1800" i="1">
                        <a:latin typeface="Cambria Math" panose="02040503050406030204" pitchFamily="18" charset="0"/>
                      </a:rPr>
                      <m:t>𝑖</m:t>
                    </m:r>
                  </m:oMath>
                </a14:m>
                <a:r>
                  <a:rPr lang="en-US" altLang="en-US" sz="1800" dirty="0"/>
                  <a:t> if all other strategies </a:t>
                </a:r>
                <a14:m>
                  <m:oMath xmlns:m="http://schemas.openxmlformats.org/officeDocument/2006/math">
                    <m:sSub>
                      <m:sSubPr>
                        <m:ctrlPr>
                          <a:rPr lang="en-SG" altLang="en-US" sz="1800" i="1">
                            <a:latin typeface="Cambria Math" panose="02040503050406030204" pitchFamily="18" charset="0"/>
                          </a:rPr>
                        </m:ctrlPr>
                      </m:sSubPr>
                      <m:e>
                        <m:r>
                          <a:rPr lang="en-SG" altLang="en-US" sz="1800" i="1">
                            <a:latin typeface="Cambria Math" panose="02040503050406030204" pitchFamily="18" charset="0"/>
                          </a:rPr>
                          <m:t>𝑠</m:t>
                        </m:r>
                      </m:e>
                      <m:sub>
                        <m:r>
                          <a:rPr lang="en-SG" altLang="en-US" sz="1800" i="1">
                            <a:latin typeface="Cambria Math" panose="02040503050406030204" pitchFamily="18" charset="0"/>
                          </a:rPr>
                          <m:t>𝑖</m:t>
                        </m:r>
                      </m:sub>
                    </m:sSub>
                    <m:r>
                      <a:rPr lang="en-SG" altLang="en-US" sz="1800" i="1">
                        <a:latin typeface="Cambria Math" panose="02040503050406030204" pitchFamily="18" charset="0"/>
                      </a:rPr>
                      <m:t>′</m:t>
                    </m:r>
                  </m:oMath>
                </a14:m>
                <a:r>
                  <a:rPr lang="en-US" altLang="en-US" sz="1800" dirty="0"/>
                  <a:t> are weakly dominated by it.</a:t>
                </a:r>
              </a:p>
              <a:p>
                <a:pPr marL="0" indent="0" algn="ctr">
                  <a:buNone/>
                </a:pPr>
                <a14:m>
                  <m:oMath xmlns:m="http://schemas.openxmlformats.org/officeDocument/2006/math">
                    <m:sSub>
                      <m:sSubPr>
                        <m:ctrlPr>
                          <a:rPr lang="en-SG" altLang="en-US" sz="1800" b="0" i="1" smtClean="0">
                            <a:latin typeface="Cambria Math" panose="02040503050406030204" pitchFamily="18" charset="0"/>
                          </a:rPr>
                        </m:ctrlPr>
                      </m:sSubPr>
                      <m:e>
                        <m:r>
                          <a:rPr lang="en-SG" altLang="en-US" sz="1800" b="0" i="1" smtClean="0">
                            <a:latin typeface="Cambria Math" panose="02040503050406030204" pitchFamily="18" charset="0"/>
                          </a:rPr>
                          <m:t>𝑠</m:t>
                        </m:r>
                      </m:e>
                      <m:sub>
                        <m:r>
                          <a:rPr lang="en-SG" altLang="en-US" sz="1800" b="0" i="1" smtClean="0">
                            <a:latin typeface="Cambria Math" panose="02040503050406030204" pitchFamily="18" charset="0"/>
                          </a:rPr>
                          <m:t>𝑖</m:t>
                        </m:r>
                      </m:sub>
                    </m:sSub>
                    <m:sSup>
                      <m:sSupPr>
                        <m:ctrlPr>
                          <a:rPr lang="en-SG" altLang="en-US" sz="1800" b="0" i="1" smtClean="0">
                            <a:latin typeface="Cambria Math" panose="02040503050406030204" pitchFamily="18" charset="0"/>
                          </a:rPr>
                        </m:ctrlPr>
                      </m:sSupPr>
                      <m:e>
                        <m:r>
                          <a:rPr lang="en-SG" altLang="en-US" sz="1800" b="0" i="1" smtClean="0">
                            <a:latin typeface="Cambria Math" panose="02040503050406030204" pitchFamily="18" charset="0"/>
                          </a:rPr>
                          <m:t>≻</m:t>
                        </m:r>
                      </m:e>
                      <m:sup>
                        <m:r>
                          <a:rPr lang="en-SG" altLang="en-US" sz="1800" b="0" i="1" smtClean="0">
                            <a:latin typeface="Cambria Math" panose="02040503050406030204" pitchFamily="18" charset="0"/>
                          </a:rPr>
                          <m:t>𝑊</m:t>
                        </m:r>
                      </m:sup>
                    </m:sSup>
                    <m:sSubSup>
                      <m:sSubSupPr>
                        <m:ctrlPr>
                          <a:rPr lang="en-SG" altLang="en-US" sz="1800" b="0" i="1" smtClean="0">
                            <a:latin typeface="Cambria Math" panose="02040503050406030204" pitchFamily="18" charset="0"/>
                          </a:rPr>
                        </m:ctrlPr>
                      </m:sSubSupPr>
                      <m:e>
                        <m:r>
                          <a:rPr lang="en-SG" altLang="en-US" sz="1800" b="0" i="1" smtClean="0">
                            <a:latin typeface="Cambria Math" panose="02040503050406030204" pitchFamily="18" charset="0"/>
                          </a:rPr>
                          <m:t>𝑠</m:t>
                        </m:r>
                      </m:e>
                      <m:sub>
                        <m:r>
                          <a:rPr lang="en-SG" altLang="en-US" sz="1800" b="0" i="1" smtClean="0">
                            <a:latin typeface="Cambria Math" panose="02040503050406030204" pitchFamily="18" charset="0"/>
                          </a:rPr>
                          <m:t>𝑖</m:t>
                        </m:r>
                      </m:sub>
                      <m:sup>
                        <m:r>
                          <a:rPr lang="en-SG" altLang="en-US" sz="1800" b="0" i="1" smtClean="0">
                            <a:latin typeface="Cambria Math" panose="02040503050406030204" pitchFamily="18" charset="0"/>
                          </a:rPr>
                          <m:t>′</m:t>
                        </m:r>
                      </m:sup>
                    </m:sSubSup>
                  </m:oMath>
                </a14:m>
                <a:r>
                  <a:rPr lang="en-US" altLang="en-US" sz="1800" dirty="0"/>
                  <a:t> for any </a:t>
                </a:r>
                <a14:m>
                  <m:oMath xmlns:m="http://schemas.openxmlformats.org/officeDocument/2006/math">
                    <m:sSub>
                      <m:sSubPr>
                        <m:ctrlPr>
                          <a:rPr lang="en-SG" altLang="en-US" sz="1800" i="1">
                            <a:latin typeface="Cambria Math" panose="02040503050406030204" pitchFamily="18" charset="0"/>
                          </a:rPr>
                        </m:ctrlPr>
                      </m:sSubPr>
                      <m:e>
                        <m:r>
                          <a:rPr lang="en-SG" altLang="en-US" sz="1800" i="1">
                            <a:latin typeface="Cambria Math" panose="02040503050406030204" pitchFamily="18" charset="0"/>
                          </a:rPr>
                          <m:t>𝑠</m:t>
                        </m:r>
                      </m:e>
                      <m:sub>
                        <m:r>
                          <a:rPr lang="en-SG" altLang="en-US" sz="1800" i="1">
                            <a:latin typeface="Cambria Math" panose="02040503050406030204" pitchFamily="18" charset="0"/>
                          </a:rPr>
                          <m:t>𝑖</m:t>
                        </m:r>
                      </m:sub>
                    </m:sSub>
                    <m:r>
                      <a:rPr lang="en-SG" altLang="en-US" sz="1800" i="1">
                        <a:latin typeface="Cambria Math" panose="02040503050406030204" pitchFamily="18" charset="0"/>
                      </a:rPr>
                      <m:t>′</m:t>
                    </m:r>
                  </m:oMath>
                </a14:m>
                <a:endParaRPr lang="en-US" altLang="en-US" sz="1800" dirty="0"/>
              </a:p>
              <a:p>
                <a:endParaRPr lang="en-US" altLang="en-US" sz="1800" dirty="0"/>
              </a:p>
              <a:p>
                <a:pPr marL="0" indent="0">
                  <a:buNone/>
                </a:pPr>
                <a:endParaRPr lang="en-US" altLang="en-US" sz="1800" dirty="0"/>
              </a:p>
              <a:p>
                <a:endParaRPr lang="en-US" altLang="en-US" sz="1800" dirty="0"/>
              </a:p>
            </p:txBody>
          </p:sp>
        </mc:Choice>
        <mc:Fallback xmlns="">
          <p:sp>
            <p:nvSpPr>
              <p:cNvPr id="30722" name="Rectangle 3"/>
              <p:cNvSpPr>
                <a:spLocks noGrp="1" noRot="1" noChangeAspect="1" noMove="1" noResize="1" noEditPoints="1" noAdjustHandles="1" noChangeArrowheads="1" noChangeShapeType="1" noTextEdit="1"/>
              </p:cNvSpPr>
              <p:nvPr>
                <p:ph idx="1"/>
              </p:nvPr>
            </p:nvSpPr>
            <p:spPr>
              <a:xfrm>
                <a:off x="838200" y="1475614"/>
                <a:ext cx="10681741" cy="4755473"/>
              </a:xfrm>
              <a:blipFill>
                <a:blip r:embed="rId3"/>
                <a:stretch>
                  <a:fillRect l="-628"/>
                </a:stretch>
              </a:blipFill>
            </p:spPr>
            <p:txBody>
              <a:bodyPr/>
              <a:lstStyle/>
              <a:p>
                <a:r>
                  <a:rPr lang="en-SG">
                    <a:noFill/>
                  </a:rPr>
                  <a:t> </a:t>
                </a:r>
              </a:p>
            </p:txBody>
          </p:sp>
        </mc:Fallback>
      </mc:AlternateContent>
      <p:sp>
        <p:nvSpPr>
          <p:cNvPr id="2" name="Slide Number Placeholder 1">
            <a:extLst>
              <a:ext uri="{FF2B5EF4-FFF2-40B4-BE49-F238E27FC236}">
                <a16:creationId xmlns:a16="http://schemas.microsoft.com/office/drawing/2014/main" id="{43E39386-7F81-D60A-08EF-DA981DD79309}"/>
              </a:ext>
            </a:extLst>
          </p:cNvPr>
          <p:cNvSpPr>
            <a:spLocks noGrp="1"/>
          </p:cNvSpPr>
          <p:nvPr>
            <p:ph type="sldNum" sz="quarter" idx="12"/>
          </p:nvPr>
        </p:nvSpPr>
        <p:spPr/>
        <p:txBody>
          <a:bodyPr/>
          <a:lstStyle/>
          <a:p>
            <a:fld id="{104D1C85-D14C-4D1F-B1AC-077E19A989F2}" type="slidenum">
              <a:rPr lang="en-GB" smtClean="0"/>
              <a:t>14</a:t>
            </a:fld>
            <a:endParaRPr lang="en-GB" dirty="0"/>
          </a:p>
        </p:txBody>
      </p:sp>
    </p:spTree>
    <p:extLst>
      <p:ext uri="{BB962C8B-B14F-4D97-AF65-F5344CB8AC3E}">
        <p14:creationId xmlns:p14="http://schemas.microsoft.com/office/powerpoint/2010/main" val="1079951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2">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30722">
                                            <p:txEl>
                                              <p:pRg st="3" end="3"/>
                                            </p:txEl>
                                          </p:spTgt>
                                        </p:tgtEl>
                                        <p:attrNameLst>
                                          <p:attrName>ppt_c</p:attrName>
                                        </p:attrNameLst>
                                      </p:cBhvr>
                                      <p:to>
                                        <a:srgbClr val="96A6BC"/>
                                      </p:to>
                                    </p:animClr>
                                  </p:subTnLst>
                                </p:cTn>
                              </p:par>
                              <p:par>
                                <p:cTn id="7" presetID="1" presetClass="entr" presetSubtype="0" fill="hold" nodeType="withEffect">
                                  <p:stCondLst>
                                    <p:cond delay="0"/>
                                  </p:stCondLst>
                                  <p:childTnLst>
                                    <p:set>
                                      <p:cBhvr>
                                        <p:cTn id="8" dur="1" fill="hold">
                                          <p:stCondLst>
                                            <p:cond delay="0"/>
                                          </p:stCondLst>
                                        </p:cTn>
                                        <p:tgtEl>
                                          <p:spTgt spid="30722">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30722">
                                            <p:txEl>
                                              <p:pRg st="4" end="4"/>
                                            </p:txEl>
                                          </p:spTgt>
                                        </p:tgtEl>
                                        <p:attrNameLst>
                                          <p:attrName>ppt_c</p:attrName>
                                        </p:attrNameLst>
                                      </p:cBhvr>
                                      <p:to>
                                        <a:srgbClr val="96A6BC"/>
                                      </p:to>
                                    </p:animClr>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722">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72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a:noFill/>
        </p:spPr>
        <p:txBody>
          <a:bodyPr/>
          <a:lstStyle/>
          <a:p>
            <a:pPr eaLnBrk="1" hangingPunct="1"/>
            <a:r>
              <a:rPr lang="en-US" altLang="en-US" dirty="0"/>
              <a:t>Dominated Strategies (example)</a:t>
            </a:r>
          </a:p>
        </p:txBody>
      </p:sp>
      <p:sp>
        <p:nvSpPr>
          <p:cNvPr id="30722" name="Rectangle 3"/>
          <p:cNvSpPr>
            <a:spLocks noGrp="1" noChangeArrowheads="1"/>
          </p:cNvSpPr>
          <p:nvPr>
            <p:ph idx="1"/>
          </p:nvPr>
        </p:nvSpPr>
        <p:spPr>
          <a:xfrm>
            <a:off x="838200" y="1690688"/>
            <a:ext cx="10337800" cy="4755473"/>
          </a:xfrm>
        </p:spPr>
        <p:txBody>
          <a:bodyPr>
            <a:normAutofit/>
          </a:bodyPr>
          <a:lstStyle/>
          <a:p>
            <a:pPr eaLnBrk="1" hangingPunct="1"/>
            <a:endParaRPr lang="en-US" altLang="en-US" sz="2000" dirty="0"/>
          </a:p>
          <a:p>
            <a:pPr eaLnBrk="1" hangingPunct="1"/>
            <a:endParaRPr lang="en-US" altLang="en-US" sz="2000" dirty="0"/>
          </a:p>
          <a:p>
            <a:pPr eaLnBrk="1" hangingPunct="1"/>
            <a:endParaRPr lang="en-US" altLang="en-US" sz="2000" dirty="0"/>
          </a:p>
          <a:p>
            <a:pPr eaLnBrk="1" hangingPunct="1"/>
            <a:endParaRPr lang="en-US" altLang="en-US" sz="2000" dirty="0"/>
          </a:p>
          <a:p>
            <a:pPr eaLnBrk="1" hangingPunct="1"/>
            <a:endParaRPr lang="en-US" altLang="en-US" sz="2000" dirty="0"/>
          </a:p>
          <a:p>
            <a:pPr marL="0" indent="0">
              <a:buNone/>
            </a:pPr>
            <a:endParaRPr lang="en-US" altLang="en-US" sz="2000" dirty="0"/>
          </a:p>
          <a:p>
            <a:pPr marL="0" indent="0">
              <a:buNone/>
            </a:pPr>
            <a:r>
              <a:rPr lang="en-US" altLang="en-US" sz="2000" dirty="0"/>
              <a:t>In this example,</a:t>
            </a:r>
          </a:p>
          <a:p>
            <a:r>
              <a:rPr lang="en-US" altLang="en-US" sz="2000" dirty="0"/>
              <a:t>Bottom is </a:t>
            </a:r>
            <a:r>
              <a:rPr lang="en-US" altLang="en-US" sz="2000" i="1" dirty="0"/>
              <a:t>strictly dominated </a:t>
            </a:r>
            <a:r>
              <a:rPr lang="en-US" altLang="en-US" sz="2000" dirty="0"/>
              <a:t>by Top for Player 1. </a:t>
            </a:r>
          </a:p>
          <a:p>
            <a:r>
              <a:rPr lang="en-US" altLang="en-US" sz="2000" dirty="0"/>
              <a:t>Right is </a:t>
            </a:r>
            <a:r>
              <a:rPr lang="en-US" altLang="en-US" sz="2000" i="1" dirty="0"/>
              <a:t>weakly dominated</a:t>
            </a:r>
            <a:r>
              <a:rPr lang="en-US" altLang="en-US" sz="2000" dirty="0"/>
              <a:t> by Left for Player 2.</a:t>
            </a:r>
          </a:p>
        </p:txBody>
      </p:sp>
      <mc:AlternateContent xmlns:mc="http://schemas.openxmlformats.org/markup-compatibility/2006" xmlns:a14="http://schemas.microsoft.com/office/drawing/2010/main">
        <mc:Choice Requires="a14">
          <p:graphicFrame>
            <p:nvGraphicFramePr>
              <p:cNvPr id="3" name="Table 5">
                <a:extLst>
                  <a:ext uri="{FF2B5EF4-FFF2-40B4-BE49-F238E27FC236}">
                    <a16:creationId xmlns:a16="http://schemas.microsoft.com/office/drawing/2014/main" id="{5DF409FD-AA46-4E1E-A4FF-DCCB5300D53A}"/>
                  </a:ext>
                </a:extLst>
              </p:cNvPr>
              <p:cNvGraphicFramePr>
                <a:graphicFrameLocks noGrp="1"/>
              </p:cNvGraphicFramePr>
              <p:nvPr>
                <p:extLst>
                  <p:ext uri="{D42A27DB-BD31-4B8C-83A1-F6EECF244321}">
                    <p14:modId xmlns:p14="http://schemas.microsoft.com/office/powerpoint/2010/main" val="2208044073"/>
                  </p:ext>
                </p:extLst>
              </p:nvPr>
            </p:nvGraphicFramePr>
            <p:xfrm>
              <a:off x="2663301" y="2338552"/>
              <a:ext cx="6244947" cy="1112520"/>
            </p:xfrm>
            <a:graphic>
              <a:graphicData uri="http://schemas.openxmlformats.org/drawingml/2006/table">
                <a:tbl>
                  <a:tblPr firstRow="1" bandRow="1">
                    <a:tableStyleId>{5940675A-B579-460E-94D1-54222C63F5DA}</a:tableStyleId>
                  </a:tblPr>
                  <a:tblGrid>
                    <a:gridCol w="1364235">
                      <a:extLst>
                        <a:ext uri="{9D8B030D-6E8A-4147-A177-3AD203B41FA5}">
                          <a16:colId xmlns:a16="http://schemas.microsoft.com/office/drawing/2014/main" val="4239227893"/>
                        </a:ext>
                      </a:extLst>
                    </a:gridCol>
                    <a:gridCol w="2428531">
                      <a:extLst>
                        <a:ext uri="{9D8B030D-6E8A-4147-A177-3AD203B41FA5}">
                          <a16:colId xmlns:a16="http://schemas.microsoft.com/office/drawing/2014/main" val="2948776960"/>
                        </a:ext>
                      </a:extLst>
                    </a:gridCol>
                    <a:gridCol w="2452181">
                      <a:extLst>
                        <a:ext uri="{9D8B030D-6E8A-4147-A177-3AD203B41FA5}">
                          <a16:colId xmlns:a16="http://schemas.microsoft.com/office/drawing/2014/main" val="1900868060"/>
                        </a:ext>
                      </a:extLst>
                    </a:gridCol>
                  </a:tblGrid>
                  <a:tr h="370840">
                    <a:tc>
                      <a:txBody>
                        <a:bodyPr/>
                        <a:lstStyle/>
                        <a:p>
                          <a:endParaRPr lang="en-GB"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accent6"/>
                              </a:solidFill>
                            </a:rPr>
                            <a:t>Left</a:t>
                          </a:r>
                          <a:endParaRPr lang="en-GB" dirty="0">
                            <a:solidFill>
                              <a:schemeClr val="accent6"/>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accent6"/>
                              </a:solidFill>
                            </a:rPr>
                            <a:t>Right</a:t>
                          </a:r>
                          <a:endParaRPr lang="en-GB" dirty="0">
                            <a:solidFill>
                              <a:schemeClr val="accent6"/>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accent1"/>
                              </a:solidFill>
                            </a:rPr>
                            <a:t>Top</a:t>
                          </a:r>
                          <a:endParaRPr lang="en-GB" dirty="0">
                            <a:solidFill>
                              <a:schemeClr val="accent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rPr>
                                  <m:t>5</m:t>
                                </m:r>
                                <m:r>
                                  <a:rPr lang="en-US" b="0" i="1" smtClean="0">
                                    <a:latin typeface="Cambria Math" panose="02040503050406030204" pitchFamily="18" charset="0"/>
                                  </a:rPr>
                                  <m:t>,  </m:t>
                                </m:r>
                                <m:r>
                                  <a:rPr lang="en-GB" b="0" i="1" smtClean="0">
                                    <a:solidFill>
                                      <a:schemeClr val="accent6"/>
                                    </a:solidFill>
                                    <a:latin typeface="Cambria Math" panose="02040503050406030204" pitchFamily="18" charset="0"/>
                                  </a:rPr>
                                  <m:t>3</m:t>
                                </m:r>
                              </m:oMath>
                            </m:oMathPara>
                          </a14:m>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GB" b="0" i="1" smtClean="0">
                                    <a:solidFill>
                                      <a:schemeClr val="accent1"/>
                                    </a:solidFill>
                                    <a:latin typeface="Cambria Math" panose="02040503050406030204" pitchFamily="18" charset="0"/>
                                  </a:rPr>
                                  <m:t>4</m:t>
                                </m:r>
                                <m:r>
                                  <a:rPr lang="en-US" b="0" i="1" smtClean="0">
                                    <a:latin typeface="Cambria Math" panose="02040503050406030204" pitchFamily="18" charset="0"/>
                                  </a:rPr>
                                  <m:t>,  </m:t>
                                </m:r>
                                <m:r>
                                  <a:rPr lang="en-GB" b="0" i="1" smtClean="0">
                                    <a:solidFill>
                                      <a:schemeClr val="accent6"/>
                                    </a:solidFill>
                                    <a:latin typeface="Cambria Math" panose="02040503050406030204" pitchFamily="18" charset="0"/>
                                  </a:rPr>
                                  <m:t>2</m:t>
                                </m:r>
                              </m:oMath>
                            </m:oMathPara>
                          </a14:m>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3772902"/>
                      </a:ext>
                    </a:extLst>
                  </a:tr>
                  <a:tr h="370840">
                    <a:tc>
                      <a:txBody>
                        <a:bodyPr/>
                        <a:lstStyle/>
                        <a:p>
                          <a:r>
                            <a:rPr lang="en-US" dirty="0">
                              <a:solidFill>
                                <a:schemeClr val="accent1"/>
                              </a:solidFill>
                            </a:rPr>
                            <a:t>Bottom</a:t>
                          </a:r>
                          <a:endParaRPr lang="en-GB" dirty="0">
                            <a:solidFill>
                              <a:schemeClr val="accent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rPr>
                                  <m:t>0</m:t>
                                </m:r>
                                <m:r>
                                  <a:rPr lang="en-US" b="0" i="1" smtClean="0">
                                    <a:latin typeface="Cambria Math" panose="02040503050406030204" pitchFamily="18" charset="0"/>
                                  </a:rPr>
                                  <m:t>,  </m:t>
                                </m:r>
                                <m:r>
                                  <a:rPr lang="en-US" b="0" i="1" smtClean="0">
                                    <a:solidFill>
                                      <a:schemeClr val="accent6"/>
                                    </a:solidFill>
                                    <a:latin typeface="Cambria Math" panose="02040503050406030204" pitchFamily="18" charset="0"/>
                                  </a:rPr>
                                  <m:t>2</m:t>
                                </m:r>
                              </m:oMath>
                            </m:oMathPara>
                          </a14:m>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rPr>
                                  <m:t>1</m:t>
                                </m:r>
                                <m:r>
                                  <a:rPr lang="en-US" b="0" i="1" smtClean="0">
                                    <a:latin typeface="Cambria Math" panose="02040503050406030204" pitchFamily="18" charset="0"/>
                                  </a:rPr>
                                  <m:t>,  </m:t>
                                </m:r>
                                <m:r>
                                  <a:rPr lang="en-GB" b="0" i="1" smtClean="0">
                                    <a:solidFill>
                                      <a:schemeClr val="accent6"/>
                                    </a:solidFill>
                                    <a:latin typeface="Cambria Math" panose="02040503050406030204" pitchFamily="18" charset="0"/>
                                  </a:rPr>
                                  <m:t>2</m:t>
                                </m:r>
                              </m:oMath>
                            </m:oMathPara>
                          </a14:m>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1172981"/>
                      </a:ext>
                    </a:extLst>
                  </a:tr>
                </a:tbl>
              </a:graphicData>
            </a:graphic>
          </p:graphicFrame>
        </mc:Choice>
        <mc:Fallback xmlns="">
          <p:graphicFrame>
            <p:nvGraphicFramePr>
              <p:cNvPr id="3" name="Table 5">
                <a:extLst>
                  <a:ext uri="{FF2B5EF4-FFF2-40B4-BE49-F238E27FC236}">
                    <a16:creationId xmlns:a16="http://schemas.microsoft.com/office/drawing/2014/main" id="{5DF409FD-AA46-4E1E-A4FF-DCCB5300D53A}"/>
                  </a:ext>
                </a:extLst>
              </p:cNvPr>
              <p:cNvGraphicFramePr>
                <a:graphicFrameLocks noGrp="1"/>
              </p:cNvGraphicFramePr>
              <p:nvPr>
                <p:extLst>
                  <p:ext uri="{D42A27DB-BD31-4B8C-83A1-F6EECF244321}">
                    <p14:modId xmlns:p14="http://schemas.microsoft.com/office/powerpoint/2010/main" val="2208044073"/>
                  </p:ext>
                </p:extLst>
              </p:nvPr>
            </p:nvGraphicFramePr>
            <p:xfrm>
              <a:off x="2663301" y="2338552"/>
              <a:ext cx="6244947" cy="1112520"/>
            </p:xfrm>
            <a:graphic>
              <a:graphicData uri="http://schemas.openxmlformats.org/drawingml/2006/table">
                <a:tbl>
                  <a:tblPr firstRow="1" bandRow="1">
                    <a:tableStyleId>{5940675A-B579-460E-94D1-54222C63F5DA}</a:tableStyleId>
                  </a:tblPr>
                  <a:tblGrid>
                    <a:gridCol w="1364235">
                      <a:extLst>
                        <a:ext uri="{9D8B030D-6E8A-4147-A177-3AD203B41FA5}">
                          <a16:colId xmlns:a16="http://schemas.microsoft.com/office/drawing/2014/main" val="4239227893"/>
                        </a:ext>
                      </a:extLst>
                    </a:gridCol>
                    <a:gridCol w="2428531">
                      <a:extLst>
                        <a:ext uri="{9D8B030D-6E8A-4147-A177-3AD203B41FA5}">
                          <a16:colId xmlns:a16="http://schemas.microsoft.com/office/drawing/2014/main" val="2948776960"/>
                        </a:ext>
                      </a:extLst>
                    </a:gridCol>
                    <a:gridCol w="2452181">
                      <a:extLst>
                        <a:ext uri="{9D8B030D-6E8A-4147-A177-3AD203B41FA5}">
                          <a16:colId xmlns:a16="http://schemas.microsoft.com/office/drawing/2014/main" val="1900868060"/>
                        </a:ext>
                      </a:extLst>
                    </a:gridCol>
                  </a:tblGrid>
                  <a:tr h="370840">
                    <a:tc>
                      <a:txBody>
                        <a:bodyPr/>
                        <a:lstStyle/>
                        <a:p>
                          <a:endParaRPr lang="en-GB"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accent6"/>
                              </a:solidFill>
                            </a:rPr>
                            <a:t>Left</a:t>
                          </a:r>
                          <a:endParaRPr lang="en-GB" dirty="0">
                            <a:solidFill>
                              <a:schemeClr val="accent6"/>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accent6"/>
                              </a:solidFill>
                            </a:rPr>
                            <a:t>Right</a:t>
                          </a:r>
                          <a:endParaRPr lang="en-GB" dirty="0">
                            <a:solidFill>
                              <a:schemeClr val="accent6"/>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accent1"/>
                              </a:solidFill>
                            </a:rPr>
                            <a:t>Top</a:t>
                          </a:r>
                          <a:endParaRPr lang="en-GB" dirty="0">
                            <a:solidFill>
                              <a:schemeClr val="accent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140" t="-106452" r="-101504" b="-12096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591" t="-106452" r="-496" b="-120968"/>
                          </a:stretch>
                        </a:blipFill>
                      </a:tcPr>
                    </a:tc>
                    <a:extLst>
                      <a:ext uri="{0D108BD9-81ED-4DB2-BD59-A6C34878D82A}">
                        <a16:rowId xmlns:a16="http://schemas.microsoft.com/office/drawing/2014/main" val="1923772902"/>
                      </a:ext>
                    </a:extLst>
                  </a:tr>
                  <a:tr h="370840">
                    <a:tc>
                      <a:txBody>
                        <a:bodyPr/>
                        <a:lstStyle/>
                        <a:p>
                          <a:r>
                            <a:rPr lang="en-US" dirty="0">
                              <a:solidFill>
                                <a:schemeClr val="accent1"/>
                              </a:solidFill>
                            </a:rPr>
                            <a:t>Bottom</a:t>
                          </a:r>
                          <a:endParaRPr lang="en-GB" dirty="0">
                            <a:solidFill>
                              <a:schemeClr val="accent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140" t="-209836" r="-101504" b="-2295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591" t="-209836" r="-496" b="-22951"/>
                          </a:stretch>
                        </a:blipFill>
                      </a:tcPr>
                    </a:tc>
                    <a:extLst>
                      <a:ext uri="{0D108BD9-81ED-4DB2-BD59-A6C34878D82A}">
                        <a16:rowId xmlns:a16="http://schemas.microsoft.com/office/drawing/2014/main" val="2781172981"/>
                      </a:ext>
                    </a:extLst>
                  </a:tr>
                </a:tbl>
              </a:graphicData>
            </a:graphic>
          </p:graphicFrame>
        </mc:Fallback>
      </mc:AlternateContent>
      <p:sp>
        <p:nvSpPr>
          <p:cNvPr id="4" name="TextBox 3">
            <a:extLst>
              <a:ext uri="{FF2B5EF4-FFF2-40B4-BE49-F238E27FC236}">
                <a16:creationId xmlns:a16="http://schemas.microsoft.com/office/drawing/2014/main" id="{49542F60-F172-4F43-9B83-27FEF4194BDA}"/>
              </a:ext>
            </a:extLst>
          </p:cNvPr>
          <p:cNvSpPr txBox="1"/>
          <p:nvPr/>
        </p:nvSpPr>
        <p:spPr>
          <a:xfrm>
            <a:off x="5903651" y="1877174"/>
            <a:ext cx="947375" cy="369332"/>
          </a:xfrm>
          <a:prstGeom prst="rect">
            <a:avLst/>
          </a:prstGeom>
          <a:noFill/>
        </p:spPr>
        <p:txBody>
          <a:bodyPr wrap="none" rtlCol="0">
            <a:spAutoFit/>
          </a:bodyPr>
          <a:lstStyle/>
          <a:p>
            <a:r>
              <a:rPr lang="en-US" b="1" dirty="0">
                <a:solidFill>
                  <a:schemeClr val="accent6"/>
                </a:solidFill>
              </a:rPr>
              <a:t>Player 2</a:t>
            </a:r>
            <a:endParaRPr lang="en-GB" b="1" dirty="0">
              <a:solidFill>
                <a:schemeClr val="accent6"/>
              </a:solidFill>
            </a:endParaRPr>
          </a:p>
        </p:txBody>
      </p:sp>
      <p:sp>
        <p:nvSpPr>
          <p:cNvPr id="6" name="TextBox 5">
            <a:extLst>
              <a:ext uri="{FF2B5EF4-FFF2-40B4-BE49-F238E27FC236}">
                <a16:creationId xmlns:a16="http://schemas.microsoft.com/office/drawing/2014/main" id="{817968EF-EB35-456D-A891-4B601FDA0C10}"/>
              </a:ext>
            </a:extLst>
          </p:cNvPr>
          <p:cNvSpPr txBox="1"/>
          <p:nvPr/>
        </p:nvSpPr>
        <p:spPr>
          <a:xfrm>
            <a:off x="1439663" y="2883423"/>
            <a:ext cx="947375" cy="369332"/>
          </a:xfrm>
          <a:prstGeom prst="rect">
            <a:avLst/>
          </a:prstGeom>
          <a:noFill/>
        </p:spPr>
        <p:txBody>
          <a:bodyPr wrap="none" rtlCol="0">
            <a:spAutoFit/>
          </a:bodyPr>
          <a:lstStyle/>
          <a:p>
            <a:r>
              <a:rPr lang="en-US" b="1" dirty="0">
                <a:solidFill>
                  <a:schemeClr val="accent1"/>
                </a:solidFill>
              </a:rPr>
              <a:t>Player 1</a:t>
            </a:r>
            <a:endParaRPr lang="en-GB" b="1" dirty="0">
              <a:solidFill>
                <a:schemeClr val="accent1"/>
              </a:solidFill>
            </a:endParaRPr>
          </a:p>
        </p:txBody>
      </p:sp>
      <p:sp>
        <p:nvSpPr>
          <p:cNvPr id="2" name="Slide Number Placeholder 1">
            <a:extLst>
              <a:ext uri="{FF2B5EF4-FFF2-40B4-BE49-F238E27FC236}">
                <a16:creationId xmlns:a16="http://schemas.microsoft.com/office/drawing/2014/main" id="{F718AA3D-B388-9831-3B6F-FB1A81FDD3C8}"/>
              </a:ext>
            </a:extLst>
          </p:cNvPr>
          <p:cNvSpPr>
            <a:spLocks noGrp="1"/>
          </p:cNvSpPr>
          <p:nvPr>
            <p:ph type="sldNum" sz="quarter" idx="12"/>
          </p:nvPr>
        </p:nvSpPr>
        <p:spPr/>
        <p:txBody>
          <a:bodyPr/>
          <a:lstStyle/>
          <a:p>
            <a:fld id="{104D1C85-D14C-4D1F-B1AC-077E19A989F2}" type="slidenum">
              <a:rPr lang="en-GB" smtClean="0"/>
              <a:t>15</a:t>
            </a:fld>
            <a:endParaRPr lang="en-GB" dirty="0"/>
          </a:p>
        </p:txBody>
      </p:sp>
    </p:spTree>
    <p:extLst>
      <p:ext uri="{BB962C8B-B14F-4D97-AF65-F5344CB8AC3E}">
        <p14:creationId xmlns:p14="http://schemas.microsoft.com/office/powerpoint/2010/main" val="2317513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a:noFill/>
        </p:spPr>
        <p:txBody>
          <a:bodyPr/>
          <a:lstStyle/>
          <a:p>
            <a:pPr eaLnBrk="1" hangingPunct="1"/>
            <a:r>
              <a:rPr lang="en-US" altLang="en-US" dirty="0"/>
              <a:t>Dominant Strategies (example)</a:t>
            </a:r>
          </a:p>
        </p:txBody>
      </p:sp>
      <p:sp>
        <p:nvSpPr>
          <p:cNvPr id="30722" name="Rectangle 3"/>
          <p:cNvSpPr>
            <a:spLocks noGrp="1" noChangeArrowheads="1"/>
          </p:cNvSpPr>
          <p:nvPr>
            <p:ph idx="1"/>
          </p:nvPr>
        </p:nvSpPr>
        <p:spPr>
          <a:xfrm>
            <a:off x="838200" y="1600877"/>
            <a:ext cx="10429568" cy="4755473"/>
          </a:xfrm>
        </p:spPr>
        <p:txBody>
          <a:bodyPr>
            <a:normAutofit/>
          </a:bodyPr>
          <a:lstStyle/>
          <a:p>
            <a:pPr eaLnBrk="1" hangingPunct="1"/>
            <a:endParaRPr lang="en-US" altLang="en-US" sz="2000" dirty="0"/>
          </a:p>
          <a:p>
            <a:pPr eaLnBrk="1" hangingPunct="1"/>
            <a:endParaRPr lang="en-US" altLang="en-US" sz="2000" dirty="0"/>
          </a:p>
          <a:p>
            <a:pPr eaLnBrk="1" hangingPunct="1"/>
            <a:endParaRPr lang="en-US" altLang="en-US" sz="2000" dirty="0"/>
          </a:p>
          <a:p>
            <a:pPr eaLnBrk="1" hangingPunct="1"/>
            <a:endParaRPr lang="en-US" altLang="en-US" sz="2000" dirty="0"/>
          </a:p>
          <a:p>
            <a:pPr marL="0" indent="0" eaLnBrk="1" hangingPunct="1">
              <a:buNone/>
            </a:pPr>
            <a:endParaRPr lang="en-US" altLang="en-US" sz="2000" dirty="0"/>
          </a:p>
          <a:p>
            <a:pPr marL="0" indent="0" eaLnBrk="1" hangingPunct="1">
              <a:buNone/>
            </a:pPr>
            <a:endParaRPr lang="en-US" altLang="en-US" sz="2000" dirty="0"/>
          </a:p>
          <a:p>
            <a:pPr marL="0" indent="0" eaLnBrk="1" hangingPunct="1">
              <a:buNone/>
            </a:pPr>
            <a:r>
              <a:rPr lang="en-US" altLang="en-US" sz="2000" dirty="0"/>
              <a:t>In this example,</a:t>
            </a:r>
          </a:p>
          <a:p>
            <a:r>
              <a:rPr lang="en-US" altLang="en-US" sz="2000" dirty="0"/>
              <a:t>T is a </a:t>
            </a:r>
            <a:r>
              <a:rPr lang="en-US" altLang="en-US" sz="2000" i="1" dirty="0"/>
              <a:t>strictly </a:t>
            </a:r>
            <a:r>
              <a:rPr lang="en-US" altLang="en-US" sz="2000" dirty="0"/>
              <a:t>dominant strategy for player 1 as all other strategies (B) are strictly dominated by T.</a:t>
            </a:r>
          </a:p>
          <a:p>
            <a:r>
              <a:rPr lang="en-US" altLang="en-US" sz="2000" dirty="0"/>
              <a:t>L is a </a:t>
            </a:r>
            <a:r>
              <a:rPr lang="en-US" altLang="en-US" sz="2000" i="1" dirty="0"/>
              <a:t>weakly </a:t>
            </a:r>
            <a:r>
              <a:rPr lang="en-US" altLang="en-US" sz="2000" dirty="0"/>
              <a:t>dominant strategy for player 2 as all other strategies (R) are weakly dominated by L.</a:t>
            </a:r>
            <a:br>
              <a:rPr lang="en-US" altLang="en-US" sz="1600" i="1" dirty="0"/>
            </a:br>
            <a:r>
              <a:rPr lang="en-US" altLang="en-US" sz="1600" i="1" dirty="0"/>
              <a:t>(When player 1 chooses bottom, player 2 is indifferent between L and R)</a:t>
            </a:r>
          </a:p>
          <a:p>
            <a:pPr lvl="1"/>
            <a:endParaRPr lang="en-US" altLang="en-US" sz="1800" dirty="0"/>
          </a:p>
        </p:txBody>
      </p:sp>
      <mc:AlternateContent xmlns:mc="http://schemas.openxmlformats.org/markup-compatibility/2006" xmlns:a14="http://schemas.microsoft.com/office/drawing/2010/main">
        <mc:Choice Requires="a14">
          <p:graphicFrame>
            <p:nvGraphicFramePr>
              <p:cNvPr id="3" name="Table 5">
                <a:extLst>
                  <a:ext uri="{FF2B5EF4-FFF2-40B4-BE49-F238E27FC236}">
                    <a16:creationId xmlns:a16="http://schemas.microsoft.com/office/drawing/2014/main" id="{5DF409FD-AA46-4E1E-A4FF-DCCB5300D53A}"/>
                  </a:ext>
                </a:extLst>
              </p:cNvPr>
              <p:cNvGraphicFramePr>
                <a:graphicFrameLocks noGrp="1"/>
              </p:cNvGraphicFramePr>
              <p:nvPr>
                <p:extLst>
                  <p:ext uri="{D42A27DB-BD31-4B8C-83A1-F6EECF244321}">
                    <p14:modId xmlns:p14="http://schemas.microsoft.com/office/powerpoint/2010/main" val="1552029245"/>
                  </p:ext>
                </p:extLst>
              </p:nvPr>
            </p:nvGraphicFramePr>
            <p:xfrm>
              <a:off x="2663301" y="2221649"/>
              <a:ext cx="6244947" cy="1112520"/>
            </p:xfrm>
            <a:graphic>
              <a:graphicData uri="http://schemas.openxmlformats.org/drawingml/2006/table">
                <a:tbl>
                  <a:tblPr firstRow="1" bandRow="1">
                    <a:tableStyleId>{5940675A-B579-460E-94D1-54222C63F5DA}</a:tableStyleId>
                  </a:tblPr>
                  <a:tblGrid>
                    <a:gridCol w="1364235">
                      <a:extLst>
                        <a:ext uri="{9D8B030D-6E8A-4147-A177-3AD203B41FA5}">
                          <a16:colId xmlns:a16="http://schemas.microsoft.com/office/drawing/2014/main" val="4239227893"/>
                        </a:ext>
                      </a:extLst>
                    </a:gridCol>
                    <a:gridCol w="2428531">
                      <a:extLst>
                        <a:ext uri="{9D8B030D-6E8A-4147-A177-3AD203B41FA5}">
                          <a16:colId xmlns:a16="http://schemas.microsoft.com/office/drawing/2014/main" val="2948776960"/>
                        </a:ext>
                      </a:extLst>
                    </a:gridCol>
                    <a:gridCol w="2452181">
                      <a:extLst>
                        <a:ext uri="{9D8B030D-6E8A-4147-A177-3AD203B41FA5}">
                          <a16:colId xmlns:a16="http://schemas.microsoft.com/office/drawing/2014/main" val="1900868060"/>
                        </a:ext>
                      </a:extLst>
                    </a:gridCol>
                  </a:tblGrid>
                  <a:tr h="370840">
                    <a:tc>
                      <a:txBody>
                        <a:bodyPr/>
                        <a:lstStyle/>
                        <a:p>
                          <a:endParaRPr lang="en-GB"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accent6"/>
                              </a:solidFill>
                            </a:rPr>
                            <a:t>Left</a:t>
                          </a:r>
                          <a:endParaRPr lang="en-GB" dirty="0">
                            <a:solidFill>
                              <a:schemeClr val="accent6"/>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accent6"/>
                              </a:solidFill>
                            </a:rPr>
                            <a:t>Right</a:t>
                          </a:r>
                          <a:endParaRPr lang="en-GB" dirty="0">
                            <a:solidFill>
                              <a:schemeClr val="accent6"/>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accent1"/>
                              </a:solidFill>
                            </a:rPr>
                            <a:t>Top</a:t>
                          </a:r>
                          <a:endParaRPr lang="en-GB" dirty="0">
                            <a:solidFill>
                              <a:schemeClr val="accent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rPr>
                                  <m:t>3</m:t>
                                </m:r>
                                <m:r>
                                  <a:rPr lang="en-US" b="0" i="1" smtClean="0">
                                    <a:latin typeface="Cambria Math" panose="02040503050406030204" pitchFamily="18" charset="0"/>
                                  </a:rPr>
                                  <m:t>,  </m:t>
                                </m:r>
                                <m:r>
                                  <a:rPr lang="en-US" b="0" i="1" smtClean="0">
                                    <a:solidFill>
                                      <a:schemeClr val="accent6"/>
                                    </a:solidFill>
                                    <a:latin typeface="Cambria Math" panose="02040503050406030204" pitchFamily="18" charset="0"/>
                                  </a:rPr>
                                  <m:t>9</m:t>
                                </m:r>
                              </m:oMath>
                            </m:oMathPara>
                          </a14:m>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rPr>
                                  <m:t>2</m:t>
                                </m:r>
                                <m:r>
                                  <a:rPr lang="en-US" b="0" i="1" smtClean="0">
                                    <a:latin typeface="Cambria Math" panose="02040503050406030204" pitchFamily="18" charset="0"/>
                                  </a:rPr>
                                  <m:t>,  </m:t>
                                </m:r>
                                <m:r>
                                  <a:rPr lang="en-US" b="0" i="1" smtClean="0">
                                    <a:solidFill>
                                      <a:schemeClr val="accent6"/>
                                    </a:solidFill>
                                    <a:latin typeface="Cambria Math" panose="02040503050406030204" pitchFamily="18" charset="0"/>
                                  </a:rPr>
                                  <m:t>8</m:t>
                                </m:r>
                              </m:oMath>
                            </m:oMathPara>
                          </a14:m>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3772902"/>
                      </a:ext>
                    </a:extLst>
                  </a:tr>
                  <a:tr h="370840">
                    <a:tc>
                      <a:txBody>
                        <a:bodyPr/>
                        <a:lstStyle/>
                        <a:p>
                          <a:r>
                            <a:rPr lang="en-US" dirty="0">
                              <a:solidFill>
                                <a:schemeClr val="accent1"/>
                              </a:solidFill>
                            </a:rPr>
                            <a:t>Bottom</a:t>
                          </a:r>
                          <a:endParaRPr lang="en-GB" dirty="0">
                            <a:solidFill>
                              <a:schemeClr val="accent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rPr>
                                  <m:t>0</m:t>
                                </m:r>
                                <m:r>
                                  <a:rPr lang="en-US" b="0" i="1" smtClean="0">
                                    <a:latin typeface="Cambria Math" panose="02040503050406030204" pitchFamily="18" charset="0"/>
                                  </a:rPr>
                                  <m:t>,  </m:t>
                                </m:r>
                                <m:r>
                                  <a:rPr lang="en-US" b="0" i="1" smtClean="0">
                                    <a:solidFill>
                                      <a:schemeClr val="accent6"/>
                                    </a:solidFill>
                                    <a:latin typeface="Cambria Math" panose="02040503050406030204" pitchFamily="18" charset="0"/>
                                  </a:rPr>
                                  <m:t>2</m:t>
                                </m:r>
                              </m:oMath>
                            </m:oMathPara>
                          </a14:m>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rPr>
                                  <m:t>1</m:t>
                                </m:r>
                                <m:r>
                                  <a:rPr lang="en-US" b="0" i="1" smtClean="0">
                                    <a:latin typeface="Cambria Math" panose="02040503050406030204" pitchFamily="18" charset="0"/>
                                  </a:rPr>
                                  <m:t>,  </m:t>
                                </m:r>
                                <m:r>
                                  <a:rPr lang="en-GB" b="0" i="1" smtClean="0">
                                    <a:solidFill>
                                      <a:schemeClr val="accent6"/>
                                    </a:solidFill>
                                    <a:latin typeface="Cambria Math" panose="02040503050406030204" pitchFamily="18" charset="0"/>
                                  </a:rPr>
                                  <m:t>2</m:t>
                                </m:r>
                              </m:oMath>
                            </m:oMathPara>
                          </a14:m>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1172981"/>
                      </a:ext>
                    </a:extLst>
                  </a:tr>
                </a:tbl>
              </a:graphicData>
            </a:graphic>
          </p:graphicFrame>
        </mc:Choice>
        <mc:Fallback xmlns="">
          <p:graphicFrame>
            <p:nvGraphicFramePr>
              <p:cNvPr id="3" name="Table 5">
                <a:extLst>
                  <a:ext uri="{FF2B5EF4-FFF2-40B4-BE49-F238E27FC236}">
                    <a16:creationId xmlns:a16="http://schemas.microsoft.com/office/drawing/2014/main" id="{5DF409FD-AA46-4E1E-A4FF-DCCB5300D53A}"/>
                  </a:ext>
                </a:extLst>
              </p:cNvPr>
              <p:cNvGraphicFramePr>
                <a:graphicFrameLocks noGrp="1"/>
              </p:cNvGraphicFramePr>
              <p:nvPr>
                <p:extLst>
                  <p:ext uri="{D42A27DB-BD31-4B8C-83A1-F6EECF244321}">
                    <p14:modId xmlns:p14="http://schemas.microsoft.com/office/powerpoint/2010/main" val="1552029245"/>
                  </p:ext>
                </p:extLst>
              </p:nvPr>
            </p:nvGraphicFramePr>
            <p:xfrm>
              <a:off x="2663301" y="2221649"/>
              <a:ext cx="6244947" cy="1112520"/>
            </p:xfrm>
            <a:graphic>
              <a:graphicData uri="http://schemas.openxmlformats.org/drawingml/2006/table">
                <a:tbl>
                  <a:tblPr firstRow="1" bandRow="1">
                    <a:tableStyleId>{5940675A-B579-460E-94D1-54222C63F5DA}</a:tableStyleId>
                  </a:tblPr>
                  <a:tblGrid>
                    <a:gridCol w="1364235">
                      <a:extLst>
                        <a:ext uri="{9D8B030D-6E8A-4147-A177-3AD203B41FA5}">
                          <a16:colId xmlns:a16="http://schemas.microsoft.com/office/drawing/2014/main" val="4239227893"/>
                        </a:ext>
                      </a:extLst>
                    </a:gridCol>
                    <a:gridCol w="2428531">
                      <a:extLst>
                        <a:ext uri="{9D8B030D-6E8A-4147-A177-3AD203B41FA5}">
                          <a16:colId xmlns:a16="http://schemas.microsoft.com/office/drawing/2014/main" val="2948776960"/>
                        </a:ext>
                      </a:extLst>
                    </a:gridCol>
                    <a:gridCol w="2452181">
                      <a:extLst>
                        <a:ext uri="{9D8B030D-6E8A-4147-A177-3AD203B41FA5}">
                          <a16:colId xmlns:a16="http://schemas.microsoft.com/office/drawing/2014/main" val="1900868060"/>
                        </a:ext>
                      </a:extLst>
                    </a:gridCol>
                  </a:tblGrid>
                  <a:tr h="370840">
                    <a:tc>
                      <a:txBody>
                        <a:bodyPr/>
                        <a:lstStyle/>
                        <a:p>
                          <a:endParaRPr lang="en-GB"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accent6"/>
                              </a:solidFill>
                            </a:rPr>
                            <a:t>Left</a:t>
                          </a:r>
                          <a:endParaRPr lang="en-GB" dirty="0">
                            <a:solidFill>
                              <a:schemeClr val="accent6"/>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accent6"/>
                              </a:solidFill>
                            </a:rPr>
                            <a:t>Right</a:t>
                          </a:r>
                          <a:endParaRPr lang="en-GB" dirty="0">
                            <a:solidFill>
                              <a:schemeClr val="accent6"/>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accent1"/>
                              </a:solidFill>
                            </a:rPr>
                            <a:t>Top</a:t>
                          </a:r>
                          <a:endParaRPr lang="en-GB" dirty="0">
                            <a:solidFill>
                              <a:schemeClr val="accent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140" t="-108197" r="-101504" b="-1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591" t="-108197" r="-496" b="-124590"/>
                          </a:stretch>
                        </a:blipFill>
                      </a:tcPr>
                    </a:tc>
                    <a:extLst>
                      <a:ext uri="{0D108BD9-81ED-4DB2-BD59-A6C34878D82A}">
                        <a16:rowId xmlns:a16="http://schemas.microsoft.com/office/drawing/2014/main" val="1923772902"/>
                      </a:ext>
                    </a:extLst>
                  </a:tr>
                  <a:tr h="370840">
                    <a:tc>
                      <a:txBody>
                        <a:bodyPr/>
                        <a:lstStyle/>
                        <a:p>
                          <a:r>
                            <a:rPr lang="en-US" dirty="0">
                              <a:solidFill>
                                <a:schemeClr val="accent1"/>
                              </a:solidFill>
                            </a:rPr>
                            <a:t>Bottom</a:t>
                          </a:r>
                          <a:endParaRPr lang="en-GB" dirty="0">
                            <a:solidFill>
                              <a:schemeClr val="accent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140" t="-208197" r="-101504" b="-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591" t="-208197" r="-496" b="-24590"/>
                          </a:stretch>
                        </a:blipFill>
                      </a:tcPr>
                    </a:tc>
                    <a:extLst>
                      <a:ext uri="{0D108BD9-81ED-4DB2-BD59-A6C34878D82A}">
                        <a16:rowId xmlns:a16="http://schemas.microsoft.com/office/drawing/2014/main" val="2781172981"/>
                      </a:ext>
                    </a:extLst>
                  </a:tr>
                </a:tbl>
              </a:graphicData>
            </a:graphic>
          </p:graphicFrame>
        </mc:Fallback>
      </mc:AlternateContent>
      <p:sp>
        <p:nvSpPr>
          <p:cNvPr id="4" name="TextBox 3">
            <a:extLst>
              <a:ext uri="{FF2B5EF4-FFF2-40B4-BE49-F238E27FC236}">
                <a16:creationId xmlns:a16="http://schemas.microsoft.com/office/drawing/2014/main" id="{49542F60-F172-4F43-9B83-27FEF4194BDA}"/>
              </a:ext>
            </a:extLst>
          </p:cNvPr>
          <p:cNvSpPr txBox="1"/>
          <p:nvPr/>
        </p:nvSpPr>
        <p:spPr>
          <a:xfrm>
            <a:off x="5903651" y="1760271"/>
            <a:ext cx="947375" cy="369332"/>
          </a:xfrm>
          <a:prstGeom prst="rect">
            <a:avLst/>
          </a:prstGeom>
          <a:noFill/>
        </p:spPr>
        <p:txBody>
          <a:bodyPr wrap="none" rtlCol="0">
            <a:spAutoFit/>
          </a:bodyPr>
          <a:lstStyle/>
          <a:p>
            <a:r>
              <a:rPr lang="en-US" b="1" dirty="0">
                <a:solidFill>
                  <a:schemeClr val="accent6"/>
                </a:solidFill>
              </a:rPr>
              <a:t>Player 2</a:t>
            </a:r>
            <a:endParaRPr lang="en-GB" b="1" dirty="0">
              <a:solidFill>
                <a:schemeClr val="accent6"/>
              </a:solidFill>
            </a:endParaRPr>
          </a:p>
        </p:txBody>
      </p:sp>
      <p:sp>
        <p:nvSpPr>
          <p:cNvPr id="6" name="TextBox 5">
            <a:extLst>
              <a:ext uri="{FF2B5EF4-FFF2-40B4-BE49-F238E27FC236}">
                <a16:creationId xmlns:a16="http://schemas.microsoft.com/office/drawing/2014/main" id="{817968EF-EB35-456D-A891-4B601FDA0C10}"/>
              </a:ext>
            </a:extLst>
          </p:cNvPr>
          <p:cNvSpPr txBox="1"/>
          <p:nvPr/>
        </p:nvSpPr>
        <p:spPr>
          <a:xfrm>
            <a:off x="1439663" y="2766520"/>
            <a:ext cx="947375" cy="369332"/>
          </a:xfrm>
          <a:prstGeom prst="rect">
            <a:avLst/>
          </a:prstGeom>
          <a:noFill/>
        </p:spPr>
        <p:txBody>
          <a:bodyPr wrap="none" rtlCol="0">
            <a:spAutoFit/>
          </a:bodyPr>
          <a:lstStyle/>
          <a:p>
            <a:r>
              <a:rPr lang="en-US" b="1" dirty="0">
                <a:solidFill>
                  <a:schemeClr val="accent1"/>
                </a:solidFill>
              </a:rPr>
              <a:t>Player 1</a:t>
            </a:r>
            <a:endParaRPr lang="en-GB" b="1" dirty="0">
              <a:solidFill>
                <a:schemeClr val="accent1"/>
              </a:solidFill>
            </a:endParaRPr>
          </a:p>
        </p:txBody>
      </p:sp>
      <p:sp>
        <p:nvSpPr>
          <p:cNvPr id="2" name="Slide Number Placeholder 1">
            <a:extLst>
              <a:ext uri="{FF2B5EF4-FFF2-40B4-BE49-F238E27FC236}">
                <a16:creationId xmlns:a16="http://schemas.microsoft.com/office/drawing/2014/main" id="{B97A03F3-B5B3-41E0-B863-20BB21BD48EF}"/>
              </a:ext>
            </a:extLst>
          </p:cNvPr>
          <p:cNvSpPr>
            <a:spLocks noGrp="1"/>
          </p:cNvSpPr>
          <p:nvPr>
            <p:ph type="sldNum" sz="quarter" idx="12"/>
          </p:nvPr>
        </p:nvSpPr>
        <p:spPr/>
        <p:txBody>
          <a:bodyPr/>
          <a:lstStyle/>
          <a:p>
            <a:fld id="{104D1C85-D14C-4D1F-B1AC-077E19A989F2}" type="slidenum">
              <a:rPr lang="en-GB" smtClean="0"/>
              <a:t>16</a:t>
            </a:fld>
            <a:endParaRPr lang="en-GB" dirty="0"/>
          </a:p>
        </p:txBody>
      </p:sp>
    </p:spTree>
    <p:extLst>
      <p:ext uri="{BB962C8B-B14F-4D97-AF65-F5344CB8AC3E}">
        <p14:creationId xmlns:p14="http://schemas.microsoft.com/office/powerpoint/2010/main" val="1569219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a:noFill/>
        </p:spPr>
        <p:txBody>
          <a:bodyPr/>
          <a:lstStyle/>
          <a:p>
            <a:pPr eaLnBrk="1" hangingPunct="1"/>
            <a:r>
              <a:rPr lang="en-US" altLang="en-US" dirty="0"/>
              <a:t>Dominated vs Dominant strategies</a:t>
            </a:r>
          </a:p>
        </p:txBody>
      </p:sp>
      <p:sp>
        <p:nvSpPr>
          <p:cNvPr id="30722" name="Rectangle 3"/>
          <p:cNvSpPr>
            <a:spLocks noGrp="1" noChangeArrowheads="1"/>
          </p:cNvSpPr>
          <p:nvPr>
            <p:ph idx="1"/>
          </p:nvPr>
        </p:nvSpPr>
        <p:spPr>
          <a:xfrm>
            <a:off x="838200" y="1456791"/>
            <a:ext cx="10337800" cy="4755473"/>
          </a:xfrm>
        </p:spPr>
        <p:txBody>
          <a:bodyPr>
            <a:normAutofit/>
          </a:bodyPr>
          <a:lstStyle/>
          <a:p>
            <a:endParaRPr lang="en-US" altLang="en-US" sz="2000" dirty="0"/>
          </a:p>
          <a:p>
            <a:r>
              <a:rPr lang="en-US" altLang="en-US" sz="2000" b="1" dirty="0"/>
              <a:t>Dominated strategies are </a:t>
            </a:r>
            <a:r>
              <a:rPr lang="en-US" altLang="en-US" sz="2000" b="1" u="sng" dirty="0"/>
              <a:t>not</a:t>
            </a:r>
            <a:r>
              <a:rPr lang="en-US" altLang="en-US" sz="2000" b="1" dirty="0"/>
              <a:t> exactly the “opposite” of a dominant strategy!</a:t>
            </a:r>
          </a:p>
          <a:p>
            <a:pPr lvl="1"/>
            <a:r>
              <a:rPr lang="en-US" altLang="en-US" sz="1800" dirty="0"/>
              <a:t>A </a:t>
            </a:r>
            <a:r>
              <a:rPr lang="en-US" altLang="en-US" sz="1800" i="1" dirty="0"/>
              <a:t>dominant strategy</a:t>
            </a:r>
            <a:r>
              <a:rPr lang="en-US" altLang="en-US" sz="1800" dirty="0"/>
              <a:t> dominates </a:t>
            </a:r>
            <a:r>
              <a:rPr lang="en-US" altLang="en-US" sz="1800" u="sng" dirty="0"/>
              <a:t>all other strategies</a:t>
            </a:r>
            <a:r>
              <a:rPr lang="en-US" altLang="en-US" sz="1800" dirty="0"/>
              <a:t>.</a:t>
            </a:r>
          </a:p>
          <a:p>
            <a:pPr lvl="1"/>
            <a:r>
              <a:rPr lang="en-US" altLang="en-US" sz="1800" dirty="0"/>
              <a:t>A </a:t>
            </a:r>
            <a:r>
              <a:rPr lang="en-US" altLang="en-US" sz="1800" i="1" dirty="0"/>
              <a:t>dominated strategy</a:t>
            </a:r>
            <a:r>
              <a:rPr lang="en-US" altLang="en-US" sz="1800" dirty="0"/>
              <a:t> is dominated by another strategy which may or may not be a dominant strategy.</a:t>
            </a:r>
          </a:p>
          <a:p>
            <a:endParaRPr lang="en-US" altLang="en-US" sz="2000" dirty="0"/>
          </a:p>
          <a:p>
            <a:r>
              <a:rPr lang="en-US" altLang="en-US" sz="2000" dirty="0"/>
              <a:t>An exception is when the set of actions only has 2 choices:  if a strategy is dominated, the other strategy must be a dominant strategy and vice versa. </a:t>
            </a:r>
          </a:p>
          <a:p>
            <a:pPr lvl="1"/>
            <a:r>
              <a:rPr lang="en-US" altLang="en-US" sz="1800" dirty="0"/>
              <a:t>This can be observed in the previous example.</a:t>
            </a:r>
          </a:p>
        </p:txBody>
      </p:sp>
      <p:sp>
        <p:nvSpPr>
          <p:cNvPr id="2" name="Slide Number Placeholder 1">
            <a:extLst>
              <a:ext uri="{FF2B5EF4-FFF2-40B4-BE49-F238E27FC236}">
                <a16:creationId xmlns:a16="http://schemas.microsoft.com/office/drawing/2014/main" id="{F1B0C7F0-1344-ED2E-0E0F-C85D41D4DDEB}"/>
              </a:ext>
            </a:extLst>
          </p:cNvPr>
          <p:cNvSpPr>
            <a:spLocks noGrp="1"/>
          </p:cNvSpPr>
          <p:nvPr>
            <p:ph type="sldNum" sz="quarter" idx="12"/>
          </p:nvPr>
        </p:nvSpPr>
        <p:spPr/>
        <p:txBody>
          <a:bodyPr/>
          <a:lstStyle/>
          <a:p>
            <a:fld id="{104D1C85-D14C-4D1F-B1AC-077E19A989F2}" type="slidenum">
              <a:rPr lang="en-GB" smtClean="0"/>
              <a:t>17</a:t>
            </a:fld>
            <a:endParaRPr lang="en-GB" dirty="0"/>
          </a:p>
        </p:txBody>
      </p:sp>
    </p:spTree>
    <p:extLst>
      <p:ext uri="{BB962C8B-B14F-4D97-AF65-F5344CB8AC3E}">
        <p14:creationId xmlns:p14="http://schemas.microsoft.com/office/powerpoint/2010/main" val="437882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2">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2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a:noFill/>
        </p:spPr>
        <p:txBody>
          <a:bodyPr/>
          <a:lstStyle/>
          <a:p>
            <a:pPr eaLnBrk="1" hangingPunct="1"/>
            <a:r>
              <a:rPr lang="en-US" altLang="en-US" dirty="0"/>
              <a:t>Dominated vs Dominant strategies (example)</a:t>
            </a:r>
          </a:p>
        </p:txBody>
      </p:sp>
      <p:sp>
        <p:nvSpPr>
          <p:cNvPr id="30722" name="Rectangle 3"/>
          <p:cNvSpPr>
            <a:spLocks noGrp="1" noChangeArrowheads="1"/>
          </p:cNvSpPr>
          <p:nvPr>
            <p:ph idx="1"/>
          </p:nvPr>
        </p:nvSpPr>
        <p:spPr>
          <a:xfrm>
            <a:off x="838200" y="1456791"/>
            <a:ext cx="10337800" cy="4755473"/>
          </a:xfrm>
        </p:spPr>
        <p:txBody>
          <a:bodyPr>
            <a:normAutofit/>
          </a:bodyPr>
          <a:lstStyle/>
          <a:p>
            <a:endParaRPr lang="en-US" altLang="en-US" sz="2000" dirty="0"/>
          </a:p>
          <a:p>
            <a:endParaRPr lang="en-US" altLang="en-US" sz="2000" dirty="0"/>
          </a:p>
          <a:p>
            <a:endParaRPr lang="en-US" altLang="en-US" sz="2000" dirty="0"/>
          </a:p>
          <a:p>
            <a:endParaRPr lang="en-US" altLang="en-US" sz="2000" dirty="0"/>
          </a:p>
          <a:p>
            <a:endParaRPr lang="en-US" altLang="en-US" sz="2000" dirty="0"/>
          </a:p>
          <a:p>
            <a:endParaRPr lang="en-US" altLang="en-US" sz="2000" dirty="0"/>
          </a:p>
          <a:p>
            <a:endParaRPr lang="en-US" altLang="en-US" sz="2000" dirty="0"/>
          </a:p>
          <a:p>
            <a:endParaRPr lang="en-US" altLang="en-US" sz="2000" dirty="0"/>
          </a:p>
          <a:p>
            <a:r>
              <a:rPr lang="en-US" altLang="en-US" sz="2000" dirty="0"/>
              <a:t>Both players here do not have any dominant strategy, but both have dominated strategies.</a:t>
            </a:r>
          </a:p>
        </p:txBody>
      </p:sp>
      <p:graphicFrame>
        <p:nvGraphicFramePr>
          <p:cNvPr id="5" name="Table 6">
            <a:extLst>
              <a:ext uri="{FF2B5EF4-FFF2-40B4-BE49-F238E27FC236}">
                <a16:creationId xmlns:a16="http://schemas.microsoft.com/office/drawing/2014/main" id="{ADE0C296-7B7A-4B31-B798-26113A220A4B}"/>
              </a:ext>
            </a:extLst>
          </p:cNvPr>
          <p:cNvGraphicFramePr>
            <a:graphicFrameLocks noGrp="1"/>
          </p:cNvGraphicFramePr>
          <p:nvPr>
            <p:extLst>
              <p:ext uri="{D42A27DB-BD31-4B8C-83A1-F6EECF244321}">
                <p14:modId xmlns:p14="http://schemas.microsoft.com/office/powerpoint/2010/main" val="2763977841"/>
              </p:ext>
            </p:extLst>
          </p:nvPr>
        </p:nvGraphicFramePr>
        <p:xfrm>
          <a:off x="2317071" y="2484160"/>
          <a:ext cx="6626688" cy="1527862"/>
        </p:xfrm>
        <a:graphic>
          <a:graphicData uri="http://schemas.openxmlformats.org/drawingml/2006/table">
            <a:tbl>
              <a:tblPr firstRow="1" bandRow="1">
                <a:tableStyleId>{5940675A-B579-460E-94D1-54222C63F5DA}</a:tableStyleId>
              </a:tblPr>
              <a:tblGrid>
                <a:gridCol w="1035822">
                  <a:extLst>
                    <a:ext uri="{9D8B030D-6E8A-4147-A177-3AD203B41FA5}">
                      <a16:colId xmlns:a16="http://schemas.microsoft.com/office/drawing/2014/main" val="622895095"/>
                    </a:ext>
                  </a:extLst>
                </a:gridCol>
                <a:gridCol w="1920443">
                  <a:extLst>
                    <a:ext uri="{9D8B030D-6E8A-4147-A177-3AD203B41FA5}">
                      <a16:colId xmlns:a16="http://schemas.microsoft.com/office/drawing/2014/main" val="4037764166"/>
                    </a:ext>
                  </a:extLst>
                </a:gridCol>
                <a:gridCol w="1828800">
                  <a:extLst>
                    <a:ext uri="{9D8B030D-6E8A-4147-A177-3AD203B41FA5}">
                      <a16:colId xmlns:a16="http://schemas.microsoft.com/office/drawing/2014/main" val="1880633745"/>
                    </a:ext>
                  </a:extLst>
                </a:gridCol>
                <a:gridCol w="1841623">
                  <a:extLst>
                    <a:ext uri="{9D8B030D-6E8A-4147-A177-3AD203B41FA5}">
                      <a16:colId xmlns:a16="http://schemas.microsoft.com/office/drawing/2014/main" val="472081921"/>
                    </a:ext>
                  </a:extLst>
                </a:gridCol>
              </a:tblGrid>
              <a:tr h="370840">
                <a:tc>
                  <a:txBody>
                    <a:bodyPr/>
                    <a:lstStyle/>
                    <a:p>
                      <a:endParaRPr lang="en-GB"/>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b="1" dirty="0">
                          <a:solidFill>
                            <a:srgbClr val="FF0000"/>
                          </a:solidFill>
                        </a:rPr>
                        <a:t>Left</a:t>
                      </a:r>
                      <a:endParaRPr lang="en-GB" b="1" dirty="0">
                        <a:solidFill>
                          <a:srgbClr val="FF0000"/>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Center</a:t>
                      </a:r>
                      <a:endParaRPr lang="en-GB"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Right</a:t>
                      </a:r>
                      <a:endParaRPr lang="en-GB"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26610498"/>
                  </a:ext>
                </a:extLst>
              </a:tr>
              <a:tr h="415342">
                <a:tc>
                  <a:txBody>
                    <a:bodyPr/>
                    <a:lstStyle/>
                    <a:p>
                      <a:r>
                        <a:rPr lang="en-US" dirty="0"/>
                        <a:t>Top</a:t>
                      </a:r>
                      <a:endParaRPr lang="en-GB"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dirty="0"/>
                        <a:t>20,10</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10,20</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100,0</a:t>
                      </a:r>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84353725"/>
                  </a:ext>
                </a:extLst>
              </a:tr>
              <a:tr h="370840">
                <a:tc>
                  <a:txBody>
                    <a:bodyPr/>
                    <a:lstStyle/>
                    <a:p>
                      <a:r>
                        <a:rPr lang="en-US" dirty="0"/>
                        <a:t>Middle</a:t>
                      </a:r>
                      <a:endParaRPr lang="en-GB"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dirty="0"/>
                        <a:t>30,0</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25,10</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50,0</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35809862"/>
                  </a:ext>
                </a:extLst>
              </a:tr>
              <a:tr h="370840">
                <a:tc>
                  <a:txBody>
                    <a:bodyPr/>
                    <a:lstStyle/>
                    <a:p>
                      <a:r>
                        <a:rPr lang="en-US" b="1" dirty="0">
                          <a:solidFill>
                            <a:srgbClr val="FF0000"/>
                          </a:solidFill>
                        </a:rPr>
                        <a:t>Bottom</a:t>
                      </a:r>
                      <a:endParaRPr lang="en-GB" b="1" dirty="0">
                        <a:solidFill>
                          <a:srgbClr val="FF0000"/>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dirty="0"/>
                        <a:t>0,100</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0,200</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0,500</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94428777"/>
                  </a:ext>
                </a:extLst>
              </a:tr>
            </a:tbl>
          </a:graphicData>
        </a:graphic>
      </p:graphicFrame>
      <p:sp>
        <p:nvSpPr>
          <p:cNvPr id="7" name="TextBox 6">
            <a:extLst>
              <a:ext uri="{FF2B5EF4-FFF2-40B4-BE49-F238E27FC236}">
                <a16:creationId xmlns:a16="http://schemas.microsoft.com/office/drawing/2014/main" id="{826F1182-879D-432F-85AE-1244E7A56471}"/>
              </a:ext>
            </a:extLst>
          </p:cNvPr>
          <p:cNvSpPr txBox="1"/>
          <p:nvPr/>
        </p:nvSpPr>
        <p:spPr>
          <a:xfrm>
            <a:off x="5765059" y="2155408"/>
            <a:ext cx="947375" cy="369332"/>
          </a:xfrm>
          <a:prstGeom prst="rect">
            <a:avLst/>
          </a:prstGeom>
          <a:noFill/>
        </p:spPr>
        <p:txBody>
          <a:bodyPr wrap="none" rtlCol="0">
            <a:spAutoFit/>
          </a:bodyPr>
          <a:lstStyle/>
          <a:p>
            <a:r>
              <a:rPr lang="en-US" b="1" dirty="0"/>
              <a:t>Player 2</a:t>
            </a:r>
            <a:endParaRPr lang="en-GB" b="1" dirty="0"/>
          </a:p>
        </p:txBody>
      </p:sp>
      <p:sp>
        <p:nvSpPr>
          <p:cNvPr id="8" name="TextBox 7">
            <a:extLst>
              <a:ext uri="{FF2B5EF4-FFF2-40B4-BE49-F238E27FC236}">
                <a16:creationId xmlns:a16="http://schemas.microsoft.com/office/drawing/2014/main" id="{2E59604C-9DFA-48E8-89F2-7EDC1EF00B0E}"/>
              </a:ext>
            </a:extLst>
          </p:cNvPr>
          <p:cNvSpPr txBox="1"/>
          <p:nvPr/>
        </p:nvSpPr>
        <p:spPr>
          <a:xfrm>
            <a:off x="1301071" y="3161657"/>
            <a:ext cx="947375" cy="369332"/>
          </a:xfrm>
          <a:prstGeom prst="rect">
            <a:avLst/>
          </a:prstGeom>
          <a:noFill/>
        </p:spPr>
        <p:txBody>
          <a:bodyPr wrap="none" rtlCol="0">
            <a:spAutoFit/>
          </a:bodyPr>
          <a:lstStyle/>
          <a:p>
            <a:r>
              <a:rPr lang="en-US" b="1" dirty="0"/>
              <a:t>Player 1</a:t>
            </a:r>
            <a:endParaRPr lang="en-GB" b="1" dirty="0"/>
          </a:p>
        </p:txBody>
      </p:sp>
      <p:sp>
        <p:nvSpPr>
          <p:cNvPr id="2" name="Slide Number Placeholder 1">
            <a:extLst>
              <a:ext uri="{FF2B5EF4-FFF2-40B4-BE49-F238E27FC236}">
                <a16:creationId xmlns:a16="http://schemas.microsoft.com/office/drawing/2014/main" id="{5AEDE9A7-0769-B682-6F13-445E3CA4F4F3}"/>
              </a:ext>
            </a:extLst>
          </p:cNvPr>
          <p:cNvSpPr>
            <a:spLocks noGrp="1"/>
          </p:cNvSpPr>
          <p:nvPr>
            <p:ph type="sldNum" sz="quarter" idx="12"/>
          </p:nvPr>
        </p:nvSpPr>
        <p:spPr/>
        <p:txBody>
          <a:bodyPr/>
          <a:lstStyle/>
          <a:p>
            <a:fld id="{104D1C85-D14C-4D1F-B1AC-077E19A989F2}" type="slidenum">
              <a:rPr lang="en-GB" smtClean="0"/>
              <a:t>18</a:t>
            </a:fld>
            <a:endParaRPr lang="en-GB" dirty="0"/>
          </a:p>
        </p:txBody>
      </p:sp>
    </p:spTree>
    <p:extLst>
      <p:ext uri="{BB962C8B-B14F-4D97-AF65-F5344CB8AC3E}">
        <p14:creationId xmlns:p14="http://schemas.microsoft.com/office/powerpoint/2010/main" val="20867318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9DD65BD-A991-0B9C-A465-41464BFC8331}"/>
              </a:ext>
            </a:extLst>
          </p:cNvPr>
          <p:cNvSpPr/>
          <p:nvPr/>
        </p:nvSpPr>
        <p:spPr>
          <a:xfrm>
            <a:off x="661214" y="1473822"/>
            <a:ext cx="10842528" cy="168970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21" name="Rectangle 2"/>
          <p:cNvSpPr>
            <a:spLocks noGrp="1" noChangeArrowheads="1"/>
          </p:cNvSpPr>
          <p:nvPr>
            <p:ph type="title"/>
          </p:nvPr>
        </p:nvSpPr>
        <p:spPr>
          <a:xfrm>
            <a:off x="838200" y="325796"/>
            <a:ext cx="10515600" cy="1325563"/>
          </a:xfrm>
          <a:noFill/>
        </p:spPr>
        <p:txBody>
          <a:bodyPr/>
          <a:lstStyle/>
          <a:p>
            <a:pPr eaLnBrk="1" hangingPunct="1"/>
            <a:r>
              <a:rPr lang="en-US" altLang="en-US" dirty="0"/>
              <a:t>Dominance solvable games</a:t>
            </a:r>
          </a:p>
        </p:txBody>
      </p:sp>
      <p:sp>
        <p:nvSpPr>
          <p:cNvPr id="30722" name="Rectangle 3"/>
          <p:cNvSpPr>
            <a:spLocks noGrp="1" noChangeArrowheads="1"/>
          </p:cNvSpPr>
          <p:nvPr>
            <p:ph idx="1"/>
          </p:nvPr>
        </p:nvSpPr>
        <p:spPr>
          <a:xfrm>
            <a:off x="838200" y="1717727"/>
            <a:ext cx="10337800" cy="4434342"/>
          </a:xfrm>
        </p:spPr>
        <p:txBody>
          <a:bodyPr>
            <a:normAutofit/>
          </a:bodyPr>
          <a:lstStyle/>
          <a:p>
            <a:pPr eaLnBrk="1" hangingPunct="1"/>
            <a:r>
              <a:rPr lang="en-US" altLang="en-US" sz="2000" dirty="0"/>
              <a:t>One way to solve for likely outcomes is to </a:t>
            </a:r>
            <a:r>
              <a:rPr lang="en-US" altLang="en-US" sz="2000" b="1" i="1" dirty="0">
                <a:solidFill>
                  <a:srgbClr val="0000FF"/>
                </a:solidFill>
              </a:rPr>
              <a:t>eliminate dominated strategies iteratively</a:t>
            </a:r>
            <a:r>
              <a:rPr lang="en-US" altLang="en-US" sz="2000" dirty="0"/>
              <a:t>.</a:t>
            </a:r>
          </a:p>
          <a:p>
            <a:pPr marL="342900" indent="-342900">
              <a:buFont typeface="+mj-lt"/>
              <a:buAutoNum type="arabicPeriod"/>
            </a:pPr>
            <a:r>
              <a:rPr lang="en-US" altLang="en-US" sz="2000" dirty="0"/>
              <a:t>(Randomly) Pick one of the players, eliminate </a:t>
            </a:r>
            <a:r>
              <a:rPr lang="en-US" altLang="en-US" sz="2000" b="1" dirty="0"/>
              <a:t>a single </a:t>
            </a:r>
            <a:r>
              <a:rPr lang="en-US" altLang="en-US" sz="2000" dirty="0"/>
              <a:t>bad strategy of the player (if any)</a:t>
            </a:r>
          </a:p>
          <a:p>
            <a:pPr marL="342900" indent="-342900">
              <a:buFont typeface="+mj-lt"/>
              <a:buAutoNum type="arabicPeriod"/>
            </a:pPr>
            <a:r>
              <a:rPr lang="en-US" altLang="en-US" sz="2000" dirty="0"/>
              <a:t>Repeat Step 1 until none of the players have any bad strategies to be eliminated. </a:t>
            </a:r>
          </a:p>
          <a:p>
            <a:pPr eaLnBrk="1" hangingPunct="1"/>
            <a:endParaRPr lang="en-US" altLang="en-US" sz="2000" dirty="0"/>
          </a:p>
          <a:p>
            <a:pPr eaLnBrk="1" hangingPunct="1"/>
            <a:r>
              <a:rPr lang="en-US" altLang="en-US" sz="1800" i="1" dirty="0"/>
              <a:t>Intuition: </a:t>
            </a:r>
            <a:br>
              <a:rPr lang="en-US" altLang="en-US" sz="1800" i="1" dirty="0"/>
            </a:br>
            <a:r>
              <a:rPr lang="en-US" altLang="en-US" sz="1800" dirty="0"/>
              <a:t>Since a dominated strategy is a bad strategy, the player will not use it. </a:t>
            </a:r>
            <a:br>
              <a:rPr lang="en-US" altLang="en-US" sz="1800" dirty="0"/>
            </a:br>
            <a:r>
              <a:rPr lang="en-US" altLang="en-US" sz="1800" dirty="0"/>
              <a:t>Because of </a:t>
            </a:r>
            <a:r>
              <a:rPr lang="en-US" altLang="en-US" sz="1800" u="sng" dirty="0"/>
              <a:t>common knowledge</a:t>
            </a:r>
            <a:r>
              <a:rPr lang="en-US" altLang="en-US" sz="1800" dirty="0"/>
              <a:t>, all other players know that the player will not use it as well.</a:t>
            </a:r>
            <a:br>
              <a:rPr lang="en-US" altLang="en-US" sz="1800" dirty="0"/>
            </a:br>
            <a:r>
              <a:rPr lang="en-US" altLang="en-US" sz="1800" dirty="0"/>
              <a:t>Then, it is as if we can eliminate this strategy from consideration. </a:t>
            </a:r>
          </a:p>
          <a:p>
            <a:pPr eaLnBrk="1" hangingPunct="1"/>
            <a:endParaRPr lang="en-US" altLang="en-US" sz="1800" b="1" dirty="0"/>
          </a:p>
          <a:p>
            <a:pPr>
              <a:buFont typeface="Wingdings" panose="05000000000000000000" pitchFamily="2" charset="2"/>
              <a:buChar char="Ø"/>
            </a:pPr>
            <a:r>
              <a:rPr lang="en-US" altLang="en-US" sz="1800" dirty="0"/>
              <a:t>Consequently, consider a new game where the dominated strategy is not present. </a:t>
            </a:r>
            <a:br>
              <a:rPr lang="en-US" altLang="en-US" sz="1800" dirty="0"/>
            </a:br>
            <a:r>
              <a:rPr lang="en-US" altLang="en-US" sz="1800" dirty="0"/>
              <a:t>The above reasoning follows until there are no more dominated strategies.</a:t>
            </a:r>
          </a:p>
          <a:p>
            <a:pPr eaLnBrk="1" hangingPunct="1"/>
            <a:endParaRPr lang="en-US" altLang="en-US" sz="2000" dirty="0"/>
          </a:p>
          <a:p>
            <a:pPr eaLnBrk="1" hangingPunct="1"/>
            <a:endParaRPr lang="en-US" altLang="en-US" sz="2000" dirty="0"/>
          </a:p>
          <a:p>
            <a:pPr marL="800100" lvl="1" indent="-342900">
              <a:buFont typeface="+mj-lt"/>
              <a:buAutoNum type="arabicPeriod"/>
            </a:pPr>
            <a:endParaRPr lang="en-US" altLang="en-US" sz="1600" dirty="0"/>
          </a:p>
          <a:p>
            <a:pPr marL="0" indent="0" eaLnBrk="1" hangingPunct="1">
              <a:buNone/>
            </a:pPr>
            <a:endParaRPr lang="en-US" altLang="en-US" sz="2000" dirty="0"/>
          </a:p>
          <a:p>
            <a:pPr lvl="3"/>
            <a:endParaRPr lang="en-US" altLang="en-US" sz="1200" dirty="0"/>
          </a:p>
          <a:p>
            <a:pPr eaLnBrk="1" hangingPunct="1"/>
            <a:endParaRPr lang="en-US" altLang="en-US" sz="2000" dirty="0"/>
          </a:p>
          <a:p>
            <a:pPr eaLnBrk="1" hangingPunct="1"/>
            <a:endParaRPr lang="en-US" altLang="en-US" sz="2000" dirty="0"/>
          </a:p>
          <a:p>
            <a:pPr eaLnBrk="1" hangingPunct="1"/>
            <a:endParaRPr lang="en-US" altLang="en-US" sz="2000" dirty="0"/>
          </a:p>
        </p:txBody>
      </p:sp>
      <p:sp>
        <p:nvSpPr>
          <p:cNvPr id="3" name="Slide Number Placeholder 2">
            <a:extLst>
              <a:ext uri="{FF2B5EF4-FFF2-40B4-BE49-F238E27FC236}">
                <a16:creationId xmlns:a16="http://schemas.microsoft.com/office/drawing/2014/main" id="{B3F230AD-3E95-F173-C1A8-5CA807DB1D98}"/>
              </a:ext>
            </a:extLst>
          </p:cNvPr>
          <p:cNvSpPr>
            <a:spLocks noGrp="1"/>
          </p:cNvSpPr>
          <p:nvPr>
            <p:ph type="sldNum" sz="quarter" idx="12"/>
          </p:nvPr>
        </p:nvSpPr>
        <p:spPr/>
        <p:txBody>
          <a:bodyPr/>
          <a:lstStyle/>
          <a:p>
            <a:fld id="{104D1C85-D14C-4D1F-B1AC-077E19A989F2}" type="slidenum">
              <a:rPr lang="en-GB" smtClean="0"/>
              <a:t>19</a:t>
            </a:fld>
            <a:endParaRPr lang="en-GB" dirty="0"/>
          </a:p>
        </p:txBody>
      </p:sp>
    </p:spTree>
    <p:extLst>
      <p:ext uri="{BB962C8B-B14F-4D97-AF65-F5344CB8AC3E}">
        <p14:creationId xmlns:p14="http://schemas.microsoft.com/office/powerpoint/2010/main" val="26883722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a:xfrm>
            <a:off x="838200" y="325796"/>
            <a:ext cx="10515600" cy="1325563"/>
          </a:xfrm>
          <a:noFill/>
        </p:spPr>
        <p:txBody>
          <a:bodyPr/>
          <a:lstStyle/>
          <a:p>
            <a:pPr eaLnBrk="1" hangingPunct="1"/>
            <a:r>
              <a:rPr lang="en-US" altLang="en-US" dirty="0"/>
              <a:t>Dominance solvable games (example)</a:t>
            </a:r>
          </a:p>
        </p:txBody>
      </p:sp>
      <p:sp>
        <p:nvSpPr>
          <p:cNvPr id="30722" name="Rectangle 3"/>
          <p:cNvSpPr>
            <a:spLocks noGrp="1" noChangeArrowheads="1"/>
          </p:cNvSpPr>
          <p:nvPr>
            <p:ph idx="1"/>
          </p:nvPr>
        </p:nvSpPr>
        <p:spPr>
          <a:xfrm>
            <a:off x="838200" y="1456792"/>
            <a:ext cx="10337800" cy="1022210"/>
          </a:xfrm>
        </p:spPr>
        <p:txBody>
          <a:bodyPr>
            <a:normAutofit/>
          </a:bodyPr>
          <a:lstStyle/>
          <a:p>
            <a:pPr eaLnBrk="1" hangingPunct="1"/>
            <a:r>
              <a:rPr lang="en-US" altLang="en-US" sz="2200" dirty="0"/>
              <a:t>Example 1:</a:t>
            </a:r>
            <a:endParaRPr lang="en-US" altLang="en-US" sz="1800" i="1" dirty="0"/>
          </a:p>
          <a:p>
            <a:pPr lvl="3"/>
            <a:endParaRPr lang="en-US" altLang="en-US" sz="1400" dirty="0"/>
          </a:p>
          <a:p>
            <a:pPr eaLnBrk="1" hangingPunct="1"/>
            <a:endParaRPr lang="en-US" altLang="en-US" sz="2400" dirty="0"/>
          </a:p>
          <a:p>
            <a:pPr eaLnBrk="1" hangingPunct="1"/>
            <a:endParaRPr lang="en-US" altLang="en-US" sz="2400" dirty="0"/>
          </a:p>
          <a:p>
            <a:pPr eaLnBrk="1" hangingPunct="1"/>
            <a:endParaRPr lang="en-US" altLang="en-US" sz="2400" dirty="0"/>
          </a:p>
        </p:txBody>
      </p:sp>
      <mc:AlternateContent xmlns:mc="http://schemas.openxmlformats.org/markup-compatibility/2006" xmlns:a14="http://schemas.microsoft.com/office/drawing/2010/main">
        <mc:Choice Requires="a14">
          <p:graphicFrame>
            <p:nvGraphicFramePr>
              <p:cNvPr id="3" name="Table 5">
                <a:extLst>
                  <a:ext uri="{FF2B5EF4-FFF2-40B4-BE49-F238E27FC236}">
                    <a16:creationId xmlns:a16="http://schemas.microsoft.com/office/drawing/2014/main" id="{5DF409FD-AA46-4E1E-A4FF-DCCB5300D53A}"/>
                  </a:ext>
                </a:extLst>
              </p:cNvPr>
              <p:cNvGraphicFramePr>
                <a:graphicFrameLocks noGrp="1"/>
              </p:cNvGraphicFramePr>
              <p:nvPr>
                <p:extLst>
                  <p:ext uri="{D42A27DB-BD31-4B8C-83A1-F6EECF244321}">
                    <p14:modId xmlns:p14="http://schemas.microsoft.com/office/powerpoint/2010/main" val="4019693600"/>
                  </p:ext>
                </p:extLst>
              </p:nvPr>
            </p:nvGraphicFramePr>
            <p:xfrm>
              <a:off x="2747478" y="2518207"/>
              <a:ext cx="6244947" cy="1112520"/>
            </p:xfrm>
            <a:graphic>
              <a:graphicData uri="http://schemas.openxmlformats.org/drawingml/2006/table">
                <a:tbl>
                  <a:tblPr firstRow="1" bandRow="1">
                    <a:tableStyleId>{5940675A-B579-460E-94D1-54222C63F5DA}</a:tableStyleId>
                  </a:tblPr>
                  <a:tblGrid>
                    <a:gridCol w="1364235">
                      <a:extLst>
                        <a:ext uri="{9D8B030D-6E8A-4147-A177-3AD203B41FA5}">
                          <a16:colId xmlns:a16="http://schemas.microsoft.com/office/drawing/2014/main" val="4239227893"/>
                        </a:ext>
                      </a:extLst>
                    </a:gridCol>
                    <a:gridCol w="2428531">
                      <a:extLst>
                        <a:ext uri="{9D8B030D-6E8A-4147-A177-3AD203B41FA5}">
                          <a16:colId xmlns:a16="http://schemas.microsoft.com/office/drawing/2014/main" val="2948776960"/>
                        </a:ext>
                      </a:extLst>
                    </a:gridCol>
                    <a:gridCol w="2452181">
                      <a:extLst>
                        <a:ext uri="{9D8B030D-6E8A-4147-A177-3AD203B41FA5}">
                          <a16:colId xmlns:a16="http://schemas.microsoft.com/office/drawing/2014/main" val="1900868060"/>
                        </a:ext>
                      </a:extLst>
                    </a:gridCol>
                  </a:tblGrid>
                  <a:tr h="370840">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Left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Right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tx1"/>
                              </a:solidFill>
                            </a:rPr>
                            <a:t>Top</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3,  9</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2,  8</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3772902"/>
                      </a:ext>
                    </a:extLst>
                  </a:tr>
                  <a:tr h="370840">
                    <a:tc>
                      <a:txBody>
                        <a:bodyPr/>
                        <a:lstStyle/>
                        <a:p>
                          <a:r>
                            <a:rPr lang="en-US" dirty="0">
                              <a:solidFill>
                                <a:schemeClr val="tx1"/>
                              </a:solidFill>
                            </a:rPr>
                            <a:t>Bottom</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0,  2</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1,  1</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1172981"/>
                      </a:ext>
                    </a:extLst>
                  </a:tr>
                </a:tbl>
              </a:graphicData>
            </a:graphic>
          </p:graphicFrame>
        </mc:Choice>
        <mc:Fallback xmlns="">
          <p:graphicFrame>
            <p:nvGraphicFramePr>
              <p:cNvPr id="3" name="Table 5">
                <a:extLst>
                  <a:ext uri="{FF2B5EF4-FFF2-40B4-BE49-F238E27FC236}">
                    <a16:creationId xmlns:a16="http://schemas.microsoft.com/office/drawing/2014/main" id="{5DF409FD-AA46-4E1E-A4FF-DCCB5300D53A}"/>
                  </a:ext>
                </a:extLst>
              </p:cNvPr>
              <p:cNvGraphicFramePr>
                <a:graphicFrameLocks noGrp="1"/>
              </p:cNvGraphicFramePr>
              <p:nvPr>
                <p:extLst>
                  <p:ext uri="{D42A27DB-BD31-4B8C-83A1-F6EECF244321}">
                    <p14:modId xmlns:p14="http://schemas.microsoft.com/office/powerpoint/2010/main" val="4019693600"/>
                  </p:ext>
                </p:extLst>
              </p:nvPr>
            </p:nvGraphicFramePr>
            <p:xfrm>
              <a:off x="2747478" y="2518207"/>
              <a:ext cx="6244947" cy="1112520"/>
            </p:xfrm>
            <a:graphic>
              <a:graphicData uri="http://schemas.openxmlformats.org/drawingml/2006/table">
                <a:tbl>
                  <a:tblPr firstRow="1" bandRow="1">
                    <a:tableStyleId>{5940675A-B579-460E-94D1-54222C63F5DA}</a:tableStyleId>
                  </a:tblPr>
                  <a:tblGrid>
                    <a:gridCol w="1364235">
                      <a:extLst>
                        <a:ext uri="{9D8B030D-6E8A-4147-A177-3AD203B41FA5}">
                          <a16:colId xmlns:a16="http://schemas.microsoft.com/office/drawing/2014/main" val="4239227893"/>
                        </a:ext>
                      </a:extLst>
                    </a:gridCol>
                    <a:gridCol w="2428531">
                      <a:extLst>
                        <a:ext uri="{9D8B030D-6E8A-4147-A177-3AD203B41FA5}">
                          <a16:colId xmlns:a16="http://schemas.microsoft.com/office/drawing/2014/main" val="2948776960"/>
                        </a:ext>
                      </a:extLst>
                    </a:gridCol>
                    <a:gridCol w="2452181">
                      <a:extLst>
                        <a:ext uri="{9D8B030D-6E8A-4147-A177-3AD203B41FA5}">
                          <a16:colId xmlns:a16="http://schemas.microsoft.com/office/drawing/2014/main" val="1900868060"/>
                        </a:ext>
                      </a:extLst>
                    </a:gridCol>
                  </a:tblGrid>
                  <a:tr h="370840">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Left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Right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tx1"/>
                              </a:solidFill>
                            </a:rPr>
                            <a:t>Top</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140" t="-108197" r="-101504" b="-1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591" t="-108197" r="-496" b="-124590"/>
                          </a:stretch>
                        </a:blipFill>
                      </a:tcPr>
                    </a:tc>
                    <a:extLst>
                      <a:ext uri="{0D108BD9-81ED-4DB2-BD59-A6C34878D82A}">
                        <a16:rowId xmlns:a16="http://schemas.microsoft.com/office/drawing/2014/main" val="1923772902"/>
                      </a:ext>
                    </a:extLst>
                  </a:tr>
                  <a:tr h="370840">
                    <a:tc>
                      <a:txBody>
                        <a:bodyPr/>
                        <a:lstStyle/>
                        <a:p>
                          <a:r>
                            <a:rPr lang="en-US" dirty="0">
                              <a:solidFill>
                                <a:schemeClr val="tx1"/>
                              </a:solidFill>
                            </a:rPr>
                            <a:t>Bottom</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140" t="-208197" r="-101504" b="-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591" t="-208197" r="-496" b="-24590"/>
                          </a:stretch>
                        </a:blipFill>
                      </a:tcPr>
                    </a:tc>
                    <a:extLst>
                      <a:ext uri="{0D108BD9-81ED-4DB2-BD59-A6C34878D82A}">
                        <a16:rowId xmlns:a16="http://schemas.microsoft.com/office/drawing/2014/main" val="2781172981"/>
                      </a:ext>
                    </a:extLst>
                  </a:tr>
                </a:tbl>
              </a:graphicData>
            </a:graphic>
          </p:graphicFrame>
        </mc:Fallback>
      </mc:AlternateContent>
      <p:sp>
        <p:nvSpPr>
          <p:cNvPr id="4" name="TextBox 3">
            <a:extLst>
              <a:ext uri="{FF2B5EF4-FFF2-40B4-BE49-F238E27FC236}">
                <a16:creationId xmlns:a16="http://schemas.microsoft.com/office/drawing/2014/main" id="{49542F60-F172-4F43-9B83-27FEF4194BDA}"/>
              </a:ext>
            </a:extLst>
          </p:cNvPr>
          <p:cNvSpPr txBox="1"/>
          <p:nvPr/>
        </p:nvSpPr>
        <p:spPr>
          <a:xfrm>
            <a:off x="5987828" y="2056829"/>
            <a:ext cx="960199" cy="369332"/>
          </a:xfrm>
          <a:prstGeom prst="rect">
            <a:avLst/>
          </a:prstGeom>
          <a:noFill/>
        </p:spPr>
        <p:txBody>
          <a:bodyPr wrap="none" rtlCol="0">
            <a:spAutoFit/>
          </a:bodyPr>
          <a:lstStyle/>
          <a:p>
            <a:r>
              <a:rPr lang="en-US" b="1" dirty="0"/>
              <a:t>Player B</a:t>
            </a:r>
            <a:endParaRPr lang="en-GB" b="1" dirty="0"/>
          </a:p>
        </p:txBody>
      </p:sp>
      <p:sp>
        <p:nvSpPr>
          <p:cNvPr id="6" name="TextBox 5">
            <a:extLst>
              <a:ext uri="{FF2B5EF4-FFF2-40B4-BE49-F238E27FC236}">
                <a16:creationId xmlns:a16="http://schemas.microsoft.com/office/drawing/2014/main" id="{817968EF-EB35-456D-A891-4B601FDA0C10}"/>
              </a:ext>
            </a:extLst>
          </p:cNvPr>
          <p:cNvSpPr txBox="1"/>
          <p:nvPr/>
        </p:nvSpPr>
        <p:spPr>
          <a:xfrm>
            <a:off x="1523840" y="3063078"/>
            <a:ext cx="969817" cy="369332"/>
          </a:xfrm>
          <a:prstGeom prst="rect">
            <a:avLst/>
          </a:prstGeom>
          <a:noFill/>
        </p:spPr>
        <p:txBody>
          <a:bodyPr wrap="none" rtlCol="0">
            <a:spAutoFit/>
          </a:bodyPr>
          <a:lstStyle/>
          <a:p>
            <a:r>
              <a:rPr lang="en-US" b="1" dirty="0"/>
              <a:t>Player A</a:t>
            </a:r>
            <a:endParaRPr lang="en-GB" b="1" dirty="0"/>
          </a:p>
        </p:txBody>
      </p:sp>
      <p:cxnSp>
        <p:nvCxnSpPr>
          <p:cNvPr id="13" name="Straight Connector 12">
            <a:extLst>
              <a:ext uri="{FF2B5EF4-FFF2-40B4-BE49-F238E27FC236}">
                <a16:creationId xmlns:a16="http://schemas.microsoft.com/office/drawing/2014/main" id="{7DCB6B11-F822-488E-9C69-7939EF62A41C}"/>
              </a:ext>
            </a:extLst>
          </p:cNvPr>
          <p:cNvCxnSpPr>
            <a:cxnSpLocks/>
          </p:cNvCxnSpPr>
          <p:nvPr/>
        </p:nvCxnSpPr>
        <p:spPr>
          <a:xfrm>
            <a:off x="7798873" y="2518207"/>
            <a:ext cx="0" cy="1387613"/>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58A11DE-CC64-46FE-BF19-694EBE91E8A4}"/>
              </a:ext>
            </a:extLst>
          </p:cNvPr>
          <p:cNvCxnSpPr>
            <a:cxnSpLocks/>
          </p:cNvCxnSpPr>
          <p:nvPr/>
        </p:nvCxnSpPr>
        <p:spPr>
          <a:xfrm flipH="1">
            <a:off x="3752135" y="3432410"/>
            <a:ext cx="5510253"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Rectangle 3">
            <a:extLst>
              <a:ext uri="{FF2B5EF4-FFF2-40B4-BE49-F238E27FC236}">
                <a16:creationId xmlns:a16="http://schemas.microsoft.com/office/drawing/2014/main" id="{9866C2DF-D6D0-492E-A06D-ECA7D2B1D3E8}"/>
              </a:ext>
            </a:extLst>
          </p:cNvPr>
          <p:cNvSpPr txBox="1">
            <a:spLocks noChangeArrowheads="1"/>
          </p:cNvSpPr>
          <p:nvPr/>
        </p:nvSpPr>
        <p:spPr>
          <a:xfrm>
            <a:off x="793229" y="4214804"/>
            <a:ext cx="10337800" cy="24532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000" dirty="0"/>
              <a:t>Right is strictly dominated by Left for Player B.</a:t>
            </a:r>
          </a:p>
          <a:p>
            <a:r>
              <a:rPr lang="en-US" altLang="en-US" sz="2000" dirty="0"/>
              <a:t>Given the remaining entries, Bottom is strictly dominated by Top for Player A.</a:t>
            </a:r>
            <a:br>
              <a:rPr lang="en-US" altLang="en-US" sz="2000" dirty="0"/>
            </a:br>
            <a:br>
              <a:rPr lang="en-US" altLang="en-US" sz="2000" dirty="0"/>
            </a:br>
            <a:r>
              <a:rPr lang="en-US" altLang="en-US" sz="2000" dirty="0"/>
              <a:t>(The order can be reversed here.)</a:t>
            </a:r>
          </a:p>
          <a:p>
            <a:endParaRPr lang="en-US" altLang="en-US" sz="2400" dirty="0"/>
          </a:p>
          <a:p>
            <a:endParaRPr lang="en-US" altLang="en-US" sz="2400" dirty="0"/>
          </a:p>
          <a:p>
            <a:endParaRPr lang="en-US" altLang="en-US" sz="2400" dirty="0"/>
          </a:p>
          <a:p>
            <a:endParaRPr lang="en-US" altLang="en-US" sz="2400" dirty="0"/>
          </a:p>
          <a:p>
            <a:endParaRPr lang="en-US" altLang="en-US" sz="2400" dirty="0"/>
          </a:p>
        </p:txBody>
      </p:sp>
      <p:sp>
        <p:nvSpPr>
          <p:cNvPr id="2" name="Slide Number Placeholder 1">
            <a:extLst>
              <a:ext uri="{FF2B5EF4-FFF2-40B4-BE49-F238E27FC236}">
                <a16:creationId xmlns:a16="http://schemas.microsoft.com/office/drawing/2014/main" id="{D3BF6931-205A-96D2-CBBA-8CE90AED68EE}"/>
              </a:ext>
            </a:extLst>
          </p:cNvPr>
          <p:cNvSpPr>
            <a:spLocks noGrp="1"/>
          </p:cNvSpPr>
          <p:nvPr>
            <p:ph type="sldNum" sz="quarter" idx="12"/>
          </p:nvPr>
        </p:nvSpPr>
        <p:spPr/>
        <p:txBody>
          <a:bodyPr/>
          <a:lstStyle/>
          <a:p>
            <a:fld id="{104D1C85-D14C-4D1F-B1AC-077E19A989F2}" type="slidenum">
              <a:rPr lang="en-GB" smtClean="0"/>
              <a:t>20</a:t>
            </a:fld>
            <a:endParaRPr lang="en-GB" dirty="0"/>
          </a:p>
        </p:txBody>
      </p:sp>
    </p:spTree>
    <p:extLst>
      <p:ext uri="{BB962C8B-B14F-4D97-AF65-F5344CB8AC3E}">
        <p14:creationId xmlns:p14="http://schemas.microsoft.com/office/powerpoint/2010/main" val="3040503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a:xfrm>
            <a:off x="838200" y="325796"/>
            <a:ext cx="10515600" cy="1325563"/>
          </a:xfrm>
          <a:noFill/>
        </p:spPr>
        <p:txBody>
          <a:bodyPr/>
          <a:lstStyle/>
          <a:p>
            <a:pPr eaLnBrk="1" hangingPunct="1"/>
            <a:r>
              <a:rPr lang="en-US" altLang="en-US" dirty="0"/>
              <a:t>Dominance solvable games (example)</a:t>
            </a:r>
          </a:p>
        </p:txBody>
      </p:sp>
      <p:graphicFrame>
        <p:nvGraphicFramePr>
          <p:cNvPr id="5" name="Table 6">
            <a:extLst>
              <a:ext uri="{FF2B5EF4-FFF2-40B4-BE49-F238E27FC236}">
                <a16:creationId xmlns:a16="http://schemas.microsoft.com/office/drawing/2014/main" id="{81ECF50A-C22B-4745-8FD9-59725CAC5A68}"/>
              </a:ext>
            </a:extLst>
          </p:cNvPr>
          <p:cNvGraphicFramePr>
            <a:graphicFrameLocks noGrp="1"/>
          </p:cNvGraphicFramePr>
          <p:nvPr>
            <p:extLst>
              <p:ext uri="{D42A27DB-BD31-4B8C-83A1-F6EECF244321}">
                <p14:modId xmlns:p14="http://schemas.microsoft.com/office/powerpoint/2010/main" val="3588266753"/>
              </p:ext>
            </p:extLst>
          </p:nvPr>
        </p:nvGraphicFramePr>
        <p:xfrm>
          <a:off x="2446956" y="2170958"/>
          <a:ext cx="6626688" cy="1527862"/>
        </p:xfrm>
        <a:graphic>
          <a:graphicData uri="http://schemas.openxmlformats.org/drawingml/2006/table">
            <a:tbl>
              <a:tblPr firstRow="1" bandRow="1">
                <a:tableStyleId>{5940675A-B579-460E-94D1-54222C63F5DA}</a:tableStyleId>
              </a:tblPr>
              <a:tblGrid>
                <a:gridCol w="1035822">
                  <a:extLst>
                    <a:ext uri="{9D8B030D-6E8A-4147-A177-3AD203B41FA5}">
                      <a16:colId xmlns:a16="http://schemas.microsoft.com/office/drawing/2014/main" val="622895095"/>
                    </a:ext>
                  </a:extLst>
                </a:gridCol>
                <a:gridCol w="1920443">
                  <a:extLst>
                    <a:ext uri="{9D8B030D-6E8A-4147-A177-3AD203B41FA5}">
                      <a16:colId xmlns:a16="http://schemas.microsoft.com/office/drawing/2014/main" val="4037764166"/>
                    </a:ext>
                  </a:extLst>
                </a:gridCol>
                <a:gridCol w="1828800">
                  <a:extLst>
                    <a:ext uri="{9D8B030D-6E8A-4147-A177-3AD203B41FA5}">
                      <a16:colId xmlns:a16="http://schemas.microsoft.com/office/drawing/2014/main" val="1880633745"/>
                    </a:ext>
                  </a:extLst>
                </a:gridCol>
                <a:gridCol w="1841623">
                  <a:extLst>
                    <a:ext uri="{9D8B030D-6E8A-4147-A177-3AD203B41FA5}">
                      <a16:colId xmlns:a16="http://schemas.microsoft.com/office/drawing/2014/main" val="472081921"/>
                    </a:ext>
                  </a:extLst>
                </a:gridCol>
              </a:tblGrid>
              <a:tr h="370840">
                <a:tc>
                  <a:txBody>
                    <a:bodyPr/>
                    <a:lstStyle/>
                    <a:p>
                      <a:endParaRPr lang="en-GB"/>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t>Left</a:t>
                      </a:r>
                      <a:endParaRPr lang="en-GB"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Center</a:t>
                      </a:r>
                      <a:endParaRPr lang="en-GB"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Right</a:t>
                      </a:r>
                      <a:endParaRPr lang="en-GB"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26610498"/>
                  </a:ext>
                </a:extLst>
              </a:tr>
              <a:tr h="415342">
                <a:tc>
                  <a:txBody>
                    <a:bodyPr/>
                    <a:lstStyle/>
                    <a:p>
                      <a:r>
                        <a:rPr lang="en-US" dirty="0"/>
                        <a:t>Top</a:t>
                      </a:r>
                      <a:endParaRPr lang="en-GB"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dirty="0"/>
                        <a:t>20,10</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10,20</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100,0</a:t>
                      </a:r>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84353725"/>
                  </a:ext>
                </a:extLst>
              </a:tr>
              <a:tr h="370840">
                <a:tc>
                  <a:txBody>
                    <a:bodyPr/>
                    <a:lstStyle/>
                    <a:p>
                      <a:r>
                        <a:rPr lang="en-US" dirty="0"/>
                        <a:t>Middle</a:t>
                      </a:r>
                      <a:endParaRPr lang="en-GB"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dirty="0"/>
                        <a:t>30,0</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25,10</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50,0</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35809862"/>
                  </a:ext>
                </a:extLst>
              </a:tr>
              <a:tr h="370840">
                <a:tc>
                  <a:txBody>
                    <a:bodyPr/>
                    <a:lstStyle/>
                    <a:p>
                      <a:r>
                        <a:rPr lang="en-US" dirty="0"/>
                        <a:t>Bottom</a:t>
                      </a:r>
                      <a:endParaRPr lang="en-GB"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dirty="0"/>
                        <a:t>0,100</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0,200</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0,500</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94428777"/>
                  </a:ext>
                </a:extLst>
              </a:tr>
            </a:tbl>
          </a:graphicData>
        </a:graphic>
      </p:graphicFrame>
      <p:sp>
        <p:nvSpPr>
          <p:cNvPr id="7" name="TextBox 6">
            <a:extLst>
              <a:ext uri="{FF2B5EF4-FFF2-40B4-BE49-F238E27FC236}">
                <a16:creationId xmlns:a16="http://schemas.microsoft.com/office/drawing/2014/main" id="{A06B0C54-AB52-41E0-90C5-83E9FF290D05}"/>
              </a:ext>
            </a:extLst>
          </p:cNvPr>
          <p:cNvSpPr txBox="1"/>
          <p:nvPr/>
        </p:nvSpPr>
        <p:spPr>
          <a:xfrm>
            <a:off x="5894944" y="1842206"/>
            <a:ext cx="960199" cy="369332"/>
          </a:xfrm>
          <a:prstGeom prst="rect">
            <a:avLst/>
          </a:prstGeom>
          <a:noFill/>
        </p:spPr>
        <p:txBody>
          <a:bodyPr wrap="none" rtlCol="0">
            <a:spAutoFit/>
          </a:bodyPr>
          <a:lstStyle/>
          <a:p>
            <a:r>
              <a:rPr lang="en-US" b="1" dirty="0"/>
              <a:t>Player B</a:t>
            </a:r>
            <a:endParaRPr lang="en-GB" b="1" dirty="0"/>
          </a:p>
        </p:txBody>
      </p:sp>
      <p:sp>
        <p:nvSpPr>
          <p:cNvPr id="9" name="TextBox 8">
            <a:extLst>
              <a:ext uri="{FF2B5EF4-FFF2-40B4-BE49-F238E27FC236}">
                <a16:creationId xmlns:a16="http://schemas.microsoft.com/office/drawing/2014/main" id="{9C4D9F69-AD8E-4224-A15E-3A9D7AAA4D6D}"/>
              </a:ext>
            </a:extLst>
          </p:cNvPr>
          <p:cNvSpPr txBox="1"/>
          <p:nvPr/>
        </p:nvSpPr>
        <p:spPr>
          <a:xfrm>
            <a:off x="1430956" y="2848455"/>
            <a:ext cx="969817" cy="369332"/>
          </a:xfrm>
          <a:prstGeom prst="rect">
            <a:avLst/>
          </a:prstGeom>
          <a:noFill/>
        </p:spPr>
        <p:txBody>
          <a:bodyPr wrap="none" rtlCol="0">
            <a:spAutoFit/>
          </a:bodyPr>
          <a:lstStyle/>
          <a:p>
            <a:r>
              <a:rPr lang="en-US" b="1" dirty="0"/>
              <a:t>Player A</a:t>
            </a:r>
            <a:endParaRPr lang="en-GB" b="1" dirty="0"/>
          </a:p>
        </p:txBody>
      </p:sp>
      <p:cxnSp>
        <p:nvCxnSpPr>
          <p:cNvPr id="21" name="Straight Connector 20">
            <a:extLst>
              <a:ext uri="{FF2B5EF4-FFF2-40B4-BE49-F238E27FC236}">
                <a16:creationId xmlns:a16="http://schemas.microsoft.com/office/drawing/2014/main" id="{6C6861D2-938A-4D04-A6FF-69C101B310EC}"/>
              </a:ext>
            </a:extLst>
          </p:cNvPr>
          <p:cNvCxnSpPr>
            <a:cxnSpLocks/>
          </p:cNvCxnSpPr>
          <p:nvPr/>
        </p:nvCxnSpPr>
        <p:spPr>
          <a:xfrm flipH="1">
            <a:off x="3378350" y="3524364"/>
            <a:ext cx="5776493"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B7EB35B-10B2-4127-9CB8-FFA5F5F4765D}"/>
              </a:ext>
            </a:extLst>
          </p:cNvPr>
          <p:cNvCxnSpPr>
            <a:cxnSpLocks/>
          </p:cNvCxnSpPr>
          <p:nvPr/>
        </p:nvCxnSpPr>
        <p:spPr>
          <a:xfrm>
            <a:off x="4468912" y="2198896"/>
            <a:ext cx="0" cy="1081036"/>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6B1EFAF-ABB4-4E7A-A693-8258723FC999}"/>
              </a:ext>
            </a:extLst>
          </p:cNvPr>
          <p:cNvCxnSpPr>
            <a:cxnSpLocks/>
          </p:cNvCxnSpPr>
          <p:nvPr/>
        </p:nvCxnSpPr>
        <p:spPr>
          <a:xfrm>
            <a:off x="8158325" y="2181141"/>
            <a:ext cx="0" cy="1081036"/>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FDCD830-973A-4491-8A86-123C3E10D1D0}"/>
              </a:ext>
            </a:extLst>
          </p:cNvPr>
          <p:cNvCxnSpPr>
            <a:cxnSpLocks/>
          </p:cNvCxnSpPr>
          <p:nvPr/>
        </p:nvCxnSpPr>
        <p:spPr>
          <a:xfrm flipH="1">
            <a:off x="5436984" y="2726853"/>
            <a:ext cx="1791405"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Content Placeholder 9">
            <a:extLst>
              <a:ext uri="{FF2B5EF4-FFF2-40B4-BE49-F238E27FC236}">
                <a16:creationId xmlns:a16="http://schemas.microsoft.com/office/drawing/2014/main" id="{4769DF94-6F7A-44FD-8512-F25D28E9FE22}"/>
              </a:ext>
            </a:extLst>
          </p:cNvPr>
          <p:cNvSpPr>
            <a:spLocks noGrp="1"/>
          </p:cNvSpPr>
          <p:nvPr>
            <p:ph idx="1"/>
          </p:nvPr>
        </p:nvSpPr>
        <p:spPr>
          <a:xfrm>
            <a:off x="838200" y="4182843"/>
            <a:ext cx="10515600" cy="1994120"/>
          </a:xfrm>
        </p:spPr>
        <p:txBody>
          <a:bodyPr/>
          <a:lstStyle/>
          <a:p>
            <a:pPr marL="0" indent="0">
              <a:buNone/>
            </a:pPr>
            <a:endParaRPr lang="en-US"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p:txBody>
      </p:sp>
      <p:sp>
        <p:nvSpPr>
          <p:cNvPr id="19" name="Rectangle 3">
            <a:extLst>
              <a:ext uri="{FF2B5EF4-FFF2-40B4-BE49-F238E27FC236}">
                <a16:creationId xmlns:a16="http://schemas.microsoft.com/office/drawing/2014/main" id="{C9A109E2-8E14-41F2-A024-313AA4A2DFDB}"/>
              </a:ext>
            </a:extLst>
          </p:cNvPr>
          <p:cNvSpPr txBox="1">
            <a:spLocks noChangeArrowheads="1"/>
          </p:cNvSpPr>
          <p:nvPr/>
        </p:nvSpPr>
        <p:spPr>
          <a:xfrm>
            <a:off x="726044" y="4378999"/>
            <a:ext cx="10337800" cy="215350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000" dirty="0"/>
              <a:t>Bottom is strictly dominated by Middle or Top for Player A.</a:t>
            </a:r>
          </a:p>
          <a:p>
            <a:endParaRPr lang="en-US" altLang="en-US" sz="2000" dirty="0"/>
          </a:p>
          <a:p>
            <a:r>
              <a:rPr lang="en-US" altLang="en-US" sz="2000" dirty="0"/>
              <a:t>Given the remaining entries, Left and Right are strictly dominated by Center for Player B.</a:t>
            </a:r>
          </a:p>
          <a:p>
            <a:endParaRPr lang="en-US" altLang="en-US" sz="2000" dirty="0"/>
          </a:p>
          <a:p>
            <a:r>
              <a:rPr lang="en-US" altLang="en-US" sz="2000" dirty="0"/>
              <a:t>Given the final set of remaining entries, Top is strictly dominated by Middle for Player A.</a:t>
            </a:r>
            <a:br>
              <a:rPr lang="en-US" altLang="en-US" sz="2200" dirty="0"/>
            </a:br>
            <a:endParaRPr lang="en-US" altLang="en-US" sz="2400" dirty="0"/>
          </a:p>
          <a:p>
            <a:endParaRPr lang="en-US" altLang="en-US" sz="2400" dirty="0"/>
          </a:p>
          <a:p>
            <a:endParaRPr lang="en-US" altLang="en-US" sz="2400" dirty="0"/>
          </a:p>
          <a:p>
            <a:endParaRPr lang="en-US" altLang="en-US" sz="2400" dirty="0"/>
          </a:p>
          <a:p>
            <a:endParaRPr lang="en-US" altLang="en-US" sz="2400" dirty="0"/>
          </a:p>
        </p:txBody>
      </p:sp>
      <p:sp>
        <p:nvSpPr>
          <p:cNvPr id="20" name="Rectangle 3">
            <a:extLst>
              <a:ext uri="{FF2B5EF4-FFF2-40B4-BE49-F238E27FC236}">
                <a16:creationId xmlns:a16="http://schemas.microsoft.com/office/drawing/2014/main" id="{D0EBC9FA-6BE0-4438-AC1A-0193EDCBBA60}"/>
              </a:ext>
            </a:extLst>
          </p:cNvPr>
          <p:cNvSpPr txBox="1">
            <a:spLocks noChangeArrowheads="1"/>
          </p:cNvSpPr>
          <p:nvPr/>
        </p:nvSpPr>
        <p:spPr>
          <a:xfrm>
            <a:off x="838200" y="1456792"/>
            <a:ext cx="10337800" cy="10222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200" dirty="0"/>
              <a:t>Example 2:</a:t>
            </a:r>
            <a:endParaRPr lang="en-US" altLang="en-US" sz="1800" i="1" dirty="0"/>
          </a:p>
          <a:p>
            <a:pPr lvl="3"/>
            <a:endParaRPr lang="en-US" altLang="en-US" sz="1400" dirty="0"/>
          </a:p>
          <a:p>
            <a:endParaRPr lang="en-US" altLang="en-US" sz="2400" dirty="0"/>
          </a:p>
          <a:p>
            <a:endParaRPr lang="en-US" altLang="en-US" sz="2400" dirty="0"/>
          </a:p>
          <a:p>
            <a:endParaRPr lang="en-US" altLang="en-US" sz="2400" dirty="0"/>
          </a:p>
        </p:txBody>
      </p:sp>
      <p:sp>
        <p:nvSpPr>
          <p:cNvPr id="2" name="Slide Number Placeholder 1">
            <a:extLst>
              <a:ext uri="{FF2B5EF4-FFF2-40B4-BE49-F238E27FC236}">
                <a16:creationId xmlns:a16="http://schemas.microsoft.com/office/drawing/2014/main" id="{AF2A7FAC-EB03-44AD-F74C-2FD8E73BCEAB}"/>
              </a:ext>
            </a:extLst>
          </p:cNvPr>
          <p:cNvSpPr>
            <a:spLocks noGrp="1"/>
          </p:cNvSpPr>
          <p:nvPr>
            <p:ph type="sldNum" sz="quarter" idx="12"/>
          </p:nvPr>
        </p:nvSpPr>
        <p:spPr/>
        <p:txBody>
          <a:bodyPr/>
          <a:lstStyle/>
          <a:p>
            <a:fld id="{104D1C85-D14C-4D1F-B1AC-077E19A989F2}" type="slidenum">
              <a:rPr lang="en-GB" smtClean="0"/>
              <a:t>21</a:t>
            </a:fld>
            <a:endParaRPr lang="en-GB" dirty="0"/>
          </a:p>
        </p:txBody>
      </p:sp>
    </p:spTree>
    <p:extLst>
      <p:ext uri="{BB962C8B-B14F-4D97-AF65-F5344CB8AC3E}">
        <p14:creationId xmlns:p14="http://schemas.microsoft.com/office/powerpoint/2010/main" val="955833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a:xfrm>
            <a:off x="838200" y="325796"/>
            <a:ext cx="10515600" cy="1325563"/>
          </a:xfrm>
          <a:noFill/>
        </p:spPr>
        <p:txBody>
          <a:bodyPr/>
          <a:lstStyle/>
          <a:p>
            <a:pPr eaLnBrk="1" hangingPunct="1"/>
            <a:r>
              <a:rPr lang="en-US" altLang="en-US" dirty="0"/>
              <a:t>Dominance solvable games (alternatively..)</a:t>
            </a:r>
          </a:p>
        </p:txBody>
      </p:sp>
      <p:graphicFrame>
        <p:nvGraphicFramePr>
          <p:cNvPr id="5" name="Table 6">
            <a:extLst>
              <a:ext uri="{FF2B5EF4-FFF2-40B4-BE49-F238E27FC236}">
                <a16:creationId xmlns:a16="http://schemas.microsoft.com/office/drawing/2014/main" id="{81ECF50A-C22B-4745-8FD9-59725CAC5A68}"/>
              </a:ext>
            </a:extLst>
          </p:cNvPr>
          <p:cNvGraphicFramePr>
            <a:graphicFrameLocks noGrp="1"/>
          </p:cNvGraphicFramePr>
          <p:nvPr/>
        </p:nvGraphicFramePr>
        <p:xfrm>
          <a:off x="2446956" y="2170958"/>
          <a:ext cx="6626688" cy="1527862"/>
        </p:xfrm>
        <a:graphic>
          <a:graphicData uri="http://schemas.openxmlformats.org/drawingml/2006/table">
            <a:tbl>
              <a:tblPr firstRow="1" bandRow="1">
                <a:tableStyleId>{5940675A-B579-460E-94D1-54222C63F5DA}</a:tableStyleId>
              </a:tblPr>
              <a:tblGrid>
                <a:gridCol w="1035822">
                  <a:extLst>
                    <a:ext uri="{9D8B030D-6E8A-4147-A177-3AD203B41FA5}">
                      <a16:colId xmlns:a16="http://schemas.microsoft.com/office/drawing/2014/main" val="622895095"/>
                    </a:ext>
                  </a:extLst>
                </a:gridCol>
                <a:gridCol w="1920443">
                  <a:extLst>
                    <a:ext uri="{9D8B030D-6E8A-4147-A177-3AD203B41FA5}">
                      <a16:colId xmlns:a16="http://schemas.microsoft.com/office/drawing/2014/main" val="4037764166"/>
                    </a:ext>
                  </a:extLst>
                </a:gridCol>
                <a:gridCol w="1828800">
                  <a:extLst>
                    <a:ext uri="{9D8B030D-6E8A-4147-A177-3AD203B41FA5}">
                      <a16:colId xmlns:a16="http://schemas.microsoft.com/office/drawing/2014/main" val="1880633745"/>
                    </a:ext>
                  </a:extLst>
                </a:gridCol>
                <a:gridCol w="1841623">
                  <a:extLst>
                    <a:ext uri="{9D8B030D-6E8A-4147-A177-3AD203B41FA5}">
                      <a16:colId xmlns:a16="http://schemas.microsoft.com/office/drawing/2014/main" val="472081921"/>
                    </a:ext>
                  </a:extLst>
                </a:gridCol>
              </a:tblGrid>
              <a:tr h="370840">
                <a:tc>
                  <a:txBody>
                    <a:bodyPr/>
                    <a:lstStyle/>
                    <a:p>
                      <a:endParaRPr lang="en-GB"/>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t>Left</a:t>
                      </a:r>
                      <a:endParaRPr lang="en-GB"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Center</a:t>
                      </a:r>
                      <a:endParaRPr lang="en-GB"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Right</a:t>
                      </a:r>
                      <a:endParaRPr lang="en-GB"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26610498"/>
                  </a:ext>
                </a:extLst>
              </a:tr>
              <a:tr h="415342">
                <a:tc>
                  <a:txBody>
                    <a:bodyPr/>
                    <a:lstStyle/>
                    <a:p>
                      <a:r>
                        <a:rPr lang="en-US" dirty="0"/>
                        <a:t>Top</a:t>
                      </a:r>
                      <a:endParaRPr lang="en-GB"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dirty="0"/>
                        <a:t>20,10</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10,20</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100,0</a:t>
                      </a:r>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84353725"/>
                  </a:ext>
                </a:extLst>
              </a:tr>
              <a:tr h="370840">
                <a:tc>
                  <a:txBody>
                    <a:bodyPr/>
                    <a:lstStyle/>
                    <a:p>
                      <a:r>
                        <a:rPr lang="en-US" dirty="0"/>
                        <a:t>Middle</a:t>
                      </a:r>
                      <a:endParaRPr lang="en-GB"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dirty="0"/>
                        <a:t>30,0</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25,10</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50,0</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35809862"/>
                  </a:ext>
                </a:extLst>
              </a:tr>
              <a:tr h="370840">
                <a:tc>
                  <a:txBody>
                    <a:bodyPr/>
                    <a:lstStyle/>
                    <a:p>
                      <a:r>
                        <a:rPr lang="en-US" dirty="0"/>
                        <a:t>Bottom</a:t>
                      </a:r>
                      <a:endParaRPr lang="en-GB"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dirty="0"/>
                        <a:t>0,100</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0,200</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0,500</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94428777"/>
                  </a:ext>
                </a:extLst>
              </a:tr>
            </a:tbl>
          </a:graphicData>
        </a:graphic>
      </p:graphicFrame>
      <p:sp>
        <p:nvSpPr>
          <p:cNvPr id="7" name="TextBox 6">
            <a:extLst>
              <a:ext uri="{FF2B5EF4-FFF2-40B4-BE49-F238E27FC236}">
                <a16:creationId xmlns:a16="http://schemas.microsoft.com/office/drawing/2014/main" id="{A06B0C54-AB52-41E0-90C5-83E9FF290D05}"/>
              </a:ext>
            </a:extLst>
          </p:cNvPr>
          <p:cNvSpPr txBox="1"/>
          <p:nvPr/>
        </p:nvSpPr>
        <p:spPr>
          <a:xfrm>
            <a:off x="5894944" y="1842206"/>
            <a:ext cx="960199" cy="369332"/>
          </a:xfrm>
          <a:prstGeom prst="rect">
            <a:avLst/>
          </a:prstGeom>
          <a:noFill/>
        </p:spPr>
        <p:txBody>
          <a:bodyPr wrap="none" rtlCol="0">
            <a:spAutoFit/>
          </a:bodyPr>
          <a:lstStyle/>
          <a:p>
            <a:r>
              <a:rPr lang="en-US" b="1" dirty="0"/>
              <a:t>Player B</a:t>
            </a:r>
            <a:endParaRPr lang="en-GB" b="1" dirty="0"/>
          </a:p>
        </p:txBody>
      </p:sp>
      <p:sp>
        <p:nvSpPr>
          <p:cNvPr id="9" name="TextBox 8">
            <a:extLst>
              <a:ext uri="{FF2B5EF4-FFF2-40B4-BE49-F238E27FC236}">
                <a16:creationId xmlns:a16="http://schemas.microsoft.com/office/drawing/2014/main" id="{9C4D9F69-AD8E-4224-A15E-3A9D7AAA4D6D}"/>
              </a:ext>
            </a:extLst>
          </p:cNvPr>
          <p:cNvSpPr txBox="1"/>
          <p:nvPr/>
        </p:nvSpPr>
        <p:spPr>
          <a:xfrm>
            <a:off x="1430956" y="2848455"/>
            <a:ext cx="969817" cy="369332"/>
          </a:xfrm>
          <a:prstGeom prst="rect">
            <a:avLst/>
          </a:prstGeom>
          <a:noFill/>
        </p:spPr>
        <p:txBody>
          <a:bodyPr wrap="none" rtlCol="0">
            <a:spAutoFit/>
          </a:bodyPr>
          <a:lstStyle/>
          <a:p>
            <a:r>
              <a:rPr lang="en-US" b="1" dirty="0"/>
              <a:t>Player A</a:t>
            </a:r>
            <a:endParaRPr lang="en-GB" b="1" dirty="0"/>
          </a:p>
        </p:txBody>
      </p:sp>
      <p:cxnSp>
        <p:nvCxnSpPr>
          <p:cNvPr id="21" name="Straight Connector 20">
            <a:extLst>
              <a:ext uri="{FF2B5EF4-FFF2-40B4-BE49-F238E27FC236}">
                <a16:creationId xmlns:a16="http://schemas.microsoft.com/office/drawing/2014/main" id="{6C6861D2-938A-4D04-A6FF-69C101B310EC}"/>
              </a:ext>
            </a:extLst>
          </p:cNvPr>
          <p:cNvCxnSpPr>
            <a:cxnSpLocks/>
          </p:cNvCxnSpPr>
          <p:nvPr/>
        </p:nvCxnSpPr>
        <p:spPr>
          <a:xfrm flipH="1">
            <a:off x="3378350" y="3524364"/>
            <a:ext cx="5776493"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B7EB35B-10B2-4127-9CB8-FFA5F5F4765D}"/>
              </a:ext>
            </a:extLst>
          </p:cNvPr>
          <p:cNvCxnSpPr>
            <a:cxnSpLocks/>
          </p:cNvCxnSpPr>
          <p:nvPr/>
        </p:nvCxnSpPr>
        <p:spPr>
          <a:xfrm>
            <a:off x="4468912" y="2949677"/>
            <a:ext cx="0" cy="330255"/>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6B1EFAF-ABB4-4E7A-A693-8258723FC999}"/>
              </a:ext>
            </a:extLst>
          </p:cNvPr>
          <p:cNvCxnSpPr>
            <a:cxnSpLocks/>
          </p:cNvCxnSpPr>
          <p:nvPr/>
        </p:nvCxnSpPr>
        <p:spPr>
          <a:xfrm>
            <a:off x="8158325" y="2181141"/>
            <a:ext cx="0" cy="1081036"/>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FDCD830-973A-4491-8A86-123C3E10D1D0}"/>
              </a:ext>
            </a:extLst>
          </p:cNvPr>
          <p:cNvCxnSpPr>
            <a:cxnSpLocks/>
          </p:cNvCxnSpPr>
          <p:nvPr/>
        </p:nvCxnSpPr>
        <p:spPr>
          <a:xfrm flipH="1">
            <a:off x="3989439" y="2726853"/>
            <a:ext cx="323895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Content Placeholder 9">
            <a:extLst>
              <a:ext uri="{FF2B5EF4-FFF2-40B4-BE49-F238E27FC236}">
                <a16:creationId xmlns:a16="http://schemas.microsoft.com/office/drawing/2014/main" id="{4769DF94-6F7A-44FD-8512-F25D28E9FE22}"/>
              </a:ext>
            </a:extLst>
          </p:cNvPr>
          <p:cNvSpPr>
            <a:spLocks noGrp="1"/>
          </p:cNvSpPr>
          <p:nvPr>
            <p:ph idx="1"/>
          </p:nvPr>
        </p:nvSpPr>
        <p:spPr>
          <a:xfrm>
            <a:off x="838200" y="4182843"/>
            <a:ext cx="10515600" cy="1994120"/>
          </a:xfrm>
        </p:spPr>
        <p:txBody>
          <a:bodyPr/>
          <a:lstStyle/>
          <a:p>
            <a:pPr marL="0" indent="0">
              <a:buNone/>
            </a:pPr>
            <a:endParaRPr lang="en-US"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p:txBody>
      </p:sp>
      <p:sp>
        <p:nvSpPr>
          <p:cNvPr id="19" name="Rectangle 3">
            <a:extLst>
              <a:ext uri="{FF2B5EF4-FFF2-40B4-BE49-F238E27FC236}">
                <a16:creationId xmlns:a16="http://schemas.microsoft.com/office/drawing/2014/main" id="{C9A109E2-8E14-41F2-A024-313AA4A2DFDB}"/>
              </a:ext>
            </a:extLst>
          </p:cNvPr>
          <p:cNvSpPr txBox="1">
            <a:spLocks noChangeArrowheads="1"/>
          </p:cNvSpPr>
          <p:nvPr/>
        </p:nvSpPr>
        <p:spPr>
          <a:xfrm>
            <a:off x="726044" y="4378999"/>
            <a:ext cx="10337800" cy="21535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000" dirty="0"/>
              <a:t>Bottom is strictly dominated by Middle or Top for Player A.</a:t>
            </a:r>
          </a:p>
          <a:p>
            <a:r>
              <a:rPr lang="en-US" altLang="en-US" sz="2000" dirty="0"/>
              <a:t>Given the remaining entries, Right is strictly dominated by Center for Player B.</a:t>
            </a:r>
          </a:p>
          <a:p>
            <a:r>
              <a:rPr lang="en-US" altLang="en-US" sz="2000" dirty="0"/>
              <a:t>Given the remaining entries, Top is strictly dominated by Middle for </a:t>
            </a:r>
            <a:r>
              <a:rPr lang="en-US" altLang="en-US" sz="2000" dirty="0">
                <a:solidFill>
                  <a:srgbClr val="FF0000"/>
                </a:solidFill>
              </a:rPr>
              <a:t>Player A</a:t>
            </a:r>
            <a:r>
              <a:rPr lang="en-US" altLang="en-US" sz="2000" dirty="0"/>
              <a:t>.</a:t>
            </a:r>
          </a:p>
          <a:p>
            <a:r>
              <a:rPr lang="en-US" altLang="en-US" sz="2000" dirty="0"/>
              <a:t>Given the final set of remaining entries, Left is strictly dominated by Center for </a:t>
            </a:r>
            <a:r>
              <a:rPr lang="en-US" altLang="en-US" sz="2000" dirty="0">
                <a:solidFill>
                  <a:srgbClr val="FF0000"/>
                </a:solidFill>
              </a:rPr>
              <a:t>Player B</a:t>
            </a:r>
            <a:r>
              <a:rPr lang="en-US" altLang="en-US" sz="2000" dirty="0"/>
              <a:t>.</a:t>
            </a:r>
            <a:br>
              <a:rPr lang="en-US" altLang="en-US" sz="2200" dirty="0"/>
            </a:br>
            <a:endParaRPr lang="en-US" altLang="en-US" sz="2400" dirty="0"/>
          </a:p>
          <a:p>
            <a:endParaRPr lang="en-US" altLang="en-US" sz="2400" dirty="0"/>
          </a:p>
          <a:p>
            <a:endParaRPr lang="en-US" altLang="en-US" sz="2400" dirty="0"/>
          </a:p>
          <a:p>
            <a:endParaRPr lang="en-US" altLang="en-US" sz="2400" dirty="0"/>
          </a:p>
          <a:p>
            <a:endParaRPr lang="en-US" altLang="en-US" sz="2400" dirty="0"/>
          </a:p>
        </p:txBody>
      </p:sp>
      <p:sp>
        <p:nvSpPr>
          <p:cNvPr id="20" name="Rectangle 3">
            <a:extLst>
              <a:ext uri="{FF2B5EF4-FFF2-40B4-BE49-F238E27FC236}">
                <a16:creationId xmlns:a16="http://schemas.microsoft.com/office/drawing/2014/main" id="{D0EBC9FA-6BE0-4438-AC1A-0193EDCBBA60}"/>
              </a:ext>
            </a:extLst>
          </p:cNvPr>
          <p:cNvSpPr txBox="1">
            <a:spLocks noChangeArrowheads="1"/>
          </p:cNvSpPr>
          <p:nvPr/>
        </p:nvSpPr>
        <p:spPr>
          <a:xfrm>
            <a:off x="838200" y="1456792"/>
            <a:ext cx="10337800" cy="10222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200" dirty="0"/>
              <a:t>Example 2:</a:t>
            </a:r>
            <a:endParaRPr lang="en-US" altLang="en-US" sz="1800" i="1" dirty="0"/>
          </a:p>
          <a:p>
            <a:pPr lvl="3"/>
            <a:endParaRPr lang="en-US" altLang="en-US" sz="1400" dirty="0"/>
          </a:p>
          <a:p>
            <a:endParaRPr lang="en-US" altLang="en-US" sz="2400" dirty="0"/>
          </a:p>
          <a:p>
            <a:endParaRPr lang="en-US" altLang="en-US" sz="2400" dirty="0"/>
          </a:p>
          <a:p>
            <a:endParaRPr lang="en-US" altLang="en-US" sz="2400" dirty="0"/>
          </a:p>
        </p:txBody>
      </p:sp>
      <p:sp>
        <p:nvSpPr>
          <p:cNvPr id="2" name="Slide Number Placeholder 1">
            <a:extLst>
              <a:ext uri="{FF2B5EF4-FFF2-40B4-BE49-F238E27FC236}">
                <a16:creationId xmlns:a16="http://schemas.microsoft.com/office/drawing/2014/main" id="{DD596D64-A004-8016-99FF-716D52BDFF37}"/>
              </a:ext>
            </a:extLst>
          </p:cNvPr>
          <p:cNvSpPr>
            <a:spLocks noGrp="1"/>
          </p:cNvSpPr>
          <p:nvPr>
            <p:ph type="sldNum" sz="quarter" idx="12"/>
          </p:nvPr>
        </p:nvSpPr>
        <p:spPr/>
        <p:txBody>
          <a:bodyPr/>
          <a:lstStyle/>
          <a:p>
            <a:fld id="{104D1C85-D14C-4D1F-B1AC-077E19A989F2}" type="slidenum">
              <a:rPr lang="en-GB" smtClean="0"/>
              <a:t>22</a:t>
            </a:fld>
            <a:endParaRPr lang="en-GB" dirty="0"/>
          </a:p>
        </p:txBody>
      </p:sp>
    </p:spTree>
    <p:extLst>
      <p:ext uri="{BB962C8B-B14F-4D97-AF65-F5344CB8AC3E}">
        <p14:creationId xmlns:p14="http://schemas.microsoft.com/office/powerpoint/2010/main" val="2012034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21"/>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9">
                                            <p:txEl>
                                              <p:pRg st="1" end="1"/>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2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9">
                                            <p:txEl>
                                              <p:pRg st="2" end="2"/>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2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9">
                                            <p:txEl>
                                              <p:pRg st="3" end="3"/>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a:xfrm>
            <a:off x="838200" y="325796"/>
            <a:ext cx="10515600" cy="1325563"/>
          </a:xfrm>
          <a:noFill/>
        </p:spPr>
        <p:txBody>
          <a:bodyPr/>
          <a:lstStyle/>
          <a:p>
            <a:pPr eaLnBrk="1" hangingPunct="1"/>
            <a:r>
              <a:rPr lang="en-US" altLang="en-US" dirty="0"/>
              <a:t>Dominance solvable games</a:t>
            </a:r>
          </a:p>
        </p:txBody>
      </p:sp>
      <p:sp>
        <p:nvSpPr>
          <p:cNvPr id="30722" name="Rectangle 3"/>
          <p:cNvSpPr>
            <a:spLocks noGrp="1" noChangeArrowheads="1"/>
          </p:cNvSpPr>
          <p:nvPr>
            <p:ph idx="1"/>
          </p:nvPr>
        </p:nvSpPr>
        <p:spPr>
          <a:xfrm>
            <a:off x="838200" y="1651359"/>
            <a:ext cx="10337800" cy="4434342"/>
          </a:xfrm>
        </p:spPr>
        <p:txBody>
          <a:bodyPr>
            <a:normAutofit/>
          </a:bodyPr>
          <a:lstStyle/>
          <a:p>
            <a:r>
              <a:rPr lang="en-US" altLang="en-US" sz="2000" dirty="0"/>
              <a:t>We can do this procedure, eliminating iteratively either only</a:t>
            </a:r>
          </a:p>
          <a:p>
            <a:pPr lvl="1"/>
            <a:r>
              <a:rPr lang="en-US" altLang="en-US" sz="1800" dirty="0"/>
              <a:t>Strictly dominated strategies OR</a:t>
            </a:r>
          </a:p>
          <a:p>
            <a:pPr lvl="1"/>
            <a:r>
              <a:rPr lang="en-US" altLang="en-US" sz="1800" dirty="0"/>
              <a:t>Weakly dominated strategies</a:t>
            </a:r>
          </a:p>
          <a:p>
            <a:endParaRPr lang="en-US" altLang="en-US" sz="2400" dirty="0"/>
          </a:p>
          <a:p>
            <a:r>
              <a:rPr lang="en-US" altLang="en-US" sz="2000" dirty="0"/>
              <a:t>Note: since we are picking a player randomly, the order of eliminations might be different.</a:t>
            </a:r>
          </a:p>
          <a:p>
            <a:pPr lvl="1"/>
            <a:r>
              <a:rPr lang="en-US" altLang="en-US" sz="1800" i="1" dirty="0"/>
              <a:t>When eliminating strictly dominated strategies, this does not matter</a:t>
            </a:r>
          </a:p>
          <a:p>
            <a:pPr lvl="1"/>
            <a:r>
              <a:rPr lang="en-US" altLang="en-US" sz="1800" i="1" dirty="0"/>
              <a:t>When eliminating weakly dominated strategies, this will matter</a:t>
            </a:r>
          </a:p>
          <a:p>
            <a:pPr lvl="1"/>
            <a:endParaRPr lang="en-US" altLang="en-US" sz="1600" i="1" dirty="0"/>
          </a:p>
          <a:p>
            <a:pPr lvl="1"/>
            <a:endParaRPr lang="en-US" altLang="en-US" sz="1600" i="1" dirty="0"/>
          </a:p>
          <a:p>
            <a:r>
              <a:rPr lang="en-US" altLang="en-US" sz="1800" b="1" dirty="0"/>
              <a:t>The tutorial will cover some examples of this!</a:t>
            </a:r>
          </a:p>
          <a:p>
            <a:pPr marL="457200" lvl="1" indent="0">
              <a:buNone/>
            </a:pPr>
            <a:endParaRPr lang="en-US" altLang="en-US" sz="1400" i="1" dirty="0"/>
          </a:p>
          <a:p>
            <a:pPr lvl="1"/>
            <a:endParaRPr lang="en-US" altLang="en-US" sz="2200" i="1" dirty="0"/>
          </a:p>
          <a:p>
            <a:pPr lvl="3"/>
            <a:endParaRPr lang="en-US" altLang="en-US" sz="1400" dirty="0"/>
          </a:p>
          <a:p>
            <a:pPr eaLnBrk="1" hangingPunct="1"/>
            <a:endParaRPr lang="en-US" altLang="en-US" sz="2400" dirty="0"/>
          </a:p>
          <a:p>
            <a:pPr eaLnBrk="1" hangingPunct="1"/>
            <a:endParaRPr lang="en-US" altLang="en-US" sz="2400" dirty="0"/>
          </a:p>
          <a:p>
            <a:pPr eaLnBrk="1" hangingPunct="1"/>
            <a:endParaRPr lang="en-US" altLang="en-US" sz="2400" dirty="0"/>
          </a:p>
        </p:txBody>
      </p:sp>
      <p:sp>
        <p:nvSpPr>
          <p:cNvPr id="2" name="Slide Number Placeholder 1">
            <a:extLst>
              <a:ext uri="{FF2B5EF4-FFF2-40B4-BE49-F238E27FC236}">
                <a16:creationId xmlns:a16="http://schemas.microsoft.com/office/drawing/2014/main" id="{A459E89C-FB4F-E83E-4BF2-130E94EE144F}"/>
              </a:ext>
            </a:extLst>
          </p:cNvPr>
          <p:cNvSpPr>
            <a:spLocks noGrp="1"/>
          </p:cNvSpPr>
          <p:nvPr>
            <p:ph type="sldNum" sz="quarter" idx="12"/>
          </p:nvPr>
        </p:nvSpPr>
        <p:spPr/>
        <p:txBody>
          <a:bodyPr/>
          <a:lstStyle/>
          <a:p>
            <a:fld id="{104D1C85-D14C-4D1F-B1AC-077E19A989F2}" type="slidenum">
              <a:rPr lang="en-GB" smtClean="0"/>
              <a:t>23</a:t>
            </a:fld>
            <a:endParaRPr lang="en-GB" dirty="0"/>
          </a:p>
        </p:txBody>
      </p:sp>
    </p:spTree>
    <p:extLst>
      <p:ext uri="{BB962C8B-B14F-4D97-AF65-F5344CB8AC3E}">
        <p14:creationId xmlns:p14="http://schemas.microsoft.com/office/powerpoint/2010/main" val="999027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22">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22">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2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FB2F453-757C-4909-93B5-F317D99D73B4}"/>
              </a:ext>
            </a:extLst>
          </p:cNvPr>
          <p:cNvSpPr/>
          <p:nvPr/>
        </p:nvSpPr>
        <p:spPr>
          <a:xfrm>
            <a:off x="633121" y="1540338"/>
            <a:ext cx="10720679" cy="141550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697" name="Rectangle 2"/>
          <p:cNvSpPr>
            <a:spLocks noGrp="1" noChangeArrowheads="1"/>
          </p:cNvSpPr>
          <p:nvPr>
            <p:ph type="title"/>
          </p:nvPr>
        </p:nvSpPr>
        <p:spPr>
          <a:noFill/>
        </p:spPr>
        <p:txBody>
          <a:bodyPr/>
          <a:lstStyle/>
          <a:p>
            <a:pPr eaLnBrk="1" hangingPunct="1"/>
            <a:r>
              <a:rPr lang="en-US" altLang="en-US" dirty="0"/>
              <a:t>Dominance solvable</a:t>
            </a:r>
          </a:p>
        </p:txBody>
      </p:sp>
      <p:sp>
        <p:nvSpPr>
          <p:cNvPr id="29698" name="Rectangle 3"/>
          <p:cNvSpPr>
            <a:spLocks noGrp="1" noChangeArrowheads="1"/>
          </p:cNvSpPr>
          <p:nvPr>
            <p:ph idx="1"/>
          </p:nvPr>
        </p:nvSpPr>
        <p:spPr>
          <a:xfrm>
            <a:off x="838199" y="1753170"/>
            <a:ext cx="10218149" cy="4755473"/>
          </a:xfrm>
        </p:spPr>
        <p:txBody>
          <a:bodyPr>
            <a:normAutofit/>
          </a:bodyPr>
          <a:lstStyle/>
          <a:p>
            <a:pPr marL="0" indent="0">
              <a:spcBef>
                <a:spcPts val="600"/>
              </a:spcBef>
              <a:buNone/>
            </a:pPr>
            <a:r>
              <a:rPr lang="en-US" altLang="en-US" sz="2000" dirty="0"/>
              <a:t>We say that a game is (weakly) </a:t>
            </a:r>
            <a:r>
              <a:rPr lang="en-US" altLang="en-US" sz="2000" b="1" dirty="0">
                <a:solidFill>
                  <a:srgbClr val="0000FF"/>
                </a:solidFill>
              </a:rPr>
              <a:t>dominance solvable </a:t>
            </a:r>
            <a:r>
              <a:rPr lang="en-US" altLang="en-US" sz="2000" dirty="0"/>
              <a:t>if iteratively eliminating (weakly) strictly dominated strategies leads to </a:t>
            </a:r>
            <a:r>
              <a:rPr lang="en-US" altLang="en-US" sz="2000" b="1" u="sng" dirty="0"/>
              <a:t>one</a:t>
            </a:r>
            <a:r>
              <a:rPr lang="en-US" altLang="en-US" sz="2000" dirty="0"/>
              <a:t> remaining entry in the matrix </a:t>
            </a:r>
            <a:r>
              <a:rPr lang="en-US" altLang="en-US" sz="2000" b="1" dirty="0">
                <a:solidFill>
                  <a:srgbClr val="FF0000"/>
                </a:solidFill>
              </a:rPr>
              <a:t>for </a:t>
            </a:r>
            <a:r>
              <a:rPr lang="en-US" altLang="en-US" sz="2000" b="1" u="sng" dirty="0">
                <a:solidFill>
                  <a:srgbClr val="FF0000"/>
                </a:solidFill>
              </a:rPr>
              <a:t>some order</a:t>
            </a:r>
            <a:r>
              <a:rPr lang="en-US" altLang="en-US" sz="2000" b="1" dirty="0">
                <a:solidFill>
                  <a:srgbClr val="FF0000"/>
                </a:solidFill>
              </a:rPr>
              <a:t> of eliminations</a:t>
            </a:r>
            <a:r>
              <a:rPr lang="en-US" altLang="en-US" sz="2000" dirty="0"/>
              <a:t>.</a:t>
            </a:r>
          </a:p>
          <a:p>
            <a:pPr lvl="1">
              <a:spcBef>
                <a:spcPts val="600"/>
              </a:spcBef>
            </a:pPr>
            <a:r>
              <a:rPr lang="en-US" altLang="en-US" sz="1800" dirty="0"/>
              <a:t>If a game is dominance solvable, the single remaining entry is a likely outcome.</a:t>
            </a:r>
          </a:p>
          <a:p>
            <a:pPr>
              <a:spcBef>
                <a:spcPts val="600"/>
              </a:spcBef>
            </a:pPr>
            <a:endParaRPr lang="en-US" altLang="en-US" sz="2000" dirty="0"/>
          </a:p>
          <a:p>
            <a:pPr>
              <a:spcBef>
                <a:spcPts val="600"/>
              </a:spcBef>
            </a:pPr>
            <a:r>
              <a:rPr lang="en-US" altLang="en-US" sz="2000" dirty="0"/>
              <a:t>However, such solutions do not always exist!</a:t>
            </a:r>
          </a:p>
          <a:p>
            <a:pPr>
              <a:spcBef>
                <a:spcPts val="600"/>
              </a:spcBef>
            </a:pPr>
            <a:endParaRPr lang="en-US" altLang="en-US" sz="2000" dirty="0"/>
          </a:p>
          <a:p>
            <a:pPr>
              <a:spcBef>
                <a:spcPts val="600"/>
              </a:spcBef>
            </a:pPr>
            <a:r>
              <a:rPr lang="en-US" altLang="en-US" sz="2000" dirty="0"/>
              <a:t>In the example below, no strategies can be eliminated…</a:t>
            </a:r>
            <a:r>
              <a:rPr lang="en-US" altLang="en-US" sz="2200" dirty="0"/>
              <a:t>	</a:t>
            </a:r>
          </a:p>
          <a:p>
            <a:pPr lvl="2">
              <a:spcBef>
                <a:spcPts val="600"/>
              </a:spcBef>
            </a:pPr>
            <a:endParaRPr lang="en-US" altLang="en-US" sz="1800" dirty="0"/>
          </a:p>
          <a:p>
            <a:pPr lvl="1" eaLnBrk="1" hangingPunct="1">
              <a:spcBef>
                <a:spcPts val="600"/>
              </a:spcBef>
            </a:pPr>
            <a:endParaRPr lang="en-US" altLang="en-US" sz="2000" dirty="0"/>
          </a:p>
          <a:p>
            <a:pPr>
              <a:spcBef>
                <a:spcPts val="600"/>
              </a:spcBef>
            </a:pPr>
            <a:endParaRPr lang="en-US" altLang="en-US" sz="2400" dirty="0"/>
          </a:p>
          <a:p>
            <a:pPr>
              <a:spcBef>
                <a:spcPts val="600"/>
              </a:spcBef>
            </a:pPr>
            <a:endParaRPr lang="en-US" altLang="en-US" sz="2400" dirty="0"/>
          </a:p>
          <a:p>
            <a:pPr lvl="1" eaLnBrk="1" hangingPunct="1">
              <a:spcBef>
                <a:spcPts val="600"/>
              </a:spcBef>
            </a:pPr>
            <a:endParaRPr lang="en-US" altLang="en-US" sz="2000" dirty="0"/>
          </a:p>
          <a:p>
            <a:pPr lvl="2">
              <a:spcBef>
                <a:spcPts val="600"/>
              </a:spcBef>
            </a:pPr>
            <a:endParaRPr lang="en-US" altLang="en-US" sz="1800" dirty="0"/>
          </a:p>
        </p:txBody>
      </p:sp>
      <mc:AlternateContent xmlns:mc="http://schemas.openxmlformats.org/markup-compatibility/2006" xmlns:a14="http://schemas.microsoft.com/office/drawing/2010/main">
        <mc:Choice Requires="a14">
          <p:graphicFrame>
            <p:nvGraphicFramePr>
              <p:cNvPr id="3" name="Table 5">
                <a:extLst>
                  <a:ext uri="{FF2B5EF4-FFF2-40B4-BE49-F238E27FC236}">
                    <a16:creationId xmlns:a16="http://schemas.microsoft.com/office/drawing/2014/main" id="{5653AC4E-C842-4918-8505-2FEC7139B665}"/>
                  </a:ext>
                </a:extLst>
              </p:cNvPr>
              <p:cNvGraphicFramePr>
                <a:graphicFrameLocks noGrp="1"/>
              </p:cNvGraphicFramePr>
              <p:nvPr>
                <p:extLst>
                  <p:ext uri="{D42A27DB-BD31-4B8C-83A1-F6EECF244321}">
                    <p14:modId xmlns:p14="http://schemas.microsoft.com/office/powerpoint/2010/main" val="2276929354"/>
                  </p:ext>
                </p:extLst>
              </p:nvPr>
            </p:nvGraphicFramePr>
            <p:xfrm>
              <a:off x="2739482" y="4762568"/>
              <a:ext cx="6244947" cy="1112520"/>
            </p:xfrm>
            <a:graphic>
              <a:graphicData uri="http://schemas.openxmlformats.org/drawingml/2006/table">
                <a:tbl>
                  <a:tblPr firstRow="1" bandRow="1">
                    <a:tableStyleId>{5940675A-B579-460E-94D1-54222C63F5DA}</a:tableStyleId>
                  </a:tblPr>
                  <a:tblGrid>
                    <a:gridCol w="1364235">
                      <a:extLst>
                        <a:ext uri="{9D8B030D-6E8A-4147-A177-3AD203B41FA5}">
                          <a16:colId xmlns:a16="http://schemas.microsoft.com/office/drawing/2014/main" val="4239227893"/>
                        </a:ext>
                      </a:extLst>
                    </a:gridCol>
                    <a:gridCol w="2428531">
                      <a:extLst>
                        <a:ext uri="{9D8B030D-6E8A-4147-A177-3AD203B41FA5}">
                          <a16:colId xmlns:a16="http://schemas.microsoft.com/office/drawing/2014/main" val="2948776960"/>
                        </a:ext>
                      </a:extLst>
                    </a:gridCol>
                    <a:gridCol w="2452181">
                      <a:extLst>
                        <a:ext uri="{9D8B030D-6E8A-4147-A177-3AD203B41FA5}">
                          <a16:colId xmlns:a16="http://schemas.microsoft.com/office/drawing/2014/main" val="1900868060"/>
                        </a:ext>
                      </a:extLst>
                    </a:gridCol>
                  </a:tblGrid>
                  <a:tr h="370840">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Left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Right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tx1"/>
                              </a:solidFill>
                            </a:rPr>
                            <a:t>Top</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5,  0</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0,  2</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3772902"/>
                      </a:ext>
                    </a:extLst>
                  </a:tr>
                  <a:tr h="370840">
                    <a:tc>
                      <a:txBody>
                        <a:bodyPr/>
                        <a:lstStyle/>
                        <a:p>
                          <a:r>
                            <a:rPr lang="en-US" dirty="0">
                              <a:solidFill>
                                <a:schemeClr val="tx1"/>
                              </a:solidFill>
                            </a:rPr>
                            <a:t>Bottom</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0,  2</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1,  0</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1172981"/>
                      </a:ext>
                    </a:extLst>
                  </a:tr>
                </a:tbl>
              </a:graphicData>
            </a:graphic>
          </p:graphicFrame>
        </mc:Choice>
        <mc:Fallback xmlns="">
          <p:graphicFrame>
            <p:nvGraphicFramePr>
              <p:cNvPr id="3" name="Table 5">
                <a:extLst>
                  <a:ext uri="{FF2B5EF4-FFF2-40B4-BE49-F238E27FC236}">
                    <a16:creationId xmlns:a16="http://schemas.microsoft.com/office/drawing/2014/main" id="{5653AC4E-C842-4918-8505-2FEC7139B665}"/>
                  </a:ext>
                </a:extLst>
              </p:cNvPr>
              <p:cNvGraphicFramePr>
                <a:graphicFrameLocks noGrp="1"/>
              </p:cNvGraphicFramePr>
              <p:nvPr>
                <p:extLst>
                  <p:ext uri="{D42A27DB-BD31-4B8C-83A1-F6EECF244321}">
                    <p14:modId xmlns:p14="http://schemas.microsoft.com/office/powerpoint/2010/main" val="2276929354"/>
                  </p:ext>
                </p:extLst>
              </p:nvPr>
            </p:nvGraphicFramePr>
            <p:xfrm>
              <a:off x="2739482" y="4762568"/>
              <a:ext cx="6244947" cy="1112520"/>
            </p:xfrm>
            <a:graphic>
              <a:graphicData uri="http://schemas.openxmlformats.org/drawingml/2006/table">
                <a:tbl>
                  <a:tblPr firstRow="1" bandRow="1">
                    <a:tableStyleId>{5940675A-B579-460E-94D1-54222C63F5DA}</a:tableStyleId>
                  </a:tblPr>
                  <a:tblGrid>
                    <a:gridCol w="1364235">
                      <a:extLst>
                        <a:ext uri="{9D8B030D-6E8A-4147-A177-3AD203B41FA5}">
                          <a16:colId xmlns:a16="http://schemas.microsoft.com/office/drawing/2014/main" val="4239227893"/>
                        </a:ext>
                      </a:extLst>
                    </a:gridCol>
                    <a:gridCol w="2428531">
                      <a:extLst>
                        <a:ext uri="{9D8B030D-6E8A-4147-A177-3AD203B41FA5}">
                          <a16:colId xmlns:a16="http://schemas.microsoft.com/office/drawing/2014/main" val="2948776960"/>
                        </a:ext>
                      </a:extLst>
                    </a:gridCol>
                    <a:gridCol w="2452181">
                      <a:extLst>
                        <a:ext uri="{9D8B030D-6E8A-4147-A177-3AD203B41FA5}">
                          <a16:colId xmlns:a16="http://schemas.microsoft.com/office/drawing/2014/main" val="1900868060"/>
                        </a:ext>
                      </a:extLst>
                    </a:gridCol>
                  </a:tblGrid>
                  <a:tr h="370840">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Left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Right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tx1"/>
                              </a:solidFill>
                            </a:rPr>
                            <a:t>Top</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140" t="-108197" r="-101253" b="-1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975" t="-108197" r="-498" b="-124590"/>
                          </a:stretch>
                        </a:blipFill>
                      </a:tcPr>
                    </a:tc>
                    <a:extLst>
                      <a:ext uri="{0D108BD9-81ED-4DB2-BD59-A6C34878D82A}">
                        <a16:rowId xmlns:a16="http://schemas.microsoft.com/office/drawing/2014/main" val="1923772902"/>
                      </a:ext>
                    </a:extLst>
                  </a:tr>
                  <a:tr h="370840">
                    <a:tc>
                      <a:txBody>
                        <a:bodyPr/>
                        <a:lstStyle/>
                        <a:p>
                          <a:r>
                            <a:rPr lang="en-US" dirty="0">
                              <a:solidFill>
                                <a:schemeClr val="tx1"/>
                              </a:solidFill>
                            </a:rPr>
                            <a:t>Bottom</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140" t="-208197" r="-101253" b="-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975" t="-208197" r="-498" b="-24590"/>
                          </a:stretch>
                        </a:blipFill>
                      </a:tcPr>
                    </a:tc>
                    <a:extLst>
                      <a:ext uri="{0D108BD9-81ED-4DB2-BD59-A6C34878D82A}">
                        <a16:rowId xmlns:a16="http://schemas.microsoft.com/office/drawing/2014/main" val="2781172981"/>
                      </a:ext>
                    </a:extLst>
                  </a:tr>
                </a:tbl>
              </a:graphicData>
            </a:graphic>
          </p:graphicFrame>
        </mc:Fallback>
      </mc:AlternateContent>
      <p:sp>
        <p:nvSpPr>
          <p:cNvPr id="4" name="TextBox 3">
            <a:extLst>
              <a:ext uri="{FF2B5EF4-FFF2-40B4-BE49-F238E27FC236}">
                <a16:creationId xmlns:a16="http://schemas.microsoft.com/office/drawing/2014/main" id="{F682282E-BC69-4F65-9746-38FCA358F2F9}"/>
              </a:ext>
            </a:extLst>
          </p:cNvPr>
          <p:cNvSpPr txBox="1"/>
          <p:nvPr/>
        </p:nvSpPr>
        <p:spPr>
          <a:xfrm>
            <a:off x="6163304" y="4329951"/>
            <a:ext cx="960199" cy="369332"/>
          </a:xfrm>
          <a:prstGeom prst="rect">
            <a:avLst/>
          </a:prstGeom>
          <a:noFill/>
        </p:spPr>
        <p:txBody>
          <a:bodyPr wrap="none" rtlCol="0">
            <a:spAutoFit/>
          </a:bodyPr>
          <a:lstStyle/>
          <a:p>
            <a:r>
              <a:rPr lang="en-US" b="1" dirty="0"/>
              <a:t>Player B</a:t>
            </a:r>
            <a:endParaRPr lang="en-GB" b="1" dirty="0"/>
          </a:p>
        </p:txBody>
      </p:sp>
      <p:sp>
        <p:nvSpPr>
          <p:cNvPr id="6" name="TextBox 5">
            <a:extLst>
              <a:ext uri="{FF2B5EF4-FFF2-40B4-BE49-F238E27FC236}">
                <a16:creationId xmlns:a16="http://schemas.microsoft.com/office/drawing/2014/main" id="{B7693759-413E-4D63-8BF3-D7E1B6C65C56}"/>
              </a:ext>
            </a:extLst>
          </p:cNvPr>
          <p:cNvSpPr txBox="1"/>
          <p:nvPr/>
        </p:nvSpPr>
        <p:spPr>
          <a:xfrm>
            <a:off x="1699316" y="5336200"/>
            <a:ext cx="969817" cy="369332"/>
          </a:xfrm>
          <a:prstGeom prst="rect">
            <a:avLst/>
          </a:prstGeom>
          <a:noFill/>
        </p:spPr>
        <p:txBody>
          <a:bodyPr wrap="none" rtlCol="0">
            <a:spAutoFit/>
          </a:bodyPr>
          <a:lstStyle/>
          <a:p>
            <a:r>
              <a:rPr lang="en-US" b="1" dirty="0"/>
              <a:t>Player A</a:t>
            </a:r>
            <a:endParaRPr lang="en-GB" b="1" dirty="0"/>
          </a:p>
        </p:txBody>
      </p:sp>
      <p:sp>
        <p:nvSpPr>
          <p:cNvPr id="2" name="Slide Number Placeholder 1">
            <a:extLst>
              <a:ext uri="{FF2B5EF4-FFF2-40B4-BE49-F238E27FC236}">
                <a16:creationId xmlns:a16="http://schemas.microsoft.com/office/drawing/2014/main" id="{E79D8A87-53AB-C795-B5D8-CC3DEA98AA32}"/>
              </a:ext>
            </a:extLst>
          </p:cNvPr>
          <p:cNvSpPr>
            <a:spLocks noGrp="1"/>
          </p:cNvSpPr>
          <p:nvPr>
            <p:ph type="sldNum" sz="quarter" idx="12"/>
          </p:nvPr>
        </p:nvSpPr>
        <p:spPr/>
        <p:txBody>
          <a:bodyPr/>
          <a:lstStyle/>
          <a:p>
            <a:fld id="{104D1C85-D14C-4D1F-B1AC-077E19A989F2}" type="slidenum">
              <a:rPr lang="en-GB" smtClean="0"/>
              <a:t>24</a:t>
            </a:fld>
            <a:endParaRPr lang="en-GB" dirty="0"/>
          </a:p>
        </p:txBody>
      </p:sp>
    </p:spTree>
    <p:extLst>
      <p:ext uri="{BB962C8B-B14F-4D97-AF65-F5344CB8AC3E}">
        <p14:creationId xmlns:p14="http://schemas.microsoft.com/office/powerpoint/2010/main" val="1467361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69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69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5D650-87DA-40F9-8CA6-5134E768F879}"/>
              </a:ext>
            </a:extLst>
          </p:cNvPr>
          <p:cNvSpPr>
            <a:spLocks noGrp="1"/>
          </p:cNvSpPr>
          <p:nvPr>
            <p:ph type="title"/>
          </p:nvPr>
        </p:nvSpPr>
        <p:spPr/>
        <p:txBody>
          <a:bodyPr/>
          <a:lstStyle/>
          <a:p>
            <a:r>
              <a:rPr lang="en-US" dirty="0"/>
              <a:t>Review Questions 2</a:t>
            </a:r>
            <a:endParaRPr lang="en-GB" dirty="0"/>
          </a:p>
        </p:txBody>
      </p:sp>
      <p:sp>
        <p:nvSpPr>
          <p:cNvPr id="3" name="Content Placeholder 2">
            <a:extLst>
              <a:ext uri="{FF2B5EF4-FFF2-40B4-BE49-F238E27FC236}">
                <a16:creationId xmlns:a16="http://schemas.microsoft.com/office/drawing/2014/main" id="{5F1084EF-22C8-4EF1-B3AC-5CD9C82F5106}"/>
              </a:ext>
            </a:extLst>
          </p:cNvPr>
          <p:cNvSpPr>
            <a:spLocks noGrp="1"/>
          </p:cNvSpPr>
          <p:nvPr>
            <p:ph idx="1"/>
          </p:nvPr>
        </p:nvSpPr>
        <p:spPr>
          <a:xfrm>
            <a:off x="838200" y="3844407"/>
            <a:ext cx="10515600" cy="2457917"/>
          </a:xfrm>
        </p:spPr>
        <p:txBody>
          <a:bodyPr>
            <a:normAutofit/>
          </a:bodyPr>
          <a:lstStyle/>
          <a:p>
            <a:pPr marL="514350" indent="-514350">
              <a:buFont typeface="+mj-lt"/>
              <a:buAutoNum type="arabicPeriod"/>
            </a:pPr>
            <a:r>
              <a:rPr lang="en-US" sz="2000" dirty="0"/>
              <a:t>Does Player A have </a:t>
            </a:r>
            <a:r>
              <a:rPr lang="en-US" sz="2000" dirty="0" err="1"/>
              <a:t>i</a:t>
            </a:r>
            <a:r>
              <a:rPr lang="en-US" sz="2000" dirty="0"/>
              <a:t>) a dominant strategy - No, ii) a dominated strategy? Yes – middle dominated by top or bottom</a:t>
            </a:r>
            <a:br>
              <a:rPr lang="en-US" sz="2000" dirty="0"/>
            </a:br>
            <a:endParaRPr lang="en-US" sz="2000" dirty="0"/>
          </a:p>
          <a:p>
            <a:pPr marL="514350" indent="-514350">
              <a:buFont typeface="+mj-lt"/>
              <a:buAutoNum type="arabicPeriod"/>
            </a:pPr>
            <a:r>
              <a:rPr lang="en-US" sz="2000" dirty="0"/>
              <a:t>Does Player B have </a:t>
            </a:r>
            <a:r>
              <a:rPr lang="en-US" sz="2000" dirty="0" err="1"/>
              <a:t>i</a:t>
            </a:r>
            <a:r>
              <a:rPr lang="en-US" sz="2000" dirty="0"/>
              <a:t>) a dominant strategy - No , ii) a dominated strategy? - No</a:t>
            </a:r>
            <a:br>
              <a:rPr lang="en-US" sz="2000" dirty="0"/>
            </a:br>
            <a:endParaRPr lang="en-US" sz="2000" dirty="0"/>
          </a:p>
          <a:p>
            <a:pPr marL="514350" indent="-514350">
              <a:buFont typeface="+mj-lt"/>
              <a:buAutoNum type="arabicPeriod"/>
            </a:pPr>
            <a:r>
              <a:rPr lang="en-US" sz="2000" dirty="0"/>
              <a:t>Is the game dominance solvable? No</a:t>
            </a:r>
            <a:endParaRPr lang="en-GB" sz="2000" b="1" dirty="0">
              <a:solidFill>
                <a:srgbClr val="FF0000"/>
              </a:solidFill>
            </a:endParaRPr>
          </a:p>
        </p:txBody>
      </p:sp>
      <p:sp>
        <p:nvSpPr>
          <p:cNvPr id="6" name="TextBox 5">
            <a:extLst>
              <a:ext uri="{FF2B5EF4-FFF2-40B4-BE49-F238E27FC236}">
                <a16:creationId xmlns:a16="http://schemas.microsoft.com/office/drawing/2014/main" id="{A78CABFB-1935-4DAF-A5FB-249D961A1D36}"/>
              </a:ext>
            </a:extLst>
          </p:cNvPr>
          <p:cNvSpPr txBox="1"/>
          <p:nvPr/>
        </p:nvSpPr>
        <p:spPr>
          <a:xfrm>
            <a:off x="6547670" y="1506022"/>
            <a:ext cx="960199" cy="369332"/>
          </a:xfrm>
          <a:prstGeom prst="rect">
            <a:avLst/>
          </a:prstGeom>
          <a:noFill/>
        </p:spPr>
        <p:txBody>
          <a:bodyPr wrap="none" rtlCol="0">
            <a:spAutoFit/>
          </a:bodyPr>
          <a:lstStyle/>
          <a:p>
            <a:r>
              <a:rPr lang="en-US" b="1" dirty="0"/>
              <a:t>Player B</a:t>
            </a:r>
            <a:endParaRPr lang="en-GB" b="1" dirty="0"/>
          </a:p>
        </p:txBody>
      </p:sp>
      <p:sp>
        <p:nvSpPr>
          <p:cNvPr id="7" name="TextBox 6">
            <a:extLst>
              <a:ext uri="{FF2B5EF4-FFF2-40B4-BE49-F238E27FC236}">
                <a16:creationId xmlns:a16="http://schemas.microsoft.com/office/drawing/2014/main" id="{1BF4CEB3-0AE0-4B31-A9E6-FF7771EC68CA}"/>
              </a:ext>
            </a:extLst>
          </p:cNvPr>
          <p:cNvSpPr txBox="1"/>
          <p:nvPr/>
        </p:nvSpPr>
        <p:spPr>
          <a:xfrm>
            <a:off x="1896304" y="2704867"/>
            <a:ext cx="969817" cy="369332"/>
          </a:xfrm>
          <a:prstGeom prst="rect">
            <a:avLst/>
          </a:prstGeom>
          <a:noFill/>
        </p:spPr>
        <p:txBody>
          <a:bodyPr wrap="none" rtlCol="0">
            <a:spAutoFit/>
          </a:bodyPr>
          <a:lstStyle/>
          <a:p>
            <a:r>
              <a:rPr lang="en-US" b="1" dirty="0"/>
              <a:t>Player A</a:t>
            </a:r>
            <a:endParaRPr lang="en-GB" b="1" dirty="0"/>
          </a:p>
        </p:txBody>
      </p:sp>
      <mc:AlternateContent xmlns:mc="http://schemas.openxmlformats.org/markup-compatibility/2006" xmlns:a14="http://schemas.microsoft.com/office/drawing/2010/main">
        <mc:Choice Requires="a14">
          <p:graphicFrame>
            <p:nvGraphicFramePr>
              <p:cNvPr id="8" name="Table 5">
                <a:extLst>
                  <a:ext uri="{FF2B5EF4-FFF2-40B4-BE49-F238E27FC236}">
                    <a16:creationId xmlns:a16="http://schemas.microsoft.com/office/drawing/2014/main" id="{537FCC72-DF52-42B4-9360-ED4DF6B16505}"/>
                  </a:ext>
                </a:extLst>
              </p:cNvPr>
              <p:cNvGraphicFramePr>
                <a:graphicFrameLocks noGrp="1"/>
              </p:cNvGraphicFramePr>
              <p:nvPr>
                <p:extLst>
                  <p:ext uri="{D42A27DB-BD31-4B8C-83A1-F6EECF244321}">
                    <p14:modId xmlns:p14="http://schemas.microsoft.com/office/powerpoint/2010/main" val="1663656955"/>
                  </p:ext>
                </p:extLst>
              </p:nvPr>
            </p:nvGraphicFramePr>
            <p:xfrm>
              <a:off x="3215333" y="1968267"/>
              <a:ext cx="6244947" cy="1473200"/>
            </p:xfrm>
            <a:graphic>
              <a:graphicData uri="http://schemas.openxmlformats.org/drawingml/2006/table">
                <a:tbl>
                  <a:tblPr firstRow="1" bandRow="1">
                    <a:tableStyleId>{5940675A-B579-460E-94D1-54222C63F5DA}</a:tableStyleId>
                  </a:tblPr>
                  <a:tblGrid>
                    <a:gridCol w="1364235">
                      <a:extLst>
                        <a:ext uri="{9D8B030D-6E8A-4147-A177-3AD203B41FA5}">
                          <a16:colId xmlns:a16="http://schemas.microsoft.com/office/drawing/2014/main" val="4239227893"/>
                        </a:ext>
                      </a:extLst>
                    </a:gridCol>
                    <a:gridCol w="2428531">
                      <a:extLst>
                        <a:ext uri="{9D8B030D-6E8A-4147-A177-3AD203B41FA5}">
                          <a16:colId xmlns:a16="http://schemas.microsoft.com/office/drawing/2014/main" val="2948776960"/>
                        </a:ext>
                      </a:extLst>
                    </a:gridCol>
                    <a:gridCol w="2452181">
                      <a:extLst>
                        <a:ext uri="{9D8B030D-6E8A-4147-A177-3AD203B41FA5}">
                          <a16:colId xmlns:a16="http://schemas.microsoft.com/office/drawing/2014/main" val="1900868060"/>
                        </a:ext>
                      </a:extLst>
                    </a:gridCol>
                  </a:tblGrid>
                  <a:tr h="370840">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Left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Right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tx1"/>
                              </a:solidFill>
                            </a:rPr>
                            <a:t>Top</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1,  9</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0,  8</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3772902"/>
                      </a:ext>
                    </a:extLst>
                  </a:tr>
                  <a:tr h="185420">
                    <a:tc>
                      <a:txBody>
                        <a:bodyPr/>
                        <a:lstStyle/>
                        <a:p>
                          <a:r>
                            <a:rPr lang="en-US" dirty="0">
                              <a:solidFill>
                                <a:schemeClr val="tx1"/>
                              </a:solidFill>
                            </a:rPr>
                            <a:t>Middle</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−1,  2</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−1,  1</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1172981"/>
                      </a:ext>
                    </a:extLst>
                  </a:tr>
                  <a:tr h="185420">
                    <a:tc>
                      <a:txBody>
                        <a:bodyPr/>
                        <a:lstStyle/>
                        <a:p>
                          <a:r>
                            <a:rPr lang="en-US" dirty="0">
                              <a:solidFill>
                                <a:schemeClr val="tx1"/>
                              </a:solidFill>
                            </a:rPr>
                            <a:t>Bottom</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0,  3</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1,  4</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7773437"/>
                      </a:ext>
                    </a:extLst>
                  </a:tr>
                </a:tbl>
              </a:graphicData>
            </a:graphic>
          </p:graphicFrame>
        </mc:Choice>
        <mc:Fallback xmlns="">
          <p:graphicFrame>
            <p:nvGraphicFramePr>
              <p:cNvPr id="8" name="Table 5">
                <a:extLst>
                  <a:ext uri="{FF2B5EF4-FFF2-40B4-BE49-F238E27FC236}">
                    <a16:creationId xmlns:a16="http://schemas.microsoft.com/office/drawing/2014/main" id="{537FCC72-DF52-42B4-9360-ED4DF6B16505}"/>
                  </a:ext>
                </a:extLst>
              </p:cNvPr>
              <p:cNvGraphicFramePr>
                <a:graphicFrameLocks noGrp="1"/>
              </p:cNvGraphicFramePr>
              <p:nvPr>
                <p:extLst>
                  <p:ext uri="{D42A27DB-BD31-4B8C-83A1-F6EECF244321}">
                    <p14:modId xmlns:p14="http://schemas.microsoft.com/office/powerpoint/2010/main" val="1663656955"/>
                  </p:ext>
                </p:extLst>
              </p:nvPr>
            </p:nvGraphicFramePr>
            <p:xfrm>
              <a:off x="3215333" y="1968267"/>
              <a:ext cx="6244947" cy="1473200"/>
            </p:xfrm>
            <a:graphic>
              <a:graphicData uri="http://schemas.openxmlformats.org/drawingml/2006/table">
                <a:tbl>
                  <a:tblPr firstRow="1" bandRow="1">
                    <a:tableStyleId>{5940675A-B579-460E-94D1-54222C63F5DA}</a:tableStyleId>
                  </a:tblPr>
                  <a:tblGrid>
                    <a:gridCol w="1364235">
                      <a:extLst>
                        <a:ext uri="{9D8B030D-6E8A-4147-A177-3AD203B41FA5}">
                          <a16:colId xmlns:a16="http://schemas.microsoft.com/office/drawing/2014/main" val="4239227893"/>
                        </a:ext>
                      </a:extLst>
                    </a:gridCol>
                    <a:gridCol w="2428531">
                      <a:extLst>
                        <a:ext uri="{9D8B030D-6E8A-4147-A177-3AD203B41FA5}">
                          <a16:colId xmlns:a16="http://schemas.microsoft.com/office/drawing/2014/main" val="2948776960"/>
                        </a:ext>
                      </a:extLst>
                    </a:gridCol>
                    <a:gridCol w="2452181">
                      <a:extLst>
                        <a:ext uri="{9D8B030D-6E8A-4147-A177-3AD203B41FA5}">
                          <a16:colId xmlns:a16="http://schemas.microsoft.com/office/drawing/2014/main" val="1900868060"/>
                        </a:ext>
                      </a:extLst>
                    </a:gridCol>
                  </a:tblGrid>
                  <a:tr h="370840">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Left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Right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tx1"/>
                              </a:solidFill>
                            </a:rPr>
                            <a:t>Top</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140" t="-108197" r="-101253" b="-2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975" t="-108197" r="-498" b="-224590"/>
                          </a:stretch>
                        </a:blipFill>
                      </a:tcPr>
                    </a:tc>
                    <a:extLst>
                      <a:ext uri="{0D108BD9-81ED-4DB2-BD59-A6C34878D82A}">
                        <a16:rowId xmlns:a16="http://schemas.microsoft.com/office/drawing/2014/main" val="1923772902"/>
                      </a:ext>
                    </a:extLst>
                  </a:tr>
                  <a:tr h="365760">
                    <a:tc>
                      <a:txBody>
                        <a:bodyPr/>
                        <a:lstStyle/>
                        <a:p>
                          <a:r>
                            <a:rPr lang="en-US" dirty="0">
                              <a:solidFill>
                                <a:schemeClr val="tx1"/>
                              </a:solidFill>
                            </a:rPr>
                            <a:t>Middle</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140" t="-208197" r="-101253" b="-1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975" t="-208197" r="-498" b="-124590"/>
                          </a:stretch>
                        </a:blipFill>
                      </a:tcPr>
                    </a:tc>
                    <a:extLst>
                      <a:ext uri="{0D108BD9-81ED-4DB2-BD59-A6C34878D82A}">
                        <a16:rowId xmlns:a16="http://schemas.microsoft.com/office/drawing/2014/main" val="2781172981"/>
                      </a:ext>
                    </a:extLst>
                  </a:tr>
                  <a:tr h="365760">
                    <a:tc>
                      <a:txBody>
                        <a:bodyPr/>
                        <a:lstStyle/>
                        <a:p>
                          <a:r>
                            <a:rPr lang="en-US" dirty="0">
                              <a:solidFill>
                                <a:schemeClr val="tx1"/>
                              </a:solidFill>
                            </a:rPr>
                            <a:t>Bottom</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140" t="-313333" r="-101253" b="-26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975" t="-313333" r="-498" b="-26667"/>
                          </a:stretch>
                        </a:blipFill>
                      </a:tcPr>
                    </a:tc>
                    <a:extLst>
                      <a:ext uri="{0D108BD9-81ED-4DB2-BD59-A6C34878D82A}">
                        <a16:rowId xmlns:a16="http://schemas.microsoft.com/office/drawing/2014/main" val="1617773437"/>
                      </a:ext>
                    </a:extLst>
                  </a:tr>
                </a:tbl>
              </a:graphicData>
            </a:graphic>
          </p:graphicFrame>
        </mc:Fallback>
      </mc:AlternateContent>
      <p:pic>
        <p:nvPicPr>
          <p:cNvPr id="12" name="Picture 11">
            <a:extLst>
              <a:ext uri="{FF2B5EF4-FFF2-40B4-BE49-F238E27FC236}">
                <a16:creationId xmlns:a16="http://schemas.microsoft.com/office/drawing/2014/main" id="{59B7ADAA-4806-0110-6439-477FFD25277F}"/>
              </a:ext>
            </a:extLst>
          </p:cNvPr>
          <p:cNvPicPr>
            <a:picLocks noChangeAspect="1"/>
          </p:cNvPicPr>
          <p:nvPr/>
        </p:nvPicPr>
        <p:blipFill>
          <a:blip r:embed="rId4"/>
          <a:stretch>
            <a:fillRect/>
          </a:stretch>
        </p:blipFill>
        <p:spPr>
          <a:xfrm>
            <a:off x="10146892" y="182305"/>
            <a:ext cx="1794796" cy="1831549"/>
          </a:xfrm>
          <a:prstGeom prst="rect">
            <a:avLst/>
          </a:prstGeom>
        </p:spPr>
      </p:pic>
      <p:sp>
        <p:nvSpPr>
          <p:cNvPr id="5" name="Slide Number Placeholder 4">
            <a:extLst>
              <a:ext uri="{FF2B5EF4-FFF2-40B4-BE49-F238E27FC236}">
                <a16:creationId xmlns:a16="http://schemas.microsoft.com/office/drawing/2014/main" id="{1A5D2F09-4C7D-41D6-1B62-685DCA44362A}"/>
              </a:ext>
            </a:extLst>
          </p:cNvPr>
          <p:cNvSpPr>
            <a:spLocks noGrp="1"/>
          </p:cNvSpPr>
          <p:nvPr>
            <p:ph type="sldNum" sz="quarter" idx="12"/>
          </p:nvPr>
        </p:nvSpPr>
        <p:spPr/>
        <p:txBody>
          <a:bodyPr/>
          <a:lstStyle/>
          <a:p>
            <a:fld id="{104D1C85-D14C-4D1F-B1AC-077E19A989F2}" type="slidenum">
              <a:rPr lang="en-GB" smtClean="0"/>
              <a:t>25</a:t>
            </a:fld>
            <a:endParaRPr lang="en-GB" dirty="0"/>
          </a:p>
        </p:txBody>
      </p:sp>
    </p:spTree>
    <p:extLst>
      <p:ext uri="{BB962C8B-B14F-4D97-AF65-F5344CB8AC3E}">
        <p14:creationId xmlns:p14="http://schemas.microsoft.com/office/powerpoint/2010/main" val="38145822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1609E-06F3-4BC5-AAF3-53EBE98C380B}"/>
              </a:ext>
            </a:extLst>
          </p:cNvPr>
          <p:cNvSpPr>
            <a:spLocks noGrp="1"/>
          </p:cNvSpPr>
          <p:nvPr>
            <p:ph type="title"/>
          </p:nvPr>
        </p:nvSpPr>
        <p:spPr>
          <a:xfrm>
            <a:off x="1120948" y="2600338"/>
            <a:ext cx="9950103" cy="1816804"/>
          </a:xfrm>
        </p:spPr>
        <p:txBody>
          <a:bodyPr>
            <a:normAutofit/>
          </a:bodyPr>
          <a:lstStyle/>
          <a:p>
            <a:pPr algn="ctr"/>
            <a:r>
              <a:rPr lang="en-US" dirty="0" err="1"/>
              <a:t>Analysing</a:t>
            </a:r>
            <a:r>
              <a:rPr lang="en-US" dirty="0"/>
              <a:t> Outcomes</a:t>
            </a:r>
            <a:br>
              <a:rPr lang="en-US" dirty="0"/>
            </a:br>
            <a:r>
              <a:rPr lang="en-US" dirty="0"/>
              <a:t>(Nash Equilibria)</a:t>
            </a:r>
            <a:endParaRPr lang="en-SG" dirty="0"/>
          </a:p>
        </p:txBody>
      </p:sp>
      <p:sp>
        <p:nvSpPr>
          <p:cNvPr id="3" name="Slide Number Placeholder 2">
            <a:extLst>
              <a:ext uri="{FF2B5EF4-FFF2-40B4-BE49-F238E27FC236}">
                <a16:creationId xmlns:a16="http://schemas.microsoft.com/office/drawing/2014/main" id="{4E3C473B-143B-35D1-4A82-8E636163B0F4}"/>
              </a:ext>
            </a:extLst>
          </p:cNvPr>
          <p:cNvSpPr>
            <a:spLocks noGrp="1"/>
          </p:cNvSpPr>
          <p:nvPr>
            <p:ph type="sldNum" sz="quarter" idx="12"/>
          </p:nvPr>
        </p:nvSpPr>
        <p:spPr/>
        <p:txBody>
          <a:bodyPr/>
          <a:lstStyle/>
          <a:p>
            <a:fld id="{104D1C85-D14C-4D1F-B1AC-077E19A989F2}" type="slidenum">
              <a:rPr lang="en-GB" smtClean="0"/>
              <a:t>26</a:t>
            </a:fld>
            <a:endParaRPr lang="en-GB" dirty="0"/>
          </a:p>
        </p:txBody>
      </p:sp>
    </p:spTree>
    <p:extLst>
      <p:ext uri="{BB962C8B-B14F-4D97-AF65-F5344CB8AC3E}">
        <p14:creationId xmlns:p14="http://schemas.microsoft.com/office/powerpoint/2010/main" val="4914731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632ED-6249-4378-9241-C14C3A5BA9EB}"/>
              </a:ext>
            </a:extLst>
          </p:cNvPr>
          <p:cNvSpPr>
            <a:spLocks noGrp="1"/>
          </p:cNvSpPr>
          <p:nvPr>
            <p:ph type="title"/>
          </p:nvPr>
        </p:nvSpPr>
        <p:spPr>
          <a:xfrm>
            <a:off x="1077361" y="286028"/>
            <a:ext cx="10436615" cy="1030307"/>
          </a:xfrm>
        </p:spPr>
        <p:txBody>
          <a:bodyPr>
            <a:normAutofit/>
          </a:bodyPr>
          <a:lstStyle/>
          <a:p>
            <a:r>
              <a:rPr lang="en-US" dirty="0"/>
              <a:t>A different solution concept..</a:t>
            </a:r>
            <a:endParaRPr lang="en-SG" dirty="0"/>
          </a:p>
        </p:txBody>
      </p:sp>
      <p:sp>
        <p:nvSpPr>
          <p:cNvPr id="3" name="Content Placeholder 2">
            <a:extLst>
              <a:ext uri="{FF2B5EF4-FFF2-40B4-BE49-F238E27FC236}">
                <a16:creationId xmlns:a16="http://schemas.microsoft.com/office/drawing/2014/main" id="{F6166362-5747-4CF8-8778-889699D343D3}"/>
              </a:ext>
            </a:extLst>
          </p:cNvPr>
          <p:cNvSpPr>
            <a:spLocks noGrp="1"/>
          </p:cNvSpPr>
          <p:nvPr>
            <p:ph idx="1"/>
          </p:nvPr>
        </p:nvSpPr>
        <p:spPr>
          <a:xfrm>
            <a:off x="838200" y="1681316"/>
            <a:ext cx="10515600" cy="4495647"/>
          </a:xfrm>
        </p:spPr>
        <p:txBody>
          <a:bodyPr>
            <a:normAutofit/>
          </a:bodyPr>
          <a:lstStyle/>
          <a:p>
            <a:r>
              <a:rPr lang="en-US" sz="2000" dirty="0"/>
              <a:t>Earlier, we learned to make predictions via dominance solvability.</a:t>
            </a:r>
          </a:p>
          <a:p>
            <a:pPr lvl="1"/>
            <a:r>
              <a:rPr lang="en-US" sz="1800" dirty="0"/>
              <a:t>However, a lot of games are not dominance solvable: there are not always very bad or very good strategies.</a:t>
            </a:r>
          </a:p>
          <a:p>
            <a:pPr lvl="1"/>
            <a:endParaRPr lang="en-US" dirty="0"/>
          </a:p>
          <a:p>
            <a:r>
              <a:rPr lang="en-US" sz="2000" dirty="0"/>
              <a:t>Other solution concepts: rationalizability, minmax strategies, </a:t>
            </a:r>
            <a:r>
              <a:rPr lang="en-US" sz="2000" dirty="0" err="1"/>
              <a:t>maxmin</a:t>
            </a:r>
            <a:r>
              <a:rPr lang="en-US" sz="2000" dirty="0"/>
              <a:t> strategies.</a:t>
            </a:r>
          </a:p>
          <a:p>
            <a:pPr lvl="1"/>
            <a:r>
              <a:rPr lang="en-US" sz="1800" dirty="0"/>
              <a:t>All of them suffer from the same problem: a lot of games do not have a solution based on these concepts.</a:t>
            </a:r>
          </a:p>
          <a:p>
            <a:endParaRPr lang="en-US" sz="1800" dirty="0"/>
          </a:p>
          <a:p>
            <a:r>
              <a:rPr lang="en-US" sz="2000" dirty="0"/>
              <a:t>We now introduce a different solution concept: the </a:t>
            </a:r>
            <a:r>
              <a:rPr lang="en-US" sz="2000" b="1" dirty="0">
                <a:solidFill>
                  <a:srgbClr val="0000FF"/>
                </a:solidFill>
              </a:rPr>
              <a:t>Nash equilibrium</a:t>
            </a:r>
            <a:r>
              <a:rPr lang="en-US" sz="2000" b="1" dirty="0"/>
              <a:t>.</a:t>
            </a:r>
          </a:p>
          <a:p>
            <a:pPr marL="560070" lvl="1" indent="-285750">
              <a:buFont typeface="Wingdings" panose="05000000000000000000" pitchFamily="2" charset="2"/>
              <a:buChar char="Ø"/>
            </a:pPr>
            <a:r>
              <a:rPr lang="en-US" sz="1800" b="0" dirty="0"/>
              <a:t>It is by far, the most popular and well accepted solution because it exists almost all the time.</a:t>
            </a:r>
          </a:p>
          <a:p>
            <a:pPr marL="560070" lvl="1" indent="-285750">
              <a:buFont typeface="Wingdings" panose="05000000000000000000" pitchFamily="2" charset="2"/>
              <a:buChar char="Ø"/>
            </a:pPr>
            <a:r>
              <a:rPr lang="en-US" sz="1800" b="0" dirty="0"/>
              <a:t>But </a:t>
            </a:r>
            <a:r>
              <a:rPr lang="en-US" sz="1800" dirty="0"/>
              <a:t>in some situations, </a:t>
            </a:r>
            <a:r>
              <a:rPr lang="en-US" sz="1800" b="0" dirty="0"/>
              <a:t>it can give </a:t>
            </a:r>
            <a:r>
              <a:rPr lang="en-US" sz="1800" dirty="0"/>
              <a:t>poor</a:t>
            </a:r>
            <a:r>
              <a:rPr lang="en-US" sz="1800" b="0" dirty="0"/>
              <a:t> predictions..</a:t>
            </a:r>
          </a:p>
          <a:p>
            <a:endParaRPr lang="en-US" sz="1800" dirty="0"/>
          </a:p>
          <a:p>
            <a:endParaRPr lang="en-US" sz="1800" dirty="0"/>
          </a:p>
          <a:p>
            <a:endParaRPr lang="en-US" sz="1800" dirty="0"/>
          </a:p>
          <a:p>
            <a:pPr lvl="1"/>
            <a:endParaRPr lang="en-US" dirty="0"/>
          </a:p>
        </p:txBody>
      </p:sp>
      <p:sp>
        <p:nvSpPr>
          <p:cNvPr id="4" name="Slide Number Placeholder 3">
            <a:extLst>
              <a:ext uri="{FF2B5EF4-FFF2-40B4-BE49-F238E27FC236}">
                <a16:creationId xmlns:a16="http://schemas.microsoft.com/office/drawing/2014/main" id="{F03C0C30-D792-F46A-F25A-FA737AFD0B7D}"/>
              </a:ext>
            </a:extLst>
          </p:cNvPr>
          <p:cNvSpPr>
            <a:spLocks noGrp="1"/>
          </p:cNvSpPr>
          <p:nvPr>
            <p:ph type="sldNum" sz="quarter" idx="12"/>
          </p:nvPr>
        </p:nvSpPr>
        <p:spPr/>
        <p:txBody>
          <a:bodyPr/>
          <a:lstStyle/>
          <a:p>
            <a:fld id="{104D1C85-D14C-4D1F-B1AC-077E19A989F2}" type="slidenum">
              <a:rPr lang="en-GB" smtClean="0"/>
              <a:t>27</a:t>
            </a:fld>
            <a:endParaRPr lang="en-GB" dirty="0"/>
          </a:p>
        </p:txBody>
      </p:sp>
    </p:spTree>
    <p:extLst>
      <p:ext uri="{BB962C8B-B14F-4D97-AF65-F5344CB8AC3E}">
        <p14:creationId xmlns:p14="http://schemas.microsoft.com/office/powerpoint/2010/main" val="1344189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noFill/>
        </p:spPr>
        <p:txBody>
          <a:bodyPr/>
          <a:lstStyle/>
          <a:p>
            <a:pPr algn="l" eaLnBrk="1" hangingPunct="1"/>
            <a:r>
              <a:rPr lang="en-US" altLang="en-US" dirty="0"/>
              <a:t>Nash Equilibria (NE)</a:t>
            </a:r>
          </a:p>
        </p:txBody>
      </p:sp>
      <p:sp>
        <p:nvSpPr>
          <p:cNvPr id="15" name="Rectangle 3">
            <a:extLst>
              <a:ext uri="{FF2B5EF4-FFF2-40B4-BE49-F238E27FC236}">
                <a16:creationId xmlns:a16="http://schemas.microsoft.com/office/drawing/2014/main" id="{DE9257EB-214B-4269-851D-81659C6D38BA}"/>
              </a:ext>
            </a:extLst>
          </p:cNvPr>
          <p:cNvSpPr txBox="1">
            <a:spLocks noChangeArrowheads="1"/>
          </p:cNvSpPr>
          <p:nvPr/>
        </p:nvSpPr>
        <p:spPr>
          <a:xfrm>
            <a:off x="1072243" y="1690688"/>
            <a:ext cx="10047514" cy="475547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pPr>
            <a:r>
              <a:rPr lang="en-US" altLang="en-US" sz="2200" dirty="0"/>
              <a:t>What could be other reasonable outcomes?</a:t>
            </a:r>
          </a:p>
          <a:p>
            <a:pPr>
              <a:spcBef>
                <a:spcPts val="600"/>
              </a:spcBef>
            </a:pPr>
            <a:endParaRPr lang="en-US" altLang="en-US" sz="2000" dirty="0"/>
          </a:p>
          <a:p>
            <a:pPr>
              <a:spcBef>
                <a:spcPts val="600"/>
              </a:spcBef>
            </a:pPr>
            <a:r>
              <a:rPr lang="en-US" altLang="en-US" sz="2000" dirty="0"/>
              <a:t>If in a strategy profile, Player 1’s strategy is the </a:t>
            </a:r>
            <a:r>
              <a:rPr lang="en-US" altLang="en-US" sz="2000" b="1" dirty="0">
                <a:solidFill>
                  <a:srgbClr val="0000FF"/>
                </a:solidFill>
              </a:rPr>
              <a:t>best response </a:t>
            </a:r>
            <a:r>
              <a:rPr lang="en-US" altLang="en-US" sz="2000" dirty="0"/>
              <a:t>to Player 2’s strategy and vice versa, this is likely to be “stable”.</a:t>
            </a:r>
          </a:p>
          <a:p>
            <a:pPr lvl="1">
              <a:spcBef>
                <a:spcPts val="600"/>
              </a:spcBef>
            </a:pPr>
            <a:r>
              <a:rPr lang="en-US" altLang="en-US" sz="1800" dirty="0"/>
              <a:t>No one will want to deviate from their strategy and this is what we call a Nash equilibrium.</a:t>
            </a:r>
          </a:p>
          <a:p>
            <a:pPr>
              <a:spcBef>
                <a:spcPts val="600"/>
              </a:spcBef>
            </a:pPr>
            <a:endParaRPr lang="en-US" altLang="en-US" sz="2200" dirty="0"/>
          </a:p>
          <a:p>
            <a:pPr>
              <a:spcBef>
                <a:spcPts val="600"/>
              </a:spcBef>
            </a:pPr>
            <a:r>
              <a:rPr lang="en-US" altLang="en-US" sz="1900" i="1" dirty="0"/>
              <a:t>Interpretation: </a:t>
            </a:r>
            <a:br>
              <a:rPr lang="en-US" altLang="en-US" sz="1900" i="1" dirty="0"/>
            </a:br>
            <a:r>
              <a:rPr lang="en-US" altLang="en-US" sz="1900" dirty="0"/>
              <a:t>In the Nash equilibrium, each player correctly anticipates what the other will do (rational expectations) and chooses their best strategy in response. They are able to correctly anticipate what others will do because of common knowledge of rationality: if I choose my best strategy, I know the other will also choose his best strategy.</a:t>
            </a:r>
          </a:p>
          <a:p>
            <a:pPr marL="0" indent="0" eaLnBrk="1" hangingPunct="1">
              <a:buNone/>
            </a:pPr>
            <a:endParaRPr lang="en-US" altLang="en-US" sz="2200" dirty="0"/>
          </a:p>
          <a:p>
            <a:pPr marL="0" indent="0" eaLnBrk="1" hangingPunct="1">
              <a:buNone/>
            </a:pPr>
            <a:endParaRPr lang="en-US" altLang="en-US" sz="2000" i="1" dirty="0"/>
          </a:p>
          <a:p>
            <a:pPr lvl="1">
              <a:spcBef>
                <a:spcPts val="600"/>
              </a:spcBef>
            </a:pPr>
            <a:endParaRPr lang="en-US" altLang="en-US" sz="2000" dirty="0"/>
          </a:p>
          <a:p>
            <a:pPr lvl="1">
              <a:spcBef>
                <a:spcPts val="600"/>
              </a:spcBef>
            </a:pPr>
            <a:endParaRPr lang="en-US" altLang="en-US" sz="2000" dirty="0"/>
          </a:p>
          <a:p>
            <a:pPr>
              <a:spcBef>
                <a:spcPts val="600"/>
              </a:spcBef>
            </a:pPr>
            <a:endParaRPr lang="en-US" altLang="en-US" dirty="0"/>
          </a:p>
          <a:p>
            <a:pPr lvl="2">
              <a:spcBef>
                <a:spcPts val="600"/>
              </a:spcBef>
            </a:pPr>
            <a:endParaRPr lang="en-US" altLang="en-US" dirty="0"/>
          </a:p>
          <a:p>
            <a:pPr lvl="1">
              <a:spcBef>
                <a:spcPts val="600"/>
              </a:spcBef>
            </a:pPr>
            <a:endParaRPr lang="en-US" altLang="en-US" dirty="0"/>
          </a:p>
          <a:p>
            <a:pPr>
              <a:spcBef>
                <a:spcPts val="600"/>
              </a:spcBef>
            </a:pPr>
            <a:endParaRPr lang="en-US" altLang="en-US" dirty="0"/>
          </a:p>
          <a:p>
            <a:pPr>
              <a:spcBef>
                <a:spcPts val="600"/>
              </a:spcBef>
            </a:pPr>
            <a:endParaRPr lang="en-US" altLang="en-US" dirty="0"/>
          </a:p>
          <a:p>
            <a:pPr lvl="1">
              <a:spcBef>
                <a:spcPts val="600"/>
              </a:spcBef>
            </a:pPr>
            <a:endParaRPr lang="en-US" altLang="en-US" dirty="0"/>
          </a:p>
          <a:p>
            <a:pPr lvl="2">
              <a:spcBef>
                <a:spcPts val="600"/>
              </a:spcBef>
            </a:pPr>
            <a:endParaRPr lang="en-US" altLang="en-US" dirty="0"/>
          </a:p>
        </p:txBody>
      </p:sp>
      <p:sp>
        <p:nvSpPr>
          <p:cNvPr id="2" name="Slide Number Placeholder 1">
            <a:extLst>
              <a:ext uri="{FF2B5EF4-FFF2-40B4-BE49-F238E27FC236}">
                <a16:creationId xmlns:a16="http://schemas.microsoft.com/office/drawing/2014/main" id="{8198D287-0FF4-D89C-4904-30C370DFC705}"/>
              </a:ext>
            </a:extLst>
          </p:cNvPr>
          <p:cNvSpPr>
            <a:spLocks noGrp="1"/>
          </p:cNvSpPr>
          <p:nvPr>
            <p:ph type="sldNum" sz="quarter" idx="12"/>
          </p:nvPr>
        </p:nvSpPr>
        <p:spPr/>
        <p:txBody>
          <a:bodyPr/>
          <a:lstStyle/>
          <a:p>
            <a:fld id="{104D1C85-D14C-4D1F-B1AC-077E19A989F2}" type="slidenum">
              <a:rPr lang="en-GB" smtClean="0"/>
              <a:t>28</a:t>
            </a:fld>
            <a:endParaRPr lang="en-GB"/>
          </a:p>
        </p:txBody>
      </p:sp>
    </p:spTree>
    <p:extLst>
      <p:ext uri="{BB962C8B-B14F-4D97-AF65-F5344CB8AC3E}">
        <p14:creationId xmlns:p14="http://schemas.microsoft.com/office/powerpoint/2010/main" val="3538743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E721707-1F61-473A-B8EB-02EE78B39FAB}"/>
              </a:ext>
            </a:extLst>
          </p:cNvPr>
          <p:cNvSpPr/>
          <p:nvPr/>
        </p:nvSpPr>
        <p:spPr>
          <a:xfrm>
            <a:off x="821514" y="1690687"/>
            <a:ext cx="10402009" cy="146546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793" name="Rectangle 2"/>
          <p:cNvSpPr>
            <a:spLocks noGrp="1" noChangeArrowheads="1"/>
          </p:cNvSpPr>
          <p:nvPr>
            <p:ph type="title"/>
          </p:nvPr>
        </p:nvSpPr>
        <p:spPr>
          <a:noFill/>
        </p:spPr>
        <p:txBody>
          <a:bodyPr/>
          <a:lstStyle/>
          <a:p>
            <a:pPr algn="l" eaLnBrk="1" hangingPunct="1"/>
            <a:r>
              <a:rPr lang="en-US" altLang="en-US" dirty="0"/>
              <a:t>Nash Equilibria</a:t>
            </a:r>
          </a:p>
        </p:txBody>
      </p:sp>
      <mc:AlternateContent xmlns:mc="http://schemas.openxmlformats.org/markup-compatibility/2006" xmlns:a14="http://schemas.microsoft.com/office/drawing/2010/main">
        <mc:Choice Requires="a14">
          <p:sp>
            <p:nvSpPr>
              <p:cNvPr id="15" name="Rectangle 3">
                <a:extLst>
                  <a:ext uri="{FF2B5EF4-FFF2-40B4-BE49-F238E27FC236}">
                    <a16:creationId xmlns:a16="http://schemas.microsoft.com/office/drawing/2014/main" id="{DE9257EB-214B-4269-851D-81659C6D38BA}"/>
                  </a:ext>
                </a:extLst>
              </p:cNvPr>
              <p:cNvSpPr txBox="1">
                <a:spLocks noChangeArrowheads="1"/>
              </p:cNvSpPr>
              <p:nvPr/>
            </p:nvSpPr>
            <p:spPr>
              <a:xfrm>
                <a:off x="1072243" y="1600877"/>
                <a:ext cx="10047514" cy="475547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buNone/>
                </a:pPr>
                <a:endParaRPr lang="en-US" altLang="en-US" sz="2200" dirty="0"/>
              </a:p>
              <a:p>
                <a:pPr marL="0" indent="0" eaLnBrk="1" hangingPunct="1">
                  <a:buNone/>
                </a:pPr>
                <a:r>
                  <a:rPr lang="en-US" altLang="en-US" sz="2000" dirty="0"/>
                  <a:t>More specifically, a strategy profile </a:t>
                </a:r>
                <a14:m>
                  <m:oMath xmlns:m="http://schemas.openxmlformats.org/officeDocument/2006/math">
                    <m:d>
                      <m:dPr>
                        <m:ctrlPr>
                          <a:rPr lang="en-US" altLang="en-US" sz="2000" b="0" i="1" smtClean="0">
                            <a:latin typeface="Cambria Math" panose="02040503050406030204" pitchFamily="18" charset="0"/>
                          </a:rPr>
                        </m:ctrlPr>
                      </m:dPr>
                      <m:e>
                        <m:sSub>
                          <m:sSubPr>
                            <m:ctrlPr>
                              <a:rPr lang="en-US" altLang="en-US" sz="2000" b="0" i="1" smtClean="0">
                                <a:latin typeface="Cambria Math" panose="02040503050406030204" pitchFamily="18" charset="0"/>
                              </a:rPr>
                            </m:ctrlPr>
                          </m:sSubPr>
                          <m:e>
                            <m:r>
                              <a:rPr lang="en-US" altLang="en-US" sz="2000" b="0" i="1" smtClean="0">
                                <a:latin typeface="Cambria Math" panose="02040503050406030204" pitchFamily="18" charset="0"/>
                              </a:rPr>
                              <m:t>𝑠</m:t>
                            </m:r>
                          </m:e>
                          <m:sub>
                            <m:r>
                              <a:rPr lang="en-US" altLang="en-US" sz="2000" b="0" i="1" smtClean="0">
                                <a:latin typeface="Cambria Math" panose="02040503050406030204" pitchFamily="18" charset="0"/>
                              </a:rPr>
                              <m:t>1</m:t>
                            </m:r>
                          </m:sub>
                        </m:sSub>
                        <m:r>
                          <a:rPr lang="en-US" altLang="en-US" sz="2000" b="0" i="1" smtClean="0">
                            <a:latin typeface="Cambria Math" panose="02040503050406030204" pitchFamily="18" charset="0"/>
                          </a:rPr>
                          <m:t>…</m:t>
                        </m:r>
                        <m:sSub>
                          <m:sSubPr>
                            <m:ctrlPr>
                              <a:rPr lang="en-US" altLang="en-US" sz="2000" b="0" i="1" smtClean="0">
                                <a:latin typeface="Cambria Math" panose="02040503050406030204" pitchFamily="18" charset="0"/>
                              </a:rPr>
                            </m:ctrlPr>
                          </m:sSubPr>
                          <m:e>
                            <m:r>
                              <a:rPr lang="en-US" altLang="en-US" sz="2000" b="0" i="1" smtClean="0">
                                <a:latin typeface="Cambria Math" panose="02040503050406030204" pitchFamily="18" charset="0"/>
                              </a:rPr>
                              <m:t>𝑠</m:t>
                            </m:r>
                          </m:e>
                          <m:sub>
                            <m:r>
                              <a:rPr lang="en-US" altLang="en-US" sz="2000" b="0" i="1" smtClean="0">
                                <a:latin typeface="Cambria Math" panose="02040503050406030204" pitchFamily="18" charset="0"/>
                              </a:rPr>
                              <m:t>𝑛</m:t>
                            </m:r>
                          </m:sub>
                        </m:sSub>
                      </m:e>
                    </m:d>
                  </m:oMath>
                </a14:m>
                <a:r>
                  <a:rPr lang="en-US" altLang="en-US" sz="2000" dirty="0"/>
                  <a:t> is a </a:t>
                </a:r>
                <a:r>
                  <a:rPr lang="en-US" altLang="en-US" sz="2000" b="1" dirty="0">
                    <a:solidFill>
                      <a:srgbClr val="0000FF"/>
                    </a:solidFill>
                  </a:rPr>
                  <a:t>Nash equilibrium </a:t>
                </a:r>
                <a:r>
                  <a:rPr lang="en-US" altLang="en-US" sz="2000" dirty="0"/>
                  <a:t>if for each individual </a:t>
                </a:r>
                <a14:m>
                  <m:oMath xmlns:m="http://schemas.openxmlformats.org/officeDocument/2006/math">
                    <m:r>
                      <a:rPr lang="en-US" altLang="en-US" sz="2000" b="0" i="1" smtClean="0">
                        <a:latin typeface="Cambria Math" panose="02040503050406030204" pitchFamily="18" charset="0"/>
                      </a:rPr>
                      <m:t>𝑖</m:t>
                    </m:r>
                  </m:oMath>
                </a14:m>
                <a:r>
                  <a:rPr lang="en-US" altLang="en-US" sz="2000" dirty="0"/>
                  <a:t>, </a:t>
                </a:r>
                <a14:m>
                  <m:oMath xmlns:m="http://schemas.openxmlformats.org/officeDocument/2006/math">
                    <m:r>
                      <a:rPr lang="en-US" altLang="en-US" sz="2000" b="0" i="1" smtClean="0">
                        <a:latin typeface="Cambria Math" panose="02040503050406030204" pitchFamily="18" charset="0"/>
                      </a:rPr>
                      <m:t>𝑢</m:t>
                    </m:r>
                    <m:d>
                      <m:dPr>
                        <m:ctrlPr>
                          <a:rPr lang="en-US" altLang="en-US" sz="2000" b="0" i="1" smtClean="0">
                            <a:latin typeface="Cambria Math" panose="02040503050406030204" pitchFamily="18" charset="0"/>
                          </a:rPr>
                        </m:ctrlPr>
                      </m:dPr>
                      <m:e>
                        <m:sSub>
                          <m:sSubPr>
                            <m:ctrlPr>
                              <a:rPr lang="en-US" altLang="en-US" sz="2000" b="0" i="1" smtClean="0">
                                <a:latin typeface="Cambria Math" panose="02040503050406030204" pitchFamily="18" charset="0"/>
                              </a:rPr>
                            </m:ctrlPr>
                          </m:sSubPr>
                          <m:e>
                            <m:r>
                              <a:rPr lang="en-US" altLang="en-US" sz="2000" b="0" i="1" smtClean="0">
                                <a:latin typeface="Cambria Math" panose="02040503050406030204" pitchFamily="18" charset="0"/>
                              </a:rPr>
                              <m:t>𝑠</m:t>
                            </m:r>
                          </m:e>
                          <m:sub>
                            <m:r>
                              <a:rPr lang="en-US" altLang="en-US" sz="2000" b="0" i="1" smtClean="0">
                                <a:latin typeface="Cambria Math" panose="02040503050406030204" pitchFamily="18" charset="0"/>
                              </a:rPr>
                              <m:t>𝑖</m:t>
                            </m:r>
                          </m:sub>
                        </m:sSub>
                        <m:r>
                          <a:rPr lang="en-US" altLang="en-US" sz="2000" b="0" i="1" smtClean="0">
                            <a:latin typeface="Cambria Math" panose="02040503050406030204" pitchFamily="18" charset="0"/>
                          </a:rPr>
                          <m:t>,</m:t>
                        </m:r>
                        <m:sSub>
                          <m:sSubPr>
                            <m:ctrlPr>
                              <a:rPr lang="en-US" altLang="en-US" sz="2000" b="0" i="1" smtClean="0">
                                <a:latin typeface="Cambria Math" panose="02040503050406030204" pitchFamily="18" charset="0"/>
                              </a:rPr>
                            </m:ctrlPr>
                          </m:sSubPr>
                          <m:e>
                            <m:r>
                              <a:rPr lang="en-US" altLang="en-US" sz="2000" b="0" i="1" smtClean="0">
                                <a:latin typeface="Cambria Math" panose="02040503050406030204" pitchFamily="18" charset="0"/>
                              </a:rPr>
                              <m:t>𝑠</m:t>
                            </m:r>
                          </m:e>
                          <m:sub>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𝑖</m:t>
                            </m:r>
                          </m:sub>
                        </m:sSub>
                      </m:e>
                    </m:d>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𝑢</m:t>
                    </m:r>
                    <m:d>
                      <m:dPr>
                        <m:ctrlPr>
                          <a:rPr lang="en-US" altLang="en-US" sz="2000" b="0" i="1" smtClean="0">
                            <a:latin typeface="Cambria Math" panose="02040503050406030204" pitchFamily="18" charset="0"/>
                          </a:rPr>
                        </m:ctrlPr>
                      </m:dPr>
                      <m:e>
                        <m:sSubSup>
                          <m:sSubSupPr>
                            <m:ctrlPr>
                              <a:rPr lang="en-US" altLang="en-US" sz="2000" b="0" i="1" smtClean="0">
                                <a:latin typeface="Cambria Math" panose="02040503050406030204" pitchFamily="18" charset="0"/>
                              </a:rPr>
                            </m:ctrlPr>
                          </m:sSubSupPr>
                          <m:e>
                            <m:r>
                              <a:rPr lang="en-US" altLang="en-US" sz="2000" b="0" i="1" smtClean="0">
                                <a:latin typeface="Cambria Math" panose="02040503050406030204" pitchFamily="18" charset="0"/>
                              </a:rPr>
                              <m:t>𝑠</m:t>
                            </m:r>
                          </m:e>
                          <m:sub>
                            <m:r>
                              <a:rPr lang="en-US" altLang="en-US" sz="2000" b="0" i="1" smtClean="0">
                                <a:latin typeface="Cambria Math" panose="02040503050406030204" pitchFamily="18" charset="0"/>
                              </a:rPr>
                              <m:t>𝑖</m:t>
                            </m:r>
                          </m:sub>
                          <m:sup>
                            <m:r>
                              <a:rPr lang="en-US" altLang="en-US" sz="2000" b="0" i="1" smtClean="0">
                                <a:latin typeface="Cambria Math" panose="02040503050406030204" pitchFamily="18" charset="0"/>
                              </a:rPr>
                              <m:t>′</m:t>
                            </m:r>
                          </m:sup>
                        </m:sSubSup>
                        <m:r>
                          <a:rPr lang="en-US" altLang="en-US" sz="2000" b="0" i="1" smtClean="0">
                            <a:latin typeface="Cambria Math" panose="02040503050406030204" pitchFamily="18" charset="0"/>
                          </a:rPr>
                          <m:t>,</m:t>
                        </m:r>
                        <m:sSub>
                          <m:sSubPr>
                            <m:ctrlPr>
                              <a:rPr lang="en-US" altLang="en-US" sz="2000" b="0" i="1" smtClean="0">
                                <a:latin typeface="Cambria Math" panose="02040503050406030204" pitchFamily="18" charset="0"/>
                              </a:rPr>
                            </m:ctrlPr>
                          </m:sSubPr>
                          <m:e>
                            <m:r>
                              <a:rPr lang="en-US" altLang="en-US" sz="2000" b="0" i="1" smtClean="0">
                                <a:latin typeface="Cambria Math" panose="02040503050406030204" pitchFamily="18" charset="0"/>
                              </a:rPr>
                              <m:t>𝑠</m:t>
                            </m:r>
                          </m:e>
                          <m:sub>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𝑖</m:t>
                            </m:r>
                          </m:sub>
                        </m:sSub>
                      </m:e>
                    </m:d>
                    <m:r>
                      <a:rPr lang="en-US" altLang="en-US" sz="2000" b="0" i="1" smtClean="0">
                        <a:latin typeface="Cambria Math" panose="02040503050406030204" pitchFamily="18" charset="0"/>
                      </a:rPr>
                      <m:t> </m:t>
                    </m:r>
                  </m:oMath>
                </a14:m>
                <a:r>
                  <a:rPr lang="en-US" altLang="en-US" sz="2000" dirty="0"/>
                  <a:t>for any </a:t>
                </a:r>
                <a14:m>
                  <m:oMath xmlns:m="http://schemas.openxmlformats.org/officeDocument/2006/math">
                    <m:sSub>
                      <m:sSubPr>
                        <m:ctrlPr>
                          <a:rPr lang="en-US" altLang="en-US" sz="1800" b="0" i="1" smtClean="0">
                            <a:latin typeface="Cambria Math" panose="02040503050406030204" pitchFamily="18" charset="0"/>
                          </a:rPr>
                        </m:ctrlPr>
                      </m:sSubPr>
                      <m:e>
                        <m:r>
                          <a:rPr lang="en-US" altLang="en-US" sz="1800" b="0" i="1" smtClean="0">
                            <a:latin typeface="Cambria Math" panose="02040503050406030204" pitchFamily="18" charset="0"/>
                          </a:rPr>
                          <m:t>𝑠</m:t>
                        </m:r>
                      </m:e>
                      <m:sub>
                        <m:r>
                          <a:rPr lang="en-US" altLang="en-US" sz="1800" b="0" i="1" smtClean="0">
                            <a:latin typeface="Cambria Math" panose="02040503050406030204" pitchFamily="18" charset="0"/>
                          </a:rPr>
                          <m:t>𝑖</m:t>
                        </m:r>
                      </m:sub>
                    </m:sSub>
                    <m:r>
                      <a:rPr lang="en-US" altLang="en-US" sz="1800" b="0" i="1" smtClean="0">
                        <a:latin typeface="Cambria Math" panose="02040503050406030204" pitchFamily="18" charset="0"/>
                      </a:rPr>
                      <m:t>′∈</m:t>
                    </m:r>
                    <m:sSub>
                      <m:sSubPr>
                        <m:ctrlPr>
                          <a:rPr lang="en-US" altLang="en-US" sz="1800" b="0" i="1" smtClean="0">
                            <a:latin typeface="Cambria Math" panose="02040503050406030204" pitchFamily="18" charset="0"/>
                          </a:rPr>
                        </m:ctrlPr>
                      </m:sSubPr>
                      <m:e>
                        <m:r>
                          <a:rPr lang="en-US" altLang="en-US" sz="1800" b="0" i="1" smtClean="0">
                            <a:latin typeface="Cambria Math" panose="02040503050406030204" pitchFamily="18" charset="0"/>
                          </a:rPr>
                          <m:t>𝑆</m:t>
                        </m:r>
                      </m:e>
                      <m:sub>
                        <m:r>
                          <a:rPr lang="en-US" altLang="en-US" sz="1800" b="0" i="1" smtClean="0">
                            <a:latin typeface="Cambria Math" panose="02040503050406030204" pitchFamily="18" charset="0"/>
                          </a:rPr>
                          <m:t>𝑖</m:t>
                        </m:r>
                      </m:sub>
                    </m:sSub>
                    <m:r>
                      <a:rPr lang="en-US" altLang="en-US" sz="1800" b="0" i="1" smtClean="0">
                        <a:latin typeface="Cambria Math" panose="02040503050406030204" pitchFamily="18" charset="0"/>
                      </a:rPr>
                      <m:t> </m:t>
                    </m:r>
                  </m:oMath>
                </a14:m>
                <a:r>
                  <a:rPr lang="en-US" altLang="en-US" sz="1800" dirty="0"/>
                  <a:t>.</a:t>
                </a:r>
              </a:p>
              <a:p>
                <a:pPr marL="0" indent="0" eaLnBrk="1" hangingPunct="1">
                  <a:buNone/>
                </a:pPr>
                <a:endParaRPr lang="en-US" altLang="en-US" sz="2000" i="1" dirty="0"/>
              </a:p>
              <a:p>
                <a:endParaRPr lang="en-US" altLang="en-US" sz="2000" dirty="0"/>
              </a:p>
              <a:p>
                <a:r>
                  <a:rPr lang="en-US" altLang="en-US" sz="2000" dirty="0"/>
                  <a:t>Holding the strategies of others’ constant in the strategy profile, none of the players will want to individually deviate from their own strategy.</a:t>
                </a:r>
              </a:p>
              <a:p>
                <a:endParaRPr lang="en-US" altLang="en-US" sz="2000" dirty="0"/>
              </a:p>
              <a:p>
                <a:pPr marL="0" indent="0" algn="r">
                  <a:buNone/>
                </a:pPr>
                <a:endParaRPr lang="en-US" altLang="en-US" sz="1800" i="1" dirty="0"/>
              </a:p>
              <a:p>
                <a:pPr marL="0" indent="0" algn="r">
                  <a:buNone/>
                </a:pPr>
                <a:r>
                  <a:rPr lang="en-US" altLang="en-US" sz="1800" i="1" dirty="0"/>
                  <a:t>A side note…. What is the relationship of NE to dominance solvability?</a:t>
                </a:r>
                <a:br>
                  <a:rPr lang="en-US" altLang="en-US" sz="1800" i="1" dirty="0"/>
                </a:br>
                <a:r>
                  <a:rPr lang="en-US" altLang="en-US" sz="1800" i="1" dirty="0"/>
                  <a:t>If a game is dominance solvable, the resulting outcome is a Nash equilibria! </a:t>
                </a:r>
                <a:br>
                  <a:rPr lang="en-US" altLang="en-US" sz="1800" i="1" dirty="0"/>
                </a:br>
                <a:r>
                  <a:rPr lang="en-US" altLang="en-US" sz="1800" i="1" dirty="0"/>
                  <a:t>(But the opposite is not always true!)</a:t>
                </a:r>
              </a:p>
              <a:p>
                <a:pPr lvl="1">
                  <a:spcBef>
                    <a:spcPts val="600"/>
                  </a:spcBef>
                </a:pPr>
                <a:endParaRPr lang="en-US" altLang="en-US" sz="2000" dirty="0"/>
              </a:p>
              <a:p>
                <a:pPr lvl="1">
                  <a:spcBef>
                    <a:spcPts val="600"/>
                  </a:spcBef>
                </a:pPr>
                <a:endParaRPr lang="en-US" altLang="en-US" sz="2000" dirty="0"/>
              </a:p>
              <a:p>
                <a:pPr>
                  <a:spcBef>
                    <a:spcPts val="600"/>
                  </a:spcBef>
                </a:pPr>
                <a:endParaRPr lang="en-US" altLang="en-US" dirty="0"/>
              </a:p>
              <a:p>
                <a:pPr lvl="2">
                  <a:spcBef>
                    <a:spcPts val="600"/>
                  </a:spcBef>
                </a:pPr>
                <a:endParaRPr lang="en-US" altLang="en-US" dirty="0"/>
              </a:p>
              <a:p>
                <a:pPr lvl="1">
                  <a:spcBef>
                    <a:spcPts val="600"/>
                  </a:spcBef>
                </a:pPr>
                <a:endParaRPr lang="en-US" altLang="en-US" dirty="0"/>
              </a:p>
              <a:p>
                <a:pPr>
                  <a:spcBef>
                    <a:spcPts val="600"/>
                  </a:spcBef>
                </a:pPr>
                <a:endParaRPr lang="en-US" altLang="en-US" dirty="0"/>
              </a:p>
              <a:p>
                <a:pPr>
                  <a:spcBef>
                    <a:spcPts val="600"/>
                  </a:spcBef>
                </a:pPr>
                <a:endParaRPr lang="en-US" altLang="en-US" dirty="0"/>
              </a:p>
              <a:p>
                <a:pPr lvl="1">
                  <a:spcBef>
                    <a:spcPts val="600"/>
                  </a:spcBef>
                </a:pPr>
                <a:endParaRPr lang="en-US" altLang="en-US" dirty="0"/>
              </a:p>
              <a:p>
                <a:pPr lvl="2">
                  <a:spcBef>
                    <a:spcPts val="600"/>
                  </a:spcBef>
                </a:pPr>
                <a:endParaRPr lang="en-US" altLang="en-US" dirty="0"/>
              </a:p>
            </p:txBody>
          </p:sp>
        </mc:Choice>
        <mc:Fallback xmlns="">
          <p:sp>
            <p:nvSpPr>
              <p:cNvPr id="15" name="Rectangle 3">
                <a:extLst>
                  <a:ext uri="{FF2B5EF4-FFF2-40B4-BE49-F238E27FC236}">
                    <a16:creationId xmlns:a16="http://schemas.microsoft.com/office/drawing/2014/main" id="{DE9257EB-214B-4269-851D-81659C6D38BA}"/>
                  </a:ext>
                </a:extLst>
              </p:cNvPr>
              <p:cNvSpPr txBox="1">
                <a:spLocks noRot="1" noChangeAspect="1" noMove="1" noResize="1" noEditPoints="1" noAdjustHandles="1" noChangeArrowheads="1" noChangeShapeType="1" noTextEdit="1"/>
              </p:cNvSpPr>
              <p:nvPr/>
            </p:nvSpPr>
            <p:spPr>
              <a:xfrm>
                <a:off x="1072243" y="1600877"/>
                <a:ext cx="10047514" cy="4755473"/>
              </a:xfrm>
              <a:prstGeom prst="rect">
                <a:avLst/>
              </a:prstGeom>
              <a:blipFill>
                <a:blip r:embed="rId3"/>
                <a:stretch>
                  <a:fillRect l="-667" r="-1092"/>
                </a:stretch>
              </a:blipFill>
            </p:spPr>
            <p:txBody>
              <a:bodyPr/>
              <a:lstStyle/>
              <a:p>
                <a:r>
                  <a:rPr lang="en-SG">
                    <a:noFill/>
                  </a:rPr>
                  <a:t> </a:t>
                </a:r>
              </a:p>
            </p:txBody>
          </p:sp>
        </mc:Fallback>
      </mc:AlternateContent>
      <p:sp>
        <p:nvSpPr>
          <p:cNvPr id="4" name="Slide Number Placeholder 3">
            <a:extLst>
              <a:ext uri="{FF2B5EF4-FFF2-40B4-BE49-F238E27FC236}">
                <a16:creationId xmlns:a16="http://schemas.microsoft.com/office/drawing/2014/main" id="{5E224EE5-FCED-5142-96B3-FB45FE9B5171}"/>
              </a:ext>
            </a:extLst>
          </p:cNvPr>
          <p:cNvSpPr>
            <a:spLocks noGrp="1"/>
          </p:cNvSpPr>
          <p:nvPr>
            <p:ph type="sldNum" sz="quarter" idx="12"/>
          </p:nvPr>
        </p:nvSpPr>
        <p:spPr/>
        <p:txBody>
          <a:bodyPr/>
          <a:lstStyle/>
          <a:p>
            <a:fld id="{104D1C85-D14C-4D1F-B1AC-077E19A989F2}" type="slidenum">
              <a:rPr lang="en-GB" smtClean="0"/>
              <a:t>29</a:t>
            </a:fld>
            <a:endParaRPr lang="en-GB"/>
          </a:p>
        </p:txBody>
      </p:sp>
    </p:spTree>
    <p:extLst>
      <p:ext uri="{BB962C8B-B14F-4D97-AF65-F5344CB8AC3E}">
        <p14:creationId xmlns:p14="http://schemas.microsoft.com/office/powerpoint/2010/main" val="1779729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noFill/>
        </p:spPr>
        <p:txBody>
          <a:bodyPr/>
          <a:lstStyle/>
          <a:p>
            <a:pPr algn="l" eaLnBrk="1" hangingPunct="1"/>
            <a:r>
              <a:rPr lang="en-US" altLang="en-US" dirty="0"/>
              <a:t>Solving for Nash Equilibria</a:t>
            </a:r>
          </a:p>
        </p:txBody>
      </p:sp>
      <mc:AlternateContent xmlns:mc="http://schemas.openxmlformats.org/markup-compatibility/2006" xmlns:a14="http://schemas.microsoft.com/office/drawing/2010/main">
        <mc:Choice Requires="a14">
          <p:sp>
            <p:nvSpPr>
              <p:cNvPr id="15" name="Rectangle 3">
                <a:extLst>
                  <a:ext uri="{FF2B5EF4-FFF2-40B4-BE49-F238E27FC236}">
                    <a16:creationId xmlns:a16="http://schemas.microsoft.com/office/drawing/2014/main" id="{DE9257EB-214B-4269-851D-81659C6D38BA}"/>
                  </a:ext>
                </a:extLst>
              </p:cNvPr>
              <p:cNvSpPr txBox="1">
                <a:spLocks noChangeArrowheads="1"/>
              </p:cNvSpPr>
              <p:nvPr/>
            </p:nvSpPr>
            <p:spPr>
              <a:xfrm>
                <a:off x="1072243" y="1600877"/>
                <a:ext cx="10047514" cy="475547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endParaRPr lang="en-US" altLang="en-US" sz="2000" dirty="0"/>
              </a:p>
              <a:p>
                <a:pPr>
                  <a:spcBef>
                    <a:spcPts val="600"/>
                  </a:spcBef>
                </a:pPr>
                <a:r>
                  <a:rPr lang="en-US" altLang="en-US" sz="2000" dirty="0"/>
                  <a:t>In general, to solve for all Nash Equilibria, we will want to get the </a:t>
                </a:r>
                <a:r>
                  <a:rPr lang="en-US" altLang="en-US" sz="2000" b="1" dirty="0">
                    <a:solidFill>
                      <a:srgbClr val="0000FF"/>
                    </a:solidFill>
                  </a:rPr>
                  <a:t>best response function</a:t>
                </a:r>
                <a:r>
                  <a:rPr lang="en-US" altLang="en-US" sz="2000" dirty="0">
                    <a:solidFill>
                      <a:srgbClr val="0000FF"/>
                    </a:solidFill>
                  </a:rPr>
                  <a:t> </a:t>
                </a:r>
                <a:r>
                  <a:rPr lang="en-US" altLang="en-US" sz="2000" dirty="0"/>
                  <a:t>for each player.</a:t>
                </a:r>
              </a:p>
              <a:p>
                <a:pPr lvl="1">
                  <a:spcBef>
                    <a:spcPts val="600"/>
                  </a:spcBef>
                </a:pPr>
                <a:r>
                  <a:rPr lang="en-US" altLang="en-US" sz="1800" dirty="0"/>
                  <a:t>For each player </a:t>
                </a:r>
                <a14:m>
                  <m:oMath xmlns:m="http://schemas.openxmlformats.org/officeDocument/2006/math">
                    <m:r>
                      <a:rPr lang="en-SG" altLang="en-US" sz="1800" b="0" i="1" smtClean="0">
                        <a:latin typeface="Cambria Math" panose="02040503050406030204" pitchFamily="18" charset="0"/>
                      </a:rPr>
                      <m:t>𝑖</m:t>
                    </m:r>
                    <m:r>
                      <a:rPr lang="en-SG" altLang="en-US" sz="1800" b="0" i="0" smtClean="0">
                        <a:latin typeface="Cambria Math" panose="02040503050406030204" pitchFamily="18" charset="0"/>
                      </a:rPr>
                      <m:t>,</m:t>
                    </m:r>
                  </m:oMath>
                </a14:m>
                <a:r>
                  <a:rPr lang="en-US" altLang="en-US" sz="1800" dirty="0"/>
                  <a:t> get the best response(s) of player </a:t>
                </a:r>
                <a14:m>
                  <m:oMath xmlns:m="http://schemas.openxmlformats.org/officeDocument/2006/math">
                    <m:r>
                      <a:rPr lang="en-SG" altLang="en-US" sz="1800" b="0" i="1" smtClean="0">
                        <a:latin typeface="Cambria Math" panose="02040503050406030204" pitchFamily="18" charset="0"/>
                      </a:rPr>
                      <m:t>𝑖</m:t>
                    </m:r>
                  </m:oMath>
                </a14:m>
                <a:r>
                  <a:rPr lang="en-US" altLang="en-US" sz="1800" dirty="0"/>
                  <a:t> for each of the strategies of other players </a:t>
                </a:r>
                <a14:m>
                  <m:oMath xmlns:m="http://schemas.openxmlformats.org/officeDocument/2006/math">
                    <m:r>
                      <a:rPr lang="en-SG" altLang="en-US" sz="1800" b="0" i="1" smtClean="0">
                        <a:latin typeface="Cambria Math" panose="02040503050406030204" pitchFamily="18" charset="0"/>
                      </a:rPr>
                      <m:t>−</m:t>
                    </m:r>
                    <m:r>
                      <a:rPr lang="en-SG" altLang="en-US" sz="1800" b="0" i="1" smtClean="0">
                        <a:latin typeface="Cambria Math" panose="02040503050406030204" pitchFamily="18" charset="0"/>
                      </a:rPr>
                      <m:t>𝑖</m:t>
                    </m:r>
                  </m:oMath>
                </a14:m>
                <a:r>
                  <a:rPr lang="en-US" altLang="en-US" sz="1800" dirty="0"/>
                  <a:t>.</a:t>
                </a:r>
              </a:p>
              <a:p>
                <a:pPr>
                  <a:spcBef>
                    <a:spcPts val="600"/>
                  </a:spcBef>
                </a:pPr>
                <a:endParaRPr lang="en-US" altLang="en-US" sz="1800" dirty="0"/>
              </a:p>
              <a:p>
                <a:pPr>
                  <a:spcBef>
                    <a:spcPts val="600"/>
                  </a:spcBef>
                </a:pPr>
                <a:endParaRPr lang="en-US" altLang="en-US" sz="1800" dirty="0"/>
              </a:p>
              <a:p>
                <a:pPr>
                  <a:spcBef>
                    <a:spcPts val="600"/>
                  </a:spcBef>
                </a:pPr>
                <a:r>
                  <a:rPr lang="en-US" altLang="en-US" sz="2000" dirty="0"/>
                  <a:t>The Nash equilibria is a strategy profile, where everyone’s strategy is a best response to the other’s strategy according to this best response correspondence.</a:t>
                </a:r>
              </a:p>
              <a:p>
                <a:pPr>
                  <a:spcBef>
                    <a:spcPts val="600"/>
                  </a:spcBef>
                </a:pPr>
                <a:endParaRPr lang="en-US" altLang="en-US" sz="1800" dirty="0"/>
              </a:p>
              <a:p>
                <a:pPr marL="457200" lvl="1" indent="0">
                  <a:spcBef>
                    <a:spcPts val="600"/>
                  </a:spcBef>
                  <a:buNone/>
                </a:pPr>
                <a:endParaRPr lang="en-US" altLang="en-US" sz="1600" dirty="0"/>
              </a:p>
              <a:p>
                <a:pPr>
                  <a:spcBef>
                    <a:spcPts val="600"/>
                  </a:spcBef>
                </a:pPr>
                <a:endParaRPr lang="en-US" altLang="en-US" sz="2000" dirty="0"/>
              </a:p>
              <a:p>
                <a:pPr lvl="2">
                  <a:spcBef>
                    <a:spcPts val="600"/>
                  </a:spcBef>
                </a:pPr>
                <a:endParaRPr lang="en-US" altLang="en-US" sz="1600" dirty="0"/>
              </a:p>
              <a:p>
                <a:pPr lvl="1">
                  <a:spcBef>
                    <a:spcPts val="600"/>
                  </a:spcBef>
                </a:pPr>
                <a:endParaRPr lang="en-US" altLang="en-US" sz="1800" dirty="0"/>
              </a:p>
              <a:p>
                <a:pPr>
                  <a:spcBef>
                    <a:spcPts val="600"/>
                  </a:spcBef>
                </a:pPr>
                <a:endParaRPr lang="en-US" altLang="en-US" sz="2000" dirty="0"/>
              </a:p>
              <a:p>
                <a:pPr>
                  <a:spcBef>
                    <a:spcPts val="600"/>
                  </a:spcBef>
                </a:pPr>
                <a:endParaRPr lang="en-US" altLang="en-US" sz="2000" dirty="0"/>
              </a:p>
              <a:p>
                <a:pPr lvl="1">
                  <a:spcBef>
                    <a:spcPts val="600"/>
                  </a:spcBef>
                </a:pPr>
                <a:endParaRPr lang="en-US" altLang="en-US" sz="1800" dirty="0"/>
              </a:p>
              <a:p>
                <a:pPr lvl="2">
                  <a:spcBef>
                    <a:spcPts val="600"/>
                  </a:spcBef>
                </a:pPr>
                <a:endParaRPr lang="en-US" altLang="en-US" sz="1600" dirty="0"/>
              </a:p>
            </p:txBody>
          </p:sp>
        </mc:Choice>
        <mc:Fallback xmlns="">
          <p:sp>
            <p:nvSpPr>
              <p:cNvPr id="15" name="Rectangle 3">
                <a:extLst>
                  <a:ext uri="{FF2B5EF4-FFF2-40B4-BE49-F238E27FC236}">
                    <a16:creationId xmlns:a16="http://schemas.microsoft.com/office/drawing/2014/main" id="{DE9257EB-214B-4269-851D-81659C6D38BA}"/>
                  </a:ext>
                </a:extLst>
              </p:cNvPr>
              <p:cNvSpPr txBox="1">
                <a:spLocks noRot="1" noChangeAspect="1" noMove="1" noResize="1" noEditPoints="1" noAdjustHandles="1" noChangeArrowheads="1" noChangeShapeType="1" noTextEdit="1"/>
              </p:cNvSpPr>
              <p:nvPr/>
            </p:nvSpPr>
            <p:spPr>
              <a:xfrm>
                <a:off x="1072243" y="1600877"/>
                <a:ext cx="10047514" cy="4755473"/>
              </a:xfrm>
              <a:prstGeom prst="rect">
                <a:avLst/>
              </a:prstGeom>
              <a:blipFill>
                <a:blip r:embed="rId3"/>
                <a:stretch>
                  <a:fillRect l="-546" r="-61"/>
                </a:stretch>
              </a:blipFill>
            </p:spPr>
            <p:txBody>
              <a:bodyPr/>
              <a:lstStyle/>
              <a:p>
                <a:r>
                  <a:rPr lang="en-SG">
                    <a:noFill/>
                  </a:rPr>
                  <a:t> </a:t>
                </a:r>
              </a:p>
            </p:txBody>
          </p:sp>
        </mc:Fallback>
      </mc:AlternateContent>
      <p:sp>
        <p:nvSpPr>
          <p:cNvPr id="2" name="Slide Number Placeholder 1">
            <a:extLst>
              <a:ext uri="{FF2B5EF4-FFF2-40B4-BE49-F238E27FC236}">
                <a16:creationId xmlns:a16="http://schemas.microsoft.com/office/drawing/2014/main" id="{6B2CC9E9-A2C0-A467-DDF6-828C1B50D65B}"/>
              </a:ext>
            </a:extLst>
          </p:cNvPr>
          <p:cNvSpPr>
            <a:spLocks noGrp="1"/>
          </p:cNvSpPr>
          <p:nvPr>
            <p:ph type="sldNum" sz="quarter" idx="12"/>
          </p:nvPr>
        </p:nvSpPr>
        <p:spPr/>
        <p:txBody>
          <a:bodyPr/>
          <a:lstStyle/>
          <a:p>
            <a:fld id="{104D1C85-D14C-4D1F-B1AC-077E19A989F2}" type="slidenum">
              <a:rPr lang="en-GB" smtClean="0"/>
              <a:t>30</a:t>
            </a:fld>
            <a:endParaRPr lang="en-GB"/>
          </a:p>
        </p:txBody>
      </p:sp>
    </p:spTree>
    <p:extLst>
      <p:ext uri="{BB962C8B-B14F-4D97-AF65-F5344CB8AC3E}">
        <p14:creationId xmlns:p14="http://schemas.microsoft.com/office/powerpoint/2010/main" val="4176872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166362-5747-4CF8-8778-889699D343D3}"/>
              </a:ext>
            </a:extLst>
          </p:cNvPr>
          <p:cNvSpPr>
            <a:spLocks noGrp="1"/>
          </p:cNvSpPr>
          <p:nvPr>
            <p:ph idx="1"/>
          </p:nvPr>
        </p:nvSpPr>
        <p:spPr>
          <a:xfrm>
            <a:off x="1077362" y="1316335"/>
            <a:ext cx="9950103" cy="1325563"/>
          </a:xfrm>
        </p:spPr>
        <p:txBody>
          <a:bodyPr>
            <a:normAutofit/>
          </a:bodyPr>
          <a:lstStyle/>
          <a:p>
            <a:pPr marL="0" indent="0">
              <a:buNone/>
            </a:pPr>
            <a:endParaRPr lang="en-SG" sz="2000" dirty="0"/>
          </a:p>
          <a:p>
            <a:pPr marL="0" indent="0">
              <a:buNone/>
            </a:pPr>
            <a:r>
              <a:rPr lang="en-SG" sz="2000" dirty="0"/>
              <a:t>Sometimes, you can simplify the problem by eliminating dominated strategies: this is because such bad strategies will never be part of a Nash Equilibria. </a:t>
            </a:r>
          </a:p>
          <a:p>
            <a:pPr marL="0" indent="0">
              <a:buNone/>
            </a:pPr>
            <a:endParaRPr lang="en-SG" sz="2000" dirty="0"/>
          </a:p>
          <a:p>
            <a:pPr marL="0" indent="0">
              <a:buNone/>
            </a:pPr>
            <a:endParaRPr lang="en-SG" sz="2000" dirty="0"/>
          </a:p>
          <a:p>
            <a:endParaRPr lang="en-SG" sz="2000" dirty="0"/>
          </a:p>
          <a:p>
            <a:endParaRPr lang="en-SG" sz="2000" dirty="0"/>
          </a:p>
          <a:p>
            <a:pPr marL="0" indent="0">
              <a:buNone/>
            </a:pPr>
            <a:endParaRPr lang="en-SG" sz="1800" dirty="0"/>
          </a:p>
          <a:p>
            <a:pPr marL="0" indent="0">
              <a:buNone/>
            </a:pPr>
            <a:endParaRPr lang="en-SG" sz="1800" dirty="0"/>
          </a:p>
          <a:p>
            <a:endParaRPr lang="en-US" sz="1800" dirty="0"/>
          </a:p>
          <a:p>
            <a:endParaRPr lang="en-US" sz="1800" dirty="0"/>
          </a:p>
          <a:p>
            <a:endParaRPr lang="en-US" sz="1800" dirty="0"/>
          </a:p>
          <a:p>
            <a:endParaRPr lang="en-US" sz="1800" dirty="0"/>
          </a:p>
          <a:p>
            <a:pPr lvl="1"/>
            <a:endParaRPr lang="en-US" sz="1600" dirty="0"/>
          </a:p>
        </p:txBody>
      </p:sp>
      <p:graphicFrame>
        <p:nvGraphicFramePr>
          <p:cNvPr id="4" name="Table 5">
            <a:extLst>
              <a:ext uri="{FF2B5EF4-FFF2-40B4-BE49-F238E27FC236}">
                <a16:creationId xmlns:a16="http://schemas.microsoft.com/office/drawing/2014/main" id="{8880D175-EBAD-B308-6308-C5B7A4B90A48}"/>
              </a:ext>
            </a:extLst>
          </p:cNvPr>
          <p:cNvGraphicFramePr>
            <a:graphicFrameLocks noGrp="1"/>
          </p:cNvGraphicFramePr>
          <p:nvPr>
            <p:extLst>
              <p:ext uri="{D42A27DB-BD31-4B8C-83A1-F6EECF244321}">
                <p14:modId xmlns:p14="http://schemas.microsoft.com/office/powerpoint/2010/main" val="3646883405"/>
              </p:ext>
            </p:extLst>
          </p:nvPr>
        </p:nvGraphicFramePr>
        <p:xfrm>
          <a:off x="8069809" y="3104593"/>
          <a:ext cx="2689140" cy="1102140"/>
        </p:xfrm>
        <a:graphic>
          <a:graphicData uri="http://schemas.openxmlformats.org/drawingml/2006/table">
            <a:tbl>
              <a:tblPr firstRow="1" bandRow="1">
                <a:tableStyleId>{5940675A-B579-460E-94D1-54222C63F5DA}</a:tableStyleId>
              </a:tblPr>
              <a:tblGrid>
                <a:gridCol w="896380">
                  <a:extLst>
                    <a:ext uri="{9D8B030D-6E8A-4147-A177-3AD203B41FA5}">
                      <a16:colId xmlns:a16="http://schemas.microsoft.com/office/drawing/2014/main" val="1895234023"/>
                    </a:ext>
                  </a:extLst>
                </a:gridCol>
                <a:gridCol w="896380">
                  <a:extLst>
                    <a:ext uri="{9D8B030D-6E8A-4147-A177-3AD203B41FA5}">
                      <a16:colId xmlns:a16="http://schemas.microsoft.com/office/drawing/2014/main" val="3696438715"/>
                    </a:ext>
                  </a:extLst>
                </a:gridCol>
                <a:gridCol w="896380">
                  <a:extLst>
                    <a:ext uri="{9D8B030D-6E8A-4147-A177-3AD203B41FA5}">
                      <a16:colId xmlns:a16="http://schemas.microsoft.com/office/drawing/2014/main" val="2691549397"/>
                    </a:ext>
                  </a:extLst>
                </a:gridCol>
              </a:tblGrid>
              <a:tr h="367380">
                <a:tc>
                  <a:txBody>
                    <a:bodyPr/>
                    <a:lstStyle/>
                    <a:p>
                      <a:endParaRPr lang="en-SG" dirty="0"/>
                    </a:p>
                  </a:txBody>
                  <a:tcPr/>
                </a:tc>
                <a:tc>
                  <a:txBody>
                    <a:bodyPr/>
                    <a:lstStyle/>
                    <a:p>
                      <a:endParaRPr lang="en-SG"/>
                    </a:p>
                  </a:txBody>
                  <a:tcPr/>
                </a:tc>
                <a:tc>
                  <a:txBody>
                    <a:bodyPr/>
                    <a:lstStyle/>
                    <a:p>
                      <a:endParaRPr lang="en-SG"/>
                    </a:p>
                  </a:txBody>
                  <a:tcPr/>
                </a:tc>
                <a:extLst>
                  <a:ext uri="{0D108BD9-81ED-4DB2-BD59-A6C34878D82A}">
                    <a16:rowId xmlns:a16="http://schemas.microsoft.com/office/drawing/2014/main" val="1098502281"/>
                  </a:ext>
                </a:extLst>
              </a:tr>
              <a:tr h="367380">
                <a:tc>
                  <a:txBody>
                    <a:bodyPr/>
                    <a:lstStyle/>
                    <a:p>
                      <a:endParaRPr lang="en-SG"/>
                    </a:p>
                  </a:txBody>
                  <a:tcPr/>
                </a:tc>
                <a:tc>
                  <a:txBody>
                    <a:bodyPr/>
                    <a:lstStyle/>
                    <a:p>
                      <a:endParaRPr lang="en-SG"/>
                    </a:p>
                  </a:txBody>
                  <a:tcPr/>
                </a:tc>
                <a:tc>
                  <a:txBody>
                    <a:bodyPr/>
                    <a:lstStyle/>
                    <a:p>
                      <a:endParaRPr lang="en-SG"/>
                    </a:p>
                  </a:txBody>
                  <a:tcPr/>
                </a:tc>
                <a:extLst>
                  <a:ext uri="{0D108BD9-81ED-4DB2-BD59-A6C34878D82A}">
                    <a16:rowId xmlns:a16="http://schemas.microsoft.com/office/drawing/2014/main" val="2837290781"/>
                  </a:ext>
                </a:extLst>
              </a:tr>
              <a:tr h="367380">
                <a:tc>
                  <a:txBody>
                    <a:bodyPr/>
                    <a:lstStyle/>
                    <a:p>
                      <a:endParaRPr lang="en-SG"/>
                    </a:p>
                  </a:txBody>
                  <a:tcPr/>
                </a:tc>
                <a:tc>
                  <a:txBody>
                    <a:bodyPr/>
                    <a:lstStyle/>
                    <a:p>
                      <a:endParaRPr lang="en-SG"/>
                    </a:p>
                  </a:txBody>
                  <a:tcPr/>
                </a:tc>
                <a:tc>
                  <a:txBody>
                    <a:bodyPr/>
                    <a:lstStyle/>
                    <a:p>
                      <a:endParaRPr lang="en-SG" dirty="0"/>
                    </a:p>
                  </a:txBody>
                  <a:tcPr/>
                </a:tc>
                <a:extLst>
                  <a:ext uri="{0D108BD9-81ED-4DB2-BD59-A6C34878D82A}">
                    <a16:rowId xmlns:a16="http://schemas.microsoft.com/office/drawing/2014/main" val="2290917074"/>
                  </a:ext>
                </a:extLst>
              </a:tr>
            </a:tbl>
          </a:graphicData>
        </a:graphic>
      </p:graphicFrame>
      <p:sp>
        <p:nvSpPr>
          <p:cNvPr id="6" name="Rectangle 5">
            <a:extLst>
              <a:ext uri="{FF2B5EF4-FFF2-40B4-BE49-F238E27FC236}">
                <a16:creationId xmlns:a16="http://schemas.microsoft.com/office/drawing/2014/main" id="{702BC342-3441-D770-4B08-EF17E25B053A}"/>
              </a:ext>
            </a:extLst>
          </p:cNvPr>
          <p:cNvSpPr/>
          <p:nvPr/>
        </p:nvSpPr>
        <p:spPr>
          <a:xfrm>
            <a:off x="8069808" y="3104593"/>
            <a:ext cx="1789489" cy="744795"/>
          </a:xfrm>
          <a:prstGeom prst="rect">
            <a:avLst/>
          </a:prstGeom>
          <a:noFill/>
          <a:ln w="381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Rectangle 6">
            <a:extLst>
              <a:ext uri="{FF2B5EF4-FFF2-40B4-BE49-F238E27FC236}">
                <a16:creationId xmlns:a16="http://schemas.microsoft.com/office/drawing/2014/main" id="{557E8DEB-1799-D8F8-160E-243A0C1C4153}"/>
              </a:ext>
            </a:extLst>
          </p:cNvPr>
          <p:cNvSpPr/>
          <p:nvPr/>
        </p:nvSpPr>
        <p:spPr>
          <a:xfrm>
            <a:off x="8023103" y="3059308"/>
            <a:ext cx="2735846" cy="1147425"/>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9" name="Straight Connector 8">
            <a:extLst>
              <a:ext uri="{FF2B5EF4-FFF2-40B4-BE49-F238E27FC236}">
                <a16:creationId xmlns:a16="http://schemas.microsoft.com/office/drawing/2014/main" id="{2E253900-CAC0-EA69-1002-446ECEAD5ABE}"/>
              </a:ext>
            </a:extLst>
          </p:cNvPr>
          <p:cNvCxnSpPr/>
          <p:nvPr/>
        </p:nvCxnSpPr>
        <p:spPr>
          <a:xfrm>
            <a:off x="7765028" y="4026369"/>
            <a:ext cx="3215148"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FBBF06E-2D98-C8B9-B589-E7E7BF726BC5}"/>
              </a:ext>
            </a:extLst>
          </p:cNvPr>
          <p:cNvCxnSpPr>
            <a:cxnSpLocks/>
          </p:cNvCxnSpPr>
          <p:nvPr/>
        </p:nvCxnSpPr>
        <p:spPr>
          <a:xfrm flipV="1">
            <a:off x="10284544" y="2898115"/>
            <a:ext cx="0" cy="150433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Rectangle 2">
            <a:extLst>
              <a:ext uri="{FF2B5EF4-FFF2-40B4-BE49-F238E27FC236}">
                <a16:creationId xmlns:a16="http://schemas.microsoft.com/office/drawing/2014/main" id="{3E25FB2A-8A2A-8C63-7212-F03C79B1B379}"/>
              </a:ext>
            </a:extLst>
          </p:cNvPr>
          <p:cNvSpPr>
            <a:spLocks noGrp="1" noChangeArrowheads="1"/>
          </p:cNvSpPr>
          <p:nvPr>
            <p:ph type="title"/>
          </p:nvPr>
        </p:nvSpPr>
        <p:spPr>
          <a:xfrm>
            <a:off x="838200" y="365125"/>
            <a:ext cx="10515600" cy="1325563"/>
          </a:xfrm>
          <a:noFill/>
        </p:spPr>
        <p:txBody>
          <a:bodyPr/>
          <a:lstStyle/>
          <a:p>
            <a:pPr algn="l" eaLnBrk="1" hangingPunct="1"/>
            <a:r>
              <a:rPr lang="en-US" altLang="en-US" dirty="0"/>
              <a:t>Solving for Nash Equilibria</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4A87601-3AE2-7774-283D-22BE55CBDB0A}"/>
                  </a:ext>
                </a:extLst>
              </p:cNvPr>
              <p:cNvSpPr txBox="1"/>
              <p:nvPr/>
            </p:nvSpPr>
            <p:spPr>
              <a:xfrm>
                <a:off x="1020103" y="2958495"/>
                <a:ext cx="6501559" cy="1477328"/>
              </a:xfrm>
              <a:prstGeom prst="rect">
                <a:avLst/>
              </a:prstGeom>
              <a:noFill/>
            </p:spPr>
            <p:txBody>
              <a:bodyPr wrap="square" rtlCol="0">
                <a:spAutoFit/>
              </a:bodyPr>
              <a:lstStyle/>
              <a:p>
                <a:r>
                  <a:rPr lang="en-SG" sz="1800" dirty="0"/>
                  <a:t>Suppose that we use </a:t>
                </a:r>
                <a:r>
                  <a:rPr lang="en-SG" sz="1800" b="1" dirty="0">
                    <a:solidFill>
                      <a:srgbClr val="FF0000"/>
                    </a:solidFill>
                  </a:rPr>
                  <a:t>iterative elimination of strictly (dominated) strategies </a:t>
                </a:r>
                <a:r>
                  <a:rPr lang="en-SG" sz="1800" dirty="0"/>
                  <a:t>such that the game changes from </a:t>
                </a:r>
                <a14:m>
                  <m:oMath xmlns:m="http://schemas.openxmlformats.org/officeDocument/2006/math">
                    <m:r>
                      <a:rPr lang="en-SG" sz="1800" i="1" dirty="0" smtClean="0">
                        <a:latin typeface="Cambria Math" panose="02040503050406030204" pitchFamily="18" charset="0"/>
                      </a:rPr>
                      <m:t>𝐺</m:t>
                    </m:r>
                  </m:oMath>
                </a14:m>
                <a:r>
                  <a:rPr lang="en-SG" sz="1800" dirty="0"/>
                  <a:t> to </a:t>
                </a:r>
                <a14:m>
                  <m:oMath xmlns:m="http://schemas.openxmlformats.org/officeDocument/2006/math">
                    <m:r>
                      <a:rPr lang="en-SG" sz="1800" i="1" dirty="0" smtClean="0">
                        <a:latin typeface="Cambria Math" panose="02040503050406030204" pitchFamily="18" charset="0"/>
                      </a:rPr>
                      <m:t>𝐺</m:t>
                    </m:r>
                    <m:r>
                      <a:rPr lang="en-SG" sz="1800" i="1" dirty="0" smtClean="0">
                        <a:latin typeface="Cambria Math" panose="02040503050406030204" pitchFamily="18" charset="0"/>
                      </a:rPr>
                      <m:t>’</m:t>
                    </m:r>
                  </m:oMath>
                </a14:m>
                <a:r>
                  <a:rPr lang="en-SG" sz="1800" dirty="0"/>
                  <a:t>. </a:t>
                </a:r>
              </a:p>
              <a:p>
                <a:endParaRPr lang="en-SG" sz="1800" dirty="0"/>
              </a:p>
              <a:p>
                <a:r>
                  <a:rPr lang="en-SG" sz="1800" b="1" dirty="0"/>
                  <a:t>Any Nash equilibria of </a:t>
                </a:r>
                <a14:m>
                  <m:oMath xmlns:m="http://schemas.openxmlformats.org/officeDocument/2006/math">
                    <m:r>
                      <a:rPr lang="en-SG" sz="1800" b="1" i="1" smtClean="0">
                        <a:solidFill>
                          <a:srgbClr val="0000FF"/>
                        </a:solidFill>
                        <a:latin typeface="Cambria Math" panose="02040503050406030204" pitchFamily="18" charset="0"/>
                      </a:rPr>
                      <m:t>𝑮</m:t>
                    </m:r>
                    <m:r>
                      <a:rPr lang="en-SG" sz="1800" b="1" i="1" smtClean="0">
                        <a:solidFill>
                          <a:srgbClr val="0000FF"/>
                        </a:solidFill>
                        <a:latin typeface="Cambria Math" panose="02040503050406030204" pitchFamily="18" charset="0"/>
                      </a:rPr>
                      <m:t>′</m:t>
                    </m:r>
                  </m:oMath>
                </a14:m>
                <a:r>
                  <a:rPr lang="en-SG" sz="1800" b="1" dirty="0"/>
                  <a:t> is also a Nash Equilibria of </a:t>
                </a:r>
                <a14:m>
                  <m:oMath xmlns:m="http://schemas.openxmlformats.org/officeDocument/2006/math">
                    <m:r>
                      <a:rPr lang="en-SG" sz="1800" b="1" i="1" smtClean="0">
                        <a:solidFill>
                          <a:srgbClr val="00B050"/>
                        </a:solidFill>
                        <a:latin typeface="Cambria Math" panose="02040503050406030204" pitchFamily="18" charset="0"/>
                      </a:rPr>
                      <m:t>𝑮</m:t>
                    </m:r>
                  </m:oMath>
                </a14:m>
                <a:r>
                  <a:rPr lang="en-SG" sz="1800" b="1" dirty="0"/>
                  <a:t>.</a:t>
                </a:r>
              </a:p>
              <a:p>
                <a:endParaRPr lang="en-SG" dirty="0"/>
              </a:p>
            </p:txBody>
          </p:sp>
        </mc:Choice>
        <mc:Fallback xmlns="">
          <p:sp>
            <p:nvSpPr>
              <p:cNvPr id="14" name="TextBox 13">
                <a:extLst>
                  <a:ext uri="{FF2B5EF4-FFF2-40B4-BE49-F238E27FC236}">
                    <a16:creationId xmlns:a16="http://schemas.microsoft.com/office/drawing/2014/main" id="{B4A87601-3AE2-7774-283D-22BE55CBDB0A}"/>
                  </a:ext>
                </a:extLst>
              </p:cNvPr>
              <p:cNvSpPr txBox="1">
                <a:spLocks noRot="1" noChangeAspect="1" noMove="1" noResize="1" noEditPoints="1" noAdjustHandles="1" noChangeArrowheads="1" noChangeShapeType="1" noTextEdit="1"/>
              </p:cNvSpPr>
              <p:nvPr/>
            </p:nvSpPr>
            <p:spPr>
              <a:xfrm>
                <a:off x="1020103" y="2958495"/>
                <a:ext cx="6501559" cy="1477328"/>
              </a:xfrm>
              <a:prstGeom prst="rect">
                <a:avLst/>
              </a:prstGeom>
              <a:blipFill>
                <a:blip r:embed="rId3"/>
                <a:stretch>
                  <a:fillRect l="-750" t="-2058"/>
                </a:stretch>
              </a:blipFill>
            </p:spPr>
            <p:txBody>
              <a:bodyPr/>
              <a:lstStyle/>
              <a:p>
                <a:r>
                  <a:rPr lang="en-SG">
                    <a:noFill/>
                  </a:rPr>
                  <a:t> </a:t>
                </a:r>
              </a:p>
            </p:txBody>
          </p:sp>
        </mc:Fallback>
      </mc:AlternateContent>
      <p:sp>
        <p:nvSpPr>
          <p:cNvPr id="16" name="TextBox 15">
            <a:extLst>
              <a:ext uri="{FF2B5EF4-FFF2-40B4-BE49-F238E27FC236}">
                <a16:creationId xmlns:a16="http://schemas.microsoft.com/office/drawing/2014/main" id="{16691341-346D-D052-0265-C40B61419941}"/>
              </a:ext>
            </a:extLst>
          </p:cNvPr>
          <p:cNvSpPr txBox="1"/>
          <p:nvPr/>
        </p:nvSpPr>
        <p:spPr>
          <a:xfrm>
            <a:off x="1020103" y="4658669"/>
            <a:ext cx="10333697" cy="1508105"/>
          </a:xfrm>
          <a:prstGeom prst="rect">
            <a:avLst/>
          </a:prstGeom>
          <a:noFill/>
        </p:spPr>
        <p:txBody>
          <a:bodyPr wrap="square" rtlCol="0">
            <a:spAutoFit/>
          </a:bodyPr>
          <a:lstStyle/>
          <a:p>
            <a:r>
              <a:rPr lang="en-SG" sz="2000" dirty="0"/>
              <a:t>Consequences:</a:t>
            </a:r>
          </a:p>
          <a:p>
            <a:pPr marL="742950" lvl="1" indent="-285750">
              <a:buFont typeface="Arial" panose="020B0604020202020204" pitchFamily="34" charset="0"/>
              <a:buChar char="•"/>
            </a:pPr>
            <a:r>
              <a:rPr lang="en-SG" sz="1800" dirty="0"/>
              <a:t>Suppose we have a game with many strategies, you can try to use iterative elimination to simplify first, and then solve for NE.</a:t>
            </a:r>
          </a:p>
          <a:p>
            <a:pPr marL="742950" lvl="1" indent="-285750">
              <a:buFont typeface="Arial" panose="020B0604020202020204" pitchFamily="34" charset="0"/>
              <a:buChar char="•"/>
            </a:pPr>
            <a:r>
              <a:rPr lang="en-SG" sz="1800" dirty="0"/>
              <a:t>An outcome of a dominance solvable game is a NE.</a:t>
            </a:r>
          </a:p>
          <a:p>
            <a:endParaRPr lang="en-SG" dirty="0"/>
          </a:p>
        </p:txBody>
      </p:sp>
    </p:spTree>
    <p:extLst>
      <p:ext uri="{BB962C8B-B14F-4D97-AF65-F5344CB8AC3E}">
        <p14:creationId xmlns:p14="http://schemas.microsoft.com/office/powerpoint/2010/main" val="3536616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4"/>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noFill/>
        </p:spPr>
        <p:txBody>
          <a:bodyPr/>
          <a:lstStyle/>
          <a:p>
            <a:pPr algn="l" eaLnBrk="1" hangingPunct="1"/>
            <a:r>
              <a:rPr lang="en-US" altLang="en-US" dirty="0"/>
              <a:t>Example 1:</a:t>
            </a:r>
          </a:p>
        </p:txBody>
      </p:sp>
      <mc:AlternateContent xmlns:mc="http://schemas.openxmlformats.org/markup-compatibility/2006" xmlns:a14="http://schemas.microsoft.com/office/drawing/2010/main">
        <mc:Choice Requires="a14">
          <p:graphicFrame>
            <p:nvGraphicFramePr>
              <p:cNvPr id="3" name="Table 5">
                <a:extLst>
                  <a:ext uri="{FF2B5EF4-FFF2-40B4-BE49-F238E27FC236}">
                    <a16:creationId xmlns:a16="http://schemas.microsoft.com/office/drawing/2014/main" id="{DA40652C-BEB4-409C-ADC7-1712AFE15E86}"/>
                  </a:ext>
                </a:extLst>
              </p:cNvPr>
              <p:cNvGraphicFramePr>
                <a:graphicFrameLocks noGrp="1"/>
              </p:cNvGraphicFramePr>
              <p:nvPr/>
            </p:nvGraphicFramePr>
            <p:xfrm>
              <a:off x="2752078" y="1848828"/>
              <a:ext cx="6244947" cy="1112520"/>
            </p:xfrm>
            <a:graphic>
              <a:graphicData uri="http://schemas.openxmlformats.org/drawingml/2006/table">
                <a:tbl>
                  <a:tblPr firstRow="1" bandRow="1">
                    <a:tableStyleId>{5940675A-B579-460E-94D1-54222C63F5DA}</a:tableStyleId>
                  </a:tblPr>
                  <a:tblGrid>
                    <a:gridCol w="1364235">
                      <a:extLst>
                        <a:ext uri="{9D8B030D-6E8A-4147-A177-3AD203B41FA5}">
                          <a16:colId xmlns:a16="http://schemas.microsoft.com/office/drawing/2014/main" val="4239227893"/>
                        </a:ext>
                      </a:extLst>
                    </a:gridCol>
                    <a:gridCol w="2428531">
                      <a:extLst>
                        <a:ext uri="{9D8B030D-6E8A-4147-A177-3AD203B41FA5}">
                          <a16:colId xmlns:a16="http://schemas.microsoft.com/office/drawing/2014/main" val="2948776960"/>
                        </a:ext>
                      </a:extLst>
                    </a:gridCol>
                    <a:gridCol w="2452181">
                      <a:extLst>
                        <a:ext uri="{9D8B030D-6E8A-4147-A177-3AD203B41FA5}">
                          <a16:colId xmlns:a16="http://schemas.microsoft.com/office/drawing/2014/main" val="1900868060"/>
                        </a:ext>
                      </a:extLst>
                    </a:gridCol>
                  </a:tblGrid>
                  <a:tr h="370840">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Left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Right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tx1"/>
                              </a:solidFill>
                            </a:rPr>
                            <a:t>Top</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3,  9</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1,  8</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3772902"/>
                      </a:ext>
                    </a:extLst>
                  </a:tr>
                  <a:tr h="370840">
                    <a:tc>
                      <a:txBody>
                        <a:bodyPr/>
                        <a:lstStyle/>
                        <a:p>
                          <a:r>
                            <a:rPr lang="en-US" dirty="0">
                              <a:solidFill>
                                <a:schemeClr val="tx1"/>
                              </a:solidFill>
                            </a:rPr>
                            <a:t>Bottom</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0,  0</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2,  1</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1172981"/>
                      </a:ext>
                    </a:extLst>
                  </a:tr>
                </a:tbl>
              </a:graphicData>
            </a:graphic>
          </p:graphicFrame>
        </mc:Choice>
        <mc:Fallback xmlns="">
          <p:graphicFrame>
            <p:nvGraphicFramePr>
              <p:cNvPr id="3" name="Table 5">
                <a:extLst>
                  <a:ext uri="{FF2B5EF4-FFF2-40B4-BE49-F238E27FC236}">
                    <a16:creationId xmlns:a16="http://schemas.microsoft.com/office/drawing/2014/main" id="{DA40652C-BEB4-409C-ADC7-1712AFE15E86}"/>
                  </a:ext>
                </a:extLst>
              </p:cNvPr>
              <p:cNvGraphicFramePr>
                <a:graphicFrameLocks noGrp="1"/>
              </p:cNvGraphicFramePr>
              <p:nvPr>
                <p:extLst>
                  <p:ext uri="{D42A27DB-BD31-4B8C-83A1-F6EECF244321}">
                    <p14:modId xmlns:p14="http://schemas.microsoft.com/office/powerpoint/2010/main" val="241813378"/>
                  </p:ext>
                </p:extLst>
              </p:nvPr>
            </p:nvGraphicFramePr>
            <p:xfrm>
              <a:off x="2752078" y="1848828"/>
              <a:ext cx="6244947" cy="1112520"/>
            </p:xfrm>
            <a:graphic>
              <a:graphicData uri="http://schemas.openxmlformats.org/drawingml/2006/table">
                <a:tbl>
                  <a:tblPr firstRow="1" bandRow="1">
                    <a:tableStyleId>{5940675A-B579-460E-94D1-54222C63F5DA}</a:tableStyleId>
                  </a:tblPr>
                  <a:tblGrid>
                    <a:gridCol w="1364235">
                      <a:extLst>
                        <a:ext uri="{9D8B030D-6E8A-4147-A177-3AD203B41FA5}">
                          <a16:colId xmlns:a16="http://schemas.microsoft.com/office/drawing/2014/main" val="4239227893"/>
                        </a:ext>
                      </a:extLst>
                    </a:gridCol>
                    <a:gridCol w="2428531">
                      <a:extLst>
                        <a:ext uri="{9D8B030D-6E8A-4147-A177-3AD203B41FA5}">
                          <a16:colId xmlns:a16="http://schemas.microsoft.com/office/drawing/2014/main" val="2948776960"/>
                        </a:ext>
                      </a:extLst>
                    </a:gridCol>
                    <a:gridCol w="2452181">
                      <a:extLst>
                        <a:ext uri="{9D8B030D-6E8A-4147-A177-3AD203B41FA5}">
                          <a16:colId xmlns:a16="http://schemas.microsoft.com/office/drawing/2014/main" val="1900868060"/>
                        </a:ext>
                      </a:extLst>
                    </a:gridCol>
                  </a:tblGrid>
                  <a:tr h="370840">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Left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Right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tx1"/>
                              </a:solidFill>
                            </a:rPr>
                            <a:t>Top</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140" t="-108197" r="-101253" b="-1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975" t="-108197" r="-498" b="-124590"/>
                          </a:stretch>
                        </a:blipFill>
                      </a:tcPr>
                    </a:tc>
                    <a:extLst>
                      <a:ext uri="{0D108BD9-81ED-4DB2-BD59-A6C34878D82A}">
                        <a16:rowId xmlns:a16="http://schemas.microsoft.com/office/drawing/2014/main" val="1923772902"/>
                      </a:ext>
                    </a:extLst>
                  </a:tr>
                  <a:tr h="370840">
                    <a:tc>
                      <a:txBody>
                        <a:bodyPr/>
                        <a:lstStyle/>
                        <a:p>
                          <a:r>
                            <a:rPr lang="en-US" dirty="0">
                              <a:solidFill>
                                <a:schemeClr val="tx1"/>
                              </a:solidFill>
                            </a:rPr>
                            <a:t>Bottom</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140" t="-208197" r="-101253" b="-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975" t="-208197" r="-498" b="-24590"/>
                          </a:stretch>
                        </a:blipFill>
                      </a:tcPr>
                    </a:tc>
                    <a:extLst>
                      <a:ext uri="{0D108BD9-81ED-4DB2-BD59-A6C34878D82A}">
                        <a16:rowId xmlns:a16="http://schemas.microsoft.com/office/drawing/2014/main" val="2781172981"/>
                      </a:ext>
                    </a:extLst>
                  </a:tr>
                </a:tbl>
              </a:graphicData>
            </a:graphic>
          </p:graphicFrame>
        </mc:Fallback>
      </mc:AlternateContent>
      <p:sp>
        <p:nvSpPr>
          <p:cNvPr id="6" name="TextBox 5">
            <a:extLst>
              <a:ext uri="{FF2B5EF4-FFF2-40B4-BE49-F238E27FC236}">
                <a16:creationId xmlns:a16="http://schemas.microsoft.com/office/drawing/2014/main" id="{D0516181-8B46-4841-B808-5B9BA02E2EEE}"/>
              </a:ext>
            </a:extLst>
          </p:cNvPr>
          <p:cNvSpPr txBox="1"/>
          <p:nvPr/>
        </p:nvSpPr>
        <p:spPr>
          <a:xfrm>
            <a:off x="6175900" y="1416211"/>
            <a:ext cx="947375" cy="369332"/>
          </a:xfrm>
          <a:prstGeom prst="rect">
            <a:avLst/>
          </a:prstGeom>
          <a:noFill/>
        </p:spPr>
        <p:txBody>
          <a:bodyPr wrap="none" rtlCol="0">
            <a:spAutoFit/>
          </a:bodyPr>
          <a:lstStyle/>
          <a:p>
            <a:r>
              <a:rPr lang="en-US" b="1" dirty="0"/>
              <a:t>Player 2</a:t>
            </a:r>
            <a:endParaRPr lang="en-GB" b="1" dirty="0"/>
          </a:p>
        </p:txBody>
      </p:sp>
      <p:sp>
        <p:nvSpPr>
          <p:cNvPr id="8" name="TextBox 7">
            <a:extLst>
              <a:ext uri="{FF2B5EF4-FFF2-40B4-BE49-F238E27FC236}">
                <a16:creationId xmlns:a16="http://schemas.microsoft.com/office/drawing/2014/main" id="{738665AD-01F8-4D91-8A63-69C4654AE255}"/>
              </a:ext>
            </a:extLst>
          </p:cNvPr>
          <p:cNvSpPr txBox="1"/>
          <p:nvPr/>
        </p:nvSpPr>
        <p:spPr>
          <a:xfrm>
            <a:off x="1711912" y="2422460"/>
            <a:ext cx="947375" cy="369332"/>
          </a:xfrm>
          <a:prstGeom prst="rect">
            <a:avLst/>
          </a:prstGeom>
          <a:noFill/>
        </p:spPr>
        <p:txBody>
          <a:bodyPr wrap="none" rtlCol="0">
            <a:spAutoFit/>
          </a:bodyPr>
          <a:lstStyle/>
          <a:p>
            <a:r>
              <a:rPr lang="en-US" b="1" dirty="0"/>
              <a:t>Player 1</a:t>
            </a:r>
            <a:endParaRPr lang="en-GB" b="1" dirty="0"/>
          </a:p>
        </p:txBody>
      </p:sp>
      <p:sp>
        <p:nvSpPr>
          <p:cNvPr id="4" name="Rectangle 3">
            <a:extLst>
              <a:ext uri="{FF2B5EF4-FFF2-40B4-BE49-F238E27FC236}">
                <a16:creationId xmlns:a16="http://schemas.microsoft.com/office/drawing/2014/main" id="{F70768E3-1792-40A0-9B95-1680E102103F}"/>
              </a:ext>
            </a:extLst>
          </p:cNvPr>
          <p:cNvSpPr txBox="1">
            <a:spLocks noChangeArrowheads="1"/>
          </p:cNvSpPr>
          <p:nvPr/>
        </p:nvSpPr>
        <p:spPr>
          <a:xfrm>
            <a:off x="1152143" y="1690688"/>
            <a:ext cx="10047514" cy="475547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spcBef>
                <a:spcPts val="600"/>
              </a:spcBef>
            </a:pPr>
            <a:endParaRPr lang="en-US" altLang="en-US" sz="2000" dirty="0"/>
          </a:p>
          <a:p>
            <a:pPr lvl="1">
              <a:spcBef>
                <a:spcPts val="600"/>
              </a:spcBef>
            </a:pPr>
            <a:endParaRPr lang="en-US" altLang="en-US" sz="2000" dirty="0"/>
          </a:p>
          <a:p>
            <a:pPr lvl="1">
              <a:spcBef>
                <a:spcPts val="600"/>
              </a:spcBef>
            </a:pPr>
            <a:endParaRPr lang="en-US" altLang="en-US" sz="2000" dirty="0"/>
          </a:p>
          <a:p>
            <a:pPr marL="457200" lvl="1" indent="0">
              <a:spcBef>
                <a:spcPts val="600"/>
              </a:spcBef>
              <a:buNone/>
            </a:pPr>
            <a:endParaRPr lang="en-US" altLang="en-US" sz="2000" dirty="0"/>
          </a:p>
          <a:p>
            <a:pPr marL="457200" lvl="1" indent="0">
              <a:spcBef>
                <a:spcPts val="600"/>
              </a:spcBef>
              <a:buNone/>
            </a:pPr>
            <a:endParaRPr lang="en-US" altLang="en-US" sz="2000" dirty="0"/>
          </a:p>
          <a:p>
            <a:pPr marL="0" indent="0">
              <a:spcBef>
                <a:spcPts val="600"/>
              </a:spcBef>
              <a:buNone/>
            </a:pPr>
            <a:r>
              <a:rPr lang="en-US" altLang="en-US" sz="2000" b="1" dirty="0"/>
              <a:t>Best Response Function of Player 1</a:t>
            </a:r>
          </a:p>
          <a:p>
            <a:pPr>
              <a:spcBef>
                <a:spcPts val="600"/>
              </a:spcBef>
            </a:pPr>
            <a:r>
              <a:rPr lang="en-US" altLang="en-US" sz="2000" dirty="0"/>
              <a:t>If Player 2 plays Left, the best response of Player 1 is to play Top </a:t>
            </a:r>
          </a:p>
          <a:p>
            <a:pPr>
              <a:spcBef>
                <a:spcPts val="600"/>
              </a:spcBef>
            </a:pPr>
            <a:r>
              <a:rPr lang="en-US" altLang="en-US" sz="2000" dirty="0"/>
              <a:t>If Player 2 plays Right, the best response of Player 1 is to play Bottom</a:t>
            </a:r>
          </a:p>
          <a:p>
            <a:pPr>
              <a:spcBef>
                <a:spcPts val="600"/>
              </a:spcBef>
            </a:pPr>
            <a:endParaRPr lang="en-US" altLang="en-US" sz="2000" dirty="0"/>
          </a:p>
          <a:p>
            <a:pPr marL="0" indent="0">
              <a:spcBef>
                <a:spcPts val="600"/>
              </a:spcBef>
              <a:buNone/>
            </a:pPr>
            <a:r>
              <a:rPr lang="en-US" altLang="en-US" sz="2000" b="1" dirty="0"/>
              <a:t>Best Response Function of Player 2</a:t>
            </a:r>
          </a:p>
          <a:p>
            <a:pPr>
              <a:spcBef>
                <a:spcPts val="600"/>
              </a:spcBef>
            </a:pPr>
            <a:r>
              <a:rPr lang="en-US" altLang="en-US" sz="2000" dirty="0"/>
              <a:t>If Player 1 plays Top, the best response of Player 2 is to play Left</a:t>
            </a:r>
          </a:p>
          <a:p>
            <a:pPr>
              <a:spcBef>
                <a:spcPts val="600"/>
              </a:spcBef>
            </a:pPr>
            <a:r>
              <a:rPr lang="en-US" altLang="en-US" sz="2000" dirty="0"/>
              <a:t>If Player 1 plays Bottom, the best response of Player 2 is to play Right</a:t>
            </a:r>
          </a:p>
          <a:p>
            <a:pPr>
              <a:spcBef>
                <a:spcPts val="600"/>
              </a:spcBef>
            </a:pPr>
            <a:endParaRPr lang="en-US" altLang="en-US" sz="1800" dirty="0"/>
          </a:p>
          <a:p>
            <a:pPr>
              <a:spcBef>
                <a:spcPts val="600"/>
              </a:spcBef>
            </a:pPr>
            <a:endParaRPr lang="en-US" altLang="en-US" sz="1800" b="1" dirty="0"/>
          </a:p>
          <a:p>
            <a:pPr>
              <a:spcBef>
                <a:spcPts val="600"/>
              </a:spcBef>
            </a:pPr>
            <a:endParaRPr lang="en-US" altLang="en-US" sz="2000" dirty="0"/>
          </a:p>
          <a:p>
            <a:pPr>
              <a:spcBef>
                <a:spcPts val="600"/>
              </a:spcBef>
            </a:pPr>
            <a:endParaRPr lang="en-US" altLang="en-US" sz="2000" dirty="0"/>
          </a:p>
          <a:p>
            <a:pPr>
              <a:spcBef>
                <a:spcPts val="600"/>
              </a:spcBef>
            </a:pPr>
            <a:endParaRPr lang="en-US" altLang="en-US" dirty="0"/>
          </a:p>
          <a:p>
            <a:pPr lvl="2">
              <a:spcBef>
                <a:spcPts val="600"/>
              </a:spcBef>
            </a:pPr>
            <a:endParaRPr lang="en-US" altLang="en-US" dirty="0"/>
          </a:p>
          <a:p>
            <a:pPr lvl="1">
              <a:spcBef>
                <a:spcPts val="600"/>
              </a:spcBef>
            </a:pPr>
            <a:endParaRPr lang="en-US" altLang="en-US" dirty="0"/>
          </a:p>
          <a:p>
            <a:pPr>
              <a:spcBef>
                <a:spcPts val="600"/>
              </a:spcBef>
            </a:pPr>
            <a:endParaRPr lang="en-US" altLang="en-US" dirty="0"/>
          </a:p>
          <a:p>
            <a:pPr>
              <a:spcBef>
                <a:spcPts val="600"/>
              </a:spcBef>
            </a:pPr>
            <a:endParaRPr lang="en-US" altLang="en-US" dirty="0"/>
          </a:p>
          <a:p>
            <a:pPr lvl="1">
              <a:spcBef>
                <a:spcPts val="600"/>
              </a:spcBef>
            </a:pPr>
            <a:endParaRPr lang="en-US" altLang="en-US" dirty="0"/>
          </a:p>
          <a:p>
            <a:pPr lvl="2">
              <a:spcBef>
                <a:spcPts val="600"/>
              </a:spcBef>
            </a:pPr>
            <a:endParaRPr lang="en-US" altLang="en-US" dirty="0"/>
          </a:p>
        </p:txBody>
      </p:sp>
      <p:sp>
        <p:nvSpPr>
          <p:cNvPr id="2" name="Slide Number Placeholder 1">
            <a:extLst>
              <a:ext uri="{FF2B5EF4-FFF2-40B4-BE49-F238E27FC236}">
                <a16:creationId xmlns:a16="http://schemas.microsoft.com/office/drawing/2014/main" id="{5F039998-D34D-9C25-D69D-9C0CC2B71D99}"/>
              </a:ext>
            </a:extLst>
          </p:cNvPr>
          <p:cNvSpPr>
            <a:spLocks noGrp="1"/>
          </p:cNvSpPr>
          <p:nvPr>
            <p:ph type="sldNum" sz="quarter" idx="12"/>
          </p:nvPr>
        </p:nvSpPr>
        <p:spPr/>
        <p:txBody>
          <a:bodyPr/>
          <a:lstStyle/>
          <a:p>
            <a:fld id="{104D1C85-D14C-4D1F-B1AC-077E19A989F2}" type="slidenum">
              <a:rPr lang="en-GB" smtClean="0"/>
              <a:t>32</a:t>
            </a:fld>
            <a:endParaRPr lang="en-GB"/>
          </a:p>
        </p:txBody>
      </p:sp>
    </p:spTree>
    <p:extLst>
      <p:ext uri="{BB962C8B-B14F-4D97-AF65-F5344CB8AC3E}">
        <p14:creationId xmlns:p14="http://schemas.microsoft.com/office/powerpoint/2010/main" val="2488753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noFill/>
        </p:spPr>
        <p:txBody>
          <a:bodyPr/>
          <a:lstStyle/>
          <a:p>
            <a:pPr algn="l" eaLnBrk="1" hangingPunct="1"/>
            <a:r>
              <a:rPr lang="en-US" altLang="en-US" dirty="0"/>
              <a:t>Example 1:</a:t>
            </a:r>
          </a:p>
        </p:txBody>
      </p:sp>
      <mc:AlternateContent xmlns:mc="http://schemas.openxmlformats.org/markup-compatibility/2006" xmlns:a14="http://schemas.microsoft.com/office/drawing/2010/main">
        <mc:Choice Requires="a14">
          <p:graphicFrame>
            <p:nvGraphicFramePr>
              <p:cNvPr id="3" name="Table 5">
                <a:extLst>
                  <a:ext uri="{FF2B5EF4-FFF2-40B4-BE49-F238E27FC236}">
                    <a16:creationId xmlns:a16="http://schemas.microsoft.com/office/drawing/2014/main" id="{DA40652C-BEB4-409C-ADC7-1712AFE15E86}"/>
                  </a:ext>
                </a:extLst>
              </p:cNvPr>
              <p:cNvGraphicFramePr>
                <a:graphicFrameLocks noGrp="1"/>
              </p:cNvGraphicFramePr>
              <p:nvPr>
                <p:extLst>
                  <p:ext uri="{D42A27DB-BD31-4B8C-83A1-F6EECF244321}">
                    <p14:modId xmlns:p14="http://schemas.microsoft.com/office/powerpoint/2010/main" val="2965385036"/>
                  </p:ext>
                </p:extLst>
              </p:nvPr>
            </p:nvGraphicFramePr>
            <p:xfrm>
              <a:off x="2752078" y="1848828"/>
              <a:ext cx="6244947" cy="1112520"/>
            </p:xfrm>
            <a:graphic>
              <a:graphicData uri="http://schemas.openxmlformats.org/drawingml/2006/table">
                <a:tbl>
                  <a:tblPr firstRow="1" bandRow="1">
                    <a:tableStyleId>{5940675A-B579-460E-94D1-54222C63F5DA}</a:tableStyleId>
                  </a:tblPr>
                  <a:tblGrid>
                    <a:gridCol w="1364235">
                      <a:extLst>
                        <a:ext uri="{9D8B030D-6E8A-4147-A177-3AD203B41FA5}">
                          <a16:colId xmlns:a16="http://schemas.microsoft.com/office/drawing/2014/main" val="4239227893"/>
                        </a:ext>
                      </a:extLst>
                    </a:gridCol>
                    <a:gridCol w="2428531">
                      <a:extLst>
                        <a:ext uri="{9D8B030D-6E8A-4147-A177-3AD203B41FA5}">
                          <a16:colId xmlns:a16="http://schemas.microsoft.com/office/drawing/2014/main" val="2948776960"/>
                        </a:ext>
                      </a:extLst>
                    </a:gridCol>
                    <a:gridCol w="2452181">
                      <a:extLst>
                        <a:ext uri="{9D8B030D-6E8A-4147-A177-3AD203B41FA5}">
                          <a16:colId xmlns:a16="http://schemas.microsoft.com/office/drawing/2014/main" val="1900868060"/>
                        </a:ext>
                      </a:extLst>
                    </a:gridCol>
                  </a:tblGrid>
                  <a:tr h="370840">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Left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Right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tx1"/>
                              </a:solidFill>
                            </a:rPr>
                            <a:t>Top</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3,  9</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1,  8</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3772902"/>
                      </a:ext>
                    </a:extLst>
                  </a:tr>
                  <a:tr h="370840">
                    <a:tc>
                      <a:txBody>
                        <a:bodyPr/>
                        <a:lstStyle/>
                        <a:p>
                          <a:r>
                            <a:rPr lang="en-US" dirty="0">
                              <a:solidFill>
                                <a:schemeClr val="tx1"/>
                              </a:solidFill>
                            </a:rPr>
                            <a:t>Bottom</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0,  0</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2,  1</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1172981"/>
                      </a:ext>
                    </a:extLst>
                  </a:tr>
                </a:tbl>
              </a:graphicData>
            </a:graphic>
          </p:graphicFrame>
        </mc:Choice>
        <mc:Fallback xmlns="">
          <p:graphicFrame>
            <p:nvGraphicFramePr>
              <p:cNvPr id="3" name="Table 5">
                <a:extLst>
                  <a:ext uri="{FF2B5EF4-FFF2-40B4-BE49-F238E27FC236}">
                    <a16:creationId xmlns:a16="http://schemas.microsoft.com/office/drawing/2014/main" id="{DA40652C-BEB4-409C-ADC7-1712AFE15E86}"/>
                  </a:ext>
                </a:extLst>
              </p:cNvPr>
              <p:cNvGraphicFramePr>
                <a:graphicFrameLocks noGrp="1"/>
              </p:cNvGraphicFramePr>
              <p:nvPr>
                <p:extLst>
                  <p:ext uri="{D42A27DB-BD31-4B8C-83A1-F6EECF244321}">
                    <p14:modId xmlns:p14="http://schemas.microsoft.com/office/powerpoint/2010/main" val="2965385036"/>
                  </p:ext>
                </p:extLst>
              </p:nvPr>
            </p:nvGraphicFramePr>
            <p:xfrm>
              <a:off x="2752078" y="1848828"/>
              <a:ext cx="6244947" cy="1112520"/>
            </p:xfrm>
            <a:graphic>
              <a:graphicData uri="http://schemas.openxmlformats.org/drawingml/2006/table">
                <a:tbl>
                  <a:tblPr firstRow="1" bandRow="1">
                    <a:tableStyleId>{5940675A-B579-460E-94D1-54222C63F5DA}</a:tableStyleId>
                  </a:tblPr>
                  <a:tblGrid>
                    <a:gridCol w="1364235">
                      <a:extLst>
                        <a:ext uri="{9D8B030D-6E8A-4147-A177-3AD203B41FA5}">
                          <a16:colId xmlns:a16="http://schemas.microsoft.com/office/drawing/2014/main" val="4239227893"/>
                        </a:ext>
                      </a:extLst>
                    </a:gridCol>
                    <a:gridCol w="2428531">
                      <a:extLst>
                        <a:ext uri="{9D8B030D-6E8A-4147-A177-3AD203B41FA5}">
                          <a16:colId xmlns:a16="http://schemas.microsoft.com/office/drawing/2014/main" val="2948776960"/>
                        </a:ext>
                      </a:extLst>
                    </a:gridCol>
                    <a:gridCol w="2452181">
                      <a:extLst>
                        <a:ext uri="{9D8B030D-6E8A-4147-A177-3AD203B41FA5}">
                          <a16:colId xmlns:a16="http://schemas.microsoft.com/office/drawing/2014/main" val="1900868060"/>
                        </a:ext>
                      </a:extLst>
                    </a:gridCol>
                  </a:tblGrid>
                  <a:tr h="370840">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Left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Right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tx1"/>
                              </a:solidFill>
                            </a:rPr>
                            <a:t>Top</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140" t="-108197" r="-101253" b="-1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975" t="-108197" r="-498" b="-124590"/>
                          </a:stretch>
                        </a:blipFill>
                      </a:tcPr>
                    </a:tc>
                    <a:extLst>
                      <a:ext uri="{0D108BD9-81ED-4DB2-BD59-A6C34878D82A}">
                        <a16:rowId xmlns:a16="http://schemas.microsoft.com/office/drawing/2014/main" val="1923772902"/>
                      </a:ext>
                    </a:extLst>
                  </a:tr>
                  <a:tr h="370840">
                    <a:tc>
                      <a:txBody>
                        <a:bodyPr/>
                        <a:lstStyle/>
                        <a:p>
                          <a:r>
                            <a:rPr lang="en-US" dirty="0">
                              <a:solidFill>
                                <a:schemeClr val="tx1"/>
                              </a:solidFill>
                            </a:rPr>
                            <a:t>Bottom</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140" t="-208197" r="-101253" b="-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975" t="-208197" r="-498" b="-24590"/>
                          </a:stretch>
                        </a:blipFill>
                      </a:tcPr>
                    </a:tc>
                    <a:extLst>
                      <a:ext uri="{0D108BD9-81ED-4DB2-BD59-A6C34878D82A}">
                        <a16:rowId xmlns:a16="http://schemas.microsoft.com/office/drawing/2014/main" val="2781172981"/>
                      </a:ext>
                    </a:extLst>
                  </a:tr>
                </a:tbl>
              </a:graphicData>
            </a:graphic>
          </p:graphicFrame>
        </mc:Fallback>
      </mc:AlternateContent>
      <p:sp>
        <p:nvSpPr>
          <p:cNvPr id="6" name="TextBox 5">
            <a:extLst>
              <a:ext uri="{FF2B5EF4-FFF2-40B4-BE49-F238E27FC236}">
                <a16:creationId xmlns:a16="http://schemas.microsoft.com/office/drawing/2014/main" id="{D0516181-8B46-4841-B808-5B9BA02E2EEE}"/>
              </a:ext>
            </a:extLst>
          </p:cNvPr>
          <p:cNvSpPr txBox="1"/>
          <p:nvPr/>
        </p:nvSpPr>
        <p:spPr>
          <a:xfrm>
            <a:off x="6175900" y="1416211"/>
            <a:ext cx="947375" cy="369332"/>
          </a:xfrm>
          <a:prstGeom prst="rect">
            <a:avLst/>
          </a:prstGeom>
          <a:noFill/>
        </p:spPr>
        <p:txBody>
          <a:bodyPr wrap="none" rtlCol="0">
            <a:spAutoFit/>
          </a:bodyPr>
          <a:lstStyle/>
          <a:p>
            <a:r>
              <a:rPr lang="en-US" b="1" dirty="0"/>
              <a:t>Player 2</a:t>
            </a:r>
            <a:endParaRPr lang="en-GB" b="1" dirty="0"/>
          </a:p>
        </p:txBody>
      </p:sp>
      <p:sp>
        <p:nvSpPr>
          <p:cNvPr id="8" name="TextBox 7">
            <a:extLst>
              <a:ext uri="{FF2B5EF4-FFF2-40B4-BE49-F238E27FC236}">
                <a16:creationId xmlns:a16="http://schemas.microsoft.com/office/drawing/2014/main" id="{738665AD-01F8-4D91-8A63-69C4654AE255}"/>
              </a:ext>
            </a:extLst>
          </p:cNvPr>
          <p:cNvSpPr txBox="1"/>
          <p:nvPr/>
        </p:nvSpPr>
        <p:spPr>
          <a:xfrm>
            <a:off x="1711912" y="2422460"/>
            <a:ext cx="947375" cy="369332"/>
          </a:xfrm>
          <a:prstGeom prst="rect">
            <a:avLst/>
          </a:prstGeom>
          <a:noFill/>
        </p:spPr>
        <p:txBody>
          <a:bodyPr wrap="none" rtlCol="0">
            <a:spAutoFit/>
          </a:bodyPr>
          <a:lstStyle/>
          <a:p>
            <a:r>
              <a:rPr lang="en-US" b="1" dirty="0"/>
              <a:t>Player 1</a:t>
            </a:r>
            <a:endParaRPr lang="en-GB" b="1" dirty="0"/>
          </a:p>
        </p:txBody>
      </p:sp>
      <p:sp>
        <p:nvSpPr>
          <p:cNvPr id="4" name="Rectangle 3">
            <a:extLst>
              <a:ext uri="{FF2B5EF4-FFF2-40B4-BE49-F238E27FC236}">
                <a16:creationId xmlns:a16="http://schemas.microsoft.com/office/drawing/2014/main" id="{F70768E3-1792-40A0-9B95-1680E102103F}"/>
              </a:ext>
            </a:extLst>
          </p:cNvPr>
          <p:cNvSpPr txBox="1">
            <a:spLocks noChangeArrowheads="1"/>
          </p:cNvSpPr>
          <p:nvPr/>
        </p:nvSpPr>
        <p:spPr>
          <a:xfrm>
            <a:off x="1152142" y="3377961"/>
            <a:ext cx="10314729" cy="307266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r>
              <a:rPr lang="en-US" altLang="en-US" sz="2000" dirty="0"/>
              <a:t>There are 2 strategy profiles where strategies are best responses to each other: </a:t>
            </a:r>
            <a:r>
              <a:rPr lang="en-US" altLang="en-US" sz="2000" b="1" dirty="0"/>
              <a:t>(T,L) </a:t>
            </a:r>
            <a:r>
              <a:rPr lang="en-US" altLang="en-US" sz="2000" dirty="0"/>
              <a:t>and </a:t>
            </a:r>
            <a:r>
              <a:rPr lang="en-US" altLang="en-US" sz="2000" b="1" dirty="0"/>
              <a:t>(B,R) </a:t>
            </a:r>
            <a:r>
              <a:rPr lang="en-US" altLang="en-US" sz="2000" dirty="0"/>
              <a:t>: these are Nash Equilibria of the game.</a:t>
            </a:r>
            <a:endParaRPr lang="en-US" altLang="en-US" sz="2000" b="1" dirty="0"/>
          </a:p>
          <a:p>
            <a:pPr lvl="1">
              <a:spcBef>
                <a:spcPts val="600"/>
              </a:spcBef>
            </a:pPr>
            <a:r>
              <a:rPr lang="en-US" altLang="en-US" sz="1600" dirty="0"/>
              <a:t>If Player 2 chooses L, Player 1 will want to choose T. Likewise, if Player 1 chooses  T, Player 2 will want to choose L. </a:t>
            </a:r>
          </a:p>
          <a:p>
            <a:pPr lvl="1">
              <a:spcBef>
                <a:spcPts val="600"/>
              </a:spcBef>
            </a:pPr>
            <a:r>
              <a:rPr lang="en-US" altLang="en-US" sz="1600" dirty="0"/>
              <a:t>If Player 2 chooses R, Player 1 will want to choose B. Likewise, if Player 1 chooses B, Player 2 will want to choose R.</a:t>
            </a:r>
          </a:p>
          <a:p>
            <a:pPr lvl="1">
              <a:spcBef>
                <a:spcPts val="600"/>
              </a:spcBef>
            </a:pPr>
            <a:endParaRPr lang="en-US" altLang="en-US" sz="2000" dirty="0"/>
          </a:p>
          <a:p>
            <a:pPr>
              <a:spcBef>
                <a:spcPts val="600"/>
              </a:spcBef>
            </a:pPr>
            <a:r>
              <a:rPr lang="en-US" altLang="en-US" sz="2000" dirty="0"/>
              <a:t>(T,R) and (B,L) are not Nash Equilibria, why?</a:t>
            </a:r>
          </a:p>
          <a:p>
            <a:pPr lvl="1">
              <a:spcBef>
                <a:spcPts val="600"/>
              </a:spcBef>
            </a:pPr>
            <a:r>
              <a:rPr lang="en-US" altLang="en-US" sz="1600" dirty="0"/>
              <a:t>Consider (T,R), if Player 2 chooses R, Player 1 will want to deviate to B. </a:t>
            </a:r>
          </a:p>
          <a:p>
            <a:pPr lvl="1">
              <a:spcBef>
                <a:spcPts val="600"/>
              </a:spcBef>
            </a:pPr>
            <a:r>
              <a:rPr lang="en-US" altLang="en-US" sz="1600" dirty="0"/>
              <a:t>Consider (B,L), if Player 2 chooses L, Player 1 will want to deviate to T.</a:t>
            </a:r>
          </a:p>
          <a:p>
            <a:pPr lvl="1">
              <a:spcBef>
                <a:spcPts val="600"/>
              </a:spcBef>
            </a:pPr>
            <a:endParaRPr lang="en-US" altLang="en-US" sz="1400" b="1" dirty="0"/>
          </a:p>
          <a:p>
            <a:pPr>
              <a:spcBef>
                <a:spcPts val="600"/>
              </a:spcBef>
            </a:pPr>
            <a:endParaRPr lang="en-US" altLang="en-US" sz="1800" dirty="0"/>
          </a:p>
          <a:p>
            <a:pPr>
              <a:spcBef>
                <a:spcPts val="600"/>
              </a:spcBef>
            </a:pPr>
            <a:endParaRPr lang="en-US" altLang="en-US" sz="2000" dirty="0"/>
          </a:p>
          <a:p>
            <a:pPr>
              <a:spcBef>
                <a:spcPts val="600"/>
              </a:spcBef>
            </a:pPr>
            <a:endParaRPr lang="en-US" altLang="en-US" sz="2000" dirty="0"/>
          </a:p>
          <a:p>
            <a:pPr>
              <a:spcBef>
                <a:spcPts val="600"/>
              </a:spcBef>
            </a:pPr>
            <a:endParaRPr lang="en-US" altLang="en-US" dirty="0"/>
          </a:p>
          <a:p>
            <a:pPr lvl="2">
              <a:spcBef>
                <a:spcPts val="600"/>
              </a:spcBef>
            </a:pPr>
            <a:endParaRPr lang="en-US" altLang="en-US" dirty="0"/>
          </a:p>
          <a:p>
            <a:pPr lvl="1">
              <a:spcBef>
                <a:spcPts val="600"/>
              </a:spcBef>
            </a:pPr>
            <a:endParaRPr lang="en-US" altLang="en-US" dirty="0"/>
          </a:p>
          <a:p>
            <a:pPr>
              <a:spcBef>
                <a:spcPts val="600"/>
              </a:spcBef>
            </a:pPr>
            <a:endParaRPr lang="en-US" altLang="en-US" dirty="0"/>
          </a:p>
          <a:p>
            <a:pPr>
              <a:spcBef>
                <a:spcPts val="600"/>
              </a:spcBef>
            </a:pPr>
            <a:endParaRPr lang="en-US" altLang="en-US" dirty="0"/>
          </a:p>
          <a:p>
            <a:pPr lvl="1">
              <a:spcBef>
                <a:spcPts val="600"/>
              </a:spcBef>
            </a:pPr>
            <a:endParaRPr lang="en-US" altLang="en-US" dirty="0"/>
          </a:p>
          <a:p>
            <a:pPr lvl="2">
              <a:spcBef>
                <a:spcPts val="600"/>
              </a:spcBef>
            </a:pPr>
            <a:endParaRPr lang="en-US" altLang="en-US" dirty="0"/>
          </a:p>
        </p:txBody>
      </p:sp>
      <p:sp>
        <p:nvSpPr>
          <p:cNvPr id="2" name="Slide Number Placeholder 1">
            <a:extLst>
              <a:ext uri="{FF2B5EF4-FFF2-40B4-BE49-F238E27FC236}">
                <a16:creationId xmlns:a16="http://schemas.microsoft.com/office/drawing/2014/main" id="{41A1D7FD-63C9-86DD-1CE4-484839A5FF40}"/>
              </a:ext>
            </a:extLst>
          </p:cNvPr>
          <p:cNvSpPr>
            <a:spLocks noGrp="1"/>
          </p:cNvSpPr>
          <p:nvPr>
            <p:ph type="sldNum" sz="quarter" idx="12"/>
          </p:nvPr>
        </p:nvSpPr>
        <p:spPr/>
        <p:txBody>
          <a:bodyPr/>
          <a:lstStyle/>
          <a:p>
            <a:fld id="{104D1C85-D14C-4D1F-B1AC-077E19A989F2}" type="slidenum">
              <a:rPr lang="en-GB" smtClean="0"/>
              <a:t>33</a:t>
            </a:fld>
            <a:endParaRPr lang="en-GB"/>
          </a:p>
        </p:txBody>
      </p:sp>
    </p:spTree>
    <p:extLst>
      <p:ext uri="{BB962C8B-B14F-4D97-AF65-F5344CB8AC3E}">
        <p14:creationId xmlns:p14="http://schemas.microsoft.com/office/powerpoint/2010/main" val="2316340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632ED-6249-4378-9241-C14C3A5BA9EB}"/>
              </a:ext>
            </a:extLst>
          </p:cNvPr>
          <p:cNvSpPr>
            <a:spLocks noGrp="1"/>
          </p:cNvSpPr>
          <p:nvPr>
            <p:ph type="title"/>
          </p:nvPr>
        </p:nvSpPr>
        <p:spPr>
          <a:xfrm>
            <a:off x="1077361" y="286028"/>
            <a:ext cx="10436615" cy="1030307"/>
          </a:xfrm>
        </p:spPr>
        <p:txBody>
          <a:bodyPr>
            <a:normAutofit/>
          </a:bodyPr>
          <a:lstStyle/>
          <a:p>
            <a:r>
              <a:rPr lang="en-US" altLang="en-US" dirty="0"/>
              <a:t>Example 2: </a:t>
            </a:r>
            <a:endParaRPr lang="en-SG" dirty="0"/>
          </a:p>
        </p:txBody>
      </p:sp>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4213F190-B2B0-43F1-B1CA-727BDFB3A022}"/>
                  </a:ext>
                </a:extLst>
              </p:cNvPr>
              <p:cNvSpPr>
                <a:spLocks noGrp="1"/>
              </p:cNvSpPr>
              <p:nvPr>
                <p:ph idx="1"/>
              </p:nvPr>
            </p:nvSpPr>
            <p:spPr>
              <a:xfrm>
                <a:off x="1077362" y="1683834"/>
                <a:ext cx="9950103" cy="4888138"/>
              </a:xfrm>
            </p:spPr>
            <p:txBody>
              <a:bodyPr>
                <a:normAutofit/>
              </a:bodyPr>
              <a:lstStyle/>
              <a:p>
                <a:pPr marL="0" indent="0">
                  <a:buNone/>
                </a:pPr>
                <a:r>
                  <a:rPr lang="en-US" sz="2400" b="1" dirty="0"/>
                  <a:t>Cournot Quantity Competition</a:t>
                </a:r>
              </a:p>
              <a:p>
                <a:pPr marL="0" indent="0">
                  <a:buNone/>
                </a:pPr>
                <a:r>
                  <a:rPr lang="en-US" sz="2000" dirty="0"/>
                  <a:t>Firms 1 and 2 simultaneously choose their respective quantities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𝑞</m:t>
                        </m:r>
                      </m:e>
                      <m:sub>
                        <m:r>
                          <a:rPr lang="en-US" sz="2000" b="0" i="1" smtClean="0">
                            <a:latin typeface="Cambria Math" panose="02040503050406030204" pitchFamily="18" charset="0"/>
                          </a:rPr>
                          <m:t>1</m:t>
                        </m:r>
                      </m:sub>
                    </m:sSub>
                  </m:oMath>
                </a14:m>
                <a:r>
                  <a:rPr lang="en-US" sz="2000" dirty="0"/>
                  <a:t> and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𝑞</m:t>
                        </m:r>
                      </m:e>
                      <m:sub>
                        <m:r>
                          <a:rPr lang="en-US" sz="2000" b="0" i="1" smtClean="0">
                            <a:latin typeface="Cambria Math" panose="02040503050406030204" pitchFamily="18" charset="0"/>
                          </a:rPr>
                          <m:t>2</m:t>
                        </m:r>
                      </m:sub>
                    </m:sSub>
                  </m:oMath>
                </a14:m>
                <a:r>
                  <a:rPr lang="en-US" sz="2000" dirty="0"/>
                  <a:t> in a market with inverse demand function </a:t>
                </a:r>
                <a14:m>
                  <m:oMath xmlns:m="http://schemas.openxmlformats.org/officeDocument/2006/math">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𝑎</m:t>
                    </m:r>
                    <m:r>
                      <a:rPr lang="en-US" sz="2000" b="0" i="1" smtClean="0">
                        <a:latin typeface="Cambria Math" panose="02040503050406030204" pitchFamily="18" charset="0"/>
                      </a:rPr>
                      <m:t>−</m:t>
                    </m:r>
                    <m:r>
                      <a:rPr lang="en-US" sz="2000" b="0" i="1" smtClean="0">
                        <a:latin typeface="Cambria Math" panose="02040503050406030204" pitchFamily="18" charset="0"/>
                      </a:rPr>
                      <m:t>𝑏𝑄</m:t>
                    </m:r>
                  </m:oMath>
                </a14:m>
                <a:r>
                  <a:rPr lang="en-US" sz="2000" dirty="0"/>
                  <a:t>,  where </a:t>
                </a:r>
                <a14:m>
                  <m:oMath xmlns:m="http://schemas.openxmlformats.org/officeDocument/2006/math">
                    <m:r>
                      <a:rPr lang="en-US" sz="2000" b="0" i="1" smtClean="0">
                        <a:latin typeface="Cambria Math" panose="02040503050406030204" pitchFamily="18" charset="0"/>
                      </a:rPr>
                      <m:t>𝑄</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𝑞</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𝑞</m:t>
                        </m:r>
                      </m:e>
                      <m:sub>
                        <m:r>
                          <a:rPr lang="en-US" sz="2000" b="0" i="1" smtClean="0">
                            <a:latin typeface="Cambria Math" panose="02040503050406030204" pitchFamily="18" charset="0"/>
                          </a:rPr>
                          <m:t>2</m:t>
                        </m:r>
                      </m:sub>
                    </m:sSub>
                  </m:oMath>
                </a14:m>
                <a:r>
                  <a:rPr lang="en-US" sz="2000" dirty="0"/>
                  <a:t>.</a:t>
                </a:r>
              </a:p>
              <a:p>
                <a:pPr marL="0" indent="0">
                  <a:buNone/>
                </a:pPr>
                <a:r>
                  <a:rPr lang="en-US" sz="2000" dirty="0"/>
                  <a:t>There is no fixed cost of production. Marginal cost of production are constant at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𝑐</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𝑐</m:t>
                        </m:r>
                      </m:e>
                      <m:sub>
                        <m:r>
                          <a:rPr lang="en-US" sz="2000" b="0" i="1" smtClean="0">
                            <a:latin typeface="Cambria Math" panose="02040503050406030204" pitchFamily="18" charset="0"/>
                          </a:rPr>
                          <m:t>2</m:t>
                        </m:r>
                      </m:sub>
                    </m:sSub>
                  </m:oMath>
                </a14:m>
                <a:r>
                  <a:rPr lang="en-US" sz="2000" dirty="0"/>
                  <a:t> for firms 1 and 2 respectively, with </a:t>
                </a:r>
                <a14:m>
                  <m:oMath xmlns:m="http://schemas.openxmlformats.org/officeDocument/2006/math">
                    <m:r>
                      <a:rPr lang="en-US" sz="2000" b="0" i="1" smtClean="0">
                        <a:latin typeface="Cambria Math" panose="02040503050406030204" pitchFamily="18" charset="0"/>
                      </a:rPr>
                      <m:t>0&lt;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𝑐</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𝑐</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&lt;</m:t>
                    </m:r>
                    <m:r>
                      <a:rPr lang="en-US" sz="2000" b="0" i="1" smtClean="0">
                        <a:latin typeface="Cambria Math" panose="02040503050406030204" pitchFamily="18" charset="0"/>
                      </a:rPr>
                      <m:t>𝑎</m:t>
                    </m:r>
                    <m:r>
                      <a:rPr lang="en-US" sz="2000" b="0" i="0" smtClean="0">
                        <a:latin typeface="Cambria Math" panose="02040503050406030204" pitchFamily="18" charset="0"/>
                      </a:rPr>
                      <m:t>.</m:t>
                    </m:r>
                  </m:oMath>
                </a14:m>
                <a:endParaRPr lang="en-US" sz="2000" dirty="0"/>
              </a:p>
              <a:p>
                <a:pPr marL="0" indent="0">
                  <a:buNone/>
                </a:pPr>
                <a:endParaRPr lang="en-US" sz="2400" dirty="0"/>
              </a:p>
              <a:p>
                <a:pPr marL="0" indent="0">
                  <a:buNone/>
                </a:pPr>
                <a:r>
                  <a:rPr lang="en-US" sz="2000" dirty="0"/>
                  <a:t>Can again solve for Nash Equilibrium by getting firms’ best response function/correspondence.</a:t>
                </a:r>
              </a:p>
              <a:p>
                <a:pPr marL="0" indent="0">
                  <a:buNone/>
                </a:pPr>
                <a:endParaRPr lang="en-US" sz="2400" dirty="0"/>
              </a:p>
              <a:p>
                <a:pPr lvl="1"/>
                <a:endParaRPr lang="en-US" sz="2000" dirty="0"/>
              </a:p>
            </p:txBody>
          </p:sp>
        </mc:Choice>
        <mc:Fallback xmlns="">
          <p:sp>
            <p:nvSpPr>
              <p:cNvPr id="12" name="Content Placeholder 2">
                <a:extLst>
                  <a:ext uri="{FF2B5EF4-FFF2-40B4-BE49-F238E27FC236}">
                    <a16:creationId xmlns:a16="http://schemas.microsoft.com/office/drawing/2014/main" id="{4213F190-B2B0-43F1-B1CA-727BDFB3A022}"/>
                  </a:ext>
                </a:extLst>
              </p:cNvPr>
              <p:cNvSpPr>
                <a:spLocks noGrp="1" noRot="1" noChangeAspect="1" noMove="1" noResize="1" noEditPoints="1" noAdjustHandles="1" noChangeArrowheads="1" noChangeShapeType="1" noTextEdit="1"/>
              </p:cNvSpPr>
              <p:nvPr>
                <p:ph idx="1"/>
              </p:nvPr>
            </p:nvSpPr>
            <p:spPr>
              <a:xfrm>
                <a:off x="1077362" y="1683834"/>
                <a:ext cx="9950103" cy="4888138"/>
              </a:xfrm>
              <a:blipFill>
                <a:blip r:embed="rId2"/>
                <a:stretch>
                  <a:fillRect l="-980" t="-1746" r="-1103"/>
                </a:stretch>
              </a:blipFill>
            </p:spPr>
            <p:txBody>
              <a:bodyPr/>
              <a:lstStyle/>
              <a:p>
                <a:r>
                  <a:rPr lang="en-SG">
                    <a:noFill/>
                  </a:rPr>
                  <a:t> </a:t>
                </a:r>
              </a:p>
            </p:txBody>
          </p:sp>
        </mc:Fallback>
      </mc:AlternateContent>
      <p:sp>
        <p:nvSpPr>
          <p:cNvPr id="3" name="Slide Number Placeholder 2">
            <a:extLst>
              <a:ext uri="{FF2B5EF4-FFF2-40B4-BE49-F238E27FC236}">
                <a16:creationId xmlns:a16="http://schemas.microsoft.com/office/drawing/2014/main" id="{4B3300FC-34FA-EF84-A875-CFAA795601DC}"/>
              </a:ext>
            </a:extLst>
          </p:cNvPr>
          <p:cNvSpPr>
            <a:spLocks noGrp="1"/>
          </p:cNvSpPr>
          <p:nvPr>
            <p:ph type="sldNum" sz="quarter" idx="12"/>
          </p:nvPr>
        </p:nvSpPr>
        <p:spPr/>
        <p:txBody>
          <a:bodyPr/>
          <a:lstStyle/>
          <a:p>
            <a:fld id="{104D1C85-D14C-4D1F-B1AC-077E19A989F2}" type="slidenum">
              <a:rPr lang="en-GB" smtClean="0"/>
              <a:t>34</a:t>
            </a:fld>
            <a:endParaRPr lang="en-GB" dirty="0"/>
          </a:p>
        </p:txBody>
      </p:sp>
    </p:spTree>
    <p:extLst>
      <p:ext uri="{BB962C8B-B14F-4D97-AF65-F5344CB8AC3E}">
        <p14:creationId xmlns:p14="http://schemas.microsoft.com/office/powerpoint/2010/main" val="3979567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632ED-6249-4378-9241-C14C3A5BA9EB}"/>
              </a:ext>
            </a:extLst>
          </p:cNvPr>
          <p:cNvSpPr>
            <a:spLocks noGrp="1"/>
          </p:cNvSpPr>
          <p:nvPr>
            <p:ph type="title"/>
          </p:nvPr>
        </p:nvSpPr>
        <p:spPr>
          <a:xfrm>
            <a:off x="1077361" y="286028"/>
            <a:ext cx="10436615" cy="1030307"/>
          </a:xfrm>
        </p:spPr>
        <p:txBody>
          <a:bodyPr>
            <a:normAutofit/>
          </a:bodyPr>
          <a:lstStyle/>
          <a:p>
            <a:r>
              <a:rPr lang="en-US" altLang="en-US" dirty="0"/>
              <a:t>Example 2:</a:t>
            </a:r>
            <a:endParaRPr lang="en-SG" dirty="0"/>
          </a:p>
        </p:txBody>
      </p:sp>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4213F190-B2B0-43F1-B1CA-727BDFB3A022}"/>
                  </a:ext>
                </a:extLst>
              </p:cNvPr>
              <p:cNvSpPr>
                <a:spLocks noGrp="1"/>
              </p:cNvSpPr>
              <p:nvPr>
                <p:ph idx="1"/>
              </p:nvPr>
            </p:nvSpPr>
            <p:spPr>
              <a:xfrm>
                <a:off x="1077361" y="1492105"/>
                <a:ext cx="9950103" cy="4888138"/>
              </a:xfrm>
            </p:spPr>
            <p:txBody>
              <a:bodyPr>
                <a:normAutofit/>
              </a:bodyPr>
              <a:lstStyle/>
              <a:p>
                <a:r>
                  <a:rPr lang="en-US" sz="2000" dirty="0">
                    <a:solidFill>
                      <a:schemeClr val="tx1"/>
                    </a:solidFill>
                  </a:rPr>
                  <a:t>Assume they </a:t>
                </a:r>
                <a:r>
                  <a:rPr lang="en-US" sz="2000" dirty="0" err="1">
                    <a:solidFill>
                      <a:schemeClr val="tx1"/>
                    </a:solidFill>
                  </a:rPr>
                  <a:t>maximise</a:t>
                </a:r>
                <a:r>
                  <a:rPr lang="en-US" sz="2000" dirty="0">
                    <a:solidFill>
                      <a:schemeClr val="tx1"/>
                    </a:solidFill>
                  </a:rPr>
                  <a:t> profits </a:t>
                </a:r>
              </a:p>
              <a:p>
                <a:pPr lvl="1"/>
                <a:r>
                  <a:rPr lang="en-US" sz="2000" b="0" dirty="0">
                    <a:solidFill>
                      <a:schemeClr val="tx1"/>
                    </a:solidFill>
                  </a:rPr>
                  <a:t>Firm 1: </a:t>
                </a:r>
                <a14:m>
                  <m:oMath xmlns:m="http://schemas.openxmlformats.org/officeDocument/2006/math">
                    <m:sSub>
                      <m:sSubPr>
                        <m:ctrlPr>
                          <a:rPr lang="en-SG" sz="2000" b="0" i="1" smtClean="0">
                            <a:solidFill>
                              <a:schemeClr val="tx1"/>
                            </a:solidFill>
                            <a:latin typeface="Cambria Math" panose="02040503050406030204" pitchFamily="18" charset="0"/>
                          </a:rPr>
                        </m:ctrlPr>
                      </m:sSubPr>
                      <m:e>
                        <m:r>
                          <a:rPr lang="en-SG" sz="2000" b="0" i="1" smtClean="0">
                            <a:solidFill>
                              <a:schemeClr val="tx1"/>
                            </a:solidFill>
                            <a:latin typeface="Cambria Math" panose="02040503050406030204" pitchFamily="18" charset="0"/>
                          </a:rPr>
                          <m:t>𝜋</m:t>
                        </m:r>
                      </m:e>
                      <m:sub>
                        <m:r>
                          <a:rPr lang="en-SG" sz="2000" b="0" i="1" smtClean="0">
                            <a:solidFill>
                              <a:schemeClr val="tx1"/>
                            </a:solidFill>
                            <a:latin typeface="Cambria Math" panose="02040503050406030204" pitchFamily="18" charset="0"/>
                          </a:rPr>
                          <m:t>1</m:t>
                        </m:r>
                      </m:sub>
                    </m:sSub>
                    <m:r>
                      <a:rPr lang="en-SG" sz="2000" b="0" i="1" smtClean="0">
                        <a:solidFill>
                          <a:schemeClr val="tx1"/>
                        </a:solidFill>
                        <a:latin typeface="Cambria Math" panose="02040503050406030204" pitchFamily="18" charset="0"/>
                      </a:rPr>
                      <m:t>=</m:t>
                    </m:r>
                    <m:d>
                      <m:dPr>
                        <m:begChr m:val="["/>
                        <m:endChr m:val="]"/>
                        <m:ctrlPr>
                          <a:rPr lang="en-SG" sz="2000" b="0" i="1" smtClean="0">
                            <a:solidFill>
                              <a:schemeClr val="tx1"/>
                            </a:solidFill>
                            <a:latin typeface="Cambria Math" panose="02040503050406030204" pitchFamily="18" charset="0"/>
                          </a:rPr>
                        </m:ctrlPr>
                      </m:dPr>
                      <m:e>
                        <m:r>
                          <a:rPr lang="en-SG" sz="2000" b="0" i="1" smtClean="0">
                            <a:solidFill>
                              <a:schemeClr val="tx1"/>
                            </a:solidFill>
                            <a:latin typeface="Cambria Math" panose="02040503050406030204" pitchFamily="18" charset="0"/>
                          </a:rPr>
                          <m:t>𝑎</m:t>
                        </m:r>
                        <m:r>
                          <a:rPr lang="en-SG" sz="2000" b="0" i="1" smtClean="0">
                            <a:solidFill>
                              <a:schemeClr val="tx1"/>
                            </a:solidFill>
                            <a:latin typeface="Cambria Math" panose="02040503050406030204" pitchFamily="18" charset="0"/>
                          </a:rPr>
                          <m:t>−</m:t>
                        </m:r>
                        <m:r>
                          <a:rPr lang="en-SG" sz="2000" b="0" i="1" smtClean="0">
                            <a:solidFill>
                              <a:schemeClr val="tx1"/>
                            </a:solidFill>
                            <a:latin typeface="Cambria Math" panose="02040503050406030204" pitchFamily="18" charset="0"/>
                          </a:rPr>
                          <m:t>𝑏</m:t>
                        </m:r>
                        <m:d>
                          <m:dPr>
                            <m:ctrlPr>
                              <a:rPr lang="en-SG" sz="2000" b="0" i="1" smtClean="0">
                                <a:solidFill>
                                  <a:schemeClr val="tx1"/>
                                </a:solidFill>
                                <a:latin typeface="Cambria Math" panose="02040503050406030204" pitchFamily="18" charset="0"/>
                              </a:rPr>
                            </m:ctrlPr>
                          </m:dPr>
                          <m:e>
                            <m:sSub>
                              <m:sSubPr>
                                <m:ctrlPr>
                                  <a:rPr lang="en-SG" sz="2000" b="0" i="1" smtClean="0">
                                    <a:solidFill>
                                      <a:schemeClr val="tx1"/>
                                    </a:solidFill>
                                    <a:latin typeface="Cambria Math" panose="02040503050406030204" pitchFamily="18" charset="0"/>
                                  </a:rPr>
                                </m:ctrlPr>
                              </m:sSubPr>
                              <m:e>
                                <m:r>
                                  <a:rPr lang="en-SG" sz="2000" b="0" i="1" smtClean="0">
                                    <a:solidFill>
                                      <a:schemeClr val="tx1"/>
                                    </a:solidFill>
                                    <a:latin typeface="Cambria Math" panose="02040503050406030204" pitchFamily="18" charset="0"/>
                                  </a:rPr>
                                  <m:t>𝑞</m:t>
                                </m:r>
                              </m:e>
                              <m:sub>
                                <m:r>
                                  <a:rPr lang="en-SG" sz="2000" b="0" i="1" smtClean="0">
                                    <a:solidFill>
                                      <a:schemeClr val="tx1"/>
                                    </a:solidFill>
                                    <a:latin typeface="Cambria Math" panose="02040503050406030204" pitchFamily="18" charset="0"/>
                                  </a:rPr>
                                  <m:t>1</m:t>
                                </m:r>
                              </m:sub>
                            </m:sSub>
                            <m:r>
                              <a:rPr lang="en-SG" sz="2000" b="0" i="1" smtClean="0">
                                <a:solidFill>
                                  <a:schemeClr val="tx1"/>
                                </a:solidFill>
                                <a:latin typeface="Cambria Math" panose="02040503050406030204" pitchFamily="18" charset="0"/>
                              </a:rPr>
                              <m:t>+</m:t>
                            </m:r>
                            <m:sSub>
                              <m:sSubPr>
                                <m:ctrlPr>
                                  <a:rPr lang="en-SG" sz="2000" b="0" i="1" smtClean="0">
                                    <a:solidFill>
                                      <a:schemeClr val="tx1"/>
                                    </a:solidFill>
                                    <a:latin typeface="Cambria Math" panose="02040503050406030204" pitchFamily="18" charset="0"/>
                                  </a:rPr>
                                </m:ctrlPr>
                              </m:sSubPr>
                              <m:e>
                                <m:r>
                                  <a:rPr lang="en-SG" sz="2000" b="0" i="1" smtClean="0">
                                    <a:solidFill>
                                      <a:schemeClr val="tx1"/>
                                    </a:solidFill>
                                    <a:latin typeface="Cambria Math" panose="02040503050406030204" pitchFamily="18" charset="0"/>
                                  </a:rPr>
                                  <m:t>𝑞</m:t>
                                </m:r>
                              </m:e>
                              <m:sub>
                                <m:r>
                                  <a:rPr lang="en-SG" sz="2000" b="0" i="1" smtClean="0">
                                    <a:solidFill>
                                      <a:schemeClr val="tx1"/>
                                    </a:solidFill>
                                    <a:latin typeface="Cambria Math" panose="02040503050406030204" pitchFamily="18" charset="0"/>
                                  </a:rPr>
                                  <m:t>2</m:t>
                                </m:r>
                              </m:sub>
                            </m:sSub>
                          </m:e>
                        </m:d>
                        <m:r>
                          <a:rPr lang="en-SG" sz="2000" b="0" i="1" smtClean="0">
                            <a:solidFill>
                              <a:schemeClr val="tx1"/>
                            </a:solidFill>
                            <a:latin typeface="Cambria Math" panose="02040503050406030204" pitchFamily="18" charset="0"/>
                          </a:rPr>
                          <m:t>−</m:t>
                        </m:r>
                        <m:sSub>
                          <m:sSubPr>
                            <m:ctrlPr>
                              <a:rPr lang="en-SG" sz="2000" b="0" i="1" smtClean="0">
                                <a:solidFill>
                                  <a:schemeClr val="tx1"/>
                                </a:solidFill>
                                <a:latin typeface="Cambria Math" panose="02040503050406030204" pitchFamily="18" charset="0"/>
                              </a:rPr>
                            </m:ctrlPr>
                          </m:sSubPr>
                          <m:e>
                            <m:r>
                              <a:rPr lang="en-SG" sz="2000" b="0" i="1" smtClean="0">
                                <a:solidFill>
                                  <a:schemeClr val="tx1"/>
                                </a:solidFill>
                                <a:latin typeface="Cambria Math" panose="02040503050406030204" pitchFamily="18" charset="0"/>
                              </a:rPr>
                              <m:t>𝑐</m:t>
                            </m:r>
                          </m:e>
                          <m:sub>
                            <m:r>
                              <a:rPr lang="en-SG" sz="2000" b="0" i="1" smtClean="0">
                                <a:solidFill>
                                  <a:schemeClr val="tx1"/>
                                </a:solidFill>
                                <a:latin typeface="Cambria Math" panose="02040503050406030204" pitchFamily="18" charset="0"/>
                              </a:rPr>
                              <m:t>1</m:t>
                            </m:r>
                          </m:sub>
                        </m:sSub>
                      </m:e>
                    </m:d>
                    <m:sSub>
                      <m:sSubPr>
                        <m:ctrlPr>
                          <a:rPr lang="en-SG" sz="2000" b="0" i="1" smtClean="0">
                            <a:solidFill>
                              <a:schemeClr val="tx1"/>
                            </a:solidFill>
                            <a:latin typeface="Cambria Math" panose="02040503050406030204" pitchFamily="18" charset="0"/>
                          </a:rPr>
                        </m:ctrlPr>
                      </m:sSubPr>
                      <m:e>
                        <m:r>
                          <a:rPr lang="en-SG" sz="2000" b="0" i="1" smtClean="0">
                            <a:solidFill>
                              <a:schemeClr val="tx1"/>
                            </a:solidFill>
                            <a:latin typeface="Cambria Math" panose="02040503050406030204" pitchFamily="18" charset="0"/>
                          </a:rPr>
                          <m:t>𝑞</m:t>
                        </m:r>
                      </m:e>
                      <m:sub>
                        <m:r>
                          <a:rPr lang="en-SG" sz="2000" b="0" i="1" smtClean="0">
                            <a:solidFill>
                              <a:schemeClr val="tx1"/>
                            </a:solidFill>
                            <a:latin typeface="Cambria Math" panose="02040503050406030204" pitchFamily="18" charset="0"/>
                          </a:rPr>
                          <m:t>1</m:t>
                        </m:r>
                      </m:sub>
                    </m:sSub>
                  </m:oMath>
                </a14:m>
                <a:endParaRPr lang="en-US" sz="2000" dirty="0">
                  <a:solidFill>
                    <a:schemeClr val="tx1"/>
                  </a:solidFill>
                </a:endParaRPr>
              </a:p>
              <a:p>
                <a:pPr lvl="1"/>
                <a:r>
                  <a:rPr lang="en-US" sz="2000" b="0" dirty="0">
                    <a:solidFill>
                      <a:schemeClr val="tx1"/>
                    </a:solidFill>
                  </a:rPr>
                  <a:t>Firm 2: </a:t>
                </a:r>
                <a14:m>
                  <m:oMath xmlns:m="http://schemas.openxmlformats.org/officeDocument/2006/math">
                    <m:sSub>
                      <m:sSubPr>
                        <m:ctrlPr>
                          <a:rPr lang="en-SG" sz="2000" b="0" i="1" smtClean="0">
                            <a:solidFill>
                              <a:schemeClr val="tx1"/>
                            </a:solidFill>
                            <a:latin typeface="Cambria Math" panose="02040503050406030204" pitchFamily="18" charset="0"/>
                          </a:rPr>
                        </m:ctrlPr>
                      </m:sSubPr>
                      <m:e>
                        <m:r>
                          <a:rPr lang="en-SG" sz="2000" b="0" i="1" smtClean="0">
                            <a:solidFill>
                              <a:schemeClr val="tx1"/>
                            </a:solidFill>
                            <a:latin typeface="Cambria Math" panose="02040503050406030204" pitchFamily="18" charset="0"/>
                          </a:rPr>
                          <m:t>𝜋</m:t>
                        </m:r>
                      </m:e>
                      <m:sub>
                        <m:r>
                          <a:rPr lang="en-SG" sz="2000" b="0" i="1" smtClean="0">
                            <a:solidFill>
                              <a:schemeClr val="tx1"/>
                            </a:solidFill>
                            <a:latin typeface="Cambria Math" panose="02040503050406030204" pitchFamily="18" charset="0"/>
                          </a:rPr>
                          <m:t>2</m:t>
                        </m:r>
                      </m:sub>
                    </m:sSub>
                    <m:r>
                      <a:rPr lang="en-SG" sz="2000" b="0" i="1" smtClean="0">
                        <a:solidFill>
                          <a:schemeClr val="tx1"/>
                        </a:solidFill>
                        <a:latin typeface="Cambria Math" panose="02040503050406030204" pitchFamily="18" charset="0"/>
                      </a:rPr>
                      <m:t>=</m:t>
                    </m:r>
                    <m:d>
                      <m:dPr>
                        <m:begChr m:val="["/>
                        <m:endChr m:val="]"/>
                        <m:ctrlPr>
                          <a:rPr lang="en-SG" sz="2000" b="0" i="1" smtClean="0">
                            <a:solidFill>
                              <a:schemeClr val="tx1"/>
                            </a:solidFill>
                            <a:latin typeface="Cambria Math" panose="02040503050406030204" pitchFamily="18" charset="0"/>
                          </a:rPr>
                        </m:ctrlPr>
                      </m:dPr>
                      <m:e>
                        <m:r>
                          <a:rPr lang="en-SG" sz="2000" b="0" i="1" smtClean="0">
                            <a:solidFill>
                              <a:schemeClr val="tx1"/>
                            </a:solidFill>
                            <a:latin typeface="Cambria Math" panose="02040503050406030204" pitchFamily="18" charset="0"/>
                          </a:rPr>
                          <m:t>𝑎</m:t>
                        </m:r>
                        <m:r>
                          <a:rPr lang="en-SG" sz="2000" b="0" i="1" smtClean="0">
                            <a:solidFill>
                              <a:schemeClr val="tx1"/>
                            </a:solidFill>
                            <a:latin typeface="Cambria Math" panose="02040503050406030204" pitchFamily="18" charset="0"/>
                          </a:rPr>
                          <m:t>−</m:t>
                        </m:r>
                        <m:r>
                          <a:rPr lang="en-SG" sz="2000" b="0" i="1" smtClean="0">
                            <a:solidFill>
                              <a:schemeClr val="tx1"/>
                            </a:solidFill>
                            <a:latin typeface="Cambria Math" panose="02040503050406030204" pitchFamily="18" charset="0"/>
                          </a:rPr>
                          <m:t>𝑏</m:t>
                        </m:r>
                        <m:d>
                          <m:dPr>
                            <m:ctrlPr>
                              <a:rPr lang="en-SG" sz="2000" b="0" i="1" smtClean="0">
                                <a:solidFill>
                                  <a:schemeClr val="tx1"/>
                                </a:solidFill>
                                <a:latin typeface="Cambria Math" panose="02040503050406030204" pitchFamily="18" charset="0"/>
                              </a:rPr>
                            </m:ctrlPr>
                          </m:dPr>
                          <m:e>
                            <m:sSub>
                              <m:sSubPr>
                                <m:ctrlPr>
                                  <a:rPr lang="en-SG" sz="2000" b="0" i="1" smtClean="0">
                                    <a:solidFill>
                                      <a:schemeClr val="tx1"/>
                                    </a:solidFill>
                                    <a:latin typeface="Cambria Math" panose="02040503050406030204" pitchFamily="18" charset="0"/>
                                  </a:rPr>
                                </m:ctrlPr>
                              </m:sSubPr>
                              <m:e>
                                <m:r>
                                  <a:rPr lang="en-SG" sz="2000" b="0" i="1" smtClean="0">
                                    <a:solidFill>
                                      <a:schemeClr val="tx1"/>
                                    </a:solidFill>
                                    <a:latin typeface="Cambria Math" panose="02040503050406030204" pitchFamily="18" charset="0"/>
                                  </a:rPr>
                                  <m:t>𝑞</m:t>
                                </m:r>
                              </m:e>
                              <m:sub>
                                <m:r>
                                  <a:rPr lang="en-SG" sz="2000" b="0" i="1" smtClean="0">
                                    <a:solidFill>
                                      <a:schemeClr val="tx1"/>
                                    </a:solidFill>
                                    <a:latin typeface="Cambria Math" panose="02040503050406030204" pitchFamily="18" charset="0"/>
                                  </a:rPr>
                                  <m:t>1</m:t>
                                </m:r>
                              </m:sub>
                            </m:sSub>
                            <m:r>
                              <a:rPr lang="en-SG" sz="2000" b="0" i="1" smtClean="0">
                                <a:solidFill>
                                  <a:schemeClr val="tx1"/>
                                </a:solidFill>
                                <a:latin typeface="Cambria Math" panose="02040503050406030204" pitchFamily="18" charset="0"/>
                              </a:rPr>
                              <m:t>+</m:t>
                            </m:r>
                            <m:sSub>
                              <m:sSubPr>
                                <m:ctrlPr>
                                  <a:rPr lang="en-SG" sz="2000" b="0" i="1" smtClean="0">
                                    <a:solidFill>
                                      <a:schemeClr val="tx1"/>
                                    </a:solidFill>
                                    <a:latin typeface="Cambria Math" panose="02040503050406030204" pitchFamily="18" charset="0"/>
                                  </a:rPr>
                                </m:ctrlPr>
                              </m:sSubPr>
                              <m:e>
                                <m:r>
                                  <a:rPr lang="en-SG" sz="2000" b="0" i="1" smtClean="0">
                                    <a:solidFill>
                                      <a:schemeClr val="tx1"/>
                                    </a:solidFill>
                                    <a:latin typeface="Cambria Math" panose="02040503050406030204" pitchFamily="18" charset="0"/>
                                  </a:rPr>
                                  <m:t>𝑞</m:t>
                                </m:r>
                              </m:e>
                              <m:sub>
                                <m:r>
                                  <a:rPr lang="en-SG" sz="2000" b="0" i="1" smtClean="0">
                                    <a:solidFill>
                                      <a:schemeClr val="tx1"/>
                                    </a:solidFill>
                                    <a:latin typeface="Cambria Math" panose="02040503050406030204" pitchFamily="18" charset="0"/>
                                  </a:rPr>
                                  <m:t>2</m:t>
                                </m:r>
                              </m:sub>
                            </m:sSub>
                          </m:e>
                        </m:d>
                        <m:r>
                          <a:rPr lang="en-SG" sz="2000" b="0" i="1" smtClean="0">
                            <a:solidFill>
                              <a:schemeClr val="tx1"/>
                            </a:solidFill>
                            <a:latin typeface="Cambria Math" panose="02040503050406030204" pitchFamily="18" charset="0"/>
                          </a:rPr>
                          <m:t>−</m:t>
                        </m:r>
                        <m:sSub>
                          <m:sSubPr>
                            <m:ctrlPr>
                              <a:rPr lang="en-SG" sz="2000" b="0" i="1" smtClean="0">
                                <a:solidFill>
                                  <a:schemeClr val="tx1"/>
                                </a:solidFill>
                                <a:latin typeface="Cambria Math" panose="02040503050406030204" pitchFamily="18" charset="0"/>
                              </a:rPr>
                            </m:ctrlPr>
                          </m:sSubPr>
                          <m:e>
                            <m:r>
                              <a:rPr lang="en-SG" sz="2000" b="0" i="1" smtClean="0">
                                <a:solidFill>
                                  <a:schemeClr val="tx1"/>
                                </a:solidFill>
                                <a:latin typeface="Cambria Math" panose="02040503050406030204" pitchFamily="18" charset="0"/>
                              </a:rPr>
                              <m:t>𝑐</m:t>
                            </m:r>
                          </m:e>
                          <m:sub>
                            <m:r>
                              <a:rPr lang="en-SG" sz="2000" b="0" i="1" smtClean="0">
                                <a:solidFill>
                                  <a:schemeClr val="tx1"/>
                                </a:solidFill>
                                <a:latin typeface="Cambria Math" panose="02040503050406030204" pitchFamily="18" charset="0"/>
                              </a:rPr>
                              <m:t>2</m:t>
                            </m:r>
                          </m:sub>
                        </m:sSub>
                      </m:e>
                    </m:d>
                    <m:sSub>
                      <m:sSubPr>
                        <m:ctrlPr>
                          <a:rPr lang="en-SG" sz="2000" b="0" i="1" smtClean="0">
                            <a:solidFill>
                              <a:schemeClr val="tx1"/>
                            </a:solidFill>
                            <a:latin typeface="Cambria Math" panose="02040503050406030204" pitchFamily="18" charset="0"/>
                          </a:rPr>
                        </m:ctrlPr>
                      </m:sSubPr>
                      <m:e>
                        <m:r>
                          <a:rPr lang="en-SG" sz="2000" b="0" i="1" smtClean="0">
                            <a:solidFill>
                              <a:schemeClr val="tx1"/>
                            </a:solidFill>
                            <a:latin typeface="Cambria Math" panose="02040503050406030204" pitchFamily="18" charset="0"/>
                          </a:rPr>
                          <m:t>𝑞</m:t>
                        </m:r>
                      </m:e>
                      <m:sub>
                        <m:r>
                          <a:rPr lang="en-SG" sz="2000" b="0" i="1" smtClean="0">
                            <a:solidFill>
                              <a:schemeClr val="tx1"/>
                            </a:solidFill>
                            <a:latin typeface="Cambria Math" panose="02040503050406030204" pitchFamily="18" charset="0"/>
                          </a:rPr>
                          <m:t>2</m:t>
                        </m:r>
                      </m:sub>
                    </m:sSub>
                  </m:oMath>
                </a14:m>
                <a:endParaRPr lang="en-US" sz="2000" dirty="0">
                  <a:solidFill>
                    <a:schemeClr val="tx1"/>
                  </a:solidFill>
                </a:endParaRPr>
              </a:p>
              <a:p>
                <a:endParaRPr lang="en-US" sz="2000" dirty="0">
                  <a:solidFill>
                    <a:schemeClr val="tx1"/>
                  </a:solidFill>
                </a:endParaRPr>
              </a:p>
              <a:p>
                <a:pPr marL="0" indent="0">
                  <a:buNone/>
                </a:pPr>
                <a:r>
                  <a:rPr lang="en-US" sz="2000" dirty="0">
                    <a:solidFill>
                      <a:schemeClr val="tx1"/>
                    </a:solidFill>
                  </a:rPr>
                  <a:t>Taking the first order conditions </a:t>
                </a:r>
                <a14:m>
                  <m:oMath xmlns:m="http://schemas.openxmlformats.org/officeDocument/2006/math">
                    <m:d>
                      <m:dPr>
                        <m:ctrlPr>
                          <a:rPr lang="en-SG" sz="2000" b="0" i="1" smtClean="0">
                            <a:solidFill>
                              <a:schemeClr val="tx1"/>
                            </a:solidFill>
                            <a:latin typeface="Cambria Math" panose="02040503050406030204" pitchFamily="18" charset="0"/>
                          </a:rPr>
                        </m:ctrlPr>
                      </m:dPr>
                      <m:e>
                        <m:f>
                          <m:fPr>
                            <m:ctrlPr>
                              <a:rPr lang="en-SG" sz="2000" b="0" i="1" smtClean="0">
                                <a:solidFill>
                                  <a:schemeClr val="tx1"/>
                                </a:solidFill>
                                <a:latin typeface="Cambria Math" panose="02040503050406030204" pitchFamily="18" charset="0"/>
                              </a:rPr>
                            </m:ctrlPr>
                          </m:fPr>
                          <m:num>
                            <m:r>
                              <a:rPr lang="en-SG" sz="2000" i="1">
                                <a:solidFill>
                                  <a:schemeClr val="tx1"/>
                                </a:solidFill>
                                <a:latin typeface="Cambria Math" panose="02040503050406030204" pitchFamily="18" charset="0"/>
                              </a:rPr>
                              <m:t>𝜕</m:t>
                            </m:r>
                            <m:sSub>
                              <m:sSubPr>
                                <m:ctrlPr>
                                  <a:rPr lang="en-SG" sz="2000" b="0" i="1" smtClean="0">
                                    <a:solidFill>
                                      <a:schemeClr val="tx1"/>
                                    </a:solidFill>
                                    <a:latin typeface="Cambria Math" panose="02040503050406030204" pitchFamily="18" charset="0"/>
                                  </a:rPr>
                                </m:ctrlPr>
                              </m:sSubPr>
                              <m:e>
                                <m:r>
                                  <a:rPr lang="en-SG" sz="2000" b="0" i="1" smtClean="0">
                                    <a:solidFill>
                                      <a:schemeClr val="tx1"/>
                                    </a:solidFill>
                                    <a:latin typeface="Cambria Math" panose="02040503050406030204" pitchFamily="18" charset="0"/>
                                  </a:rPr>
                                  <m:t>𝜋</m:t>
                                </m:r>
                              </m:e>
                              <m:sub>
                                <m:r>
                                  <a:rPr lang="en-SG" sz="2000" b="0" i="1" smtClean="0">
                                    <a:solidFill>
                                      <a:schemeClr val="tx1"/>
                                    </a:solidFill>
                                    <a:latin typeface="Cambria Math" panose="02040503050406030204" pitchFamily="18" charset="0"/>
                                  </a:rPr>
                                  <m:t>1</m:t>
                                </m:r>
                              </m:sub>
                            </m:sSub>
                          </m:num>
                          <m:den>
                            <m:r>
                              <a:rPr lang="en-SG" sz="2000" i="1">
                                <a:solidFill>
                                  <a:schemeClr val="tx1"/>
                                </a:solidFill>
                                <a:latin typeface="Cambria Math" panose="02040503050406030204" pitchFamily="18" charset="0"/>
                              </a:rPr>
                              <m:t>𝜕</m:t>
                            </m:r>
                            <m:sSub>
                              <m:sSubPr>
                                <m:ctrlPr>
                                  <a:rPr lang="en-SG" sz="2000" b="0" i="1" smtClean="0">
                                    <a:solidFill>
                                      <a:schemeClr val="tx1"/>
                                    </a:solidFill>
                                    <a:latin typeface="Cambria Math" panose="02040503050406030204" pitchFamily="18" charset="0"/>
                                  </a:rPr>
                                </m:ctrlPr>
                              </m:sSubPr>
                              <m:e>
                                <m:r>
                                  <a:rPr lang="en-SG" sz="2000" b="0" i="1" smtClean="0">
                                    <a:solidFill>
                                      <a:schemeClr val="tx1"/>
                                    </a:solidFill>
                                    <a:latin typeface="Cambria Math" panose="02040503050406030204" pitchFamily="18" charset="0"/>
                                  </a:rPr>
                                  <m:t>𝑞</m:t>
                                </m:r>
                              </m:e>
                              <m:sub>
                                <m:r>
                                  <a:rPr lang="en-SG" sz="2000" b="0" i="1" smtClean="0">
                                    <a:solidFill>
                                      <a:schemeClr val="tx1"/>
                                    </a:solidFill>
                                    <a:latin typeface="Cambria Math" panose="02040503050406030204" pitchFamily="18" charset="0"/>
                                  </a:rPr>
                                  <m:t>1</m:t>
                                </m:r>
                              </m:sub>
                            </m:sSub>
                          </m:den>
                        </m:f>
                        <m:r>
                          <a:rPr lang="en-SG" sz="2000" b="0" i="1" smtClean="0">
                            <a:solidFill>
                              <a:schemeClr val="tx1"/>
                            </a:solidFill>
                            <a:latin typeface="Cambria Math" panose="02040503050406030204" pitchFamily="18" charset="0"/>
                          </a:rPr>
                          <m:t>=0,</m:t>
                        </m:r>
                        <m:f>
                          <m:fPr>
                            <m:ctrlPr>
                              <a:rPr lang="en-SG" sz="2000" i="1">
                                <a:solidFill>
                                  <a:schemeClr val="tx1"/>
                                </a:solidFill>
                                <a:latin typeface="Cambria Math" panose="02040503050406030204" pitchFamily="18" charset="0"/>
                              </a:rPr>
                            </m:ctrlPr>
                          </m:fPr>
                          <m:num>
                            <m:r>
                              <a:rPr lang="en-SG" sz="2000" i="1">
                                <a:solidFill>
                                  <a:schemeClr val="tx1"/>
                                </a:solidFill>
                                <a:latin typeface="Cambria Math" panose="02040503050406030204" pitchFamily="18" charset="0"/>
                              </a:rPr>
                              <m:t>𝜕</m:t>
                            </m:r>
                            <m:sSub>
                              <m:sSubPr>
                                <m:ctrlPr>
                                  <a:rPr lang="en-SG" sz="2000" i="1">
                                    <a:solidFill>
                                      <a:schemeClr val="tx1"/>
                                    </a:solidFill>
                                    <a:latin typeface="Cambria Math" panose="02040503050406030204" pitchFamily="18" charset="0"/>
                                  </a:rPr>
                                </m:ctrlPr>
                              </m:sSubPr>
                              <m:e>
                                <m:r>
                                  <a:rPr lang="en-SG" sz="2000" i="1">
                                    <a:solidFill>
                                      <a:schemeClr val="tx1"/>
                                    </a:solidFill>
                                    <a:latin typeface="Cambria Math" panose="02040503050406030204" pitchFamily="18" charset="0"/>
                                  </a:rPr>
                                  <m:t>𝜋</m:t>
                                </m:r>
                              </m:e>
                              <m:sub>
                                <m:r>
                                  <a:rPr lang="en-SG" sz="2000" b="0" i="1" smtClean="0">
                                    <a:solidFill>
                                      <a:schemeClr val="tx1"/>
                                    </a:solidFill>
                                    <a:latin typeface="Cambria Math" panose="02040503050406030204" pitchFamily="18" charset="0"/>
                                  </a:rPr>
                                  <m:t>2</m:t>
                                </m:r>
                              </m:sub>
                            </m:sSub>
                          </m:num>
                          <m:den>
                            <m:r>
                              <a:rPr lang="en-SG" sz="2000" b="0" i="1" smtClean="0">
                                <a:solidFill>
                                  <a:schemeClr val="tx1"/>
                                </a:solidFill>
                                <a:latin typeface="Cambria Math" panose="02040503050406030204" pitchFamily="18" charset="0"/>
                              </a:rPr>
                              <m:t>𝜕</m:t>
                            </m:r>
                            <m:sSub>
                              <m:sSubPr>
                                <m:ctrlPr>
                                  <a:rPr lang="en-SG" sz="2000" i="1">
                                    <a:solidFill>
                                      <a:schemeClr val="tx1"/>
                                    </a:solidFill>
                                    <a:latin typeface="Cambria Math" panose="02040503050406030204" pitchFamily="18" charset="0"/>
                                  </a:rPr>
                                </m:ctrlPr>
                              </m:sSubPr>
                              <m:e>
                                <m:r>
                                  <a:rPr lang="en-SG" sz="2000" i="1">
                                    <a:solidFill>
                                      <a:schemeClr val="tx1"/>
                                    </a:solidFill>
                                    <a:latin typeface="Cambria Math" panose="02040503050406030204" pitchFamily="18" charset="0"/>
                                  </a:rPr>
                                  <m:t>𝑞</m:t>
                                </m:r>
                              </m:e>
                              <m:sub>
                                <m:r>
                                  <a:rPr lang="en-SG" sz="2000" b="0" i="1" smtClean="0">
                                    <a:solidFill>
                                      <a:schemeClr val="tx1"/>
                                    </a:solidFill>
                                    <a:latin typeface="Cambria Math" panose="02040503050406030204" pitchFamily="18" charset="0"/>
                                  </a:rPr>
                                  <m:t>2</m:t>
                                </m:r>
                              </m:sub>
                            </m:sSub>
                          </m:den>
                        </m:f>
                        <m:r>
                          <a:rPr lang="en-SG" sz="2000" i="1">
                            <a:solidFill>
                              <a:schemeClr val="tx1"/>
                            </a:solidFill>
                            <a:latin typeface="Cambria Math" panose="02040503050406030204" pitchFamily="18" charset="0"/>
                          </a:rPr>
                          <m:t>=0</m:t>
                        </m:r>
                      </m:e>
                    </m:d>
                  </m:oMath>
                </a14:m>
                <a:r>
                  <a:rPr lang="en-US" sz="2000" dirty="0">
                    <a:solidFill>
                      <a:schemeClr val="tx1"/>
                    </a:solidFill>
                  </a:rPr>
                  <a:t>:</a:t>
                </a:r>
              </a:p>
              <a:p>
                <a:r>
                  <a:rPr lang="en-US" sz="2000" dirty="0">
                    <a:solidFill>
                      <a:schemeClr val="tx1"/>
                    </a:solidFill>
                  </a:rPr>
                  <a:t>Given a choice </a:t>
                </a:r>
                <a14:m>
                  <m:oMath xmlns:m="http://schemas.openxmlformats.org/officeDocument/2006/math">
                    <m:sSub>
                      <m:sSubPr>
                        <m:ctrlPr>
                          <a:rPr lang="en-SG" sz="2000" b="0" i="1" smtClean="0">
                            <a:solidFill>
                              <a:schemeClr val="tx1"/>
                            </a:solidFill>
                            <a:latin typeface="Cambria Math" panose="02040503050406030204" pitchFamily="18" charset="0"/>
                          </a:rPr>
                        </m:ctrlPr>
                      </m:sSubPr>
                      <m:e>
                        <m:r>
                          <a:rPr lang="en-SG" sz="2000" b="0" i="1" smtClean="0">
                            <a:solidFill>
                              <a:schemeClr val="tx1"/>
                            </a:solidFill>
                            <a:latin typeface="Cambria Math" panose="02040503050406030204" pitchFamily="18" charset="0"/>
                          </a:rPr>
                          <m:t>𝑞</m:t>
                        </m:r>
                      </m:e>
                      <m:sub>
                        <m:r>
                          <a:rPr lang="en-SG" sz="2000" b="0" i="1" smtClean="0">
                            <a:solidFill>
                              <a:schemeClr val="tx1"/>
                            </a:solidFill>
                            <a:latin typeface="Cambria Math" panose="02040503050406030204" pitchFamily="18" charset="0"/>
                          </a:rPr>
                          <m:t>2</m:t>
                        </m:r>
                      </m:sub>
                    </m:sSub>
                  </m:oMath>
                </a14:m>
                <a:r>
                  <a:rPr lang="en-US" sz="2000" dirty="0">
                    <a:solidFill>
                      <a:schemeClr val="tx1"/>
                    </a:solidFill>
                  </a:rPr>
                  <a:t> of firm 2, the best response function of Firm 1 is </a:t>
                </a:r>
                <a14:m>
                  <m:oMath xmlns:m="http://schemas.openxmlformats.org/officeDocument/2006/math">
                    <m:sSub>
                      <m:sSubPr>
                        <m:ctrlPr>
                          <a:rPr lang="en-SG" sz="2000" b="0" i="1" smtClean="0">
                            <a:solidFill>
                              <a:schemeClr val="tx1"/>
                            </a:solidFill>
                            <a:latin typeface="Cambria Math" panose="02040503050406030204" pitchFamily="18" charset="0"/>
                          </a:rPr>
                        </m:ctrlPr>
                      </m:sSubPr>
                      <m:e>
                        <m:r>
                          <a:rPr lang="en-SG" sz="2000" b="0" i="1" smtClean="0">
                            <a:solidFill>
                              <a:schemeClr val="tx1"/>
                            </a:solidFill>
                            <a:latin typeface="Cambria Math" panose="02040503050406030204" pitchFamily="18" charset="0"/>
                          </a:rPr>
                          <m:t>𝑞</m:t>
                        </m:r>
                      </m:e>
                      <m:sub>
                        <m:r>
                          <a:rPr lang="en-SG" sz="2000" b="0" i="1" smtClean="0">
                            <a:solidFill>
                              <a:schemeClr val="tx1"/>
                            </a:solidFill>
                            <a:latin typeface="Cambria Math" panose="02040503050406030204" pitchFamily="18" charset="0"/>
                          </a:rPr>
                          <m:t>1</m:t>
                        </m:r>
                      </m:sub>
                    </m:sSub>
                    <m:r>
                      <a:rPr lang="en-SG" sz="2000" b="0" i="1" smtClean="0">
                        <a:solidFill>
                          <a:schemeClr val="tx1"/>
                        </a:solidFill>
                        <a:latin typeface="Cambria Math" panose="02040503050406030204" pitchFamily="18" charset="0"/>
                      </a:rPr>
                      <m:t>=</m:t>
                    </m:r>
                    <m:f>
                      <m:fPr>
                        <m:ctrlPr>
                          <a:rPr lang="en-SG" sz="2000" b="0" i="1" smtClean="0">
                            <a:solidFill>
                              <a:schemeClr val="tx1"/>
                            </a:solidFill>
                            <a:latin typeface="Cambria Math" panose="02040503050406030204" pitchFamily="18" charset="0"/>
                          </a:rPr>
                        </m:ctrlPr>
                      </m:fPr>
                      <m:num>
                        <m:r>
                          <a:rPr lang="en-SG" sz="2000" b="0" i="1" smtClean="0">
                            <a:solidFill>
                              <a:schemeClr val="tx1"/>
                            </a:solidFill>
                            <a:latin typeface="Cambria Math" panose="02040503050406030204" pitchFamily="18" charset="0"/>
                          </a:rPr>
                          <m:t>𝑎</m:t>
                        </m:r>
                        <m:r>
                          <a:rPr lang="en-SG" sz="2000" b="0" i="1" smtClean="0">
                            <a:solidFill>
                              <a:schemeClr val="tx1"/>
                            </a:solidFill>
                            <a:latin typeface="Cambria Math" panose="02040503050406030204" pitchFamily="18" charset="0"/>
                          </a:rPr>
                          <m:t>−</m:t>
                        </m:r>
                        <m:sSub>
                          <m:sSubPr>
                            <m:ctrlPr>
                              <a:rPr lang="en-SG" sz="2000" b="0" i="1" smtClean="0">
                                <a:solidFill>
                                  <a:schemeClr val="tx1"/>
                                </a:solidFill>
                                <a:latin typeface="Cambria Math" panose="02040503050406030204" pitchFamily="18" charset="0"/>
                              </a:rPr>
                            </m:ctrlPr>
                          </m:sSubPr>
                          <m:e>
                            <m:r>
                              <a:rPr lang="en-SG" sz="2000" b="0" i="1" smtClean="0">
                                <a:solidFill>
                                  <a:schemeClr val="tx1"/>
                                </a:solidFill>
                                <a:latin typeface="Cambria Math" panose="02040503050406030204" pitchFamily="18" charset="0"/>
                              </a:rPr>
                              <m:t>𝑐</m:t>
                            </m:r>
                          </m:e>
                          <m:sub>
                            <m:r>
                              <a:rPr lang="en-SG" sz="2000" b="0" i="1" smtClean="0">
                                <a:solidFill>
                                  <a:schemeClr val="tx1"/>
                                </a:solidFill>
                                <a:latin typeface="Cambria Math" panose="02040503050406030204" pitchFamily="18" charset="0"/>
                              </a:rPr>
                              <m:t>1</m:t>
                            </m:r>
                          </m:sub>
                        </m:sSub>
                        <m:r>
                          <a:rPr lang="en-SG" sz="2000" b="0" i="1" smtClean="0">
                            <a:solidFill>
                              <a:schemeClr val="tx1"/>
                            </a:solidFill>
                            <a:latin typeface="Cambria Math" panose="02040503050406030204" pitchFamily="18" charset="0"/>
                          </a:rPr>
                          <m:t>−</m:t>
                        </m:r>
                        <m:r>
                          <a:rPr lang="en-SG" sz="2000" b="0" i="1" smtClean="0">
                            <a:solidFill>
                              <a:schemeClr val="tx1"/>
                            </a:solidFill>
                            <a:latin typeface="Cambria Math" panose="02040503050406030204" pitchFamily="18" charset="0"/>
                          </a:rPr>
                          <m:t>𝑏</m:t>
                        </m:r>
                        <m:sSub>
                          <m:sSubPr>
                            <m:ctrlPr>
                              <a:rPr lang="en-SG" sz="2000" b="0" i="1" smtClean="0">
                                <a:solidFill>
                                  <a:schemeClr val="tx1"/>
                                </a:solidFill>
                                <a:latin typeface="Cambria Math" panose="02040503050406030204" pitchFamily="18" charset="0"/>
                              </a:rPr>
                            </m:ctrlPr>
                          </m:sSubPr>
                          <m:e>
                            <m:r>
                              <a:rPr lang="en-SG" sz="2000" b="0" i="1" smtClean="0">
                                <a:solidFill>
                                  <a:schemeClr val="tx1"/>
                                </a:solidFill>
                                <a:latin typeface="Cambria Math" panose="02040503050406030204" pitchFamily="18" charset="0"/>
                              </a:rPr>
                              <m:t>𝑞</m:t>
                            </m:r>
                          </m:e>
                          <m:sub>
                            <m:r>
                              <a:rPr lang="en-SG" sz="2000" b="0" i="1" smtClean="0">
                                <a:solidFill>
                                  <a:schemeClr val="tx1"/>
                                </a:solidFill>
                                <a:latin typeface="Cambria Math" panose="02040503050406030204" pitchFamily="18" charset="0"/>
                              </a:rPr>
                              <m:t>2</m:t>
                            </m:r>
                          </m:sub>
                        </m:sSub>
                      </m:num>
                      <m:den>
                        <m:r>
                          <a:rPr lang="en-SG" sz="2000" b="0" i="1" smtClean="0">
                            <a:solidFill>
                              <a:schemeClr val="tx1"/>
                            </a:solidFill>
                            <a:latin typeface="Cambria Math" panose="02040503050406030204" pitchFamily="18" charset="0"/>
                          </a:rPr>
                          <m:t>2</m:t>
                        </m:r>
                        <m:r>
                          <a:rPr lang="en-SG" sz="2000" b="0" i="1" smtClean="0">
                            <a:solidFill>
                              <a:schemeClr val="tx1"/>
                            </a:solidFill>
                            <a:latin typeface="Cambria Math" panose="02040503050406030204" pitchFamily="18" charset="0"/>
                          </a:rPr>
                          <m:t>𝑏</m:t>
                        </m:r>
                      </m:den>
                    </m:f>
                  </m:oMath>
                </a14:m>
                <a:endParaRPr lang="en-US" sz="2000" dirty="0">
                  <a:solidFill>
                    <a:schemeClr val="tx1"/>
                  </a:solidFill>
                </a:endParaRPr>
              </a:p>
              <a:p>
                <a:r>
                  <a:rPr lang="en-US" sz="2000" dirty="0">
                    <a:solidFill>
                      <a:schemeClr val="tx1"/>
                    </a:solidFill>
                  </a:rPr>
                  <a:t>Given a choice </a:t>
                </a:r>
                <a14:m>
                  <m:oMath xmlns:m="http://schemas.openxmlformats.org/officeDocument/2006/math">
                    <m:sSub>
                      <m:sSubPr>
                        <m:ctrlPr>
                          <a:rPr lang="en-SG" sz="2000" b="0" i="1" smtClean="0">
                            <a:solidFill>
                              <a:schemeClr val="tx1"/>
                            </a:solidFill>
                            <a:latin typeface="Cambria Math" panose="02040503050406030204" pitchFamily="18" charset="0"/>
                          </a:rPr>
                        </m:ctrlPr>
                      </m:sSubPr>
                      <m:e>
                        <m:r>
                          <a:rPr lang="en-SG" sz="2000" b="0" i="1" smtClean="0">
                            <a:solidFill>
                              <a:schemeClr val="tx1"/>
                            </a:solidFill>
                            <a:latin typeface="Cambria Math" panose="02040503050406030204" pitchFamily="18" charset="0"/>
                          </a:rPr>
                          <m:t>𝑞</m:t>
                        </m:r>
                      </m:e>
                      <m:sub>
                        <m:r>
                          <a:rPr lang="en-SG" sz="2000" b="0" i="1" smtClean="0">
                            <a:solidFill>
                              <a:schemeClr val="tx1"/>
                            </a:solidFill>
                            <a:latin typeface="Cambria Math" panose="02040503050406030204" pitchFamily="18" charset="0"/>
                          </a:rPr>
                          <m:t>1</m:t>
                        </m:r>
                      </m:sub>
                    </m:sSub>
                  </m:oMath>
                </a14:m>
                <a:r>
                  <a:rPr lang="en-US" sz="2000" dirty="0">
                    <a:solidFill>
                      <a:schemeClr val="tx1"/>
                    </a:solidFill>
                  </a:rPr>
                  <a:t> of firm 1, the best response function of Firm 2 is </a:t>
                </a:r>
                <a14:m>
                  <m:oMath xmlns:m="http://schemas.openxmlformats.org/officeDocument/2006/math">
                    <m:sSub>
                      <m:sSubPr>
                        <m:ctrlPr>
                          <a:rPr lang="en-SG" sz="2000" b="0" i="1" smtClean="0">
                            <a:solidFill>
                              <a:schemeClr val="tx1"/>
                            </a:solidFill>
                            <a:latin typeface="Cambria Math" panose="02040503050406030204" pitchFamily="18" charset="0"/>
                          </a:rPr>
                        </m:ctrlPr>
                      </m:sSubPr>
                      <m:e>
                        <m:r>
                          <a:rPr lang="en-SG" sz="2000" b="0" i="1" smtClean="0">
                            <a:solidFill>
                              <a:schemeClr val="tx1"/>
                            </a:solidFill>
                            <a:latin typeface="Cambria Math" panose="02040503050406030204" pitchFamily="18" charset="0"/>
                          </a:rPr>
                          <m:t>𝑞</m:t>
                        </m:r>
                      </m:e>
                      <m:sub>
                        <m:r>
                          <a:rPr lang="en-SG" sz="2000" b="0" i="1" smtClean="0">
                            <a:solidFill>
                              <a:schemeClr val="tx1"/>
                            </a:solidFill>
                            <a:latin typeface="Cambria Math" panose="02040503050406030204" pitchFamily="18" charset="0"/>
                          </a:rPr>
                          <m:t>2</m:t>
                        </m:r>
                      </m:sub>
                    </m:sSub>
                    <m:r>
                      <a:rPr lang="en-SG" sz="2000" b="0" i="1" smtClean="0">
                        <a:solidFill>
                          <a:schemeClr val="tx1"/>
                        </a:solidFill>
                        <a:latin typeface="Cambria Math" panose="02040503050406030204" pitchFamily="18" charset="0"/>
                      </a:rPr>
                      <m:t>=</m:t>
                    </m:r>
                    <m:f>
                      <m:fPr>
                        <m:ctrlPr>
                          <a:rPr lang="en-SG" sz="2000" b="0" i="1" smtClean="0">
                            <a:solidFill>
                              <a:schemeClr val="tx1"/>
                            </a:solidFill>
                            <a:latin typeface="Cambria Math" panose="02040503050406030204" pitchFamily="18" charset="0"/>
                          </a:rPr>
                        </m:ctrlPr>
                      </m:fPr>
                      <m:num>
                        <m:r>
                          <a:rPr lang="en-SG" sz="2000" b="0" i="1" smtClean="0">
                            <a:solidFill>
                              <a:schemeClr val="tx1"/>
                            </a:solidFill>
                            <a:latin typeface="Cambria Math" panose="02040503050406030204" pitchFamily="18" charset="0"/>
                          </a:rPr>
                          <m:t>𝑎</m:t>
                        </m:r>
                        <m:r>
                          <a:rPr lang="en-SG" sz="2000" b="0" i="1" smtClean="0">
                            <a:solidFill>
                              <a:schemeClr val="tx1"/>
                            </a:solidFill>
                            <a:latin typeface="Cambria Math" panose="02040503050406030204" pitchFamily="18" charset="0"/>
                          </a:rPr>
                          <m:t>−</m:t>
                        </m:r>
                        <m:sSub>
                          <m:sSubPr>
                            <m:ctrlPr>
                              <a:rPr lang="en-SG" sz="2000" b="0" i="1" smtClean="0">
                                <a:solidFill>
                                  <a:schemeClr val="tx1"/>
                                </a:solidFill>
                                <a:latin typeface="Cambria Math" panose="02040503050406030204" pitchFamily="18" charset="0"/>
                              </a:rPr>
                            </m:ctrlPr>
                          </m:sSubPr>
                          <m:e>
                            <m:r>
                              <a:rPr lang="en-SG" sz="2000" b="0" i="1" smtClean="0">
                                <a:solidFill>
                                  <a:schemeClr val="tx1"/>
                                </a:solidFill>
                                <a:latin typeface="Cambria Math" panose="02040503050406030204" pitchFamily="18" charset="0"/>
                              </a:rPr>
                              <m:t>𝑐</m:t>
                            </m:r>
                          </m:e>
                          <m:sub>
                            <m:r>
                              <a:rPr lang="en-SG" sz="2000" b="0" i="1" smtClean="0">
                                <a:solidFill>
                                  <a:schemeClr val="tx1"/>
                                </a:solidFill>
                                <a:latin typeface="Cambria Math" panose="02040503050406030204" pitchFamily="18" charset="0"/>
                              </a:rPr>
                              <m:t>2</m:t>
                            </m:r>
                          </m:sub>
                        </m:sSub>
                        <m:r>
                          <a:rPr lang="en-SG" sz="2000" b="0" i="1" smtClean="0">
                            <a:solidFill>
                              <a:schemeClr val="tx1"/>
                            </a:solidFill>
                            <a:latin typeface="Cambria Math" panose="02040503050406030204" pitchFamily="18" charset="0"/>
                          </a:rPr>
                          <m:t>−</m:t>
                        </m:r>
                        <m:r>
                          <a:rPr lang="en-SG" sz="2000" b="0" i="1" smtClean="0">
                            <a:solidFill>
                              <a:schemeClr val="tx1"/>
                            </a:solidFill>
                            <a:latin typeface="Cambria Math" panose="02040503050406030204" pitchFamily="18" charset="0"/>
                          </a:rPr>
                          <m:t>𝑏</m:t>
                        </m:r>
                        <m:sSub>
                          <m:sSubPr>
                            <m:ctrlPr>
                              <a:rPr lang="en-SG" sz="2000" b="0" i="1" smtClean="0">
                                <a:solidFill>
                                  <a:schemeClr val="tx1"/>
                                </a:solidFill>
                                <a:latin typeface="Cambria Math" panose="02040503050406030204" pitchFamily="18" charset="0"/>
                              </a:rPr>
                            </m:ctrlPr>
                          </m:sSubPr>
                          <m:e>
                            <m:r>
                              <a:rPr lang="en-SG" sz="2000" b="0" i="1" smtClean="0">
                                <a:solidFill>
                                  <a:schemeClr val="tx1"/>
                                </a:solidFill>
                                <a:latin typeface="Cambria Math" panose="02040503050406030204" pitchFamily="18" charset="0"/>
                              </a:rPr>
                              <m:t>𝑞</m:t>
                            </m:r>
                          </m:e>
                          <m:sub>
                            <m:r>
                              <a:rPr lang="en-SG" sz="2000" b="0" i="1" smtClean="0">
                                <a:solidFill>
                                  <a:schemeClr val="tx1"/>
                                </a:solidFill>
                                <a:latin typeface="Cambria Math" panose="02040503050406030204" pitchFamily="18" charset="0"/>
                              </a:rPr>
                              <m:t>1</m:t>
                            </m:r>
                          </m:sub>
                        </m:sSub>
                      </m:num>
                      <m:den>
                        <m:r>
                          <a:rPr lang="en-SG" sz="2000" b="0" i="1" smtClean="0">
                            <a:solidFill>
                              <a:schemeClr val="tx1"/>
                            </a:solidFill>
                            <a:latin typeface="Cambria Math" panose="02040503050406030204" pitchFamily="18" charset="0"/>
                          </a:rPr>
                          <m:t>2</m:t>
                        </m:r>
                        <m:r>
                          <a:rPr lang="en-SG" sz="2000" b="0" i="1" smtClean="0">
                            <a:solidFill>
                              <a:schemeClr val="tx1"/>
                            </a:solidFill>
                            <a:latin typeface="Cambria Math" panose="02040503050406030204" pitchFamily="18" charset="0"/>
                          </a:rPr>
                          <m:t>𝑏</m:t>
                        </m:r>
                      </m:den>
                    </m:f>
                  </m:oMath>
                </a14:m>
                <a:endParaRPr lang="en-US" sz="2000" dirty="0">
                  <a:solidFill>
                    <a:schemeClr val="tx1"/>
                  </a:solidFill>
                </a:endParaRPr>
              </a:p>
              <a:p>
                <a:endParaRPr lang="en-US" sz="2000" dirty="0">
                  <a:solidFill>
                    <a:schemeClr val="tx1"/>
                  </a:solidFill>
                </a:endParaRPr>
              </a:p>
              <a:p>
                <a:r>
                  <a:rPr lang="en-US" sz="2000" dirty="0">
                    <a:solidFill>
                      <a:schemeClr val="tx1"/>
                    </a:solidFill>
                  </a:rPr>
                  <a:t>The Nash Equilibria is where the two best response function intersect.</a:t>
                </a:r>
              </a:p>
              <a:p>
                <a:pPr lvl="1"/>
                <a:r>
                  <a:rPr lang="en-US" sz="1600" dirty="0">
                    <a:solidFill>
                      <a:schemeClr val="tx1"/>
                    </a:solidFill>
                  </a:rPr>
                  <a:t>Solve these two equations simultaneously!</a:t>
                </a:r>
              </a:p>
              <a:p>
                <a:endParaRPr lang="en-US" sz="1600" dirty="0">
                  <a:solidFill>
                    <a:schemeClr val="tx1"/>
                  </a:solidFill>
                </a:endParaRPr>
              </a:p>
            </p:txBody>
          </p:sp>
        </mc:Choice>
        <mc:Fallback xmlns="">
          <p:sp>
            <p:nvSpPr>
              <p:cNvPr id="12" name="Content Placeholder 2">
                <a:extLst>
                  <a:ext uri="{FF2B5EF4-FFF2-40B4-BE49-F238E27FC236}">
                    <a16:creationId xmlns:a16="http://schemas.microsoft.com/office/drawing/2014/main" id="{4213F190-B2B0-43F1-B1CA-727BDFB3A022}"/>
                  </a:ext>
                </a:extLst>
              </p:cNvPr>
              <p:cNvSpPr>
                <a:spLocks noGrp="1" noRot="1" noChangeAspect="1" noMove="1" noResize="1" noEditPoints="1" noAdjustHandles="1" noChangeArrowheads="1" noChangeShapeType="1" noTextEdit="1"/>
              </p:cNvSpPr>
              <p:nvPr>
                <p:ph idx="1"/>
              </p:nvPr>
            </p:nvSpPr>
            <p:spPr>
              <a:xfrm>
                <a:off x="1077361" y="1492105"/>
                <a:ext cx="9950103" cy="4888138"/>
              </a:xfrm>
              <a:blipFill>
                <a:blip r:embed="rId3"/>
                <a:stretch>
                  <a:fillRect l="-674" t="-1372"/>
                </a:stretch>
              </a:blipFill>
            </p:spPr>
            <p:txBody>
              <a:bodyPr/>
              <a:lstStyle/>
              <a:p>
                <a:r>
                  <a:rPr lang="en-SG">
                    <a:noFill/>
                  </a:rPr>
                  <a:t> </a:t>
                </a:r>
              </a:p>
            </p:txBody>
          </p:sp>
        </mc:Fallback>
      </mc:AlternateContent>
      <p:sp>
        <p:nvSpPr>
          <p:cNvPr id="3" name="Slide Number Placeholder 2">
            <a:extLst>
              <a:ext uri="{FF2B5EF4-FFF2-40B4-BE49-F238E27FC236}">
                <a16:creationId xmlns:a16="http://schemas.microsoft.com/office/drawing/2014/main" id="{7AB43F20-038F-43CE-FB7E-3BEB346C25B6}"/>
              </a:ext>
            </a:extLst>
          </p:cNvPr>
          <p:cNvSpPr>
            <a:spLocks noGrp="1"/>
          </p:cNvSpPr>
          <p:nvPr>
            <p:ph type="sldNum" sz="quarter" idx="12"/>
          </p:nvPr>
        </p:nvSpPr>
        <p:spPr/>
        <p:txBody>
          <a:bodyPr/>
          <a:lstStyle/>
          <a:p>
            <a:fld id="{104D1C85-D14C-4D1F-B1AC-077E19A989F2}" type="slidenum">
              <a:rPr lang="en-GB" smtClean="0"/>
              <a:t>35</a:t>
            </a:fld>
            <a:endParaRPr lang="en-GB" dirty="0"/>
          </a:p>
        </p:txBody>
      </p:sp>
    </p:spTree>
    <p:extLst>
      <p:ext uri="{BB962C8B-B14F-4D97-AF65-F5344CB8AC3E}">
        <p14:creationId xmlns:p14="http://schemas.microsoft.com/office/powerpoint/2010/main" val="24562903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632ED-6249-4378-9241-C14C3A5BA9EB}"/>
              </a:ext>
            </a:extLst>
          </p:cNvPr>
          <p:cNvSpPr>
            <a:spLocks noGrp="1"/>
          </p:cNvSpPr>
          <p:nvPr>
            <p:ph type="title"/>
          </p:nvPr>
        </p:nvSpPr>
        <p:spPr>
          <a:xfrm>
            <a:off x="1077361" y="286028"/>
            <a:ext cx="10436615" cy="1030307"/>
          </a:xfrm>
        </p:spPr>
        <p:txBody>
          <a:bodyPr>
            <a:normAutofit/>
          </a:bodyPr>
          <a:lstStyle/>
          <a:p>
            <a:r>
              <a:rPr lang="en-US" dirty="0"/>
              <a:t>Nash Equilibria and Dominated Strategies.</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166362-5747-4CF8-8778-889699D343D3}"/>
                  </a:ext>
                </a:extLst>
              </p:cNvPr>
              <p:cNvSpPr>
                <a:spLocks noGrp="1"/>
              </p:cNvSpPr>
              <p:nvPr>
                <p:ph idx="1"/>
              </p:nvPr>
            </p:nvSpPr>
            <p:spPr>
              <a:xfrm>
                <a:off x="1077362" y="1316335"/>
                <a:ext cx="9950103" cy="5255637"/>
              </a:xfrm>
            </p:spPr>
            <p:txBody>
              <a:bodyPr>
                <a:normAutofit/>
              </a:bodyPr>
              <a:lstStyle/>
              <a:p>
                <a:pPr marL="0" indent="0">
                  <a:buNone/>
                </a:pPr>
                <a:endParaRPr lang="en-SG" sz="2000" dirty="0"/>
              </a:p>
              <a:p>
                <a:pPr marL="0" indent="0">
                  <a:buNone/>
                </a:pPr>
                <a:endParaRPr lang="en-SG" sz="2000" dirty="0"/>
              </a:p>
              <a:p>
                <a:r>
                  <a:rPr lang="en-SG" sz="2000" dirty="0"/>
                  <a:t>Suppose that we use </a:t>
                </a:r>
                <a:r>
                  <a:rPr lang="en-SG" sz="2000" b="1" dirty="0">
                    <a:solidFill>
                      <a:srgbClr val="FF0000"/>
                    </a:solidFill>
                  </a:rPr>
                  <a:t>iterative elimination of strictly (dominated) strategies </a:t>
                </a:r>
                <a:r>
                  <a:rPr lang="en-SG" sz="2000" dirty="0"/>
                  <a:t>such that the game changes from </a:t>
                </a:r>
                <a14:m>
                  <m:oMath xmlns:m="http://schemas.openxmlformats.org/officeDocument/2006/math">
                    <m:r>
                      <a:rPr lang="en-SG" sz="2000" i="1" dirty="0" smtClean="0">
                        <a:latin typeface="Cambria Math" panose="02040503050406030204" pitchFamily="18" charset="0"/>
                      </a:rPr>
                      <m:t>𝐺</m:t>
                    </m:r>
                  </m:oMath>
                </a14:m>
                <a:r>
                  <a:rPr lang="en-SG" sz="2000" dirty="0"/>
                  <a:t> to </a:t>
                </a:r>
                <a14:m>
                  <m:oMath xmlns:m="http://schemas.openxmlformats.org/officeDocument/2006/math">
                    <m:r>
                      <a:rPr lang="en-SG" sz="2000" i="1" dirty="0" smtClean="0">
                        <a:latin typeface="Cambria Math" panose="02040503050406030204" pitchFamily="18" charset="0"/>
                      </a:rPr>
                      <m:t>𝐺</m:t>
                    </m:r>
                    <m:r>
                      <a:rPr lang="en-SG" sz="2000" i="1" dirty="0" smtClean="0">
                        <a:latin typeface="Cambria Math" panose="02040503050406030204" pitchFamily="18" charset="0"/>
                      </a:rPr>
                      <m:t>’</m:t>
                    </m:r>
                  </m:oMath>
                </a14:m>
                <a:r>
                  <a:rPr lang="en-SG" sz="2000" dirty="0"/>
                  <a:t>. </a:t>
                </a:r>
              </a:p>
              <a:p>
                <a:r>
                  <a:rPr lang="en-SG" sz="2000" b="1" dirty="0"/>
                  <a:t>Any Nash equilibria of </a:t>
                </a:r>
                <a14:m>
                  <m:oMath xmlns:m="http://schemas.openxmlformats.org/officeDocument/2006/math">
                    <m:r>
                      <a:rPr lang="en-SG" sz="2000" b="1" i="1" smtClean="0">
                        <a:solidFill>
                          <a:srgbClr val="0000FF"/>
                        </a:solidFill>
                        <a:latin typeface="Cambria Math" panose="02040503050406030204" pitchFamily="18" charset="0"/>
                      </a:rPr>
                      <m:t>𝑮</m:t>
                    </m:r>
                    <m:r>
                      <a:rPr lang="en-SG" sz="2000" b="1" i="1" smtClean="0">
                        <a:solidFill>
                          <a:srgbClr val="0000FF"/>
                        </a:solidFill>
                        <a:latin typeface="Cambria Math" panose="02040503050406030204" pitchFamily="18" charset="0"/>
                      </a:rPr>
                      <m:t>′</m:t>
                    </m:r>
                  </m:oMath>
                </a14:m>
                <a:r>
                  <a:rPr lang="en-SG" sz="2000" b="1" dirty="0"/>
                  <a:t> is also a Nash Equilibria of </a:t>
                </a:r>
                <a14:m>
                  <m:oMath xmlns:m="http://schemas.openxmlformats.org/officeDocument/2006/math">
                    <m:r>
                      <a:rPr lang="en-SG" sz="2000" b="1" i="1" smtClean="0">
                        <a:solidFill>
                          <a:srgbClr val="00B050"/>
                        </a:solidFill>
                        <a:latin typeface="Cambria Math" panose="02040503050406030204" pitchFamily="18" charset="0"/>
                      </a:rPr>
                      <m:t>𝑮</m:t>
                    </m:r>
                  </m:oMath>
                </a14:m>
                <a:r>
                  <a:rPr lang="en-SG" sz="2000" b="1" dirty="0"/>
                  <a:t>.</a:t>
                </a:r>
              </a:p>
              <a:p>
                <a:endParaRPr lang="en-SG" sz="2000" dirty="0"/>
              </a:p>
              <a:p>
                <a:pPr marL="0" indent="0">
                  <a:buNone/>
                </a:pPr>
                <a:endParaRPr lang="en-SG" sz="2000" dirty="0"/>
              </a:p>
              <a:p>
                <a:r>
                  <a:rPr lang="en-SG" sz="2000" dirty="0"/>
                  <a:t>Consequences:</a:t>
                </a:r>
              </a:p>
              <a:p>
                <a:pPr lvl="1"/>
                <a:r>
                  <a:rPr lang="en-SG" sz="1800" dirty="0"/>
                  <a:t>Suppose we have a game with many strategies, can try to use iterative elimination to simply first, and then solve for NE.</a:t>
                </a:r>
              </a:p>
              <a:p>
                <a:pPr lvl="1"/>
                <a:r>
                  <a:rPr lang="en-SG" sz="1800" dirty="0"/>
                  <a:t>An outcome of a dominance solvable game is a NE.</a:t>
                </a:r>
              </a:p>
              <a:p>
                <a:endParaRPr lang="en-SG" sz="2000" dirty="0"/>
              </a:p>
              <a:p>
                <a:pPr marL="0" indent="0">
                  <a:buNone/>
                </a:pPr>
                <a:endParaRPr lang="en-SG" sz="1800" dirty="0"/>
              </a:p>
              <a:p>
                <a:pPr marL="0" indent="0">
                  <a:buNone/>
                </a:pPr>
                <a:endParaRPr lang="en-SG" sz="1800" dirty="0"/>
              </a:p>
              <a:p>
                <a:endParaRPr lang="en-US" sz="1800" dirty="0"/>
              </a:p>
              <a:p>
                <a:endParaRPr lang="en-US" sz="1800" dirty="0"/>
              </a:p>
              <a:p>
                <a:endParaRPr lang="en-US" sz="1800" dirty="0"/>
              </a:p>
              <a:p>
                <a:endParaRPr lang="en-US" sz="1800" dirty="0"/>
              </a:p>
              <a:p>
                <a:pPr lvl="1"/>
                <a:endParaRPr lang="en-US" sz="1600" dirty="0"/>
              </a:p>
            </p:txBody>
          </p:sp>
        </mc:Choice>
        <mc:Fallback xmlns="">
          <p:sp>
            <p:nvSpPr>
              <p:cNvPr id="3" name="Content Placeholder 2">
                <a:extLst>
                  <a:ext uri="{FF2B5EF4-FFF2-40B4-BE49-F238E27FC236}">
                    <a16:creationId xmlns:a16="http://schemas.microsoft.com/office/drawing/2014/main" id="{F6166362-5747-4CF8-8778-889699D343D3}"/>
                  </a:ext>
                </a:extLst>
              </p:cNvPr>
              <p:cNvSpPr>
                <a:spLocks noGrp="1" noRot="1" noChangeAspect="1" noMove="1" noResize="1" noEditPoints="1" noAdjustHandles="1" noChangeArrowheads="1" noChangeShapeType="1" noTextEdit="1"/>
              </p:cNvSpPr>
              <p:nvPr>
                <p:ph idx="1"/>
              </p:nvPr>
            </p:nvSpPr>
            <p:spPr>
              <a:xfrm>
                <a:off x="1077362" y="1316335"/>
                <a:ext cx="9950103" cy="5255637"/>
              </a:xfrm>
              <a:blipFill>
                <a:blip r:embed="rId3"/>
                <a:stretch>
                  <a:fillRect l="-551"/>
                </a:stretch>
              </a:blipFill>
            </p:spPr>
            <p:txBody>
              <a:bodyPr/>
              <a:lstStyle/>
              <a:p>
                <a:r>
                  <a:rPr lang="en-SG">
                    <a:noFill/>
                  </a:rPr>
                  <a:t> </a:t>
                </a:r>
              </a:p>
            </p:txBody>
          </p:sp>
        </mc:Fallback>
      </mc:AlternateContent>
      <p:graphicFrame>
        <p:nvGraphicFramePr>
          <p:cNvPr id="4" name="Table 5">
            <a:extLst>
              <a:ext uri="{FF2B5EF4-FFF2-40B4-BE49-F238E27FC236}">
                <a16:creationId xmlns:a16="http://schemas.microsoft.com/office/drawing/2014/main" id="{8880D175-EBAD-B308-6308-C5B7A4B90A48}"/>
              </a:ext>
            </a:extLst>
          </p:cNvPr>
          <p:cNvGraphicFramePr>
            <a:graphicFrameLocks noGrp="1"/>
          </p:cNvGraphicFramePr>
          <p:nvPr/>
        </p:nvGraphicFramePr>
        <p:xfrm>
          <a:off x="8077183" y="2877930"/>
          <a:ext cx="2689140" cy="1102140"/>
        </p:xfrm>
        <a:graphic>
          <a:graphicData uri="http://schemas.openxmlformats.org/drawingml/2006/table">
            <a:tbl>
              <a:tblPr firstRow="1" bandRow="1">
                <a:tableStyleId>{5940675A-B579-460E-94D1-54222C63F5DA}</a:tableStyleId>
              </a:tblPr>
              <a:tblGrid>
                <a:gridCol w="896380">
                  <a:extLst>
                    <a:ext uri="{9D8B030D-6E8A-4147-A177-3AD203B41FA5}">
                      <a16:colId xmlns:a16="http://schemas.microsoft.com/office/drawing/2014/main" val="1895234023"/>
                    </a:ext>
                  </a:extLst>
                </a:gridCol>
                <a:gridCol w="896380">
                  <a:extLst>
                    <a:ext uri="{9D8B030D-6E8A-4147-A177-3AD203B41FA5}">
                      <a16:colId xmlns:a16="http://schemas.microsoft.com/office/drawing/2014/main" val="3696438715"/>
                    </a:ext>
                  </a:extLst>
                </a:gridCol>
                <a:gridCol w="896380">
                  <a:extLst>
                    <a:ext uri="{9D8B030D-6E8A-4147-A177-3AD203B41FA5}">
                      <a16:colId xmlns:a16="http://schemas.microsoft.com/office/drawing/2014/main" val="2691549397"/>
                    </a:ext>
                  </a:extLst>
                </a:gridCol>
              </a:tblGrid>
              <a:tr h="367380">
                <a:tc>
                  <a:txBody>
                    <a:bodyPr/>
                    <a:lstStyle/>
                    <a:p>
                      <a:endParaRPr lang="en-SG"/>
                    </a:p>
                  </a:txBody>
                  <a:tcPr/>
                </a:tc>
                <a:tc>
                  <a:txBody>
                    <a:bodyPr/>
                    <a:lstStyle/>
                    <a:p>
                      <a:endParaRPr lang="en-SG"/>
                    </a:p>
                  </a:txBody>
                  <a:tcPr/>
                </a:tc>
                <a:tc>
                  <a:txBody>
                    <a:bodyPr/>
                    <a:lstStyle/>
                    <a:p>
                      <a:endParaRPr lang="en-SG"/>
                    </a:p>
                  </a:txBody>
                  <a:tcPr/>
                </a:tc>
                <a:extLst>
                  <a:ext uri="{0D108BD9-81ED-4DB2-BD59-A6C34878D82A}">
                    <a16:rowId xmlns:a16="http://schemas.microsoft.com/office/drawing/2014/main" val="1098502281"/>
                  </a:ext>
                </a:extLst>
              </a:tr>
              <a:tr h="367380">
                <a:tc>
                  <a:txBody>
                    <a:bodyPr/>
                    <a:lstStyle/>
                    <a:p>
                      <a:endParaRPr lang="en-SG"/>
                    </a:p>
                  </a:txBody>
                  <a:tcPr/>
                </a:tc>
                <a:tc>
                  <a:txBody>
                    <a:bodyPr/>
                    <a:lstStyle/>
                    <a:p>
                      <a:endParaRPr lang="en-SG"/>
                    </a:p>
                  </a:txBody>
                  <a:tcPr/>
                </a:tc>
                <a:tc>
                  <a:txBody>
                    <a:bodyPr/>
                    <a:lstStyle/>
                    <a:p>
                      <a:endParaRPr lang="en-SG"/>
                    </a:p>
                  </a:txBody>
                  <a:tcPr/>
                </a:tc>
                <a:extLst>
                  <a:ext uri="{0D108BD9-81ED-4DB2-BD59-A6C34878D82A}">
                    <a16:rowId xmlns:a16="http://schemas.microsoft.com/office/drawing/2014/main" val="2837290781"/>
                  </a:ext>
                </a:extLst>
              </a:tr>
              <a:tr h="367380">
                <a:tc>
                  <a:txBody>
                    <a:bodyPr/>
                    <a:lstStyle/>
                    <a:p>
                      <a:endParaRPr lang="en-SG"/>
                    </a:p>
                  </a:txBody>
                  <a:tcPr/>
                </a:tc>
                <a:tc>
                  <a:txBody>
                    <a:bodyPr/>
                    <a:lstStyle/>
                    <a:p>
                      <a:endParaRPr lang="en-SG"/>
                    </a:p>
                  </a:txBody>
                  <a:tcPr/>
                </a:tc>
                <a:tc>
                  <a:txBody>
                    <a:bodyPr/>
                    <a:lstStyle/>
                    <a:p>
                      <a:endParaRPr lang="en-SG" dirty="0"/>
                    </a:p>
                  </a:txBody>
                  <a:tcPr/>
                </a:tc>
                <a:extLst>
                  <a:ext uri="{0D108BD9-81ED-4DB2-BD59-A6C34878D82A}">
                    <a16:rowId xmlns:a16="http://schemas.microsoft.com/office/drawing/2014/main" val="2290917074"/>
                  </a:ext>
                </a:extLst>
              </a:tr>
            </a:tbl>
          </a:graphicData>
        </a:graphic>
      </p:graphicFrame>
      <p:sp>
        <p:nvSpPr>
          <p:cNvPr id="6" name="Rectangle 5">
            <a:extLst>
              <a:ext uri="{FF2B5EF4-FFF2-40B4-BE49-F238E27FC236}">
                <a16:creationId xmlns:a16="http://schemas.microsoft.com/office/drawing/2014/main" id="{702BC342-3441-D770-4B08-EF17E25B053A}"/>
              </a:ext>
            </a:extLst>
          </p:cNvPr>
          <p:cNvSpPr/>
          <p:nvPr/>
        </p:nvSpPr>
        <p:spPr>
          <a:xfrm>
            <a:off x="8077182" y="2877930"/>
            <a:ext cx="1789489" cy="744795"/>
          </a:xfrm>
          <a:prstGeom prst="rect">
            <a:avLst/>
          </a:prstGeom>
          <a:noFill/>
          <a:ln w="381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Rectangle 6">
            <a:extLst>
              <a:ext uri="{FF2B5EF4-FFF2-40B4-BE49-F238E27FC236}">
                <a16:creationId xmlns:a16="http://schemas.microsoft.com/office/drawing/2014/main" id="{557E8DEB-1799-D8F8-160E-243A0C1C4153}"/>
              </a:ext>
            </a:extLst>
          </p:cNvPr>
          <p:cNvSpPr/>
          <p:nvPr/>
        </p:nvSpPr>
        <p:spPr>
          <a:xfrm>
            <a:off x="8030477" y="2832645"/>
            <a:ext cx="2735846" cy="1147425"/>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9" name="Straight Connector 8">
            <a:extLst>
              <a:ext uri="{FF2B5EF4-FFF2-40B4-BE49-F238E27FC236}">
                <a16:creationId xmlns:a16="http://schemas.microsoft.com/office/drawing/2014/main" id="{2E253900-CAC0-EA69-1002-446ECEAD5ABE}"/>
              </a:ext>
            </a:extLst>
          </p:cNvPr>
          <p:cNvCxnSpPr/>
          <p:nvPr/>
        </p:nvCxnSpPr>
        <p:spPr>
          <a:xfrm>
            <a:off x="7772402" y="3799706"/>
            <a:ext cx="3215148"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FBBF06E-2D98-C8B9-B589-E7E7BF726BC5}"/>
              </a:ext>
            </a:extLst>
          </p:cNvPr>
          <p:cNvCxnSpPr>
            <a:cxnSpLocks/>
          </p:cNvCxnSpPr>
          <p:nvPr/>
        </p:nvCxnSpPr>
        <p:spPr>
          <a:xfrm flipV="1">
            <a:off x="10291918" y="2671452"/>
            <a:ext cx="0" cy="150433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0851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nodeType="after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5D650-87DA-40F9-8CA6-5134E768F879}"/>
              </a:ext>
            </a:extLst>
          </p:cNvPr>
          <p:cNvSpPr>
            <a:spLocks noGrp="1"/>
          </p:cNvSpPr>
          <p:nvPr>
            <p:ph type="title"/>
          </p:nvPr>
        </p:nvSpPr>
        <p:spPr/>
        <p:txBody>
          <a:bodyPr/>
          <a:lstStyle/>
          <a:p>
            <a:r>
              <a:rPr lang="en-US" dirty="0"/>
              <a:t>Review Questions 3</a:t>
            </a:r>
            <a:endParaRPr lang="en-GB"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F1084EF-22C8-4EF1-B3AC-5CD9C82F5106}"/>
                  </a:ext>
                </a:extLst>
              </p:cNvPr>
              <p:cNvSpPr>
                <a:spLocks noGrp="1"/>
              </p:cNvSpPr>
              <p:nvPr>
                <p:ph idx="1"/>
              </p:nvPr>
            </p:nvSpPr>
            <p:spPr>
              <a:xfrm>
                <a:off x="838200" y="3719046"/>
                <a:ext cx="10515600" cy="2457917"/>
              </a:xfrm>
            </p:spPr>
            <p:txBody>
              <a:bodyPr>
                <a:normAutofit/>
              </a:bodyPr>
              <a:lstStyle/>
              <a:p>
                <a:pPr marL="514350" indent="-514350">
                  <a:buFont typeface="+mj-lt"/>
                  <a:buAutoNum type="arabicPeriod"/>
                </a:pPr>
                <a:r>
                  <a:rPr lang="en-GB" sz="2000" dirty="0"/>
                  <a:t>Suppose </a:t>
                </a:r>
                <a14:m>
                  <m:oMath xmlns:m="http://schemas.openxmlformats.org/officeDocument/2006/math">
                    <m:r>
                      <a:rPr lang="en-SG" sz="2000" b="0" i="1" smtClean="0">
                        <a:latin typeface="Cambria Math" panose="02040503050406030204" pitchFamily="18" charset="0"/>
                      </a:rPr>
                      <m:t>𝑦</m:t>
                    </m:r>
                    <m:r>
                      <a:rPr lang="en-SG" sz="2000" b="0" i="1" smtClean="0">
                        <a:latin typeface="Cambria Math" panose="02040503050406030204" pitchFamily="18" charset="0"/>
                      </a:rPr>
                      <m:t>&lt;0</m:t>
                    </m:r>
                  </m:oMath>
                </a14:m>
                <a:r>
                  <a:rPr lang="en-GB" sz="2000" dirty="0"/>
                  <a:t>, which of these are (pure strategy) Nash equilibria?</a:t>
                </a:r>
                <a:r>
                  <a:rPr lang="en-GB" sz="2000" dirty="0">
                    <a:solidFill>
                      <a:srgbClr val="FF0000"/>
                    </a:solidFill>
                  </a:rPr>
                  <a:t> – (B,R)</a:t>
                </a:r>
                <a:endParaRPr lang="en-GB" sz="2000" b="1" dirty="0">
                  <a:solidFill>
                    <a:srgbClr val="FF0000"/>
                  </a:solidFill>
                </a:endParaRPr>
              </a:p>
              <a:p>
                <a:pPr marL="514350" indent="-514350">
                  <a:buFont typeface="+mj-lt"/>
                  <a:buAutoNum type="arabicPeriod"/>
                </a:pPr>
                <a:endParaRPr lang="en-GB" sz="2000" b="1" dirty="0"/>
              </a:p>
              <a:p>
                <a:pPr marL="514350" indent="-514350">
                  <a:buFont typeface="+mj-lt"/>
                  <a:buAutoNum type="arabicPeriod"/>
                </a:pPr>
                <a:r>
                  <a:rPr lang="en-US" sz="2000" dirty="0"/>
                  <a:t>Suppose </a:t>
                </a:r>
                <a14:m>
                  <m:oMath xmlns:m="http://schemas.openxmlformats.org/officeDocument/2006/math">
                    <m:r>
                      <a:rPr lang="en-SG" sz="2000" b="0" i="0" smtClean="0">
                        <a:latin typeface="Cambria Math" panose="02040503050406030204" pitchFamily="18" charset="0"/>
                      </a:rPr>
                      <m:t>0&lt;</m:t>
                    </m:r>
                    <m:r>
                      <a:rPr lang="en-SG" sz="2000" b="0" i="1" smtClean="0">
                        <a:latin typeface="Cambria Math" panose="02040503050406030204" pitchFamily="18" charset="0"/>
                      </a:rPr>
                      <m:t>𝑦</m:t>
                    </m:r>
                    <m:r>
                      <a:rPr lang="en-SG" sz="2000" b="0" i="1" smtClean="0">
                        <a:latin typeface="Cambria Math" panose="02040503050406030204" pitchFamily="18" charset="0"/>
                      </a:rPr>
                      <m:t>&lt;1</m:t>
                    </m:r>
                  </m:oMath>
                </a14:m>
                <a:r>
                  <a:rPr lang="en-GB" sz="2000" b="1" dirty="0"/>
                  <a:t> </a:t>
                </a:r>
                <a:r>
                  <a:rPr lang="en-GB" sz="2000" dirty="0"/>
                  <a:t>which of these are (pure strategy) Nash equilibria? – (T,L) , (B,R)</a:t>
                </a:r>
                <a:endParaRPr lang="en-GB" sz="2000" dirty="0">
                  <a:solidFill>
                    <a:srgbClr val="FF0000"/>
                  </a:solidFill>
                </a:endParaRPr>
              </a:p>
              <a:p>
                <a:pPr marL="514350" indent="-514350">
                  <a:buFont typeface="+mj-lt"/>
                  <a:buAutoNum type="arabicPeriod"/>
                </a:pPr>
                <a:endParaRPr lang="en-GB" sz="2000" dirty="0">
                  <a:solidFill>
                    <a:srgbClr val="FF0000"/>
                  </a:solidFill>
                </a:endParaRPr>
              </a:p>
              <a:p>
                <a:pPr marL="514350" indent="-514350">
                  <a:buFont typeface="+mj-lt"/>
                  <a:buAutoNum type="arabicPeriod"/>
                </a:pPr>
                <a:r>
                  <a:rPr lang="en-US" sz="2000" dirty="0"/>
                  <a:t>Suppose </a:t>
                </a:r>
                <a14:m>
                  <m:oMath xmlns:m="http://schemas.openxmlformats.org/officeDocument/2006/math">
                    <m:r>
                      <a:rPr lang="en-SG" sz="2000" b="0" i="1" smtClean="0">
                        <a:latin typeface="Cambria Math" panose="02040503050406030204" pitchFamily="18" charset="0"/>
                      </a:rPr>
                      <m:t>𝑦</m:t>
                    </m:r>
                    <m:r>
                      <a:rPr lang="en-SG" sz="2000" b="0" i="1" smtClean="0">
                        <a:latin typeface="Cambria Math" panose="02040503050406030204" pitchFamily="18" charset="0"/>
                      </a:rPr>
                      <m:t>&gt;1</m:t>
                    </m:r>
                  </m:oMath>
                </a14:m>
                <a:r>
                  <a:rPr lang="en-GB" sz="2000" b="1" dirty="0"/>
                  <a:t> </a:t>
                </a:r>
                <a:r>
                  <a:rPr lang="en-GB" sz="2000" dirty="0"/>
                  <a:t>which of these are (pure strategy) Nash equilibria? – (T,L)</a:t>
                </a:r>
                <a:endParaRPr lang="en-GB" sz="2000" b="1" dirty="0"/>
              </a:p>
            </p:txBody>
          </p:sp>
        </mc:Choice>
        <mc:Fallback>
          <p:sp>
            <p:nvSpPr>
              <p:cNvPr id="3" name="Content Placeholder 2">
                <a:extLst>
                  <a:ext uri="{FF2B5EF4-FFF2-40B4-BE49-F238E27FC236}">
                    <a16:creationId xmlns:a16="http://schemas.microsoft.com/office/drawing/2014/main" id="{5F1084EF-22C8-4EF1-B3AC-5CD9C82F5106}"/>
                  </a:ext>
                </a:extLst>
              </p:cNvPr>
              <p:cNvSpPr>
                <a:spLocks noGrp="1" noRot="1" noChangeAspect="1" noMove="1" noResize="1" noEditPoints="1" noAdjustHandles="1" noChangeArrowheads="1" noChangeShapeType="1" noTextEdit="1"/>
              </p:cNvSpPr>
              <p:nvPr>
                <p:ph idx="1"/>
              </p:nvPr>
            </p:nvSpPr>
            <p:spPr>
              <a:xfrm>
                <a:off x="838200" y="3719046"/>
                <a:ext cx="10515600" cy="2457917"/>
              </a:xfrm>
              <a:blipFill>
                <a:blip r:embed="rId3"/>
                <a:stretch>
                  <a:fillRect l="-638" t="-2978"/>
                </a:stretch>
              </a:blipFill>
            </p:spPr>
            <p:txBody>
              <a:bodyPr/>
              <a:lstStyle/>
              <a:p>
                <a:r>
                  <a:rPr lang="en-SG">
                    <a:noFill/>
                  </a:rPr>
                  <a:t> </a:t>
                </a:r>
              </a:p>
            </p:txBody>
          </p:sp>
        </mc:Fallback>
      </mc:AlternateContent>
      <p:sp>
        <p:nvSpPr>
          <p:cNvPr id="6" name="TextBox 5">
            <a:extLst>
              <a:ext uri="{FF2B5EF4-FFF2-40B4-BE49-F238E27FC236}">
                <a16:creationId xmlns:a16="http://schemas.microsoft.com/office/drawing/2014/main" id="{A78CABFB-1935-4DAF-A5FB-249D961A1D36}"/>
              </a:ext>
            </a:extLst>
          </p:cNvPr>
          <p:cNvSpPr txBox="1"/>
          <p:nvPr/>
        </p:nvSpPr>
        <p:spPr>
          <a:xfrm>
            <a:off x="6547670" y="1506022"/>
            <a:ext cx="960199" cy="369332"/>
          </a:xfrm>
          <a:prstGeom prst="rect">
            <a:avLst/>
          </a:prstGeom>
          <a:noFill/>
        </p:spPr>
        <p:txBody>
          <a:bodyPr wrap="none" rtlCol="0">
            <a:spAutoFit/>
          </a:bodyPr>
          <a:lstStyle/>
          <a:p>
            <a:r>
              <a:rPr lang="en-US" b="1" dirty="0"/>
              <a:t>Player B</a:t>
            </a:r>
            <a:endParaRPr lang="en-GB" b="1" dirty="0"/>
          </a:p>
        </p:txBody>
      </p:sp>
      <p:sp>
        <p:nvSpPr>
          <p:cNvPr id="7" name="TextBox 6">
            <a:extLst>
              <a:ext uri="{FF2B5EF4-FFF2-40B4-BE49-F238E27FC236}">
                <a16:creationId xmlns:a16="http://schemas.microsoft.com/office/drawing/2014/main" id="{1BF4CEB3-0AE0-4B31-A9E6-FF7771EC68CA}"/>
              </a:ext>
            </a:extLst>
          </p:cNvPr>
          <p:cNvSpPr txBox="1"/>
          <p:nvPr/>
        </p:nvSpPr>
        <p:spPr>
          <a:xfrm>
            <a:off x="1896304" y="2704867"/>
            <a:ext cx="969817" cy="369332"/>
          </a:xfrm>
          <a:prstGeom prst="rect">
            <a:avLst/>
          </a:prstGeom>
          <a:noFill/>
        </p:spPr>
        <p:txBody>
          <a:bodyPr wrap="none" rtlCol="0">
            <a:spAutoFit/>
          </a:bodyPr>
          <a:lstStyle/>
          <a:p>
            <a:r>
              <a:rPr lang="en-US" b="1" dirty="0"/>
              <a:t>Player A</a:t>
            </a:r>
            <a:endParaRPr lang="en-GB" b="1" dirty="0"/>
          </a:p>
        </p:txBody>
      </p:sp>
      <mc:AlternateContent xmlns:mc="http://schemas.openxmlformats.org/markup-compatibility/2006" xmlns:a14="http://schemas.microsoft.com/office/drawing/2010/main">
        <mc:Choice Requires="a14">
          <p:graphicFrame>
            <p:nvGraphicFramePr>
              <p:cNvPr id="9" name="Table 5">
                <a:extLst>
                  <a:ext uri="{FF2B5EF4-FFF2-40B4-BE49-F238E27FC236}">
                    <a16:creationId xmlns:a16="http://schemas.microsoft.com/office/drawing/2014/main" id="{2F18B97B-87E9-1F2E-CBA3-6107F2987DB1}"/>
                  </a:ext>
                </a:extLst>
              </p:cNvPr>
              <p:cNvGraphicFramePr>
                <a:graphicFrameLocks noGrp="1"/>
              </p:cNvGraphicFramePr>
              <p:nvPr>
                <p:extLst>
                  <p:ext uri="{D42A27DB-BD31-4B8C-83A1-F6EECF244321}">
                    <p14:modId xmlns:p14="http://schemas.microsoft.com/office/powerpoint/2010/main" val="1127196875"/>
                  </p:ext>
                </p:extLst>
              </p:nvPr>
            </p:nvGraphicFramePr>
            <p:xfrm>
              <a:off x="3076542" y="2101295"/>
              <a:ext cx="6244947" cy="1112520"/>
            </p:xfrm>
            <a:graphic>
              <a:graphicData uri="http://schemas.openxmlformats.org/drawingml/2006/table">
                <a:tbl>
                  <a:tblPr firstRow="1" bandRow="1">
                    <a:tableStyleId>{5940675A-B579-460E-94D1-54222C63F5DA}</a:tableStyleId>
                  </a:tblPr>
                  <a:tblGrid>
                    <a:gridCol w="1364235">
                      <a:extLst>
                        <a:ext uri="{9D8B030D-6E8A-4147-A177-3AD203B41FA5}">
                          <a16:colId xmlns:a16="http://schemas.microsoft.com/office/drawing/2014/main" val="4239227893"/>
                        </a:ext>
                      </a:extLst>
                    </a:gridCol>
                    <a:gridCol w="2428531">
                      <a:extLst>
                        <a:ext uri="{9D8B030D-6E8A-4147-A177-3AD203B41FA5}">
                          <a16:colId xmlns:a16="http://schemas.microsoft.com/office/drawing/2014/main" val="2948776960"/>
                        </a:ext>
                      </a:extLst>
                    </a:gridCol>
                    <a:gridCol w="2452181">
                      <a:extLst>
                        <a:ext uri="{9D8B030D-6E8A-4147-A177-3AD203B41FA5}">
                          <a16:colId xmlns:a16="http://schemas.microsoft.com/office/drawing/2014/main" val="1900868060"/>
                        </a:ext>
                      </a:extLst>
                    </a:gridCol>
                  </a:tblGrid>
                  <a:tr h="370840">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Left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Right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tx1"/>
                              </a:solidFill>
                            </a:rPr>
                            <a:t>Top</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SG" b="0" i="1" smtClean="0">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 </m:t>
                                </m:r>
                                <m:r>
                                  <a:rPr lang="en-SG" b="0" i="1" smtClean="0">
                                    <a:solidFill>
                                      <a:schemeClr val="tx1"/>
                                    </a:solidFill>
                                    <a:latin typeface="Cambria Math" panose="02040503050406030204" pitchFamily="18" charset="0"/>
                                  </a:rPr>
                                  <m:t> 1</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SG" b="1" i="1" smtClean="0">
                                    <a:solidFill>
                                      <a:schemeClr val="tx1"/>
                                    </a:solidFill>
                                    <a:latin typeface="Cambria Math" panose="02040503050406030204" pitchFamily="18" charset="0"/>
                                  </a:rPr>
                                  <m:t>𝒚</m:t>
                                </m:r>
                                <m:r>
                                  <a:rPr lang="en-US" b="0" i="1" smtClean="0">
                                    <a:solidFill>
                                      <a:schemeClr val="tx1"/>
                                    </a:solidFill>
                                    <a:latin typeface="Cambria Math" panose="02040503050406030204" pitchFamily="18" charset="0"/>
                                  </a:rPr>
                                  <m:t>,  </m:t>
                                </m:r>
                                <m:r>
                                  <a:rPr lang="en-SG" b="0" i="1" smtClean="0">
                                    <a:solidFill>
                                      <a:schemeClr val="tx1"/>
                                    </a:solidFill>
                                    <a:latin typeface="Cambria Math" panose="02040503050406030204" pitchFamily="18" charset="0"/>
                                  </a:rPr>
                                  <m:t>1−</m:t>
                                </m:r>
                                <m:r>
                                  <a:rPr lang="en-SG" b="1" i="1" smtClean="0">
                                    <a:solidFill>
                                      <a:schemeClr val="tx1"/>
                                    </a:solidFill>
                                    <a:latin typeface="Cambria Math" panose="02040503050406030204" pitchFamily="18" charset="0"/>
                                  </a:rPr>
                                  <m:t>𝒚</m:t>
                                </m:r>
                              </m:oMath>
                            </m:oMathPara>
                          </a14:m>
                          <a:endParaRPr lang="en-GB"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3772902"/>
                      </a:ext>
                    </a:extLst>
                  </a:tr>
                  <a:tr h="370840">
                    <a:tc>
                      <a:txBody>
                        <a:bodyPr/>
                        <a:lstStyle/>
                        <a:p>
                          <a:r>
                            <a:rPr lang="en-US" dirty="0">
                              <a:solidFill>
                                <a:schemeClr val="tx1"/>
                              </a:solidFill>
                            </a:rPr>
                            <a:t>Bottom</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SG" b="0" i="1" smtClean="0">
                                    <a:solidFill>
                                      <a:schemeClr val="tx1"/>
                                    </a:solidFill>
                                    <a:latin typeface="Cambria Math" panose="02040503050406030204" pitchFamily="18" charset="0"/>
                                  </a:rPr>
                                  <m:t>1−</m:t>
                                </m:r>
                                <m:r>
                                  <a:rPr lang="en-SG" b="1" i="1" smtClean="0">
                                    <a:solidFill>
                                      <a:schemeClr val="tx1"/>
                                    </a:solidFill>
                                    <a:latin typeface="Cambria Math" panose="02040503050406030204" pitchFamily="18" charset="0"/>
                                  </a:rPr>
                                  <m:t>𝒚</m:t>
                                </m:r>
                                <m:r>
                                  <a:rPr lang="en-US" b="0" i="1" smtClean="0">
                                    <a:solidFill>
                                      <a:schemeClr val="tx1"/>
                                    </a:solidFill>
                                    <a:latin typeface="Cambria Math" panose="02040503050406030204" pitchFamily="18" charset="0"/>
                                  </a:rPr>
                                  <m:t>,  </m:t>
                                </m:r>
                                <m:r>
                                  <a:rPr lang="en-SG" b="1" i="1" smtClean="0">
                                    <a:solidFill>
                                      <a:schemeClr val="tx1"/>
                                    </a:solidFill>
                                    <a:latin typeface="Cambria Math" panose="02040503050406030204" pitchFamily="18" charset="0"/>
                                  </a:rPr>
                                  <m:t>𝒚</m:t>
                                </m:r>
                              </m:oMath>
                            </m:oMathPara>
                          </a14:m>
                          <a:endParaRPr lang="en-GB"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1,  </m:t>
                                </m:r>
                                <m:r>
                                  <a:rPr lang="en-SG" b="0" i="1" smtClean="0">
                                    <a:solidFill>
                                      <a:schemeClr val="tx1"/>
                                    </a:solidFill>
                                    <a:latin typeface="Cambria Math" panose="02040503050406030204" pitchFamily="18" charset="0"/>
                                  </a:rPr>
                                  <m:t>1</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1172981"/>
                      </a:ext>
                    </a:extLst>
                  </a:tr>
                </a:tbl>
              </a:graphicData>
            </a:graphic>
          </p:graphicFrame>
        </mc:Choice>
        <mc:Fallback xmlns="">
          <p:graphicFrame>
            <p:nvGraphicFramePr>
              <p:cNvPr id="9" name="Table 5">
                <a:extLst>
                  <a:ext uri="{FF2B5EF4-FFF2-40B4-BE49-F238E27FC236}">
                    <a16:creationId xmlns:a16="http://schemas.microsoft.com/office/drawing/2014/main" id="{2F18B97B-87E9-1F2E-CBA3-6107F2987DB1}"/>
                  </a:ext>
                </a:extLst>
              </p:cNvPr>
              <p:cNvGraphicFramePr>
                <a:graphicFrameLocks noGrp="1"/>
              </p:cNvGraphicFramePr>
              <p:nvPr>
                <p:extLst>
                  <p:ext uri="{D42A27DB-BD31-4B8C-83A1-F6EECF244321}">
                    <p14:modId xmlns:p14="http://schemas.microsoft.com/office/powerpoint/2010/main" val="1127196875"/>
                  </p:ext>
                </p:extLst>
              </p:nvPr>
            </p:nvGraphicFramePr>
            <p:xfrm>
              <a:off x="3076542" y="2101295"/>
              <a:ext cx="6244947" cy="1112520"/>
            </p:xfrm>
            <a:graphic>
              <a:graphicData uri="http://schemas.openxmlformats.org/drawingml/2006/table">
                <a:tbl>
                  <a:tblPr firstRow="1" bandRow="1">
                    <a:tableStyleId>{5940675A-B579-460E-94D1-54222C63F5DA}</a:tableStyleId>
                  </a:tblPr>
                  <a:tblGrid>
                    <a:gridCol w="1364235">
                      <a:extLst>
                        <a:ext uri="{9D8B030D-6E8A-4147-A177-3AD203B41FA5}">
                          <a16:colId xmlns:a16="http://schemas.microsoft.com/office/drawing/2014/main" val="4239227893"/>
                        </a:ext>
                      </a:extLst>
                    </a:gridCol>
                    <a:gridCol w="2428531">
                      <a:extLst>
                        <a:ext uri="{9D8B030D-6E8A-4147-A177-3AD203B41FA5}">
                          <a16:colId xmlns:a16="http://schemas.microsoft.com/office/drawing/2014/main" val="2948776960"/>
                        </a:ext>
                      </a:extLst>
                    </a:gridCol>
                    <a:gridCol w="2452181">
                      <a:extLst>
                        <a:ext uri="{9D8B030D-6E8A-4147-A177-3AD203B41FA5}">
                          <a16:colId xmlns:a16="http://schemas.microsoft.com/office/drawing/2014/main" val="1900868060"/>
                        </a:ext>
                      </a:extLst>
                    </a:gridCol>
                  </a:tblGrid>
                  <a:tr h="370840">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Left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Right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tx1"/>
                              </a:solidFill>
                            </a:rPr>
                            <a:t>Top</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56140" t="-106452" r="-101504" b="-12096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54591" t="-106452" r="-496" b="-120968"/>
                          </a:stretch>
                        </a:blipFill>
                      </a:tcPr>
                    </a:tc>
                    <a:extLst>
                      <a:ext uri="{0D108BD9-81ED-4DB2-BD59-A6C34878D82A}">
                        <a16:rowId xmlns:a16="http://schemas.microsoft.com/office/drawing/2014/main" val="1923772902"/>
                      </a:ext>
                    </a:extLst>
                  </a:tr>
                  <a:tr h="370840">
                    <a:tc>
                      <a:txBody>
                        <a:bodyPr/>
                        <a:lstStyle/>
                        <a:p>
                          <a:r>
                            <a:rPr lang="en-US" dirty="0">
                              <a:solidFill>
                                <a:schemeClr val="tx1"/>
                              </a:solidFill>
                            </a:rPr>
                            <a:t>Bottom</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56140" t="-209836" r="-101504" b="-2295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54591" t="-209836" r="-496" b="-22951"/>
                          </a:stretch>
                        </a:blipFill>
                      </a:tcPr>
                    </a:tc>
                    <a:extLst>
                      <a:ext uri="{0D108BD9-81ED-4DB2-BD59-A6C34878D82A}">
                        <a16:rowId xmlns:a16="http://schemas.microsoft.com/office/drawing/2014/main" val="2781172981"/>
                      </a:ext>
                    </a:extLst>
                  </a:tr>
                </a:tbl>
              </a:graphicData>
            </a:graphic>
          </p:graphicFrame>
        </mc:Fallback>
      </mc:AlternateContent>
      <p:pic>
        <p:nvPicPr>
          <p:cNvPr id="8" name="Picture 7">
            <a:extLst>
              <a:ext uri="{FF2B5EF4-FFF2-40B4-BE49-F238E27FC236}">
                <a16:creationId xmlns:a16="http://schemas.microsoft.com/office/drawing/2014/main" id="{6FD7218C-BA1E-7933-B57D-DEB30A64DD00}"/>
              </a:ext>
            </a:extLst>
          </p:cNvPr>
          <p:cNvPicPr>
            <a:picLocks noChangeAspect="1"/>
          </p:cNvPicPr>
          <p:nvPr/>
        </p:nvPicPr>
        <p:blipFill>
          <a:blip r:embed="rId5"/>
          <a:stretch>
            <a:fillRect/>
          </a:stretch>
        </p:blipFill>
        <p:spPr>
          <a:xfrm>
            <a:off x="10146892" y="182305"/>
            <a:ext cx="1794796" cy="1831549"/>
          </a:xfrm>
          <a:prstGeom prst="rect">
            <a:avLst/>
          </a:prstGeom>
        </p:spPr>
      </p:pic>
      <p:sp>
        <p:nvSpPr>
          <p:cNvPr id="10" name="TextBox 9">
            <a:extLst>
              <a:ext uri="{FF2B5EF4-FFF2-40B4-BE49-F238E27FC236}">
                <a16:creationId xmlns:a16="http://schemas.microsoft.com/office/drawing/2014/main" id="{A713A444-2441-5F6C-E78C-46D0498186F8}"/>
              </a:ext>
            </a:extLst>
          </p:cNvPr>
          <p:cNvSpPr txBox="1"/>
          <p:nvPr/>
        </p:nvSpPr>
        <p:spPr>
          <a:xfrm>
            <a:off x="10282927" y="2058536"/>
            <a:ext cx="1522725" cy="646331"/>
          </a:xfrm>
          <a:prstGeom prst="rect">
            <a:avLst/>
          </a:prstGeom>
          <a:noFill/>
        </p:spPr>
        <p:txBody>
          <a:bodyPr wrap="none" rtlCol="0">
            <a:spAutoFit/>
          </a:bodyPr>
          <a:lstStyle/>
          <a:p>
            <a:pPr algn="ctr"/>
            <a:r>
              <a:rPr lang="en-US" dirty="0"/>
              <a:t>Scan here </a:t>
            </a:r>
          </a:p>
          <a:p>
            <a:pPr algn="ctr"/>
            <a:r>
              <a:rPr lang="en-US" dirty="0"/>
              <a:t>to participate!</a:t>
            </a:r>
            <a:endParaRPr lang="en-SG" dirty="0"/>
          </a:p>
        </p:txBody>
      </p:sp>
      <p:sp>
        <p:nvSpPr>
          <p:cNvPr id="5" name="Slide Number Placeholder 4">
            <a:extLst>
              <a:ext uri="{FF2B5EF4-FFF2-40B4-BE49-F238E27FC236}">
                <a16:creationId xmlns:a16="http://schemas.microsoft.com/office/drawing/2014/main" id="{7B641785-DCF0-5516-7059-6738B624BD31}"/>
              </a:ext>
            </a:extLst>
          </p:cNvPr>
          <p:cNvSpPr>
            <a:spLocks noGrp="1"/>
          </p:cNvSpPr>
          <p:nvPr>
            <p:ph type="sldNum" sz="quarter" idx="12"/>
          </p:nvPr>
        </p:nvSpPr>
        <p:spPr/>
        <p:txBody>
          <a:bodyPr/>
          <a:lstStyle/>
          <a:p>
            <a:fld id="{104D1C85-D14C-4D1F-B1AC-077E19A989F2}" type="slidenum">
              <a:rPr lang="en-GB" smtClean="0"/>
              <a:t>37</a:t>
            </a:fld>
            <a:endParaRPr lang="en-GB" dirty="0"/>
          </a:p>
        </p:txBody>
      </p:sp>
    </p:spTree>
    <p:extLst>
      <p:ext uri="{BB962C8B-B14F-4D97-AF65-F5344CB8AC3E}">
        <p14:creationId xmlns:p14="http://schemas.microsoft.com/office/powerpoint/2010/main" val="14355167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1609E-06F3-4BC5-AAF3-53EBE98C380B}"/>
              </a:ext>
            </a:extLst>
          </p:cNvPr>
          <p:cNvSpPr>
            <a:spLocks noGrp="1"/>
          </p:cNvSpPr>
          <p:nvPr>
            <p:ph type="title"/>
          </p:nvPr>
        </p:nvSpPr>
        <p:spPr>
          <a:xfrm>
            <a:off x="1120948" y="2600338"/>
            <a:ext cx="9950103" cy="1030307"/>
          </a:xfrm>
        </p:spPr>
        <p:txBody>
          <a:bodyPr>
            <a:normAutofit/>
          </a:bodyPr>
          <a:lstStyle/>
          <a:p>
            <a:pPr algn="ctr"/>
            <a:r>
              <a:rPr lang="en-US" dirty="0"/>
              <a:t>Pure Strategies vs Mixed Strategies</a:t>
            </a:r>
            <a:endParaRPr lang="en-SG" dirty="0"/>
          </a:p>
        </p:txBody>
      </p:sp>
      <p:sp>
        <p:nvSpPr>
          <p:cNvPr id="3" name="Slide Number Placeholder 2">
            <a:extLst>
              <a:ext uri="{FF2B5EF4-FFF2-40B4-BE49-F238E27FC236}">
                <a16:creationId xmlns:a16="http://schemas.microsoft.com/office/drawing/2014/main" id="{9F83BB57-557E-CF4C-1149-4312BCE42394}"/>
              </a:ext>
            </a:extLst>
          </p:cNvPr>
          <p:cNvSpPr>
            <a:spLocks noGrp="1"/>
          </p:cNvSpPr>
          <p:nvPr>
            <p:ph type="sldNum" sz="quarter" idx="12"/>
          </p:nvPr>
        </p:nvSpPr>
        <p:spPr/>
        <p:txBody>
          <a:bodyPr/>
          <a:lstStyle/>
          <a:p>
            <a:fld id="{104D1C85-D14C-4D1F-B1AC-077E19A989F2}" type="slidenum">
              <a:rPr lang="en-GB" smtClean="0"/>
              <a:t>38</a:t>
            </a:fld>
            <a:endParaRPr lang="en-GB" dirty="0"/>
          </a:p>
        </p:txBody>
      </p:sp>
    </p:spTree>
    <p:extLst>
      <p:ext uri="{BB962C8B-B14F-4D97-AF65-F5344CB8AC3E}">
        <p14:creationId xmlns:p14="http://schemas.microsoft.com/office/powerpoint/2010/main" val="2275598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noFill/>
        </p:spPr>
        <p:txBody>
          <a:bodyPr/>
          <a:lstStyle/>
          <a:p>
            <a:pPr algn="l" eaLnBrk="1" hangingPunct="1"/>
            <a:r>
              <a:rPr lang="en-US" altLang="en-US" dirty="0"/>
              <a:t>Example 3:</a:t>
            </a:r>
          </a:p>
        </p:txBody>
      </p:sp>
      <mc:AlternateContent xmlns:mc="http://schemas.openxmlformats.org/markup-compatibility/2006" xmlns:a14="http://schemas.microsoft.com/office/drawing/2010/main">
        <mc:Choice Requires="a14">
          <p:graphicFrame>
            <p:nvGraphicFramePr>
              <p:cNvPr id="3" name="Table 5">
                <a:extLst>
                  <a:ext uri="{FF2B5EF4-FFF2-40B4-BE49-F238E27FC236}">
                    <a16:creationId xmlns:a16="http://schemas.microsoft.com/office/drawing/2014/main" id="{DA40652C-BEB4-409C-ADC7-1712AFE15E86}"/>
                  </a:ext>
                </a:extLst>
              </p:cNvPr>
              <p:cNvGraphicFramePr>
                <a:graphicFrameLocks noGrp="1"/>
              </p:cNvGraphicFramePr>
              <p:nvPr>
                <p:extLst>
                  <p:ext uri="{D42A27DB-BD31-4B8C-83A1-F6EECF244321}">
                    <p14:modId xmlns:p14="http://schemas.microsoft.com/office/powerpoint/2010/main" val="3293704915"/>
                  </p:ext>
                </p:extLst>
              </p:nvPr>
            </p:nvGraphicFramePr>
            <p:xfrm>
              <a:off x="1649702" y="3453739"/>
              <a:ext cx="6244947" cy="1112520"/>
            </p:xfrm>
            <a:graphic>
              <a:graphicData uri="http://schemas.openxmlformats.org/drawingml/2006/table">
                <a:tbl>
                  <a:tblPr firstRow="1" bandRow="1">
                    <a:tableStyleId>{5940675A-B579-460E-94D1-54222C63F5DA}</a:tableStyleId>
                  </a:tblPr>
                  <a:tblGrid>
                    <a:gridCol w="1364235">
                      <a:extLst>
                        <a:ext uri="{9D8B030D-6E8A-4147-A177-3AD203B41FA5}">
                          <a16:colId xmlns:a16="http://schemas.microsoft.com/office/drawing/2014/main" val="4239227893"/>
                        </a:ext>
                      </a:extLst>
                    </a:gridCol>
                    <a:gridCol w="2428531">
                      <a:extLst>
                        <a:ext uri="{9D8B030D-6E8A-4147-A177-3AD203B41FA5}">
                          <a16:colId xmlns:a16="http://schemas.microsoft.com/office/drawing/2014/main" val="2948776960"/>
                        </a:ext>
                      </a:extLst>
                    </a:gridCol>
                    <a:gridCol w="2452181">
                      <a:extLst>
                        <a:ext uri="{9D8B030D-6E8A-4147-A177-3AD203B41FA5}">
                          <a16:colId xmlns:a16="http://schemas.microsoft.com/office/drawing/2014/main" val="1900868060"/>
                        </a:ext>
                      </a:extLst>
                    </a:gridCol>
                  </a:tblGrid>
                  <a:tr h="370840">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Heads</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Tails</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pPr algn="r"/>
                          <a:r>
                            <a:rPr lang="en-US" dirty="0">
                              <a:solidFill>
                                <a:schemeClr val="tx1"/>
                              </a:solidFill>
                            </a:rPr>
                            <a:t>Heads</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−1,  </m:t>
                                </m:r>
                                <m:r>
                                  <a:rPr lang="en-US" b="0" i="1" smtClean="0">
                                    <a:solidFill>
                                      <a:srgbClr val="00B050"/>
                                    </a:solidFill>
                                    <a:latin typeface="Cambria Math" panose="02040503050406030204" pitchFamily="18" charset="0"/>
                                  </a:rPr>
                                  <m:t>1</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1</m:t>
                                </m:r>
                                <m:r>
                                  <a:rPr lang="en-US" b="0" i="1" smtClean="0">
                                    <a:solidFill>
                                      <a:schemeClr val="tx1"/>
                                    </a:solidFill>
                                    <a:latin typeface="Cambria Math" panose="02040503050406030204" pitchFamily="18" charset="0"/>
                                  </a:rPr>
                                  <m:t>,  −1</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3772902"/>
                      </a:ext>
                    </a:extLst>
                  </a:tr>
                  <a:tr h="370840">
                    <a:tc>
                      <a:txBody>
                        <a:bodyPr/>
                        <a:lstStyle/>
                        <a:p>
                          <a:pPr algn="r"/>
                          <a:r>
                            <a:rPr lang="en-US" dirty="0">
                              <a:solidFill>
                                <a:schemeClr val="tx1"/>
                              </a:solidFill>
                            </a:rPr>
                            <a:t>Tails</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1</m:t>
                                </m:r>
                                <m:r>
                                  <a:rPr lang="en-US" b="0" i="1" smtClean="0">
                                    <a:solidFill>
                                      <a:schemeClr val="tx1"/>
                                    </a:solidFill>
                                    <a:latin typeface="Cambria Math" panose="02040503050406030204" pitchFamily="18" charset="0"/>
                                  </a:rPr>
                                  <m:t>,  −1</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−1,  </m:t>
                                </m:r>
                                <m:r>
                                  <a:rPr lang="en-US" b="0" i="1" smtClean="0">
                                    <a:solidFill>
                                      <a:srgbClr val="00B050"/>
                                    </a:solidFill>
                                    <a:latin typeface="Cambria Math" panose="02040503050406030204" pitchFamily="18" charset="0"/>
                                  </a:rPr>
                                  <m:t>1</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1172981"/>
                      </a:ext>
                    </a:extLst>
                  </a:tr>
                </a:tbl>
              </a:graphicData>
            </a:graphic>
          </p:graphicFrame>
        </mc:Choice>
        <mc:Fallback xmlns="">
          <p:graphicFrame>
            <p:nvGraphicFramePr>
              <p:cNvPr id="3" name="Table 5">
                <a:extLst>
                  <a:ext uri="{FF2B5EF4-FFF2-40B4-BE49-F238E27FC236}">
                    <a16:creationId xmlns:a16="http://schemas.microsoft.com/office/drawing/2014/main" id="{DA40652C-BEB4-409C-ADC7-1712AFE15E86}"/>
                  </a:ext>
                </a:extLst>
              </p:cNvPr>
              <p:cNvGraphicFramePr>
                <a:graphicFrameLocks noGrp="1"/>
              </p:cNvGraphicFramePr>
              <p:nvPr>
                <p:extLst>
                  <p:ext uri="{D42A27DB-BD31-4B8C-83A1-F6EECF244321}">
                    <p14:modId xmlns:p14="http://schemas.microsoft.com/office/powerpoint/2010/main" val="3293704915"/>
                  </p:ext>
                </p:extLst>
              </p:nvPr>
            </p:nvGraphicFramePr>
            <p:xfrm>
              <a:off x="1649702" y="3453739"/>
              <a:ext cx="6244947" cy="1112520"/>
            </p:xfrm>
            <a:graphic>
              <a:graphicData uri="http://schemas.openxmlformats.org/drawingml/2006/table">
                <a:tbl>
                  <a:tblPr firstRow="1" bandRow="1">
                    <a:tableStyleId>{5940675A-B579-460E-94D1-54222C63F5DA}</a:tableStyleId>
                  </a:tblPr>
                  <a:tblGrid>
                    <a:gridCol w="1364235">
                      <a:extLst>
                        <a:ext uri="{9D8B030D-6E8A-4147-A177-3AD203B41FA5}">
                          <a16:colId xmlns:a16="http://schemas.microsoft.com/office/drawing/2014/main" val="4239227893"/>
                        </a:ext>
                      </a:extLst>
                    </a:gridCol>
                    <a:gridCol w="2428531">
                      <a:extLst>
                        <a:ext uri="{9D8B030D-6E8A-4147-A177-3AD203B41FA5}">
                          <a16:colId xmlns:a16="http://schemas.microsoft.com/office/drawing/2014/main" val="2948776960"/>
                        </a:ext>
                      </a:extLst>
                    </a:gridCol>
                    <a:gridCol w="2452181">
                      <a:extLst>
                        <a:ext uri="{9D8B030D-6E8A-4147-A177-3AD203B41FA5}">
                          <a16:colId xmlns:a16="http://schemas.microsoft.com/office/drawing/2014/main" val="1900868060"/>
                        </a:ext>
                      </a:extLst>
                    </a:gridCol>
                  </a:tblGrid>
                  <a:tr h="370840">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Heads</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Tails</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pPr algn="r"/>
                          <a:r>
                            <a:rPr lang="en-US" dirty="0">
                              <a:solidFill>
                                <a:schemeClr val="tx1"/>
                              </a:solidFill>
                            </a:rPr>
                            <a:t>Heads</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140" t="-106452" r="-101504" b="-12096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591" t="-106452" r="-496" b="-120968"/>
                          </a:stretch>
                        </a:blipFill>
                      </a:tcPr>
                    </a:tc>
                    <a:extLst>
                      <a:ext uri="{0D108BD9-81ED-4DB2-BD59-A6C34878D82A}">
                        <a16:rowId xmlns:a16="http://schemas.microsoft.com/office/drawing/2014/main" val="1923772902"/>
                      </a:ext>
                    </a:extLst>
                  </a:tr>
                  <a:tr h="370840">
                    <a:tc>
                      <a:txBody>
                        <a:bodyPr/>
                        <a:lstStyle/>
                        <a:p>
                          <a:pPr algn="r"/>
                          <a:r>
                            <a:rPr lang="en-US" dirty="0">
                              <a:solidFill>
                                <a:schemeClr val="tx1"/>
                              </a:solidFill>
                            </a:rPr>
                            <a:t>Tails</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140" t="-209836" r="-101504" b="-2295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591" t="-209836" r="-496" b="-22951"/>
                          </a:stretch>
                        </a:blipFill>
                      </a:tcPr>
                    </a:tc>
                    <a:extLst>
                      <a:ext uri="{0D108BD9-81ED-4DB2-BD59-A6C34878D82A}">
                        <a16:rowId xmlns:a16="http://schemas.microsoft.com/office/drawing/2014/main" val="2781172981"/>
                      </a:ext>
                    </a:extLst>
                  </a:tr>
                </a:tbl>
              </a:graphicData>
            </a:graphic>
          </p:graphicFrame>
        </mc:Fallback>
      </mc:AlternateContent>
      <p:sp>
        <p:nvSpPr>
          <p:cNvPr id="6" name="TextBox 5">
            <a:extLst>
              <a:ext uri="{FF2B5EF4-FFF2-40B4-BE49-F238E27FC236}">
                <a16:creationId xmlns:a16="http://schemas.microsoft.com/office/drawing/2014/main" id="{D0516181-8B46-4841-B808-5B9BA02E2EEE}"/>
              </a:ext>
            </a:extLst>
          </p:cNvPr>
          <p:cNvSpPr txBox="1"/>
          <p:nvPr/>
        </p:nvSpPr>
        <p:spPr>
          <a:xfrm>
            <a:off x="4956531" y="3123559"/>
            <a:ext cx="947375" cy="369332"/>
          </a:xfrm>
          <a:prstGeom prst="rect">
            <a:avLst/>
          </a:prstGeom>
          <a:noFill/>
        </p:spPr>
        <p:txBody>
          <a:bodyPr wrap="none" rtlCol="0">
            <a:spAutoFit/>
          </a:bodyPr>
          <a:lstStyle/>
          <a:p>
            <a:r>
              <a:rPr lang="en-US" b="1" dirty="0"/>
              <a:t>Player 2</a:t>
            </a:r>
            <a:endParaRPr lang="en-GB" b="1" dirty="0"/>
          </a:p>
        </p:txBody>
      </p:sp>
      <p:sp>
        <p:nvSpPr>
          <p:cNvPr id="8" name="TextBox 7">
            <a:extLst>
              <a:ext uri="{FF2B5EF4-FFF2-40B4-BE49-F238E27FC236}">
                <a16:creationId xmlns:a16="http://schemas.microsoft.com/office/drawing/2014/main" id="{738665AD-01F8-4D91-8A63-69C4654AE255}"/>
              </a:ext>
            </a:extLst>
          </p:cNvPr>
          <p:cNvSpPr txBox="1"/>
          <p:nvPr/>
        </p:nvSpPr>
        <p:spPr>
          <a:xfrm>
            <a:off x="1109114" y="3947406"/>
            <a:ext cx="947375" cy="369332"/>
          </a:xfrm>
          <a:prstGeom prst="rect">
            <a:avLst/>
          </a:prstGeom>
          <a:noFill/>
        </p:spPr>
        <p:txBody>
          <a:bodyPr wrap="none" rtlCol="0">
            <a:spAutoFit/>
          </a:bodyPr>
          <a:lstStyle/>
          <a:p>
            <a:r>
              <a:rPr lang="en-US" b="1" dirty="0"/>
              <a:t>Player 1</a:t>
            </a:r>
            <a:endParaRPr lang="en-GB" b="1" dirty="0"/>
          </a:p>
        </p:txBody>
      </p:sp>
      <p:sp>
        <p:nvSpPr>
          <p:cNvPr id="7" name="Rectangle 3">
            <a:extLst>
              <a:ext uri="{FF2B5EF4-FFF2-40B4-BE49-F238E27FC236}">
                <a16:creationId xmlns:a16="http://schemas.microsoft.com/office/drawing/2014/main" id="{5E9DF522-5AD3-4366-84EF-AA804EBD70FB}"/>
              </a:ext>
            </a:extLst>
          </p:cNvPr>
          <p:cNvSpPr txBox="1">
            <a:spLocks noChangeArrowheads="1"/>
          </p:cNvSpPr>
          <p:nvPr/>
        </p:nvSpPr>
        <p:spPr>
          <a:xfrm>
            <a:off x="855414" y="1569669"/>
            <a:ext cx="10096984" cy="475547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pPr>
            <a:r>
              <a:rPr lang="en-US" altLang="en-US" sz="2000" b="1" dirty="0"/>
              <a:t>Matching Pennies Game</a:t>
            </a:r>
          </a:p>
          <a:p>
            <a:pPr>
              <a:spcBef>
                <a:spcPts val="600"/>
              </a:spcBef>
            </a:pPr>
            <a:endParaRPr lang="en-US" altLang="en-US" sz="2000" dirty="0"/>
          </a:p>
          <a:p>
            <a:pPr>
              <a:spcBef>
                <a:spcPts val="600"/>
              </a:spcBef>
            </a:pPr>
            <a:r>
              <a:rPr lang="en-US" altLang="en-US" sz="2000" dirty="0"/>
              <a:t>Let us try to solve for the Nash Equilibria for this game:</a:t>
            </a:r>
          </a:p>
          <a:p>
            <a:pPr lvl="1">
              <a:spcBef>
                <a:spcPts val="600"/>
              </a:spcBef>
            </a:pPr>
            <a:endParaRPr lang="en-US" altLang="en-US" sz="1800" dirty="0"/>
          </a:p>
          <a:p>
            <a:pPr lvl="1">
              <a:spcBef>
                <a:spcPts val="600"/>
              </a:spcBef>
            </a:pPr>
            <a:endParaRPr lang="en-US" altLang="en-US" sz="1800" dirty="0"/>
          </a:p>
          <a:p>
            <a:pPr lvl="1">
              <a:spcBef>
                <a:spcPts val="600"/>
              </a:spcBef>
            </a:pPr>
            <a:endParaRPr lang="en-US" altLang="en-US" sz="1800" dirty="0"/>
          </a:p>
          <a:p>
            <a:pPr lvl="1">
              <a:spcBef>
                <a:spcPts val="600"/>
              </a:spcBef>
            </a:pPr>
            <a:endParaRPr lang="en-US" altLang="en-US" sz="1800" dirty="0"/>
          </a:p>
          <a:p>
            <a:pPr>
              <a:spcBef>
                <a:spcPts val="600"/>
              </a:spcBef>
            </a:pPr>
            <a:endParaRPr lang="en-US" altLang="en-US" sz="1600" dirty="0"/>
          </a:p>
          <a:p>
            <a:pPr>
              <a:spcBef>
                <a:spcPts val="600"/>
              </a:spcBef>
            </a:pPr>
            <a:endParaRPr lang="en-US" altLang="en-US" sz="1600" dirty="0"/>
          </a:p>
          <a:p>
            <a:pPr>
              <a:spcBef>
                <a:spcPts val="600"/>
              </a:spcBef>
            </a:pPr>
            <a:endParaRPr lang="en-US" altLang="en-US" sz="1600" dirty="0"/>
          </a:p>
          <a:p>
            <a:pPr>
              <a:spcBef>
                <a:spcPts val="600"/>
              </a:spcBef>
            </a:pPr>
            <a:endParaRPr lang="en-US" altLang="en-US" sz="1800" dirty="0"/>
          </a:p>
          <a:p>
            <a:pPr>
              <a:spcBef>
                <a:spcPts val="600"/>
              </a:spcBef>
            </a:pPr>
            <a:r>
              <a:rPr lang="en-US" altLang="en-US" sz="2000" dirty="0"/>
              <a:t>No Nash Equilibrium ??!!</a:t>
            </a:r>
          </a:p>
          <a:p>
            <a:pPr>
              <a:spcBef>
                <a:spcPts val="600"/>
              </a:spcBef>
            </a:pPr>
            <a:endParaRPr lang="en-US" altLang="en-US" sz="1800" dirty="0"/>
          </a:p>
          <a:p>
            <a:pPr>
              <a:spcBef>
                <a:spcPts val="600"/>
              </a:spcBef>
            </a:pPr>
            <a:endParaRPr lang="en-US" altLang="en-US" sz="1800" dirty="0"/>
          </a:p>
          <a:p>
            <a:pPr>
              <a:spcBef>
                <a:spcPts val="600"/>
              </a:spcBef>
            </a:pPr>
            <a:endParaRPr lang="en-US" altLang="en-US" sz="2400" dirty="0"/>
          </a:p>
          <a:p>
            <a:pPr lvl="2">
              <a:spcBef>
                <a:spcPts val="600"/>
              </a:spcBef>
            </a:pPr>
            <a:endParaRPr lang="en-US" altLang="en-US" sz="1800" dirty="0"/>
          </a:p>
          <a:p>
            <a:pPr lvl="1">
              <a:spcBef>
                <a:spcPts val="600"/>
              </a:spcBef>
            </a:pPr>
            <a:endParaRPr lang="en-US" altLang="en-US" sz="2000" dirty="0"/>
          </a:p>
          <a:p>
            <a:pPr>
              <a:spcBef>
                <a:spcPts val="600"/>
              </a:spcBef>
            </a:pPr>
            <a:endParaRPr lang="en-US" altLang="en-US" sz="2400" dirty="0"/>
          </a:p>
          <a:p>
            <a:pPr>
              <a:spcBef>
                <a:spcPts val="600"/>
              </a:spcBef>
            </a:pPr>
            <a:endParaRPr lang="en-US" altLang="en-US" sz="2400" dirty="0"/>
          </a:p>
          <a:p>
            <a:pPr lvl="1">
              <a:spcBef>
                <a:spcPts val="600"/>
              </a:spcBef>
            </a:pPr>
            <a:endParaRPr lang="en-US" altLang="en-US" sz="2000" dirty="0"/>
          </a:p>
          <a:p>
            <a:pPr lvl="2">
              <a:spcBef>
                <a:spcPts val="600"/>
              </a:spcBef>
            </a:pPr>
            <a:endParaRPr lang="en-US" altLang="en-US" sz="1800" dirty="0"/>
          </a:p>
        </p:txBody>
      </p:sp>
      <p:pic>
        <p:nvPicPr>
          <p:cNvPr id="1026" name="Picture 2" descr="Rock - Paper - Scissors - Lizard - Spock">
            <a:extLst>
              <a:ext uri="{FF2B5EF4-FFF2-40B4-BE49-F238E27FC236}">
                <a16:creationId xmlns:a16="http://schemas.microsoft.com/office/drawing/2014/main" id="{621BFCAB-B6C8-4AB7-B4EB-0EEA84281163}"/>
              </a:ext>
            </a:extLst>
          </p:cNvPr>
          <p:cNvPicPr>
            <a:picLocks noChangeAspect="1" noChangeArrowheads="1"/>
          </p:cNvPicPr>
          <p:nvPr/>
        </p:nvPicPr>
        <p:blipFill>
          <a:blip r:embed="rId4">
            <a:alphaModFix amt="35000"/>
            <a:extLst>
              <a:ext uri="{28A0092B-C50C-407E-A947-70E740481C1C}">
                <a14:useLocalDpi xmlns:a14="http://schemas.microsoft.com/office/drawing/2010/main" val="0"/>
              </a:ext>
            </a:extLst>
          </a:blip>
          <a:srcRect/>
          <a:stretch>
            <a:fillRect/>
          </a:stretch>
        </p:blipFill>
        <p:spPr bwMode="auto">
          <a:xfrm>
            <a:off x="9068265" y="1039904"/>
            <a:ext cx="2268321" cy="2268321"/>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F0629269-86EA-E419-8879-02FB9AC7937D}"/>
              </a:ext>
            </a:extLst>
          </p:cNvPr>
          <p:cNvSpPr>
            <a:spLocks noGrp="1"/>
          </p:cNvSpPr>
          <p:nvPr>
            <p:ph type="sldNum" sz="quarter" idx="12"/>
          </p:nvPr>
        </p:nvSpPr>
        <p:spPr/>
        <p:txBody>
          <a:bodyPr/>
          <a:lstStyle/>
          <a:p>
            <a:fld id="{104D1C85-D14C-4D1F-B1AC-077E19A989F2}" type="slidenum">
              <a:rPr lang="en-GB" smtClean="0"/>
              <a:t>39</a:t>
            </a:fld>
            <a:endParaRPr lang="en-GB"/>
          </a:p>
        </p:txBody>
      </p:sp>
    </p:spTree>
    <p:extLst>
      <p:ext uri="{BB962C8B-B14F-4D97-AF65-F5344CB8AC3E}">
        <p14:creationId xmlns:p14="http://schemas.microsoft.com/office/powerpoint/2010/main" val="333518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A8CF3F-6667-9F60-33BD-0CD47D4E07A3}"/>
              </a:ext>
            </a:extLst>
          </p:cNvPr>
          <p:cNvSpPr/>
          <p:nvPr/>
        </p:nvSpPr>
        <p:spPr>
          <a:xfrm>
            <a:off x="1002187" y="2846439"/>
            <a:ext cx="10402009" cy="81116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793" name="Rectangle 2"/>
          <p:cNvSpPr>
            <a:spLocks noGrp="1" noChangeArrowheads="1"/>
          </p:cNvSpPr>
          <p:nvPr>
            <p:ph type="title"/>
          </p:nvPr>
        </p:nvSpPr>
        <p:spPr>
          <a:noFill/>
        </p:spPr>
        <p:txBody>
          <a:bodyPr/>
          <a:lstStyle/>
          <a:p>
            <a:pPr algn="l" eaLnBrk="1" hangingPunct="1"/>
            <a:r>
              <a:rPr lang="en-US" altLang="en-US" dirty="0"/>
              <a:t>Pure Strategies</a:t>
            </a:r>
          </a:p>
        </p:txBody>
      </p:sp>
      <mc:AlternateContent xmlns:mc="http://schemas.openxmlformats.org/markup-compatibility/2006" xmlns:a14="http://schemas.microsoft.com/office/drawing/2010/main">
        <mc:Choice Requires="a14">
          <p:sp>
            <p:nvSpPr>
              <p:cNvPr id="7" name="Rectangle 3">
                <a:extLst>
                  <a:ext uri="{FF2B5EF4-FFF2-40B4-BE49-F238E27FC236}">
                    <a16:creationId xmlns:a16="http://schemas.microsoft.com/office/drawing/2014/main" id="{5E9DF522-5AD3-4366-84EF-AA804EBD70FB}"/>
                  </a:ext>
                </a:extLst>
              </p:cNvPr>
              <p:cNvSpPr txBox="1">
                <a:spLocks noChangeArrowheads="1"/>
              </p:cNvSpPr>
              <p:nvPr/>
            </p:nvSpPr>
            <p:spPr>
              <a:xfrm>
                <a:off x="1154700" y="1690688"/>
                <a:ext cx="10096984" cy="475547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r>
                  <a:rPr lang="en-US" altLang="en-US" sz="2000" dirty="0"/>
                  <a:t>In the previous slide, an implicit assumption was that players could only choose </a:t>
                </a:r>
                <a:r>
                  <a:rPr lang="en-US" altLang="en-US" sz="2000" u="sng" dirty="0"/>
                  <a:t>either</a:t>
                </a:r>
                <a:r>
                  <a:rPr lang="en-US" altLang="en-US" sz="2000" dirty="0"/>
                  <a:t> heads or tails as their strategy,</a:t>
                </a:r>
                <a14:m>
                  <m:oMath xmlns:m="http://schemas.openxmlformats.org/officeDocument/2006/math">
                    <m:r>
                      <a:rPr lang="en-SG" altLang="en-US" sz="2000" b="0" i="0" dirty="0" smtClean="0">
                        <a:latin typeface="Cambria Math" panose="02040503050406030204" pitchFamily="18" charset="0"/>
                      </a:rPr>
                      <m:t>  </m:t>
                    </m:r>
                  </m:oMath>
                </a14:m>
                <a:r>
                  <a:rPr lang="en-SG" altLang="en-US" sz="2000" dirty="0"/>
                  <a:t> </a:t>
                </a:r>
                <a14:m>
                  <m:oMath xmlns:m="http://schemas.openxmlformats.org/officeDocument/2006/math">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𝑠</m:t>
                        </m:r>
                      </m:e>
                      <m:sub>
                        <m:r>
                          <a:rPr lang="en-SG" altLang="en-US" sz="2000" b="0" i="1" smtClean="0">
                            <a:latin typeface="Cambria Math" panose="02040503050406030204" pitchFamily="18" charset="0"/>
                          </a:rPr>
                          <m:t>𝑖</m:t>
                        </m:r>
                      </m:sub>
                    </m:sSub>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𝐻𝑒𝑎𝑑𝑠</m:t>
                    </m:r>
                    <m:r>
                      <a:rPr lang="en-SG" altLang="en-US" sz="2000" b="0" i="1" smtClean="0">
                        <a:latin typeface="Cambria Math" panose="02040503050406030204" pitchFamily="18" charset="0"/>
                      </a:rPr>
                      <m:t>, </m:t>
                    </m:r>
                    <m:r>
                      <a:rPr lang="en-SG" altLang="en-US" sz="2000" b="0" i="1" smtClean="0">
                        <a:latin typeface="Cambria Math" panose="02040503050406030204" pitchFamily="18" charset="0"/>
                      </a:rPr>
                      <m:t>𝑇𝑎𝑖𝑙𝑠</m:t>
                    </m:r>
                    <m:r>
                      <a:rPr lang="en-SG" altLang="en-US" sz="2000" b="0" i="1" smtClean="0">
                        <a:latin typeface="Cambria Math" panose="02040503050406030204" pitchFamily="18" charset="0"/>
                      </a:rPr>
                      <m:t>}</m:t>
                    </m:r>
                  </m:oMath>
                </a14:m>
                <a:endParaRPr lang="en-SG" altLang="en-US" sz="2000" b="0" i="0" dirty="0"/>
              </a:p>
              <a:p>
                <a:pPr lvl="1">
                  <a:spcBef>
                    <a:spcPts val="600"/>
                  </a:spcBef>
                </a:pPr>
                <a:endParaRPr lang="en-SG" altLang="en-US" sz="2000" dirty="0"/>
              </a:p>
              <a:p>
                <a:pPr lvl="1">
                  <a:spcBef>
                    <a:spcPts val="600"/>
                  </a:spcBef>
                </a:pPr>
                <a:endParaRPr lang="en-SG" altLang="en-US" sz="2000" dirty="0"/>
              </a:p>
              <a:p>
                <a:pPr>
                  <a:spcBef>
                    <a:spcPts val="600"/>
                  </a:spcBef>
                </a:pPr>
                <a:r>
                  <a:rPr lang="en-SG" altLang="en-US" sz="2000" dirty="0"/>
                  <a:t>Choosing only a single strategy </a:t>
                </a:r>
                <a:r>
                  <a:rPr lang="en-SG" altLang="en-US" sz="2000" u="sng" dirty="0"/>
                  <a:t>for certain</a:t>
                </a:r>
                <a:r>
                  <a:rPr lang="en-SG" altLang="en-US" sz="2000" dirty="0"/>
                  <a:t> is what we refer to as </a:t>
                </a:r>
                <a:r>
                  <a:rPr lang="en-SG" altLang="en-US" sz="2000" b="1" dirty="0">
                    <a:solidFill>
                      <a:srgbClr val="0000FF"/>
                    </a:solidFill>
                  </a:rPr>
                  <a:t>pure strategies</a:t>
                </a:r>
                <a:r>
                  <a:rPr lang="en-SG" altLang="en-US" sz="2000" b="1" dirty="0"/>
                  <a:t>.</a:t>
                </a:r>
                <a:endParaRPr lang="en-SG" altLang="en-US" sz="2000" b="1" i="0" dirty="0"/>
              </a:p>
              <a:p>
                <a:pPr>
                  <a:spcBef>
                    <a:spcPts val="600"/>
                  </a:spcBef>
                </a:pPr>
                <a:endParaRPr lang="en-SG" altLang="en-US" sz="2000" b="0" i="1" dirty="0"/>
              </a:p>
              <a:p>
                <a:pPr>
                  <a:spcBef>
                    <a:spcPts val="600"/>
                  </a:spcBef>
                </a:pPr>
                <a:endParaRPr lang="en-US" altLang="en-US" sz="2000" dirty="0"/>
              </a:p>
              <a:p>
                <a:pPr>
                  <a:spcBef>
                    <a:spcPts val="600"/>
                  </a:spcBef>
                </a:pPr>
                <a:r>
                  <a:rPr lang="en-US" altLang="en-US" sz="2000" dirty="0"/>
                  <a:t>If we only allow for pure strategies, Nash Equilibria might not always exist; </a:t>
                </a:r>
              </a:p>
              <a:p>
                <a:pPr lvl="1">
                  <a:spcBef>
                    <a:spcPts val="600"/>
                  </a:spcBef>
                </a:pPr>
                <a:r>
                  <a:rPr lang="en-US" altLang="en-US" sz="1800" dirty="0"/>
                  <a:t>Penalty Shoot Outs, Rock Paper Scissors …</a:t>
                </a:r>
              </a:p>
              <a:p>
                <a:pPr lvl="1">
                  <a:spcBef>
                    <a:spcPts val="600"/>
                  </a:spcBef>
                </a:pPr>
                <a:r>
                  <a:rPr lang="en-US" altLang="en-US" sz="1800" dirty="0"/>
                  <a:t>Why? Choosing a fixed strategy allows another player to take advantage at one’s expense!</a:t>
                </a:r>
                <a:br>
                  <a:rPr lang="en-US" altLang="en-US" sz="1600" dirty="0"/>
                </a:br>
                <a:endParaRPr lang="en-US" altLang="en-US" sz="1200" dirty="0"/>
              </a:p>
              <a:p>
                <a:pPr>
                  <a:spcBef>
                    <a:spcPts val="600"/>
                  </a:spcBef>
                </a:pPr>
                <a:endParaRPr lang="en-US" altLang="en-US" sz="1600" dirty="0"/>
              </a:p>
              <a:p>
                <a:pPr marL="0" indent="0">
                  <a:spcBef>
                    <a:spcPts val="600"/>
                  </a:spcBef>
                  <a:buNone/>
                </a:pPr>
                <a:endParaRPr lang="en-US" altLang="en-US" sz="1800" dirty="0"/>
              </a:p>
              <a:p>
                <a:pPr>
                  <a:spcBef>
                    <a:spcPts val="600"/>
                  </a:spcBef>
                </a:pPr>
                <a:endParaRPr lang="en-US" altLang="en-US" sz="1800" dirty="0"/>
              </a:p>
              <a:p>
                <a:pPr>
                  <a:spcBef>
                    <a:spcPts val="600"/>
                  </a:spcBef>
                </a:pPr>
                <a:endParaRPr lang="en-US" altLang="en-US" sz="2400" dirty="0"/>
              </a:p>
              <a:p>
                <a:pPr lvl="2">
                  <a:spcBef>
                    <a:spcPts val="600"/>
                  </a:spcBef>
                </a:pPr>
                <a:endParaRPr lang="en-US" altLang="en-US" sz="1800" dirty="0"/>
              </a:p>
              <a:p>
                <a:pPr lvl="1">
                  <a:spcBef>
                    <a:spcPts val="600"/>
                  </a:spcBef>
                </a:pPr>
                <a:endParaRPr lang="en-US" altLang="en-US" sz="2000" dirty="0"/>
              </a:p>
              <a:p>
                <a:pPr>
                  <a:spcBef>
                    <a:spcPts val="600"/>
                  </a:spcBef>
                </a:pPr>
                <a:endParaRPr lang="en-US" altLang="en-US" sz="2400" dirty="0"/>
              </a:p>
              <a:p>
                <a:pPr>
                  <a:spcBef>
                    <a:spcPts val="600"/>
                  </a:spcBef>
                </a:pPr>
                <a:endParaRPr lang="en-US" altLang="en-US" sz="2400" dirty="0"/>
              </a:p>
              <a:p>
                <a:pPr lvl="1">
                  <a:spcBef>
                    <a:spcPts val="600"/>
                  </a:spcBef>
                </a:pPr>
                <a:endParaRPr lang="en-US" altLang="en-US" sz="2000" dirty="0"/>
              </a:p>
              <a:p>
                <a:pPr lvl="2">
                  <a:spcBef>
                    <a:spcPts val="600"/>
                  </a:spcBef>
                </a:pPr>
                <a:endParaRPr lang="en-US" altLang="en-US" sz="1800" dirty="0"/>
              </a:p>
            </p:txBody>
          </p:sp>
        </mc:Choice>
        <mc:Fallback xmlns="">
          <p:sp>
            <p:nvSpPr>
              <p:cNvPr id="7" name="Rectangle 3">
                <a:extLst>
                  <a:ext uri="{FF2B5EF4-FFF2-40B4-BE49-F238E27FC236}">
                    <a16:creationId xmlns:a16="http://schemas.microsoft.com/office/drawing/2014/main" id="{5E9DF522-5AD3-4366-84EF-AA804EBD70FB}"/>
                  </a:ext>
                </a:extLst>
              </p:cNvPr>
              <p:cNvSpPr txBox="1">
                <a:spLocks noRot="1" noChangeAspect="1" noMove="1" noResize="1" noEditPoints="1" noAdjustHandles="1" noChangeArrowheads="1" noChangeShapeType="1" noTextEdit="1"/>
              </p:cNvSpPr>
              <p:nvPr/>
            </p:nvSpPr>
            <p:spPr>
              <a:xfrm>
                <a:off x="1154700" y="1690688"/>
                <a:ext cx="10096984" cy="4755473"/>
              </a:xfrm>
              <a:prstGeom prst="rect">
                <a:avLst/>
              </a:prstGeom>
              <a:blipFill>
                <a:blip r:embed="rId3"/>
                <a:stretch>
                  <a:fillRect l="-543" t="-1282"/>
                </a:stretch>
              </a:blipFill>
            </p:spPr>
            <p:txBody>
              <a:bodyPr/>
              <a:lstStyle/>
              <a:p>
                <a:r>
                  <a:rPr lang="en-SG">
                    <a:noFill/>
                  </a:rPr>
                  <a:t> </a:t>
                </a:r>
              </a:p>
            </p:txBody>
          </p:sp>
        </mc:Fallback>
      </mc:AlternateContent>
      <p:sp>
        <p:nvSpPr>
          <p:cNvPr id="3" name="Slide Number Placeholder 2">
            <a:extLst>
              <a:ext uri="{FF2B5EF4-FFF2-40B4-BE49-F238E27FC236}">
                <a16:creationId xmlns:a16="http://schemas.microsoft.com/office/drawing/2014/main" id="{19BF4DD9-0124-3EEF-FAC6-972297A62AC3}"/>
              </a:ext>
            </a:extLst>
          </p:cNvPr>
          <p:cNvSpPr>
            <a:spLocks noGrp="1"/>
          </p:cNvSpPr>
          <p:nvPr>
            <p:ph type="sldNum" sz="quarter" idx="12"/>
          </p:nvPr>
        </p:nvSpPr>
        <p:spPr/>
        <p:txBody>
          <a:bodyPr/>
          <a:lstStyle/>
          <a:p>
            <a:fld id="{104D1C85-D14C-4D1F-B1AC-077E19A989F2}" type="slidenum">
              <a:rPr lang="en-GB" smtClean="0"/>
              <a:t>40</a:t>
            </a:fld>
            <a:endParaRPr lang="en-GB"/>
          </a:p>
        </p:txBody>
      </p:sp>
    </p:spTree>
    <p:extLst>
      <p:ext uri="{BB962C8B-B14F-4D97-AF65-F5344CB8AC3E}">
        <p14:creationId xmlns:p14="http://schemas.microsoft.com/office/powerpoint/2010/main" val="494314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2901AA-5F21-03F8-8657-17B27DAEED68}"/>
              </a:ext>
            </a:extLst>
          </p:cNvPr>
          <p:cNvSpPr/>
          <p:nvPr/>
        </p:nvSpPr>
        <p:spPr>
          <a:xfrm>
            <a:off x="894995" y="2799504"/>
            <a:ext cx="10402009" cy="146546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793" name="Rectangle 2"/>
          <p:cNvSpPr>
            <a:spLocks noGrp="1" noChangeArrowheads="1"/>
          </p:cNvSpPr>
          <p:nvPr>
            <p:ph type="title"/>
          </p:nvPr>
        </p:nvSpPr>
        <p:spPr>
          <a:noFill/>
        </p:spPr>
        <p:txBody>
          <a:bodyPr/>
          <a:lstStyle/>
          <a:p>
            <a:pPr algn="l" eaLnBrk="1" hangingPunct="1"/>
            <a:r>
              <a:rPr lang="en-US" altLang="en-US" dirty="0"/>
              <a:t>Mixed Strategies</a:t>
            </a:r>
          </a:p>
        </p:txBody>
      </p:sp>
      <p:sp>
        <p:nvSpPr>
          <p:cNvPr id="7" name="Rectangle 3">
            <a:extLst>
              <a:ext uri="{FF2B5EF4-FFF2-40B4-BE49-F238E27FC236}">
                <a16:creationId xmlns:a16="http://schemas.microsoft.com/office/drawing/2014/main" id="{5E9DF522-5AD3-4366-84EF-AA804EBD70FB}"/>
              </a:ext>
            </a:extLst>
          </p:cNvPr>
          <p:cNvSpPr txBox="1">
            <a:spLocks noChangeArrowheads="1"/>
          </p:cNvSpPr>
          <p:nvPr/>
        </p:nvSpPr>
        <p:spPr>
          <a:xfrm>
            <a:off x="1154700" y="1690688"/>
            <a:ext cx="10096984" cy="475547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r>
              <a:rPr lang="en-US" altLang="en-US" sz="2000" dirty="0"/>
              <a:t>In real life, strategies are more complex and we can in fact </a:t>
            </a:r>
            <a:r>
              <a:rPr lang="en-US" altLang="en-US" sz="2000" i="1" dirty="0"/>
              <a:t>randomize between strategies</a:t>
            </a:r>
            <a:r>
              <a:rPr lang="en-US" altLang="en-US" sz="2000" dirty="0"/>
              <a:t>.</a:t>
            </a:r>
          </a:p>
          <a:p>
            <a:pPr lvl="1">
              <a:spcBef>
                <a:spcPts val="600"/>
              </a:spcBef>
            </a:pPr>
            <a:r>
              <a:rPr lang="en-US" altLang="en-US" sz="1800" dirty="0"/>
              <a:t>E.g. in rock, paper, scissors, we implicitly choose one of them at random each time we play.</a:t>
            </a:r>
          </a:p>
          <a:p>
            <a:pPr lvl="1">
              <a:spcBef>
                <a:spcPts val="600"/>
              </a:spcBef>
            </a:pPr>
            <a:endParaRPr lang="en-US" altLang="en-US" sz="1800" dirty="0"/>
          </a:p>
          <a:p>
            <a:pPr>
              <a:spcBef>
                <a:spcPts val="600"/>
              </a:spcBef>
            </a:pPr>
            <a:endParaRPr lang="en-US" altLang="en-US" sz="2000" dirty="0"/>
          </a:p>
          <a:p>
            <a:pPr>
              <a:spcBef>
                <a:spcPts val="600"/>
              </a:spcBef>
            </a:pPr>
            <a:r>
              <a:rPr lang="en-US" altLang="en-US" sz="2000" dirty="0"/>
              <a:t>This randomization between pure strategies is called a </a:t>
            </a:r>
            <a:r>
              <a:rPr lang="en-US" altLang="en-US" sz="2000" b="1" dirty="0">
                <a:solidFill>
                  <a:srgbClr val="0000FF"/>
                </a:solidFill>
              </a:rPr>
              <a:t>mixed strategy</a:t>
            </a:r>
            <a:r>
              <a:rPr lang="en-US" altLang="en-US" sz="2000" dirty="0"/>
              <a:t>. </a:t>
            </a:r>
          </a:p>
          <a:p>
            <a:pPr lvl="1">
              <a:spcBef>
                <a:spcPts val="600"/>
              </a:spcBef>
            </a:pPr>
            <a:r>
              <a:rPr lang="en-US" altLang="en-US" sz="1800" dirty="0"/>
              <a:t>Intuitively, a mixed strategy is a probability distribution which tells us with what probability each pure strategy is played.</a:t>
            </a:r>
          </a:p>
          <a:p>
            <a:pPr>
              <a:spcBef>
                <a:spcPts val="600"/>
              </a:spcBef>
            </a:pPr>
            <a:endParaRPr lang="en-US" altLang="en-US" sz="2000" dirty="0"/>
          </a:p>
          <a:p>
            <a:pPr>
              <a:spcBef>
                <a:spcPts val="600"/>
              </a:spcBef>
            </a:pPr>
            <a:endParaRPr lang="en-US" altLang="en-US" sz="2000" dirty="0"/>
          </a:p>
          <a:p>
            <a:pPr>
              <a:spcBef>
                <a:spcPts val="600"/>
              </a:spcBef>
            </a:pPr>
            <a:r>
              <a:rPr lang="en-US" altLang="en-US" sz="2000" dirty="0"/>
              <a:t>If we allow for such mixed strategies, then Nash Equilibria will always exist!</a:t>
            </a:r>
            <a:br>
              <a:rPr lang="en-US" altLang="en-US" sz="2000" dirty="0"/>
            </a:br>
            <a:r>
              <a:rPr lang="en-US" altLang="en-US" sz="1800" b="1" i="1" dirty="0"/>
              <a:t>Nash’s Theorem: Every finite game where strategy sets include mixed strategies will have at least one Nash Equilibrium.</a:t>
            </a:r>
          </a:p>
          <a:p>
            <a:pPr lvl="1">
              <a:spcBef>
                <a:spcPts val="600"/>
              </a:spcBef>
            </a:pPr>
            <a:endParaRPr lang="en-US" altLang="en-US" sz="1600" dirty="0"/>
          </a:p>
          <a:p>
            <a:pPr marL="0" indent="0">
              <a:spcBef>
                <a:spcPts val="600"/>
              </a:spcBef>
              <a:buNone/>
            </a:pPr>
            <a:endParaRPr lang="en-US" altLang="en-US" sz="1800" dirty="0"/>
          </a:p>
          <a:p>
            <a:pPr>
              <a:spcBef>
                <a:spcPts val="600"/>
              </a:spcBef>
            </a:pPr>
            <a:endParaRPr lang="en-US" altLang="en-US" sz="1800" dirty="0"/>
          </a:p>
          <a:p>
            <a:pPr>
              <a:spcBef>
                <a:spcPts val="600"/>
              </a:spcBef>
            </a:pPr>
            <a:endParaRPr lang="en-US" altLang="en-US" sz="2400" dirty="0"/>
          </a:p>
          <a:p>
            <a:pPr lvl="2">
              <a:spcBef>
                <a:spcPts val="600"/>
              </a:spcBef>
            </a:pPr>
            <a:endParaRPr lang="en-US" altLang="en-US" sz="1800" dirty="0"/>
          </a:p>
          <a:p>
            <a:pPr lvl="1">
              <a:spcBef>
                <a:spcPts val="600"/>
              </a:spcBef>
            </a:pPr>
            <a:endParaRPr lang="en-US" altLang="en-US" sz="2000" dirty="0"/>
          </a:p>
          <a:p>
            <a:pPr>
              <a:spcBef>
                <a:spcPts val="600"/>
              </a:spcBef>
            </a:pPr>
            <a:endParaRPr lang="en-US" altLang="en-US" sz="2400" dirty="0"/>
          </a:p>
          <a:p>
            <a:pPr>
              <a:spcBef>
                <a:spcPts val="600"/>
              </a:spcBef>
            </a:pPr>
            <a:endParaRPr lang="en-US" altLang="en-US" sz="2400" dirty="0"/>
          </a:p>
          <a:p>
            <a:pPr lvl="1">
              <a:spcBef>
                <a:spcPts val="600"/>
              </a:spcBef>
            </a:pPr>
            <a:endParaRPr lang="en-US" altLang="en-US" sz="2000" dirty="0"/>
          </a:p>
          <a:p>
            <a:pPr lvl="2">
              <a:spcBef>
                <a:spcPts val="600"/>
              </a:spcBef>
            </a:pPr>
            <a:endParaRPr lang="en-US" altLang="en-US" sz="1800" dirty="0"/>
          </a:p>
        </p:txBody>
      </p:sp>
      <p:sp>
        <p:nvSpPr>
          <p:cNvPr id="3" name="Slide Number Placeholder 2">
            <a:extLst>
              <a:ext uri="{FF2B5EF4-FFF2-40B4-BE49-F238E27FC236}">
                <a16:creationId xmlns:a16="http://schemas.microsoft.com/office/drawing/2014/main" id="{965796A2-9255-BD84-D11B-C5A0ACDD3BF6}"/>
              </a:ext>
            </a:extLst>
          </p:cNvPr>
          <p:cNvSpPr>
            <a:spLocks noGrp="1"/>
          </p:cNvSpPr>
          <p:nvPr>
            <p:ph type="sldNum" sz="quarter" idx="12"/>
          </p:nvPr>
        </p:nvSpPr>
        <p:spPr/>
        <p:txBody>
          <a:bodyPr/>
          <a:lstStyle/>
          <a:p>
            <a:fld id="{104D1C85-D14C-4D1F-B1AC-077E19A989F2}" type="slidenum">
              <a:rPr lang="en-GB" smtClean="0"/>
              <a:t>41</a:t>
            </a:fld>
            <a:endParaRPr lang="en-GB"/>
          </a:p>
        </p:txBody>
      </p:sp>
    </p:spTree>
    <p:extLst>
      <p:ext uri="{BB962C8B-B14F-4D97-AF65-F5344CB8AC3E}">
        <p14:creationId xmlns:p14="http://schemas.microsoft.com/office/powerpoint/2010/main" val="238113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61D1CDC-8DE9-A479-D00E-79CC72161459}"/>
              </a:ext>
            </a:extLst>
          </p:cNvPr>
          <p:cNvSpPr/>
          <p:nvPr/>
        </p:nvSpPr>
        <p:spPr>
          <a:xfrm>
            <a:off x="816395" y="1410467"/>
            <a:ext cx="10591482" cy="184155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635632ED-6249-4378-9241-C14C3A5BA9EB}"/>
              </a:ext>
            </a:extLst>
          </p:cNvPr>
          <p:cNvSpPr>
            <a:spLocks noGrp="1"/>
          </p:cNvSpPr>
          <p:nvPr>
            <p:ph type="title"/>
          </p:nvPr>
        </p:nvSpPr>
        <p:spPr>
          <a:xfrm>
            <a:off x="1077361" y="286028"/>
            <a:ext cx="10436615" cy="1030307"/>
          </a:xfrm>
        </p:spPr>
        <p:txBody>
          <a:bodyPr>
            <a:normAutofit/>
          </a:bodyPr>
          <a:lstStyle/>
          <a:p>
            <a:r>
              <a:rPr lang="en-US" dirty="0"/>
              <a:t>Mixed Strategies</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166362-5747-4CF8-8778-889699D343D3}"/>
                  </a:ext>
                </a:extLst>
              </p:cNvPr>
              <p:cNvSpPr>
                <a:spLocks noGrp="1"/>
              </p:cNvSpPr>
              <p:nvPr>
                <p:ph idx="1"/>
              </p:nvPr>
            </p:nvSpPr>
            <p:spPr>
              <a:xfrm>
                <a:off x="1077362" y="1316336"/>
                <a:ext cx="9950103" cy="2207308"/>
              </a:xfrm>
            </p:spPr>
            <p:txBody>
              <a:bodyPr>
                <a:normAutofit/>
              </a:bodyPr>
              <a:lstStyle/>
              <a:p>
                <a:pPr marL="0" indent="0">
                  <a:buNone/>
                </a:pPr>
                <a:endParaRPr lang="en-SG" sz="1600" dirty="0"/>
              </a:p>
              <a:p>
                <a:pPr marL="0" indent="0">
                  <a:buNone/>
                </a:pPr>
                <a:r>
                  <a:rPr lang="en-SG" sz="2000" dirty="0"/>
                  <a:t>More specifically, a </a:t>
                </a:r>
                <a:r>
                  <a:rPr lang="en-SG" sz="2000" b="1" dirty="0">
                    <a:solidFill>
                      <a:srgbClr val="0000FF"/>
                    </a:solidFill>
                  </a:rPr>
                  <a:t>mixed</a:t>
                </a:r>
                <a:r>
                  <a:rPr lang="en-SG" sz="2000" dirty="0"/>
                  <a:t> </a:t>
                </a:r>
                <a:r>
                  <a:rPr lang="en-SG" sz="2000" b="1" dirty="0">
                    <a:solidFill>
                      <a:srgbClr val="0000FF"/>
                    </a:solidFill>
                  </a:rPr>
                  <a:t>strategy</a:t>
                </a:r>
                <a:r>
                  <a:rPr lang="en-SG" sz="2000" dirty="0"/>
                  <a:t> for player </a:t>
                </a:r>
                <a14:m>
                  <m:oMath xmlns:m="http://schemas.openxmlformats.org/officeDocument/2006/math">
                    <m:r>
                      <a:rPr lang="en-SG" sz="2000" b="0" i="1" smtClean="0">
                        <a:latin typeface="Cambria Math" panose="02040503050406030204" pitchFamily="18" charset="0"/>
                      </a:rPr>
                      <m:t>𝑖</m:t>
                    </m:r>
                  </m:oMath>
                </a14:m>
                <a:r>
                  <a:rPr lang="en-SG" sz="2000" dirty="0"/>
                  <a:t> is a probability distribution </a:t>
                </a:r>
                <a14:m>
                  <m:oMath xmlns:m="http://schemas.openxmlformats.org/officeDocument/2006/math">
                    <m:sSub>
                      <m:sSubPr>
                        <m:ctrlPr>
                          <a:rPr lang="en-SG" sz="2000" b="0" i="1" smtClean="0">
                            <a:latin typeface="Cambria Math" panose="02040503050406030204" pitchFamily="18" charset="0"/>
                          </a:rPr>
                        </m:ctrlPr>
                      </m:sSubPr>
                      <m:e>
                        <m:r>
                          <a:rPr lang="en-SG" sz="2000" b="0" i="1" smtClean="0">
                            <a:latin typeface="Cambria Math" panose="02040503050406030204" pitchFamily="18" charset="0"/>
                          </a:rPr>
                          <m:t>𝜎</m:t>
                        </m:r>
                      </m:e>
                      <m:sub>
                        <m:r>
                          <a:rPr lang="en-SG" sz="2000" b="0" i="1" smtClean="0">
                            <a:latin typeface="Cambria Math" panose="02040503050406030204" pitchFamily="18" charset="0"/>
                          </a:rPr>
                          <m:t>𝑖</m:t>
                        </m:r>
                      </m:sub>
                    </m:sSub>
                    <m:r>
                      <a:rPr lang="en-SG" sz="2000" b="0" i="1" smtClean="0">
                        <a:latin typeface="Cambria Math" panose="02040503050406030204" pitchFamily="18" charset="0"/>
                      </a:rPr>
                      <m:t>∈</m:t>
                    </m:r>
                    <m:r>
                      <m:rPr>
                        <m:sty m:val="p"/>
                      </m:rPr>
                      <a:rPr lang="en-SG" sz="2000" b="0" i="0" smtClean="0">
                        <a:latin typeface="Cambria Math" panose="02040503050406030204" pitchFamily="18" charset="0"/>
                      </a:rPr>
                      <m:t>Δ</m:t>
                    </m:r>
                    <m:sSub>
                      <m:sSubPr>
                        <m:ctrlPr>
                          <a:rPr lang="en-SG" sz="2000" b="0" i="1" smtClean="0">
                            <a:latin typeface="Cambria Math" panose="02040503050406030204" pitchFamily="18" charset="0"/>
                          </a:rPr>
                        </m:ctrlPr>
                      </m:sSubPr>
                      <m:e>
                        <m:r>
                          <a:rPr lang="en-SG" sz="2000" b="0" i="1" smtClean="0">
                            <a:latin typeface="Cambria Math" panose="02040503050406030204" pitchFamily="18" charset="0"/>
                          </a:rPr>
                          <m:t>𝑆</m:t>
                        </m:r>
                      </m:e>
                      <m:sub>
                        <m:r>
                          <a:rPr lang="en-SG" sz="2000" b="0" i="1" smtClean="0">
                            <a:latin typeface="Cambria Math" panose="02040503050406030204" pitchFamily="18" charset="0"/>
                          </a:rPr>
                          <m:t>𝑖</m:t>
                        </m:r>
                      </m:sub>
                    </m:sSub>
                  </m:oMath>
                </a14:m>
                <a:r>
                  <a:rPr lang="en-SG" sz="2000" b="0" dirty="0"/>
                  <a:t>.</a:t>
                </a:r>
                <a:br>
                  <a:rPr lang="en-SG" sz="2000" b="0" dirty="0"/>
                </a:br>
                <a:br>
                  <a:rPr lang="en-SG" sz="2000" b="0" dirty="0"/>
                </a:br>
                <a:r>
                  <a:rPr lang="en-SG" sz="2000" b="0" dirty="0"/>
                  <a:t>Where fo</a:t>
                </a:r>
                <a:r>
                  <a:rPr lang="en-SG" sz="2000" dirty="0"/>
                  <a:t>r any action in their action set, </a:t>
                </a:r>
                <a14:m>
                  <m:oMath xmlns:m="http://schemas.openxmlformats.org/officeDocument/2006/math">
                    <m:sSup>
                      <m:sSupPr>
                        <m:ctrlPr>
                          <a:rPr lang="en-SG" sz="2000" b="0" i="1" smtClean="0">
                            <a:latin typeface="Cambria Math" panose="02040503050406030204" pitchFamily="18" charset="0"/>
                          </a:rPr>
                        </m:ctrlPr>
                      </m:sSupPr>
                      <m:e>
                        <m:r>
                          <a:rPr lang="en-SG" sz="2000" b="0" i="1" smtClean="0">
                            <a:latin typeface="Cambria Math" panose="02040503050406030204" pitchFamily="18" charset="0"/>
                          </a:rPr>
                          <m:t>𝑎</m:t>
                        </m:r>
                      </m:e>
                      <m:sup>
                        <m:r>
                          <a:rPr lang="en-SG" sz="2000" b="0" i="1" smtClean="0">
                            <a:latin typeface="Cambria Math" panose="02040503050406030204" pitchFamily="18" charset="0"/>
                          </a:rPr>
                          <m:t>𝑗</m:t>
                        </m:r>
                      </m:sup>
                    </m:sSup>
                    <m:r>
                      <a:rPr lang="en-SG" sz="2000" b="0" i="1" smtClean="0">
                        <a:latin typeface="Cambria Math" panose="02040503050406030204" pitchFamily="18" charset="0"/>
                      </a:rPr>
                      <m:t>∈</m:t>
                    </m:r>
                    <m:sSub>
                      <m:sSubPr>
                        <m:ctrlPr>
                          <a:rPr lang="en-SG" sz="2000" b="0" i="1" smtClean="0">
                            <a:latin typeface="Cambria Math" panose="02040503050406030204" pitchFamily="18" charset="0"/>
                          </a:rPr>
                        </m:ctrlPr>
                      </m:sSubPr>
                      <m:e>
                        <m:r>
                          <a:rPr lang="en-SG" sz="2000" b="0" i="1" smtClean="0">
                            <a:latin typeface="Cambria Math" panose="02040503050406030204" pitchFamily="18" charset="0"/>
                          </a:rPr>
                          <m:t>𝑆</m:t>
                        </m:r>
                      </m:e>
                      <m:sub>
                        <m:r>
                          <a:rPr lang="en-SG" sz="2000" b="0" i="1" smtClean="0">
                            <a:latin typeface="Cambria Math" panose="02040503050406030204" pitchFamily="18" charset="0"/>
                          </a:rPr>
                          <m:t>𝑖</m:t>
                        </m:r>
                      </m:sub>
                    </m:sSub>
                    <m:r>
                      <a:rPr lang="en-SG" sz="2000" b="0" i="1" smtClean="0">
                        <a:latin typeface="Cambria Math" panose="02040503050406030204" pitchFamily="18" charset="0"/>
                      </a:rPr>
                      <m:t>, </m:t>
                    </m:r>
                    <m:sSub>
                      <m:sSubPr>
                        <m:ctrlPr>
                          <a:rPr lang="en-SG" sz="2000" i="1">
                            <a:latin typeface="Cambria Math" panose="02040503050406030204" pitchFamily="18" charset="0"/>
                          </a:rPr>
                        </m:ctrlPr>
                      </m:sSubPr>
                      <m:e>
                        <m:r>
                          <a:rPr lang="en-SG" sz="2000" b="0" i="1" smtClean="0">
                            <a:latin typeface="Cambria Math" panose="02040503050406030204" pitchFamily="18" charset="0"/>
                          </a:rPr>
                          <m:t>  </m:t>
                        </m:r>
                        <m:r>
                          <a:rPr lang="en-SG" sz="2000" i="1">
                            <a:latin typeface="Cambria Math" panose="02040503050406030204" pitchFamily="18" charset="0"/>
                          </a:rPr>
                          <m:t>𝜎</m:t>
                        </m:r>
                      </m:e>
                      <m:sub>
                        <m:r>
                          <a:rPr lang="en-SG" sz="2000" i="1">
                            <a:latin typeface="Cambria Math" panose="02040503050406030204" pitchFamily="18" charset="0"/>
                          </a:rPr>
                          <m:t>𝑖</m:t>
                        </m:r>
                      </m:sub>
                    </m:sSub>
                    <m:d>
                      <m:dPr>
                        <m:ctrlPr>
                          <a:rPr lang="en-SG" sz="2000" i="1">
                            <a:latin typeface="Cambria Math" panose="02040503050406030204" pitchFamily="18" charset="0"/>
                          </a:rPr>
                        </m:ctrlPr>
                      </m:dPr>
                      <m:e>
                        <m:sSup>
                          <m:sSupPr>
                            <m:ctrlPr>
                              <a:rPr lang="en-SG" sz="2000" b="0" i="1" smtClean="0">
                                <a:latin typeface="Cambria Math" panose="02040503050406030204" pitchFamily="18" charset="0"/>
                              </a:rPr>
                            </m:ctrlPr>
                          </m:sSupPr>
                          <m:e>
                            <m:r>
                              <a:rPr lang="en-SG" sz="2000" b="0" i="1" smtClean="0">
                                <a:latin typeface="Cambria Math" panose="02040503050406030204" pitchFamily="18" charset="0"/>
                              </a:rPr>
                              <m:t>𝑎</m:t>
                            </m:r>
                          </m:e>
                          <m:sup>
                            <m:r>
                              <a:rPr lang="en-SG" sz="2000" b="0" i="1" smtClean="0">
                                <a:latin typeface="Cambria Math" panose="02040503050406030204" pitchFamily="18" charset="0"/>
                              </a:rPr>
                              <m:t>𝑗</m:t>
                            </m:r>
                          </m:sup>
                        </m:sSup>
                      </m:e>
                    </m:d>
                    <m:r>
                      <a:rPr lang="en-SG" sz="2000" i="1">
                        <a:latin typeface="Cambria Math" panose="02040503050406030204" pitchFamily="18" charset="0"/>
                      </a:rPr>
                      <m:t>∈</m:t>
                    </m:r>
                    <m:d>
                      <m:dPr>
                        <m:begChr m:val="["/>
                        <m:endChr m:val="]"/>
                        <m:ctrlPr>
                          <a:rPr lang="en-SG" sz="2000" i="1">
                            <a:latin typeface="Cambria Math" panose="02040503050406030204" pitchFamily="18" charset="0"/>
                          </a:rPr>
                        </m:ctrlPr>
                      </m:dPr>
                      <m:e>
                        <m:r>
                          <a:rPr lang="en-SG" sz="2000" i="1">
                            <a:latin typeface="Cambria Math" panose="02040503050406030204" pitchFamily="18" charset="0"/>
                          </a:rPr>
                          <m:t>0,1</m:t>
                        </m:r>
                      </m:e>
                    </m:d>
                  </m:oMath>
                </a14:m>
                <a:r>
                  <a:rPr lang="en-SG" sz="2000" dirty="0"/>
                  <a:t>  denotes the probability of player </a:t>
                </a:r>
                <a14:m>
                  <m:oMath xmlns:m="http://schemas.openxmlformats.org/officeDocument/2006/math">
                    <m:r>
                      <a:rPr lang="en-SG" sz="2000" b="0" i="1" smtClean="0">
                        <a:latin typeface="Cambria Math" panose="02040503050406030204" pitchFamily="18" charset="0"/>
                      </a:rPr>
                      <m:t>𝑖</m:t>
                    </m:r>
                  </m:oMath>
                </a14:m>
                <a:r>
                  <a:rPr lang="en-SG" sz="2000" dirty="0"/>
                  <a:t> choosing </a:t>
                </a:r>
                <a14:m>
                  <m:oMath xmlns:m="http://schemas.openxmlformats.org/officeDocument/2006/math">
                    <m:sSup>
                      <m:sSupPr>
                        <m:ctrlPr>
                          <a:rPr lang="en-SG" sz="2000" b="0" i="1" smtClean="0">
                            <a:latin typeface="Cambria Math" panose="02040503050406030204" pitchFamily="18" charset="0"/>
                          </a:rPr>
                        </m:ctrlPr>
                      </m:sSupPr>
                      <m:e>
                        <m:r>
                          <a:rPr lang="en-SG" sz="2000" b="0" i="1" smtClean="0">
                            <a:latin typeface="Cambria Math" panose="02040503050406030204" pitchFamily="18" charset="0"/>
                          </a:rPr>
                          <m:t>𝑎</m:t>
                        </m:r>
                      </m:e>
                      <m:sup>
                        <m:r>
                          <a:rPr lang="en-SG" sz="2000" b="0" i="1" smtClean="0">
                            <a:latin typeface="Cambria Math" panose="02040503050406030204" pitchFamily="18" charset="0"/>
                          </a:rPr>
                          <m:t>𝑗</m:t>
                        </m:r>
                      </m:sup>
                    </m:sSup>
                    <m:r>
                      <a:rPr lang="en-SG" sz="2000" b="0" i="0" smtClean="0">
                        <a:latin typeface="Cambria Math" panose="02040503050406030204" pitchFamily="18" charset="0"/>
                      </a:rPr>
                      <m:t> </m:t>
                    </m:r>
                  </m:oMath>
                </a14:m>
                <a:r>
                  <a:rPr lang="en-SG" sz="2000" dirty="0"/>
                  <a:t>in the mixed strategy </a:t>
                </a:r>
                <a14:m>
                  <m:oMath xmlns:m="http://schemas.openxmlformats.org/officeDocument/2006/math">
                    <m:sSub>
                      <m:sSubPr>
                        <m:ctrlPr>
                          <a:rPr lang="en-SG" sz="2000" b="0" i="1" smtClean="0">
                            <a:latin typeface="Cambria Math" panose="02040503050406030204" pitchFamily="18" charset="0"/>
                          </a:rPr>
                        </m:ctrlPr>
                      </m:sSubPr>
                      <m:e>
                        <m:r>
                          <a:rPr lang="en-SG" sz="2000" b="0" i="1" smtClean="0">
                            <a:latin typeface="Cambria Math" panose="02040503050406030204" pitchFamily="18" charset="0"/>
                          </a:rPr>
                          <m:t>𝜎</m:t>
                        </m:r>
                      </m:e>
                      <m:sub>
                        <m:r>
                          <a:rPr lang="en-SG" sz="2000" b="0" i="1" smtClean="0">
                            <a:latin typeface="Cambria Math" panose="02040503050406030204" pitchFamily="18" charset="0"/>
                          </a:rPr>
                          <m:t>𝑖</m:t>
                        </m:r>
                      </m:sub>
                    </m:sSub>
                  </m:oMath>
                </a14:m>
                <a:r>
                  <a:rPr lang="en-SG" sz="2000" dirty="0"/>
                  <a:t>.</a:t>
                </a:r>
              </a:p>
              <a:p>
                <a:pPr marL="274320" lvl="1" indent="0">
                  <a:buNone/>
                </a:pPr>
                <a:endParaRPr lang="en-SG" sz="1600" i="1" dirty="0">
                  <a:latin typeface="Cambria Math" panose="02040503050406030204" pitchFamily="18" charset="0"/>
                </a:endParaRPr>
              </a:p>
              <a:p>
                <a:pPr marL="274320" lvl="1" indent="0">
                  <a:buNone/>
                </a:pPr>
                <a:endParaRPr lang="en-SG" sz="1600" b="0" i="1" dirty="0">
                  <a:latin typeface="Cambria Math" panose="02040503050406030204" pitchFamily="18" charset="0"/>
                </a:endParaRPr>
              </a:p>
              <a:p>
                <a:pPr marL="1017270" lvl="2" indent="-285750">
                  <a:buFont typeface="Wingdings" panose="05000000000000000000" pitchFamily="2" charset="2"/>
                  <a:buChar char="Ø"/>
                </a:pPr>
                <a:endParaRPr lang="en-US" sz="1400" dirty="0"/>
              </a:p>
              <a:p>
                <a:pPr marL="1017270" lvl="2" indent="-285750">
                  <a:buFont typeface="Wingdings" panose="05000000000000000000" pitchFamily="2" charset="2"/>
                  <a:buChar char="Ø"/>
                </a:pPr>
                <a:endParaRPr lang="en-US" sz="1400" dirty="0"/>
              </a:p>
              <a:p>
                <a:pPr marL="0" indent="0">
                  <a:buNone/>
                </a:pPr>
                <a:endParaRPr lang="en-US" sz="1600" b="0" dirty="0"/>
              </a:p>
              <a:p>
                <a:endParaRPr lang="en-US" sz="1600" dirty="0"/>
              </a:p>
              <a:p>
                <a:endParaRPr lang="en-US" sz="1600" dirty="0"/>
              </a:p>
              <a:p>
                <a:endParaRPr lang="en-US" sz="1600" dirty="0"/>
              </a:p>
              <a:p>
                <a:endParaRPr lang="en-US" sz="1600" dirty="0"/>
              </a:p>
              <a:p>
                <a:pPr lvl="1"/>
                <a:endParaRPr lang="en-US" sz="1400" dirty="0"/>
              </a:p>
            </p:txBody>
          </p:sp>
        </mc:Choice>
        <mc:Fallback xmlns="">
          <p:sp>
            <p:nvSpPr>
              <p:cNvPr id="3" name="Content Placeholder 2">
                <a:extLst>
                  <a:ext uri="{FF2B5EF4-FFF2-40B4-BE49-F238E27FC236}">
                    <a16:creationId xmlns:a16="http://schemas.microsoft.com/office/drawing/2014/main" id="{F6166362-5747-4CF8-8778-889699D343D3}"/>
                  </a:ext>
                </a:extLst>
              </p:cNvPr>
              <p:cNvSpPr>
                <a:spLocks noGrp="1" noRot="1" noChangeAspect="1" noMove="1" noResize="1" noEditPoints="1" noAdjustHandles="1" noChangeArrowheads="1" noChangeShapeType="1" noTextEdit="1"/>
              </p:cNvSpPr>
              <p:nvPr>
                <p:ph idx="1"/>
              </p:nvPr>
            </p:nvSpPr>
            <p:spPr>
              <a:xfrm>
                <a:off x="1077362" y="1316336"/>
                <a:ext cx="9950103" cy="2207308"/>
              </a:xfrm>
              <a:blipFill>
                <a:blip r:embed="rId3"/>
                <a:stretch>
                  <a:fillRect l="-674"/>
                </a:stretch>
              </a:blipFill>
            </p:spPr>
            <p:txBody>
              <a:bodyPr/>
              <a:lstStyle/>
              <a:p>
                <a:r>
                  <a:rPr lang="en-SG">
                    <a:noFill/>
                  </a:rPr>
                  <a:t> </a:t>
                </a:r>
              </a:p>
            </p:txBody>
          </p:sp>
        </mc:Fallback>
      </mc:AlternateContent>
      <p:grpSp>
        <p:nvGrpSpPr>
          <p:cNvPr id="17" name="Group 16">
            <a:extLst>
              <a:ext uri="{FF2B5EF4-FFF2-40B4-BE49-F238E27FC236}">
                <a16:creationId xmlns:a16="http://schemas.microsoft.com/office/drawing/2014/main" id="{BC148BB7-8E3B-12CC-54B1-A25636BAB7F6}"/>
              </a:ext>
            </a:extLst>
          </p:cNvPr>
          <p:cNvGrpSpPr/>
          <p:nvPr/>
        </p:nvGrpSpPr>
        <p:grpSpPr>
          <a:xfrm>
            <a:off x="7722420" y="3845793"/>
            <a:ext cx="3791556" cy="2132750"/>
            <a:chOff x="7616321" y="4608764"/>
            <a:chExt cx="3791556" cy="2132750"/>
          </a:xfrm>
        </p:grpSpPr>
        <p:pic>
          <p:nvPicPr>
            <p:cNvPr id="1026" name="Picture 2" descr="Genius Penalty Kicks in Football History - YouTube">
              <a:extLst>
                <a:ext uri="{FF2B5EF4-FFF2-40B4-BE49-F238E27FC236}">
                  <a16:creationId xmlns:a16="http://schemas.microsoft.com/office/drawing/2014/main" id="{621F9547-93EE-2217-E73E-8FDBE36B45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16321" y="4608764"/>
              <a:ext cx="3791556" cy="2132750"/>
            </a:xfrm>
            <a:prstGeom prst="rect">
              <a:avLst/>
            </a:prstGeom>
            <a:noFill/>
            <a:extLst>
              <a:ext uri="{909E8E84-426E-40DD-AFC4-6F175D3DCCD1}">
                <a14:hiddenFill xmlns:a14="http://schemas.microsoft.com/office/drawing/2010/main">
                  <a:solidFill>
                    <a:srgbClr val="FFFFFF"/>
                  </a:solidFill>
                </a14:hiddenFill>
              </a:ext>
            </a:extLst>
          </p:spPr>
        </p:pic>
        <p:sp>
          <p:nvSpPr>
            <p:cNvPr id="10" name="Arrow: Up 9">
              <a:extLst>
                <a:ext uri="{FF2B5EF4-FFF2-40B4-BE49-F238E27FC236}">
                  <a16:creationId xmlns:a16="http://schemas.microsoft.com/office/drawing/2014/main" id="{FB89ABF2-A90D-3ADA-583C-C6C34F3429CE}"/>
                </a:ext>
              </a:extLst>
            </p:cNvPr>
            <p:cNvSpPr/>
            <p:nvPr/>
          </p:nvSpPr>
          <p:spPr>
            <a:xfrm>
              <a:off x="9416000" y="5447533"/>
              <a:ext cx="192198" cy="629014"/>
            </a:xfrm>
            <a:prstGeom prst="up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SG"/>
            </a:p>
          </p:txBody>
        </p:sp>
        <p:sp>
          <p:nvSpPr>
            <p:cNvPr id="12" name="Arrow: Up 11">
              <a:extLst>
                <a:ext uri="{FF2B5EF4-FFF2-40B4-BE49-F238E27FC236}">
                  <a16:creationId xmlns:a16="http://schemas.microsoft.com/office/drawing/2014/main" id="{3FBB6518-605C-2A90-66E1-89252A7477BF}"/>
                </a:ext>
              </a:extLst>
            </p:cNvPr>
            <p:cNvSpPr/>
            <p:nvPr/>
          </p:nvSpPr>
          <p:spPr>
            <a:xfrm rot="2020467">
              <a:off x="9988941" y="5453550"/>
              <a:ext cx="168654" cy="629014"/>
            </a:xfrm>
            <a:prstGeom prst="up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SG"/>
            </a:p>
          </p:txBody>
        </p:sp>
        <p:sp>
          <p:nvSpPr>
            <p:cNvPr id="13" name="Arrow: Up 12">
              <a:extLst>
                <a:ext uri="{FF2B5EF4-FFF2-40B4-BE49-F238E27FC236}">
                  <a16:creationId xmlns:a16="http://schemas.microsoft.com/office/drawing/2014/main" id="{E9C90C27-8954-6B25-FFB5-4BE413B06C59}"/>
                </a:ext>
              </a:extLst>
            </p:cNvPr>
            <p:cNvSpPr/>
            <p:nvPr/>
          </p:nvSpPr>
          <p:spPr>
            <a:xfrm rot="19882219">
              <a:off x="8882250" y="5475829"/>
              <a:ext cx="168654" cy="629014"/>
            </a:xfrm>
            <a:prstGeom prst="up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140FF93-6D8D-52BA-CB99-F8CCBA6DE2CB}"/>
                    </a:ext>
                  </a:extLst>
                </p:cNvPr>
                <p:cNvSpPr txBox="1"/>
                <p:nvPr/>
              </p:nvSpPr>
              <p:spPr>
                <a:xfrm>
                  <a:off x="10263474" y="5541665"/>
                  <a:ext cx="489126" cy="6109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SG" b="1" i="1" dirty="0" smtClean="0">
                                <a:solidFill>
                                  <a:srgbClr val="FFFF00"/>
                                </a:solidFill>
                                <a:latin typeface="Cambria Math" panose="02040503050406030204" pitchFamily="18" charset="0"/>
                              </a:rPr>
                            </m:ctrlPr>
                          </m:fPr>
                          <m:num>
                            <m:r>
                              <a:rPr lang="en-SG" b="1" i="1" dirty="0" smtClean="0">
                                <a:solidFill>
                                  <a:srgbClr val="FFFF00"/>
                                </a:solidFill>
                                <a:latin typeface="Cambria Math" panose="02040503050406030204" pitchFamily="18" charset="0"/>
                              </a:rPr>
                              <m:t>𝟏</m:t>
                            </m:r>
                          </m:num>
                          <m:den>
                            <m:r>
                              <a:rPr lang="en-SG" b="1" i="1" dirty="0" smtClean="0">
                                <a:solidFill>
                                  <a:srgbClr val="FFFF00"/>
                                </a:solidFill>
                                <a:latin typeface="Cambria Math" panose="02040503050406030204" pitchFamily="18" charset="0"/>
                              </a:rPr>
                              <m:t>𝟒</m:t>
                            </m:r>
                          </m:den>
                        </m:f>
                      </m:oMath>
                    </m:oMathPara>
                  </a14:m>
                  <a:endParaRPr lang="en-SG" b="1" dirty="0">
                    <a:solidFill>
                      <a:srgbClr val="FFFF00"/>
                    </a:solidFill>
                  </a:endParaRPr>
                </a:p>
              </p:txBody>
            </p:sp>
          </mc:Choice>
          <mc:Fallback xmlns="">
            <p:sp>
              <p:nvSpPr>
                <p:cNvPr id="14" name="TextBox 13">
                  <a:extLst>
                    <a:ext uri="{FF2B5EF4-FFF2-40B4-BE49-F238E27FC236}">
                      <a16:creationId xmlns:a16="http://schemas.microsoft.com/office/drawing/2014/main" id="{9140FF93-6D8D-52BA-CB99-F8CCBA6DE2CB}"/>
                    </a:ext>
                  </a:extLst>
                </p:cNvPr>
                <p:cNvSpPr txBox="1">
                  <a:spLocks noRot="1" noChangeAspect="1" noMove="1" noResize="1" noEditPoints="1" noAdjustHandles="1" noChangeArrowheads="1" noChangeShapeType="1" noTextEdit="1"/>
                </p:cNvSpPr>
                <p:nvPr/>
              </p:nvSpPr>
              <p:spPr>
                <a:xfrm>
                  <a:off x="10263474" y="5541665"/>
                  <a:ext cx="489126" cy="610936"/>
                </a:xfrm>
                <a:prstGeom prst="rect">
                  <a:avLst/>
                </a:prstGeom>
                <a:blipFill>
                  <a:blip r:embed="rId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FAD1E67-6FBA-88C3-CF63-8981893CCDEB}"/>
                    </a:ext>
                  </a:extLst>
                </p:cNvPr>
                <p:cNvSpPr txBox="1"/>
                <p:nvPr/>
              </p:nvSpPr>
              <p:spPr>
                <a:xfrm>
                  <a:off x="8349617" y="5495859"/>
                  <a:ext cx="489126" cy="6109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SG" b="1" i="1" dirty="0" smtClean="0">
                                <a:solidFill>
                                  <a:srgbClr val="FFFF00"/>
                                </a:solidFill>
                                <a:latin typeface="Cambria Math" panose="02040503050406030204" pitchFamily="18" charset="0"/>
                              </a:rPr>
                            </m:ctrlPr>
                          </m:fPr>
                          <m:num>
                            <m:r>
                              <a:rPr lang="en-SG" b="1" i="1" dirty="0" smtClean="0">
                                <a:solidFill>
                                  <a:srgbClr val="FFFF00"/>
                                </a:solidFill>
                                <a:latin typeface="Cambria Math" panose="02040503050406030204" pitchFamily="18" charset="0"/>
                              </a:rPr>
                              <m:t>𝟏</m:t>
                            </m:r>
                          </m:num>
                          <m:den>
                            <m:r>
                              <a:rPr lang="en-SG" b="1" i="1" dirty="0" smtClean="0">
                                <a:solidFill>
                                  <a:srgbClr val="FFFF00"/>
                                </a:solidFill>
                                <a:latin typeface="Cambria Math" panose="02040503050406030204" pitchFamily="18" charset="0"/>
                              </a:rPr>
                              <m:t>𝟒</m:t>
                            </m:r>
                          </m:den>
                        </m:f>
                      </m:oMath>
                    </m:oMathPara>
                  </a14:m>
                  <a:endParaRPr lang="en-SG" b="1" dirty="0">
                    <a:solidFill>
                      <a:srgbClr val="FFFF00"/>
                    </a:solidFill>
                  </a:endParaRPr>
                </a:p>
              </p:txBody>
            </p:sp>
          </mc:Choice>
          <mc:Fallback xmlns="">
            <p:sp>
              <p:nvSpPr>
                <p:cNvPr id="15" name="TextBox 14">
                  <a:extLst>
                    <a:ext uri="{FF2B5EF4-FFF2-40B4-BE49-F238E27FC236}">
                      <a16:creationId xmlns:a16="http://schemas.microsoft.com/office/drawing/2014/main" id="{6FAD1E67-6FBA-88C3-CF63-8981893CCDEB}"/>
                    </a:ext>
                  </a:extLst>
                </p:cNvPr>
                <p:cNvSpPr txBox="1">
                  <a:spLocks noRot="1" noChangeAspect="1" noMove="1" noResize="1" noEditPoints="1" noAdjustHandles="1" noChangeArrowheads="1" noChangeShapeType="1" noTextEdit="1"/>
                </p:cNvSpPr>
                <p:nvPr/>
              </p:nvSpPr>
              <p:spPr>
                <a:xfrm>
                  <a:off x="8349617" y="5495859"/>
                  <a:ext cx="489126" cy="610936"/>
                </a:xfrm>
                <a:prstGeom prst="rect">
                  <a:avLst/>
                </a:prstGeom>
                <a:blipFill>
                  <a:blip r:embed="rId6"/>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A066181-842D-FD20-6BFC-1C851DCC795D}"/>
                    </a:ext>
                  </a:extLst>
                </p:cNvPr>
                <p:cNvSpPr txBox="1"/>
                <p:nvPr/>
              </p:nvSpPr>
              <p:spPr>
                <a:xfrm>
                  <a:off x="9273512" y="5986211"/>
                  <a:ext cx="489126" cy="6109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SG" b="1" i="1" dirty="0" smtClean="0">
                                <a:solidFill>
                                  <a:srgbClr val="FFFF00"/>
                                </a:solidFill>
                                <a:latin typeface="Cambria Math" panose="02040503050406030204" pitchFamily="18" charset="0"/>
                              </a:rPr>
                            </m:ctrlPr>
                          </m:fPr>
                          <m:num>
                            <m:r>
                              <a:rPr lang="en-SG" b="1" i="1" dirty="0" smtClean="0">
                                <a:solidFill>
                                  <a:srgbClr val="FFFF00"/>
                                </a:solidFill>
                                <a:latin typeface="Cambria Math" panose="02040503050406030204" pitchFamily="18" charset="0"/>
                              </a:rPr>
                              <m:t>𝟏</m:t>
                            </m:r>
                          </m:num>
                          <m:den>
                            <m:r>
                              <a:rPr lang="en-SG" b="1" i="1" dirty="0" smtClean="0">
                                <a:solidFill>
                                  <a:srgbClr val="FFFF00"/>
                                </a:solidFill>
                                <a:latin typeface="Cambria Math" panose="02040503050406030204" pitchFamily="18" charset="0"/>
                              </a:rPr>
                              <m:t>𝟐</m:t>
                            </m:r>
                          </m:den>
                        </m:f>
                      </m:oMath>
                    </m:oMathPara>
                  </a14:m>
                  <a:endParaRPr lang="en-SG" b="1" dirty="0">
                    <a:solidFill>
                      <a:srgbClr val="FFFF00"/>
                    </a:solidFill>
                  </a:endParaRPr>
                </a:p>
              </p:txBody>
            </p:sp>
          </mc:Choice>
          <mc:Fallback xmlns="">
            <p:sp>
              <p:nvSpPr>
                <p:cNvPr id="16" name="TextBox 15">
                  <a:extLst>
                    <a:ext uri="{FF2B5EF4-FFF2-40B4-BE49-F238E27FC236}">
                      <a16:creationId xmlns:a16="http://schemas.microsoft.com/office/drawing/2014/main" id="{1A066181-842D-FD20-6BFC-1C851DCC795D}"/>
                    </a:ext>
                  </a:extLst>
                </p:cNvPr>
                <p:cNvSpPr txBox="1">
                  <a:spLocks noRot="1" noChangeAspect="1" noMove="1" noResize="1" noEditPoints="1" noAdjustHandles="1" noChangeArrowheads="1" noChangeShapeType="1" noTextEdit="1"/>
                </p:cNvSpPr>
                <p:nvPr/>
              </p:nvSpPr>
              <p:spPr>
                <a:xfrm>
                  <a:off x="9273512" y="5986211"/>
                  <a:ext cx="489126" cy="610936"/>
                </a:xfrm>
                <a:prstGeom prst="rect">
                  <a:avLst/>
                </a:prstGeom>
                <a:blipFill>
                  <a:blip r:embed="rId7"/>
                  <a:stretch>
                    <a:fillRect/>
                  </a:stretch>
                </a:blipFill>
              </p:spPr>
              <p:txBody>
                <a:bodyPr/>
                <a:lstStyle/>
                <a:p>
                  <a:r>
                    <a:rPr lang="en-SG">
                      <a:noFill/>
                    </a:rPr>
                    <a:t> </a:t>
                  </a:r>
                </a:p>
              </p:txBody>
            </p:sp>
          </mc:Fallback>
        </mc:AlternateContent>
      </p:grpSp>
      <p:sp>
        <p:nvSpPr>
          <p:cNvPr id="19" name="TextBox 18">
            <a:extLst>
              <a:ext uri="{FF2B5EF4-FFF2-40B4-BE49-F238E27FC236}">
                <a16:creationId xmlns:a16="http://schemas.microsoft.com/office/drawing/2014/main" id="{9EC58386-7039-0043-C7B9-B27DF1395D02}"/>
              </a:ext>
            </a:extLst>
          </p:cNvPr>
          <p:cNvSpPr txBox="1"/>
          <p:nvPr/>
        </p:nvSpPr>
        <p:spPr>
          <a:xfrm>
            <a:off x="1017407" y="3523644"/>
            <a:ext cx="5805174" cy="1600438"/>
          </a:xfrm>
          <a:prstGeom prst="rect">
            <a:avLst/>
          </a:prstGeom>
          <a:noFill/>
        </p:spPr>
        <p:txBody>
          <a:bodyPr wrap="square" rtlCol="0">
            <a:spAutoFit/>
          </a:bodyPr>
          <a:lstStyle/>
          <a:p>
            <a:pPr indent="-285750"/>
            <a:r>
              <a:rPr lang="en-US" sz="2000" b="0" dirty="0"/>
              <a:t>Simply, a mixed strategy must assign some</a:t>
            </a:r>
          </a:p>
          <a:p>
            <a:pPr indent="-285750"/>
            <a:r>
              <a:rPr lang="en-US" sz="2000" b="0" dirty="0"/>
              <a:t>probability between 0 and 1 to each </a:t>
            </a:r>
            <a:r>
              <a:rPr lang="en-US" sz="2000" dirty="0"/>
              <a:t>action</a:t>
            </a:r>
            <a:r>
              <a:rPr lang="en-US" sz="2000" b="0" dirty="0"/>
              <a:t> in their action set. The sum of all probabilities must sum to 1.</a:t>
            </a:r>
          </a:p>
          <a:p>
            <a:pPr indent="-285750"/>
            <a:endParaRPr lang="en-US" sz="2000" b="0" dirty="0"/>
          </a:p>
          <a:p>
            <a:pPr marL="102870" indent="-285750"/>
            <a:endParaRPr lang="en-SG" dirty="0"/>
          </a:p>
        </p:txBody>
      </p:sp>
      <p:sp>
        <p:nvSpPr>
          <p:cNvPr id="4" name="TextBox 3">
            <a:extLst>
              <a:ext uri="{FF2B5EF4-FFF2-40B4-BE49-F238E27FC236}">
                <a16:creationId xmlns:a16="http://schemas.microsoft.com/office/drawing/2014/main" id="{19DFFE45-A7B9-68C3-EDEB-34CBD2B2B141}"/>
              </a:ext>
            </a:extLst>
          </p:cNvPr>
          <p:cNvSpPr txBox="1"/>
          <p:nvPr/>
        </p:nvSpPr>
        <p:spPr>
          <a:xfrm>
            <a:off x="1233548" y="5569854"/>
            <a:ext cx="5923738" cy="400110"/>
          </a:xfrm>
          <a:prstGeom prst="rect">
            <a:avLst/>
          </a:prstGeom>
          <a:noFill/>
        </p:spPr>
        <p:txBody>
          <a:bodyPr wrap="none" rtlCol="0">
            <a:spAutoFit/>
          </a:bodyPr>
          <a:lstStyle/>
          <a:p>
            <a:r>
              <a:rPr lang="en-SG" sz="2000" b="1" dirty="0"/>
              <a:t>Next week: solving for mixed strategy Nash equilibria!</a:t>
            </a:r>
          </a:p>
        </p:txBody>
      </p:sp>
      <p:sp>
        <p:nvSpPr>
          <p:cNvPr id="6" name="Slide Number Placeholder 5">
            <a:extLst>
              <a:ext uri="{FF2B5EF4-FFF2-40B4-BE49-F238E27FC236}">
                <a16:creationId xmlns:a16="http://schemas.microsoft.com/office/drawing/2014/main" id="{47A7C5B1-99B8-8588-FC5F-A02645CF2C65}"/>
              </a:ext>
            </a:extLst>
          </p:cNvPr>
          <p:cNvSpPr>
            <a:spLocks noGrp="1"/>
          </p:cNvSpPr>
          <p:nvPr>
            <p:ph type="sldNum" sz="quarter" idx="12"/>
          </p:nvPr>
        </p:nvSpPr>
        <p:spPr/>
        <p:txBody>
          <a:bodyPr/>
          <a:lstStyle/>
          <a:p>
            <a:fld id="{104D1C85-D14C-4D1F-B1AC-077E19A989F2}" type="slidenum">
              <a:rPr lang="en-GB" smtClean="0"/>
              <a:t>42</a:t>
            </a:fld>
            <a:endParaRPr lang="en-GB" dirty="0"/>
          </a:p>
        </p:txBody>
      </p:sp>
    </p:spTree>
    <p:extLst>
      <p:ext uri="{BB962C8B-B14F-4D97-AF65-F5344CB8AC3E}">
        <p14:creationId xmlns:p14="http://schemas.microsoft.com/office/powerpoint/2010/main" val="36862395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632ED-6249-4378-9241-C14C3A5BA9EB}"/>
              </a:ext>
            </a:extLst>
          </p:cNvPr>
          <p:cNvSpPr>
            <a:spLocks noGrp="1"/>
          </p:cNvSpPr>
          <p:nvPr>
            <p:ph type="title"/>
          </p:nvPr>
        </p:nvSpPr>
        <p:spPr>
          <a:xfrm>
            <a:off x="1077361" y="286028"/>
            <a:ext cx="10436615" cy="1030307"/>
          </a:xfrm>
        </p:spPr>
        <p:txBody>
          <a:bodyPr>
            <a:normAutofit/>
          </a:bodyPr>
          <a:lstStyle/>
          <a:p>
            <a:r>
              <a:rPr lang="en-US" dirty="0"/>
              <a:t>Key Learning Outcomes</a:t>
            </a:r>
            <a:endParaRPr lang="en-SG" dirty="0"/>
          </a:p>
        </p:txBody>
      </p:sp>
      <p:sp>
        <p:nvSpPr>
          <p:cNvPr id="12" name="Content Placeholder 2">
            <a:extLst>
              <a:ext uri="{FF2B5EF4-FFF2-40B4-BE49-F238E27FC236}">
                <a16:creationId xmlns:a16="http://schemas.microsoft.com/office/drawing/2014/main" id="{4213F190-B2B0-43F1-B1CA-727BDFB3A022}"/>
              </a:ext>
            </a:extLst>
          </p:cNvPr>
          <p:cNvSpPr>
            <a:spLocks noGrp="1"/>
          </p:cNvSpPr>
          <p:nvPr>
            <p:ph idx="1"/>
          </p:nvPr>
        </p:nvSpPr>
        <p:spPr>
          <a:xfrm>
            <a:off x="1077362" y="1683834"/>
            <a:ext cx="10264148" cy="4888138"/>
          </a:xfrm>
        </p:spPr>
        <p:txBody>
          <a:bodyPr>
            <a:normAutofit/>
          </a:bodyPr>
          <a:lstStyle/>
          <a:p>
            <a:r>
              <a:rPr lang="en-SG" sz="2000" dirty="0"/>
              <a:t>Understand where game theory is applicable.</a:t>
            </a:r>
          </a:p>
          <a:p>
            <a:endParaRPr lang="en-SG" sz="2000" dirty="0"/>
          </a:p>
          <a:p>
            <a:r>
              <a:rPr lang="en-SG" sz="2000" dirty="0"/>
              <a:t>The structure of a general (strategic) game.</a:t>
            </a:r>
          </a:p>
          <a:p>
            <a:endParaRPr lang="en-SG" sz="2000" dirty="0"/>
          </a:p>
          <a:p>
            <a:r>
              <a:rPr lang="en-SG" sz="2000" dirty="0"/>
              <a:t>Analysing outcomes </a:t>
            </a:r>
            <a:r>
              <a:rPr lang="en-SG" sz="2000"/>
              <a:t>of static games</a:t>
            </a:r>
            <a:endParaRPr lang="en-SG" sz="2000" dirty="0"/>
          </a:p>
          <a:p>
            <a:pPr lvl="1"/>
            <a:r>
              <a:rPr lang="en-SG" sz="1800" dirty="0"/>
              <a:t>Dominated, Dominant Strategies and Dominance Solvability.</a:t>
            </a:r>
          </a:p>
          <a:p>
            <a:pPr lvl="1"/>
            <a:r>
              <a:rPr lang="en-SG" sz="1800" dirty="0"/>
              <a:t>Nash Equilibria.</a:t>
            </a:r>
          </a:p>
          <a:p>
            <a:pPr lvl="1"/>
            <a:r>
              <a:rPr lang="en-SG" sz="1800" dirty="0"/>
              <a:t>Relationship between the above two.</a:t>
            </a:r>
          </a:p>
          <a:p>
            <a:endParaRPr lang="en-SG" sz="2000" dirty="0"/>
          </a:p>
          <a:p>
            <a:r>
              <a:rPr lang="en-SG" sz="2000" dirty="0"/>
              <a:t>What is the rationale behind such solution concepts and what are the assumptions made about players?</a:t>
            </a:r>
          </a:p>
          <a:p>
            <a:endParaRPr lang="en-US" sz="1600" dirty="0"/>
          </a:p>
          <a:p>
            <a:endParaRPr lang="en-US" sz="1600" dirty="0"/>
          </a:p>
        </p:txBody>
      </p:sp>
      <p:sp>
        <p:nvSpPr>
          <p:cNvPr id="3" name="Slide Number Placeholder 2">
            <a:extLst>
              <a:ext uri="{FF2B5EF4-FFF2-40B4-BE49-F238E27FC236}">
                <a16:creationId xmlns:a16="http://schemas.microsoft.com/office/drawing/2014/main" id="{213B2AAA-0B4E-52F2-DF55-DEE6138C3FA8}"/>
              </a:ext>
            </a:extLst>
          </p:cNvPr>
          <p:cNvSpPr>
            <a:spLocks noGrp="1"/>
          </p:cNvSpPr>
          <p:nvPr>
            <p:ph type="sldNum" sz="quarter" idx="12"/>
          </p:nvPr>
        </p:nvSpPr>
        <p:spPr/>
        <p:txBody>
          <a:bodyPr/>
          <a:lstStyle/>
          <a:p>
            <a:fld id="{104D1C85-D14C-4D1F-B1AC-077E19A989F2}" type="slidenum">
              <a:rPr lang="en-GB" smtClean="0"/>
              <a:t>43</a:t>
            </a:fld>
            <a:endParaRPr lang="en-GB" dirty="0"/>
          </a:p>
        </p:txBody>
      </p:sp>
    </p:spTree>
    <p:extLst>
      <p:ext uri="{BB962C8B-B14F-4D97-AF65-F5344CB8AC3E}">
        <p14:creationId xmlns:p14="http://schemas.microsoft.com/office/powerpoint/2010/main" val="3341201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p:cNvSpPr>
            <a:spLocks noGrp="1" noChangeArrowheads="1"/>
          </p:cNvSpPr>
          <p:nvPr>
            <p:ph type="title"/>
          </p:nvPr>
        </p:nvSpPr>
        <p:spPr>
          <a:noFill/>
        </p:spPr>
        <p:txBody>
          <a:bodyPr/>
          <a:lstStyle/>
          <a:p>
            <a:r>
              <a:rPr lang="en-US" altLang="en-US" dirty="0"/>
              <a:t>Readings</a:t>
            </a:r>
          </a:p>
        </p:txBody>
      </p:sp>
      <p:sp>
        <p:nvSpPr>
          <p:cNvPr id="108546" name="Rectangle 3"/>
          <p:cNvSpPr>
            <a:spLocks noGrp="1" noChangeArrowheads="1"/>
          </p:cNvSpPr>
          <p:nvPr>
            <p:ph idx="1"/>
          </p:nvPr>
        </p:nvSpPr>
        <p:spPr>
          <a:xfrm>
            <a:off x="838200" y="1456791"/>
            <a:ext cx="9934575" cy="4755473"/>
          </a:xfrm>
        </p:spPr>
        <p:txBody>
          <a:bodyPr>
            <a:normAutofit/>
          </a:bodyPr>
          <a:lstStyle/>
          <a:p>
            <a:pPr marL="342900" indent="-342900">
              <a:buFont typeface="Arial" panose="020B0604020202020204" pitchFamily="34" charset="0"/>
              <a:buChar char="•"/>
            </a:pPr>
            <a:endParaRPr lang="en-US" altLang="en-US" sz="2200" dirty="0"/>
          </a:p>
          <a:p>
            <a:pPr marL="342900" indent="-342900">
              <a:buFont typeface="Arial" panose="020B0604020202020204" pitchFamily="34" charset="0"/>
              <a:buChar char="•"/>
            </a:pPr>
            <a:r>
              <a:rPr lang="en-US" altLang="en-US" sz="2200" dirty="0"/>
              <a:t>Varian Chapter 29</a:t>
            </a:r>
          </a:p>
          <a:p>
            <a:pPr marL="342900" indent="-342900">
              <a:buFont typeface="Arial" panose="020B0604020202020204" pitchFamily="34" charset="0"/>
              <a:buChar char="•"/>
            </a:pPr>
            <a:r>
              <a:rPr lang="en-US" altLang="en-US" sz="2200" dirty="0"/>
              <a:t>Varian Chapter 30 </a:t>
            </a:r>
          </a:p>
          <a:p>
            <a:pPr marL="342900" indent="-342900">
              <a:buFont typeface="Arial" panose="020B0604020202020204" pitchFamily="34" charset="0"/>
              <a:buChar char="•"/>
            </a:pPr>
            <a:endParaRPr lang="en-US" altLang="en-US" sz="2400" dirty="0"/>
          </a:p>
          <a:p>
            <a:pPr marL="342900" indent="-342900">
              <a:buFont typeface="Arial" panose="020B0604020202020204" pitchFamily="34" charset="0"/>
              <a:buChar char="•"/>
            </a:pPr>
            <a:r>
              <a:rPr lang="en-US" altLang="en-US" sz="1800" dirty="0"/>
              <a:t>Osborne, </a:t>
            </a:r>
            <a:r>
              <a:rPr lang="en-US" altLang="en-US" sz="1800" dirty="0">
                <a:hlinkClick r:id="rId2"/>
              </a:rPr>
              <a:t>An Introduction to Game Theory </a:t>
            </a:r>
            <a:r>
              <a:rPr lang="en-US" altLang="en-US" sz="1800" dirty="0"/>
              <a:t>(optional): A game theory reference textbook </a:t>
            </a:r>
          </a:p>
          <a:p>
            <a:pPr marL="342900" indent="-342900">
              <a:buFont typeface="Arial" panose="020B0604020202020204" pitchFamily="34" charset="0"/>
              <a:buChar char="•"/>
            </a:pPr>
            <a:r>
              <a:rPr lang="en-US" altLang="en-US" sz="1800" dirty="0"/>
              <a:t>Osborne and Rubinstein, </a:t>
            </a:r>
            <a:r>
              <a:rPr lang="en-US" altLang="en-US" sz="1800" i="1" dirty="0">
                <a:hlinkClick r:id="rId3"/>
              </a:rPr>
              <a:t>A Course in Game Theory </a:t>
            </a:r>
            <a:r>
              <a:rPr lang="en-US" altLang="en-US" sz="1800" dirty="0"/>
              <a:t>(optional): A game theory reference textbook </a:t>
            </a:r>
          </a:p>
          <a:p>
            <a:pPr marL="342900" indent="-342900">
              <a:buFont typeface="Arial" panose="020B0604020202020204" pitchFamily="34" charset="0"/>
              <a:buChar char="•"/>
            </a:pPr>
            <a:endParaRPr lang="en-US" altLang="en-US" sz="2400" dirty="0"/>
          </a:p>
          <a:p>
            <a:pPr marL="342900" indent="-342900">
              <a:buFont typeface="Arial" panose="020B0604020202020204" pitchFamily="34" charset="0"/>
              <a:buChar char="•"/>
            </a:pPr>
            <a:endParaRPr lang="en-US" altLang="en-US" sz="2400" dirty="0"/>
          </a:p>
          <a:p>
            <a:endParaRPr lang="en-US" altLang="en-US" sz="2400" dirty="0"/>
          </a:p>
        </p:txBody>
      </p:sp>
      <p:sp>
        <p:nvSpPr>
          <p:cNvPr id="2" name="Slide Number Placeholder 1">
            <a:extLst>
              <a:ext uri="{FF2B5EF4-FFF2-40B4-BE49-F238E27FC236}">
                <a16:creationId xmlns:a16="http://schemas.microsoft.com/office/drawing/2014/main" id="{A36CD802-DC20-DA7A-BC70-231D4BD41FC9}"/>
              </a:ext>
            </a:extLst>
          </p:cNvPr>
          <p:cNvSpPr>
            <a:spLocks noGrp="1"/>
          </p:cNvSpPr>
          <p:nvPr>
            <p:ph type="sldNum" sz="quarter" idx="12"/>
          </p:nvPr>
        </p:nvSpPr>
        <p:spPr/>
        <p:txBody>
          <a:bodyPr/>
          <a:lstStyle/>
          <a:p>
            <a:fld id="{104D1C85-D14C-4D1F-B1AC-077E19A989F2}" type="slidenum">
              <a:rPr lang="en-GB" smtClean="0"/>
              <a:t>44</a:t>
            </a:fld>
            <a:endParaRPr lang="en-GB" dirty="0"/>
          </a:p>
        </p:txBody>
      </p:sp>
    </p:spTree>
    <p:extLst>
      <p:ext uri="{BB962C8B-B14F-4D97-AF65-F5344CB8AC3E}">
        <p14:creationId xmlns:p14="http://schemas.microsoft.com/office/powerpoint/2010/main" val="21243947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6164</TotalTime>
  <Words>3910</Words>
  <Application>Microsoft Office PowerPoint</Application>
  <PresentationFormat>Widescreen</PresentationFormat>
  <Paragraphs>782</Paragraphs>
  <Slides>44</Slides>
  <Notes>36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Arial</vt:lpstr>
      <vt:lpstr>Calibri</vt:lpstr>
      <vt:lpstr>Calibri Light</vt:lpstr>
      <vt:lpstr>Cambria Math</vt:lpstr>
      <vt:lpstr>Wingdings</vt:lpstr>
      <vt:lpstr>Office Theme</vt:lpstr>
      <vt:lpstr>Game Theory I</vt:lpstr>
      <vt:lpstr>Introduction</vt:lpstr>
      <vt:lpstr>Game Theory Applications</vt:lpstr>
      <vt:lpstr>A simple example..</vt:lpstr>
      <vt:lpstr>Parameters of a Game</vt:lpstr>
      <vt:lpstr>Assumptions about Players</vt:lpstr>
      <vt:lpstr>Static Games of Complete Information</vt:lpstr>
      <vt:lpstr>Two-Player (Static) Games</vt:lpstr>
      <vt:lpstr>Two-Player (Static) Games</vt:lpstr>
      <vt:lpstr>Review Questions 1</vt:lpstr>
      <vt:lpstr>Analysing Outcomes (Dominant and Dominated Strategies)</vt:lpstr>
      <vt:lpstr>Dominated Strategies</vt:lpstr>
      <vt:lpstr>Dominated Strategies</vt:lpstr>
      <vt:lpstr>Dominant Strategies</vt:lpstr>
      <vt:lpstr>Dominated Strategies (example)</vt:lpstr>
      <vt:lpstr>Dominant Strategies (example)</vt:lpstr>
      <vt:lpstr>Dominated vs Dominant strategies</vt:lpstr>
      <vt:lpstr>Dominated vs Dominant strategies (example)</vt:lpstr>
      <vt:lpstr>Dominance solvable games</vt:lpstr>
      <vt:lpstr>Dominance solvable games (example)</vt:lpstr>
      <vt:lpstr>Dominance solvable games (example)</vt:lpstr>
      <vt:lpstr>Dominance solvable games (alternatively..)</vt:lpstr>
      <vt:lpstr>Dominance solvable games</vt:lpstr>
      <vt:lpstr>Dominance solvable</vt:lpstr>
      <vt:lpstr>Review Questions 2</vt:lpstr>
      <vt:lpstr>Analysing Outcomes (Nash Equilibria)</vt:lpstr>
      <vt:lpstr>A different solution concept..</vt:lpstr>
      <vt:lpstr>Nash Equilibria (NE)</vt:lpstr>
      <vt:lpstr>Nash Equilibria</vt:lpstr>
      <vt:lpstr>Solving for Nash Equilibria</vt:lpstr>
      <vt:lpstr>Solving for Nash Equilibria</vt:lpstr>
      <vt:lpstr>Example 1:</vt:lpstr>
      <vt:lpstr>Example 1:</vt:lpstr>
      <vt:lpstr>Example 2: </vt:lpstr>
      <vt:lpstr>Example 2:</vt:lpstr>
      <vt:lpstr>Nash Equilibria and Dominated Strategies.</vt:lpstr>
      <vt:lpstr>Review Questions 3</vt:lpstr>
      <vt:lpstr>Pure Strategies vs Mixed Strategies</vt:lpstr>
      <vt:lpstr>Example 3:</vt:lpstr>
      <vt:lpstr>Pure Strategies</vt:lpstr>
      <vt:lpstr>Mixed Strategies</vt:lpstr>
      <vt:lpstr>Mixed Strategies</vt:lpstr>
      <vt:lpstr>Key Learning Outcomes</vt:lpstr>
      <vt:lpstr>Readings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 Theory</dc:title>
  <dc:creator>Jonathan Yeo</dc:creator>
  <cp:lastModifiedBy>issac goh</cp:lastModifiedBy>
  <cp:revision>340</cp:revision>
  <dcterms:created xsi:type="dcterms:W3CDTF">2020-11-26T08:07:42Z</dcterms:created>
  <dcterms:modified xsi:type="dcterms:W3CDTF">2024-09-21T03:41:48Z</dcterms:modified>
</cp:coreProperties>
</file>