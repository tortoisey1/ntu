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447" r:id="rId2"/>
    <p:sldId id="424" r:id="rId3"/>
    <p:sldId id="425" r:id="rId4"/>
    <p:sldId id="297" r:id="rId5"/>
    <p:sldId id="298" r:id="rId6"/>
    <p:sldId id="300" r:id="rId7"/>
    <p:sldId id="391" r:id="rId8"/>
    <p:sldId id="457" r:id="rId9"/>
    <p:sldId id="442" r:id="rId10"/>
    <p:sldId id="443" r:id="rId11"/>
    <p:sldId id="472" r:id="rId12"/>
    <p:sldId id="473" r:id="rId13"/>
    <p:sldId id="445" r:id="rId14"/>
    <p:sldId id="474" r:id="rId15"/>
    <p:sldId id="469" r:id="rId16"/>
    <p:sldId id="450" r:id="rId17"/>
    <p:sldId id="458" r:id="rId18"/>
    <p:sldId id="459" r:id="rId19"/>
    <p:sldId id="422" r:id="rId20"/>
    <p:sldId id="423" r:id="rId21"/>
    <p:sldId id="426" r:id="rId22"/>
    <p:sldId id="427" r:id="rId23"/>
    <p:sldId id="470" r:id="rId24"/>
    <p:sldId id="428" r:id="rId25"/>
    <p:sldId id="429" r:id="rId26"/>
    <p:sldId id="430" r:id="rId27"/>
    <p:sldId id="448" r:id="rId28"/>
    <p:sldId id="475" r:id="rId29"/>
    <p:sldId id="449" r:id="rId30"/>
    <p:sldId id="455" r:id="rId31"/>
    <p:sldId id="471" r:id="rId32"/>
    <p:sldId id="302" r:id="rId33"/>
    <p:sldId id="435" r:id="rId34"/>
    <p:sldId id="436" r:id="rId35"/>
    <p:sldId id="438" r:id="rId36"/>
    <p:sldId id="434" r:id="rId37"/>
    <p:sldId id="433" r:id="rId38"/>
    <p:sldId id="439" r:id="rId39"/>
    <p:sldId id="460" r:id="rId40"/>
    <p:sldId id="347" r:id="rId41"/>
    <p:sldId id="461" r:id="rId42"/>
    <p:sldId id="463" r:id="rId43"/>
    <p:sldId id="465" r:id="rId44"/>
    <p:sldId id="466" r:id="rId45"/>
    <p:sldId id="476" r:id="rId46"/>
    <p:sldId id="467" r:id="rId47"/>
    <p:sldId id="396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6871F"/>
    <a:srgbClr val="0083CA"/>
    <a:srgbClr val="FFE7E7"/>
    <a:srgbClr val="F9D9C7"/>
    <a:srgbClr val="F6C6AC"/>
    <a:srgbClr val="F3B491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72B3CA-1ABC-4A4C-8ACD-94D34A5EDF37}" v="639" dt="2024-10-03T05:13:13.8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802" autoAdjust="0"/>
  </p:normalViewPr>
  <p:slideViewPr>
    <p:cSldViewPr snapToGrid="0">
      <p:cViewPr varScale="1">
        <p:scale>
          <a:sx n="90" d="100"/>
          <a:sy n="90" d="100"/>
        </p:scale>
        <p:origin x="3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o Xiong Wei, Jonathan" userId="ac2b658e-7ce1-44bb-9f9f-bf4198ceaa29" providerId="ADAL" clId="{C86761B7-ABFB-44CE-A306-7B14A25E9759}"/>
    <pc:docChg chg="undo redo custSel addSld delSld modSld sldOrd">
      <pc:chgData name="Yeo Xiong Wei, Jonathan" userId="ac2b658e-7ce1-44bb-9f9f-bf4198ceaa29" providerId="ADAL" clId="{C86761B7-ABFB-44CE-A306-7B14A25E9759}" dt="2022-07-12T06:14:09.462" v="7341" actId="478"/>
      <pc:docMkLst>
        <pc:docMk/>
      </pc:docMkLst>
      <pc:sldChg chg="modSp modAnim">
        <pc:chgData name="Yeo Xiong Wei, Jonathan" userId="ac2b658e-7ce1-44bb-9f9f-bf4198ceaa29" providerId="ADAL" clId="{C86761B7-ABFB-44CE-A306-7B14A25E9759}" dt="2022-06-20T08:08:35.413" v="413" actId="20577"/>
        <pc:sldMkLst>
          <pc:docMk/>
          <pc:sldMk cId="1694545353" sldId="297"/>
        </pc:sldMkLst>
        <pc:spChg chg="mod">
          <ac:chgData name="Yeo Xiong Wei, Jonathan" userId="ac2b658e-7ce1-44bb-9f9f-bf4198ceaa29" providerId="ADAL" clId="{C86761B7-ABFB-44CE-A306-7B14A25E9759}" dt="2022-06-20T08:08:35.413" v="413" actId="20577"/>
          <ac:spMkLst>
            <pc:docMk/>
            <pc:sldMk cId="1694545353" sldId="297"/>
            <ac:spMk id="25602" creationId="{00000000-0000-0000-0000-000000000000}"/>
          </ac:spMkLst>
        </pc:spChg>
      </pc:sldChg>
      <pc:sldChg chg="modSp modAnim">
        <pc:chgData name="Yeo Xiong Wei, Jonathan" userId="ac2b658e-7ce1-44bb-9f9f-bf4198ceaa29" providerId="ADAL" clId="{C86761B7-ABFB-44CE-A306-7B14A25E9759}" dt="2022-06-20T08:16:44.557" v="600" actId="20577"/>
        <pc:sldMkLst>
          <pc:docMk/>
          <pc:sldMk cId="4031192782" sldId="300"/>
        </pc:sldMkLst>
        <pc:spChg chg="mod">
          <ac:chgData name="Yeo Xiong Wei, Jonathan" userId="ac2b658e-7ce1-44bb-9f9f-bf4198ceaa29" providerId="ADAL" clId="{C86761B7-ABFB-44CE-A306-7B14A25E9759}" dt="2022-06-20T08:16:44.557" v="600" actId="20577"/>
          <ac:spMkLst>
            <pc:docMk/>
            <pc:sldMk cId="4031192782" sldId="300"/>
            <ac:spMk id="28674" creationId="{00000000-0000-0000-0000-000000000000}"/>
          </ac:spMkLst>
        </pc:spChg>
      </pc:sldChg>
      <pc:sldChg chg="modSp mod">
        <pc:chgData name="Yeo Xiong Wei, Jonathan" userId="ac2b658e-7ce1-44bb-9f9f-bf4198ceaa29" providerId="ADAL" clId="{C86761B7-ABFB-44CE-A306-7B14A25E9759}" dt="2022-06-20T09:17:22.412" v="3525" actId="404"/>
        <pc:sldMkLst>
          <pc:docMk/>
          <pc:sldMk cId="4243480544" sldId="302"/>
        </pc:sldMkLst>
        <pc:spChg chg="mod">
          <ac:chgData name="Yeo Xiong Wei, Jonathan" userId="ac2b658e-7ce1-44bb-9f9f-bf4198ceaa29" providerId="ADAL" clId="{C86761B7-ABFB-44CE-A306-7B14A25E9759}" dt="2022-06-20T09:17:22.412" v="3525" actId="404"/>
          <ac:spMkLst>
            <pc:docMk/>
            <pc:sldMk cId="4243480544" sldId="302"/>
            <ac:spMk id="30722" creationId="{00000000-0000-0000-0000-000000000000}"/>
          </ac:spMkLst>
        </pc:spChg>
      </pc:sldChg>
      <pc:sldChg chg="modSp add mod">
        <pc:chgData name="Yeo Xiong Wei, Jonathan" userId="ac2b658e-7ce1-44bb-9f9f-bf4198ceaa29" providerId="ADAL" clId="{C86761B7-ABFB-44CE-A306-7B14A25E9759}" dt="2022-06-20T09:25:26.761" v="3949" actId="6549"/>
        <pc:sldMkLst>
          <pc:docMk/>
          <pc:sldMk cId="3776960760" sldId="347"/>
        </pc:sldMkLst>
        <pc:spChg chg="mod">
          <ac:chgData name="Yeo Xiong Wei, Jonathan" userId="ac2b658e-7ce1-44bb-9f9f-bf4198ceaa29" providerId="ADAL" clId="{C86761B7-ABFB-44CE-A306-7B14A25E9759}" dt="2022-06-20T09:22:03.776" v="3623" actId="20577"/>
          <ac:spMkLst>
            <pc:docMk/>
            <pc:sldMk cId="3776960760" sldId="347"/>
            <ac:spMk id="76801" creationId="{00000000-0000-0000-0000-000000000000}"/>
          </ac:spMkLst>
        </pc:spChg>
        <pc:spChg chg="mod">
          <ac:chgData name="Yeo Xiong Wei, Jonathan" userId="ac2b658e-7ce1-44bb-9f9f-bf4198ceaa29" providerId="ADAL" clId="{C86761B7-ABFB-44CE-A306-7B14A25E9759}" dt="2022-06-20T09:25:26.761" v="3949" actId="6549"/>
          <ac:spMkLst>
            <pc:docMk/>
            <pc:sldMk cId="3776960760" sldId="347"/>
            <ac:spMk id="76802" creationId="{00000000-0000-0000-0000-000000000000}"/>
          </ac:spMkLst>
        </pc:spChg>
      </pc:sldChg>
      <pc:sldChg chg="modSp add del mod">
        <pc:chgData name="Yeo Xiong Wei, Jonathan" userId="ac2b658e-7ce1-44bb-9f9f-bf4198ceaa29" providerId="ADAL" clId="{C86761B7-ABFB-44CE-A306-7B14A25E9759}" dt="2022-06-20T09:52:24.530" v="5780" actId="47"/>
        <pc:sldMkLst>
          <pc:docMk/>
          <pc:sldMk cId="1858854135" sldId="348"/>
        </pc:sldMkLst>
        <pc:spChg chg="mod">
          <ac:chgData name="Yeo Xiong Wei, Jonathan" userId="ac2b658e-7ce1-44bb-9f9f-bf4198ceaa29" providerId="ADAL" clId="{C86761B7-ABFB-44CE-A306-7B14A25E9759}" dt="2022-06-20T09:25:44.495" v="3963" actId="20577"/>
          <ac:spMkLst>
            <pc:docMk/>
            <pc:sldMk cId="1858854135" sldId="348"/>
            <ac:spMk id="77825" creationId="{00000000-0000-0000-0000-000000000000}"/>
          </ac:spMkLst>
        </pc:spChg>
        <pc:spChg chg="mod">
          <ac:chgData name="Yeo Xiong Wei, Jonathan" userId="ac2b658e-7ce1-44bb-9f9f-bf4198ceaa29" providerId="ADAL" clId="{C86761B7-ABFB-44CE-A306-7B14A25E9759}" dt="2022-06-20T09:20:09.922" v="3527" actId="27636"/>
          <ac:spMkLst>
            <pc:docMk/>
            <pc:sldMk cId="1858854135" sldId="348"/>
            <ac:spMk id="77826" creationId="{00000000-0000-0000-0000-000000000000}"/>
          </ac:spMkLst>
        </pc:spChg>
      </pc:sldChg>
      <pc:sldChg chg="add del">
        <pc:chgData name="Yeo Xiong Wei, Jonathan" userId="ac2b658e-7ce1-44bb-9f9f-bf4198ceaa29" providerId="ADAL" clId="{C86761B7-ABFB-44CE-A306-7B14A25E9759}" dt="2022-06-20T09:52:24.698" v="5781" actId="47"/>
        <pc:sldMkLst>
          <pc:docMk/>
          <pc:sldMk cId="1940621344" sldId="350"/>
        </pc:sldMkLst>
      </pc:sldChg>
      <pc:sldChg chg="add del">
        <pc:chgData name="Yeo Xiong Wei, Jonathan" userId="ac2b658e-7ce1-44bb-9f9f-bf4198ceaa29" providerId="ADAL" clId="{C86761B7-ABFB-44CE-A306-7B14A25E9759}" dt="2022-06-20T09:52:24.871" v="5782" actId="47"/>
        <pc:sldMkLst>
          <pc:docMk/>
          <pc:sldMk cId="963595870" sldId="353"/>
        </pc:sldMkLst>
      </pc:sldChg>
      <pc:sldChg chg="add del">
        <pc:chgData name="Yeo Xiong Wei, Jonathan" userId="ac2b658e-7ce1-44bb-9f9f-bf4198ceaa29" providerId="ADAL" clId="{C86761B7-ABFB-44CE-A306-7B14A25E9759}" dt="2022-06-20T09:52:25.028" v="5783" actId="47"/>
        <pc:sldMkLst>
          <pc:docMk/>
          <pc:sldMk cId="883229531" sldId="355"/>
        </pc:sldMkLst>
      </pc:sldChg>
      <pc:sldChg chg="add del">
        <pc:chgData name="Yeo Xiong Wei, Jonathan" userId="ac2b658e-7ce1-44bb-9f9f-bf4198ceaa29" providerId="ADAL" clId="{C86761B7-ABFB-44CE-A306-7B14A25E9759}" dt="2022-06-20T09:52:25.187" v="5784" actId="47"/>
        <pc:sldMkLst>
          <pc:docMk/>
          <pc:sldMk cId="1886043462" sldId="356"/>
        </pc:sldMkLst>
      </pc:sldChg>
      <pc:sldChg chg="add del">
        <pc:chgData name="Yeo Xiong Wei, Jonathan" userId="ac2b658e-7ce1-44bb-9f9f-bf4198ceaa29" providerId="ADAL" clId="{C86761B7-ABFB-44CE-A306-7B14A25E9759}" dt="2022-06-20T09:52:25.344" v="5785" actId="47"/>
        <pc:sldMkLst>
          <pc:docMk/>
          <pc:sldMk cId="4269119109" sldId="361"/>
        </pc:sldMkLst>
      </pc:sldChg>
      <pc:sldChg chg="add del">
        <pc:chgData name="Yeo Xiong Wei, Jonathan" userId="ac2b658e-7ce1-44bb-9f9f-bf4198ceaa29" providerId="ADAL" clId="{C86761B7-ABFB-44CE-A306-7B14A25E9759}" dt="2022-06-20T09:52:25.504" v="5786" actId="47"/>
        <pc:sldMkLst>
          <pc:docMk/>
          <pc:sldMk cId="584455033" sldId="364"/>
        </pc:sldMkLst>
      </pc:sldChg>
      <pc:sldChg chg="add del">
        <pc:chgData name="Yeo Xiong Wei, Jonathan" userId="ac2b658e-7ce1-44bb-9f9f-bf4198ceaa29" providerId="ADAL" clId="{C86761B7-ABFB-44CE-A306-7B14A25E9759}" dt="2022-06-20T09:52:25.672" v="5787" actId="47"/>
        <pc:sldMkLst>
          <pc:docMk/>
          <pc:sldMk cId="682565539" sldId="365"/>
        </pc:sldMkLst>
      </pc:sldChg>
      <pc:sldChg chg="add del">
        <pc:chgData name="Yeo Xiong Wei, Jonathan" userId="ac2b658e-7ce1-44bb-9f9f-bf4198ceaa29" providerId="ADAL" clId="{C86761B7-ABFB-44CE-A306-7B14A25E9759}" dt="2022-06-20T09:52:25.831" v="5788" actId="47"/>
        <pc:sldMkLst>
          <pc:docMk/>
          <pc:sldMk cId="4078158372" sldId="368"/>
        </pc:sldMkLst>
      </pc:sldChg>
      <pc:sldChg chg="add del">
        <pc:chgData name="Yeo Xiong Wei, Jonathan" userId="ac2b658e-7ce1-44bb-9f9f-bf4198ceaa29" providerId="ADAL" clId="{C86761B7-ABFB-44CE-A306-7B14A25E9759}" dt="2022-06-20T09:52:25.999" v="5789" actId="47"/>
        <pc:sldMkLst>
          <pc:docMk/>
          <pc:sldMk cId="3905318802" sldId="369"/>
        </pc:sldMkLst>
      </pc:sldChg>
      <pc:sldChg chg="modSp add del mod">
        <pc:chgData name="Yeo Xiong Wei, Jonathan" userId="ac2b658e-7ce1-44bb-9f9f-bf4198ceaa29" providerId="ADAL" clId="{C86761B7-ABFB-44CE-A306-7B14A25E9759}" dt="2022-06-20T09:52:26.175" v="5790" actId="47"/>
        <pc:sldMkLst>
          <pc:docMk/>
          <pc:sldMk cId="3169537861" sldId="370"/>
        </pc:sldMkLst>
        <pc:spChg chg="mod">
          <ac:chgData name="Yeo Xiong Wei, Jonathan" userId="ac2b658e-7ce1-44bb-9f9f-bf4198ceaa29" providerId="ADAL" clId="{C86761B7-ABFB-44CE-A306-7B14A25E9759}" dt="2022-06-20T09:20:09.937" v="3528" actId="27636"/>
          <ac:spMkLst>
            <pc:docMk/>
            <pc:sldMk cId="3169537861" sldId="370"/>
            <ac:spMk id="100354" creationId="{00000000-0000-0000-0000-000000000000}"/>
          </ac:spMkLst>
        </pc:spChg>
      </pc:sldChg>
      <pc:sldChg chg="modSp add del mod">
        <pc:chgData name="Yeo Xiong Wei, Jonathan" userId="ac2b658e-7ce1-44bb-9f9f-bf4198ceaa29" providerId="ADAL" clId="{C86761B7-ABFB-44CE-A306-7B14A25E9759}" dt="2022-06-20T09:52:26.333" v="5791" actId="47"/>
        <pc:sldMkLst>
          <pc:docMk/>
          <pc:sldMk cId="2049625775" sldId="372"/>
        </pc:sldMkLst>
        <pc:spChg chg="mod">
          <ac:chgData name="Yeo Xiong Wei, Jonathan" userId="ac2b658e-7ce1-44bb-9f9f-bf4198ceaa29" providerId="ADAL" clId="{C86761B7-ABFB-44CE-A306-7B14A25E9759}" dt="2022-06-20T09:20:09.949" v="3529" actId="27636"/>
          <ac:spMkLst>
            <pc:docMk/>
            <pc:sldMk cId="2049625775" sldId="372"/>
            <ac:spMk id="102402" creationId="{00000000-0000-0000-0000-000000000000}"/>
          </ac:spMkLst>
        </pc:spChg>
      </pc:sldChg>
      <pc:sldChg chg="add del">
        <pc:chgData name="Yeo Xiong Wei, Jonathan" userId="ac2b658e-7ce1-44bb-9f9f-bf4198ceaa29" providerId="ADAL" clId="{C86761B7-ABFB-44CE-A306-7B14A25E9759}" dt="2022-06-20T09:52:26.507" v="5792" actId="47"/>
        <pc:sldMkLst>
          <pc:docMk/>
          <pc:sldMk cId="3970034576" sldId="373"/>
        </pc:sldMkLst>
      </pc:sldChg>
      <pc:sldChg chg="add del">
        <pc:chgData name="Yeo Xiong Wei, Jonathan" userId="ac2b658e-7ce1-44bb-9f9f-bf4198ceaa29" providerId="ADAL" clId="{C86761B7-ABFB-44CE-A306-7B14A25E9759}" dt="2022-06-20T09:52:26.671" v="5793" actId="47"/>
        <pc:sldMkLst>
          <pc:docMk/>
          <pc:sldMk cId="3034230698" sldId="374"/>
        </pc:sldMkLst>
      </pc:sldChg>
      <pc:sldChg chg="add del">
        <pc:chgData name="Yeo Xiong Wei, Jonathan" userId="ac2b658e-7ce1-44bb-9f9f-bf4198ceaa29" providerId="ADAL" clId="{C86761B7-ABFB-44CE-A306-7B14A25E9759}" dt="2022-06-20T09:52:26.843" v="5794" actId="47"/>
        <pc:sldMkLst>
          <pc:docMk/>
          <pc:sldMk cId="2319909913" sldId="384"/>
        </pc:sldMkLst>
      </pc:sldChg>
      <pc:sldChg chg="modSp add mod">
        <pc:chgData name="Yeo Xiong Wei, Jonathan" userId="ac2b658e-7ce1-44bb-9f9f-bf4198ceaa29" providerId="ADAL" clId="{C86761B7-ABFB-44CE-A306-7B14A25E9759}" dt="2022-06-20T08:15:05.380" v="491" actId="20577"/>
        <pc:sldMkLst>
          <pc:docMk/>
          <pc:sldMk cId="4162676061" sldId="391"/>
        </pc:sldMkLst>
        <pc:spChg chg="mod">
          <ac:chgData name="Yeo Xiong Wei, Jonathan" userId="ac2b658e-7ce1-44bb-9f9f-bf4198ceaa29" providerId="ADAL" clId="{C86761B7-ABFB-44CE-A306-7B14A25E9759}" dt="2022-06-20T08:15:05.380" v="491" actId="20577"/>
          <ac:spMkLst>
            <pc:docMk/>
            <pc:sldMk cId="4162676061" sldId="391"/>
            <ac:spMk id="2" creationId="{E19ABC91-B477-4D87-98FF-6BD62F1458B7}"/>
          </ac:spMkLst>
        </pc:spChg>
      </pc:sldChg>
      <pc:sldChg chg="modSp add mod">
        <pc:chgData name="Yeo Xiong Wei, Jonathan" userId="ac2b658e-7ce1-44bb-9f9f-bf4198ceaa29" providerId="ADAL" clId="{C86761B7-ABFB-44CE-A306-7B14A25E9759}" dt="2022-06-20T08:09:50.572" v="435" actId="20577"/>
        <pc:sldMkLst>
          <pc:docMk/>
          <pc:sldMk cId="2786838010" sldId="396"/>
        </pc:sldMkLst>
        <pc:spChg chg="mod">
          <ac:chgData name="Yeo Xiong Wei, Jonathan" userId="ac2b658e-7ce1-44bb-9f9f-bf4198ceaa29" providerId="ADAL" clId="{C86761B7-ABFB-44CE-A306-7B14A25E9759}" dt="2022-06-20T08:09:50.572" v="435" actId="20577"/>
          <ac:spMkLst>
            <pc:docMk/>
            <pc:sldMk cId="2786838010" sldId="396"/>
            <ac:spMk id="124929" creationId="{00000000-0000-0000-0000-000000000000}"/>
          </ac:spMkLst>
        </pc:spChg>
        <pc:spChg chg="mod">
          <ac:chgData name="Yeo Xiong Wei, Jonathan" userId="ac2b658e-7ce1-44bb-9f9f-bf4198ceaa29" providerId="ADAL" clId="{C86761B7-ABFB-44CE-A306-7B14A25E9759}" dt="2022-06-20T08:09:44.039" v="415" actId="6549"/>
          <ac:spMkLst>
            <pc:docMk/>
            <pc:sldMk cId="2786838010" sldId="396"/>
            <ac:spMk id="124930" creationId="{00000000-0000-0000-0000-000000000000}"/>
          </ac:spMkLst>
        </pc:spChg>
      </pc:sldChg>
      <pc:sldChg chg="modSp mod">
        <pc:chgData name="Yeo Xiong Wei, Jonathan" userId="ac2b658e-7ce1-44bb-9f9f-bf4198ceaa29" providerId="ADAL" clId="{C86761B7-ABFB-44CE-A306-7B14A25E9759}" dt="2022-06-20T09:07:28.740" v="3046" actId="20577"/>
        <pc:sldMkLst>
          <pc:docMk/>
          <pc:sldMk cId="3626611511" sldId="422"/>
        </pc:sldMkLst>
        <pc:spChg chg="mod">
          <ac:chgData name="Yeo Xiong Wei, Jonathan" userId="ac2b658e-7ce1-44bb-9f9f-bf4198ceaa29" providerId="ADAL" clId="{C86761B7-ABFB-44CE-A306-7B14A25E9759}" dt="2022-06-20T09:07:28.740" v="3046" actId="20577"/>
          <ac:spMkLst>
            <pc:docMk/>
            <pc:sldMk cId="3626611511" sldId="422"/>
            <ac:spMk id="28674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C86761B7-ABFB-44CE-A306-7B14A25E9759}" dt="2022-06-20T08:00:40.631" v="183" actId="6549"/>
        <pc:sldMkLst>
          <pc:docMk/>
          <pc:sldMk cId="3836479171" sldId="424"/>
        </pc:sldMkLst>
        <pc:spChg chg="mod">
          <ac:chgData name="Yeo Xiong Wei, Jonathan" userId="ac2b658e-7ce1-44bb-9f9f-bf4198ceaa29" providerId="ADAL" clId="{C86761B7-ABFB-44CE-A306-7B14A25E9759}" dt="2022-06-20T07:59:34.598" v="58" actId="20577"/>
          <ac:spMkLst>
            <pc:docMk/>
            <pc:sldMk cId="3836479171" sldId="424"/>
            <ac:spMk id="2" creationId="{36B91780-36A0-4939-A11E-E071396E29BC}"/>
          </ac:spMkLst>
        </pc:spChg>
        <pc:spChg chg="mod">
          <ac:chgData name="Yeo Xiong Wei, Jonathan" userId="ac2b658e-7ce1-44bb-9f9f-bf4198ceaa29" providerId="ADAL" clId="{C86761B7-ABFB-44CE-A306-7B14A25E9759}" dt="2022-06-20T08:00:40.631" v="183" actId="6549"/>
          <ac:spMkLst>
            <pc:docMk/>
            <pc:sldMk cId="3836479171" sldId="424"/>
            <ac:spMk id="3" creationId="{DEBE5AC1-8542-48C2-97D0-1C9AD8E66533}"/>
          </ac:spMkLst>
        </pc:spChg>
      </pc:sldChg>
      <pc:sldChg chg="modSp mod">
        <pc:chgData name="Yeo Xiong Wei, Jonathan" userId="ac2b658e-7ce1-44bb-9f9f-bf4198ceaa29" providerId="ADAL" clId="{C86761B7-ABFB-44CE-A306-7B14A25E9759}" dt="2022-06-20T09:07:54.865" v="3073" actId="20577"/>
        <pc:sldMkLst>
          <pc:docMk/>
          <pc:sldMk cId="2804154378" sldId="427"/>
        </pc:sldMkLst>
        <pc:spChg chg="mod">
          <ac:chgData name="Yeo Xiong Wei, Jonathan" userId="ac2b658e-7ce1-44bb-9f9f-bf4198ceaa29" providerId="ADAL" clId="{C86761B7-ABFB-44CE-A306-7B14A25E9759}" dt="2022-06-20T09:07:54.865" v="3073" actId="20577"/>
          <ac:spMkLst>
            <pc:docMk/>
            <pc:sldMk cId="2804154378" sldId="427"/>
            <ac:spMk id="28673" creationId="{00000000-0000-0000-0000-000000000000}"/>
          </ac:spMkLst>
        </pc:spChg>
      </pc:sldChg>
      <pc:sldChg chg="modSp">
        <pc:chgData name="Yeo Xiong Wei, Jonathan" userId="ac2b658e-7ce1-44bb-9f9f-bf4198ceaa29" providerId="ADAL" clId="{C86761B7-ABFB-44CE-A306-7B14A25E9759}" dt="2022-06-20T09:08:54.706" v="3079" actId="115"/>
        <pc:sldMkLst>
          <pc:docMk/>
          <pc:sldMk cId="2863872561" sldId="429"/>
        </pc:sldMkLst>
        <pc:spChg chg="mod">
          <ac:chgData name="Yeo Xiong Wei, Jonathan" userId="ac2b658e-7ce1-44bb-9f9f-bf4198ceaa29" providerId="ADAL" clId="{C86761B7-ABFB-44CE-A306-7B14A25E9759}" dt="2022-06-20T09:08:54.706" v="3079" actId="115"/>
          <ac:spMkLst>
            <pc:docMk/>
            <pc:sldMk cId="2863872561" sldId="429"/>
            <ac:spMk id="28674" creationId="{00000000-0000-0000-0000-000000000000}"/>
          </ac:spMkLst>
        </pc:spChg>
      </pc:sldChg>
      <pc:sldChg chg="modSp">
        <pc:chgData name="Yeo Xiong Wei, Jonathan" userId="ac2b658e-7ce1-44bb-9f9f-bf4198ceaa29" providerId="ADAL" clId="{C86761B7-ABFB-44CE-A306-7B14A25E9759}" dt="2022-06-20T09:08:45.611" v="3078" actId="115"/>
        <pc:sldMkLst>
          <pc:docMk/>
          <pc:sldMk cId="3663062866" sldId="430"/>
        </pc:sldMkLst>
        <pc:spChg chg="mod">
          <ac:chgData name="Yeo Xiong Wei, Jonathan" userId="ac2b658e-7ce1-44bb-9f9f-bf4198ceaa29" providerId="ADAL" clId="{C86761B7-ABFB-44CE-A306-7B14A25E9759}" dt="2022-06-20T09:08:45.611" v="3078" actId="115"/>
          <ac:spMkLst>
            <pc:docMk/>
            <pc:sldMk cId="3663062866" sldId="430"/>
            <ac:spMk id="28674" creationId="{00000000-0000-0000-0000-000000000000}"/>
          </ac:spMkLst>
        </pc:spChg>
      </pc:sldChg>
      <pc:sldChg chg="modSp add del mod">
        <pc:chgData name="Yeo Xiong Wei, Jonathan" userId="ac2b658e-7ce1-44bb-9f9f-bf4198ceaa29" providerId="ADAL" clId="{C86761B7-ABFB-44CE-A306-7B14A25E9759}" dt="2022-06-20T10:06:49.953" v="7256" actId="47"/>
        <pc:sldMkLst>
          <pc:docMk/>
          <pc:sldMk cId="893654891" sldId="441"/>
        </pc:sldMkLst>
        <pc:spChg chg="mod">
          <ac:chgData name="Yeo Xiong Wei, Jonathan" userId="ac2b658e-7ce1-44bb-9f9f-bf4198ceaa29" providerId="ADAL" clId="{C86761B7-ABFB-44CE-A306-7B14A25E9759}" dt="2022-06-20T10:03:37.180" v="6870" actId="21"/>
          <ac:spMkLst>
            <pc:docMk/>
            <pc:sldMk cId="893654891" sldId="441"/>
            <ac:spMk id="3" creationId="{14E991A3-FCFF-4560-9060-28CA5065E384}"/>
          </ac:spMkLst>
        </pc:spChg>
      </pc:sldChg>
      <pc:sldChg chg="modSp del mod ord">
        <pc:chgData name="Yeo Xiong Wei, Jonathan" userId="ac2b658e-7ce1-44bb-9f9f-bf4198ceaa29" providerId="ADAL" clId="{C86761B7-ABFB-44CE-A306-7B14A25E9759}" dt="2022-06-20T09:58:43.189" v="6360" actId="2696"/>
        <pc:sldMkLst>
          <pc:docMk/>
          <pc:sldMk cId="4182796486" sldId="441"/>
        </pc:sldMkLst>
        <pc:spChg chg="mod">
          <ac:chgData name="Yeo Xiong Wei, Jonathan" userId="ac2b658e-7ce1-44bb-9f9f-bf4198ceaa29" providerId="ADAL" clId="{C86761B7-ABFB-44CE-A306-7B14A25E9759}" dt="2022-06-20T09:58:14.970" v="6357" actId="403"/>
          <ac:spMkLst>
            <pc:docMk/>
            <pc:sldMk cId="4182796486" sldId="441"/>
            <ac:spMk id="3" creationId="{14E991A3-FCFF-4560-9060-28CA5065E384}"/>
          </ac:spMkLst>
        </pc:spChg>
      </pc:sldChg>
      <pc:sldChg chg="modSp mod">
        <pc:chgData name="Yeo Xiong Wei, Jonathan" userId="ac2b658e-7ce1-44bb-9f9f-bf4198ceaa29" providerId="ADAL" clId="{C86761B7-ABFB-44CE-A306-7B14A25E9759}" dt="2022-06-20T08:38:12.731" v="1919" actId="255"/>
        <pc:sldMkLst>
          <pc:docMk/>
          <pc:sldMk cId="1438234917" sldId="442"/>
        </pc:sldMkLst>
        <pc:spChg chg="mod">
          <ac:chgData name="Yeo Xiong Wei, Jonathan" userId="ac2b658e-7ce1-44bb-9f9f-bf4198ceaa29" providerId="ADAL" clId="{C86761B7-ABFB-44CE-A306-7B14A25E9759}" dt="2022-06-20T08:33:48.498" v="1420" actId="20577"/>
          <ac:spMkLst>
            <pc:docMk/>
            <pc:sldMk cId="1438234917" sldId="442"/>
            <ac:spMk id="2" creationId="{87743E6D-5E96-47AF-A6F6-4BD89360D7F4}"/>
          </ac:spMkLst>
        </pc:spChg>
        <pc:spChg chg="mod">
          <ac:chgData name="Yeo Xiong Wei, Jonathan" userId="ac2b658e-7ce1-44bb-9f9f-bf4198ceaa29" providerId="ADAL" clId="{C86761B7-ABFB-44CE-A306-7B14A25E9759}" dt="2022-06-20T08:38:12.731" v="1919" actId="255"/>
          <ac:spMkLst>
            <pc:docMk/>
            <pc:sldMk cId="1438234917" sldId="442"/>
            <ac:spMk id="3" creationId="{A50223E0-B0E5-4750-9D8D-1CDF034A274D}"/>
          </ac:spMkLst>
        </pc:spChg>
      </pc:sldChg>
      <pc:sldChg chg="addSp modSp mod">
        <pc:chgData name="Yeo Xiong Wei, Jonathan" userId="ac2b658e-7ce1-44bb-9f9f-bf4198ceaa29" providerId="ADAL" clId="{C86761B7-ABFB-44CE-A306-7B14A25E9759}" dt="2022-06-20T08:39:48.491" v="1998" actId="1038"/>
        <pc:sldMkLst>
          <pc:docMk/>
          <pc:sldMk cId="2236551889" sldId="443"/>
        </pc:sldMkLst>
        <pc:spChg chg="add mod">
          <ac:chgData name="Yeo Xiong Wei, Jonathan" userId="ac2b658e-7ce1-44bb-9f9f-bf4198ceaa29" providerId="ADAL" clId="{C86761B7-ABFB-44CE-A306-7B14A25E9759}" dt="2022-06-20T08:39:41.133" v="1990" actId="14100"/>
          <ac:spMkLst>
            <pc:docMk/>
            <pc:sldMk cId="2236551889" sldId="443"/>
            <ac:spMk id="5" creationId="{8EF2392C-60A5-351E-A69C-B24772D661E9}"/>
          </ac:spMkLst>
        </pc:spChg>
        <pc:spChg chg="mod">
          <ac:chgData name="Yeo Xiong Wei, Jonathan" userId="ac2b658e-7ce1-44bb-9f9f-bf4198ceaa29" providerId="ADAL" clId="{C86761B7-ABFB-44CE-A306-7B14A25E9759}" dt="2022-06-20T08:30:01.360" v="933" actId="1076"/>
          <ac:spMkLst>
            <pc:docMk/>
            <pc:sldMk cId="2236551889" sldId="443"/>
            <ac:spMk id="26" creationId="{824C1D35-7FE3-4FA4-93BF-E4E623D06F68}"/>
          </ac:spMkLst>
        </pc:spChg>
        <pc:spChg chg="mod">
          <ac:chgData name="Yeo Xiong Wei, Jonathan" userId="ac2b658e-7ce1-44bb-9f9f-bf4198ceaa29" providerId="ADAL" clId="{C86761B7-ABFB-44CE-A306-7B14A25E9759}" dt="2022-06-20T08:29:59.354" v="932" actId="1076"/>
          <ac:spMkLst>
            <pc:docMk/>
            <pc:sldMk cId="2236551889" sldId="443"/>
            <ac:spMk id="28" creationId="{3BFE5E6C-E474-4805-8325-F8D477D1DA32}"/>
          </ac:spMkLst>
        </pc:spChg>
        <pc:spChg chg="mod">
          <ac:chgData name="Yeo Xiong Wei, Jonathan" userId="ac2b658e-7ce1-44bb-9f9f-bf4198ceaa29" providerId="ADAL" clId="{C86761B7-ABFB-44CE-A306-7B14A25E9759}" dt="2022-06-20T08:29:59.354" v="932" actId="1076"/>
          <ac:spMkLst>
            <pc:docMk/>
            <pc:sldMk cId="2236551889" sldId="443"/>
            <ac:spMk id="33" creationId="{6C844327-53DA-487B-8827-325CE6BABEBC}"/>
          </ac:spMkLst>
        </pc:spChg>
        <pc:spChg chg="mod">
          <ac:chgData name="Yeo Xiong Wei, Jonathan" userId="ac2b658e-7ce1-44bb-9f9f-bf4198ceaa29" providerId="ADAL" clId="{C86761B7-ABFB-44CE-A306-7B14A25E9759}" dt="2022-06-20T08:29:59.354" v="932" actId="1076"/>
          <ac:spMkLst>
            <pc:docMk/>
            <pc:sldMk cId="2236551889" sldId="443"/>
            <ac:spMk id="35" creationId="{8A202938-CDF4-49A0-B5D0-B3B4C2B26F3C}"/>
          </ac:spMkLst>
        </pc:spChg>
        <pc:spChg chg="mod">
          <ac:chgData name="Yeo Xiong Wei, Jonathan" userId="ac2b658e-7ce1-44bb-9f9f-bf4198ceaa29" providerId="ADAL" clId="{C86761B7-ABFB-44CE-A306-7B14A25E9759}" dt="2022-06-20T08:29:59.354" v="932" actId="1076"/>
          <ac:spMkLst>
            <pc:docMk/>
            <pc:sldMk cId="2236551889" sldId="443"/>
            <ac:spMk id="37" creationId="{18858940-30AD-46EE-97C8-F3C7AEC872A4}"/>
          </ac:spMkLst>
        </pc:spChg>
        <pc:spChg chg="mod">
          <ac:chgData name="Yeo Xiong Wei, Jonathan" userId="ac2b658e-7ce1-44bb-9f9f-bf4198ceaa29" providerId="ADAL" clId="{C86761B7-ABFB-44CE-A306-7B14A25E9759}" dt="2022-06-20T08:29:59.354" v="932" actId="1076"/>
          <ac:spMkLst>
            <pc:docMk/>
            <pc:sldMk cId="2236551889" sldId="443"/>
            <ac:spMk id="39" creationId="{61E19771-8195-43AD-A9D2-47B091DC8D14}"/>
          </ac:spMkLst>
        </pc:spChg>
        <pc:spChg chg="add mod">
          <ac:chgData name="Yeo Xiong Wei, Jonathan" userId="ac2b658e-7ce1-44bb-9f9f-bf4198ceaa29" providerId="ADAL" clId="{C86761B7-ABFB-44CE-A306-7B14A25E9759}" dt="2022-06-20T08:30:06.527" v="935" actId="1076"/>
          <ac:spMkLst>
            <pc:docMk/>
            <pc:sldMk cId="2236551889" sldId="443"/>
            <ac:spMk id="40" creationId="{EE141299-C37D-F20C-5C05-10AA2E40B6A1}"/>
          </ac:spMkLst>
        </pc:spChg>
        <pc:spChg chg="mod">
          <ac:chgData name="Yeo Xiong Wei, Jonathan" userId="ac2b658e-7ce1-44bb-9f9f-bf4198ceaa29" providerId="ADAL" clId="{C86761B7-ABFB-44CE-A306-7B14A25E9759}" dt="2022-06-20T08:29:59.354" v="932" actId="1076"/>
          <ac:spMkLst>
            <pc:docMk/>
            <pc:sldMk cId="2236551889" sldId="443"/>
            <ac:spMk id="42" creationId="{6A96F874-1FA4-4441-A151-03586544514E}"/>
          </ac:spMkLst>
        </pc:spChg>
        <pc:spChg chg="mod">
          <ac:chgData name="Yeo Xiong Wei, Jonathan" userId="ac2b658e-7ce1-44bb-9f9f-bf4198ceaa29" providerId="ADAL" clId="{C86761B7-ABFB-44CE-A306-7B14A25E9759}" dt="2022-06-20T08:30:04.467" v="934" actId="1076"/>
          <ac:spMkLst>
            <pc:docMk/>
            <pc:sldMk cId="2236551889" sldId="443"/>
            <ac:spMk id="48" creationId="{D4C171ED-7054-4C70-BE65-B77F02B06034}"/>
          </ac:spMkLst>
        </pc:spChg>
        <pc:spChg chg="mod">
          <ac:chgData name="Yeo Xiong Wei, Jonathan" userId="ac2b658e-7ce1-44bb-9f9f-bf4198ceaa29" providerId="ADAL" clId="{C86761B7-ABFB-44CE-A306-7B14A25E9759}" dt="2022-06-20T08:29:59.354" v="932" actId="1076"/>
          <ac:spMkLst>
            <pc:docMk/>
            <pc:sldMk cId="2236551889" sldId="443"/>
            <ac:spMk id="50" creationId="{EBDF6598-C0D0-467E-8C74-BEFA10BED4F1}"/>
          </ac:spMkLst>
        </pc:spChg>
        <pc:spChg chg="mod">
          <ac:chgData name="Yeo Xiong Wei, Jonathan" userId="ac2b658e-7ce1-44bb-9f9f-bf4198ceaa29" providerId="ADAL" clId="{C86761B7-ABFB-44CE-A306-7B14A25E9759}" dt="2022-06-20T08:29:59.354" v="932" actId="1076"/>
          <ac:spMkLst>
            <pc:docMk/>
            <pc:sldMk cId="2236551889" sldId="443"/>
            <ac:spMk id="51" creationId="{40E5031F-AD55-4653-B87C-ECCAB0F489DC}"/>
          </ac:spMkLst>
        </pc:spChg>
        <pc:spChg chg="mod">
          <ac:chgData name="Yeo Xiong Wei, Jonathan" userId="ac2b658e-7ce1-44bb-9f9f-bf4198ceaa29" providerId="ADAL" clId="{C86761B7-ABFB-44CE-A306-7B14A25E9759}" dt="2022-06-20T08:29:59.354" v="932" actId="1076"/>
          <ac:spMkLst>
            <pc:docMk/>
            <pc:sldMk cId="2236551889" sldId="443"/>
            <ac:spMk id="52" creationId="{071E4D06-68E3-48EA-8A6D-A284F9C491CA}"/>
          </ac:spMkLst>
        </pc:spChg>
        <pc:spChg chg="mod">
          <ac:chgData name="Yeo Xiong Wei, Jonathan" userId="ac2b658e-7ce1-44bb-9f9f-bf4198ceaa29" providerId="ADAL" clId="{C86761B7-ABFB-44CE-A306-7B14A25E9759}" dt="2022-06-20T08:29:59.354" v="932" actId="1076"/>
          <ac:spMkLst>
            <pc:docMk/>
            <pc:sldMk cId="2236551889" sldId="443"/>
            <ac:spMk id="53" creationId="{D3195464-7073-43A6-8301-6F8B641E0437}"/>
          </ac:spMkLst>
        </pc:spChg>
        <pc:spChg chg="mod">
          <ac:chgData name="Yeo Xiong Wei, Jonathan" userId="ac2b658e-7ce1-44bb-9f9f-bf4198ceaa29" providerId="ADAL" clId="{C86761B7-ABFB-44CE-A306-7B14A25E9759}" dt="2022-06-20T08:29:59.354" v="932" actId="1076"/>
          <ac:spMkLst>
            <pc:docMk/>
            <pc:sldMk cId="2236551889" sldId="443"/>
            <ac:spMk id="54" creationId="{BC07A7EB-1FAF-43B1-A932-DEA088EF8E2C}"/>
          </ac:spMkLst>
        </pc:spChg>
        <pc:spChg chg="add mod">
          <ac:chgData name="Yeo Xiong Wei, Jonathan" userId="ac2b658e-7ce1-44bb-9f9f-bf4198ceaa29" providerId="ADAL" clId="{C86761B7-ABFB-44CE-A306-7B14A25E9759}" dt="2022-06-20T08:39:48.491" v="1998" actId="1038"/>
          <ac:spMkLst>
            <pc:docMk/>
            <pc:sldMk cId="2236551889" sldId="443"/>
            <ac:spMk id="56" creationId="{F32B7BF3-F1EF-4D9D-D389-12EFE1704AAC}"/>
          </ac:spMkLst>
        </pc:spChg>
        <pc:spChg chg="mod">
          <ac:chgData name="Yeo Xiong Wei, Jonathan" userId="ac2b658e-7ce1-44bb-9f9f-bf4198ceaa29" providerId="ADAL" clId="{C86761B7-ABFB-44CE-A306-7B14A25E9759}" dt="2022-06-20T08:29:59.354" v="932" actId="1076"/>
          <ac:spMkLst>
            <pc:docMk/>
            <pc:sldMk cId="2236551889" sldId="443"/>
            <ac:spMk id="61" creationId="{F7D6D96A-9BE5-4EF1-8045-1D963D513044}"/>
          </ac:spMkLst>
        </pc:spChg>
        <pc:spChg chg="mod">
          <ac:chgData name="Yeo Xiong Wei, Jonathan" userId="ac2b658e-7ce1-44bb-9f9f-bf4198ceaa29" providerId="ADAL" clId="{C86761B7-ABFB-44CE-A306-7B14A25E9759}" dt="2022-06-20T08:38:54.077" v="1961" actId="5793"/>
          <ac:spMkLst>
            <pc:docMk/>
            <pc:sldMk cId="2236551889" sldId="443"/>
            <ac:spMk id="64" creationId="{6C7BB8CA-34A3-4795-B9BF-CABD94837DD2}"/>
          </ac:spMkLst>
        </pc:spChg>
        <pc:spChg chg="mod">
          <ac:chgData name="Yeo Xiong Wei, Jonathan" userId="ac2b658e-7ce1-44bb-9f9f-bf4198ceaa29" providerId="ADAL" clId="{C86761B7-ABFB-44CE-A306-7B14A25E9759}" dt="2022-06-20T08:38:47.139" v="1943" actId="20577"/>
          <ac:spMkLst>
            <pc:docMk/>
            <pc:sldMk cId="2236551889" sldId="443"/>
            <ac:spMk id="66" creationId="{C54A2DDE-B4D1-4405-92C4-53EDC456A2CA}"/>
          </ac:spMkLst>
        </pc:spChg>
        <pc:cxnChg chg="mod">
          <ac:chgData name="Yeo Xiong Wei, Jonathan" userId="ac2b658e-7ce1-44bb-9f9f-bf4198ceaa29" providerId="ADAL" clId="{C86761B7-ABFB-44CE-A306-7B14A25E9759}" dt="2022-06-20T08:29:59.354" v="932" actId="1076"/>
          <ac:cxnSpMkLst>
            <pc:docMk/>
            <pc:sldMk cId="2236551889" sldId="443"/>
            <ac:cxnSpMk id="7" creationId="{B3AE0041-137F-4938-8557-D83E30CC71AD}"/>
          </ac:cxnSpMkLst>
        </pc:cxnChg>
        <pc:cxnChg chg="mod">
          <ac:chgData name="Yeo Xiong Wei, Jonathan" userId="ac2b658e-7ce1-44bb-9f9f-bf4198ceaa29" providerId="ADAL" clId="{C86761B7-ABFB-44CE-A306-7B14A25E9759}" dt="2022-06-20T08:29:59.354" v="932" actId="1076"/>
          <ac:cxnSpMkLst>
            <pc:docMk/>
            <pc:sldMk cId="2236551889" sldId="443"/>
            <ac:cxnSpMk id="11" creationId="{D0298AC9-592E-49BB-8918-32B80B6329FD}"/>
          </ac:cxnSpMkLst>
        </pc:cxnChg>
        <pc:cxnChg chg="mod">
          <ac:chgData name="Yeo Xiong Wei, Jonathan" userId="ac2b658e-7ce1-44bb-9f9f-bf4198ceaa29" providerId="ADAL" clId="{C86761B7-ABFB-44CE-A306-7B14A25E9759}" dt="2022-06-20T08:29:59.354" v="932" actId="1076"/>
          <ac:cxnSpMkLst>
            <pc:docMk/>
            <pc:sldMk cId="2236551889" sldId="443"/>
            <ac:cxnSpMk id="16" creationId="{46CAE1BD-4D15-445E-8F80-2FC58146DA5D}"/>
          </ac:cxnSpMkLst>
        </pc:cxnChg>
        <pc:cxnChg chg="mod">
          <ac:chgData name="Yeo Xiong Wei, Jonathan" userId="ac2b658e-7ce1-44bb-9f9f-bf4198ceaa29" providerId="ADAL" clId="{C86761B7-ABFB-44CE-A306-7B14A25E9759}" dt="2022-06-20T08:29:59.354" v="932" actId="1076"/>
          <ac:cxnSpMkLst>
            <pc:docMk/>
            <pc:sldMk cId="2236551889" sldId="443"/>
            <ac:cxnSpMk id="19" creationId="{34E8AAF8-07D6-425E-8C92-838E12AD0AC8}"/>
          </ac:cxnSpMkLst>
        </pc:cxnChg>
        <pc:cxnChg chg="mod">
          <ac:chgData name="Yeo Xiong Wei, Jonathan" userId="ac2b658e-7ce1-44bb-9f9f-bf4198ceaa29" providerId="ADAL" clId="{C86761B7-ABFB-44CE-A306-7B14A25E9759}" dt="2022-06-20T08:29:59.354" v="932" actId="1076"/>
          <ac:cxnSpMkLst>
            <pc:docMk/>
            <pc:sldMk cId="2236551889" sldId="443"/>
            <ac:cxnSpMk id="23" creationId="{96B88C45-04B7-4C9F-B0AD-E4B97F8F634F}"/>
          </ac:cxnSpMkLst>
        </pc:cxnChg>
        <pc:cxnChg chg="mod">
          <ac:chgData name="Yeo Xiong Wei, Jonathan" userId="ac2b658e-7ce1-44bb-9f9f-bf4198ceaa29" providerId="ADAL" clId="{C86761B7-ABFB-44CE-A306-7B14A25E9759}" dt="2022-06-20T08:29:59.354" v="932" actId="1076"/>
          <ac:cxnSpMkLst>
            <pc:docMk/>
            <pc:sldMk cId="2236551889" sldId="443"/>
            <ac:cxnSpMk id="30" creationId="{92FD7F76-74B5-4897-A249-491B215B4589}"/>
          </ac:cxnSpMkLst>
        </pc:cxnChg>
        <pc:cxnChg chg="mod">
          <ac:chgData name="Yeo Xiong Wei, Jonathan" userId="ac2b658e-7ce1-44bb-9f9f-bf4198ceaa29" providerId="ADAL" clId="{C86761B7-ABFB-44CE-A306-7B14A25E9759}" dt="2022-06-20T08:29:59.354" v="932" actId="1076"/>
          <ac:cxnSpMkLst>
            <pc:docMk/>
            <pc:sldMk cId="2236551889" sldId="443"/>
            <ac:cxnSpMk id="34" creationId="{AAD932A4-0BF4-45B7-A99C-361F1B25FC8C}"/>
          </ac:cxnSpMkLst>
        </pc:cxnChg>
        <pc:cxnChg chg="mod">
          <ac:chgData name="Yeo Xiong Wei, Jonathan" userId="ac2b658e-7ce1-44bb-9f9f-bf4198ceaa29" providerId="ADAL" clId="{C86761B7-ABFB-44CE-A306-7B14A25E9759}" dt="2022-06-20T08:29:59.354" v="932" actId="1076"/>
          <ac:cxnSpMkLst>
            <pc:docMk/>
            <pc:sldMk cId="2236551889" sldId="443"/>
            <ac:cxnSpMk id="38" creationId="{8C5FCC3F-D027-4A35-88B2-596552133345}"/>
          </ac:cxnSpMkLst>
        </pc:cxnChg>
        <pc:cxnChg chg="mod">
          <ac:chgData name="Yeo Xiong Wei, Jonathan" userId="ac2b658e-7ce1-44bb-9f9f-bf4198ceaa29" providerId="ADAL" clId="{C86761B7-ABFB-44CE-A306-7B14A25E9759}" dt="2022-06-20T08:29:59.354" v="932" actId="1076"/>
          <ac:cxnSpMkLst>
            <pc:docMk/>
            <pc:sldMk cId="2236551889" sldId="443"/>
            <ac:cxnSpMk id="41" creationId="{503B4055-A97D-4C4A-98C5-5846BFC4DE50}"/>
          </ac:cxnSpMkLst>
        </pc:cxnChg>
        <pc:cxnChg chg="mod">
          <ac:chgData name="Yeo Xiong Wei, Jonathan" userId="ac2b658e-7ce1-44bb-9f9f-bf4198ceaa29" providerId="ADAL" clId="{C86761B7-ABFB-44CE-A306-7B14A25E9759}" dt="2022-06-20T08:29:59.354" v="932" actId="1076"/>
          <ac:cxnSpMkLst>
            <pc:docMk/>
            <pc:sldMk cId="2236551889" sldId="443"/>
            <ac:cxnSpMk id="43" creationId="{CE2A4467-671D-43B9-92EB-70FFB527C271}"/>
          </ac:cxnSpMkLst>
        </pc:cxnChg>
        <pc:cxnChg chg="mod">
          <ac:chgData name="Yeo Xiong Wei, Jonathan" userId="ac2b658e-7ce1-44bb-9f9f-bf4198ceaa29" providerId="ADAL" clId="{C86761B7-ABFB-44CE-A306-7B14A25E9759}" dt="2022-06-20T08:29:59.354" v="932" actId="1076"/>
          <ac:cxnSpMkLst>
            <pc:docMk/>
            <pc:sldMk cId="2236551889" sldId="443"/>
            <ac:cxnSpMk id="44" creationId="{942338EF-D493-4AD6-903C-37B882625E26}"/>
          </ac:cxnSpMkLst>
        </pc:cxnChg>
        <pc:cxnChg chg="mod">
          <ac:chgData name="Yeo Xiong Wei, Jonathan" userId="ac2b658e-7ce1-44bb-9f9f-bf4198ceaa29" providerId="ADAL" clId="{C86761B7-ABFB-44CE-A306-7B14A25E9759}" dt="2022-06-20T08:29:59.354" v="932" actId="1076"/>
          <ac:cxnSpMkLst>
            <pc:docMk/>
            <pc:sldMk cId="2236551889" sldId="443"/>
            <ac:cxnSpMk id="45" creationId="{6953EBE6-A3A3-4429-B843-7C79BCACDD83}"/>
          </ac:cxnSpMkLst>
        </pc:cxnChg>
        <pc:cxnChg chg="mod">
          <ac:chgData name="Yeo Xiong Wei, Jonathan" userId="ac2b658e-7ce1-44bb-9f9f-bf4198ceaa29" providerId="ADAL" clId="{C86761B7-ABFB-44CE-A306-7B14A25E9759}" dt="2022-06-20T08:29:59.354" v="932" actId="1076"/>
          <ac:cxnSpMkLst>
            <pc:docMk/>
            <pc:sldMk cId="2236551889" sldId="443"/>
            <ac:cxnSpMk id="46" creationId="{A2121BD2-D891-408D-A2AD-BB4E03C68B44}"/>
          </ac:cxnSpMkLst>
        </pc:cxnChg>
        <pc:cxnChg chg="mod">
          <ac:chgData name="Yeo Xiong Wei, Jonathan" userId="ac2b658e-7ce1-44bb-9f9f-bf4198ceaa29" providerId="ADAL" clId="{C86761B7-ABFB-44CE-A306-7B14A25E9759}" dt="2022-06-20T08:29:59.354" v="932" actId="1076"/>
          <ac:cxnSpMkLst>
            <pc:docMk/>
            <pc:sldMk cId="2236551889" sldId="443"/>
            <ac:cxnSpMk id="47" creationId="{1E568B96-AE42-499E-B6D6-B59EC097F6B5}"/>
          </ac:cxnSpMkLst>
        </pc:cxnChg>
        <pc:cxnChg chg="mod">
          <ac:chgData name="Yeo Xiong Wei, Jonathan" userId="ac2b658e-7ce1-44bb-9f9f-bf4198ceaa29" providerId="ADAL" clId="{C86761B7-ABFB-44CE-A306-7B14A25E9759}" dt="2022-06-20T08:29:59.354" v="932" actId="1076"/>
          <ac:cxnSpMkLst>
            <pc:docMk/>
            <pc:sldMk cId="2236551889" sldId="443"/>
            <ac:cxnSpMk id="49" creationId="{BC4AE499-96B0-4CCA-B814-B20963EA046B}"/>
          </ac:cxnSpMkLst>
        </pc:cxnChg>
        <pc:cxnChg chg="mod">
          <ac:chgData name="Yeo Xiong Wei, Jonathan" userId="ac2b658e-7ce1-44bb-9f9f-bf4198ceaa29" providerId="ADAL" clId="{C86761B7-ABFB-44CE-A306-7B14A25E9759}" dt="2022-06-20T08:29:59.354" v="932" actId="1076"/>
          <ac:cxnSpMkLst>
            <pc:docMk/>
            <pc:sldMk cId="2236551889" sldId="443"/>
            <ac:cxnSpMk id="55" creationId="{C9BB14BC-2979-40C4-9211-C6456317F861}"/>
          </ac:cxnSpMkLst>
        </pc:cxnChg>
      </pc:sldChg>
      <pc:sldChg chg="addSp delSp modSp add del mod ord">
        <pc:chgData name="Yeo Xiong Wei, Jonathan" userId="ac2b658e-7ce1-44bb-9f9f-bf4198ceaa29" providerId="ADAL" clId="{C86761B7-ABFB-44CE-A306-7B14A25E9759}" dt="2022-07-12T06:14:09.462" v="7341" actId="478"/>
        <pc:sldMkLst>
          <pc:docMk/>
          <pc:sldMk cId="383123542" sldId="445"/>
        </pc:sldMkLst>
        <pc:spChg chg="mod">
          <ac:chgData name="Yeo Xiong Wei, Jonathan" userId="ac2b658e-7ce1-44bb-9f9f-bf4198ceaa29" providerId="ADAL" clId="{C86761B7-ABFB-44CE-A306-7B14A25E9759}" dt="2022-07-12T06:13:37.927" v="7337" actId="20577"/>
          <ac:spMkLst>
            <pc:docMk/>
            <pc:sldMk cId="383123542" sldId="445"/>
            <ac:spMk id="2" creationId="{87743E6D-5E96-47AF-A6F6-4BD89360D7F4}"/>
          </ac:spMkLst>
        </pc:spChg>
        <pc:inkChg chg="del">
          <ac:chgData name="Yeo Xiong Wei, Jonathan" userId="ac2b658e-7ce1-44bb-9f9f-bf4198ceaa29" providerId="ADAL" clId="{C86761B7-ABFB-44CE-A306-7B14A25E9759}" dt="2022-07-12T06:11:15.853" v="7259" actId="478"/>
          <ac:inkMkLst>
            <pc:docMk/>
            <pc:sldMk cId="383123542" sldId="445"/>
            <ac:inkMk id="6" creationId="{C7F8F378-024E-46E8-B4C6-F4698EE8A1F5}"/>
          </ac:inkMkLst>
        </pc:inkChg>
        <pc:cxnChg chg="add del mod">
          <ac:chgData name="Yeo Xiong Wei, Jonathan" userId="ac2b658e-7ce1-44bb-9f9f-bf4198ceaa29" providerId="ADAL" clId="{C86761B7-ABFB-44CE-A306-7B14A25E9759}" dt="2022-07-12T06:14:09.462" v="7341" actId="478"/>
          <ac:cxnSpMkLst>
            <pc:docMk/>
            <pc:sldMk cId="383123542" sldId="445"/>
            <ac:cxnSpMk id="39" creationId="{D5702111-48F5-1F6F-FFBB-2EE3BDC7884B}"/>
          </ac:cxnSpMkLst>
        </pc:cxnChg>
      </pc:sldChg>
      <pc:sldChg chg="modSp mod">
        <pc:chgData name="Yeo Xiong Wei, Jonathan" userId="ac2b658e-7ce1-44bb-9f9f-bf4198ceaa29" providerId="ADAL" clId="{C86761B7-ABFB-44CE-A306-7B14A25E9759}" dt="2022-06-20T09:12:26.202" v="3184" actId="115"/>
        <pc:sldMkLst>
          <pc:docMk/>
          <pc:sldMk cId="719260337" sldId="448"/>
        </pc:sldMkLst>
        <pc:spChg chg="mod">
          <ac:chgData name="Yeo Xiong Wei, Jonathan" userId="ac2b658e-7ce1-44bb-9f9f-bf4198ceaa29" providerId="ADAL" clId="{C86761B7-ABFB-44CE-A306-7B14A25E9759}" dt="2022-06-20T09:12:26.202" v="3184" actId="115"/>
          <ac:spMkLst>
            <pc:docMk/>
            <pc:sldMk cId="719260337" sldId="448"/>
            <ac:spMk id="28674" creationId="{00000000-0000-0000-0000-000000000000}"/>
          </ac:spMkLst>
        </pc:spChg>
      </pc:sldChg>
      <pc:sldChg chg="modSp mod">
        <pc:chgData name="Yeo Xiong Wei, Jonathan" userId="ac2b658e-7ce1-44bb-9f9f-bf4198ceaa29" providerId="ADAL" clId="{C86761B7-ABFB-44CE-A306-7B14A25E9759}" dt="2022-06-20T09:17:08.890" v="3524" actId="114"/>
        <pc:sldMkLst>
          <pc:docMk/>
          <pc:sldMk cId="3346913982" sldId="449"/>
        </pc:sldMkLst>
        <pc:spChg chg="mod">
          <ac:chgData name="Yeo Xiong Wei, Jonathan" userId="ac2b658e-7ce1-44bb-9f9f-bf4198ceaa29" providerId="ADAL" clId="{C86761B7-ABFB-44CE-A306-7B14A25E9759}" dt="2022-06-20T09:17:08.890" v="3524" actId="114"/>
          <ac:spMkLst>
            <pc:docMk/>
            <pc:sldMk cId="3346913982" sldId="449"/>
            <ac:spMk id="28674" creationId="{00000000-0000-0000-0000-000000000000}"/>
          </ac:spMkLst>
        </pc:spChg>
      </pc:sldChg>
      <pc:sldChg chg="delSp modSp mod ord">
        <pc:chgData name="Yeo Xiong Wei, Jonathan" userId="ac2b658e-7ce1-44bb-9f9f-bf4198ceaa29" providerId="ADAL" clId="{C86761B7-ABFB-44CE-A306-7B14A25E9759}" dt="2022-07-12T06:13:13.669" v="7311" actId="313"/>
        <pc:sldMkLst>
          <pc:docMk/>
          <pc:sldMk cId="626524365" sldId="450"/>
        </pc:sldMkLst>
        <pc:spChg chg="mod">
          <ac:chgData name="Yeo Xiong Wei, Jonathan" userId="ac2b658e-7ce1-44bb-9f9f-bf4198ceaa29" providerId="ADAL" clId="{C86761B7-ABFB-44CE-A306-7B14A25E9759}" dt="2022-06-20T09:07:11.801" v="3037" actId="20577"/>
          <ac:spMkLst>
            <pc:docMk/>
            <pc:sldMk cId="626524365" sldId="450"/>
            <ac:spMk id="28673" creationId="{00000000-0000-0000-0000-000000000000}"/>
          </ac:spMkLst>
        </pc:spChg>
        <pc:spChg chg="mod">
          <ac:chgData name="Yeo Xiong Wei, Jonathan" userId="ac2b658e-7ce1-44bb-9f9f-bf4198ceaa29" providerId="ADAL" clId="{C86761B7-ABFB-44CE-A306-7B14A25E9759}" dt="2022-07-12T06:13:13.669" v="7311" actId="313"/>
          <ac:spMkLst>
            <pc:docMk/>
            <pc:sldMk cId="626524365" sldId="450"/>
            <ac:spMk id="28674" creationId="{00000000-0000-0000-0000-000000000000}"/>
          </ac:spMkLst>
        </pc:spChg>
        <pc:graphicFrameChg chg="del">
          <ac:chgData name="Yeo Xiong Wei, Jonathan" userId="ac2b658e-7ce1-44bb-9f9f-bf4198ceaa29" providerId="ADAL" clId="{C86761B7-ABFB-44CE-A306-7B14A25E9759}" dt="2022-06-20T09:04:38.384" v="2761" actId="478"/>
          <ac:graphicFrameMkLst>
            <pc:docMk/>
            <pc:sldMk cId="626524365" sldId="450"/>
            <ac:graphicFrameMk id="4" creationId="{87A3E207-F4BE-457A-ABD1-DCA0823C5FF6}"/>
          </ac:graphicFrameMkLst>
        </pc:graphicFrameChg>
      </pc:sldChg>
      <pc:sldChg chg="modSp del mod">
        <pc:chgData name="Yeo Xiong Wei, Jonathan" userId="ac2b658e-7ce1-44bb-9f9f-bf4198ceaa29" providerId="ADAL" clId="{C86761B7-ABFB-44CE-A306-7B14A25E9759}" dt="2022-06-20T09:01:40.892" v="2489" actId="47"/>
        <pc:sldMkLst>
          <pc:docMk/>
          <pc:sldMk cId="873964792" sldId="451"/>
        </pc:sldMkLst>
        <pc:spChg chg="mod">
          <ac:chgData name="Yeo Xiong Wei, Jonathan" userId="ac2b658e-7ce1-44bb-9f9f-bf4198ceaa29" providerId="ADAL" clId="{C86761B7-ABFB-44CE-A306-7B14A25E9759}" dt="2022-06-20T08:40:34.755" v="2019" actId="20577"/>
          <ac:spMkLst>
            <pc:docMk/>
            <pc:sldMk cId="873964792" sldId="451"/>
            <ac:spMk id="2" creationId="{87743E6D-5E96-47AF-A6F6-4BD89360D7F4}"/>
          </ac:spMkLst>
        </pc:spChg>
        <pc:spChg chg="mod">
          <ac:chgData name="Yeo Xiong Wei, Jonathan" userId="ac2b658e-7ce1-44bb-9f9f-bf4198ceaa29" providerId="ADAL" clId="{C86761B7-ABFB-44CE-A306-7B14A25E9759}" dt="2022-06-20T08:48:13.227" v="2486" actId="20577"/>
          <ac:spMkLst>
            <pc:docMk/>
            <pc:sldMk cId="873964792" sldId="451"/>
            <ac:spMk id="40" creationId="{418EBAEF-BFFA-4C32-8F9D-8D3FD46B1F44}"/>
          </ac:spMkLst>
        </pc:spChg>
      </pc:sldChg>
      <pc:sldChg chg="add del">
        <pc:chgData name="Yeo Xiong Wei, Jonathan" userId="ac2b658e-7ce1-44bb-9f9f-bf4198ceaa29" providerId="ADAL" clId="{C86761B7-ABFB-44CE-A306-7B14A25E9759}" dt="2022-06-20T09:01:40.892" v="2489" actId="47"/>
        <pc:sldMkLst>
          <pc:docMk/>
          <pc:sldMk cId="1378113013" sldId="452"/>
        </pc:sldMkLst>
      </pc:sldChg>
      <pc:sldChg chg="modSp mod ord">
        <pc:chgData name="Yeo Xiong Wei, Jonathan" userId="ac2b658e-7ce1-44bb-9f9f-bf4198ceaa29" providerId="ADAL" clId="{C86761B7-ABFB-44CE-A306-7B14A25E9759}" dt="2022-06-20T09:08:35.666" v="3077" actId="20577"/>
        <pc:sldMkLst>
          <pc:docMk/>
          <pc:sldMk cId="104785521" sldId="455"/>
        </pc:sldMkLst>
        <pc:spChg chg="mod">
          <ac:chgData name="Yeo Xiong Wei, Jonathan" userId="ac2b658e-7ce1-44bb-9f9f-bf4198ceaa29" providerId="ADAL" clId="{C86761B7-ABFB-44CE-A306-7B14A25E9759}" dt="2022-06-20T09:08:35.666" v="3077" actId="20577"/>
          <ac:spMkLst>
            <pc:docMk/>
            <pc:sldMk cId="104785521" sldId="455"/>
            <ac:spMk id="2" creationId="{87743E6D-5E96-47AF-A6F6-4BD89360D7F4}"/>
          </ac:spMkLst>
        </pc:spChg>
      </pc:sldChg>
      <pc:sldChg chg="del">
        <pc:chgData name="Yeo Xiong Wei, Jonathan" userId="ac2b658e-7ce1-44bb-9f9f-bf4198ceaa29" providerId="ADAL" clId="{C86761B7-ABFB-44CE-A306-7B14A25E9759}" dt="2022-06-20T08:44:21.038" v="2181" actId="47"/>
        <pc:sldMkLst>
          <pc:docMk/>
          <pc:sldMk cId="3788905468" sldId="456"/>
        </pc:sldMkLst>
      </pc:sldChg>
      <pc:sldChg chg="modSp add mod">
        <pc:chgData name="Yeo Xiong Wei, Jonathan" userId="ac2b658e-7ce1-44bb-9f9f-bf4198ceaa29" providerId="ADAL" clId="{C86761B7-ABFB-44CE-A306-7B14A25E9759}" dt="2022-06-20T08:37:57.065" v="1916" actId="403"/>
        <pc:sldMkLst>
          <pc:docMk/>
          <pc:sldMk cId="1904808220" sldId="457"/>
        </pc:sldMkLst>
        <pc:spChg chg="mod">
          <ac:chgData name="Yeo Xiong Wei, Jonathan" userId="ac2b658e-7ce1-44bb-9f9f-bf4198ceaa29" providerId="ADAL" clId="{C86761B7-ABFB-44CE-A306-7B14A25E9759}" dt="2022-06-20T08:33:45.800" v="1419" actId="20577"/>
          <ac:spMkLst>
            <pc:docMk/>
            <pc:sldMk cId="1904808220" sldId="457"/>
            <ac:spMk id="2" creationId="{87743E6D-5E96-47AF-A6F6-4BD89360D7F4}"/>
          </ac:spMkLst>
        </pc:spChg>
        <pc:spChg chg="mod">
          <ac:chgData name="Yeo Xiong Wei, Jonathan" userId="ac2b658e-7ce1-44bb-9f9f-bf4198ceaa29" providerId="ADAL" clId="{C86761B7-ABFB-44CE-A306-7B14A25E9759}" dt="2022-06-20T08:37:57.065" v="1916" actId="403"/>
          <ac:spMkLst>
            <pc:docMk/>
            <pc:sldMk cId="1904808220" sldId="457"/>
            <ac:spMk id="3" creationId="{A50223E0-B0E5-4750-9D8D-1CDF034A274D}"/>
          </ac:spMkLst>
        </pc:spChg>
      </pc:sldChg>
      <pc:sldChg chg="add del">
        <pc:chgData name="Yeo Xiong Wei, Jonathan" userId="ac2b658e-7ce1-44bb-9f9f-bf4198ceaa29" providerId="ADAL" clId="{C86761B7-ABFB-44CE-A306-7B14A25E9759}" dt="2022-06-20T08:30:46.648" v="937"/>
        <pc:sldMkLst>
          <pc:docMk/>
          <pc:sldMk cId="3473788560" sldId="457"/>
        </pc:sldMkLst>
      </pc:sldChg>
      <pc:sldChg chg="modSp add mod">
        <pc:chgData name="Yeo Xiong Wei, Jonathan" userId="ac2b658e-7ce1-44bb-9f9f-bf4198ceaa29" providerId="ADAL" clId="{C86761B7-ABFB-44CE-A306-7B14A25E9759}" dt="2022-06-20T09:01:46.601" v="2508" actId="20577"/>
        <pc:sldMkLst>
          <pc:docMk/>
          <pc:sldMk cId="1463984357" sldId="458"/>
        </pc:sldMkLst>
        <pc:spChg chg="mod">
          <ac:chgData name="Yeo Xiong Wei, Jonathan" userId="ac2b658e-7ce1-44bb-9f9f-bf4198ceaa29" providerId="ADAL" clId="{C86761B7-ABFB-44CE-A306-7B14A25E9759}" dt="2022-06-20T09:01:46.601" v="2508" actId="20577"/>
          <ac:spMkLst>
            <pc:docMk/>
            <pc:sldMk cId="1463984357" sldId="458"/>
            <ac:spMk id="2" creationId="{E19ABC91-B477-4D87-98FF-6BD62F1458B7}"/>
          </ac:spMkLst>
        </pc:spChg>
      </pc:sldChg>
      <pc:sldChg chg="modSp add mod">
        <pc:chgData name="Yeo Xiong Wei, Jonathan" userId="ac2b658e-7ce1-44bb-9f9f-bf4198ceaa29" providerId="ADAL" clId="{C86761B7-ABFB-44CE-A306-7B14A25E9759}" dt="2022-06-20T09:07:04.123" v="3027" actId="1076"/>
        <pc:sldMkLst>
          <pc:docMk/>
          <pc:sldMk cId="1490855871" sldId="459"/>
        </pc:sldMkLst>
        <pc:spChg chg="mod">
          <ac:chgData name="Yeo Xiong Wei, Jonathan" userId="ac2b658e-7ce1-44bb-9f9f-bf4198ceaa29" providerId="ADAL" clId="{C86761B7-ABFB-44CE-A306-7B14A25E9759}" dt="2022-06-20T09:06:58.856" v="3026" actId="6549"/>
          <ac:spMkLst>
            <pc:docMk/>
            <pc:sldMk cId="1490855871" sldId="459"/>
            <ac:spMk id="28674" creationId="{00000000-0000-0000-0000-000000000000}"/>
          </ac:spMkLst>
        </pc:spChg>
        <pc:graphicFrameChg chg="mod">
          <ac:chgData name="Yeo Xiong Wei, Jonathan" userId="ac2b658e-7ce1-44bb-9f9f-bf4198ceaa29" providerId="ADAL" clId="{C86761B7-ABFB-44CE-A306-7B14A25E9759}" dt="2022-06-20T09:07:04.123" v="3027" actId="1076"/>
          <ac:graphicFrameMkLst>
            <pc:docMk/>
            <pc:sldMk cId="1490855871" sldId="459"/>
            <ac:graphicFrameMk id="4" creationId="{87A3E207-F4BE-457A-ABD1-DCA0823C5FF6}"/>
          </ac:graphicFrameMkLst>
        </pc:graphicFrameChg>
      </pc:sldChg>
      <pc:sldChg chg="modSp add del mod">
        <pc:chgData name="Yeo Xiong Wei, Jonathan" userId="ac2b658e-7ce1-44bb-9f9f-bf4198ceaa29" providerId="ADAL" clId="{C86761B7-ABFB-44CE-A306-7B14A25E9759}" dt="2022-06-20T09:01:40.892" v="2489" actId="47"/>
        <pc:sldMkLst>
          <pc:docMk/>
          <pc:sldMk cId="2107296831" sldId="459"/>
        </pc:sldMkLst>
        <pc:spChg chg="mod">
          <ac:chgData name="Yeo Xiong Wei, Jonathan" userId="ac2b658e-7ce1-44bb-9f9f-bf4198ceaa29" providerId="ADAL" clId="{C86761B7-ABFB-44CE-A306-7B14A25E9759}" dt="2022-06-20T08:47:17.246" v="2281" actId="6549"/>
          <ac:spMkLst>
            <pc:docMk/>
            <pc:sldMk cId="2107296831" sldId="459"/>
            <ac:spMk id="40" creationId="{418EBAEF-BFFA-4C32-8F9D-8D3FD46B1F44}"/>
          </ac:spMkLst>
        </pc:spChg>
      </pc:sldChg>
      <pc:sldChg chg="modSp add mod">
        <pc:chgData name="Yeo Xiong Wei, Jonathan" userId="ac2b658e-7ce1-44bb-9f9f-bf4198ceaa29" providerId="ADAL" clId="{C86761B7-ABFB-44CE-A306-7B14A25E9759}" dt="2022-06-20T09:21:44.360" v="3556" actId="20577"/>
        <pc:sldMkLst>
          <pc:docMk/>
          <pc:sldMk cId="2134456848" sldId="460"/>
        </pc:sldMkLst>
        <pc:spChg chg="mod">
          <ac:chgData name="Yeo Xiong Wei, Jonathan" userId="ac2b658e-7ce1-44bb-9f9f-bf4198ceaa29" providerId="ADAL" clId="{C86761B7-ABFB-44CE-A306-7B14A25E9759}" dt="2022-06-20T09:21:44.360" v="3556" actId="20577"/>
          <ac:spMkLst>
            <pc:docMk/>
            <pc:sldMk cId="2134456848" sldId="460"/>
            <ac:spMk id="2" creationId="{E19ABC91-B477-4D87-98FF-6BD62F1458B7}"/>
          </ac:spMkLst>
        </pc:spChg>
      </pc:sldChg>
      <pc:sldChg chg="addSp delSp modSp add mod">
        <pc:chgData name="Yeo Xiong Wei, Jonathan" userId="ac2b658e-7ce1-44bb-9f9f-bf4198ceaa29" providerId="ADAL" clId="{C86761B7-ABFB-44CE-A306-7B14A25E9759}" dt="2022-06-20T09:34:49.137" v="4444" actId="20577"/>
        <pc:sldMkLst>
          <pc:docMk/>
          <pc:sldMk cId="1544935269" sldId="461"/>
        </pc:sldMkLst>
        <pc:spChg chg="del">
          <ac:chgData name="Yeo Xiong Wei, Jonathan" userId="ac2b658e-7ce1-44bb-9f9f-bf4198ceaa29" providerId="ADAL" clId="{C86761B7-ABFB-44CE-A306-7B14A25E9759}" dt="2022-06-20T09:26:00.895" v="3968" actId="478"/>
          <ac:spMkLst>
            <pc:docMk/>
            <pc:sldMk cId="1544935269" sldId="461"/>
            <ac:spMk id="3" creationId="{00000000-0000-0000-0000-000000000000}"/>
          </ac:spMkLst>
        </pc:spChg>
        <pc:spChg chg="add del mod">
          <ac:chgData name="Yeo Xiong Wei, Jonathan" userId="ac2b658e-7ce1-44bb-9f9f-bf4198ceaa29" providerId="ADAL" clId="{C86761B7-ABFB-44CE-A306-7B14A25E9759}" dt="2022-06-20T09:25:59.959" v="3967" actId="478"/>
          <ac:spMkLst>
            <pc:docMk/>
            <pc:sldMk cId="1544935269" sldId="461"/>
            <ac:spMk id="6" creationId="{05499CF3-91DC-744E-D9AB-764641D9A16C}"/>
          </ac:spMkLst>
        </pc:spChg>
        <pc:spChg chg="del">
          <ac:chgData name="Yeo Xiong Wei, Jonathan" userId="ac2b658e-7ce1-44bb-9f9f-bf4198ceaa29" providerId="ADAL" clId="{C86761B7-ABFB-44CE-A306-7B14A25E9759}" dt="2022-06-20T09:26:02.800" v="3970" actId="478"/>
          <ac:spMkLst>
            <pc:docMk/>
            <pc:sldMk cId="1544935269" sldId="461"/>
            <ac:spMk id="7" creationId="{00000000-0000-0000-0000-000000000000}"/>
          </ac:spMkLst>
        </pc:spChg>
        <pc:spChg chg="add mod">
          <ac:chgData name="Yeo Xiong Wei, Jonathan" userId="ac2b658e-7ce1-44bb-9f9f-bf4198ceaa29" providerId="ADAL" clId="{C86761B7-ABFB-44CE-A306-7B14A25E9759}" dt="2022-06-20T09:34:40.712" v="4440" actId="20577"/>
          <ac:spMkLst>
            <pc:docMk/>
            <pc:sldMk cId="1544935269" sldId="461"/>
            <ac:spMk id="10" creationId="{542DD9F7-EE6B-CD1C-539B-C416BA53DD8A}"/>
          </ac:spMkLst>
        </pc:spChg>
        <pc:spChg chg="mod">
          <ac:chgData name="Yeo Xiong Wei, Jonathan" userId="ac2b658e-7ce1-44bb-9f9f-bf4198ceaa29" providerId="ADAL" clId="{C86761B7-ABFB-44CE-A306-7B14A25E9759}" dt="2022-06-20T09:34:49.137" v="4444" actId="20577"/>
          <ac:spMkLst>
            <pc:docMk/>
            <pc:sldMk cId="1544935269" sldId="461"/>
            <ac:spMk id="77825" creationId="{00000000-0000-0000-0000-000000000000}"/>
          </ac:spMkLst>
        </pc:spChg>
        <pc:spChg chg="del mod">
          <ac:chgData name="Yeo Xiong Wei, Jonathan" userId="ac2b658e-7ce1-44bb-9f9f-bf4198ceaa29" providerId="ADAL" clId="{C86761B7-ABFB-44CE-A306-7B14A25E9759}" dt="2022-06-20T09:25:55.842" v="3966" actId="478"/>
          <ac:spMkLst>
            <pc:docMk/>
            <pc:sldMk cId="1544935269" sldId="461"/>
            <ac:spMk id="77826" creationId="{00000000-0000-0000-0000-000000000000}"/>
          </ac:spMkLst>
        </pc:spChg>
        <pc:picChg chg="del">
          <ac:chgData name="Yeo Xiong Wei, Jonathan" userId="ac2b658e-7ce1-44bb-9f9f-bf4198ceaa29" providerId="ADAL" clId="{C86761B7-ABFB-44CE-A306-7B14A25E9759}" dt="2022-06-20T09:26:01.552" v="3969" actId="478"/>
          <ac:picMkLst>
            <pc:docMk/>
            <pc:sldMk cId="1544935269" sldId="461"/>
            <ac:picMk id="5" creationId="{00000000-0000-0000-0000-000000000000}"/>
          </ac:picMkLst>
        </pc:picChg>
      </pc:sldChg>
      <pc:sldChg chg="modSp add del">
        <pc:chgData name="Yeo Xiong Wei, Jonathan" userId="ac2b658e-7ce1-44bb-9f9f-bf4198ceaa29" providerId="ADAL" clId="{C86761B7-ABFB-44CE-A306-7B14A25E9759}" dt="2022-06-20T10:06:58.691" v="7257" actId="47"/>
        <pc:sldMkLst>
          <pc:docMk/>
          <pc:sldMk cId="4186508958" sldId="462"/>
        </pc:sldMkLst>
        <pc:spChg chg="mod">
          <ac:chgData name="Yeo Xiong Wei, Jonathan" userId="ac2b658e-7ce1-44bb-9f9f-bf4198ceaa29" providerId="ADAL" clId="{C86761B7-ABFB-44CE-A306-7B14A25E9759}" dt="2022-06-20T09:37:32.832" v="4502" actId="20577"/>
          <ac:spMkLst>
            <pc:docMk/>
            <pc:sldMk cId="4186508958" sldId="462"/>
            <ac:spMk id="10" creationId="{542DD9F7-EE6B-CD1C-539B-C416BA53DD8A}"/>
          </ac:spMkLst>
        </pc:spChg>
      </pc:sldChg>
      <pc:sldChg chg="modSp add mod">
        <pc:chgData name="Yeo Xiong Wei, Jonathan" userId="ac2b658e-7ce1-44bb-9f9f-bf4198ceaa29" providerId="ADAL" clId="{C86761B7-ABFB-44CE-A306-7B14A25E9759}" dt="2022-06-20T09:39:39.266" v="4687" actId="20577"/>
        <pc:sldMkLst>
          <pc:docMk/>
          <pc:sldMk cId="1717280244" sldId="463"/>
        </pc:sldMkLst>
        <pc:spChg chg="mod">
          <ac:chgData name="Yeo Xiong Wei, Jonathan" userId="ac2b658e-7ce1-44bb-9f9f-bf4198ceaa29" providerId="ADAL" clId="{C86761B7-ABFB-44CE-A306-7B14A25E9759}" dt="2022-06-20T09:39:39.266" v="4687" actId="20577"/>
          <ac:spMkLst>
            <pc:docMk/>
            <pc:sldMk cId="1717280244" sldId="463"/>
            <ac:spMk id="10" creationId="{542DD9F7-EE6B-CD1C-539B-C416BA53DD8A}"/>
          </ac:spMkLst>
        </pc:spChg>
        <pc:spChg chg="mod">
          <ac:chgData name="Yeo Xiong Wei, Jonathan" userId="ac2b658e-7ce1-44bb-9f9f-bf4198ceaa29" providerId="ADAL" clId="{C86761B7-ABFB-44CE-A306-7B14A25E9759}" dt="2022-06-20T09:36:01.839" v="4459" actId="20577"/>
          <ac:spMkLst>
            <pc:docMk/>
            <pc:sldMk cId="1717280244" sldId="463"/>
            <ac:spMk id="77825" creationId="{00000000-0000-0000-0000-000000000000}"/>
          </ac:spMkLst>
        </pc:spChg>
      </pc:sldChg>
      <pc:sldChg chg="add del">
        <pc:chgData name="Yeo Xiong Wei, Jonathan" userId="ac2b658e-7ce1-44bb-9f9f-bf4198ceaa29" providerId="ADAL" clId="{C86761B7-ABFB-44CE-A306-7B14A25E9759}" dt="2022-06-20T09:52:24.329" v="5779" actId="47"/>
        <pc:sldMkLst>
          <pc:docMk/>
          <pc:sldMk cId="350201661" sldId="464"/>
        </pc:sldMkLst>
      </pc:sldChg>
      <pc:sldChg chg="modSp add mod">
        <pc:chgData name="Yeo Xiong Wei, Jonathan" userId="ac2b658e-7ce1-44bb-9f9f-bf4198ceaa29" providerId="ADAL" clId="{C86761B7-ABFB-44CE-A306-7B14A25E9759}" dt="2022-06-20T09:45:19.841" v="5059" actId="20577"/>
        <pc:sldMkLst>
          <pc:docMk/>
          <pc:sldMk cId="958449538" sldId="465"/>
        </pc:sldMkLst>
        <pc:spChg chg="mod">
          <ac:chgData name="Yeo Xiong Wei, Jonathan" userId="ac2b658e-7ce1-44bb-9f9f-bf4198ceaa29" providerId="ADAL" clId="{C86761B7-ABFB-44CE-A306-7B14A25E9759}" dt="2022-06-20T09:45:19.841" v="5059" actId="20577"/>
          <ac:spMkLst>
            <pc:docMk/>
            <pc:sldMk cId="958449538" sldId="465"/>
            <ac:spMk id="10" creationId="{542DD9F7-EE6B-CD1C-539B-C416BA53DD8A}"/>
          </ac:spMkLst>
        </pc:spChg>
        <pc:spChg chg="mod">
          <ac:chgData name="Yeo Xiong Wei, Jonathan" userId="ac2b658e-7ce1-44bb-9f9f-bf4198ceaa29" providerId="ADAL" clId="{C86761B7-ABFB-44CE-A306-7B14A25E9759}" dt="2022-06-20T09:40:02.632" v="4700" actId="20577"/>
          <ac:spMkLst>
            <pc:docMk/>
            <pc:sldMk cId="958449538" sldId="465"/>
            <ac:spMk id="77825" creationId="{00000000-0000-0000-0000-000000000000}"/>
          </ac:spMkLst>
        </pc:spChg>
      </pc:sldChg>
      <pc:sldChg chg="modSp add mod">
        <pc:chgData name="Yeo Xiong Wei, Jonathan" userId="ac2b658e-7ce1-44bb-9f9f-bf4198ceaa29" providerId="ADAL" clId="{C86761B7-ABFB-44CE-A306-7B14A25E9759}" dt="2022-06-20T09:52:49.740" v="5830" actId="313"/>
        <pc:sldMkLst>
          <pc:docMk/>
          <pc:sldMk cId="3591720691" sldId="466"/>
        </pc:sldMkLst>
        <pc:spChg chg="mod">
          <ac:chgData name="Yeo Xiong Wei, Jonathan" userId="ac2b658e-7ce1-44bb-9f9f-bf4198ceaa29" providerId="ADAL" clId="{C86761B7-ABFB-44CE-A306-7B14A25E9759}" dt="2022-06-20T09:50:45.141" v="5777" actId="255"/>
          <ac:spMkLst>
            <pc:docMk/>
            <pc:sldMk cId="3591720691" sldId="466"/>
            <ac:spMk id="10" creationId="{542DD9F7-EE6B-CD1C-539B-C416BA53DD8A}"/>
          </ac:spMkLst>
        </pc:spChg>
        <pc:spChg chg="mod">
          <ac:chgData name="Yeo Xiong Wei, Jonathan" userId="ac2b658e-7ce1-44bb-9f9f-bf4198ceaa29" providerId="ADAL" clId="{C86761B7-ABFB-44CE-A306-7B14A25E9759}" dt="2022-06-20T09:52:49.740" v="5830" actId="313"/>
          <ac:spMkLst>
            <pc:docMk/>
            <pc:sldMk cId="3591720691" sldId="466"/>
            <ac:spMk id="77825" creationId="{00000000-0000-0000-0000-000000000000}"/>
          </ac:spMkLst>
        </pc:spChg>
      </pc:sldChg>
      <pc:sldChg chg="modSp add mod">
        <pc:chgData name="Yeo Xiong Wei, Jonathan" userId="ac2b658e-7ce1-44bb-9f9f-bf4198ceaa29" providerId="ADAL" clId="{C86761B7-ABFB-44CE-A306-7B14A25E9759}" dt="2022-06-20T10:00:56.647" v="6519" actId="20577"/>
        <pc:sldMkLst>
          <pc:docMk/>
          <pc:sldMk cId="854982543" sldId="467"/>
        </pc:sldMkLst>
        <pc:spChg chg="mod">
          <ac:chgData name="Yeo Xiong Wei, Jonathan" userId="ac2b658e-7ce1-44bb-9f9f-bf4198ceaa29" providerId="ADAL" clId="{C86761B7-ABFB-44CE-A306-7B14A25E9759}" dt="2022-06-20T10:00:56.647" v="6519" actId="20577"/>
          <ac:spMkLst>
            <pc:docMk/>
            <pc:sldMk cId="854982543" sldId="467"/>
            <ac:spMk id="10" creationId="{542DD9F7-EE6B-CD1C-539B-C416BA53DD8A}"/>
          </ac:spMkLst>
        </pc:spChg>
        <pc:spChg chg="mod">
          <ac:chgData name="Yeo Xiong Wei, Jonathan" userId="ac2b658e-7ce1-44bb-9f9f-bf4198ceaa29" providerId="ADAL" clId="{C86761B7-ABFB-44CE-A306-7B14A25E9759}" dt="2022-06-20T09:53:57.959" v="5840" actId="20577"/>
          <ac:spMkLst>
            <pc:docMk/>
            <pc:sldMk cId="854982543" sldId="467"/>
            <ac:spMk id="77825" creationId="{00000000-0000-0000-0000-000000000000}"/>
          </ac:spMkLst>
        </pc:spChg>
      </pc:sldChg>
      <pc:sldChg chg="add del">
        <pc:chgData name="Yeo Xiong Wei, Jonathan" userId="ac2b658e-7ce1-44bb-9f9f-bf4198ceaa29" providerId="ADAL" clId="{C86761B7-ABFB-44CE-A306-7B14A25E9759}" dt="2022-06-20T09:52:24.156" v="5778" actId="47"/>
        <pc:sldMkLst>
          <pc:docMk/>
          <pc:sldMk cId="2418482444" sldId="467"/>
        </pc:sldMkLst>
      </pc:sldChg>
      <pc:sldChg chg="modSp add mod modNotesTx">
        <pc:chgData name="Yeo Xiong Wei, Jonathan" userId="ac2b658e-7ce1-44bb-9f9f-bf4198ceaa29" providerId="ADAL" clId="{C86761B7-ABFB-44CE-A306-7B14A25E9759}" dt="2022-06-20T10:06:46.059" v="7255" actId="20577"/>
        <pc:sldMkLst>
          <pc:docMk/>
          <pc:sldMk cId="1594752582" sldId="468"/>
        </pc:sldMkLst>
        <pc:spChg chg="mod">
          <ac:chgData name="Yeo Xiong Wei, Jonathan" userId="ac2b658e-7ce1-44bb-9f9f-bf4198ceaa29" providerId="ADAL" clId="{C86761B7-ABFB-44CE-A306-7B14A25E9759}" dt="2022-06-20T10:06:39.951" v="7254" actId="20577"/>
          <ac:spMkLst>
            <pc:docMk/>
            <pc:sldMk cId="1594752582" sldId="468"/>
            <ac:spMk id="10" creationId="{542DD9F7-EE6B-CD1C-539B-C416BA53DD8A}"/>
          </ac:spMkLst>
        </pc:spChg>
      </pc:sldChg>
    </pc:docChg>
  </pc:docChgLst>
  <pc:docChgLst>
    <pc:chgData name="Yeo Xiong Wei, Jonathan" userId="ac2b658e-7ce1-44bb-9f9f-bf4198ceaa29" providerId="ADAL" clId="{1F7C088F-C3B0-48C4-AA24-4685E3028DA6}"/>
    <pc:docChg chg="undo custSel addSld modSld">
      <pc:chgData name="Yeo Xiong Wei, Jonathan" userId="ac2b658e-7ce1-44bb-9f9f-bf4198ceaa29" providerId="ADAL" clId="{1F7C088F-C3B0-48C4-AA24-4685E3028DA6}" dt="2022-10-03T04:42:07.133" v="2272" actId="207"/>
      <pc:docMkLst>
        <pc:docMk/>
      </pc:docMkLst>
      <pc:sldChg chg="modSp">
        <pc:chgData name="Yeo Xiong Wei, Jonathan" userId="ac2b658e-7ce1-44bb-9f9f-bf4198ceaa29" providerId="ADAL" clId="{1F7C088F-C3B0-48C4-AA24-4685E3028DA6}" dt="2022-09-30T00:56:22.204" v="1185" actId="6549"/>
        <pc:sldMkLst>
          <pc:docMk/>
          <pc:sldMk cId="1694545353" sldId="297"/>
        </pc:sldMkLst>
        <pc:spChg chg="mod">
          <ac:chgData name="Yeo Xiong Wei, Jonathan" userId="ac2b658e-7ce1-44bb-9f9f-bf4198ceaa29" providerId="ADAL" clId="{1F7C088F-C3B0-48C4-AA24-4685E3028DA6}" dt="2022-09-30T00:56:22.204" v="1185" actId="6549"/>
          <ac:spMkLst>
            <pc:docMk/>
            <pc:sldMk cId="1694545353" sldId="297"/>
            <ac:spMk id="25602" creationId="{00000000-0000-0000-0000-000000000000}"/>
          </ac:spMkLst>
        </pc:spChg>
      </pc:sldChg>
      <pc:sldChg chg="modSp">
        <pc:chgData name="Yeo Xiong Wei, Jonathan" userId="ac2b658e-7ce1-44bb-9f9f-bf4198ceaa29" providerId="ADAL" clId="{1F7C088F-C3B0-48C4-AA24-4685E3028DA6}" dt="2022-09-30T00:56:47.539" v="1191" actId="20577"/>
        <pc:sldMkLst>
          <pc:docMk/>
          <pc:sldMk cId="4031192782" sldId="300"/>
        </pc:sldMkLst>
        <pc:spChg chg="mod">
          <ac:chgData name="Yeo Xiong Wei, Jonathan" userId="ac2b658e-7ce1-44bb-9f9f-bf4198ceaa29" providerId="ADAL" clId="{1F7C088F-C3B0-48C4-AA24-4685E3028DA6}" dt="2022-09-30T00:56:47.539" v="1191" actId="20577"/>
          <ac:spMkLst>
            <pc:docMk/>
            <pc:sldMk cId="4031192782" sldId="300"/>
            <ac:spMk id="28674" creationId="{00000000-0000-0000-0000-000000000000}"/>
          </ac:spMkLst>
        </pc:spChg>
      </pc:sldChg>
      <pc:sldChg chg="modSp mod">
        <pc:chgData name="Yeo Xiong Wei, Jonathan" userId="ac2b658e-7ce1-44bb-9f9f-bf4198ceaa29" providerId="ADAL" clId="{1F7C088F-C3B0-48C4-AA24-4685E3028DA6}" dt="2022-09-30T00:48:24.917" v="978" actId="255"/>
        <pc:sldMkLst>
          <pc:docMk/>
          <pc:sldMk cId="3776960760" sldId="347"/>
        </pc:sldMkLst>
        <pc:spChg chg="mod">
          <ac:chgData name="Yeo Xiong Wei, Jonathan" userId="ac2b658e-7ce1-44bb-9f9f-bf4198ceaa29" providerId="ADAL" clId="{1F7C088F-C3B0-48C4-AA24-4685E3028DA6}" dt="2022-09-30T00:48:24.917" v="978" actId="255"/>
          <ac:spMkLst>
            <pc:docMk/>
            <pc:sldMk cId="3776960760" sldId="347"/>
            <ac:spMk id="76802" creationId="{00000000-0000-0000-0000-000000000000}"/>
          </ac:spMkLst>
        </pc:spChg>
      </pc:sldChg>
      <pc:sldChg chg="modSp mod">
        <pc:chgData name="Yeo Xiong Wei, Jonathan" userId="ac2b658e-7ce1-44bb-9f9f-bf4198ceaa29" providerId="ADAL" clId="{1F7C088F-C3B0-48C4-AA24-4685E3028DA6}" dt="2022-09-30T00:28:55.043" v="615" actId="113"/>
        <pc:sldMkLst>
          <pc:docMk/>
          <pc:sldMk cId="3626611511" sldId="422"/>
        </pc:sldMkLst>
        <pc:graphicFrameChg chg="modGraphic">
          <ac:chgData name="Yeo Xiong Wei, Jonathan" userId="ac2b658e-7ce1-44bb-9f9f-bf4198ceaa29" providerId="ADAL" clId="{1F7C088F-C3B0-48C4-AA24-4685E3028DA6}" dt="2022-09-30T00:28:55.043" v="615" actId="113"/>
          <ac:graphicFrameMkLst>
            <pc:docMk/>
            <pc:sldMk cId="3626611511" sldId="422"/>
            <ac:graphicFrameMk id="4" creationId="{87A3E207-F4BE-457A-ABD1-DCA0823C5FF6}"/>
          </ac:graphicFrameMkLst>
        </pc:graphicFrameChg>
      </pc:sldChg>
      <pc:sldChg chg="modSp mod">
        <pc:chgData name="Yeo Xiong Wei, Jonathan" userId="ac2b658e-7ce1-44bb-9f9f-bf4198ceaa29" providerId="ADAL" clId="{1F7C088F-C3B0-48C4-AA24-4685E3028DA6}" dt="2022-09-30T00:29:16.611" v="618" actId="20577"/>
        <pc:sldMkLst>
          <pc:docMk/>
          <pc:sldMk cId="3339228875" sldId="423"/>
        </pc:sldMkLst>
        <pc:spChg chg="mod">
          <ac:chgData name="Yeo Xiong Wei, Jonathan" userId="ac2b658e-7ce1-44bb-9f9f-bf4198ceaa29" providerId="ADAL" clId="{1F7C088F-C3B0-48C4-AA24-4685E3028DA6}" dt="2022-09-30T00:29:16.611" v="618" actId="20577"/>
          <ac:spMkLst>
            <pc:docMk/>
            <pc:sldMk cId="3339228875" sldId="423"/>
            <ac:spMk id="28674" creationId="{00000000-0000-0000-0000-000000000000}"/>
          </ac:spMkLst>
        </pc:spChg>
      </pc:sldChg>
      <pc:sldChg chg="modSp modNotesTx">
        <pc:chgData name="Yeo Xiong Wei, Jonathan" userId="ac2b658e-7ce1-44bb-9f9f-bf4198ceaa29" providerId="ADAL" clId="{1F7C088F-C3B0-48C4-AA24-4685E3028DA6}" dt="2022-09-30T00:56:19.443" v="1184" actId="6549"/>
        <pc:sldMkLst>
          <pc:docMk/>
          <pc:sldMk cId="3752884842" sldId="425"/>
        </pc:sldMkLst>
        <pc:spChg chg="mod">
          <ac:chgData name="Yeo Xiong Wei, Jonathan" userId="ac2b658e-7ce1-44bb-9f9f-bf4198ceaa29" providerId="ADAL" clId="{1F7C088F-C3B0-48C4-AA24-4685E3028DA6}" dt="2022-09-30T00:56:16.455" v="1183" actId="255"/>
          <ac:spMkLst>
            <pc:docMk/>
            <pc:sldMk cId="3752884842" sldId="425"/>
            <ac:spMk id="3" creationId="{41A4A26A-CA7B-400A-A713-A2D1106D4051}"/>
          </ac:spMkLst>
        </pc:spChg>
      </pc:sldChg>
      <pc:sldChg chg="modSp mod modAnim">
        <pc:chgData name="Yeo Xiong Wei, Jonathan" userId="ac2b658e-7ce1-44bb-9f9f-bf4198ceaa29" providerId="ADAL" clId="{1F7C088F-C3B0-48C4-AA24-4685E3028DA6}" dt="2022-09-30T00:46:19.030" v="966" actId="113"/>
        <pc:sldMkLst>
          <pc:docMk/>
          <pc:sldMk cId="2599901672" sldId="426"/>
        </pc:sldMkLst>
        <pc:spChg chg="mod">
          <ac:chgData name="Yeo Xiong Wei, Jonathan" userId="ac2b658e-7ce1-44bb-9f9f-bf4198ceaa29" providerId="ADAL" clId="{1F7C088F-C3B0-48C4-AA24-4685E3028DA6}" dt="2022-09-30T00:46:19.030" v="966" actId="113"/>
          <ac:spMkLst>
            <pc:docMk/>
            <pc:sldMk cId="2599901672" sldId="426"/>
            <ac:spMk id="28674" creationId="{00000000-0000-0000-0000-000000000000}"/>
          </ac:spMkLst>
        </pc:spChg>
      </pc:sldChg>
      <pc:sldChg chg="modSp modAnim">
        <pc:chgData name="Yeo Xiong Wei, Jonathan" userId="ac2b658e-7ce1-44bb-9f9f-bf4198ceaa29" providerId="ADAL" clId="{1F7C088F-C3B0-48C4-AA24-4685E3028DA6}" dt="2022-09-30T00:30:44.085" v="670" actId="255"/>
        <pc:sldMkLst>
          <pc:docMk/>
          <pc:sldMk cId="2804154378" sldId="427"/>
        </pc:sldMkLst>
        <pc:spChg chg="mod">
          <ac:chgData name="Yeo Xiong Wei, Jonathan" userId="ac2b658e-7ce1-44bb-9f9f-bf4198ceaa29" providerId="ADAL" clId="{1F7C088F-C3B0-48C4-AA24-4685E3028DA6}" dt="2022-09-30T00:30:44.085" v="670" actId="255"/>
          <ac:spMkLst>
            <pc:docMk/>
            <pc:sldMk cId="2804154378" sldId="427"/>
            <ac:spMk id="28674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1F7C088F-C3B0-48C4-AA24-4685E3028DA6}" dt="2022-09-30T00:31:57.807" v="680"/>
        <pc:sldMkLst>
          <pc:docMk/>
          <pc:sldMk cId="289169299" sldId="428"/>
        </pc:sldMkLst>
        <pc:spChg chg="mod">
          <ac:chgData name="Yeo Xiong Wei, Jonathan" userId="ac2b658e-7ce1-44bb-9f9f-bf4198ceaa29" providerId="ADAL" clId="{1F7C088F-C3B0-48C4-AA24-4685E3028DA6}" dt="2022-09-30T00:31:43.570" v="679" actId="255"/>
          <ac:spMkLst>
            <pc:docMk/>
            <pc:sldMk cId="289169299" sldId="428"/>
            <ac:spMk id="28674" creationId="{00000000-0000-0000-0000-000000000000}"/>
          </ac:spMkLst>
        </pc:spChg>
      </pc:sldChg>
      <pc:sldChg chg="modSp mod addAnim delAnim modAnim">
        <pc:chgData name="Yeo Xiong Wei, Jonathan" userId="ac2b658e-7ce1-44bb-9f9f-bf4198ceaa29" providerId="ADAL" clId="{1F7C088F-C3B0-48C4-AA24-4685E3028DA6}" dt="2022-09-30T01:20:32.806" v="1387" actId="20577"/>
        <pc:sldMkLst>
          <pc:docMk/>
          <pc:sldMk cId="2863872561" sldId="429"/>
        </pc:sldMkLst>
        <pc:spChg chg="mod">
          <ac:chgData name="Yeo Xiong Wei, Jonathan" userId="ac2b658e-7ce1-44bb-9f9f-bf4198ceaa29" providerId="ADAL" clId="{1F7C088F-C3B0-48C4-AA24-4685E3028DA6}" dt="2022-09-30T01:20:32.806" v="1387" actId="20577"/>
          <ac:spMkLst>
            <pc:docMk/>
            <pc:sldMk cId="2863872561" sldId="429"/>
            <ac:spMk id="28674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1F7C088F-C3B0-48C4-AA24-4685E3028DA6}" dt="2022-09-30T01:20:41.918" v="1391" actId="20577"/>
        <pc:sldMkLst>
          <pc:docMk/>
          <pc:sldMk cId="3663062866" sldId="430"/>
        </pc:sldMkLst>
        <pc:spChg chg="mod">
          <ac:chgData name="Yeo Xiong Wei, Jonathan" userId="ac2b658e-7ce1-44bb-9f9f-bf4198ceaa29" providerId="ADAL" clId="{1F7C088F-C3B0-48C4-AA24-4685E3028DA6}" dt="2022-09-30T01:20:41.918" v="1391" actId="20577"/>
          <ac:spMkLst>
            <pc:docMk/>
            <pc:sldMk cId="3663062866" sldId="430"/>
            <ac:spMk id="28674" creationId="{00000000-0000-0000-0000-000000000000}"/>
          </ac:spMkLst>
        </pc:spChg>
      </pc:sldChg>
      <pc:sldChg chg="addSp delSp modSp mod">
        <pc:chgData name="Yeo Xiong Wei, Jonathan" userId="ac2b658e-7ce1-44bb-9f9f-bf4198ceaa29" providerId="ADAL" clId="{1F7C088F-C3B0-48C4-AA24-4685E3028DA6}" dt="2022-09-30T00:53:13.628" v="1119" actId="14100"/>
        <pc:sldMkLst>
          <pc:docMk/>
          <pc:sldMk cId="685554903" sldId="433"/>
        </pc:sldMkLst>
        <pc:spChg chg="mod">
          <ac:chgData name="Yeo Xiong Wei, Jonathan" userId="ac2b658e-7ce1-44bb-9f9f-bf4198ceaa29" providerId="ADAL" clId="{1F7C088F-C3B0-48C4-AA24-4685E3028DA6}" dt="2022-09-30T00:52:56.502" v="1111" actId="1076"/>
          <ac:spMkLst>
            <pc:docMk/>
            <pc:sldMk cId="685554903" sldId="433"/>
            <ac:spMk id="3" creationId="{21130D2D-5F56-48DD-AE00-8F9F06EFAF10}"/>
          </ac:spMkLst>
        </pc:spChg>
        <pc:spChg chg="mod">
          <ac:chgData name="Yeo Xiong Wei, Jonathan" userId="ac2b658e-7ce1-44bb-9f9f-bf4198ceaa29" providerId="ADAL" clId="{1F7C088F-C3B0-48C4-AA24-4685E3028DA6}" dt="2022-09-30T00:53:04.498" v="1116" actId="1076"/>
          <ac:spMkLst>
            <pc:docMk/>
            <pc:sldMk cId="685554903" sldId="433"/>
            <ac:spMk id="10" creationId="{B0444D5E-FD33-4359-9940-68EC3CC849D9}"/>
          </ac:spMkLst>
        </pc:spChg>
        <pc:picChg chg="add del mod">
          <ac:chgData name="Yeo Xiong Wei, Jonathan" userId="ac2b658e-7ce1-44bb-9f9f-bf4198ceaa29" providerId="ADAL" clId="{1F7C088F-C3B0-48C4-AA24-4685E3028DA6}" dt="2022-09-30T00:52:52.781" v="1110" actId="478"/>
          <ac:picMkLst>
            <pc:docMk/>
            <pc:sldMk cId="685554903" sldId="433"/>
            <ac:picMk id="2" creationId="{71037E16-945D-96AA-70E7-BB9FC188D575}"/>
          </ac:picMkLst>
        </pc:picChg>
        <pc:picChg chg="mod">
          <ac:chgData name="Yeo Xiong Wei, Jonathan" userId="ac2b658e-7ce1-44bb-9f9f-bf4198ceaa29" providerId="ADAL" clId="{1F7C088F-C3B0-48C4-AA24-4685E3028DA6}" dt="2022-09-30T00:53:02.468" v="1115" actId="1076"/>
          <ac:picMkLst>
            <pc:docMk/>
            <pc:sldMk cId="685554903" sldId="433"/>
            <ac:picMk id="5" creationId="{00000000-0000-0000-0000-000000000000}"/>
          </ac:picMkLst>
        </pc:picChg>
        <pc:cxnChg chg="mod">
          <ac:chgData name="Yeo Xiong Wei, Jonathan" userId="ac2b658e-7ce1-44bb-9f9f-bf4198ceaa29" providerId="ADAL" clId="{1F7C088F-C3B0-48C4-AA24-4685E3028DA6}" dt="2022-09-30T00:53:13.628" v="1119" actId="14100"/>
          <ac:cxnSpMkLst>
            <pc:docMk/>
            <pc:sldMk cId="685554903" sldId="433"/>
            <ac:cxnSpMk id="6" creationId="{F6978B05-EFDC-45B9-9F05-277C588BF089}"/>
          </ac:cxnSpMkLst>
        </pc:cxnChg>
      </pc:sldChg>
      <pc:sldChg chg="modSp mod">
        <pc:chgData name="Yeo Xiong Wei, Jonathan" userId="ac2b658e-7ce1-44bb-9f9f-bf4198ceaa29" providerId="ADAL" clId="{1F7C088F-C3B0-48C4-AA24-4685E3028DA6}" dt="2022-09-30T00:55:47.362" v="1181" actId="1076"/>
        <pc:sldMkLst>
          <pc:docMk/>
          <pc:sldMk cId="3229939910" sldId="434"/>
        </pc:sldMkLst>
        <pc:spChg chg="mod">
          <ac:chgData name="Yeo Xiong Wei, Jonathan" userId="ac2b658e-7ce1-44bb-9f9f-bf4198ceaa29" providerId="ADAL" clId="{1F7C088F-C3B0-48C4-AA24-4685E3028DA6}" dt="2022-09-30T00:55:47.362" v="1181" actId="1076"/>
          <ac:spMkLst>
            <pc:docMk/>
            <pc:sldMk cId="3229939910" sldId="434"/>
            <ac:spMk id="3" creationId="{64BACF3B-2358-4533-A68C-C1A3824FD4A5}"/>
          </ac:spMkLst>
        </pc:spChg>
        <pc:spChg chg="mod">
          <ac:chgData name="Yeo Xiong Wei, Jonathan" userId="ac2b658e-7ce1-44bb-9f9f-bf4198ceaa29" providerId="ADAL" clId="{1F7C088F-C3B0-48C4-AA24-4685E3028DA6}" dt="2022-09-30T00:52:29.495" v="1102" actId="1076"/>
          <ac:spMkLst>
            <pc:docMk/>
            <pc:sldMk cId="3229939910" sldId="434"/>
            <ac:spMk id="8" creationId="{37F14D77-D054-427B-93D3-82CE78017591}"/>
          </ac:spMkLst>
        </pc:spChg>
        <pc:picChg chg="mod">
          <ac:chgData name="Yeo Xiong Wei, Jonathan" userId="ac2b658e-7ce1-44bb-9f9f-bf4198ceaa29" providerId="ADAL" clId="{1F7C088F-C3B0-48C4-AA24-4685E3028DA6}" dt="2022-09-30T00:55:43.340" v="1180" actId="1038"/>
          <ac:picMkLst>
            <pc:docMk/>
            <pc:sldMk cId="3229939910" sldId="434"/>
            <ac:picMk id="5" creationId="{00000000-0000-0000-0000-000000000000}"/>
          </ac:picMkLst>
        </pc:picChg>
        <pc:cxnChg chg="mod">
          <ac:chgData name="Yeo Xiong Wei, Jonathan" userId="ac2b658e-7ce1-44bb-9f9f-bf4198ceaa29" providerId="ADAL" clId="{1F7C088F-C3B0-48C4-AA24-4685E3028DA6}" dt="2022-09-30T00:52:33.759" v="1103" actId="1076"/>
          <ac:cxnSpMkLst>
            <pc:docMk/>
            <pc:sldMk cId="3229939910" sldId="434"/>
            <ac:cxnSpMk id="7" creationId="{63C26A26-747E-4CC2-979F-8B931619E7C7}"/>
          </ac:cxnSpMkLst>
        </pc:cxnChg>
      </pc:sldChg>
      <pc:sldChg chg="modSp mod">
        <pc:chgData name="Yeo Xiong Wei, Jonathan" userId="ac2b658e-7ce1-44bb-9f9f-bf4198ceaa29" providerId="ADAL" clId="{1F7C088F-C3B0-48C4-AA24-4685E3028DA6}" dt="2022-09-30T00:50:28.407" v="1076" actId="404"/>
        <pc:sldMkLst>
          <pc:docMk/>
          <pc:sldMk cId="1386104858" sldId="435"/>
        </pc:sldMkLst>
        <pc:spChg chg="mod">
          <ac:chgData name="Yeo Xiong Wei, Jonathan" userId="ac2b658e-7ce1-44bb-9f9f-bf4198ceaa29" providerId="ADAL" clId="{1F7C088F-C3B0-48C4-AA24-4685E3028DA6}" dt="2022-09-30T00:50:28.407" v="1076" actId="404"/>
          <ac:spMkLst>
            <pc:docMk/>
            <pc:sldMk cId="1386104858" sldId="435"/>
            <ac:spMk id="30722" creationId="{00000000-0000-0000-0000-000000000000}"/>
          </ac:spMkLst>
        </pc:spChg>
      </pc:sldChg>
      <pc:sldChg chg="modSp mod">
        <pc:chgData name="Yeo Xiong Wei, Jonathan" userId="ac2b658e-7ce1-44bb-9f9f-bf4198ceaa29" providerId="ADAL" clId="{1F7C088F-C3B0-48C4-AA24-4685E3028DA6}" dt="2022-09-30T00:51:55.721" v="1101" actId="1076"/>
        <pc:sldMkLst>
          <pc:docMk/>
          <pc:sldMk cId="1129617942" sldId="436"/>
        </pc:sldMkLst>
        <pc:spChg chg="mod">
          <ac:chgData name="Yeo Xiong Wei, Jonathan" userId="ac2b658e-7ce1-44bb-9f9f-bf4198ceaa29" providerId="ADAL" clId="{1F7C088F-C3B0-48C4-AA24-4685E3028DA6}" dt="2022-09-30T00:50:53.189" v="1089" actId="1076"/>
          <ac:spMkLst>
            <pc:docMk/>
            <pc:sldMk cId="1129617942" sldId="436"/>
            <ac:spMk id="3" creationId="{0049BB3C-52E1-4FD2-B1A5-57D8AB81DCE3}"/>
          </ac:spMkLst>
        </pc:spChg>
        <pc:spChg chg="mod">
          <ac:chgData name="Yeo Xiong Wei, Jonathan" userId="ac2b658e-7ce1-44bb-9f9f-bf4198ceaa29" providerId="ADAL" clId="{1F7C088F-C3B0-48C4-AA24-4685E3028DA6}" dt="2022-09-30T00:51:52.707" v="1100" actId="1076"/>
          <ac:spMkLst>
            <pc:docMk/>
            <pc:sldMk cId="1129617942" sldId="436"/>
            <ac:spMk id="47113" creationId="{00000000-0000-0000-0000-000000000000}"/>
          </ac:spMkLst>
        </pc:spChg>
        <pc:spChg chg="mod">
          <ac:chgData name="Yeo Xiong Wei, Jonathan" userId="ac2b658e-7ce1-44bb-9f9f-bf4198ceaa29" providerId="ADAL" clId="{1F7C088F-C3B0-48C4-AA24-4685E3028DA6}" dt="2022-09-30T00:51:55.721" v="1101" actId="1076"/>
          <ac:spMkLst>
            <pc:docMk/>
            <pc:sldMk cId="1129617942" sldId="436"/>
            <ac:spMk id="47119" creationId="{00000000-0000-0000-0000-000000000000}"/>
          </ac:spMkLst>
        </pc:spChg>
        <pc:picChg chg="mod">
          <ac:chgData name="Yeo Xiong Wei, Jonathan" userId="ac2b658e-7ce1-44bb-9f9f-bf4198ceaa29" providerId="ADAL" clId="{1F7C088F-C3B0-48C4-AA24-4685E3028DA6}" dt="2022-09-30T00:50:49.963" v="1088" actId="1076"/>
          <ac:picMkLst>
            <pc:docMk/>
            <pc:sldMk cId="1129617942" sldId="436"/>
            <ac:picMk id="4" creationId="{00000000-0000-0000-0000-000000000000}"/>
          </ac:picMkLst>
        </pc:picChg>
      </pc:sldChg>
      <pc:sldChg chg="modSp mod">
        <pc:chgData name="Yeo Xiong Wei, Jonathan" userId="ac2b658e-7ce1-44bb-9f9f-bf4198ceaa29" providerId="ADAL" clId="{1F7C088F-C3B0-48C4-AA24-4685E3028DA6}" dt="2022-09-30T00:54:19.677" v="1121" actId="14100"/>
        <pc:sldMkLst>
          <pc:docMk/>
          <pc:sldMk cId="3452178662" sldId="438"/>
        </pc:sldMkLst>
        <pc:spChg chg="mod">
          <ac:chgData name="Yeo Xiong Wei, Jonathan" userId="ac2b658e-7ce1-44bb-9f9f-bf4198ceaa29" providerId="ADAL" clId="{1F7C088F-C3B0-48C4-AA24-4685E3028DA6}" dt="2022-09-30T00:54:19.677" v="1121" actId="14100"/>
          <ac:spMkLst>
            <pc:docMk/>
            <pc:sldMk cId="3452178662" sldId="438"/>
            <ac:spMk id="52226" creationId="{00000000-0000-0000-0000-000000000000}"/>
          </ac:spMkLst>
        </pc:spChg>
      </pc:sldChg>
      <pc:sldChg chg="modSp mod modNotesTx">
        <pc:chgData name="Yeo Xiong Wei, Jonathan" userId="ac2b658e-7ce1-44bb-9f9f-bf4198ceaa29" providerId="ADAL" clId="{1F7C088F-C3B0-48C4-AA24-4685E3028DA6}" dt="2022-10-03T04:41:50.479" v="2271" actId="113"/>
        <pc:sldMkLst>
          <pc:docMk/>
          <pc:sldMk cId="1351489455" sldId="439"/>
        </pc:sldMkLst>
        <pc:spChg chg="mod">
          <ac:chgData name="Yeo Xiong Wei, Jonathan" userId="ac2b658e-7ce1-44bb-9f9f-bf4198ceaa29" providerId="ADAL" clId="{1F7C088F-C3B0-48C4-AA24-4685E3028DA6}" dt="2022-10-03T04:41:50.479" v="2271" actId="113"/>
          <ac:spMkLst>
            <pc:docMk/>
            <pc:sldMk cId="1351489455" sldId="439"/>
            <ac:spMk id="8" creationId="{69A4355E-3FDF-4234-839E-D26D93947517}"/>
          </ac:spMkLst>
        </pc:spChg>
      </pc:sldChg>
      <pc:sldChg chg="modSp mod modAnim">
        <pc:chgData name="Yeo Xiong Wei, Jonathan" userId="ac2b658e-7ce1-44bb-9f9f-bf4198ceaa29" providerId="ADAL" clId="{1F7C088F-C3B0-48C4-AA24-4685E3028DA6}" dt="2022-10-03T04:31:04.732" v="1817" actId="20577"/>
        <pc:sldMkLst>
          <pc:docMk/>
          <pc:sldMk cId="1438234917" sldId="442"/>
        </pc:sldMkLst>
        <pc:spChg chg="mod">
          <ac:chgData name="Yeo Xiong Wei, Jonathan" userId="ac2b658e-7ce1-44bb-9f9f-bf4198ceaa29" providerId="ADAL" clId="{1F7C088F-C3B0-48C4-AA24-4685E3028DA6}" dt="2022-10-03T04:31:04.732" v="1817" actId="20577"/>
          <ac:spMkLst>
            <pc:docMk/>
            <pc:sldMk cId="1438234917" sldId="442"/>
            <ac:spMk id="2" creationId="{87743E6D-5E96-47AF-A6F6-4BD89360D7F4}"/>
          </ac:spMkLst>
        </pc:spChg>
        <pc:spChg chg="mod">
          <ac:chgData name="Yeo Xiong Wei, Jonathan" userId="ac2b658e-7ce1-44bb-9f9f-bf4198ceaa29" providerId="ADAL" clId="{1F7C088F-C3B0-48C4-AA24-4685E3028DA6}" dt="2022-09-30T00:05:10.306" v="1" actId="207"/>
          <ac:spMkLst>
            <pc:docMk/>
            <pc:sldMk cId="1438234917" sldId="442"/>
            <ac:spMk id="3" creationId="{A50223E0-B0E5-4750-9D8D-1CDF034A274D}"/>
          </ac:spMkLst>
        </pc:spChg>
      </pc:sldChg>
      <pc:sldChg chg="modSp mod modNotesTx">
        <pc:chgData name="Yeo Xiong Wei, Jonathan" userId="ac2b658e-7ce1-44bb-9f9f-bf4198ceaa29" providerId="ADAL" clId="{1F7C088F-C3B0-48C4-AA24-4685E3028DA6}" dt="2022-09-30T00:06:06.474" v="109" actId="20577"/>
        <pc:sldMkLst>
          <pc:docMk/>
          <pc:sldMk cId="2236551889" sldId="443"/>
        </pc:sldMkLst>
        <pc:spChg chg="mod">
          <ac:chgData name="Yeo Xiong Wei, Jonathan" userId="ac2b658e-7ce1-44bb-9f9f-bf4198ceaa29" providerId="ADAL" clId="{1F7C088F-C3B0-48C4-AA24-4685E3028DA6}" dt="2022-09-30T00:05:34.897" v="16" actId="20577"/>
          <ac:spMkLst>
            <pc:docMk/>
            <pc:sldMk cId="2236551889" sldId="443"/>
            <ac:spMk id="40" creationId="{EE141299-C37D-F20C-5C05-10AA2E40B6A1}"/>
          </ac:spMkLst>
        </pc:spChg>
      </pc:sldChg>
      <pc:sldChg chg="addSp modSp mod modAnim modNotesTx">
        <pc:chgData name="Yeo Xiong Wei, Jonathan" userId="ac2b658e-7ce1-44bb-9f9f-bf4198ceaa29" providerId="ADAL" clId="{1F7C088F-C3B0-48C4-AA24-4685E3028DA6}" dt="2022-09-30T00:19:21.388" v="534" actId="20577"/>
        <pc:sldMkLst>
          <pc:docMk/>
          <pc:sldMk cId="383123542" sldId="445"/>
        </pc:sldMkLst>
        <pc:spChg chg="add mod">
          <ac:chgData name="Yeo Xiong Wei, Jonathan" userId="ac2b658e-7ce1-44bb-9f9f-bf4198ceaa29" providerId="ADAL" clId="{1F7C088F-C3B0-48C4-AA24-4685E3028DA6}" dt="2022-09-30T00:13:34.902" v="435" actId="14100"/>
          <ac:spMkLst>
            <pc:docMk/>
            <pc:sldMk cId="383123542" sldId="445"/>
            <ac:spMk id="6" creationId="{58694319-CAD5-121A-DDD6-702686FCB785}"/>
          </ac:spMkLst>
        </pc:spChg>
        <pc:spChg chg="mod">
          <ac:chgData name="Yeo Xiong Wei, Jonathan" userId="ac2b658e-7ce1-44bb-9f9f-bf4198ceaa29" providerId="ADAL" clId="{1F7C088F-C3B0-48C4-AA24-4685E3028DA6}" dt="2022-09-30T00:19:21.388" v="534" actId="20577"/>
          <ac:spMkLst>
            <pc:docMk/>
            <pc:sldMk cId="383123542" sldId="445"/>
            <ac:spMk id="37" creationId="{18858940-30AD-46EE-97C8-F3C7AEC872A4}"/>
          </ac:spMkLst>
        </pc:spChg>
      </pc:sldChg>
      <pc:sldChg chg="modSp">
        <pc:chgData name="Yeo Xiong Wei, Jonathan" userId="ac2b658e-7ce1-44bb-9f9f-bf4198ceaa29" providerId="ADAL" clId="{1F7C088F-C3B0-48C4-AA24-4685E3028DA6}" dt="2022-09-30T00:39:52.771" v="869" actId="20577"/>
        <pc:sldMkLst>
          <pc:docMk/>
          <pc:sldMk cId="719260337" sldId="448"/>
        </pc:sldMkLst>
        <pc:spChg chg="mod">
          <ac:chgData name="Yeo Xiong Wei, Jonathan" userId="ac2b658e-7ce1-44bb-9f9f-bf4198ceaa29" providerId="ADAL" clId="{1F7C088F-C3B0-48C4-AA24-4685E3028DA6}" dt="2022-09-30T00:39:52.771" v="869" actId="20577"/>
          <ac:spMkLst>
            <pc:docMk/>
            <pc:sldMk cId="719260337" sldId="448"/>
            <ac:spMk id="28674" creationId="{00000000-0000-0000-0000-000000000000}"/>
          </ac:spMkLst>
        </pc:spChg>
      </pc:sldChg>
      <pc:sldChg chg="modSp modNotesTx">
        <pc:chgData name="Yeo Xiong Wei, Jonathan" userId="ac2b658e-7ce1-44bb-9f9f-bf4198ceaa29" providerId="ADAL" clId="{1F7C088F-C3B0-48C4-AA24-4685E3028DA6}" dt="2022-10-03T04:42:07.133" v="2272" actId="207"/>
        <pc:sldMkLst>
          <pc:docMk/>
          <pc:sldMk cId="3346913982" sldId="449"/>
        </pc:sldMkLst>
        <pc:spChg chg="mod">
          <ac:chgData name="Yeo Xiong Wei, Jonathan" userId="ac2b658e-7ce1-44bb-9f9f-bf4198ceaa29" providerId="ADAL" clId="{1F7C088F-C3B0-48C4-AA24-4685E3028DA6}" dt="2022-10-03T04:42:07.133" v="2272" actId="207"/>
          <ac:spMkLst>
            <pc:docMk/>
            <pc:sldMk cId="3346913982" sldId="449"/>
            <ac:spMk id="28674" creationId="{00000000-0000-0000-0000-000000000000}"/>
          </ac:spMkLst>
        </pc:spChg>
      </pc:sldChg>
      <pc:sldChg chg="modSp mod modAnim modNotesTx">
        <pc:chgData name="Yeo Xiong Wei, Jonathan" userId="ac2b658e-7ce1-44bb-9f9f-bf4198ceaa29" providerId="ADAL" clId="{1F7C088F-C3B0-48C4-AA24-4685E3028DA6}" dt="2022-09-30T00:28:13.304" v="613"/>
        <pc:sldMkLst>
          <pc:docMk/>
          <pc:sldMk cId="626524365" sldId="450"/>
        </pc:sldMkLst>
        <pc:spChg chg="mod">
          <ac:chgData name="Yeo Xiong Wei, Jonathan" userId="ac2b658e-7ce1-44bb-9f9f-bf4198ceaa29" providerId="ADAL" clId="{1F7C088F-C3B0-48C4-AA24-4685E3028DA6}" dt="2022-09-30T00:14:15.234" v="469" actId="207"/>
          <ac:spMkLst>
            <pc:docMk/>
            <pc:sldMk cId="626524365" sldId="450"/>
            <ac:spMk id="28674" creationId="{00000000-0000-0000-0000-000000000000}"/>
          </ac:spMkLst>
        </pc:spChg>
      </pc:sldChg>
      <pc:sldChg chg="addSp modSp mod">
        <pc:chgData name="Yeo Xiong Wei, Jonathan" userId="ac2b658e-7ce1-44bb-9f9f-bf4198ceaa29" providerId="ADAL" clId="{1F7C088F-C3B0-48C4-AA24-4685E3028DA6}" dt="2022-10-03T04:31:33.141" v="1822" actId="113"/>
        <pc:sldMkLst>
          <pc:docMk/>
          <pc:sldMk cId="104785521" sldId="455"/>
        </pc:sldMkLst>
        <pc:spChg chg="mod">
          <ac:chgData name="Yeo Xiong Wei, Jonathan" userId="ac2b658e-7ce1-44bb-9f9f-bf4198ceaa29" providerId="ADAL" clId="{1F7C088F-C3B0-48C4-AA24-4685E3028DA6}" dt="2022-09-30T00:40:40.964" v="871" actId="20577"/>
          <ac:spMkLst>
            <pc:docMk/>
            <pc:sldMk cId="104785521" sldId="455"/>
            <ac:spMk id="2" creationId="{87743E6D-5E96-47AF-A6F6-4BD89360D7F4}"/>
          </ac:spMkLst>
        </pc:spChg>
        <pc:spChg chg="add mod">
          <ac:chgData name="Yeo Xiong Wei, Jonathan" userId="ac2b658e-7ce1-44bb-9f9f-bf4198ceaa29" providerId="ADAL" clId="{1F7C088F-C3B0-48C4-AA24-4685E3028DA6}" dt="2022-10-03T04:31:33.141" v="1822" actId="113"/>
          <ac:spMkLst>
            <pc:docMk/>
            <pc:sldMk cId="104785521" sldId="455"/>
            <ac:spMk id="3" creationId="{462F9123-5C68-66E3-E8EB-32D38AF961A4}"/>
          </ac:spMkLst>
        </pc:spChg>
        <pc:spChg chg="mod">
          <ac:chgData name="Yeo Xiong Wei, Jonathan" userId="ac2b658e-7ce1-44bb-9f9f-bf4198ceaa29" providerId="ADAL" clId="{1F7C088F-C3B0-48C4-AA24-4685E3028DA6}" dt="2022-09-30T01:22:13.320" v="1454" actId="5793"/>
          <ac:spMkLst>
            <pc:docMk/>
            <pc:sldMk cId="104785521" sldId="455"/>
            <ac:spMk id="58" creationId="{817A8DB7-E7E8-4062-988B-0A1FB9905104}"/>
          </ac:spMkLst>
        </pc:spChg>
        <pc:graphicFrameChg chg="mod modGraphic">
          <ac:chgData name="Yeo Xiong Wei, Jonathan" userId="ac2b658e-7ce1-44bb-9f9f-bf4198ceaa29" providerId="ADAL" clId="{1F7C088F-C3B0-48C4-AA24-4685E3028DA6}" dt="2022-09-30T01:22:02.902" v="1452" actId="404"/>
          <ac:graphicFrameMkLst>
            <pc:docMk/>
            <pc:sldMk cId="104785521" sldId="455"/>
            <ac:graphicFrameMk id="19" creationId="{46F66136-5A25-47B5-9F66-C10B7AC30416}"/>
          </ac:graphicFrameMkLst>
        </pc:graphicFrameChg>
        <pc:picChg chg="add mod">
          <ac:chgData name="Yeo Xiong Wei, Jonathan" userId="ac2b658e-7ce1-44bb-9f9f-bf4198ceaa29" providerId="ADAL" clId="{1F7C088F-C3B0-48C4-AA24-4685E3028DA6}" dt="2022-09-30T01:28:49.170" v="1782" actId="1076"/>
          <ac:picMkLst>
            <pc:docMk/>
            <pc:sldMk cId="104785521" sldId="455"/>
            <ac:picMk id="6" creationId="{AE789CC3-D616-A99E-0355-E6911727671B}"/>
          </ac:picMkLst>
        </pc:picChg>
      </pc:sldChg>
      <pc:sldChg chg="modSp mod">
        <pc:chgData name="Yeo Xiong Wei, Jonathan" userId="ac2b658e-7ce1-44bb-9f9f-bf4198ceaa29" providerId="ADAL" clId="{1F7C088F-C3B0-48C4-AA24-4685E3028DA6}" dt="2022-10-03T04:30:56.089" v="1800" actId="20577"/>
        <pc:sldMkLst>
          <pc:docMk/>
          <pc:sldMk cId="1904808220" sldId="457"/>
        </pc:sldMkLst>
        <pc:spChg chg="mod">
          <ac:chgData name="Yeo Xiong Wei, Jonathan" userId="ac2b658e-7ce1-44bb-9f9f-bf4198ceaa29" providerId="ADAL" clId="{1F7C088F-C3B0-48C4-AA24-4685E3028DA6}" dt="2022-10-03T04:30:56.089" v="1800" actId="20577"/>
          <ac:spMkLst>
            <pc:docMk/>
            <pc:sldMk cId="1904808220" sldId="457"/>
            <ac:spMk id="2" creationId="{87743E6D-5E96-47AF-A6F6-4BD89360D7F4}"/>
          </ac:spMkLst>
        </pc:spChg>
        <pc:spChg chg="mod">
          <ac:chgData name="Yeo Xiong Wei, Jonathan" userId="ac2b658e-7ce1-44bb-9f9f-bf4198ceaa29" providerId="ADAL" clId="{1F7C088F-C3B0-48C4-AA24-4685E3028DA6}" dt="2022-09-30T00:11:43.396" v="408" actId="207"/>
          <ac:spMkLst>
            <pc:docMk/>
            <pc:sldMk cId="1904808220" sldId="457"/>
            <ac:spMk id="3" creationId="{A50223E0-B0E5-4750-9D8D-1CDF034A274D}"/>
          </ac:spMkLst>
        </pc:spChg>
      </pc:sldChg>
      <pc:sldChg chg="modSp mod">
        <pc:chgData name="Yeo Xiong Wei, Jonathan" userId="ac2b658e-7ce1-44bb-9f9f-bf4198ceaa29" providerId="ADAL" clId="{1F7C088F-C3B0-48C4-AA24-4685E3028DA6}" dt="2022-09-30T00:28:58.916" v="616" actId="113"/>
        <pc:sldMkLst>
          <pc:docMk/>
          <pc:sldMk cId="1490855871" sldId="459"/>
        </pc:sldMkLst>
        <pc:spChg chg="mod">
          <ac:chgData name="Yeo Xiong Wei, Jonathan" userId="ac2b658e-7ce1-44bb-9f9f-bf4198ceaa29" providerId="ADAL" clId="{1F7C088F-C3B0-48C4-AA24-4685E3028DA6}" dt="2022-09-30T00:28:24.306" v="614" actId="255"/>
          <ac:spMkLst>
            <pc:docMk/>
            <pc:sldMk cId="1490855871" sldId="459"/>
            <ac:spMk id="28674" creationId="{00000000-0000-0000-0000-000000000000}"/>
          </ac:spMkLst>
        </pc:spChg>
        <pc:graphicFrameChg chg="modGraphic">
          <ac:chgData name="Yeo Xiong Wei, Jonathan" userId="ac2b658e-7ce1-44bb-9f9f-bf4198ceaa29" providerId="ADAL" clId="{1F7C088F-C3B0-48C4-AA24-4685E3028DA6}" dt="2022-09-30T00:28:58.916" v="616" actId="113"/>
          <ac:graphicFrameMkLst>
            <pc:docMk/>
            <pc:sldMk cId="1490855871" sldId="459"/>
            <ac:graphicFrameMk id="4" creationId="{87A3E207-F4BE-457A-ABD1-DCA0823C5FF6}"/>
          </ac:graphicFrameMkLst>
        </pc:graphicFrameChg>
      </pc:sldChg>
      <pc:sldChg chg="modSp mod">
        <pc:chgData name="Yeo Xiong Wei, Jonathan" userId="ac2b658e-7ce1-44bb-9f9f-bf4198ceaa29" providerId="ADAL" clId="{1F7C088F-C3B0-48C4-AA24-4685E3028DA6}" dt="2022-09-30T00:47:37.445" v="970" actId="255"/>
        <pc:sldMkLst>
          <pc:docMk/>
          <pc:sldMk cId="1544935269" sldId="461"/>
        </pc:sldMkLst>
        <pc:spChg chg="mod">
          <ac:chgData name="Yeo Xiong Wei, Jonathan" userId="ac2b658e-7ce1-44bb-9f9f-bf4198ceaa29" providerId="ADAL" clId="{1F7C088F-C3B0-48C4-AA24-4685E3028DA6}" dt="2022-09-30T00:47:37.445" v="970" actId="255"/>
          <ac:spMkLst>
            <pc:docMk/>
            <pc:sldMk cId="1544935269" sldId="461"/>
            <ac:spMk id="10" creationId="{542DD9F7-EE6B-CD1C-539B-C416BA53DD8A}"/>
          </ac:spMkLst>
        </pc:spChg>
      </pc:sldChg>
      <pc:sldChg chg="modSp mod">
        <pc:chgData name="Yeo Xiong Wei, Jonathan" userId="ac2b658e-7ce1-44bb-9f9f-bf4198ceaa29" providerId="ADAL" clId="{1F7C088F-C3B0-48C4-AA24-4685E3028DA6}" dt="2022-09-30T00:48:09.639" v="976" actId="255"/>
        <pc:sldMkLst>
          <pc:docMk/>
          <pc:sldMk cId="1717280244" sldId="463"/>
        </pc:sldMkLst>
        <pc:spChg chg="mod">
          <ac:chgData name="Yeo Xiong Wei, Jonathan" userId="ac2b658e-7ce1-44bb-9f9f-bf4198ceaa29" providerId="ADAL" clId="{1F7C088F-C3B0-48C4-AA24-4685E3028DA6}" dt="2022-09-30T00:48:09.639" v="976" actId="255"/>
          <ac:spMkLst>
            <pc:docMk/>
            <pc:sldMk cId="1717280244" sldId="463"/>
            <ac:spMk id="10" creationId="{542DD9F7-EE6B-CD1C-539B-C416BA53DD8A}"/>
          </ac:spMkLst>
        </pc:spChg>
      </pc:sldChg>
      <pc:sldChg chg="modSp mod modAnim">
        <pc:chgData name="Yeo Xiong Wei, Jonathan" userId="ac2b658e-7ce1-44bb-9f9f-bf4198ceaa29" providerId="ADAL" clId="{1F7C088F-C3B0-48C4-AA24-4685E3028DA6}" dt="2022-09-30T00:49:06.896" v="1039"/>
        <pc:sldMkLst>
          <pc:docMk/>
          <pc:sldMk cId="958449538" sldId="465"/>
        </pc:sldMkLst>
        <pc:spChg chg="mod">
          <ac:chgData name="Yeo Xiong Wei, Jonathan" userId="ac2b658e-7ce1-44bb-9f9f-bf4198ceaa29" providerId="ADAL" clId="{1F7C088F-C3B0-48C4-AA24-4685E3028DA6}" dt="2022-09-30T00:49:04.407" v="1038" actId="6549"/>
          <ac:spMkLst>
            <pc:docMk/>
            <pc:sldMk cId="958449538" sldId="465"/>
            <ac:spMk id="10" creationId="{542DD9F7-EE6B-CD1C-539B-C416BA53DD8A}"/>
          </ac:spMkLst>
        </pc:spChg>
      </pc:sldChg>
      <pc:sldChg chg="modSp">
        <pc:chgData name="Yeo Xiong Wei, Jonathan" userId="ac2b658e-7ce1-44bb-9f9f-bf4198ceaa29" providerId="ADAL" clId="{1F7C088F-C3B0-48C4-AA24-4685E3028DA6}" dt="2022-09-30T00:49:44.079" v="1058" actId="20577"/>
        <pc:sldMkLst>
          <pc:docMk/>
          <pc:sldMk cId="3591720691" sldId="466"/>
        </pc:sldMkLst>
        <pc:spChg chg="mod">
          <ac:chgData name="Yeo Xiong Wei, Jonathan" userId="ac2b658e-7ce1-44bb-9f9f-bf4198ceaa29" providerId="ADAL" clId="{1F7C088F-C3B0-48C4-AA24-4685E3028DA6}" dt="2022-09-30T00:49:44.079" v="1058" actId="20577"/>
          <ac:spMkLst>
            <pc:docMk/>
            <pc:sldMk cId="3591720691" sldId="466"/>
            <ac:spMk id="10" creationId="{542DD9F7-EE6B-CD1C-539B-C416BA53DD8A}"/>
          </ac:spMkLst>
        </pc:spChg>
      </pc:sldChg>
      <pc:sldChg chg="modSp mod">
        <pc:chgData name="Yeo Xiong Wei, Jonathan" userId="ac2b658e-7ce1-44bb-9f9f-bf4198ceaa29" providerId="ADAL" clId="{1F7C088F-C3B0-48C4-AA24-4685E3028DA6}" dt="2022-09-30T00:50:07.132" v="1075" actId="20577"/>
        <pc:sldMkLst>
          <pc:docMk/>
          <pc:sldMk cId="854982543" sldId="467"/>
        </pc:sldMkLst>
        <pc:spChg chg="mod">
          <ac:chgData name="Yeo Xiong Wei, Jonathan" userId="ac2b658e-7ce1-44bb-9f9f-bf4198ceaa29" providerId="ADAL" clId="{1F7C088F-C3B0-48C4-AA24-4685E3028DA6}" dt="2022-09-30T00:50:07.132" v="1075" actId="20577"/>
          <ac:spMkLst>
            <pc:docMk/>
            <pc:sldMk cId="854982543" sldId="467"/>
            <ac:spMk id="10" creationId="{542DD9F7-EE6B-CD1C-539B-C416BA53DD8A}"/>
          </ac:spMkLst>
        </pc:spChg>
      </pc:sldChg>
      <pc:sldChg chg="addSp delSp modSp add mod modNotesTx">
        <pc:chgData name="Yeo Xiong Wei, Jonathan" userId="ac2b658e-7ce1-44bb-9f9f-bf4198ceaa29" providerId="ADAL" clId="{1F7C088F-C3B0-48C4-AA24-4685E3028DA6}" dt="2022-10-03T04:31:14.509" v="1818" actId="113"/>
        <pc:sldMkLst>
          <pc:docMk/>
          <pc:sldMk cId="1378113013" sldId="469"/>
        </pc:sldMkLst>
        <pc:spChg chg="mod">
          <ac:chgData name="Yeo Xiong Wei, Jonathan" userId="ac2b658e-7ce1-44bb-9f9f-bf4198ceaa29" providerId="ADAL" clId="{1F7C088F-C3B0-48C4-AA24-4685E3028DA6}" dt="2022-10-03T04:31:14.509" v="1818" actId="113"/>
          <ac:spMkLst>
            <pc:docMk/>
            <pc:sldMk cId="1378113013" sldId="469"/>
            <ac:spMk id="58" creationId="{817A8DB7-E7E8-4062-988B-0A1FB9905104}"/>
          </ac:spMkLst>
        </pc:spChg>
        <pc:picChg chg="add mod">
          <ac:chgData name="Yeo Xiong Wei, Jonathan" userId="ac2b658e-7ce1-44bb-9f9f-bf4198ceaa29" providerId="ADAL" clId="{1F7C088F-C3B0-48C4-AA24-4685E3028DA6}" dt="2022-09-30T01:28:54.994" v="1783"/>
          <ac:picMkLst>
            <pc:docMk/>
            <pc:sldMk cId="1378113013" sldId="469"/>
            <ac:picMk id="5" creationId="{33860234-7075-C16E-17EE-C1D1F3EB4D02}"/>
          </ac:picMkLst>
        </pc:picChg>
        <pc:inkChg chg="del">
          <ac:chgData name="Yeo Xiong Wei, Jonathan" userId="ac2b658e-7ce1-44bb-9f9f-bf4198ceaa29" providerId="ADAL" clId="{1F7C088F-C3B0-48C4-AA24-4685E3028DA6}" dt="2022-09-30T00:08:42.173" v="331" actId="478"/>
          <ac:inkMkLst>
            <pc:docMk/>
            <pc:sldMk cId="1378113013" sldId="469"/>
            <ac:inkMk id="3" creationId="{4B0CA3CA-9246-432D-AD2D-D66C53EDDDF3}"/>
          </ac:inkMkLst>
        </pc:inkChg>
      </pc:sldChg>
      <pc:sldChg chg="modSp add modAnim">
        <pc:chgData name="Yeo Xiong Wei, Jonathan" userId="ac2b658e-7ce1-44bb-9f9f-bf4198ceaa29" providerId="ADAL" clId="{1F7C088F-C3B0-48C4-AA24-4685E3028DA6}" dt="2022-09-30T00:31:19.659" v="677" actId="255"/>
        <pc:sldMkLst>
          <pc:docMk/>
          <pc:sldMk cId="3466214989" sldId="470"/>
        </pc:sldMkLst>
        <pc:spChg chg="mod">
          <ac:chgData name="Yeo Xiong Wei, Jonathan" userId="ac2b658e-7ce1-44bb-9f9f-bf4198ceaa29" providerId="ADAL" clId="{1F7C088F-C3B0-48C4-AA24-4685E3028DA6}" dt="2022-09-30T00:31:19.659" v="677" actId="255"/>
          <ac:spMkLst>
            <pc:docMk/>
            <pc:sldMk cId="3466214989" sldId="470"/>
            <ac:spMk id="28674" creationId="{00000000-0000-0000-0000-000000000000}"/>
          </ac:spMkLst>
        </pc:spChg>
      </pc:sldChg>
      <pc:sldChg chg="modSp add mod">
        <pc:chgData name="Yeo Xiong Wei, Jonathan" userId="ac2b658e-7ce1-44bb-9f9f-bf4198ceaa29" providerId="ADAL" clId="{1F7C088F-C3B0-48C4-AA24-4685E3028DA6}" dt="2022-09-30T00:43:05.667" v="898" actId="20577"/>
        <pc:sldMkLst>
          <pc:docMk/>
          <pc:sldMk cId="3148317942" sldId="471"/>
        </pc:sldMkLst>
        <pc:spChg chg="mod">
          <ac:chgData name="Yeo Xiong Wei, Jonathan" userId="ac2b658e-7ce1-44bb-9f9f-bf4198ceaa29" providerId="ADAL" clId="{1F7C088F-C3B0-48C4-AA24-4685E3028DA6}" dt="2022-09-30T00:43:05.667" v="898" actId="20577"/>
          <ac:spMkLst>
            <pc:docMk/>
            <pc:sldMk cId="3148317942" sldId="471"/>
            <ac:spMk id="2" creationId="{E19ABC91-B477-4D87-98FF-6BD62F1458B7}"/>
          </ac:spMkLst>
        </pc:spChg>
      </pc:sldChg>
    </pc:docChg>
  </pc:docChgLst>
  <pc:docChgLst>
    <pc:chgData name="#ZHANG XIAOJIE#" userId="S::xiaojie001@e.ntu.edu.sg::ee6d79db-cd4d-4b68-b274-d745f7f107f3" providerId="AD" clId="Web-{AF7A82C0-B0F4-4349-8B26-5D7380156C4B}"/>
    <pc:docChg chg="modSld">
      <pc:chgData name="#ZHANG XIAOJIE#" userId="S::xiaojie001@e.ntu.edu.sg::ee6d79db-cd4d-4b68-b274-d745f7f107f3" providerId="AD" clId="Web-{AF7A82C0-B0F4-4349-8B26-5D7380156C4B}" dt="2023-09-23T09:15:55.230" v="0" actId="1076"/>
      <pc:docMkLst>
        <pc:docMk/>
      </pc:docMkLst>
      <pc:sldChg chg="modSp">
        <pc:chgData name="#ZHANG XIAOJIE#" userId="S::xiaojie001@e.ntu.edu.sg::ee6d79db-cd4d-4b68-b274-d745f7f107f3" providerId="AD" clId="Web-{AF7A82C0-B0F4-4349-8B26-5D7380156C4B}" dt="2023-09-23T09:15:55.230" v="0" actId="1076"/>
        <pc:sldMkLst>
          <pc:docMk/>
          <pc:sldMk cId="3752884842" sldId="425"/>
        </pc:sldMkLst>
        <pc:spChg chg="mod">
          <ac:chgData name="#ZHANG XIAOJIE#" userId="S::xiaojie001@e.ntu.edu.sg::ee6d79db-cd4d-4b68-b274-d745f7f107f3" providerId="AD" clId="Web-{AF7A82C0-B0F4-4349-8B26-5D7380156C4B}" dt="2023-09-23T09:15:55.230" v="0" actId="1076"/>
          <ac:spMkLst>
            <pc:docMk/>
            <pc:sldMk cId="3752884842" sldId="425"/>
            <ac:spMk id="12" creationId="{EC7ECAF6-81D4-4363-9329-A34450DAF882}"/>
          </ac:spMkLst>
        </pc:spChg>
      </pc:sldChg>
    </pc:docChg>
  </pc:docChgLst>
  <pc:docChgLst>
    <pc:chgData name="#ZHANG XIAOJIE#" userId="S::xiaojie001@e.ntu.edu.sg::ee6d79db-cd4d-4b68-b274-d745f7f107f3" providerId="AD" clId="Web-{AE621B4A-5B37-27BE-B3C2-4FB3DA153E58}"/>
    <pc:docChg chg="modSld">
      <pc:chgData name="#ZHANG XIAOJIE#" userId="S::xiaojie001@e.ntu.edu.sg::ee6d79db-cd4d-4b68-b274-d745f7f107f3" providerId="AD" clId="Web-{AE621B4A-5B37-27BE-B3C2-4FB3DA153E58}" dt="2023-10-08T11:01:16.208" v="0" actId="20577"/>
      <pc:docMkLst>
        <pc:docMk/>
      </pc:docMkLst>
      <pc:sldChg chg="modSp">
        <pc:chgData name="#ZHANG XIAOJIE#" userId="S::xiaojie001@e.ntu.edu.sg::ee6d79db-cd4d-4b68-b274-d745f7f107f3" providerId="AD" clId="Web-{AE621B4A-5B37-27BE-B3C2-4FB3DA153E58}" dt="2023-10-08T11:01:16.208" v="0" actId="20577"/>
        <pc:sldMkLst>
          <pc:docMk/>
          <pc:sldMk cId="1386104858" sldId="435"/>
        </pc:sldMkLst>
        <pc:spChg chg="mod">
          <ac:chgData name="#ZHANG XIAOJIE#" userId="S::xiaojie001@e.ntu.edu.sg::ee6d79db-cd4d-4b68-b274-d745f7f107f3" providerId="AD" clId="Web-{AE621B4A-5B37-27BE-B3C2-4FB3DA153E58}" dt="2023-10-08T11:01:16.208" v="0" actId="20577"/>
          <ac:spMkLst>
            <pc:docMk/>
            <pc:sldMk cId="1386104858" sldId="435"/>
            <ac:spMk id="30721" creationId="{00000000-0000-0000-0000-000000000000}"/>
          </ac:spMkLst>
        </pc:spChg>
      </pc:sldChg>
    </pc:docChg>
  </pc:docChgLst>
  <pc:docChgLst>
    <pc:chgData name="Yeo Xiong Wei, Jonathan" userId="ac2b658e-7ce1-44bb-9f9f-bf4198ceaa29" providerId="ADAL" clId="{4D72B3CA-1ABC-4A4C-8ACD-94D34A5EDF37}"/>
    <pc:docChg chg="undo redo custSel addSld delSld modSld sldOrd">
      <pc:chgData name="Yeo Xiong Wei, Jonathan" userId="ac2b658e-7ce1-44bb-9f9f-bf4198ceaa29" providerId="ADAL" clId="{4D72B3CA-1ABC-4A4C-8ACD-94D34A5EDF37}" dt="2024-10-03T05:13:07.973" v="1999" actId="20577"/>
      <pc:docMkLst>
        <pc:docMk/>
      </pc:docMkLst>
      <pc:sldChg chg="addSp delSp modSp mod">
        <pc:chgData name="Yeo Xiong Wei, Jonathan" userId="ac2b658e-7ce1-44bb-9f9f-bf4198ceaa29" providerId="ADAL" clId="{4D72B3CA-1ABC-4A4C-8ACD-94D34A5EDF37}" dt="2024-10-01T03:09:41.270" v="48" actId="14100"/>
        <pc:sldMkLst>
          <pc:docMk/>
          <pc:sldMk cId="1694545353" sldId="297"/>
        </pc:sldMkLst>
        <pc:spChg chg="add del mod ord">
          <ac:chgData name="Yeo Xiong Wei, Jonathan" userId="ac2b658e-7ce1-44bb-9f9f-bf4198ceaa29" providerId="ADAL" clId="{4D72B3CA-1ABC-4A4C-8ACD-94D34A5EDF37}" dt="2024-10-01T03:09:35.414" v="45" actId="478"/>
          <ac:spMkLst>
            <pc:docMk/>
            <pc:sldMk cId="1694545353" sldId="297"/>
            <ac:spMk id="2" creationId="{E9DA05DD-1AB5-A37E-F023-928325FF3D2E}"/>
          </ac:spMkLst>
        </pc:spChg>
        <pc:spChg chg="add mod ord">
          <ac:chgData name="Yeo Xiong Wei, Jonathan" userId="ac2b658e-7ce1-44bb-9f9f-bf4198ceaa29" providerId="ADAL" clId="{4D72B3CA-1ABC-4A4C-8ACD-94D34A5EDF37}" dt="2024-10-01T03:09:41.270" v="48" actId="14100"/>
          <ac:spMkLst>
            <pc:docMk/>
            <pc:sldMk cId="1694545353" sldId="297"/>
            <ac:spMk id="4" creationId="{527F50D5-E92B-FAAD-2672-F8B654A922A9}"/>
          </ac:spMkLst>
        </pc:spChg>
        <pc:spChg chg="mod">
          <ac:chgData name="Yeo Xiong Wei, Jonathan" userId="ac2b658e-7ce1-44bb-9f9f-bf4198ceaa29" providerId="ADAL" clId="{4D72B3CA-1ABC-4A4C-8ACD-94D34A5EDF37}" dt="2024-10-01T03:06:25.095" v="0" actId="113"/>
          <ac:spMkLst>
            <pc:docMk/>
            <pc:sldMk cId="1694545353" sldId="297"/>
            <ac:spMk id="25602" creationId="{00000000-0000-0000-0000-000000000000}"/>
          </ac:spMkLst>
        </pc:spChg>
      </pc:sldChg>
      <pc:sldChg chg="modSp modAnim modNotesTx">
        <pc:chgData name="Yeo Xiong Wei, Jonathan" userId="ac2b658e-7ce1-44bb-9f9f-bf4198ceaa29" providerId="ADAL" clId="{4D72B3CA-1ABC-4A4C-8ACD-94D34A5EDF37}" dt="2024-10-01T03:09:02.713" v="44" actId="115"/>
        <pc:sldMkLst>
          <pc:docMk/>
          <pc:sldMk cId="4031192782" sldId="300"/>
        </pc:sldMkLst>
        <pc:spChg chg="mod">
          <ac:chgData name="Yeo Xiong Wei, Jonathan" userId="ac2b658e-7ce1-44bb-9f9f-bf4198ceaa29" providerId="ADAL" clId="{4D72B3CA-1ABC-4A4C-8ACD-94D34A5EDF37}" dt="2024-10-01T03:09:02.713" v="44" actId="115"/>
          <ac:spMkLst>
            <pc:docMk/>
            <pc:sldMk cId="4031192782" sldId="300"/>
            <ac:spMk id="28674" creationId="{00000000-0000-0000-0000-000000000000}"/>
          </ac:spMkLst>
        </pc:spChg>
      </pc:sldChg>
      <pc:sldChg chg="modSp mod">
        <pc:chgData name="Yeo Xiong Wei, Jonathan" userId="ac2b658e-7ce1-44bb-9f9f-bf4198ceaa29" providerId="ADAL" clId="{4D72B3CA-1ABC-4A4C-8ACD-94D34A5EDF37}" dt="2024-10-01T03:57:55.539" v="875" actId="14100"/>
        <pc:sldMkLst>
          <pc:docMk/>
          <pc:sldMk cId="4243480544" sldId="302"/>
        </pc:sldMkLst>
        <pc:spChg chg="mod">
          <ac:chgData name="Yeo Xiong Wei, Jonathan" userId="ac2b658e-7ce1-44bb-9f9f-bf4198ceaa29" providerId="ADAL" clId="{4D72B3CA-1ABC-4A4C-8ACD-94D34A5EDF37}" dt="2024-10-01T03:57:55.539" v="875" actId="14100"/>
          <ac:spMkLst>
            <pc:docMk/>
            <pc:sldMk cId="4243480544" sldId="302"/>
            <ac:spMk id="4" creationId="{2F0C3697-5109-8F1F-F181-CBFC5872E4CC}"/>
          </ac:spMkLst>
        </pc:spChg>
        <pc:spChg chg="mod">
          <ac:chgData name="Yeo Xiong Wei, Jonathan" userId="ac2b658e-7ce1-44bb-9f9f-bf4198ceaa29" providerId="ADAL" clId="{4D72B3CA-1ABC-4A4C-8ACD-94D34A5EDF37}" dt="2024-10-01T03:57:10.391" v="873" actId="207"/>
          <ac:spMkLst>
            <pc:docMk/>
            <pc:sldMk cId="4243480544" sldId="302"/>
            <ac:spMk id="30722" creationId="{00000000-0000-0000-0000-000000000000}"/>
          </ac:spMkLst>
        </pc:spChg>
      </pc:sldChg>
      <pc:sldChg chg="modSp mod">
        <pc:chgData name="Yeo Xiong Wei, Jonathan" userId="ac2b658e-7ce1-44bb-9f9f-bf4198ceaa29" providerId="ADAL" clId="{4D72B3CA-1ABC-4A4C-8ACD-94D34A5EDF37}" dt="2024-10-01T04:13:16.350" v="1296" actId="20577"/>
        <pc:sldMkLst>
          <pc:docMk/>
          <pc:sldMk cId="3776960760" sldId="347"/>
        </pc:sldMkLst>
        <pc:spChg chg="mod">
          <ac:chgData name="Yeo Xiong Wei, Jonathan" userId="ac2b658e-7ce1-44bb-9f9f-bf4198ceaa29" providerId="ADAL" clId="{4D72B3CA-1ABC-4A4C-8ACD-94D34A5EDF37}" dt="2024-10-01T04:13:16.350" v="1296" actId="20577"/>
          <ac:spMkLst>
            <pc:docMk/>
            <pc:sldMk cId="3776960760" sldId="347"/>
            <ac:spMk id="76802" creationId="{00000000-0000-0000-0000-000000000000}"/>
          </ac:spMkLst>
        </pc:spChg>
      </pc:sldChg>
      <pc:sldChg chg="modSp mod">
        <pc:chgData name="Yeo Xiong Wei, Jonathan" userId="ac2b658e-7ce1-44bb-9f9f-bf4198ceaa29" providerId="ADAL" clId="{4D72B3CA-1ABC-4A4C-8ACD-94D34A5EDF37}" dt="2024-10-03T05:13:07.973" v="1999" actId="20577"/>
        <pc:sldMkLst>
          <pc:docMk/>
          <pc:sldMk cId="2786838010" sldId="396"/>
        </pc:sldMkLst>
        <pc:spChg chg="mod">
          <ac:chgData name="Yeo Xiong Wei, Jonathan" userId="ac2b658e-7ce1-44bb-9f9f-bf4198ceaa29" providerId="ADAL" clId="{4D72B3CA-1ABC-4A4C-8ACD-94D34A5EDF37}" dt="2024-10-03T05:13:07.973" v="1999" actId="20577"/>
          <ac:spMkLst>
            <pc:docMk/>
            <pc:sldMk cId="2786838010" sldId="396"/>
            <ac:spMk id="124930" creationId="{00000000-0000-0000-0000-000000000000}"/>
          </ac:spMkLst>
        </pc:spChg>
      </pc:sldChg>
      <pc:sldChg chg="modSp mod">
        <pc:chgData name="Yeo Xiong Wei, Jonathan" userId="ac2b658e-7ce1-44bb-9f9f-bf4198ceaa29" providerId="ADAL" clId="{4D72B3CA-1ABC-4A4C-8ACD-94D34A5EDF37}" dt="2024-10-01T03:48:38.462" v="780" actId="1076"/>
        <pc:sldMkLst>
          <pc:docMk/>
          <pc:sldMk cId="3626611511" sldId="422"/>
        </pc:sldMkLst>
        <pc:graphicFrameChg chg="mod">
          <ac:chgData name="Yeo Xiong Wei, Jonathan" userId="ac2b658e-7ce1-44bb-9f9f-bf4198ceaa29" providerId="ADAL" clId="{4D72B3CA-1ABC-4A4C-8ACD-94D34A5EDF37}" dt="2024-10-01T03:48:38.462" v="780" actId="1076"/>
          <ac:graphicFrameMkLst>
            <pc:docMk/>
            <pc:sldMk cId="3626611511" sldId="422"/>
            <ac:graphicFrameMk id="4" creationId="{87A3E207-F4BE-457A-ABD1-DCA0823C5FF6}"/>
          </ac:graphicFrameMkLst>
        </pc:graphicFrameChg>
      </pc:sldChg>
      <pc:sldChg chg="modSp mod">
        <pc:chgData name="Yeo Xiong Wei, Jonathan" userId="ac2b658e-7ce1-44bb-9f9f-bf4198ceaa29" providerId="ADAL" clId="{4D72B3CA-1ABC-4A4C-8ACD-94D34A5EDF37}" dt="2024-10-01T03:49:11.754" v="786" actId="207"/>
        <pc:sldMkLst>
          <pc:docMk/>
          <pc:sldMk cId="3339228875" sldId="423"/>
        </pc:sldMkLst>
        <pc:graphicFrameChg chg="modGraphic">
          <ac:chgData name="Yeo Xiong Wei, Jonathan" userId="ac2b658e-7ce1-44bb-9f9f-bf4198ceaa29" providerId="ADAL" clId="{4D72B3CA-1ABC-4A4C-8ACD-94D34A5EDF37}" dt="2024-10-01T03:49:11.754" v="786" actId="207"/>
          <ac:graphicFrameMkLst>
            <pc:docMk/>
            <pc:sldMk cId="3339228875" sldId="423"/>
            <ac:graphicFrameMk id="5" creationId="{8657C319-7990-4564-94D6-8B43AC269C98}"/>
          </ac:graphicFrameMkLst>
        </pc:graphicFrameChg>
      </pc:sldChg>
      <pc:sldChg chg="modSp">
        <pc:chgData name="Yeo Xiong Wei, Jonathan" userId="ac2b658e-7ce1-44bb-9f9f-bf4198ceaa29" providerId="ADAL" clId="{4D72B3CA-1ABC-4A4C-8ACD-94D34A5EDF37}" dt="2024-10-01T03:49:33.876" v="787" actId="20577"/>
        <pc:sldMkLst>
          <pc:docMk/>
          <pc:sldMk cId="2599901672" sldId="426"/>
        </pc:sldMkLst>
        <pc:spChg chg="mod">
          <ac:chgData name="Yeo Xiong Wei, Jonathan" userId="ac2b658e-7ce1-44bb-9f9f-bf4198ceaa29" providerId="ADAL" clId="{4D72B3CA-1ABC-4A4C-8ACD-94D34A5EDF37}" dt="2024-10-01T03:49:33.876" v="787" actId="20577"/>
          <ac:spMkLst>
            <pc:docMk/>
            <pc:sldMk cId="2599901672" sldId="426"/>
            <ac:spMk id="28674" creationId="{00000000-0000-0000-0000-000000000000}"/>
          </ac:spMkLst>
        </pc:spChg>
      </pc:sldChg>
      <pc:sldChg chg="addSp modSp mod">
        <pc:chgData name="Yeo Xiong Wei, Jonathan" userId="ac2b658e-7ce1-44bb-9f9f-bf4198ceaa29" providerId="ADAL" clId="{4D72B3CA-1ABC-4A4C-8ACD-94D34A5EDF37}" dt="2024-10-01T03:50:46.897" v="799" actId="1076"/>
        <pc:sldMkLst>
          <pc:docMk/>
          <pc:sldMk cId="2804154378" sldId="427"/>
        </pc:sldMkLst>
        <pc:spChg chg="add mod ord">
          <ac:chgData name="Yeo Xiong Wei, Jonathan" userId="ac2b658e-7ce1-44bb-9f9f-bf4198ceaa29" providerId="ADAL" clId="{4D72B3CA-1ABC-4A4C-8ACD-94D34A5EDF37}" dt="2024-10-01T03:50:46.897" v="799" actId="1076"/>
          <ac:spMkLst>
            <pc:docMk/>
            <pc:sldMk cId="2804154378" sldId="427"/>
            <ac:spMk id="2" creationId="{FADA4699-DCB7-8496-927D-2158F9F4C485}"/>
          </ac:spMkLst>
        </pc:spChg>
        <pc:spChg chg="mod">
          <ac:chgData name="Yeo Xiong Wei, Jonathan" userId="ac2b658e-7ce1-44bb-9f9f-bf4198ceaa29" providerId="ADAL" clId="{4D72B3CA-1ABC-4A4C-8ACD-94D34A5EDF37}" dt="2024-10-01T03:50:41.169" v="798" actId="114"/>
          <ac:spMkLst>
            <pc:docMk/>
            <pc:sldMk cId="2804154378" sldId="427"/>
            <ac:spMk id="28674" creationId="{00000000-0000-0000-0000-000000000000}"/>
          </ac:spMkLst>
        </pc:spChg>
      </pc:sldChg>
      <pc:sldChg chg="addSp modSp mod">
        <pc:chgData name="Yeo Xiong Wei, Jonathan" userId="ac2b658e-7ce1-44bb-9f9f-bf4198ceaa29" providerId="ADAL" clId="{4D72B3CA-1ABC-4A4C-8ACD-94D34A5EDF37}" dt="2024-10-01T03:52:54.692" v="808" actId="167"/>
        <pc:sldMkLst>
          <pc:docMk/>
          <pc:sldMk cId="2863872561" sldId="429"/>
        </pc:sldMkLst>
        <pc:spChg chg="add mod ord">
          <ac:chgData name="Yeo Xiong Wei, Jonathan" userId="ac2b658e-7ce1-44bb-9f9f-bf4198ceaa29" providerId="ADAL" clId="{4D72B3CA-1ABC-4A4C-8ACD-94D34A5EDF37}" dt="2024-10-01T03:52:54.692" v="808" actId="167"/>
          <ac:spMkLst>
            <pc:docMk/>
            <pc:sldMk cId="2863872561" sldId="429"/>
            <ac:spMk id="2" creationId="{4C0DC877-9D8E-B879-BCCC-C6FC763140D9}"/>
          </ac:spMkLst>
        </pc:spChg>
        <pc:spChg chg="mod">
          <ac:chgData name="Yeo Xiong Wei, Jonathan" userId="ac2b658e-7ce1-44bb-9f9f-bf4198ceaa29" providerId="ADAL" clId="{4D72B3CA-1ABC-4A4C-8ACD-94D34A5EDF37}" dt="2024-10-01T03:52:37.226" v="804" actId="207"/>
          <ac:spMkLst>
            <pc:docMk/>
            <pc:sldMk cId="2863872561" sldId="429"/>
            <ac:spMk id="28674" creationId="{00000000-0000-0000-0000-000000000000}"/>
          </ac:spMkLst>
        </pc:spChg>
      </pc:sldChg>
      <pc:sldChg chg="modSp">
        <pc:chgData name="Yeo Xiong Wei, Jonathan" userId="ac2b658e-7ce1-44bb-9f9f-bf4198ceaa29" providerId="ADAL" clId="{4D72B3CA-1ABC-4A4C-8ACD-94D34A5EDF37}" dt="2024-10-01T03:53:14.687" v="812" actId="20577"/>
        <pc:sldMkLst>
          <pc:docMk/>
          <pc:sldMk cId="3663062866" sldId="430"/>
        </pc:sldMkLst>
        <pc:spChg chg="mod">
          <ac:chgData name="Yeo Xiong Wei, Jonathan" userId="ac2b658e-7ce1-44bb-9f9f-bf4198ceaa29" providerId="ADAL" clId="{4D72B3CA-1ABC-4A4C-8ACD-94D34A5EDF37}" dt="2024-10-01T03:53:14.687" v="812" actId="20577"/>
          <ac:spMkLst>
            <pc:docMk/>
            <pc:sldMk cId="3663062866" sldId="430"/>
            <ac:spMk id="28674" creationId="{00000000-0000-0000-0000-000000000000}"/>
          </ac:spMkLst>
        </pc:spChg>
      </pc:sldChg>
      <pc:sldChg chg="addSp delSp modSp mod">
        <pc:chgData name="Yeo Xiong Wei, Jonathan" userId="ac2b658e-7ce1-44bb-9f9f-bf4198ceaa29" providerId="ADAL" clId="{4D72B3CA-1ABC-4A4C-8ACD-94D34A5EDF37}" dt="2024-10-01T05:30:23.244" v="1922" actId="6549"/>
        <pc:sldMkLst>
          <pc:docMk/>
          <pc:sldMk cId="685554903" sldId="433"/>
        </pc:sldMkLst>
        <pc:spChg chg="mod">
          <ac:chgData name="Yeo Xiong Wei, Jonathan" userId="ac2b658e-7ce1-44bb-9f9f-bf4198ceaa29" providerId="ADAL" clId="{4D72B3CA-1ABC-4A4C-8ACD-94D34A5EDF37}" dt="2024-10-01T05:30:23.244" v="1922" actId="6549"/>
          <ac:spMkLst>
            <pc:docMk/>
            <pc:sldMk cId="685554903" sldId="433"/>
            <ac:spMk id="3" creationId="{21130D2D-5F56-48DD-AE00-8F9F06EFAF10}"/>
          </ac:spMkLst>
        </pc:spChg>
        <pc:spChg chg="add mod">
          <ac:chgData name="Yeo Xiong Wei, Jonathan" userId="ac2b658e-7ce1-44bb-9f9f-bf4198ceaa29" providerId="ADAL" clId="{4D72B3CA-1ABC-4A4C-8ACD-94D34A5EDF37}" dt="2024-10-01T04:07:32.692" v="1192" actId="1076"/>
          <ac:spMkLst>
            <pc:docMk/>
            <pc:sldMk cId="685554903" sldId="433"/>
            <ac:spMk id="7" creationId="{2C3FD8AD-207A-0A91-618A-E57D86C42CC2}"/>
          </ac:spMkLst>
        </pc:spChg>
        <pc:spChg chg="mod">
          <ac:chgData name="Yeo Xiong Wei, Jonathan" userId="ac2b658e-7ce1-44bb-9f9f-bf4198ceaa29" providerId="ADAL" clId="{4D72B3CA-1ABC-4A4C-8ACD-94D34A5EDF37}" dt="2024-10-01T04:08:44.312" v="1213" actId="1076"/>
          <ac:spMkLst>
            <pc:docMk/>
            <pc:sldMk cId="685554903" sldId="433"/>
            <ac:spMk id="9" creationId="{EE19ACD0-9B74-F037-E7D7-112C8ACF7991}"/>
          </ac:spMkLst>
        </pc:spChg>
        <pc:spChg chg="add mod">
          <ac:chgData name="Yeo Xiong Wei, Jonathan" userId="ac2b658e-7ce1-44bb-9f9f-bf4198ceaa29" providerId="ADAL" clId="{4D72B3CA-1ABC-4A4C-8ACD-94D34A5EDF37}" dt="2024-10-01T04:09:48.656" v="1248" actId="1076"/>
          <ac:spMkLst>
            <pc:docMk/>
            <pc:sldMk cId="685554903" sldId="433"/>
            <ac:spMk id="19" creationId="{6699B7DD-A71A-7D0D-1FE4-8EC5D0E3F7D0}"/>
          </ac:spMkLst>
        </pc:spChg>
        <pc:cxnChg chg="mod">
          <ac:chgData name="Yeo Xiong Wei, Jonathan" userId="ac2b658e-7ce1-44bb-9f9f-bf4198ceaa29" providerId="ADAL" clId="{4D72B3CA-1ABC-4A4C-8ACD-94D34A5EDF37}" dt="2024-10-01T04:08:49.884" v="1214" actId="14100"/>
          <ac:cxnSpMkLst>
            <pc:docMk/>
            <pc:sldMk cId="685554903" sldId="433"/>
            <ac:cxnSpMk id="2" creationId="{0E858875-2387-6A79-5E26-4484EDF3FD4B}"/>
          </ac:cxnSpMkLst>
        </pc:cxnChg>
        <pc:cxnChg chg="del mod">
          <ac:chgData name="Yeo Xiong Wei, Jonathan" userId="ac2b658e-7ce1-44bb-9f9f-bf4198ceaa29" providerId="ADAL" clId="{4D72B3CA-1ABC-4A4C-8ACD-94D34A5EDF37}" dt="2024-10-01T04:07:45.293" v="1196" actId="478"/>
          <ac:cxnSpMkLst>
            <pc:docMk/>
            <pc:sldMk cId="685554903" sldId="433"/>
            <ac:cxnSpMk id="6" creationId="{F6978B05-EFDC-45B9-9F05-277C588BF089}"/>
          </ac:cxnSpMkLst>
        </pc:cxnChg>
        <pc:cxnChg chg="add mod">
          <ac:chgData name="Yeo Xiong Wei, Jonathan" userId="ac2b658e-7ce1-44bb-9f9f-bf4198ceaa29" providerId="ADAL" clId="{4D72B3CA-1ABC-4A4C-8ACD-94D34A5EDF37}" dt="2024-10-01T04:08:07.809" v="1202" actId="14100"/>
          <ac:cxnSpMkLst>
            <pc:docMk/>
            <pc:sldMk cId="685554903" sldId="433"/>
            <ac:cxnSpMk id="8" creationId="{2C09E6E6-7919-F9DB-9FF3-221CA8479722}"/>
          </ac:cxnSpMkLst>
        </pc:cxnChg>
        <pc:cxnChg chg="add mod">
          <ac:chgData name="Yeo Xiong Wei, Jonathan" userId="ac2b658e-7ce1-44bb-9f9f-bf4198ceaa29" providerId="ADAL" clId="{4D72B3CA-1ABC-4A4C-8ACD-94D34A5EDF37}" dt="2024-10-01T04:08:40.650" v="1212" actId="1076"/>
          <ac:cxnSpMkLst>
            <pc:docMk/>
            <pc:sldMk cId="685554903" sldId="433"/>
            <ac:cxnSpMk id="15" creationId="{4C23112F-BC26-947A-1101-DEA9CF51EBD2}"/>
          </ac:cxnSpMkLst>
        </pc:cxnChg>
        <pc:cxnChg chg="add mod">
          <ac:chgData name="Yeo Xiong Wei, Jonathan" userId="ac2b658e-7ce1-44bb-9f9f-bf4198ceaa29" providerId="ADAL" clId="{4D72B3CA-1ABC-4A4C-8ACD-94D34A5EDF37}" dt="2024-10-01T04:10:06.082" v="1253" actId="14100"/>
          <ac:cxnSpMkLst>
            <pc:docMk/>
            <pc:sldMk cId="685554903" sldId="433"/>
            <ac:cxnSpMk id="21" creationId="{EC0353E5-04A4-1F0B-53DB-F34D14280D30}"/>
          </ac:cxnSpMkLst>
        </pc:cxnChg>
      </pc:sldChg>
      <pc:sldChg chg="addSp delSp modSp mod">
        <pc:chgData name="Yeo Xiong Wei, Jonathan" userId="ac2b658e-7ce1-44bb-9f9f-bf4198ceaa29" providerId="ADAL" clId="{4D72B3CA-1ABC-4A4C-8ACD-94D34A5EDF37}" dt="2024-10-01T05:30:13.433" v="1908" actId="6549"/>
        <pc:sldMkLst>
          <pc:docMk/>
          <pc:sldMk cId="3229939910" sldId="434"/>
        </pc:sldMkLst>
        <pc:spChg chg="add mod">
          <ac:chgData name="Yeo Xiong Wei, Jonathan" userId="ac2b658e-7ce1-44bb-9f9f-bf4198ceaa29" providerId="ADAL" clId="{4D72B3CA-1ABC-4A4C-8ACD-94D34A5EDF37}" dt="2024-10-01T04:03:01.051" v="1132" actId="1076"/>
          <ac:spMkLst>
            <pc:docMk/>
            <pc:sldMk cId="3229939910" sldId="434"/>
            <ac:spMk id="2" creationId="{91C952A6-CF25-7874-2719-91FBAD83F81C}"/>
          </ac:spMkLst>
        </pc:spChg>
        <pc:spChg chg="mod">
          <ac:chgData name="Yeo Xiong Wei, Jonathan" userId="ac2b658e-7ce1-44bb-9f9f-bf4198ceaa29" providerId="ADAL" clId="{4D72B3CA-1ABC-4A4C-8ACD-94D34A5EDF37}" dt="2024-10-01T05:30:13.433" v="1908" actId="6549"/>
          <ac:spMkLst>
            <pc:docMk/>
            <pc:sldMk cId="3229939910" sldId="434"/>
            <ac:spMk id="3" creationId="{64BACF3B-2358-4533-A68C-C1A3824FD4A5}"/>
          </ac:spMkLst>
        </pc:spChg>
        <pc:spChg chg="add mod">
          <ac:chgData name="Yeo Xiong Wei, Jonathan" userId="ac2b658e-7ce1-44bb-9f9f-bf4198ceaa29" providerId="ADAL" clId="{4D72B3CA-1ABC-4A4C-8ACD-94D34A5EDF37}" dt="2024-10-01T04:03:15.558" v="1134" actId="1076"/>
          <ac:spMkLst>
            <pc:docMk/>
            <pc:sldMk cId="3229939910" sldId="434"/>
            <ac:spMk id="9" creationId="{ECDA9F37-A887-8206-F8D6-1D9AC450B16B}"/>
          </ac:spMkLst>
        </pc:spChg>
        <pc:spChg chg="mod">
          <ac:chgData name="Yeo Xiong Wei, Jonathan" userId="ac2b658e-7ce1-44bb-9f9f-bf4198ceaa29" providerId="ADAL" clId="{4D72B3CA-1ABC-4A4C-8ACD-94D34A5EDF37}" dt="2024-10-01T04:07:10.607" v="1190" actId="1076"/>
          <ac:spMkLst>
            <pc:docMk/>
            <pc:sldMk cId="3229939910" sldId="434"/>
            <ac:spMk id="10" creationId="{EA7A68AC-93F0-D05B-2EEB-9B22C771536D}"/>
          </ac:spMkLst>
        </pc:spChg>
        <pc:spChg chg="add mod">
          <ac:chgData name="Yeo Xiong Wei, Jonathan" userId="ac2b658e-7ce1-44bb-9f9f-bf4198ceaa29" providerId="ADAL" clId="{4D72B3CA-1ABC-4A4C-8ACD-94D34A5EDF37}" dt="2024-10-01T04:10:16.912" v="1259" actId="1076"/>
          <ac:spMkLst>
            <pc:docMk/>
            <pc:sldMk cId="3229939910" sldId="434"/>
            <ac:spMk id="18" creationId="{F7B3F7BD-8BC1-8DA5-97D4-F89ADB50B937}"/>
          </ac:spMkLst>
        </pc:spChg>
        <pc:cxnChg chg="del">
          <ac:chgData name="Yeo Xiong Wei, Jonathan" userId="ac2b658e-7ce1-44bb-9f9f-bf4198ceaa29" providerId="ADAL" clId="{4D72B3CA-1ABC-4A4C-8ACD-94D34A5EDF37}" dt="2024-10-01T04:06:32.483" v="1177" actId="478"/>
          <ac:cxnSpMkLst>
            <pc:docMk/>
            <pc:sldMk cId="3229939910" sldId="434"/>
            <ac:cxnSpMk id="7" creationId="{63C26A26-747E-4CC2-979F-8B931619E7C7}"/>
          </ac:cxnSpMkLst>
        </pc:cxnChg>
        <pc:cxnChg chg="add mod">
          <ac:chgData name="Yeo Xiong Wei, Jonathan" userId="ac2b658e-7ce1-44bb-9f9f-bf4198ceaa29" providerId="ADAL" clId="{4D72B3CA-1ABC-4A4C-8ACD-94D34A5EDF37}" dt="2024-10-01T04:03:15.558" v="1134" actId="1076"/>
          <ac:cxnSpMkLst>
            <pc:docMk/>
            <pc:sldMk cId="3229939910" sldId="434"/>
            <ac:cxnSpMk id="11" creationId="{D537DD23-263E-BA50-A37B-613B3EDCF04C}"/>
          </ac:cxnSpMkLst>
        </pc:cxnChg>
        <pc:cxnChg chg="add mod">
          <ac:chgData name="Yeo Xiong Wei, Jonathan" userId="ac2b658e-7ce1-44bb-9f9f-bf4198ceaa29" providerId="ADAL" clId="{4D72B3CA-1ABC-4A4C-8ACD-94D34A5EDF37}" dt="2024-10-01T04:06:54.003" v="1185" actId="14100"/>
          <ac:cxnSpMkLst>
            <pc:docMk/>
            <pc:sldMk cId="3229939910" sldId="434"/>
            <ac:cxnSpMk id="12" creationId="{C7A9B8E2-CB83-E10C-59AD-AD3CC36D576F}"/>
          </ac:cxnSpMkLst>
        </pc:cxnChg>
        <pc:cxnChg chg="add mod">
          <ac:chgData name="Yeo Xiong Wei, Jonathan" userId="ac2b658e-7ce1-44bb-9f9f-bf4198ceaa29" providerId="ADAL" clId="{4D72B3CA-1ABC-4A4C-8ACD-94D34A5EDF37}" dt="2024-10-01T04:07:07.697" v="1189" actId="1076"/>
          <ac:cxnSpMkLst>
            <pc:docMk/>
            <pc:sldMk cId="3229939910" sldId="434"/>
            <ac:cxnSpMk id="16" creationId="{B258BCED-4644-579B-9728-6C49DAD34E7B}"/>
          </ac:cxnSpMkLst>
        </pc:cxnChg>
        <pc:cxnChg chg="add mod">
          <ac:chgData name="Yeo Xiong Wei, Jonathan" userId="ac2b658e-7ce1-44bb-9f9f-bf4198ceaa29" providerId="ADAL" clId="{4D72B3CA-1ABC-4A4C-8ACD-94D34A5EDF37}" dt="2024-10-01T04:10:23.911" v="1260" actId="14100"/>
          <ac:cxnSpMkLst>
            <pc:docMk/>
            <pc:sldMk cId="3229939910" sldId="434"/>
            <ac:cxnSpMk id="19" creationId="{1D1BFB1B-C3C6-6333-360C-63B8A5A5F4CC}"/>
          </ac:cxnSpMkLst>
        </pc:cxnChg>
      </pc:sldChg>
      <pc:sldChg chg="modSp mod">
        <pc:chgData name="Yeo Xiong Wei, Jonathan" userId="ac2b658e-7ce1-44bb-9f9f-bf4198ceaa29" providerId="ADAL" clId="{4D72B3CA-1ABC-4A4C-8ACD-94D34A5EDF37}" dt="2024-10-01T03:58:09.052" v="877" actId="113"/>
        <pc:sldMkLst>
          <pc:docMk/>
          <pc:sldMk cId="1386104858" sldId="435"/>
        </pc:sldMkLst>
        <pc:spChg chg="mod">
          <ac:chgData name="Yeo Xiong Wei, Jonathan" userId="ac2b658e-7ce1-44bb-9f9f-bf4198ceaa29" providerId="ADAL" clId="{4D72B3CA-1ABC-4A4C-8ACD-94D34A5EDF37}" dt="2024-10-01T03:58:09.052" v="877" actId="113"/>
          <ac:spMkLst>
            <pc:docMk/>
            <pc:sldMk cId="1386104858" sldId="435"/>
            <ac:spMk id="30722" creationId="{00000000-0000-0000-0000-000000000000}"/>
          </ac:spMkLst>
        </pc:spChg>
      </pc:sldChg>
      <pc:sldChg chg="addSp delSp modSp mod">
        <pc:chgData name="Yeo Xiong Wei, Jonathan" userId="ac2b658e-7ce1-44bb-9f9f-bf4198ceaa29" providerId="ADAL" clId="{4D72B3CA-1ABC-4A4C-8ACD-94D34A5EDF37}" dt="2024-10-01T04:06:16.205" v="1175" actId="14100"/>
        <pc:sldMkLst>
          <pc:docMk/>
          <pc:sldMk cId="1129617942" sldId="436"/>
        </pc:sldMkLst>
        <pc:spChg chg="add mod">
          <ac:chgData name="Yeo Xiong Wei, Jonathan" userId="ac2b658e-7ce1-44bb-9f9f-bf4198ceaa29" providerId="ADAL" clId="{4D72B3CA-1ABC-4A4C-8ACD-94D34A5EDF37}" dt="2024-10-01T03:59:13.331" v="880" actId="2085"/>
          <ac:spMkLst>
            <pc:docMk/>
            <pc:sldMk cId="1129617942" sldId="436"/>
            <ac:spMk id="2" creationId="{CFB0EFF0-8E37-FC40-4780-BD3D75DFE235}"/>
          </ac:spMkLst>
        </pc:spChg>
        <pc:spChg chg="mod">
          <ac:chgData name="Yeo Xiong Wei, Jonathan" userId="ac2b658e-7ce1-44bb-9f9f-bf4198ceaa29" providerId="ADAL" clId="{4D72B3CA-1ABC-4A4C-8ACD-94D34A5EDF37}" dt="2024-10-01T04:04:49.690" v="1153" actId="1076"/>
          <ac:spMkLst>
            <pc:docMk/>
            <pc:sldMk cId="1129617942" sldId="436"/>
            <ac:spMk id="11" creationId="{EC8FCA76-E21C-CF31-D8B8-3B669EBCE8B6}"/>
          </ac:spMkLst>
        </pc:spChg>
        <pc:spChg chg="add mod">
          <ac:chgData name="Yeo Xiong Wei, Jonathan" userId="ac2b658e-7ce1-44bb-9f9f-bf4198ceaa29" providerId="ADAL" clId="{4D72B3CA-1ABC-4A4C-8ACD-94D34A5EDF37}" dt="2024-10-01T04:00:31.808" v="916" actId="1038"/>
          <ac:spMkLst>
            <pc:docMk/>
            <pc:sldMk cId="1129617942" sldId="436"/>
            <ac:spMk id="12" creationId="{CF809CAF-6E0F-C042-55D9-BE8CA9005B5F}"/>
          </ac:spMkLst>
        </pc:spChg>
        <pc:spChg chg="add mod">
          <ac:chgData name="Yeo Xiong Wei, Jonathan" userId="ac2b658e-7ce1-44bb-9f9f-bf4198ceaa29" providerId="ADAL" clId="{4D72B3CA-1ABC-4A4C-8ACD-94D34A5EDF37}" dt="2024-10-01T04:06:11.683" v="1173" actId="1076"/>
          <ac:spMkLst>
            <pc:docMk/>
            <pc:sldMk cId="1129617942" sldId="436"/>
            <ac:spMk id="13" creationId="{F8033E61-5C4C-4B54-87F3-F2E84264FBB2}"/>
          </ac:spMkLst>
        </pc:spChg>
        <pc:cxnChg chg="mod">
          <ac:chgData name="Yeo Xiong Wei, Jonathan" userId="ac2b658e-7ce1-44bb-9f9f-bf4198ceaa29" providerId="ADAL" clId="{4D72B3CA-1ABC-4A4C-8ACD-94D34A5EDF37}" dt="2024-10-01T04:06:16.205" v="1175" actId="14100"/>
          <ac:cxnSpMkLst>
            <pc:docMk/>
            <pc:sldMk cId="1129617942" sldId="436"/>
            <ac:cxnSpMk id="6" creationId="{A2FF3340-52F8-45BB-8B2A-69FA17F70E3D}"/>
          </ac:cxnSpMkLst>
        </pc:cxnChg>
        <pc:cxnChg chg="add mod ord">
          <ac:chgData name="Yeo Xiong Wei, Jonathan" userId="ac2b658e-7ce1-44bb-9f9f-bf4198ceaa29" providerId="ADAL" clId="{4D72B3CA-1ABC-4A4C-8ACD-94D34A5EDF37}" dt="2024-10-01T03:59:39.175" v="894" actId="1036"/>
          <ac:cxnSpMkLst>
            <pc:docMk/>
            <pc:sldMk cId="1129617942" sldId="436"/>
            <ac:cxnSpMk id="8" creationId="{C91ACF00-67A2-A0B0-A055-89C9C368904C}"/>
          </ac:cxnSpMkLst>
        </pc:cxnChg>
        <pc:cxnChg chg="mod ord">
          <ac:chgData name="Yeo Xiong Wei, Jonathan" userId="ac2b658e-7ce1-44bb-9f9f-bf4198ceaa29" providerId="ADAL" clId="{4D72B3CA-1ABC-4A4C-8ACD-94D34A5EDF37}" dt="2024-10-01T04:00:01.878" v="900" actId="14100"/>
          <ac:cxnSpMkLst>
            <pc:docMk/>
            <pc:sldMk cId="1129617942" sldId="436"/>
            <ac:cxnSpMk id="9" creationId="{7E11822F-5942-E854-89C3-B045A407102D}"/>
          </ac:cxnSpMkLst>
        </pc:cxnChg>
        <pc:cxnChg chg="add del mod">
          <ac:chgData name="Yeo Xiong Wei, Jonathan" userId="ac2b658e-7ce1-44bb-9f9f-bf4198ceaa29" providerId="ADAL" clId="{4D72B3CA-1ABC-4A4C-8ACD-94D34A5EDF37}" dt="2024-10-01T04:06:05.324" v="1172" actId="478"/>
          <ac:cxnSpMkLst>
            <pc:docMk/>
            <pc:sldMk cId="1129617942" sldId="436"/>
            <ac:cxnSpMk id="16" creationId="{094C4539-467F-3EE1-9A43-DF2FA6AEB096}"/>
          </ac:cxnSpMkLst>
        </pc:cxnChg>
        <pc:cxnChg chg="add del">
          <ac:chgData name="Yeo Xiong Wei, Jonathan" userId="ac2b658e-7ce1-44bb-9f9f-bf4198ceaa29" providerId="ADAL" clId="{4D72B3CA-1ABC-4A4C-8ACD-94D34A5EDF37}" dt="2024-10-01T04:05:05.520" v="1158" actId="478"/>
          <ac:cxnSpMkLst>
            <pc:docMk/>
            <pc:sldMk cId="1129617942" sldId="436"/>
            <ac:cxnSpMk id="18" creationId="{86BE56E2-3027-DDE6-7BE9-3DA9CA29CB49}"/>
          </ac:cxnSpMkLst>
        </pc:cxnChg>
        <pc:cxnChg chg="add mod">
          <ac:chgData name="Yeo Xiong Wei, Jonathan" userId="ac2b658e-7ce1-44bb-9f9f-bf4198ceaa29" providerId="ADAL" clId="{4D72B3CA-1ABC-4A4C-8ACD-94D34A5EDF37}" dt="2024-10-01T04:06:01.839" v="1171" actId="1582"/>
          <ac:cxnSpMkLst>
            <pc:docMk/>
            <pc:sldMk cId="1129617942" sldId="436"/>
            <ac:cxnSpMk id="20" creationId="{A71DB4E1-2C5C-A805-BF0E-57068AB7E635}"/>
          </ac:cxnSpMkLst>
        </pc:cxnChg>
      </pc:sldChg>
      <pc:sldChg chg="modSp mod">
        <pc:chgData name="Yeo Xiong Wei, Jonathan" userId="ac2b658e-7ce1-44bb-9f9f-bf4198ceaa29" providerId="ADAL" clId="{4D72B3CA-1ABC-4A4C-8ACD-94D34A5EDF37}" dt="2024-10-01T04:22:00.358" v="1894" actId="14100"/>
        <pc:sldMkLst>
          <pc:docMk/>
          <pc:sldMk cId="1351489455" sldId="439"/>
        </pc:sldMkLst>
        <pc:spChg chg="mod">
          <ac:chgData name="Yeo Xiong Wei, Jonathan" userId="ac2b658e-7ce1-44bb-9f9f-bf4198ceaa29" providerId="ADAL" clId="{4D72B3CA-1ABC-4A4C-8ACD-94D34A5EDF37}" dt="2024-10-01T04:22:00.358" v="1894" actId="14100"/>
          <ac:spMkLst>
            <pc:docMk/>
            <pc:sldMk cId="1351489455" sldId="439"/>
            <ac:spMk id="8" creationId="{69A4355E-3FDF-4234-839E-D26D93947517}"/>
          </ac:spMkLst>
        </pc:spChg>
        <pc:spChg chg="mod">
          <ac:chgData name="Yeo Xiong Wei, Jonathan" userId="ac2b658e-7ce1-44bb-9f9f-bf4198ceaa29" providerId="ADAL" clId="{4D72B3CA-1ABC-4A4C-8ACD-94D34A5EDF37}" dt="2024-10-01T04:10:46.031" v="1283" actId="20577"/>
          <ac:spMkLst>
            <pc:docMk/>
            <pc:sldMk cId="1351489455" sldId="439"/>
            <ac:spMk id="69634" creationId="{00000000-0000-0000-0000-000000000000}"/>
          </ac:spMkLst>
        </pc:spChg>
        <pc:picChg chg="mod">
          <ac:chgData name="Yeo Xiong Wei, Jonathan" userId="ac2b658e-7ce1-44bb-9f9f-bf4198ceaa29" providerId="ADAL" clId="{4D72B3CA-1ABC-4A4C-8ACD-94D34A5EDF37}" dt="2024-10-01T04:11:01.528" v="1284" actId="1076"/>
          <ac:picMkLst>
            <pc:docMk/>
            <pc:sldMk cId="1351489455" sldId="439"/>
            <ac:picMk id="3" creationId="{6FED6DEB-5B5F-4AF3-BA85-347C038B88BF}"/>
          </ac:picMkLst>
        </pc:picChg>
      </pc:sldChg>
      <pc:sldChg chg="modSp mod">
        <pc:chgData name="Yeo Xiong Wei, Jonathan" userId="ac2b658e-7ce1-44bb-9f9f-bf4198ceaa29" providerId="ADAL" clId="{4D72B3CA-1ABC-4A4C-8ACD-94D34A5EDF37}" dt="2024-10-01T03:23:54.617" v="737" actId="1076"/>
        <pc:sldMkLst>
          <pc:docMk/>
          <pc:sldMk cId="383123542" sldId="445"/>
        </pc:sldMkLst>
        <pc:spChg chg="mod">
          <ac:chgData name="Yeo Xiong Wei, Jonathan" userId="ac2b658e-7ce1-44bb-9f9f-bf4198ceaa29" providerId="ADAL" clId="{4D72B3CA-1ABC-4A4C-8ACD-94D34A5EDF37}" dt="2024-10-01T03:23:28.298" v="735" actId="1076"/>
          <ac:spMkLst>
            <pc:docMk/>
            <pc:sldMk cId="383123542" sldId="445"/>
            <ac:spMk id="3" creationId="{13BC20D8-10FE-4FAD-B5EA-1323F0B47A49}"/>
          </ac:spMkLst>
        </pc:spChg>
        <pc:spChg chg="mod">
          <ac:chgData name="Yeo Xiong Wei, Jonathan" userId="ac2b658e-7ce1-44bb-9f9f-bf4198ceaa29" providerId="ADAL" clId="{4D72B3CA-1ABC-4A4C-8ACD-94D34A5EDF37}" dt="2024-10-01T03:23:25.545" v="734" actId="1076"/>
          <ac:spMkLst>
            <pc:docMk/>
            <pc:sldMk cId="383123542" sldId="445"/>
            <ac:spMk id="5" creationId="{5E26919F-46BA-44D3-9249-8ADB0ECCCE98}"/>
          </ac:spMkLst>
        </pc:spChg>
        <pc:spChg chg="mod">
          <ac:chgData name="Yeo Xiong Wei, Jonathan" userId="ac2b658e-7ce1-44bb-9f9f-bf4198ceaa29" providerId="ADAL" clId="{4D72B3CA-1ABC-4A4C-8ACD-94D34A5EDF37}" dt="2024-10-01T03:23:43.128" v="736" actId="207"/>
          <ac:spMkLst>
            <pc:docMk/>
            <pc:sldMk cId="383123542" sldId="445"/>
            <ac:spMk id="6" creationId="{58694319-CAD5-121A-DDD6-702686FCB785}"/>
          </ac:spMkLst>
        </pc:spChg>
        <pc:spChg chg="mod">
          <ac:chgData name="Yeo Xiong Wei, Jonathan" userId="ac2b658e-7ce1-44bb-9f9f-bf4198ceaa29" providerId="ADAL" clId="{4D72B3CA-1ABC-4A4C-8ACD-94D34A5EDF37}" dt="2024-10-01T03:23:54.617" v="737" actId="1076"/>
          <ac:spMkLst>
            <pc:docMk/>
            <pc:sldMk cId="383123542" sldId="445"/>
            <ac:spMk id="13" creationId="{9C562290-E034-B8D8-BFB4-460B98745398}"/>
          </ac:spMkLst>
        </pc:spChg>
      </pc:sldChg>
      <pc:sldChg chg="modSp mod modAnim">
        <pc:chgData name="Yeo Xiong Wei, Jonathan" userId="ac2b658e-7ce1-44bb-9f9f-bf4198ceaa29" providerId="ADAL" clId="{4D72B3CA-1ABC-4A4C-8ACD-94D34A5EDF37}" dt="2024-10-01T03:54:00.318" v="834" actId="20577"/>
        <pc:sldMkLst>
          <pc:docMk/>
          <pc:sldMk cId="719260337" sldId="448"/>
        </pc:sldMkLst>
        <pc:spChg chg="mod">
          <ac:chgData name="Yeo Xiong Wei, Jonathan" userId="ac2b658e-7ce1-44bb-9f9f-bf4198ceaa29" providerId="ADAL" clId="{4D72B3CA-1ABC-4A4C-8ACD-94D34A5EDF37}" dt="2024-10-01T03:53:51.001" v="816" actId="14100"/>
          <ac:spMkLst>
            <pc:docMk/>
            <pc:sldMk cId="719260337" sldId="448"/>
            <ac:spMk id="5" creationId="{FCF62588-04E7-07D9-1B54-F98032998818}"/>
          </ac:spMkLst>
        </pc:spChg>
        <pc:spChg chg="mod">
          <ac:chgData name="Yeo Xiong Wei, Jonathan" userId="ac2b658e-7ce1-44bb-9f9f-bf4198ceaa29" providerId="ADAL" clId="{4D72B3CA-1ABC-4A4C-8ACD-94D34A5EDF37}" dt="2024-10-01T03:53:44.612" v="814" actId="1076"/>
          <ac:spMkLst>
            <pc:docMk/>
            <pc:sldMk cId="719260337" sldId="448"/>
            <ac:spMk id="6" creationId="{74A94623-2CF7-4250-B95B-923FBCB7384E}"/>
          </ac:spMkLst>
        </pc:spChg>
        <pc:spChg chg="mod">
          <ac:chgData name="Yeo Xiong Wei, Jonathan" userId="ac2b658e-7ce1-44bb-9f9f-bf4198ceaa29" providerId="ADAL" clId="{4D72B3CA-1ABC-4A4C-8ACD-94D34A5EDF37}" dt="2024-10-01T03:54:00.318" v="834" actId="20577"/>
          <ac:spMkLst>
            <pc:docMk/>
            <pc:sldMk cId="719260337" sldId="448"/>
            <ac:spMk id="28673" creationId="{00000000-0000-0000-0000-000000000000}"/>
          </ac:spMkLst>
        </pc:spChg>
        <pc:spChg chg="mod">
          <ac:chgData name="Yeo Xiong Wei, Jonathan" userId="ac2b658e-7ce1-44bb-9f9f-bf4198ceaa29" providerId="ADAL" clId="{4D72B3CA-1ABC-4A4C-8ACD-94D34A5EDF37}" dt="2024-10-01T03:53:35.337" v="813" actId="20577"/>
          <ac:spMkLst>
            <pc:docMk/>
            <pc:sldMk cId="719260337" sldId="448"/>
            <ac:spMk id="28674" creationId="{00000000-0000-0000-0000-000000000000}"/>
          </ac:spMkLst>
        </pc:spChg>
      </pc:sldChg>
      <pc:sldChg chg="addSp modSp mod modAnim">
        <pc:chgData name="Yeo Xiong Wei, Jonathan" userId="ac2b658e-7ce1-44bb-9f9f-bf4198ceaa29" providerId="ADAL" clId="{4D72B3CA-1ABC-4A4C-8ACD-94D34A5EDF37}" dt="2024-10-01T04:16:03.925" v="1325" actId="1076"/>
        <pc:sldMkLst>
          <pc:docMk/>
          <pc:sldMk cId="3346913982" sldId="449"/>
        </pc:sldMkLst>
        <pc:spChg chg="add mod">
          <ac:chgData name="Yeo Xiong Wei, Jonathan" userId="ac2b658e-7ce1-44bb-9f9f-bf4198ceaa29" providerId="ADAL" clId="{4D72B3CA-1ABC-4A4C-8ACD-94D34A5EDF37}" dt="2024-10-01T04:16:03.925" v="1325" actId="1076"/>
          <ac:spMkLst>
            <pc:docMk/>
            <pc:sldMk cId="3346913982" sldId="449"/>
            <ac:spMk id="2" creationId="{22A02470-2B51-4F89-38AF-A29D1555ABC0}"/>
          </ac:spMkLst>
        </pc:spChg>
        <pc:spChg chg="mod">
          <ac:chgData name="Yeo Xiong Wei, Jonathan" userId="ac2b658e-7ce1-44bb-9f9f-bf4198ceaa29" providerId="ADAL" clId="{4D72B3CA-1ABC-4A4C-8ACD-94D34A5EDF37}" dt="2024-10-01T04:15:59.395" v="1324" actId="27636"/>
          <ac:spMkLst>
            <pc:docMk/>
            <pc:sldMk cId="3346913982" sldId="449"/>
            <ac:spMk id="28674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4D72B3CA-1ABC-4A4C-8ACD-94D34A5EDF37}" dt="2024-10-01T04:16:22.751" v="1336" actId="20577"/>
        <pc:sldMkLst>
          <pc:docMk/>
          <pc:sldMk cId="626524365" sldId="450"/>
        </pc:sldMkLst>
        <pc:spChg chg="mod">
          <ac:chgData name="Yeo Xiong Wei, Jonathan" userId="ac2b658e-7ce1-44bb-9f9f-bf4198ceaa29" providerId="ADAL" clId="{4D72B3CA-1ABC-4A4C-8ACD-94D34A5EDF37}" dt="2024-10-01T04:16:22.751" v="1336" actId="20577"/>
          <ac:spMkLst>
            <pc:docMk/>
            <pc:sldMk cId="626524365" sldId="450"/>
            <ac:spMk id="28673" creationId="{00000000-0000-0000-0000-000000000000}"/>
          </ac:spMkLst>
        </pc:spChg>
        <pc:spChg chg="mod">
          <ac:chgData name="Yeo Xiong Wei, Jonathan" userId="ac2b658e-7ce1-44bb-9f9f-bf4198ceaa29" providerId="ADAL" clId="{4D72B3CA-1ABC-4A4C-8ACD-94D34A5EDF37}" dt="2024-10-01T03:22:41.485" v="723" actId="20577"/>
          <ac:spMkLst>
            <pc:docMk/>
            <pc:sldMk cId="626524365" sldId="450"/>
            <ac:spMk id="28674" creationId="{00000000-0000-0000-0000-000000000000}"/>
          </ac:spMkLst>
        </pc:spChg>
      </pc:sldChg>
      <pc:sldChg chg="modSp mod">
        <pc:chgData name="Yeo Xiong Wei, Jonathan" userId="ac2b658e-7ce1-44bb-9f9f-bf4198ceaa29" providerId="ADAL" clId="{4D72B3CA-1ABC-4A4C-8ACD-94D34A5EDF37}" dt="2024-10-01T03:56:50.187" v="871" actId="1076"/>
        <pc:sldMkLst>
          <pc:docMk/>
          <pc:sldMk cId="104785521" sldId="455"/>
        </pc:sldMkLst>
        <pc:spChg chg="mod">
          <ac:chgData name="Yeo Xiong Wei, Jonathan" userId="ac2b658e-7ce1-44bb-9f9f-bf4198ceaa29" providerId="ADAL" clId="{4D72B3CA-1ABC-4A4C-8ACD-94D34A5EDF37}" dt="2024-10-01T03:56:41.171" v="870" actId="20577"/>
          <ac:spMkLst>
            <pc:docMk/>
            <pc:sldMk cId="104785521" sldId="455"/>
            <ac:spMk id="58" creationId="{817A8DB7-E7E8-4062-988B-0A1FB9905104}"/>
          </ac:spMkLst>
        </pc:spChg>
        <pc:graphicFrameChg chg="mod">
          <ac:chgData name="Yeo Xiong Wei, Jonathan" userId="ac2b658e-7ce1-44bb-9f9f-bf4198ceaa29" providerId="ADAL" clId="{4D72B3CA-1ABC-4A4C-8ACD-94D34A5EDF37}" dt="2024-10-01T03:56:50.187" v="871" actId="1076"/>
          <ac:graphicFrameMkLst>
            <pc:docMk/>
            <pc:sldMk cId="104785521" sldId="455"/>
            <ac:graphicFrameMk id="19" creationId="{46F66136-5A25-47B5-9F66-C10B7AC30416}"/>
          </ac:graphicFrameMkLst>
        </pc:graphicFrameChg>
      </pc:sldChg>
      <pc:sldChg chg="modSp mod modNotesTx">
        <pc:chgData name="Yeo Xiong Wei, Jonathan" userId="ac2b658e-7ce1-44bb-9f9f-bf4198ceaa29" providerId="ADAL" clId="{4D72B3CA-1ABC-4A4C-8ACD-94D34A5EDF37}" dt="2024-10-01T03:11:47.822" v="161" actId="207"/>
        <pc:sldMkLst>
          <pc:docMk/>
          <pc:sldMk cId="1904808220" sldId="457"/>
        </pc:sldMkLst>
        <pc:spChg chg="mod">
          <ac:chgData name="Yeo Xiong Wei, Jonathan" userId="ac2b658e-7ce1-44bb-9f9f-bf4198ceaa29" providerId="ADAL" clId="{4D72B3CA-1ABC-4A4C-8ACD-94D34A5EDF37}" dt="2024-10-01T03:11:47.822" v="161" actId="207"/>
          <ac:spMkLst>
            <pc:docMk/>
            <pc:sldMk cId="1904808220" sldId="457"/>
            <ac:spMk id="3" creationId="{A50223E0-B0E5-4750-9D8D-1CDF034A274D}"/>
          </ac:spMkLst>
        </pc:spChg>
      </pc:sldChg>
      <pc:sldChg chg="modSp mod">
        <pc:chgData name="Yeo Xiong Wei, Jonathan" userId="ac2b658e-7ce1-44bb-9f9f-bf4198ceaa29" providerId="ADAL" clId="{4D72B3CA-1ABC-4A4C-8ACD-94D34A5EDF37}" dt="2024-10-01T03:48:24.619" v="779" actId="1076"/>
        <pc:sldMkLst>
          <pc:docMk/>
          <pc:sldMk cId="1490855871" sldId="459"/>
        </pc:sldMkLst>
        <pc:spChg chg="mod">
          <ac:chgData name="Yeo Xiong Wei, Jonathan" userId="ac2b658e-7ce1-44bb-9f9f-bf4198ceaa29" providerId="ADAL" clId="{4D72B3CA-1ABC-4A4C-8ACD-94D34A5EDF37}" dt="2024-10-01T03:48:20.051" v="778" actId="20577"/>
          <ac:spMkLst>
            <pc:docMk/>
            <pc:sldMk cId="1490855871" sldId="459"/>
            <ac:spMk id="28674" creationId="{00000000-0000-0000-0000-000000000000}"/>
          </ac:spMkLst>
        </pc:spChg>
        <pc:graphicFrameChg chg="mod">
          <ac:chgData name="Yeo Xiong Wei, Jonathan" userId="ac2b658e-7ce1-44bb-9f9f-bf4198ceaa29" providerId="ADAL" clId="{4D72B3CA-1ABC-4A4C-8ACD-94D34A5EDF37}" dt="2024-10-01T03:48:24.619" v="779" actId="1076"/>
          <ac:graphicFrameMkLst>
            <pc:docMk/>
            <pc:sldMk cId="1490855871" sldId="459"/>
            <ac:graphicFrameMk id="4" creationId="{87A3E207-F4BE-457A-ABD1-DCA0823C5FF6}"/>
          </ac:graphicFrameMkLst>
        </pc:graphicFrameChg>
      </pc:sldChg>
      <pc:sldChg chg="modSp">
        <pc:chgData name="Yeo Xiong Wei, Jonathan" userId="ac2b658e-7ce1-44bb-9f9f-bf4198ceaa29" providerId="ADAL" clId="{4D72B3CA-1ABC-4A4C-8ACD-94D34A5EDF37}" dt="2024-10-01T05:30:47.432" v="1924" actId="114"/>
        <pc:sldMkLst>
          <pc:docMk/>
          <pc:sldMk cId="1544935269" sldId="461"/>
        </pc:sldMkLst>
        <pc:spChg chg="mod">
          <ac:chgData name="Yeo Xiong Wei, Jonathan" userId="ac2b658e-7ce1-44bb-9f9f-bf4198ceaa29" providerId="ADAL" clId="{4D72B3CA-1ABC-4A4C-8ACD-94D34A5EDF37}" dt="2024-10-01T05:30:47.432" v="1924" actId="114"/>
          <ac:spMkLst>
            <pc:docMk/>
            <pc:sldMk cId="1544935269" sldId="461"/>
            <ac:spMk id="10" creationId="{542DD9F7-EE6B-CD1C-539B-C416BA53DD8A}"/>
          </ac:spMkLst>
        </pc:spChg>
      </pc:sldChg>
      <pc:sldChg chg="modSp mod">
        <pc:chgData name="Yeo Xiong Wei, Jonathan" userId="ac2b658e-7ce1-44bb-9f9f-bf4198ceaa29" providerId="ADAL" clId="{4D72B3CA-1ABC-4A4C-8ACD-94D34A5EDF37}" dt="2024-10-01T04:17:41.480" v="1384" actId="6549"/>
        <pc:sldMkLst>
          <pc:docMk/>
          <pc:sldMk cId="3591720691" sldId="466"/>
        </pc:sldMkLst>
        <pc:spChg chg="mod">
          <ac:chgData name="Yeo Xiong Wei, Jonathan" userId="ac2b658e-7ce1-44bb-9f9f-bf4198ceaa29" providerId="ADAL" clId="{4D72B3CA-1ABC-4A4C-8ACD-94D34A5EDF37}" dt="2024-10-01T04:17:41.480" v="1384" actId="6549"/>
          <ac:spMkLst>
            <pc:docMk/>
            <pc:sldMk cId="3591720691" sldId="466"/>
            <ac:spMk id="10" creationId="{542DD9F7-EE6B-CD1C-539B-C416BA53DD8A}"/>
          </ac:spMkLst>
        </pc:spChg>
      </pc:sldChg>
      <pc:sldChg chg="modSp mod">
        <pc:chgData name="Yeo Xiong Wei, Jonathan" userId="ac2b658e-7ce1-44bb-9f9f-bf4198ceaa29" providerId="ADAL" clId="{4D72B3CA-1ABC-4A4C-8ACD-94D34A5EDF37}" dt="2024-10-01T04:21:31.399" v="1889" actId="20577"/>
        <pc:sldMkLst>
          <pc:docMk/>
          <pc:sldMk cId="854982543" sldId="467"/>
        </pc:sldMkLst>
        <pc:spChg chg="mod">
          <ac:chgData name="Yeo Xiong Wei, Jonathan" userId="ac2b658e-7ce1-44bb-9f9f-bf4198ceaa29" providerId="ADAL" clId="{4D72B3CA-1ABC-4A4C-8ACD-94D34A5EDF37}" dt="2024-10-01T04:21:31.399" v="1889" actId="20577"/>
          <ac:spMkLst>
            <pc:docMk/>
            <pc:sldMk cId="854982543" sldId="467"/>
            <ac:spMk id="10" creationId="{542DD9F7-EE6B-CD1C-539B-C416BA53DD8A}"/>
          </ac:spMkLst>
        </pc:spChg>
        <pc:spChg chg="mod">
          <ac:chgData name="Yeo Xiong Wei, Jonathan" userId="ac2b658e-7ce1-44bb-9f9f-bf4198ceaa29" providerId="ADAL" clId="{4D72B3CA-1ABC-4A4C-8ACD-94D34A5EDF37}" dt="2024-10-01T04:19:33.488" v="1630" actId="20577"/>
          <ac:spMkLst>
            <pc:docMk/>
            <pc:sldMk cId="854982543" sldId="467"/>
            <ac:spMk id="77825" creationId="{00000000-0000-0000-0000-000000000000}"/>
          </ac:spMkLst>
        </pc:spChg>
      </pc:sldChg>
      <pc:sldChg chg="del">
        <pc:chgData name="Yeo Xiong Wei, Jonathan" userId="ac2b658e-7ce1-44bb-9f9f-bf4198ceaa29" providerId="ADAL" clId="{4D72B3CA-1ABC-4A4C-8ACD-94D34A5EDF37}" dt="2024-10-01T04:21:33.675" v="1890" actId="47"/>
        <pc:sldMkLst>
          <pc:docMk/>
          <pc:sldMk cId="1594752582" sldId="468"/>
        </pc:sldMkLst>
      </pc:sldChg>
      <pc:sldChg chg="delSp modSp mod">
        <pc:chgData name="Yeo Xiong Wei, Jonathan" userId="ac2b658e-7ce1-44bb-9f9f-bf4198ceaa29" providerId="ADAL" clId="{4D72B3CA-1ABC-4A4C-8ACD-94D34A5EDF37}" dt="2024-10-01T03:26:34.675" v="751" actId="20577"/>
        <pc:sldMkLst>
          <pc:docMk/>
          <pc:sldMk cId="3667594520" sldId="472"/>
        </pc:sldMkLst>
        <pc:spChg chg="mod">
          <ac:chgData name="Yeo Xiong Wei, Jonathan" userId="ac2b658e-7ce1-44bb-9f9f-bf4198ceaa29" providerId="ADAL" clId="{4D72B3CA-1ABC-4A4C-8ACD-94D34A5EDF37}" dt="2024-10-01T03:26:34.675" v="751" actId="20577"/>
          <ac:spMkLst>
            <pc:docMk/>
            <pc:sldMk cId="3667594520" sldId="472"/>
            <ac:spMk id="2" creationId="{52AA5B3D-0278-F952-0830-2FFFD1044BC8}"/>
          </ac:spMkLst>
        </pc:spChg>
        <pc:spChg chg="del">
          <ac:chgData name="Yeo Xiong Wei, Jonathan" userId="ac2b658e-7ce1-44bb-9f9f-bf4198ceaa29" providerId="ADAL" clId="{4D72B3CA-1ABC-4A4C-8ACD-94D34A5EDF37}" dt="2024-10-01T03:12:13.687" v="190" actId="478"/>
          <ac:spMkLst>
            <pc:docMk/>
            <pc:sldMk cId="3667594520" sldId="472"/>
            <ac:spMk id="3" creationId="{063DD3F8-78F6-1BBA-847C-C758EC44D98E}"/>
          </ac:spMkLst>
        </pc:spChg>
      </pc:sldChg>
      <pc:sldChg chg="addSp delSp modSp add mod modAnim">
        <pc:chgData name="Yeo Xiong Wei, Jonathan" userId="ac2b658e-7ce1-44bb-9f9f-bf4198ceaa29" providerId="ADAL" clId="{4D72B3CA-1ABC-4A4C-8ACD-94D34A5EDF37}" dt="2024-10-01T03:50:14.509" v="790" actId="1076"/>
        <pc:sldMkLst>
          <pc:docMk/>
          <pc:sldMk cId="2879234984" sldId="473"/>
        </pc:sldMkLst>
        <pc:spChg chg="mod">
          <ac:chgData name="Yeo Xiong Wei, Jonathan" userId="ac2b658e-7ce1-44bb-9f9f-bf4198ceaa29" providerId="ADAL" clId="{4D72B3CA-1ABC-4A4C-8ACD-94D34A5EDF37}" dt="2024-10-01T03:13:48.751" v="232" actId="20577"/>
          <ac:spMkLst>
            <pc:docMk/>
            <pc:sldMk cId="2879234984" sldId="473"/>
            <ac:spMk id="2" creationId="{87743E6D-5E96-47AF-A6F6-4BD89360D7F4}"/>
          </ac:spMkLst>
        </pc:spChg>
        <pc:spChg chg="mod">
          <ac:chgData name="Yeo Xiong Wei, Jonathan" userId="ac2b658e-7ce1-44bb-9f9f-bf4198ceaa29" providerId="ADAL" clId="{4D72B3CA-1ABC-4A4C-8ACD-94D34A5EDF37}" dt="2024-10-01T03:18:17.449" v="507" actId="6549"/>
          <ac:spMkLst>
            <pc:docMk/>
            <pc:sldMk cId="2879234984" sldId="473"/>
            <ac:spMk id="3" creationId="{A50223E0-B0E5-4750-9D8D-1CDF034A274D}"/>
          </ac:spMkLst>
        </pc:spChg>
        <pc:spChg chg="add mod ord">
          <ac:chgData name="Yeo Xiong Wei, Jonathan" userId="ac2b658e-7ce1-44bb-9f9f-bf4198ceaa29" providerId="ADAL" clId="{4D72B3CA-1ABC-4A4C-8ACD-94D34A5EDF37}" dt="2024-10-01T03:50:14.509" v="790" actId="1076"/>
          <ac:spMkLst>
            <pc:docMk/>
            <pc:sldMk cId="2879234984" sldId="473"/>
            <ac:spMk id="5" creationId="{81B253BE-297A-74F3-42F6-0E17C6BDCD2A}"/>
          </ac:spMkLst>
        </pc:spChg>
        <pc:spChg chg="del">
          <ac:chgData name="Yeo Xiong Wei, Jonathan" userId="ac2b658e-7ce1-44bb-9f9f-bf4198ceaa29" providerId="ADAL" clId="{4D72B3CA-1ABC-4A4C-8ACD-94D34A5EDF37}" dt="2024-10-01T03:13:55.676" v="233" actId="478"/>
          <ac:spMkLst>
            <pc:docMk/>
            <pc:sldMk cId="2879234984" sldId="473"/>
            <ac:spMk id="7" creationId="{FB2B86BB-1405-685B-536F-6911195245F8}"/>
          </ac:spMkLst>
        </pc:spChg>
      </pc:sldChg>
      <pc:sldChg chg="add del">
        <pc:chgData name="Yeo Xiong Wei, Jonathan" userId="ac2b658e-7ce1-44bb-9f9f-bf4198ceaa29" providerId="ADAL" clId="{4D72B3CA-1ABC-4A4C-8ACD-94D34A5EDF37}" dt="2024-10-01T03:13:33.419" v="192"/>
        <pc:sldMkLst>
          <pc:docMk/>
          <pc:sldMk cId="4178666375" sldId="473"/>
        </pc:sldMkLst>
      </pc:sldChg>
      <pc:sldChg chg="addSp delSp modSp add mod">
        <pc:chgData name="Yeo Xiong Wei, Jonathan" userId="ac2b658e-7ce1-44bb-9f9f-bf4198ceaa29" providerId="ADAL" clId="{4D72B3CA-1ABC-4A4C-8ACD-94D34A5EDF37}" dt="2024-10-01T03:39:32.387" v="776" actId="478"/>
        <pc:sldMkLst>
          <pc:docMk/>
          <pc:sldMk cId="3828181449" sldId="474"/>
        </pc:sldMkLst>
        <pc:spChg chg="add del mod">
          <ac:chgData name="Yeo Xiong Wei, Jonathan" userId="ac2b658e-7ce1-44bb-9f9f-bf4198ceaa29" providerId="ADAL" clId="{4D72B3CA-1ABC-4A4C-8ACD-94D34A5EDF37}" dt="2024-10-01T03:39:32.387" v="776" actId="478"/>
          <ac:spMkLst>
            <pc:docMk/>
            <pc:sldMk cId="3828181449" sldId="474"/>
            <ac:spMk id="9" creationId="{059A5997-0477-801B-CEEC-2B0361F8D3CD}"/>
          </ac:spMkLst>
        </pc:spChg>
        <pc:spChg chg="add del mod">
          <ac:chgData name="Yeo Xiong Wei, Jonathan" userId="ac2b658e-7ce1-44bb-9f9f-bf4198ceaa29" providerId="ADAL" clId="{4D72B3CA-1ABC-4A4C-8ACD-94D34A5EDF37}" dt="2024-10-01T03:39:32.387" v="776" actId="478"/>
          <ac:spMkLst>
            <pc:docMk/>
            <pc:sldMk cId="3828181449" sldId="474"/>
            <ac:spMk id="11" creationId="{9A9FA419-E4DB-C555-7579-EAB59308D69F}"/>
          </ac:spMkLst>
        </pc:spChg>
        <pc:spChg chg="add del mod">
          <ac:chgData name="Yeo Xiong Wei, Jonathan" userId="ac2b658e-7ce1-44bb-9f9f-bf4198ceaa29" providerId="ADAL" clId="{4D72B3CA-1ABC-4A4C-8ACD-94D34A5EDF37}" dt="2024-10-01T03:39:32.387" v="776" actId="478"/>
          <ac:spMkLst>
            <pc:docMk/>
            <pc:sldMk cId="3828181449" sldId="474"/>
            <ac:spMk id="12" creationId="{709C94CB-B751-9593-EC95-DFE246735F45}"/>
          </ac:spMkLst>
        </pc:spChg>
        <pc:spChg chg="add del mod">
          <ac:chgData name="Yeo Xiong Wei, Jonathan" userId="ac2b658e-7ce1-44bb-9f9f-bf4198ceaa29" providerId="ADAL" clId="{4D72B3CA-1ABC-4A4C-8ACD-94D34A5EDF37}" dt="2024-10-01T03:39:32.387" v="776" actId="478"/>
          <ac:spMkLst>
            <pc:docMk/>
            <pc:sldMk cId="3828181449" sldId="474"/>
            <ac:spMk id="13" creationId="{CB77965A-B943-293C-68F8-F26C8AE5A548}"/>
          </ac:spMkLst>
        </pc:spChg>
        <pc:spChg chg="add del mod">
          <ac:chgData name="Yeo Xiong Wei, Jonathan" userId="ac2b658e-7ce1-44bb-9f9f-bf4198ceaa29" providerId="ADAL" clId="{4D72B3CA-1ABC-4A4C-8ACD-94D34A5EDF37}" dt="2024-10-01T03:39:32.387" v="776" actId="478"/>
          <ac:spMkLst>
            <pc:docMk/>
            <pc:sldMk cId="3828181449" sldId="474"/>
            <ac:spMk id="14" creationId="{6DAA9150-F002-FC87-8264-57E1A9045E07}"/>
          </ac:spMkLst>
        </pc:spChg>
        <pc:spChg chg="add del mod">
          <ac:chgData name="Yeo Xiong Wei, Jonathan" userId="ac2b658e-7ce1-44bb-9f9f-bf4198ceaa29" providerId="ADAL" clId="{4D72B3CA-1ABC-4A4C-8ACD-94D34A5EDF37}" dt="2024-10-01T03:39:32.387" v="776" actId="478"/>
          <ac:spMkLst>
            <pc:docMk/>
            <pc:sldMk cId="3828181449" sldId="474"/>
            <ac:spMk id="15" creationId="{BB116DD5-FD81-54A6-6A7D-4E8DD735EF45}"/>
          </ac:spMkLst>
        </pc:spChg>
        <pc:spChg chg="add del mod">
          <ac:chgData name="Yeo Xiong Wei, Jonathan" userId="ac2b658e-7ce1-44bb-9f9f-bf4198ceaa29" providerId="ADAL" clId="{4D72B3CA-1ABC-4A4C-8ACD-94D34A5EDF37}" dt="2024-10-01T03:39:32.387" v="776" actId="478"/>
          <ac:spMkLst>
            <pc:docMk/>
            <pc:sldMk cId="3828181449" sldId="474"/>
            <ac:spMk id="16" creationId="{81425763-DB47-5435-2C23-F06A2BBA3E1D}"/>
          </ac:spMkLst>
        </pc:spChg>
        <pc:spChg chg="add del mod">
          <ac:chgData name="Yeo Xiong Wei, Jonathan" userId="ac2b658e-7ce1-44bb-9f9f-bf4198ceaa29" providerId="ADAL" clId="{4D72B3CA-1ABC-4A4C-8ACD-94D34A5EDF37}" dt="2024-10-01T03:37:00.570" v="755" actId="478"/>
          <ac:spMkLst>
            <pc:docMk/>
            <pc:sldMk cId="3828181449" sldId="474"/>
            <ac:spMk id="17" creationId="{949A1532-8372-6AF8-9C25-7F2403472E2C}"/>
          </ac:spMkLst>
        </pc:spChg>
        <pc:grpChg chg="del mod">
          <ac:chgData name="Yeo Xiong Wei, Jonathan" userId="ac2b658e-7ce1-44bb-9f9f-bf4198ceaa29" providerId="ADAL" clId="{4D72B3CA-1ABC-4A4C-8ACD-94D34A5EDF37}" dt="2024-10-01T03:37:49.584" v="763"/>
          <ac:grpSpMkLst>
            <pc:docMk/>
            <pc:sldMk cId="3828181449" sldId="474"/>
            <ac:grpSpMk id="23" creationId="{3D7860D0-E4D0-9C66-CF7B-011C2A82D304}"/>
          </ac:grpSpMkLst>
        </pc:grpChg>
        <pc:grpChg chg="del mod">
          <ac:chgData name="Yeo Xiong Wei, Jonathan" userId="ac2b658e-7ce1-44bb-9f9f-bf4198ceaa29" providerId="ADAL" clId="{4D72B3CA-1ABC-4A4C-8ACD-94D34A5EDF37}" dt="2024-10-01T03:39:32.387" v="776" actId="478"/>
          <ac:grpSpMkLst>
            <pc:docMk/>
            <pc:sldMk cId="3828181449" sldId="474"/>
            <ac:grpSpMk id="25" creationId="{181812A0-372B-4E0F-A2B8-5BE8907FEFB4}"/>
          </ac:grpSpMkLst>
        </pc:grpChg>
        <pc:grpChg chg="del mod">
          <ac:chgData name="Yeo Xiong Wei, Jonathan" userId="ac2b658e-7ce1-44bb-9f9f-bf4198ceaa29" providerId="ADAL" clId="{4D72B3CA-1ABC-4A4C-8ACD-94D34A5EDF37}" dt="2024-10-01T03:39:15.909" v="775"/>
          <ac:grpSpMkLst>
            <pc:docMk/>
            <pc:sldMk cId="3828181449" sldId="474"/>
            <ac:grpSpMk id="32" creationId="{B9C494C0-7C52-C546-3EB5-ADE689A44347}"/>
          </ac:grpSpMkLst>
        </pc:grpChg>
        <pc:grpChg chg="del mod">
          <ac:chgData name="Yeo Xiong Wei, Jonathan" userId="ac2b658e-7ce1-44bb-9f9f-bf4198ceaa29" providerId="ADAL" clId="{4D72B3CA-1ABC-4A4C-8ACD-94D34A5EDF37}" dt="2024-10-01T03:39:32.387" v="776" actId="478"/>
          <ac:grpSpMkLst>
            <pc:docMk/>
            <pc:sldMk cId="3828181449" sldId="474"/>
            <ac:grpSpMk id="36" creationId="{828A10A7-EDDE-4711-E013-B07284EFCE56}"/>
          </ac:grpSpMkLst>
        </pc:grpChg>
        <pc:inkChg chg="add mod">
          <ac:chgData name="Yeo Xiong Wei, Jonathan" userId="ac2b658e-7ce1-44bb-9f9f-bf4198ceaa29" providerId="ADAL" clId="{4D72B3CA-1ABC-4A4C-8ACD-94D34A5EDF37}" dt="2024-10-01T03:37:49.584" v="763"/>
          <ac:inkMkLst>
            <pc:docMk/>
            <pc:sldMk cId="3828181449" sldId="474"/>
            <ac:inkMk id="20" creationId="{EBA51848-7DC9-FD96-7D74-FABA935E3762}"/>
          </ac:inkMkLst>
        </pc:inkChg>
        <pc:inkChg chg="add mod">
          <ac:chgData name="Yeo Xiong Wei, Jonathan" userId="ac2b658e-7ce1-44bb-9f9f-bf4198ceaa29" providerId="ADAL" clId="{4D72B3CA-1ABC-4A4C-8ACD-94D34A5EDF37}" dt="2024-10-01T03:37:49.584" v="763"/>
          <ac:inkMkLst>
            <pc:docMk/>
            <pc:sldMk cId="3828181449" sldId="474"/>
            <ac:inkMk id="21" creationId="{4BD978C9-A3A0-1BF2-3C74-644D7DC51FC5}"/>
          </ac:inkMkLst>
        </pc:inkChg>
        <pc:inkChg chg="add mod">
          <ac:chgData name="Yeo Xiong Wei, Jonathan" userId="ac2b658e-7ce1-44bb-9f9f-bf4198ceaa29" providerId="ADAL" clId="{4D72B3CA-1ABC-4A4C-8ACD-94D34A5EDF37}" dt="2024-10-01T03:37:49.584" v="763"/>
          <ac:inkMkLst>
            <pc:docMk/>
            <pc:sldMk cId="3828181449" sldId="474"/>
            <ac:inkMk id="22" creationId="{4AA17168-94D7-F663-8D8D-AE3D98D113B8}"/>
          </ac:inkMkLst>
        </pc:inkChg>
        <pc:inkChg chg="add mod">
          <ac:chgData name="Yeo Xiong Wei, Jonathan" userId="ac2b658e-7ce1-44bb-9f9f-bf4198ceaa29" providerId="ADAL" clId="{4D72B3CA-1ABC-4A4C-8ACD-94D34A5EDF37}" dt="2024-10-01T03:37:49.584" v="763"/>
          <ac:inkMkLst>
            <pc:docMk/>
            <pc:sldMk cId="3828181449" sldId="474"/>
            <ac:inkMk id="24" creationId="{753BE458-CAE4-16F0-F5B2-347A99E6E661}"/>
          </ac:inkMkLst>
        </pc:inkChg>
        <pc:inkChg chg="add del">
          <ac:chgData name="Yeo Xiong Wei, Jonathan" userId="ac2b658e-7ce1-44bb-9f9f-bf4198ceaa29" providerId="ADAL" clId="{4D72B3CA-1ABC-4A4C-8ACD-94D34A5EDF37}" dt="2024-10-01T03:38:53.905" v="765" actId="9405"/>
          <ac:inkMkLst>
            <pc:docMk/>
            <pc:sldMk cId="3828181449" sldId="474"/>
            <ac:inkMk id="26" creationId="{F0C7BA24-EF96-42A7-DC10-BE7C4804F5CF}"/>
          </ac:inkMkLst>
        </pc:inkChg>
        <pc:inkChg chg="add mod">
          <ac:chgData name="Yeo Xiong Wei, Jonathan" userId="ac2b658e-7ce1-44bb-9f9f-bf4198ceaa29" providerId="ADAL" clId="{4D72B3CA-1ABC-4A4C-8ACD-94D34A5EDF37}" dt="2024-10-01T03:39:15.909" v="775"/>
          <ac:inkMkLst>
            <pc:docMk/>
            <pc:sldMk cId="3828181449" sldId="474"/>
            <ac:inkMk id="27" creationId="{921B383C-1B65-022F-F151-5E43DD36EDFF}"/>
          </ac:inkMkLst>
        </pc:inkChg>
        <pc:inkChg chg="add mod">
          <ac:chgData name="Yeo Xiong Wei, Jonathan" userId="ac2b658e-7ce1-44bb-9f9f-bf4198ceaa29" providerId="ADAL" clId="{4D72B3CA-1ABC-4A4C-8ACD-94D34A5EDF37}" dt="2024-10-01T03:39:15.909" v="775"/>
          <ac:inkMkLst>
            <pc:docMk/>
            <pc:sldMk cId="3828181449" sldId="474"/>
            <ac:inkMk id="28" creationId="{13B45E5F-FF11-03D9-E2CB-7EFA56DF28F4}"/>
          </ac:inkMkLst>
        </pc:inkChg>
        <pc:inkChg chg="add mod">
          <ac:chgData name="Yeo Xiong Wei, Jonathan" userId="ac2b658e-7ce1-44bb-9f9f-bf4198ceaa29" providerId="ADAL" clId="{4D72B3CA-1ABC-4A4C-8ACD-94D34A5EDF37}" dt="2024-10-01T03:39:15.909" v="775"/>
          <ac:inkMkLst>
            <pc:docMk/>
            <pc:sldMk cId="3828181449" sldId="474"/>
            <ac:inkMk id="29" creationId="{72C46D28-3CAD-868B-23CD-D5A59FAB43F6}"/>
          </ac:inkMkLst>
        </pc:inkChg>
        <pc:inkChg chg="add mod">
          <ac:chgData name="Yeo Xiong Wei, Jonathan" userId="ac2b658e-7ce1-44bb-9f9f-bf4198ceaa29" providerId="ADAL" clId="{4D72B3CA-1ABC-4A4C-8ACD-94D34A5EDF37}" dt="2024-10-01T03:39:15.909" v="775"/>
          <ac:inkMkLst>
            <pc:docMk/>
            <pc:sldMk cId="3828181449" sldId="474"/>
            <ac:inkMk id="30" creationId="{AD13EAF7-3A8C-A863-71B8-5384BD22C79E}"/>
          </ac:inkMkLst>
        </pc:inkChg>
        <pc:inkChg chg="add mod">
          <ac:chgData name="Yeo Xiong Wei, Jonathan" userId="ac2b658e-7ce1-44bb-9f9f-bf4198ceaa29" providerId="ADAL" clId="{4D72B3CA-1ABC-4A4C-8ACD-94D34A5EDF37}" dt="2024-10-01T03:39:15.909" v="775"/>
          <ac:inkMkLst>
            <pc:docMk/>
            <pc:sldMk cId="3828181449" sldId="474"/>
            <ac:inkMk id="31" creationId="{9BAA283B-A29D-8D8D-0B63-4D821886F95A}"/>
          </ac:inkMkLst>
        </pc:inkChg>
        <pc:inkChg chg="add mod">
          <ac:chgData name="Yeo Xiong Wei, Jonathan" userId="ac2b658e-7ce1-44bb-9f9f-bf4198ceaa29" providerId="ADAL" clId="{4D72B3CA-1ABC-4A4C-8ACD-94D34A5EDF37}" dt="2024-10-01T03:39:15.909" v="775"/>
          <ac:inkMkLst>
            <pc:docMk/>
            <pc:sldMk cId="3828181449" sldId="474"/>
            <ac:inkMk id="33" creationId="{2FCAA31D-1B52-853C-8D57-C0CF571EC10A}"/>
          </ac:inkMkLst>
        </pc:inkChg>
        <pc:inkChg chg="add mod">
          <ac:chgData name="Yeo Xiong Wei, Jonathan" userId="ac2b658e-7ce1-44bb-9f9f-bf4198ceaa29" providerId="ADAL" clId="{4D72B3CA-1ABC-4A4C-8ACD-94D34A5EDF37}" dt="2024-10-01T03:39:15.909" v="775"/>
          <ac:inkMkLst>
            <pc:docMk/>
            <pc:sldMk cId="3828181449" sldId="474"/>
            <ac:inkMk id="34" creationId="{EA967217-5D4E-E8A1-DDA8-B3ACA496AED5}"/>
          </ac:inkMkLst>
        </pc:inkChg>
        <pc:inkChg chg="add mod">
          <ac:chgData name="Yeo Xiong Wei, Jonathan" userId="ac2b658e-7ce1-44bb-9f9f-bf4198ceaa29" providerId="ADAL" clId="{4D72B3CA-1ABC-4A4C-8ACD-94D34A5EDF37}" dt="2024-10-01T03:39:15.909" v="775"/>
          <ac:inkMkLst>
            <pc:docMk/>
            <pc:sldMk cId="3828181449" sldId="474"/>
            <ac:inkMk id="35" creationId="{FBBB6DBB-714A-7FBD-37F0-C72AF4A28C4E}"/>
          </ac:inkMkLst>
        </pc:inkChg>
        <pc:cxnChg chg="add del mod">
          <ac:chgData name="Yeo Xiong Wei, Jonathan" userId="ac2b658e-7ce1-44bb-9f9f-bf4198ceaa29" providerId="ADAL" clId="{4D72B3CA-1ABC-4A4C-8ACD-94D34A5EDF37}" dt="2024-10-01T03:39:32.387" v="776" actId="478"/>
          <ac:cxnSpMkLst>
            <pc:docMk/>
            <pc:sldMk cId="3828181449" sldId="474"/>
            <ac:cxnSpMk id="3" creationId="{50C6BA3E-E058-2898-B955-B9A8B642CABE}"/>
          </ac:cxnSpMkLst>
        </pc:cxnChg>
        <pc:cxnChg chg="add del mod">
          <ac:chgData name="Yeo Xiong Wei, Jonathan" userId="ac2b658e-7ce1-44bb-9f9f-bf4198ceaa29" providerId="ADAL" clId="{4D72B3CA-1ABC-4A4C-8ACD-94D34A5EDF37}" dt="2024-10-01T03:39:32.387" v="776" actId="478"/>
          <ac:cxnSpMkLst>
            <pc:docMk/>
            <pc:sldMk cId="3828181449" sldId="474"/>
            <ac:cxnSpMk id="5" creationId="{DDEAD6AD-4F66-47B7-EEA2-7F25E45878FD}"/>
          </ac:cxnSpMkLst>
        </pc:cxnChg>
        <pc:cxnChg chg="add del mod">
          <ac:chgData name="Yeo Xiong Wei, Jonathan" userId="ac2b658e-7ce1-44bb-9f9f-bf4198ceaa29" providerId="ADAL" clId="{4D72B3CA-1ABC-4A4C-8ACD-94D34A5EDF37}" dt="2024-10-01T03:39:32.387" v="776" actId="478"/>
          <ac:cxnSpMkLst>
            <pc:docMk/>
            <pc:sldMk cId="3828181449" sldId="474"/>
            <ac:cxnSpMk id="6" creationId="{6FABF364-D914-34AA-6DE7-28624D3D3CF6}"/>
          </ac:cxnSpMkLst>
        </pc:cxnChg>
        <pc:cxnChg chg="add del mod">
          <ac:chgData name="Yeo Xiong Wei, Jonathan" userId="ac2b658e-7ce1-44bb-9f9f-bf4198ceaa29" providerId="ADAL" clId="{4D72B3CA-1ABC-4A4C-8ACD-94D34A5EDF37}" dt="2024-10-01T03:39:32.387" v="776" actId="478"/>
          <ac:cxnSpMkLst>
            <pc:docMk/>
            <pc:sldMk cId="3828181449" sldId="474"/>
            <ac:cxnSpMk id="7" creationId="{311A3901-DE75-EE7F-DD6D-4C10C3C2898B}"/>
          </ac:cxnSpMkLst>
        </pc:cxnChg>
        <pc:cxnChg chg="add del mod">
          <ac:chgData name="Yeo Xiong Wei, Jonathan" userId="ac2b658e-7ce1-44bb-9f9f-bf4198ceaa29" providerId="ADAL" clId="{4D72B3CA-1ABC-4A4C-8ACD-94D34A5EDF37}" dt="2024-10-01T03:39:32.387" v="776" actId="478"/>
          <ac:cxnSpMkLst>
            <pc:docMk/>
            <pc:sldMk cId="3828181449" sldId="474"/>
            <ac:cxnSpMk id="8" creationId="{7CE57443-F0AF-7E7D-AB64-0F7CC4265259}"/>
          </ac:cxnSpMkLst>
        </pc:cxnChg>
        <pc:cxnChg chg="add del mod">
          <ac:chgData name="Yeo Xiong Wei, Jonathan" userId="ac2b658e-7ce1-44bb-9f9f-bf4198ceaa29" providerId="ADAL" clId="{4D72B3CA-1ABC-4A4C-8ACD-94D34A5EDF37}" dt="2024-10-01T03:39:32.387" v="776" actId="478"/>
          <ac:cxnSpMkLst>
            <pc:docMk/>
            <pc:sldMk cId="3828181449" sldId="474"/>
            <ac:cxnSpMk id="10" creationId="{52552CD0-FB7F-679B-F729-06ED306FB076}"/>
          </ac:cxnSpMkLst>
        </pc:cxnChg>
        <pc:cxnChg chg="add del mod">
          <ac:chgData name="Yeo Xiong Wei, Jonathan" userId="ac2b658e-7ce1-44bb-9f9f-bf4198ceaa29" providerId="ADAL" clId="{4D72B3CA-1ABC-4A4C-8ACD-94D34A5EDF37}" dt="2024-10-01T03:39:32.387" v="776" actId="478"/>
          <ac:cxnSpMkLst>
            <pc:docMk/>
            <pc:sldMk cId="3828181449" sldId="474"/>
            <ac:cxnSpMk id="18" creationId="{FE503EE1-C139-BFC8-86F0-B96EC52C92C7}"/>
          </ac:cxnSpMkLst>
        </pc:cxnChg>
        <pc:cxnChg chg="add del mod">
          <ac:chgData name="Yeo Xiong Wei, Jonathan" userId="ac2b658e-7ce1-44bb-9f9f-bf4198ceaa29" providerId="ADAL" clId="{4D72B3CA-1ABC-4A4C-8ACD-94D34A5EDF37}" dt="2024-10-01T03:39:32.387" v="776" actId="478"/>
          <ac:cxnSpMkLst>
            <pc:docMk/>
            <pc:sldMk cId="3828181449" sldId="474"/>
            <ac:cxnSpMk id="19" creationId="{4188C399-E754-0DC5-607B-C1A2CC580143}"/>
          </ac:cxnSpMkLst>
        </pc:cxnChg>
      </pc:sldChg>
      <pc:sldChg chg="delSp modSp add mod ord modAnim">
        <pc:chgData name="Yeo Xiong Wei, Jonathan" userId="ac2b658e-7ce1-44bb-9f9f-bf4198ceaa29" providerId="ADAL" clId="{4D72B3CA-1ABC-4A4C-8ACD-94D34A5EDF37}" dt="2024-10-03T05:11:44.738" v="1971" actId="20577"/>
        <pc:sldMkLst>
          <pc:docMk/>
          <pc:sldMk cId="1566917030" sldId="475"/>
        </pc:sldMkLst>
        <pc:spChg chg="del">
          <ac:chgData name="Yeo Xiong Wei, Jonathan" userId="ac2b658e-7ce1-44bb-9f9f-bf4198ceaa29" providerId="ADAL" clId="{4D72B3CA-1ABC-4A4C-8ACD-94D34A5EDF37}" dt="2024-10-01T04:15:49.389" v="1314" actId="478"/>
          <ac:spMkLst>
            <pc:docMk/>
            <pc:sldMk cId="1566917030" sldId="475"/>
            <ac:spMk id="2" creationId="{22A02470-2B51-4F89-38AF-A29D1555ABC0}"/>
          </ac:spMkLst>
        </pc:spChg>
        <pc:spChg chg="mod">
          <ac:chgData name="Yeo Xiong Wei, Jonathan" userId="ac2b658e-7ce1-44bb-9f9f-bf4198ceaa29" providerId="ADAL" clId="{4D72B3CA-1ABC-4A4C-8ACD-94D34A5EDF37}" dt="2024-10-03T05:11:44.738" v="1971" actId="20577"/>
          <ac:spMkLst>
            <pc:docMk/>
            <pc:sldMk cId="1566917030" sldId="475"/>
            <ac:spMk id="28674" creationId="{00000000-0000-0000-0000-000000000000}"/>
          </ac:spMkLst>
        </pc:spChg>
      </pc:sldChg>
      <pc:sldChg chg="modSp add mod">
        <pc:chgData name="Yeo Xiong Wei, Jonathan" userId="ac2b658e-7ce1-44bb-9f9f-bf4198ceaa29" providerId="ADAL" clId="{4D72B3CA-1ABC-4A4C-8ACD-94D34A5EDF37}" dt="2024-10-01T04:20:58.870" v="1824" actId="20577"/>
        <pc:sldMkLst>
          <pc:docMk/>
          <pc:sldMk cId="1486807069" sldId="476"/>
        </pc:sldMkLst>
        <pc:spChg chg="mod">
          <ac:chgData name="Yeo Xiong Wei, Jonathan" userId="ac2b658e-7ce1-44bb-9f9f-bf4198ceaa29" providerId="ADAL" clId="{4D72B3CA-1ABC-4A4C-8ACD-94D34A5EDF37}" dt="2024-10-01T04:20:58.870" v="1824" actId="20577"/>
          <ac:spMkLst>
            <pc:docMk/>
            <pc:sldMk cId="1486807069" sldId="476"/>
            <ac:spMk id="28674" creationId="{00000000-0000-0000-0000-000000000000}"/>
          </ac:spMkLst>
        </pc:spChg>
      </pc:sldChg>
    </pc:docChg>
  </pc:docChgLst>
  <pc:docChgLst>
    <pc:chgData name="Yeo Xiong Wei, Jonathan" userId="ac2b658e-7ce1-44bb-9f9f-bf4198ceaa29" providerId="ADAL" clId="{D4B5381A-43BF-45C2-892C-18390D1CF381}"/>
    <pc:docChg chg="addSld modSld">
      <pc:chgData name="Yeo Xiong Wei, Jonathan" userId="ac2b658e-7ce1-44bb-9f9f-bf4198ceaa29" providerId="ADAL" clId="{D4B5381A-43BF-45C2-892C-18390D1CF381}" dt="2023-10-09T03:16:44.066" v="2"/>
      <pc:docMkLst>
        <pc:docMk/>
      </pc:docMkLst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4243480544" sldId="302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4243480544" sldId="302"/>
            <ac:inkMk id="2" creationId="{832BEEB1-32C7-122E-9CCE-5EB763CD4516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3776960760" sldId="347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3776960760" sldId="347"/>
            <ac:inkMk id="2" creationId="{6451A14D-035E-3656-292F-C4162579A8A9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3626611511" sldId="422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3626611511" sldId="422"/>
            <ac:inkMk id="2" creationId="{1101B125-5914-E39C-C681-B3A8A6F45D0F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2863872561" sldId="429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2863872561" sldId="429"/>
            <ac:inkMk id="2" creationId="{C39C1A39-DB7D-6943-5A94-5FF853A7DA13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3663062866" sldId="430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3663062866" sldId="430"/>
            <ac:inkMk id="2" creationId="{D723F969-FC18-FD90-DAFF-02A7B823AA59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685554903" sldId="433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685554903" sldId="433"/>
            <ac:inkMk id="7" creationId="{8EE62291-A214-BF9D-71A0-0D656EE6BA26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3229939910" sldId="434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3229939910" sldId="434"/>
            <ac:inkMk id="2" creationId="{114C35B2-68E1-CA74-E016-5208D4A36D52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1386104858" sldId="435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1386104858" sldId="435"/>
            <ac:inkMk id="2" creationId="{B8B42ED6-F181-9240-3036-F8213AC5288C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1129617942" sldId="436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1129617942" sldId="436"/>
            <ac:inkMk id="2" creationId="{9CD567C8-51C2-7BC7-A79A-C782B7F5A651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1351489455" sldId="439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1351489455" sldId="439"/>
            <ac:inkMk id="2" creationId="{26138CD0-1C9D-B134-ADE3-D70485F95789}"/>
          </ac:inkMkLst>
        </pc:inkChg>
      </pc:sldChg>
      <pc:sldChg chg="addSp">
        <pc:chgData name="Yeo Xiong Wei, Jonathan" userId="ac2b658e-7ce1-44bb-9f9f-bf4198ceaa29" providerId="ADAL" clId="{D4B5381A-43BF-45C2-892C-18390D1CF381}" dt="2023-10-09T01:50:16.681" v="0"/>
        <pc:sldMkLst>
          <pc:docMk/>
          <pc:sldMk cId="1438234917" sldId="442"/>
        </pc:sldMkLst>
        <pc:inkChg chg="add">
          <ac:chgData name="Yeo Xiong Wei, Jonathan" userId="ac2b658e-7ce1-44bb-9f9f-bf4198ceaa29" providerId="ADAL" clId="{D4B5381A-43BF-45C2-892C-18390D1CF381}" dt="2023-10-09T01:50:16.681" v="0"/>
          <ac:inkMkLst>
            <pc:docMk/>
            <pc:sldMk cId="1438234917" sldId="442"/>
            <ac:inkMk id="5" creationId="{6CF72D36-A61F-819D-B380-F2EF09B70418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2236551889" sldId="443"/>
        </pc:sldMkLst>
        <pc:inkChg chg="add">
          <ac:chgData name="Yeo Xiong Wei, Jonathan" userId="ac2b658e-7ce1-44bb-9f9f-bf4198ceaa29" providerId="ADAL" clId="{D4B5381A-43BF-45C2-892C-18390D1CF381}" dt="2023-10-09T01:50:16.681" v="0"/>
          <ac:inkMkLst>
            <pc:docMk/>
            <pc:sldMk cId="2236551889" sldId="443"/>
            <ac:inkMk id="4" creationId="{E0AE58AD-4DD9-CFFF-828C-E250D94CCC71}"/>
          </ac:inkMkLst>
        </pc:inkChg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2236551889" sldId="443"/>
            <ac:inkMk id="6" creationId="{15FB0FF6-3CB3-61BB-1B8A-8BD7CCD57A5C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383123542" sldId="445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383123542" sldId="445"/>
            <ac:inkMk id="9" creationId="{6CA04814-1790-65D7-04A3-675D00DA8B1A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719260337" sldId="448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719260337" sldId="448"/>
            <ac:inkMk id="2" creationId="{1ED1C22F-F6C1-9CA8-D1A7-77501730F924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3346913982" sldId="449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3346913982" sldId="449"/>
            <ac:inkMk id="2" creationId="{38AACCF5-A048-FA09-B4DF-2A5CAAA1581D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626524365" sldId="450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626524365" sldId="450"/>
            <ac:inkMk id="2" creationId="{51EE9A31-CDC8-8BEC-40D1-80EF75B3365C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104785521" sldId="455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104785521" sldId="455"/>
            <ac:inkMk id="5" creationId="{98ED9A52-09E1-E545-C702-1322E9B21394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1463984357" sldId="458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1463984357" sldId="458"/>
            <ac:inkMk id="3" creationId="{75399A77-5075-8E5C-E966-55E7860DA128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1490855871" sldId="459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1490855871" sldId="459"/>
            <ac:inkMk id="2" creationId="{D1CBA01D-B8F2-F033-B1BC-057DE80603D1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2134456848" sldId="460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2134456848" sldId="460"/>
            <ac:inkMk id="3" creationId="{C5FD812D-1C3D-4F9B-54E7-159A2EBBA7D7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1544935269" sldId="461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1544935269" sldId="461"/>
            <ac:inkMk id="2" creationId="{80F90489-9CC5-F61F-8446-E006949249E7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1717280244" sldId="463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1717280244" sldId="463"/>
            <ac:inkMk id="2" creationId="{84660FBD-58D7-7F13-C277-A33DFB249ADD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958449538" sldId="465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958449538" sldId="465"/>
            <ac:inkMk id="2" creationId="{04CE2BA2-F2B2-6EE1-AA0A-64980F138649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3591720691" sldId="466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3591720691" sldId="466"/>
            <ac:inkMk id="2" creationId="{8DF45B32-52CF-F2D1-79DB-94B6F8B8D192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854982543" sldId="467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854982543" sldId="467"/>
            <ac:inkMk id="2" creationId="{E46B7D0F-2FA8-C4C1-8F00-E0F37DE457CF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1378113013" sldId="469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1378113013" sldId="469"/>
            <ac:inkMk id="3" creationId="{42EC5B19-09DB-D11B-83EE-3EA8725492E7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3466214989" sldId="470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3466214989" sldId="470"/>
            <ac:inkMk id="2" creationId="{8BF39D26-7FBF-4870-6572-11735F4CAA26}"/>
          </ac:inkMkLst>
        </pc:inkChg>
      </pc:sldChg>
      <pc:sldChg chg="addSp">
        <pc:chgData name="Yeo Xiong Wei, Jonathan" userId="ac2b658e-7ce1-44bb-9f9f-bf4198ceaa29" providerId="ADAL" clId="{D4B5381A-43BF-45C2-892C-18390D1CF381}" dt="2023-10-09T03:16:44.066" v="2"/>
        <pc:sldMkLst>
          <pc:docMk/>
          <pc:sldMk cId="3148317942" sldId="471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3148317942" sldId="471"/>
            <ac:inkMk id="3" creationId="{D18A85F6-AF27-E442-AE97-A81DF910ECA9}"/>
          </ac:inkMkLst>
        </pc:inkChg>
      </pc:sldChg>
      <pc:sldChg chg="addSp new">
        <pc:chgData name="Yeo Xiong Wei, Jonathan" userId="ac2b658e-7ce1-44bb-9f9f-bf4198ceaa29" providerId="ADAL" clId="{D4B5381A-43BF-45C2-892C-18390D1CF381}" dt="2023-10-09T03:16:44.066" v="2"/>
        <pc:sldMkLst>
          <pc:docMk/>
          <pc:sldMk cId="3667594520" sldId="472"/>
        </pc:sldMkLst>
        <pc:inkChg chg="add">
          <ac:chgData name="Yeo Xiong Wei, Jonathan" userId="ac2b658e-7ce1-44bb-9f9f-bf4198ceaa29" providerId="ADAL" clId="{D4B5381A-43BF-45C2-892C-18390D1CF381}" dt="2023-10-09T03:16:44.066" v="2"/>
          <ac:inkMkLst>
            <pc:docMk/>
            <pc:sldMk cId="3667594520" sldId="472"/>
            <ac:inkMk id="5" creationId="{63CCE3FD-34F7-1EC4-8655-B65D469A3EF6}"/>
          </ac:inkMkLst>
        </pc:inkChg>
      </pc:sldChg>
    </pc:docChg>
  </pc:docChgLst>
  <pc:docChgLst>
    <pc:chgData name="Yeo Xiong Wei, Jonathan" userId="ac2b658e-7ce1-44bb-9f9f-bf4198ceaa29" providerId="ADAL" clId="{7F2FB8DE-9062-481D-A476-5A9CDFF384EC}"/>
    <pc:docChg chg="undo custSel modSld modMainMaster">
      <pc:chgData name="Yeo Xiong Wei, Jonathan" userId="ac2b658e-7ce1-44bb-9f9f-bf4198ceaa29" providerId="ADAL" clId="{7F2FB8DE-9062-481D-A476-5A9CDFF384EC}" dt="2024-06-29T02:47:50.344" v="687" actId="207"/>
      <pc:docMkLst>
        <pc:docMk/>
      </pc:docMkLst>
      <pc:sldChg chg="modSp">
        <pc:chgData name="Yeo Xiong Wei, Jonathan" userId="ac2b658e-7ce1-44bb-9f9f-bf4198ceaa29" providerId="ADAL" clId="{7F2FB8DE-9062-481D-A476-5A9CDFF384EC}" dt="2024-06-29T02:01:47.603" v="43" actId="20577"/>
        <pc:sldMkLst>
          <pc:docMk/>
          <pc:sldMk cId="4031192782" sldId="300"/>
        </pc:sldMkLst>
        <pc:spChg chg="mod">
          <ac:chgData name="Yeo Xiong Wei, Jonathan" userId="ac2b658e-7ce1-44bb-9f9f-bf4198ceaa29" providerId="ADAL" clId="{7F2FB8DE-9062-481D-A476-5A9CDFF384EC}" dt="2024-06-29T02:01:47.603" v="43" actId="20577"/>
          <ac:spMkLst>
            <pc:docMk/>
            <pc:sldMk cId="4031192782" sldId="300"/>
            <ac:spMk id="28674" creationId="{00000000-0000-0000-0000-000000000000}"/>
          </ac:spMkLst>
        </pc:spChg>
      </pc:sldChg>
      <pc:sldChg chg="addSp modSp mod">
        <pc:chgData name="Yeo Xiong Wei, Jonathan" userId="ac2b658e-7ce1-44bb-9f9f-bf4198ceaa29" providerId="ADAL" clId="{7F2FB8DE-9062-481D-A476-5A9CDFF384EC}" dt="2024-06-29T02:20:54.377" v="171" actId="207"/>
        <pc:sldMkLst>
          <pc:docMk/>
          <pc:sldMk cId="4243480544" sldId="302"/>
        </pc:sldMkLst>
        <pc:spChg chg="add mod ord">
          <ac:chgData name="Yeo Xiong Wei, Jonathan" userId="ac2b658e-7ce1-44bb-9f9f-bf4198ceaa29" providerId="ADAL" clId="{7F2FB8DE-9062-481D-A476-5A9CDFF384EC}" dt="2024-06-29T02:20:54.377" v="171" actId="207"/>
          <ac:spMkLst>
            <pc:docMk/>
            <pc:sldMk cId="4243480544" sldId="302"/>
            <ac:spMk id="4" creationId="{2F0C3697-5109-8F1F-F181-CBFC5872E4CC}"/>
          </ac:spMkLst>
        </pc:spChg>
      </pc:sldChg>
      <pc:sldChg chg="modSp mod">
        <pc:chgData name="Yeo Xiong Wei, Jonathan" userId="ac2b658e-7ce1-44bb-9f9f-bf4198ceaa29" providerId="ADAL" clId="{7F2FB8DE-9062-481D-A476-5A9CDFF384EC}" dt="2024-06-29T02:29:17.115" v="475" actId="20577"/>
        <pc:sldMkLst>
          <pc:docMk/>
          <pc:sldMk cId="3776960760" sldId="347"/>
        </pc:sldMkLst>
        <pc:spChg chg="mod">
          <ac:chgData name="Yeo Xiong Wei, Jonathan" userId="ac2b658e-7ce1-44bb-9f9f-bf4198ceaa29" providerId="ADAL" clId="{7F2FB8DE-9062-481D-A476-5A9CDFF384EC}" dt="2024-06-29T02:29:17.115" v="475" actId="20577"/>
          <ac:spMkLst>
            <pc:docMk/>
            <pc:sldMk cId="3776960760" sldId="347"/>
            <ac:spMk id="76802" creationId="{00000000-0000-0000-0000-000000000000}"/>
          </ac:spMkLst>
        </pc:spChg>
      </pc:sldChg>
      <pc:sldChg chg="modSp mod">
        <pc:chgData name="Yeo Xiong Wei, Jonathan" userId="ac2b658e-7ce1-44bb-9f9f-bf4198ceaa29" providerId="ADAL" clId="{7F2FB8DE-9062-481D-A476-5A9CDFF384EC}" dt="2024-06-29T02:02:01.601" v="44" actId="1076"/>
        <pc:sldMkLst>
          <pc:docMk/>
          <pc:sldMk cId="4162676061" sldId="391"/>
        </pc:sldMkLst>
        <pc:spChg chg="mod">
          <ac:chgData name="Yeo Xiong Wei, Jonathan" userId="ac2b658e-7ce1-44bb-9f9f-bf4198ceaa29" providerId="ADAL" clId="{7F2FB8DE-9062-481D-A476-5A9CDFF384EC}" dt="2024-06-29T02:02:01.601" v="44" actId="1076"/>
          <ac:spMkLst>
            <pc:docMk/>
            <pc:sldMk cId="4162676061" sldId="391"/>
            <ac:spMk id="2" creationId="{E19ABC91-B477-4D87-98FF-6BD62F1458B7}"/>
          </ac:spMkLst>
        </pc:spChg>
      </pc:sldChg>
      <pc:sldChg chg="modSp mod">
        <pc:chgData name="Yeo Xiong Wei, Jonathan" userId="ac2b658e-7ce1-44bb-9f9f-bf4198ceaa29" providerId="ADAL" clId="{7F2FB8DE-9062-481D-A476-5A9CDFF384EC}" dt="2024-06-29T02:47:50.344" v="687" actId="207"/>
        <pc:sldMkLst>
          <pc:docMk/>
          <pc:sldMk cId="3339228875" sldId="423"/>
        </pc:sldMkLst>
        <pc:spChg chg="mod">
          <ac:chgData name="Yeo Xiong Wei, Jonathan" userId="ac2b658e-7ce1-44bb-9f9f-bf4198ceaa29" providerId="ADAL" clId="{7F2FB8DE-9062-481D-A476-5A9CDFF384EC}" dt="2024-06-29T02:47:50.344" v="687" actId="207"/>
          <ac:spMkLst>
            <pc:docMk/>
            <pc:sldMk cId="3339228875" sldId="423"/>
            <ac:spMk id="28674" creationId="{00000000-0000-0000-0000-000000000000}"/>
          </ac:spMkLst>
        </pc:spChg>
        <pc:graphicFrameChg chg="mod">
          <ac:chgData name="Yeo Xiong Wei, Jonathan" userId="ac2b658e-7ce1-44bb-9f9f-bf4198ceaa29" providerId="ADAL" clId="{7F2FB8DE-9062-481D-A476-5A9CDFF384EC}" dt="2024-06-29T02:47:44.651" v="686" actId="1036"/>
          <ac:graphicFrameMkLst>
            <pc:docMk/>
            <pc:sldMk cId="3339228875" sldId="423"/>
            <ac:graphicFrameMk id="5" creationId="{8657C319-7990-4564-94D6-8B43AC269C98}"/>
          </ac:graphicFrameMkLst>
        </pc:graphicFrameChg>
      </pc:sldChg>
      <pc:sldChg chg="modSp">
        <pc:chgData name="Yeo Xiong Wei, Jonathan" userId="ac2b658e-7ce1-44bb-9f9f-bf4198ceaa29" providerId="ADAL" clId="{7F2FB8DE-9062-481D-A476-5A9CDFF384EC}" dt="2024-06-29T02:15:14.584" v="99" actId="207"/>
        <pc:sldMkLst>
          <pc:docMk/>
          <pc:sldMk cId="2804154378" sldId="427"/>
        </pc:sldMkLst>
        <pc:spChg chg="mod">
          <ac:chgData name="Yeo Xiong Wei, Jonathan" userId="ac2b658e-7ce1-44bb-9f9f-bf4198ceaa29" providerId="ADAL" clId="{7F2FB8DE-9062-481D-A476-5A9CDFF384EC}" dt="2024-06-29T02:15:14.584" v="99" actId="207"/>
          <ac:spMkLst>
            <pc:docMk/>
            <pc:sldMk cId="2804154378" sldId="427"/>
            <ac:spMk id="28674" creationId="{00000000-0000-0000-0000-000000000000}"/>
          </ac:spMkLst>
        </pc:spChg>
      </pc:sldChg>
      <pc:sldChg chg="modSp">
        <pc:chgData name="Yeo Xiong Wei, Jonathan" userId="ac2b658e-7ce1-44bb-9f9f-bf4198ceaa29" providerId="ADAL" clId="{7F2FB8DE-9062-481D-A476-5A9CDFF384EC}" dt="2024-06-29T02:15:43.912" v="104" actId="5793"/>
        <pc:sldMkLst>
          <pc:docMk/>
          <pc:sldMk cId="289169299" sldId="428"/>
        </pc:sldMkLst>
        <pc:spChg chg="mod">
          <ac:chgData name="Yeo Xiong Wei, Jonathan" userId="ac2b658e-7ce1-44bb-9f9f-bf4198ceaa29" providerId="ADAL" clId="{7F2FB8DE-9062-481D-A476-5A9CDFF384EC}" dt="2024-06-29T02:15:43.912" v="104" actId="5793"/>
          <ac:spMkLst>
            <pc:docMk/>
            <pc:sldMk cId="289169299" sldId="428"/>
            <ac:spMk id="28674" creationId="{00000000-0000-0000-0000-000000000000}"/>
          </ac:spMkLst>
        </pc:spChg>
      </pc:sldChg>
      <pc:sldChg chg="modSp mod">
        <pc:chgData name="Yeo Xiong Wei, Jonathan" userId="ac2b658e-7ce1-44bb-9f9f-bf4198ceaa29" providerId="ADAL" clId="{7F2FB8DE-9062-481D-A476-5A9CDFF384EC}" dt="2024-06-29T02:16:08.655" v="108" actId="113"/>
        <pc:sldMkLst>
          <pc:docMk/>
          <pc:sldMk cId="2863872561" sldId="429"/>
        </pc:sldMkLst>
        <pc:spChg chg="mod">
          <ac:chgData name="Yeo Xiong Wei, Jonathan" userId="ac2b658e-7ce1-44bb-9f9f-bf4198ceaa29" providerId="ADAL" clId="{7F2FB8DE-9062-481D-A476-5A9CDFF384EC}" dt="2024-06-29T02:16:08.655" v="108" actId="113"/>
          <ac:spMkLst>
            <pc:docMk/>
            <pc:sldMk cId="2863872561" sldId="429"/>
            <ac:spMk id="28674" creationId="{00000000-0000-0000-0000-000000000000}"/>
          </ac:spMkLst>
        </pc:spChg>
      </pc:sldChg>
      <pc:sldChg chg="modSp">
        <pc:chgData name="Yeo Xiong Wei, Jonathan" userId="ac2b658e-7ce1-44bb-9f9f-bf4198ceaa29" providerId="ADAL" clId="{7F2FB8DE-9062-481D-A476-5A9CDFF384EC}" dt="2024-06-29T02:16:20.931" v="110" actId="113"/>
        <pc:sldMkLst>
          <pc:docMk/>
          <pc:sldMk cId="3663062866" sldId="430"/>
        </pc:sldMkLst>
        <pc:spChg chg="mod">
          <ac:chgData name="Yeo Xiong Wei, Jonathan" userId="ac2b658e-7ce1-44bb-9f9f-bf4198ceaa29" providerId="ADAL" clId="{7F2FB8DE-9062-481D-A476-5A9CDFF384EC}" dt="2024-06-29T02:16:20.931" v="110" actId="113"/>
          <ac:spMkLst>
            <pc:docMk/>
            <pc:sldMk cId="3663062866" sldId="430"/>
            <ac:spMk id="28674" creationId="{00000000-0000-0000-0000-000000000000}"/>
          </ac:spMkLst>
        </pc:spChg>
      </pc:sldChg>
      <pc:sldChg chg="modNotesTx">
        <pc:chgData name="Yeo Xiong Wei, Jonathan" userId="ac2b658e-7ce1-44bb-9f9f-bf4198ceaa29" providerId="ADAL" clId="{7F2FB8DE-9062-481D-A476-5A9CDFF384EC}" dt="2024-06-29T02:28:00.692" v="456" actId="20577"/>
        <pc:sldMkLst>
          <pc:docMk/>
          <pc:sldMk cId="1351489455" sldId="439"/>
        </pc:sldMkLst>
      </pc:sldChg>
      <pc:sldChg chg="addSp delSp modSp mod">
        <pc:chgData name="Yeo Xiong Wei, Jonathan" userId="ac2b658e-7ce1-44bb-9f9f-bf4198ceaa29" providerId="ADAL" clId="{7F2FB8DE-9062-481D-A476-5A9CDFF384EC}" dt="2024-06-29T02:12:33.408" v="94" actId="207"/>
        <pc:sldMkLst>
          <pc:docMk/>
          <pc:sldMk cId="1438234917" sldId="442"/>
        </pc:sldMkLst>
        <pc:spChg chg="add mod">
          <ac:chgData name="Yeo Xiong Wei, Jonathan" userId="ac2b658e-7ce1-44bb-9f9f-bf4198ceaa29" providerId="ADAL" clId="{7F2FB8DE-9062-481D-A476-5A9CDFF384EC}" dt="2024-06-29T02:11:32.341" v="89"/>
          <ac:spMkLst>
            <pc:docMk/>
            <pc:sldMk cId="1438234917" sldId="442"/>
            <ac:spMk id="6" creationId="{BB4A4D8F-82F1-5136-F6A7-6BCEC9743609}"/>
          </ac:spMkLst>
        </pc:spChg>
        <pc:spChg chg="add mod ord">
          <ac:chgData name="Yeo Xiong Wei, Jonathan" userId="ac2b658e-7ce1-44bb-9f9f-bf4198ceaa29" providerId="ADAL" clId="{7F2FB8DE-9062-481D-A476-5A9CDFF384EC}" dt="2024-06-29T02:12:33.408" v="94" actId="207"/>
          <ac:spMkLst>
            <pc:docMk/>
            <pc:sldMk cId="1438234917" sldId="442"/>
            <ac:spMk id="7" creationId="{FB2B86BB-1405-685B-536F-6911195245F8}"/>
          </ac:spMkLst>
        </pc:spChg>
        <pc:inkChg chg="del">
          <ac:chgData name="Yeo Xiong Wei, Jonathan" userId="ac2b658e-7ce1-44bb-9f9f-bf4198ceaa29" providerId="ADAL" clId="{7F2FB8DE-9062-481D-A476-5A9CDFF384EC}" dt="2024-06-29T02:11:14.341" v="88" actId="478"/>
          <ac:inkMkLst>
            <pc:docMk/>
            <pc:sldMk cId="1438234917" sldId="442"/>
            <ac:inkMk id="5" creationId="{6CF72D36-A61F-819D-B380-F2EF09B70418}"/>
          </ac:inkMkLst>
        </pc:inkChg>
      </pc:sldChg>
      <pc:sldChg chg="addSp delSp modSp mod addAnim">
        <pc:chgData name="Yeo Xiong Wei, Jonathan" userId="ac2b658e-7ce1-44bb-9f9f-bf4198ceaa29" providerId="ADAL" clId="{7F2FB8DE-9062-481D-A476-5A9CDFF384EC}" dt="2024-06-29T01:57:35.755" v="5" actId="403"/>
        <pc:sldMkLst>
          <pc:docMk/>
          <pc:sldMk cId="3783780466" sldId="447"/>
        </pc:sldMkLst>
        <pc:spChg chg="mod">
          <ac:chgData name="Yeo Xiong Wei, Jonathan" userId="ac2b658e-7ce1-44bb-9f9f-bf4198ceaa29" providerId="ADAL" clId="{7F2FB8DE-9062-481D-A476-5A9CDFF384EC}" dt="2024-06-29T01:57:35.755" v="5" actId="403"/>
          <ac:spMkLst>
            <pc:docMk/>
            <pc:sldMk cId="3783780466" sldId="447"/>
            <ac:spMk id="2" creationId="{9A0F84E2-3745-45CC-919A-EFB835CCA507}"/>
          </ac:spMkLst>
        </pc:spChg>
        <pc:spChg chg="mod">
          <ac:chgData name="Yeo Xiong Wei, Jonathan" userId="ac2b658e-7ce1-44bb-9f9f-bf4198ceaa29" providerId="ADAL" clId="{7F2FB8DE-9062-481D-A476-5A9CDFF384EC}" dt="2024-06-29T01:57:28.864" v="3"/>
          <ac:spMkLst>
            <pc:docMk/>
            <pc:sldMk cId="3783780466" sldId="447"/>
            <ac:spMk id="3" creationId="{4654AD20-AC49-4381-823B-E28293A4CF3A}"/>
          </ac:spMkLst>
        </pc:spChg>
        <pc:spChg chg="mod">
          <ac:chgData name="Yeo Xiong Wei, Jonathan" userId="ac2b658e-7ce1-44bb-9f9f-bf4198ceaa29" providerId="ADAL" clId="{7F2FB8DE-9062-481D-A476-5A9CDFF384EC}" dt="2024-06-29T01:57:13.082" v="0" actId="26606"/>
          <ac:spMkLst>
            <pc:docMk/>
            <pc:sldMk cId="3783780466" sldId="447"/>
            <ac:spMk id="4" creationId="{B0AF27A3-75C2-44C3-B516-3779A07C5C4A}"/>
          </ac:spMkLst>
        </pc:spChg>
        <pc:spChg chg="del">
          <ac:chgData name="Yeo Xiong Wei, Jonathan" userId="ac2b658e-7ce1-44bb-9f9f-bf4198ceaa29" providerId="ADAL" clId="{7F2FB8DE-9062-481D-A476-5A9CDFF384EC}" dt="2024-06-29T01:57:13.082" v="0" actId="26606"/>
          <ac:spMkLst>
            <pc:docMk/>
            <pc:sldMk cId="3783780466" sldId="447"/>
            <ac:spMk id="9" creationId="{1EADCAF8-8823-4E89-8612-21029831A4B2}"/>
          </ac:spMkLst>
        </pc:spChg>
        <pc:spChg chg="del">
          <ac:chgData name="Yeo Xiong Wei, Jonathan" userId="ac2b658e-7ce1-44bb-9f9f-bf4198ceaa29" providerId="ADAL" clId="{7F2FB8DE-9062-481D-A476-5A9CDFF384EC}" dt="2024-06-29T01:57:13.082" v="0" actId="26606"/>
          <ac:spMkLst>
            <pc:docMk/>
            <pc:sldMk cId="3783780466" sldId="447"/>
            <ac:spMk id="11" creationId="{28CA07B2-0819-4B62-9425-7A52BBDD7070}"/>
          </ac:spMkLst>
        </pc:spChg>
        <pc:spChg chg="del mod">
          <ac:chgData name="Yeo Xiong Wei, Jonathan" userId="ac2b658e-7ce1-44bb-9f9f-bf4198ceaa29" providerId="ADAL" clId="{7F2FB8DE-9062-481D-A476-5A9CDFF384EC}" dt="2024-06-29T01:57:19.753" v="2" actId="478"/>
          <ac:spMkLst>
            <pc:docMk/>
            <pc:sldMk cId="3783780466" sldId="447"/>
            <ac:spMk id="21" creationId="{5D7F6947-882E-4EAB-9221-42DA860B527D}"/>
          </ac:spMkLst>
        </pc:spChg>
        <pc:spChg chg="add">
          <ac:chgData name="Yeo Xiong Wei, Jonathan" userId="ac2b658e-7ce1-44bb-9f9f-bf4198ceaa29" providerId="ADAL" clId="{7F2FB8DE-9062-481D-A476-5A9CDFF384EC}" dt="2024-06-29T01:57:13.082" v="0" actId="26606"/>
          <ac:spMkLst>
            <pc:docMk/>
            <pc:sldMk cId="3783780466" sldId="447"/>
            <ac:spMk id="27" creationId="{7D9D36D6-2AC5-46A1-A849-4C82D5264A3A}"/>
          </ac:spMkLst>
        </pc:spChg>
        <pc:grpChg chg="del">
          <ac:chgData name="Yeo Xiong Wei, Jonathan" userId="ac2b658e-7ce1-44bb-9f9f-bf4198ceaa29" providerId="ADAL" clId="{7F2FB8DE-9062-481D-A476-5A9CDFF384EC}" dt="2024-06-29T01:57:13.082" v="0" actId="26606"/>
          <ac:grpSpMkLst>
            <pc:docMk/>
            <pc:sldMk cId="3783780466" sldId="447"/>
            <ac:grpSpMk id="13" creationId="{DA02BEE4-A5D4-40AF-882D-49D34B086FFF}"/>
          </ac:grpSpMkLst>
        </pc:grpChg>
        <pc:picChg chg="add">
          <ac:chgData name="Yeo Xiong Wei, Jonathan" userId="ac2b658e-7ce1-44bb-9f9f-bf4198ceaa29" providerId="ADAL" clId="{7F2FB8DE-9062-481D-A476-5A9CDFF384EC}" dt="2024-06-29T01:57:13.082" v="0" actId="26606"/>
          <ac:picMkLst>
            <pc:docMk/>
            <pc:sldMk cId="3783780466" sldId="447"/>
            <ac:picMk id="23" creationId="{0B60EC04-66E7-4887-FC79-AE6A29574919}"/>
          </ac:picMkLst>
        </pc:picChg>
      </pc:sldChg>
      <pc:sldChg chg="addSp delSp modSp mod">
        <pc:chgData name="Yeo Xiong Wei, Jonathan" userId="ac2b658e-7ce1-44bb-9f9f-bf4198ceaa29" providerId="ADAL" clId="{7F2FB8DE-9062-481D-A476-5A9CDFF384EC}" dt="2024-06-29T02:20:36.112" v="170" actId="167"/>
        <pc:sldMkLst>
          <pc:docMk/>
          <pc:sldMk cId="719260337" sldId="448"/>
        </pc:sldMkLst>
        <pc:spChg chg="add del mod ord">
          <ac:chgData name="Yeo Xiong Wei, Jonathan" userId="ac2b658e-7ce1-44bb-9f9f-bf4198ceaa29" providerId="ADAL" clId="{7F2FB8DE-9062-481D-A476-5A9CDFF384EC}" dt="2024-06-29T02:20:31.299" v="167" actId="478"/>
          <ac:spMkLst>
            <pc:docMk/>
            <pc:sldMk cId="719260337" sldId="448"/>
            <ac:spMk id="4" creationId="{7A0CBD91-8BF5-96EC-36E3-39A4B4EB2C0C}"/>
          </ac:spMkLst>
        </pc:spChg>
        <pc:spChg chg="add mod ord">
          <ac:chgData name="Yeo Xiong Wei, Jonathan" userId="ac2b658e-7ce1-44bb-9f9f-bf4198ceaa29" providerId="ADAL" clId="{7F2FB8DE-9062-481D-A476-5A9CDFF384EC}" dt="2024-06-29T02:20:36.112" v="170" actId="167"/>
          <ac:spMkLst>
            <pc:docMk/>
            <pc:sldMk cId="719260337" sldId="448"/>
            <ac:spMk id="5" creationId="{FCF62588-04E7-07D9-1B54-F98032998818}"/>
          </ac:spMkLst>
        </pc:spChg>
        <pc:spChg chg="add del mod">
          <ac:chgData name="Yeo Xiong Wei, Jonathan" userId="ac2b658e-7ce1-44bb-9f9f-bf4198ceaa29" providerId="ADAL" clId="{7F2FB8DE-9062-481D-A476-5A9CDFF384EC}" dt="2024-06-29T02:16:41.488" v="113" actId="2085"/>
          <ac:spMkLst>
            <pc:docMk/>
            <pc:sldMk cId="719260337" sldId="448"/>
            <ac:spMk id="6" creationId="{74A94623-2CF7-4250-B95B-923FBCB7384E}"/>
          </ac:spMkLst>
        </pc:spChg>
        <pc:spChg chg="mod">
          <ac:chgData name="Yeo Xiong Wei, Jonathan" userId="ac2b658e-7ce1-44bb-9f9f-bf4198ceaa29" providerId="ADAL" clId="{7F2FB8DE-9062-481D-A476-5A9CDFF384EC}" dt="2024-06-29T02:17:34.456" v="119" actId="113"/>
          <ac:spMkLst>
            <pc:docMk/>
            <pc:sldMk cId="719260337" sldId="448"/>
            <ac:spMk id="28674" creationId="{00000000-0000-0000-0000-000000000000}"/>
          </ac:spMkLst>
        </pc:spChg>
      </pc:sldChg>
      <pc:sldChg chg="modSp">
        <pc:chgData name="Yeo Xiong Wei, Jonathan" userId="ac2b658e-7ce1-44bb-9f9f-bf4198ceaa29" providerId="ADAL" clId="{7F2FB8DE-9062-481D-A476-5A9CDFF384EC}" dt="2024-06-29T02:18:56.240" v="162" actId="20577"/>
        <pc:sldMkLst>
          <pc:docMk/>
          <pc:sldMk cId="3346913982" sldId="449"/>
        </pc:sldMkLst>
        <pc:spChg chg="mod">
          <ac:chgData name="Yeo Xiong Wei, Jonathan" userId="ac2b658e-7ce1-44bb-9f9f-bf4198ceaa29" providerId="ADAL" clId="{7F2FB8DE-9062-481D-A476-5A9CDFF384EC}" dt="2024-06-29T02:18:56.240" v="162" actId="20577"/>
          <ac:spMkLst>
            <pc:docMk/>
            <pc:sldMk cId="3346913982" sldId="449"/>
            <ac:spMk id="28674" creationId="{00000000-0000-0000-0000-000000000000}"/>
          </ac:spMkLst>
        </pc:spChg>
      </pc:sldChg>
      <pc:sldChg chg="modSp">
        <pc:chgData name="Yeo Xiong Wei, Jonathan" userId="ac2b658e-7ce1-44bb-9f9f-bf4198ceaa29" providerId="ADAL" clId="{7F2FB8DE-9062-481D-A476-5A9CDFF384EC}" dt="2024-06-29T02:13:54.953" v="96" actId="207"/>
        <pc:sldMkLst>
          <pc:docMk/>
          <pc:sldMk cId="626524365" sldId="450"/>
        </pc:sldMkLst>
        <pc:spChg chg="mod">
          <ac:chgData name="Yeo Xiong Wei, Jonathan" userId="ac2b658e-7ce1-44bb-9f9f-bf4198ceaa29" providerId="ADAL" clId="{7F2FB8DE-9062-481D-A476-5A9CDFF384EC}" dt="2024-06-29T02:13:54.953" v="96" actId="207"/>
          <ac:spMkLst>
            <pc:docMk/>
            <pc:sldMk cId="626524365" sldId="450"/>
            <ac:spMk id="28674" creationId="{00000000-0000-0000-0000-000000000000}"/>
          </ac:spMkLst>
        </pc:spChg>
      </pc:sldChg>
      <pc:sldChg chg="addSp modSp mod">
        <pc:chgData name="Yeo Xiong Wei, Jonathan" userId="ac2b658e-7ce1-44bb-9f9f-bf4198ceaa29" providerId="ADAL" clId="{7F2FB8DE-9062-481D-A476-5A9CDFF384EC}" dt="2024-06-29T02:12:26.047" v="93" actId="207"/>
        <pc:sldMkLst>
          <pc:docMk/>
          <pc:sldMk cId="1904808220" sldId="457"/>
        </pc:sldMkLst>
        <pc:spChg chg="mod">
          <ac:chgData name="Yeo Xiong Wei, Jonathan" userId="ac2b658e-7ce1-44bb-9f9f-bf4198ceaa29" providerId="ADAL" clId="{7F2FB8DE-9062-481D-A476-5A9CDFF384EC}" dt="2024-06-29T02:03:38.086" v="60" actId="207"/>
          <ac:spMkLst>
            <pc:docMk/>
            <pc:sldMk cId="1904808220" sldId="457"/>
            <ac:spMk id="3" creationId="{A50223E0-B0E5-4750-9D8D-1CDF034A274D}"/>
          </ac:spMkLst>
        </pc:spChg>
        <pc:spChg chg="add mod">
          <ac:chgData name="Yeo Xiong Wei, Jonathan" userId="ac2b658e-7ce1-44bb-9f9f-bf4198ceaa29" providerId="ADAL" clId="{7F2FB8DE-9062-481D-A476-5A9CDFF384EC}" dt="2024-06-29T02:09:18.171" v="61"/>
          <ac:spMkLst>
            <pc:docMk/>
            <pc:sldMk cId="1904808220" sldId="457"/>
            <ac:spMk id="5" creationId="{9ADFCED1-646C-ACD6-1DEB-670E7A1EDC6A}"/>
          </ac:spMkLst>
        </pc:spChg>
        <pc:spChg chg="add mod ord">
          <ac:chgData name="Yeo Xiong Wei, Jonathan" userId="ac2b658e-7ce1-44bb-9f9f-bf4198ceaa29" providerId="ADAL" clId="{7F2FB8DE-9062-481D-A476-5A9CDFF384EC}" dt="2024-06-29T02:12:26.047" v="93" actId="207"/>
          <ac:spMkLst>
            <pc:docMk/>
            <pc:sldMk cId="1904808220" sldId="457"/>
            <ac:spMk id="6" creationId="{D28B5FFC-3D4A-EAC9-CF85-EC859D076583}"/>
          </ac:spMkLst>
        </pc:spChg>
      </pc:sldChg>
      <pc:sldChg chg="modSp mod">
        <pc:chgData name="Yeo Xiong Wei, Jonathan" userId="ac2b658e-7ce1-44bb-9f9f-bf4198ceaa29" providerId="ADAL" clId="{7F2FB8DE-9062-481D-A476-5A9CDFF384EC}" dt="2024-06-29T02:47:26.589" v="666" actId="1036"/>
        <pc:sldMkLst>
          <pc:docMk/>
          <pc:sldMk cId="1490855871" sldId="459"/>
        </pc:sldMkLst>
        <pc:spChg chg="mod">
          <ac:chgData name="Yeo Xiong Wei, Jonathan" userId="ac2b658e-7ce1-44bb-9f9f-bf4198ceaa29" providerId="ADAL" clId="{7F2FB8DE-9062-481D-A476-5A9CDFF384EC}" dt="2024-06-29T02:47:21.143" v="654" actId="6549"/>
          <ac:spMkLst>
            <pc:docMk/>
            <pc:sldMk cId="1490855871" sldId="459"/>
            <ac:spMk id="28674" creationId="{00000000-0000-0000-0000-000000000000}"/>
          </ac:spMkLst>
        </pc:spChg>
        <pc:graphicFrameChg chg="mod">
          <ac:chgData name="Yeo Xiong Wei, Jonathan" userId="ac2b658e-7ce1-44bb-9f9f-bf4198ceaa29" providerId="ADAL" clId="{7F2FB8DE-9062-481D-A476-5A9CDFF384EC}" dt="2024-06-29T02:47:26.589" v="666" actId="1036"/>
          <ac:graphicFrameMkLst>
            <pc:docMk/>
            <pc:sldMk cId="1490855871" sldId="459"/>
            <ac:graphicFrameMk id="4" creationId="{87A3E207-F4BE-457A-ABD1-DCA0823C5FF6}"/>
          </ac:graphicFrameMkLst>
        </pc:graphicFrameChg>
      </pc:sldChg>
      <pc:sldChg chg="modSp mod">
        <pc:chgData name="Yeo Xiong Wei, Jonathan" userId="ac2b658e-7ce1-44bb-9f9f-bf4198ceaa29" providerId="ADAL" clId="{7F2FB8DE-9062-481D-A476-5A9CDFF384EC}" dt="2024-06-29T02:30:16.387" v="482" actId="20577"/>
        <pc:sldMkLst>
          <pc:docMk/>
          <pc:sldMk cId="3591720691" sldId="466"/>
        </pc:sldMkLst>
        <pc:spChg chg="mod">
          <ac:chgData name="Yeo Xiong Wei, Jonathan" userId="ac2b658e-7ce1-44bb-9f9f-bf4198ceaa29" providerId="ADAL" clId="{7F2FB8DE-9062-481D-A476-5A9CDFF384EC}" dt="2024-06-29T02:30:16.387" v="482" actId="20577"/>
          <ac:spMkLst>
            <pc:docMk/>
            <pc:sldMk cId="3591720691" sldId="466"/>
            <ac:spMk id="10" creationId="{542DD9F7-EE6B-CD1C-539B-C416BA53DD8A}"/>
          </ac:spMkLst>
        </pc:spChg>
      </pc:sldChg>
      <pc:sldMasterChg chg="addSp delSp modSp mod modSldLayout">
        <pc:chgData name="Yeo Xiong Wei, Jonathan" userId="ac2b658e-7ce1-44bb-9f9f-bf4198ceaa29" providerId="ADAL" clId="{7F2FB8DE-9062-481D-A476-5A9CDFF384EC}" dt="2024-06-29T02:33:19.324" v="486" actId="478"/>
        <pc:sldMasterMkLst>
          <pc:docMk/>
          <pc:sldMasterMk cId="2486355324" sldId="2147483648"/>
        </pc:sldMasterMkLst>
        <pc:spChg chg="del">
          <ac:chgData name="Yeo Xiong Wei, Jonathan" userId="ac2b658e-7ce1-44bb-9f9f-bf4198ceaa29" providerId="ADAL" clId="{7F2FB8DE-9062-481D-A476-5A9CDFF384EC}" dt="2024-06-29T02:33:19.324" v="486" actId="478"/>
          <ac:spMkLst>
            <pc:docMk/>
            <pc:sldMasterMk cId="2486355324" sldId="2147483648"/>
            <ac:spMk id="4" creationId="{FC453466-937E-4132-92F4-63D433051922}"/>
          </ac:spMkLst>
        </pc:spChg>
        <pc:spChg chg="del">
          <ac:chgData name="Yeo Xiong Wei, Jonathan" userId="ac2b658e-7ce1-44bb-9f9f-bf4198ceaa29" providerId="ADAL" clId="{7F2FB8DE-9062-481D-A476-5A9CDFF384EC}" dt="2024-06-29T02:33:16.388" v="485" actId="478"/>
          <ac:spMkLst>
            <pc:docMk/>
            <pc:sldMasterMk cId="2486355324" sldId="2147483648"/>
            <ac:spMk id="5" creationId="{5B1DD2DD-70B8-4F95-A0CC-23E23FC54355}"/>
          </ac:spMkLst>
        </pc:spChg>
        <pc:spChg chg="mod">
          <ac:chgData name="Yeo Xiong Wei, Jonathan" userId="ac2b658e-7ce1-44bb-9f9f-bf4198ceaa29" providerId="ADAL" clId="{7F2FB8DE-9062-481D-A476-5A9CDFF384EC}" dt="2024-06-29T01:58:35.799" v="10" actId="207"/>
          <ac:spMkLst>
            <pc:docMk/>
            <pc:sldMasterMk cId="2486355324" sldId="2147483648"/>
            <ac:spMk id="6" creationId="{F4E06532-DD38-4559-996E-398A5BA70E92}"/>
          </ac:spMkLst>
        </pc:spChg>
        <pc:spChg chg="add mod ord">
          <ac:chgData name="Yeo Xiong Wei, Jonathan" userId="ac2b658e-7ce1-44bb-9f9f-bf4198ceaa29" providerId="ADAL" clId="{7F2FB8DE-9062-481D-A476-5A9CDFF384EC}" dt="2024-06-29T02:33:08.993" v="484" actId="16037"/>
          <ac:spMkLst>
            <pc:docMk/>
            <pc:sldMasterMk cId="2486355324" sldId="2147483648"/>
            <ac:spMk id="7" creationId="{F716962A-FD84-3F29-4432-B88771113342}"/>
          </ac:spMkLst>
        </pc:spChg>
        <pc:spChg chg="add mod ord">
          <ac:chgData name="Yeo Xiong Wei, Jonathan" userId="ac2b658e-7ce1-44bb-9f9f-bf4198ceaa29" providerId="ADAL" clId="{7F2FB8DE-9062-481D-A476-5A9CDFF384EC}" dt="2024-06-29T02:33:08.993" v="484" actId="16037"/>
          <ac:spMkLst>
            <pc:docMk/>
            <pc:sldMasterMk cId="2486355324" sldId="2147483648"/>
            <ac:spMk id="8" creationId="{75A65F4C-2754-CCD3-2FA2-B9A45688618E}"/>
          </ac:spMkLst>
        </pc:spChg>
        <pc:sldLayoutChg chg="addSp modSp">
          <pc:chgData name="Yeo Xiong Wei, Jonathan" userId="ac2b658e-7ce1-44bb-9f9f-bf4198ceaa29" providerId="ADAL" clId="{7F2FB8DE-9062-481D-A476-5A9CDFF384EC}" dt="2024-06-29T01:58:10.862" v="6"/>
          <pc:sldLayoutMkLst>
            <pc:docMk/>
            <pc:sldMasterMk cId="2486355324" sldId="2147483648"/>
            <pc:sldLayoutMk cId="1601940279" sldId="2147483650"/>
          </pc:sldLayoutMkLst>
          <pc:spChg chg="add mod">
            <ac:chgData name="Yeo Xiong Wei, Jonathan" userId="ac2b658e-7ce1-44bb-9f9f-bf4198ceaa29" providerId="ADAL" clId="{7F2FB8DE-9062-481D-A476-5A9CDFF384EC}" dt="2024-06-29T01:58:10.862" v="6"/>
            <ac:spMkLst>
              <pc:docMk/>
              <pc:sldMasterMk cId="2486355324" sldId="2147483648"/>
              <pc:sldLayoutMk cId="1601940279" sldId="2147483650"/>
              <ac:spMk id="7" creationId="{79D78B34-9CF7-4FE6-B589-2308F48A985E}"/>
            </ac:spMkLst>
          </pc:spChg>
          <pc:spChg chg="add mod">
            <ac:chgData name="Yeo Xiong Wei, Jonathan" userId="ac2b658e-7ce1-44bb-9f9f-bf4198ceaa29" providerId="ADAL" clId="{7F2FB8DE-9062-481D-A476-5A9CDFF384EC}" dt="2024-06-29T01:58:10.862" v="6"/>
            <ac:spMkLst>
              <pc:docMk/>
              <pc:sldMasterMk cId="2486355324" sldId="2147483648"/>
              <pc:sldLayoutMk cId="1601940279" sldId="2147483650"/>
              <ac:spMk id="8" creationId="{FB9415F8-857C-42D8-4AC4-A34E9050142B}"/>
            </ac:spMkLst>
          </pc:spChg>
        </pc:sldLayoutChg>
      </pc:sldMasterChg>
    </pc:docChg>
  </pc:docChgLst>
  <pc:docChgLst>
    <pc:chgData name="#ZHANG XIAOJIE#" userId="S::xiaojie001@e.ntu.edu.sg::ee6d79db-cd4d-4b68-b274-d745f7f107f3" providerId="AD" clId="Web-{B08701BD-974D-51E3-F552-E1605DE46520}"/>
    <pc:docChg chg="modSld">
      <pc:chgData name="#ZHANG XIAOJIE#" userId="S::xiaojie001@e.ntu.edu.sg::ee6d79db-cd4d-4b68-b274-d745f7f107f3" providerId="AD" clId="Web-{B08701BD-974D-51E3-F552-E1605DE46520}" dt="2023-10-08T11:03:54.575" v="0" actId="20577"/>
      <pc:docMkLst>
        <pc:docMk/>
      </pc:docMkLst>
      <pc:sldChg chg="modSp">
        <pc:chgData name="#ZHANG XIAOJIE#" userId="S::xiaojie001@e.ntu.edu.sg::ee6d79db-cd4d-4b68-b274-d745f7f107f3" providerId="AD" clId="Web-{B08701BD-974D-51E3-F552-E1605DE46520}" dt="2023-10-08T11:03:54.575" v="0" actId="20577"/>
        <pc:sldMkLst>
          <pc:docMk/>
          <pc:sldMk cId="1386104858" sldId="435"/>
        </pc:sldMkLst>
        <pc:spChg chg="mod">
          <ac:chgData name="#ZHANG XIAOJIE#" userId="S::xiaojie001@e.ntu.edu.sg::ee6d79db-cd4d-4b68-b274-d745f7f107f3" providerId="AD" clId="Web-{B08701BD-974D-51E3-F552-E1605DE46520}" dt="2023-10-08T11:03:54.575" v="0" actId="20577"/>
          <ac:spMkLst>
            <pc:docMk/>
            <pc:sldMk cId="1386104858" sldId="435"/>
            <ac:spMk id="30721" creationId="{00000000-0000-0000-0000-000000000000}"/>
          </ac:spMkLst>
        </pc:spChg>
      </pc:sldChg>
    </pc:docChg>
  </pc:docChgLst>
  <pc:docChgLst>
    <pc:chgData name="Yeo Xiong Wei, Jonathan" userId="ac2b658e-7ce1-44bb-9f9f-bf4198ceaa29" providerId="ADAL" clId="{A5CC2AF2-C1E4-4461-BB93-9B28AA47198E}"/>
    <pc:docChg chg="undo custSel modSld">
      <pc:chgData name="Yeo Xiong Wei, Jonathan" userId="ac2b658e-7ce1-44bb-9f9f-bf4198ceaa29" providerId="ADAL" clId="{A5CC2AF2-C1E4-4461-BB93-9B28AA47198E}" dt="2023-06-30T07:47:58.989" v="2870" actId="20577"/>
      <pc:docMkLst>
        <pc:docMk/>
      </pc:docMkLst>
      <pc:sldChg chg="modSp">
        <pc:chgData name="Yeo Xiong Wei, Jonathan" userId="ac2b658e-7ce1-44bb-9f9f-bf4198ceaa29" providerId="ADAL" clId="{A5CC2AF2-C1E4-4461-BB93-9B28AA47198E}" dt="2023-06-30T06:55:40.814" v="164" actId="255"/>
        <pc:sldMkLst>
          <pc:docMk/>
          <pc:sldMk cId="1694545353" sldId="297"/>
        </pc:sldMkLst>
        <pc:spChg chg="mod">
          <ac:chgData name="Yeo Xiong Wei, Jonathan" userId="ac2b658e-7ce1-44bb-9f9f-bf4198ceaa29" providerId="ADAL" clId="{A5CC2AF2-C1E4-4461-BB93-9B28AA47198E}" dt="2023-06-30T06:55:40.814" v="164" actId="255"/>
          <ac:spMkLst>
            <pc:docMk/>
            <pc:sldMk cId="1694545353" sldId="297"/>
            <ac:spMk id="25602" creationId="{00000000-0000-0000-0000-000000000000}"/>
          </ac:spMkLst>
        </pc:spChg>
      </pc:sldChg>
      <pc:sldChg chg="modSp mod">
        <pc:chgData name="Yeo Xiong Wei, Jonathan" userId="ac2b658e-7ce1-44bb-9f9f-bf4198ceaa29" providerId="ADAL" clId="{A5CC2AF2-C1E4-4461-BB93-9B28AA47198E}" dt="2023-06-30T06:57:04.298" v="258" actId="113"/>
        <pc:sldMkLst>
          <pc:docMk/>
          <pc:sldMk cId="966302377" sldId="298"/>
        </pc:sldMkLst>
        <pc:spChg chg="mod">
          <ac:chgData name="Yeo Xiong Wei, Jonathan" userId="ac2b658e-7ce1-44bb-9f9f-bf4198ceaa29" providerId="ADAL" clId="{A5CC2AF2-C1E4-4461-BB93-9B28AA47198E}" dt="2023-06-30T06:56:15.353" v="184" actId="20577"/>
          <ac:spMkLst>
            <pc:docMk/>
            <pc:sldMk cId="966302377" sldId="298"/>
            <ac:spMk id="26625" creationId="{00000000-0000-0000-0000-000000000000}"/>
          </ac:spMkLst>
        </pc:spChg>
        <pc:spChg chg="mod">
          <ac:chgData name="Yeo Xiong Wei, Jonathan" userId="ac2b658e-7ce1-44bb-9f9f-bf4198ceaa29" providerId="ADAL" clId="{A5CC2AF2-C1E4-4461-BB93-9B28AA47198E}" dt="2023-06-30T06:57:04.298" v="258" actId="113"/>
          <ac:spMkLst>
            <pc:docMk/>
            <pc:sldMk cId="966302377" sldId="298"/>
            <ac:spMk id="26626" creationId="{00000000-0000-0000-0000-000000000000}"/>
          </ac:spMkLst>
        </pc:spChg>
      </pc:sldChg>
      <pc:sldChg chg="modSp">
        <pc:chgData name="Yeo Xiong Wei, Jonathan" userId="ac2b658e-7ce1-44bb-9f9f-bf4198ceaa29" providerId="ADAL" clId="{A5CC2AF2-C1E4-4461-BB93-9B28AA47198E}" dt="2023-06-30T06:58:48.295" v="360" actId="404"/>
        <pc:sldMkLst>
          <pc:docMk/>
          <pc:sldMk cId="4031192782" sldId="300"/>
        </pc:sldMkLst>
        <pc:spChg chg="mod">
          <ac:chgData name="Yeo Xiong Wei, Jonathan" userId="ac2b658e-7ce1-44bb-9f9f-bf4198ceaa29" providerId="ADAL" clId="{A5CC2AF2-C1E4-4461-BB93-9B28AA47198E}" dt="2023-06-30T06:58:48.295" v="360" actId="404"/>
          <ac:spMkLst>
            <pc:docMk/>
            <pc:sldMk cId="4031192782" sldId="300"/>
            <ac:spMk id="28674" creationId="{00000000-0000-0000-0000-000000000000}"/>
          </ac:spMkLst>
        </pc:spChg>
      </pc:sldChg>
      <pc:sldChg chg="modSp mod">
        <pc:chgData name="Yeo Xiong Wei, Jonathan" userId="ac2b658e-7ce1-44bb-9f9f-bf4198ceaa29" providerId="ADAL" clId="{A5CC2AF2-C1E4-4461-BB93-9B28AA47198E}" dt="2023-06-30T07:13:44.663" v="1095" actId="20577"/>
        <pc:sldMkLst>
          <pc:docMk/>
          <pc:sldMk cId="4243480544" sldId="302"/>
        </pc:sldMkLst>
        <pc:spChg chg="mod">
          <ac:chgData name="Yeo Xiong Wei, Jonathan" userId="ac2b658e-7ce1-44bb-9f9f-bf4198ceaa29" providerId="ADAL" clId="{A5CC2AF2-C1E4-4461-BB93-9B28AA47198E}" dt="2023-06-30T07:13:10.881" v="1082" actId="20577"/>
          <ac:spMkLst>
            <pc:docMk/>
            <pc:sldMk cId="4243480544" sldId="302"/>
            <ac:spMk id="30721" creationId="{00000000-0000-0000-0000-000000000000}"/>
          </ac:spMkLst>
        </pc:spChg>
        <pc:spChg chg="mod">
          <ac:chgData name="Yeo Xiong Wei, Jonathan" userId="ac2b658e-7ce1-44bb-9f9f-bf4198ceaa29" providerId="ADAL" clId="{A5CC2AF2-C1E4-4461-BB93-9B28AA47198E}" dt="2023-06-30T07:13:44.663" v="1095" actId="20577"/>
          <ac:spMkLst>
            <pc:docMk/>
            <pc:sldMk cId="4243480544" sldId="302"/>
            <ac:spMk id="30722" creationId="{00000000-0000-0000-0000-000000000000}"/>
          </ac:spMkLst>
        </pc:spChg>
      </pc:sldChg>
      <pc:sldChg chg="modSp mod">
        <pc:chgData name="Yeo Xiong Wei, Jonathan" userId="ac2b658e-7ce1-44bb-9f9f-bf4198ceaa29" providerId="ADAL" clId="{A5CC2AF2-C1E4-4461-BB93-9B28AA47198E}" dt="2023-06-30T07:30:54.779" v="2059" actId="20577"/>
        <pc:sldMkLst>
          <pc:docMk/>
          <pc:sldMk cId="3776960760" sldId="347"/>
        </pc:sldMkLst>
        <pc:spChg chg="mod">
          <ac:chgData name="Yeo Xiong Wei, Jonathan" userId="ac2b658e-7ce1-44bb-9f9f-bf4198ceaa29" providerId="ADAL" clId="{A5CC2AF2-C1E4-4461-BB93-9B28AA47198E}" dt="2023-06-30T07:30:54.779" v="2059" actId="20577"/>
          <ac:spMkLst>
            <pc:docMk/>
            <pc:sldMk cId="3776960760" sldId="347"/>
            <ac:spMk id="76802" creationId="{00000000-0000-0000-0000-000000000000}"/>
          </ac:spMkLst>
        </pc:spChg>
      </pc:sldChg>
      <pc:sldChg chg="modSp mod">
        <pc:chgData name="Yeo Xiong Wei, Jonathan" userId="ac2b658e-7ce1-44bb-9f9f-bf4198ceaa29" providerId="ADAL" clId="{A5CC2AF2-C1E4-4461-BB93-9B28AA47198E}" dt="2023-06-30T07:47:58.989" v="2870" actId="20577"/>
        <pc:sldMkLst>
          <pc:docMk/>
          <pc:sldMk cId="2786838010" sldId="396"/>
        </pc:sldMkLst>
        <pc:spChg chg="mod">
          <ac:chgData name="Yeo Xiong Wei, Jonathan" userId="ac2b658e-7ce1-44bb-9f9f-bf4198ceaa29" providerId="ADAL" clId="{A5CC2AF2-C1E4-4461-BB93-9B28AA47198E}" dt="2023-06-30T07:41:01.797" v="2538" actId="1076"/>
          <ac:spMkLst>
            <pc:docMk/>
            <pc:sldMk cId="2786838010" sldId="396"/>
            <ac:spMk id="124929" creationId="{00000000-0000-0000-0000-000000000000}"/>
          </ac:spMkLst>
        </pc:spChg>
        <pc:spChg chg="mod">
          <ac:chgData name="Yeo Xiong Wei, Jonathan" userId="ac2b658e-7ce1-44bb-9f9f-bf4198ceaa29" providerId="ADAL" clId="{A5CC2AF2-C1E4-4461-BB93-9B28AA47198E}" dt="2023-06-30T07:47:58.989" v="2870" actId="20577"/>
          <ac:spMkLst>
            <pc:docMk/>
            <pc:sldMk cId="2786838010" sldId="396"/>
            <ac:spMk id="124930" creationId="{00000000-0000-0000-0000-000000000000}"/>
          </ac:spMkLst>
        </pc:spChg>
      </pc:sldChg>
      <pc:sldChg chg="modSp modAnim">
        <pc:chgData name="Yeo Xiong Wei, Jonathan" userId="ac2b658e-7ce1-44bb-9f9f-bf4198ceaa29" providerId="ADAL" clId="{A5CC2AF2-C1E4-4461-BB93-9B28AA47198E}" dt="2023-06-30T06:55:59.205" v="166" actId="404"/>
        <pc:sldMkLst>
          <pc:docMk/>
          <pc:sldMk cId="3836479171" sldId="424"/>
        </pc:sldMkLst>
        <pc:spChg chg="mod">
          <ac:chgData name="Yeo Xiong Wei, Jonathan" userId="ac2b658e-7ce1-44bb-9f9f-bf4198ceaa29" providerId="ADAL" clId="{A5CC2AF2-C1E4-4461-BB93-9B28AA47198E}" dt="2023-06-30T06:55:59.205" v="166" actId="404"/>
          <ac:spMkLst>
            <pc:docMk/>
            <pc:sldMk cId="3836479171" sldId="424"/>
            <ac:spMk id="3" creationId="{DEBE5AC1-8542-48C2-97D0-1C9AD8E66533}"/>
          </ac:spMkLst>
        </pc:spChg>
      </pc:sldChg>
      <pc:sldChg chg="addSp delSp modSp mod delAnim modAnim">
        <pc:chgData name="Yeo Xiong Wei, Jonathan" userId="ac2b658e-7ce1-44bb-9f9f-bf4198ceaa29" providerId="ADAL" clId="{A5CC2AF2-C1E4-4461-BB93-9B28AA47198E}" dt="2023-06-30T06:55:24.678" v="163" actId="1076"/>
        <pc:sldMkLst>
          <pc:docMk/>
          <pc:sldMk cId="3752884842" sldId="425"/>
        </pc:sldMkLst>
        <pc:spChg chg="mod">
          <ac:chgData name="Yeo Xiong Wei, Jonathan" userId="ac2b658e-7ce1-44bb-9f9f-bf4198ceaa29" providerId="ADAL" clId="{A5CC2AF2-C1E4-4461-BB93-9B28AA47198E}" dt="2023-06-30T06:54:44.674" v="141" actId="1076"/>
          <ac:spMkLst>
            <pc:docMk/>
            <pc:sldMk cId="3752884842" sldId="425"/>
            <ac:spMk id="3" creationId="{41A4A26A-CA7B-400A-A713-A2D1106D4051}"/>
          </ac:spMkLst>
        </pc:spChg>
        <pc:spChg chg="del">
          <ac:chgData name="Yeo Xiong Wei, Jonathan" userId="ac2b658e-7ce1-44bb-9f9f-bf4198ceaa29" providerId="ADAL" clId="{A5CC2AF2-C1E4-4461-BB93-9B28AA47198E}" dt="2023-06-30T06:53:58.609" v="51" actId="478"/>
          <ac:spMkLst>
            <pc:docMk/>
            <pc:sldMk cId="3752884842" sldId="425"/>
            <ac:spMk id="4" creationId="{FC3CECA9-0AB6-4228-B683-E1CAFCB1DFB5}"/>
          </ac:spMkLst>
        </pc:spChg>
        <pc:spChg chg="del mod">
          <ac:chgData name="Yeo Xiong Wei, Jonathan" userId="ac2b658e-7ce1-44bb-9f9f-bf4198ceaa29" providerId="ADAL" clId="{A5CC2AF2-C1E4-4461-BB93-9B28AA47198E}" dt="2023-06-30T06:53:54.304" v="50" actId="478"/>
          <ac:spMkLst>
            <pc:docMk/>
            <pc:sldMk cId="3752884842" sldId="425"/>
            <ac:spMk id="11" creationId="{084AECCD-30DE-4317-B30B-BE92CBEB47E6}"/>
          </ac:spMkLst>
        </pc:spChg>
        <pc:spChg chg="mod">
          <ac:chgData name="Yeo Xiong Wei, Jonathan" userId="ac2b658e-7ce1-44bb-9f9f-bf4198ceaa29" providerId="ADAL" clId="{A5CC2AF2-C1E4-4461-BB93-9B28AA47198E}" dt="2023-06-30T06:55:13.604" v="151" actId="1076"/>
          <ac:spMkLst>
            <pc:docMk/>
            <pc:sldMk cId="3752884842" sldId="425"/>
            <ac:spMk id="12" creationId="{EC7ECAF6-81D4-4363-9329-A34450DAF882}"/>
          </ac:spMkLst>
        </pc:spChg>
        <pc:spChg chg="mod">
          <ac:chgData name="Yeo Xiong Wei, Jonathan" userId="ac2b658e-7ce1-44bb-9f9f-bf4198ceaa29" providerId="ADAL" clId="{A5CC2AF2-C1E4-4461-BB93-9B28AA47198E}" dt="2023-06-30T06:55:24.678" v="163" actId="1076"/>
          <ac:spMkLst>
            <pc:docMk/>
            <pc:sldMk cId="3752884842" sldId="425"/>
            <ac:spMk id="25601" creationId="{00000000-0000-0000-0000-000000000000}"/>
          </ac:spMkLst>
        </pc:spChg>
        <pc:picChg chg="add mod">
          <ac:chgData name="Yeo Xiong Wei, Jonathan" userId="ac2b658e-7ce1-44bb-9f9f-bf4198ceaa29" providerId="ADAL" clId="{A5CC2AF2-C1E4-4461-BB93-9B28AA47198E}" dt="2023-06-30T06:55:23.354" v="162" actId="1038"/>
          <ac:picMkLst>
            <pc:docMk/>
            <pc:sldMk cId="3752884842" sldId="425"/>
            <ac:picMk id="6" creationId="{F5EAE985-CD9B-5655-65D1-79D7732AB5B4}"/>
          </ac:picMkLst>
        </pc:picChg>
        <pc:picChg chg="mod">
          <ac:chgData name="Yeo Xiong Wei, Jonathan" userId="ac2b658e-7ce1-44bb-9f9f-bf4198ceaa29" providerId="ADAL" clId="{A5CC2AF2-C1E4-4461-BB93-9B28AA47198E}" dt="2023-06-30T06:55:09.011" v="150" actId="1076"/>
          <ac:picMkLst>
            <pc:docMk/>
            <pc:sldMk cId="3752884842" sldId="425"/>
            <ac:picMk id="7" creationId="{18FA8082-D418-4E78-9508-A7667D1B4249}"/>
          </ac:picMkLst>
        </pc:picChg>
        <pc:picChg chg="del">
          <ac:chgData name="Yeo Xiong Wei, Jonathan" userId="ac2b658e-7ce1-44bb-9f9f-bf4198ceaa29" providerId="ADAL" clId="{A5CC2AF2-C1E4-4461-BB93-9B28AA47198E}" dt="2023-06-30T06:53:47.609" v="48" actId="478"/>
          <ac:picMkLst>
            <pc:docMk/>
            <pc:sldMk cId="3752884842" sldId="425"/>
            <ac:picMk id="10" creationId="{A06FE648-4730-4D29-A72B-AFA14BDB6510}"/>
          </ac:picMkLst>
        </pc:picChg>
      </pc:sldChg>
      <pc:sldChg chg="modSp modAnim">
        <pc:chgData name="Yeo Xiong Wei, Jonathan" userId="ac2b658e-7ce1-44bb-9f9f-bf4198ceaa29" providerId="ADAL" clId="{A5CC2AF2-C1E4-4461-BB93-9B28AA47198E}" dt="2023-06-30T07:10:47.609" v="1002" actId="15"/>
        <pc:sldMkLst>
          <pc:docMk/>
          <pc:sldMk cId="2863872561" sldId="429"/>
        </pc:sldMkLst>
        <pc:spChg chg="mod">
          <ac:chgData name="Yeo Xiong Wei, Jonathan" userId="ac2b658e-7ce1-44bb-9f9f-bf4198ceaa29" providerId="ADAL" clId="{A5CC2AF2-C1E4-4461-BB93-9B28AA47198E}" dt="2023-06-30T07:10:47.609" v="1002" actId="15"/>
          <ac:spMkLst>
            <pc:docMk/>
            <pc:sldMk cId="2863872561" sldId="429"/>
            <ac:spMk id="28674" creationId="{00000000-0000-0000-0000-000000000000}"/>
          </ac:spMkLst>
        </pc:spChg>
      </pc:sldChg>
      <pc:sldChg chg="modSp">
        <pc:chgData name="Yeo Xiong Wei, Jonathan" userId="ac2b658e-7ce1-44bb-9f9f-bf4198ceaa29" providerId="ADAL" clId="{A5CC2AF2-C1E4-4461-BB93-9B28AA47198E}" dt="2023-06-30T07:11:25.602" v="1007" actId="20577"/>
        <pc:sldMkLst>
          <pc:docMk/>
          <pc:sldMk cId="3663062866" sldId="430"/>
        </pc:sldMkLst>
        <pc:spChg chg="mod">
          <ac:chgData name="Yeo Xiong Wei, Jonathan" userId="ac2b658e-7ce1-44bb-9f9f-bf4198ceaa29" providerId="ADAL" clId="{A5CC2AF2-C1E4-4461-BB93-9B28AA47198E}" dt="2023-06-30T07:11:25.602" v="1007" actId="20577"/>
          <ac:spMkLst>
            <pc:docMk/>
            <pc:sldMk cId="3663062866" sldId="430"/>
            <ac:spMk id="28674" creationId="{00000000-0000-0000-0000-000000000000}"/>
          </ac:spMkLst>
        </pc:spChg>
      </pc:sldChg>
      <pc:sldChg chg="addSp modSp mod">
        <pc:chgData name="Yeo Xiong Wei, Jonathan" userId="ac2b658e-7ce1-44bb-9f9f-bf4198ceaa29" providerId="ADAL" clId="{A5CC2AF2-C1E4-4461-BB93-9B28AA47198E}" dt="2023-06-30T07:27:44.262" v="2009" actId="14100"/>
        <pc:sldMkLst>
          <pc:docMk/>
          <pc:sldMk cId="685554903" sldId="433"/>
        </pc:sldMkLst>
        <pc:spChg chg="mod">
          <ac:chgData name="Yeo Xiong Wei, Jonathan" userId="ac2b658e-7ce1-44bb-9f9f-bf4198ceaa29" providerId="ADAL" clId="{A5CC2AF2-C1E4-4461-BB93-9B28AA47198E}" dt="2023-06-30T07:27:32.940" v="1986" actId="14100"/>
          <ac:spMkLst>
            <pc:docMk/>
            <pc:sldMk cId="685554903" sldId="433"/>
            <ac:spMk id="3" creationId="{21130D2D-5F56-48DD-AE00-8F9F06EFAF10}"/>
          </ac:spMkLst>
        </pc:spChg>
        <pc:spChg chg="add mod">
          <ac:chgData name="Yeo Xiong Wei, Jonathan" userId="ac2b658e-7ce1-44bb-9f9f-bf4198ceaa29" providerId="ADAL" clId="{A5CC2AF2-C1E4-4461-BB93-9B28AA47198E}" dt="2023-06-30T07:27:09.932" v="1940" actId="1076"/>
          <ac:spMkLst>
            <pc:docMk/>
            <pc:sldMk cId="685554903" sldId="433"/>
            <ac:spMk id="9" creationId="{EE19ACD0-9B74-F037-E7D7-112C8ACF7991}"/>
          </ac:spMkLst>
        </pc:spChg>
        <pc:spChg chg="mod">
          <ac:chgData name="Yeo Xiong Wei, Jonathan" userId="ac2b658e-7ce1-44bb-9f9f-bf4198ceaa29" providerId="ADAL" clId="{A5CC2AF2-C1E4-4461-BB93-9B28AA47198E}" dt="2023-06-30T07:27:37.314" v="2008" actId="1037"/>
          <ac:spMkLst>
            <pc:docMk/>
            <pc:sldMk cId="685554903" sldId="433"/>
            <ac:spMk id="10" creationId="{B0444D5E-FD33-4359-9940-68EC3CC849D9}"/>
          </ac:spMkLst>
        </pc:spChg>
        <pc:picChg chg="mod">
          <ac:chgData name="Yeo Xiong Wei, Jonathan" userId="ac2b658e-7ce1-44bb-9f9f-bf4198ceaa29" providerId="ADAL" clId="{A5CC2AF2-C1E4-4461-BB93-9B28AA47198E}" dt="2023-06-30T07:27:32.940" v="1986" actId="14100"/>
          <ac:picMkLst>
            <pc:docMk/>
            <pc:sldMk cId="685554903" sldId="433"/>
            <ac:picMk id="5" creationId="{00000000-0000-0000-0000-000000000000}"/>
          </ac:picMkLst>
        </pc:picChg>
        <pc:cxnChg chg="add mod">
          <ac:chgData name="Yeo Xiong Wei, Jonathan" userId="ac2b658e-7ce1-44bb-9f9f-bf4198ceaa29" providerId="ADAL" clId="{A5CC2AF2-C1E4-4461-BB93-9B28AA47198E}" dt="2023-06-30T07:27:32.940" v="1986" actId="14100"/>
          <ac:cxnSpMkLst>
            <pc:docMk/>
            <pc:sldMk cId="685554903" sldId="433"/>
            <ac:cxnSpMk id="2" creationId="{0E858875-2387-6A79-5E26-4484EDF3FD4B}"/>
          </ac:cxnSpMkLst>
        </pc:cxnChg>
        <pc:cxnChg chg="mod">
          <ac:chgData name="Yeo Xiong Wei, Jonathan" userId="ac2b658e-7ce1-44bb-9f9f-bf4198ceaa29" providerId="ADAL" clId="{A5CC2AF2-C1E4-4461-BB93-9B28AA47198E}" dt="2023-06-30T07:27:44.262" v="2009" actId="14100"/>
          <ac:cxnSpMkLst>
            <pc:docMk/>
            <pc:sldMk cId="685554903" sldId="433"/>
            <ac:cxnSpMk id="6" creationId="{F6978B05-EFDC-45B9-9F05-277C588BF089}"/>
          </ac:cxnSpMkLst>
        </pc:cxnChg>
      </pc:sldChg>
      <pc:sldChg chg="addSp modSp mod">
        <pc:chgData name="Yeo Xiong Wei, Jonathan" userId="ac2b658e-7ce1-44bb-9f9f-bf4198ceaa29" providerId="ADAL" clId="{A5CC2AF2-C1E4-4461-BB93-9B28AA47198E}" dt="2023-06-30T07:28:52.181" v="2017" actId="14100"/>
        <pc:sldMkLst>
          <pc:docMk/>
          <pc:sldMk cId="3229939910" sldId="434"/>
        </pc:sldMkLst>
        <pc:spChg chg="mod">
          <ac:chgData name="Yeo Xiong Wei, Jonathan" userId="ac2b658e-7ce1-44bb-9f9f-bf4198ceaa29" providerId="ADAL" clId="{A5CC2AF2-C1E4-4461-BB93-9B28AA47198E}" dt="2023-06-30T07:26:47.501" v="1919" actId="1037"/>
          <ac:spMkLst>
            <pc:docMk/>
            <pc:sldMk cId="3229939910" sldId="434"/>
            <ac:spMk id="3" creationId="{64BACF3B-2358-4533-A68C-C1A3824FD4A5}"/>
          </ac:spMkLst>
        </pc:spChg>
        <pc:spChg chg="mod">
          <ac:chgData name="Yeo Xiong Wei, Jonathan" userId="ac2b658e-7ce1-44bb-9f9f-bf4198ceaa29" providerId="ADAL" clId="{A5CC2AF2-C1E4-4461-BB93-9B28AA47198E}" dt="2023-06-30T07:28:47.349" v="2016" actId="1037"/>
          <ac:spMkLst>
            <pc:docMk/>
            <pc:sldMk cId="3229939910" sldId="434"/>
            <ac:spMk id="8" creationId="{37F14D77-D054-427B-93D3-82CE78017591}"/>
          </ac:spMkLst>
        </pc:spChg>
        <pc:spChg chg="add mod">
          <ac:chgData name="Yeo Xiong Wei, Jonathan" userId="ac2b658e-7ce1-44bb-9f9f-bf4198ceaa29" providerId="ADAL" clId="{A5CC2AF2-C1E4-4461-BB93-9B28AA47198E}" dt="2023-06-30T07:26:54.390" v="1936" actId="1036"/>
          <ac:spMkLst>
            <pc:docMk/>
            <pc:sldMk cId="3229939910" sldId="434"/>
            <ac:spMk id="10" creationId="{EA7A68AC-93F0-D05B-2EEB-9B22C771536D}"/>
          </ac:spMkLst>
        </pc:spChg>
        <pc:picChg chg="mod">
          <ac:chgData name="Yeo Xiong Wei, Jonathan" userId="ac2b658e-7ce1-44bb-9f9f-bf4198ceaa29" providerId="ADAL" clId="{A5CC2AF2-C1E4-4461-BB93-9B28AA47198E}" dt="2023-06-30T07:28:47.349" v="2016" actId="1037"/>
          <ac:picMkLst>
            <pc:docMk/>
            <pc:sldMk cId="3229939910" sldId="434"/>
            <ac:picMk id="5" creationId="{00000000-0000-0000-0000-000000000000}"/>
          </ac:picMkLst>
        </pc:picChg>
        <pc:cxnChg chg="add mod">
          <ac:chgData name="Yeo Xiong Wei, Jonathan" userId="ac2b658e-7ce1-44bb-9f9f-bf4198ceaa29" providerId="ADAL" clId="{A5CC2AF2-C1E4-4461-BB93-9B28AA47198E}" dt="2023-06-30T07:26:47.501" v="1919" actId="1037"/>
          <ac:cxnSpMkLst>
            <pc:docMk/>
            <pc:sldMk cId="3229939910" sldId="434"/>
            <ac:cxnSpMk id="6" creationId="{AE889E57-5F33-B751-E83C-48EF7CE74843}"/>
          </ac:cxnSpMkLst>
        </pc:cxnChg>
        <pc:cxnChg chg="mod">
          <ac:chgData name="Yeo Xiong Wei, Jonathan" userId="ac2b658e-7ce1-44bb-9f9f-bf4198ceaa29" providerId="ADAL" clId="{A5CC2AF2-C1E4-4461-BB93-9B28AA47198E}" dt="2023-06-30T07:28:52.181" v="2017" actId="14100"/>
          <ac:cxnSpMkLst>
            <pc:docMk/>
            <pc:sldMk cId="3229939910" sldId="434"/>
            <ac:cxnSpMk id="7" creationId="{63C26A26-747E-4CC2-979F-8B931619E7C7}"/>
          </ac:cxnSpMkLst>
        </pc:cxnChg>
      </pc:sldChg>
      <pc:sldChg chg="modSp mod">
        <pc:chgData name="Yeo Xiong Wei, Jonathan" userId="ac2b658e-7ce1-44bb-9f9f-bf4198ceaa29" providerId="ADAL" clId="{A5CC2AF2-C1E4-4461-BB93-9B28AA47198E}" dt="2023-06-30T07:14:09.507" v="1138" actId="1035"/>
        <pc:sldMkLst>
          <pc:docMk/>
          <pc:sldMk cId="1386104858" sldId="435"/>
        </pc:sldMkLst>
        <pc:spChg chg="mod">
          <ac:chgData name="Yeo Xiong Wei, Jonathan" userId="ac2b658e-7ce1-44bb-9f9f-bf4198ceaa29" providerId="ADAL" clId="{A5CC2AF2-C1E4-4461-BB93-9B28AA47198E}" dt="2023-06-30T07:13:25.386" v="1094" actId="20577"/>
          <ac:spMkLst>
            <pc:docMk/>
            <pc:sldMk cId="1386104858" sldId="435"/>
            <ac:spMk id="30721" creationId="{00000000-0000-0000-0000-000000000000}"/>
          </ac:spMkLst>
        </pc:spChg>
        <pc:spChg chg="mod">
          <ac:chgData name="Yeo Xiong Wei, Jonathan" userId="ac2b658e-7ce1-44bb-9f9f-bf4198ceaa29" providerId="ADAL" clId="{A5CC2AF2-C1E4-4461-BB93-9B28AA47198E}" dt="2023-06-30T07:14:01.140" v="1115" actId="20577"/>
          <ac:spMkLst>
            <pc:docMk/>
            <pc:sldMk cId="1386104858" sldId="435"/>
            <ac:spMk id="30722" creationId="{00000000-0000-0000-0000-000000000000}"/>
          </ac:spMkLst>
        </pc:spChg>
        <pc:picChg chg="mod">
          <ac:chgData name="Yeo Xiong Wei, Jonathan" userId="ac2b658e-7ce1-44bb-9f9f-bf4198ceaa29" providerId="ADAL" clId="{A5CC2AF2-C1E4-4461-BB93-9B28AA47198E}" dt="2023-06-30T07:14:09.507" v="1138" actId="1035"/>
          <ac:picMkLst>
            <pc:docMk/>
            <pc:sldMk cId="1386104858" sldId="435"/>
            <ac:picMk id="10" creationId="{64AA0505-3CEC-40F2-9F5D-41E0573CD58D}"/>
          </ac:picMkLst>
        </pc:picChg>
        <pc:picChg chg="mod">
          <ac:chgData name="Yeo Xiong Wei, Jonathan" userId="ac2b658e-7ce1-44bb-9f9f-bf4198ceaa29" providerId="ADAL" clId="{A5CC2AF2-C1E4-4461-BB93-9B28AA47198E}" dt="2023-06-30T07:14:09.507" v="1138" actId="1035"/>
          <ac:picMkLst>
            <pc:docMk/>
            <pc:sldMk cId="1386104858" sldId="435"/>
            <ac:picMk id="11" creationId="{6EF09ABB-781A-4002-AD11-B58DD0307E22}"/>
          </ac:picMkLst>
        </pc:picChg>
      </pc:sldChg>
      <pc:sldChg chg="addSp delSp modSp mod">
        <pc:chgData name="Yeo Xiong Wei, Jonathan" userId="ac2b658e-7ce1-44bb-9f9f-bf4198ceaa29" providerId="ADAL" clId="{A5CC2AF2-C1E4-4461-BB93-9B28AA47198E}" dt="2023-06-30T07:26:15.378" v="1873" actId="1076"/>
        <pc:sldMkLst>
          <pc:docMk/>
          <pc:sldMk cId="1129617942" sldId="436"/>
        </pc:sldMkLst>
        <pc:spChg chg="mod">
          <ac:chgData name="Yeo Xiong Wei, Jonathan" userId="ac2b658e-7ce1-44bb-9f9f-bf4198ceaa29" providerId="ADAL" clId="{A5CC2AF2-C1E4-4461-BB93-9B28AA47198E}" dt="2023-06-30T07:26:05" v="1872" actId="1038"/>
          <ac:spMkLst>
            <pc:docMk/>
            <pc:sldMk cId="1129617942" sldId="436"/>
            <ac:spMk id="3" creationId="{0049BB3C-52E1-4FD2-B1A5-57D8AB81DCE3}"/>
          </ac:spMkLst>
        </pc:spChg>
        <pc:spChg chg="mod">
          <ac:chgData name="Yeo Xiong Wei, Jonathan" userId="ac2b658e-7ce1-44bb-9f9f-bf4198ceaa29" providerId="ADAL" clId="{A5CC2AF2-C1E4-4461-BB93-9B28AA47198E}" dt="2023-06-30T07:14:22.706" v="1152" actId="1076"/>
          <ac:spMkLst>
            <pc:docMk/>
            <pc:sldMk cId="1129617942" sldId="436"/>
            <ac:spMk id="5" creationId="{61A90FBF-7C3C-48B6-8332-026B5CA63BB7}"/>
          </ac:spMkLst>
        </pc:spChg>
        <pc:spChg chg="add mod">
          <ac:chgData name="Yeo Xiong Wei, Jonathan" userId="ac2b658e-7ce1-44bb-9f9f-bf4198ceaa29" providerId="ADAL" clId="{A5CC2AF2-C1E4-4461-BB93-9B28AA47198E}" dt="2023-06-30T07:26:15.378" v="1873" actId="1076"/>
          <ac:spMkLst>
            <pc:docMk/>
            <pc:sldMk cId="1129617942" sldId="436"/>
            <ac:spMk id="11" creationId="{EC8FCA76-E21C-CF31-D8B8-3B669EBCE8B6}"/>
          </ac:spMkLst>
        </pc:spChg>
        <pc:spChg chg="mod">
          <ac:chgData name="Yeo Xiong Wei, Jonathan" userId="ac2b658e-7ce1-44bb-9f9f-bf4198ceaa29" providerId="ADAL" clId="{A5CC2AF2-C1E4-4461-BB93-9B28AA47198E}" dt="2023-06-30T07:26:05" v="1872" actId="1038"/>
          <ac:spMkLst>
            <pc:docMk/>
            <pc:sldMk cId="1129617942" sldId="436"/>
            <ac:spMk id="47113" creationId="{00000000-0000-0000-0000-000000000000}"/>
          </ac:spMkLst>
        </pc:spChg>
        <pc:spChg chg="mod">
          <ac:chgData name="Yeo Xiong Wei, Jonathan" userId="ac2b658e-7ce1-44bb-9f9f-bf4198ceaa29" providerId="ADAL" clId="{A5CC2AF2-C1E4-4461-BB93-9B28AA47198E}" dt="2023-06-30T07:26:05" v="1872" actId="1038"/>
          <ac:spMkLst>
            <pc:docMk/>
            <pc:sldMk cId="1129617942" sldId="436"/>
            <ac:spMk id="47119" creationId="{00000000-0000-0000-0000-000000000000}"/>
          </ac:spMkLst>
        </pc:spChg>
        <pc:picChg chg="mod">
          <ac:chgData name="Yeo Xiong Wei, Jonathan" userId="ac2b658e-7ce1-44bb-9f9f-bf4198ceaa29" providerId="ADAL" clId="{A5CC2AF2-C1E4-4461-BB93-9B28AA47198E}" dt="2023-06-30T07:26:05" v="1872" actId="1038"/>
          <ac:picMkLst>
            <pc:docMk/>
            <pc:sldMk cId="1129617942" sldId="436"/>
            <ac:picMk id="4" creationId="{00000000-0000-0000-0000-000000000000}"/>
          </ac:picMkLst>
        </pc:picChg>
        <pc:cxnChg chg="mod">
          <ac:chgData name="Yeo Xiong Wei, Jonathan" userId="ac2b658e-7ce1-44bb-9f9f-bf4198ceaa29" providerId="ADAL" clId="{A5CC2AF2-C1E4-4461-BB93-9B28AA47198E}" dt="2023-06-30T07:26:05" v="1872" actId="1038"/>
          <ac:cxnSpMkLst>
            <pc:docMk/>
            <pc:sldMk cId="1129617942" sldId="436"/>
            <ac:cxnSpMk id="6" creationId="{A2FF3340-52F8-45BB-8B2A-69FA17F70E3D}"/>
          </ac:cxnSpMkLst>
        </pc:cxnChg>
        <pc:cxnChg chg="add del">
          <ac:chgData name="Yeo Xiong Wei, Jonathan" userId="ac2b658e-7ce1-44bb-9f9f-bf4198ceaa29" providerId="ADAL" clId="{A5CC2AF2-C1E4-4461-BB93-9B28AA47198E}" dt="2023-06-30T07:17:05.373" v="1220" actId="11529"/>
          <ac:cxnSpMkLst>
            <pc:docMk/>
            <pc:sldMk cId="1129617942" sldId="436"/>
            <ac:cxnSpMk id="7" creationId="{D8895378-7544-038C-EB3A-EB74C54B8AA0}"/>
          </ac:cxnSpMkLst>
        </pc:cxnChg>
        <pc:cxnChg chg="add mod">
          <ac:chgData name="Yeo Xiong Wei, Jonathan" userId="ac2b658e-7ce1-44bb-9f9f-bf4198ceaa29" providerId="ADAL" clId="{A5CC2AF2-C1E4-4461-BB93-9B28AA47198E}" dt="2023-06-30T07:26:05" v="1872" actId="1038"/>
          <ac:cxnSpMkLst>
            <pc:docMk/>
            <pc:sldMk cId="1129617942" sldId="436"/>
            <ac:cxnSpMk id="9" creationId="{7E11822F-5942-E854-89C3-B045A407102D}"/>
          </ac:cxnSpMkLst>
        </pc:cxnChg>
        <pc:cxnChg chg="add del mod">
          <ac:chgData name="Yeo Xiong Wei, Jonathan" userId="ac2b658e-7ce1-44bb-9f9f-bf4198ceaa29" providerId="ADAL" clId="{A5CC2AF2-C1E4-4461-BB93-9B28AA47198E}" dt="2023-06-30T07:25:30.400" v="1798" actId="478"/>
          <ac:cxnSpMkLst>
            <pc:docMk/>
            <pc:sldMk cId="1129617942" sldId="436"/>
            <ac:cxnSpMk id="13" creationId="{A23AC185-7381-A051-27CE-25A3D496B815}"/>
          </ac:cxnSpMkLst>
        </pc:cxnChg>
      </pc:sldChg>
      <pc:sldChg chg="modSp">
        <pc:chgData name="Yeo Xiong Wei, Jonathan" userId="ac2b658e-7ce1-44bb-9f9f-bf4198ceaa29" providerId="ADAL" clId="{A5CC2AF2-C1E4-4461-BB93-9B28AA47198E}" dt="2023-06-30T07:30:01.955" v="2043" actId="20577"/>
        <pc:sldMkLst>
          <pc:docMk/>
          <pc:sldMk cId="1351489455" sldId="439"/>
        </pc:sldMkLst>
        <pc:spChg chg="mod">
          <ac:chgData name="Yeo Xiong Wei, Jonathan" userId="ac2b658e-7ce1-44bb-9f9f-bf4198ceaa29" providerId="ADAL" clId="{A5CC2AF2-C1E4-4461-BB93-9B28AA47198E}" dt="2023-06-30T07:29:47.780" v="2019" actId="113"/>
          <ac:spMkLst>
            <pc:docMk/>
            <pc:sldMk cId="1351489455" sldId="439"/>
            <ac:spMk id="8" creationId="{69A4355E-3FDF-4234-839E-D26D93947517}"/>
          </ac:spMkLst>
        </pc:spChg>
        <pc:spChg chg="mod">
          <ac:chgData name="Yeo Xiong Wei, Jonathan" userId="ac2b658e-7ce1-44bb-9f9f-bf4198ceaa29" providerId="ADAL" clId="{A5CC2AF2-C1E4-4461-BB93-9B28AA47198E}" dt="2023-06-30T07:30:01.955" v="2043" actId="20577"/>
          <ac:spMkLst>
            <pc:docMk/>
            <pc:sldMk cId="1351489455" sldId="439"/>
            <ac:spMk id="69634" creationId="{00000000-0000-0000-0000-000000000000}"/>
          </ac:spMkLst>
        </pc:spChg>
      </pc:sldChg>
      <pc:sldChg chg="modSp mod">
        <pc:chgData name="Yeo Xiong Wei, Jonathan" userId="ac2b658e-7ce1-44bb-9f9f-bf4198ceaa29" providerId="ADAL" clId="{A5CC2AF2-C1E4-4461-BB93-9B28AA47198E}" dt="2023-06-30T07:00:04.354" v="361" actId="255"/>
        <pc:sldMkLst>
          <pc:docMk/>
          <pc:sldMk cId="2236551889" sldId="443"/>
        </pc:sldMkLst>
        <pc:spChg chg="mod">
          <ac:chgData name="Yeo Xiong Wei, Jonathan" userId="ac2b658e-7ce1-44bb-9f9f-bf4198ceaa29" providerId="ADAL" clId="{A5CC2AF2-C1E4-4461-BB93-9B28AA47198E}" dt="2023-06-30T07:00:04.354" v="361" actId="255"/>
          <ac:spMkLst>
            <pc:docMk/>
            <pc:sldMk cId="2236551889" sldId="443"/>
            <ac:spMk id="40" creationId="{EE141299-C37D-F20C-5C05-10AA2E40B6A1}"/>
          </ac:spMkLst>
        </pc:spChg>
      </pc:sldChg>
      <pc:sldChg chg="addSp delSp modSp mod modNotesTx">
        <pc:chgData name="Yeo Xiong Wei, Jonathan" userId="ac2b658e-7ce1-44bb-9f9f-bf4198ceaa29" providerId="ADAL" clId="{A5CC2AF2-C1E4-4461-BB93-9B28AA47198E}" dt="2023-06-30T07:38:52.731" v="2496" actId="20577"/>
        <pc:sldMkLst>
          <pc:docMk/>
          <pc:sldMk cId="383123542" sldId="445"/>
        </pc:sldMkLst>
        <pc:spChg chg="mod">
          <ac:chgData name="Yeo Xiong Wei, Jonathan" userId="ac2b658e-7ce1-44bb-9f9f-bf4198ceaa29" providerId="ADAL" clId="{A5CC2AF2-C1E4-4461-BB93-9B28AA47198E}" dt="2023-06-30T07:33:53.170" v="2085" actId="20577"/>
          <ac:spMkLst>
            <pc:docMk/>
            <pc:sldMk cId="383123542" sldId="445"/>
            <ac:spMk id="2" creationId="{87743E6D-5E96-47AF-A6F6-4BD89360D7F4}"/>
          </ac:spMkLst>
        </pc:spChg>
        <pc:spChg chg="mod">
          <ac:chgData name="Yeo Xiong Wei, Jonathan" userId="ac2b658e-7ce1-44bb-9f9f-bf4198ceaa29" providerId="ADAL" clId="{A5CC2AF2-C1E4-4461-BB93-9B28AA47198E}" dt="2023-06-30T07:33:09.984" v="2082" actId="20577"/>
          <ac:spMkLst>
            <pc:docMk/>
            <pc:sldMk cId="383123542" sldId="445"/>
            <ac:spMk id="3" creationId="{13BC20D8-10FE-4FAD-B5EA-1323F0B47A49}"/>
          </ac:spMkLst>
        </pc:spChg>
        <pc:spChg chg="mod">
          <ac:chgData name="Yeo Xiong Wei, Jonathan" userId="ac2b658e-7ce1-44bb-9f9f-bf4198ceaa29" providerId="ADAL" clId="{A5CC2AF2-C1E4-4461-BB93-9B28AA47198E}" dt="2023-06-30T07:01:31.913" v="383" actId="1076"/>
          <ac:spMkLst>
            <pc:docMk/>
            <pc:sldMk cId="383123542" sldId="445"/>
            <ac:spMk id="4" creationId="{897E7B1F-48FD-4DCB-B79D-721D51703947}"/>
          </ac:spMkLst>
        </pc:spChg>
        <pc:spChg chg="mod">
          <ac:chgData name="Yeo Xiong Wei, Jonathan" userId="ac2b658e-7ce1-44bb-9f9f-bf4198ceaa29" providerId="ADAL" clId="{A5CC2AF2-C1E4-4461-BB93-9B28AA47198E}" dt="2023-06-30T07:33:05.291" v="2073" actId="20577"/>
          <ac:spMkLst>
            <pc:docMk/>
            <pc:sldMk cId="383123542" sldId="445"/>
            <ac:spMk id="5" creationId="{5E26919F-46BA-44D3-9249-8ADB0ECCCE98}"/>
          </ac:spMkLst>
        </pc:spChg>
        <pc:spChg chg="mod">
          <ac:chgData name="Yeo Xiong Wei, Jonathan" userId="ac2b658e-7ce1-44bb-9f9f-bf4198ceaa29" providerId="ADAL" clId="{A5CC2AF2-C1E4-4461-BB93-9B28AA47198E}" dt="2023-06-30T07:35:24.824" v="2170" actId="1076"/>
          <ac:spMkLst>
            <pc:docMk/>
            <pc:sldMk cId="383123542" sldId="445"/>
            <ac:spMk id="6" creationId="{58694319-CAD5-121A-DDD6-702686FCB785}"/>
          </ac:spMkLst>
        </pc:spChg>
        <pc:spChg chg="add mod">
          <ac:chgData name="Yeo Xiong Wei, Jonathan" userId="ac2b658e-7ce1-44bb-9f9f-bf4198ceaa29" providerId="ADAL" clId="{A5CC2AF2-C1E4-4461-BB93-9B28AA47198E}" dt="2023-06-30T07:35:54.140" v="2293" actId="1076"/>
          <ac:spMkLst>
            <pc:docMk/>
            <pc:sldMk cId="383123542" sldId="445"/>
            <ac:spMk id="13" creationId="{9C562290-E034-B8D8-BFB4-460B98745398}"/>
          </ac:spMkLst>
        </pc:spChg>
        <pc:spChg chg="mod">
          <ac:chgData name="Yeo Xiong Wei, Jonathan" userId="ac2b658e-7ce1-44bb-9f9f-bf4198ceaa29" providerId="ADAL" clId="{A5CC2AF2-C1E4-4461-BB93-9B28AA47198E}" dt="2023-06-30T07:01:44.609" v="423" actId="1035"/>
          <ac:spMkLst>
            <pc:docMk/>
            <pc:sldMk cId="383123542" sldId="445"/>
            <ac:spMk id="26" creationId="{824C1D35-7FE3-4FA4-93BF-E4E623D06F68}"/>
          </ac:spMkLst>
        </pc:spChg>
        <pc:spChg chg="mod">
          <ac:chgData name="Yeo Xiong Wei, Jonathan" userId="ac2b658e-7ce1-44bb-9f9f-bf4198ceaa29" providerId="ADAL" clId="{A5CC2AF2-C1E4-4461-BB93-9B28AA47198E}" dt="2023-06-30T07:01:44.609" v="423" actId="1035"/>
          <ac:spMkLst>
            <pc:docMk/>
            <pc:sldMk cId="383123542" sldId="445"/>
            <ac:spMk id="28" creationId="{3BFE5E6C-E474-4805-8325-F8D477D1DA32}"/>
          </ac:spMkLst>
        </pc:spChg>
        <pc:spChg chg="mod">
          <ac:chgData name="Yeo Xiong Wei, Jonathan" userId="ac2b658e-7ce1-44bb-9f9f-bf4198ceaa29" providerId="ADAL" clId="{A5CC2AF2-C1E4-4461-BB93-9B28AA47198E}" dt="2023-06-30T07:01:44.609" v="423" actId="1035"/>
          <ac:spMkLst>
            <pc:docMk/>
            <pc:sldMk cId="383123542" sldId="445"/>
            <ac:spMk id="33" creationId="{6C844327-53DA-487B-8827-325CE6BABEBC}"/>
          </ac:spMkLst>
        </pc:spChg>
        <pc:spChg chg="mod">
          <ac:chgData name="Yeo Xiong Wei, Jonathan" userId="ac2b658e-7ce1-44bb-9f9f-bf4198ceaa29" providerId="ADAL" clId="{A5CC2AF2-C1E4-4461-BB93-9B28AA47198E}" dt="2023-06-30T07:01:44.609" v="423" actId="1035"/>
          <ac:spMkLst>
            <pc:docMk/>
            <pc:sldMk cId="383123542" sldId="445"/>
            <ac:spMk id="35" creationId="{8A202938-CDF4-49A0-B5D0-B3B4C2B26F3C}"/>
          </ac:spMkLst>
        </pc:spChg>
        <pc:spChg chg="mod">
          <ac:chgData name="Yeo Xiong Wei, Jonathan" userId="ac2b658e-7ce1-44bb-9f9f-bf4198ceaa29" providerId="ADAL" clId="{A5CC2AF2-C1E4-4461-BB93-9B28AA47198E}" dt="2023-06-30T07:01:44.609" v="423" actId="1035"/>
          <ac:spMkLst>
            <pc:docMk/>
            <pc:sldMk cId="383123542" sldId="445"/>
            <ac:spMk id="37" creationId="{18858940-30AD-46EE-97C8-F3C7AEC872A4}"/>
          </ac:spMkLst>
        </pc:spChg>
        <pc:spChg chg="mod">
          <ac:chgData name="Yeo Xiong Wei, Jonathan" userId="ac2b658e-7ce1-44bb-9f9f-bf4198ceaa29" providerId="ADAL" clId="{A5CC2AF2-C1E4-4461-BB93-9B28AA47198E}" dt="2023-06-30T07:01:44.609" v="423" actId="1035"/>
          <ac:spMkLst>
            <pc:docMk/>
            <pc:sldMk cId="383123542" sldId="445"/>
            <ac:spMk id="42" creationId="{6A96F874-1FA4-4441-A151-03586544514E}"/>
          </ac:spMkLst>
        </pc:spChg>
        <pc:spChg chg="mod">
          <ac:chgData name="Yeo Xiong Wei, Jonathan" userId="ac2b658e-7ce1-44bb-9f9f-bf4198ceaa29" providerId="ADAL" clId="{A5CC2AF2-C1E4-4461-BB93-9B28AA47198E}" dt="2023-06-30T07:01:44.609" v="423" actId="1035"/>
          <ac:spMkLst>
            <pc:docMk/>
            <pc:sldMk cId="383123542" sldId="445"/>
            <ac:spMk id="48" creationId="{D4C171ED-7054-4C70-BE65-B77F02B06034}"/>
          </ac:spMkLst>
        </pc:spChg>
        <pc:spChg chg="mod">
          <ac:chgData name="Yeo Xiong Wei, Jonathan" userId="ac2b658e-7ce1-44bb-9f9f-bf4198ceaa29" providerId="ADAL" clId="{A5CC2AF2-C1E4-4461-BB93-9B28AA47198E}" dt="2023-06-30T07:01:44.609" v="423" actId="1035"/>
          <ac:spMkLst>
            <pc:docMk/>
            <pc:sldMk cId="383123542" sldId="445"/>
            <ac:spMk id="50" creationId="{EBDF6598-C0D0-467E-8C74-BEFA10BED4F1}"/>
          </ac:spMkLst>
        </pc:spChg>
        <pc:spChg chg="mod">
          <ac:chgData name="Yeo Xiong Wei, Jonathan" userId="ac2b658e-7ce1-44bb-9f9f-bf4198ceaa29" providerId="ADAL" clId="{A5CC2AF2-C1E4-4461-BB93-9B28AA47198E}" dt="2023-06-30T07:01:44.609" v="423" actId="1035"/>
          <ac:spMkLst>
            <pc:docMk/>
            <pc:sldMk cId="383123542" sldId="445"/>
            <ac:spMk id="51" creationId="{40E5031F-AD55-4653-B87C-ECCAB0F489DC}"/>
          </ac:spMkLst>
        </pc:spChg>
        <pc:spChg chg="mod">
          <ac:chgData name="Yeo Xiong Wei, Jonathan" userId="ac2b658e-7ce1-44bb-9f9f-bf4198ceaa29" providerId="ADAL" clId="{A5CC2AF2-C1E4-4461-BB93-9B28AA47198E}" dt="2023-06-30T07:01:44.609" v="423" actId="1035"/>
          <ac:spMkLst>
            <pc:docMk/>
            <pc:sldMk cId="383123542" sldId="445"/>
            <ac:spMk id="52" creationId="{071E4D06-68E3-48EA-8A6D-A284F9C491CA}"/>
          </ac:spMkLst>
        </pc:spChg>
        <pc:spChg chg="mod">
          <ac:chgData name="Yeo Xiong Wei, Jonathan" userId="ac2b658e-7ce1-44bb-9f9f-bf4198ceaa29" providerId="ADAL" clId="{A5CC2AF2-C1E4-4461-BB93-9B28AA47198E}" dt="2023-06-30T07:01:44.609" v="423" actId="1035"/>
          <ac:spMkLst>
            <pc:docMk/>
            <pc:sldMk cId="383123542" sldId="445"/>
            <ac:spMk id="54" creationId="{BC07A7EB-1FAF-43B1-A932-DEA088EF8E2C}"/>
          </ac:spMkLst>
        </pc:spChg>
        <pc:spChg chg="mod">
          <ac:chgData name="Yeo Xiong Wei, Jonathan" userId="ac2b658e-7ce1-44bb-9f9f-bf4198ceaa29" providerId="ADAL" clId="{A5CC2AF2-C1E4-4461-BB93-9B28AA47198E}" dt="2023-06-30T07:01:44.609" v="423" actId="1035"/>
          <ac:spMkLst>
            <pc:docMk/>
            <pc:sldMk cId="383123542" sldId="445"/>
            <ac:spMk id="61" creationId="{F7D6D96A-9BE5-4EF1-8045-1D963D513044}"/>
          </ac:spMkLst>
        </pc:spChg>
        <pc:spChg chg="mod">
          <ac:chgData name="Yeo Xiong Wei, Jonathan" userId="ac2b658e-7ce1-44bb-9f9f-bf4198ceaa29" providerId="ADAL" clId="{A5CC2AF2-C1E4-4461-BB93-9B28AA47198E}" dt="2023-06-30T07:01:44.609" v="423" actId="1035"/>
          <ac:spMkLst>
            <pc:docMk/>
            <pc:sldMk cId="383123542" sldId="445"/>
            <ac:spMk id="64" creationId="{6C7BB8CA-34A3-4795-B9BF-CABD94837DD2}"/>
          </ac:spMkLst>
        </pc:spChg>
        <pc:spChg chg="mod">
          <ac:chgData name="Yeo Xiong Wei, Jonathan" userId="ac2b658e-7ce1-44bb-9f9f-bf4198ceaa29" providerId="ADAL" clId="{A5CC2AF2-C1E4-4461-BB93-9B28AA47198E}" dt="2023-06-30T07:01:44.609" v="423" actId="1035"/>
          <ac:spMkLst>
            <pc:docMk/>
            <pc:sldMk cId="383123542" sldId="445"/>
            <ac:spMk id="66" creationId="{C54A2DDE-B4D1-4405-92C4-53EDC456A2CA}"/>
          </ac:spMkLst>
        </pc:spChg>
        <pc:cxnChg chg="mod">
          <ac:chgData name="Yeo Xiong Wei, Jonathan" userId="ac2b658e-7ce1-44bb-9f9f-bf4198ceaa29" providerId="ADAL" clId="{A5CC2AF2-C1E4-4461-BB93-9B28AA47198E}" dt="2023-06-30T07:01:44.609" v="423" actId="1035"/>
          <ac:cxnSpMkLst>
            <pc:docMk/>
            <pc:sldMk cId="383123542" sldId="445"/>
            <ac:cxnSpMk id="7" creationId="{B3AE0041-137F-4938-8557-D83E30CC71AD}"/>
          </ac:cxnSpMkLst>
        </pc:cxnChg>
        <pc:cxnChg chg="mod">
          <ac:chgData name="Yeo Xiong Wei, Jonathan" userId="ac2b658e-7ce1-44bb-9f9f-bf4198ceaa29" providerId="ADAL" clId="{A5CC2AF2-C1E4-4461-BB93-9B28AA47198E}" dt="2023-06-30T07:01:44.609" v="423" actId="1035"/>
          <ac:cxnSpMkLst>
            <pc:docMk/>
            <pc:sldMk cId="383123542" sldId="445"/>
            <ac:cxnSpMk id="8" creationId="{C9989B4E-30CB-45EB-8544-2EB9968AD68A}"/>
          </ac:cxnSpMkLst>
        </pc:cxnChg>
        <pc:cxnChg chg="add del mod">
          <ac:chgData name="Yeo Xiong Wei, Jonathan" userId="ac2b658e-7ce1-44bb-9f9f-bf4198ceaa29" providerId="ADAL" clId="{A5CC2AF2-C1E4-4461-BB93-9B28AA47198E}" dt="2023-06-30T07:33:01.838" v="2064" actId="478"/>
          <ac:cxnSpMkLst>
            <pc:docMk/>
            <pc:sldMk cId="383123542" sldId="445"/>
            <ac:cxnSpMk id="10" creationId="{D4891B30-6CA0-E7DD-D39C-0995CA866D9A}"/>
          </ac:cxnSpMkLst>
        </pc:cxnChg>
        <pc:cxnChg chg="mod">
          <ac:chgData name="Yeo Xiong Wei, Jonathan" userId="ac2b658e-7ce1-44bb-9f9f-bf4198ceaa29" providerId="ADAL" clId="{A5CC2AF2-C1E4-4461-BB93-9B28AA47198E}" dt="2023-06-30T07:01:44.609" v="423" actId="1035"/>
          <ac:cxnSpMkLst>
            <pc:docMk/>
            <pc:sldMk cId="383123542" sldId="445"/>
            <ac:cxnSpMk id="11" creationId="{D0298AC9-592E-49BB-8918-32B80B6329FD}"/>
          </ac:cxnSpMkLst>
        </pc:cxnChg>
        <pc:cxnChg chg="mod">
          <ac:chgData name="Yeo Xiong Wei, Jonathan" userId="ac2b658e-7ce1-44bb-9f9f-bf4198ceaa29" providerId="ADAL" clId="{A5CC2AF2-C1E4-4461-BB93-9B28AA47198E}" dt="2023-06-30T07:01:44.609" v="423" actId="1035"/>
          <ac:cxnSpMkLst>
            <pc:docMk/>
            <pc:sldMk cId="383123542" sldId="445"/>
            <ac:cxnSpMk id="16" creationId="{46CAE1BD-4D15-445E-8F80-2FC58146DA5D}"/>
          </ac:cxnSpMkLst>
        </pc:cxnChg>
        <pc:cxnChg chg="mod">
          <ac:chgData name="Yeo Xiong Wei, Jonathan" userId="ac2b658e-7ce1-44bb-9f9f-bf4198ceaa29" providerId="ADAL" clId="{A5CC2AF2-C1E4-4461-BB93-9B28AA47198E}" dt="2023-06-30T07:01:44.609" v="423" actId="1035"/>
          <ac:cxnSpMkLst>
            <pc:docMk/>
            <pc:sldMk cId="383123542" sldId="445"/>
            <ac:cxnSpMk id="19" creationId="{34E8AAF8-07D6-425E-8C92-838E12AD0AC8}"/>
          </ac:cxnSpMkLst>
        </pc:cxnChg>
        <pc:cxnChg chg="mod">
          <ac:chgData name="Yeo Xiong Wei, Jonathan" userId="ac2b658e-7ce1-44bb-9f9f-bf4198ceaa29" providerId="ADAL" clId="{A5CC2AF2-C1E4-4461-BB93-9B28AA47198E}" dt="2023-06-30T07:01:44.609" v="423" actId="1035"/>
          <ac:cxnSpMkLst>
            <pc:docMk/>
            <pc:sldMk cId="383123542" sldId="445"/>
            <ac:cxnSpMk id="23" creationId="{96B88C45-04B7-4C9F-B0AD-E4B97F8F634F}"/>
          </ac:cxnSpMkLst>
        </pc:cxnChg>
        <pc:cxnChg chg="mod">
          <ac:chgData name="Yeo Xiong Wei, Jonathan" userId="ac2b658e-7ce1-44bb-9f9f-bf4198ceaa29" providerId="ADAL" clId="{A5CC2AF2-C1E4-4461-BB93-9B28AA47198E}" dt="2023-06-30T07:01:44.609" v="423" actId="1035"/>
          <ac:cxnSpMkLst>
            <pc:docMk/>
            <pc:sldMk cId="383123542" sldId="445"/>
            <ac:cxnSpMk id="30" creationId="{92FD7F76-74B5-4897-A249-491B215B4589}"/>
          </ac:cxnSpMkLst>
        </pc:cxnChg>
        <pc:cxnChg chg="mod">
          <ac:chgData name="Yeo Xiong Wei, Jonathan" userId="ac2b658e-7ce1-44bb-9f9f-bf4198ceaa29" providerId="ADAL" clId="{A5CC2AF2-C1E4-4461-BB93-9B28AA47198E}" dt="2023-06-30T07:01:44.609" v="423" actId="1035"/>
          <ac:cxnSpMkLst>
            <pc:docMk/>
            <pc:sldMk cId="383123542" sldId="445"/>
            <ac:cxnSpMk id="36" creationId="{7085EEC7-009D-4430-AC87-B0C79995BE53}"/>
          </ac:cxnSpMkLst>
        </pc:cxnChg>
        <pc:cxnChg chg="mod">
          <ac:chgData name="Yeo Xiong Wei, Jonathan" userId="ac2b658e-7ce1-44bb-9f9f-bf4198ceaa29" providerId="ADAL" clId="{A5CC2AF2-C1E4-4461-BB93-9B28AA47198E}" dt="2023-06-30T07:01:44.609" v="423" actId="1035"/>
          <ac:cxnSpMkLst>
            <pc:docMk/>
            <pc:sldMk cId="383123542" sldId="445"/>
            <ac:cxnSpMk id="38" creationId="{2D08FEC3-DDD7-4E42-A961-EE98C5F97FAC}"/>
          </ac:cxnSpMkLst>
        </pc:cxnChg>
        <pc:cxnChg chg="mod">
          <ac:chgData name="Yeo Xiong Wei, Jonathan" userId="ac2b658e-7ce1-44bb-9f9f-bf4198ceaa29" providerId="ADAL" clId="{A5CC2AF2-C1E4-4461-BB93-9B28AA47198E}" dt="2023-06-30T07:01:44.609" v="423" actId="1035"/>
          <ac:cxnSpMkLst>
            <pc:docMk/>
            <pc:sldMk cId="383123542" sldId="445"/>
            <ac:cxnSpMk id="43" creationId="{CE2A4467-671D-43B9-92EB-70FFB527C271}"/>
          </ac:cxnSpMkLst>
        </pc:cxnChg>
        <pc:cxnChg chg="mod">
          <ac:chgData name="Yeo Xiong Wei, Jonathan" userId="ac2b658e-7ce1-44bb-9f9f-bf4198ceaa29" providerId="ADAL" clId="{A5CC2AF2-C1E4-4461-BB93-9B28AA47198E}" dt="2023-06-30T07:01:44.609" v="423" actId="1035"/>
          <ac:cxnSpMkLst>
            <pc:docMk/>
            <pc:sldMk cId="383123542" sldId="445"/>
            <ac:cxnSpMk id="44" creationId="{942338EF-D493-4AD6-903C-37B882625E26}"/>
          </ac:cxnSpMkLst>
        </pc:cxnChg>
        <pc:cxnChg chg="mod">
          <ac:chgData name="Yeo Xiong Wei, Jonathan" userId="ac2b658e-7ce1-44bb-9f9f-bf4198ceaa29" providerId="ADAL" clId="{A5CC2AF2-C1E4-4461-BB93-9B28AA47198E}" dt="2023-06-30T07:01:44.609" v="423" actId="1035"/>
          <ac:cxnSpMkLst>
            <pc:docMk/>
            <pc:sldMk cId="383123542" sldId="445"/>
            <ac:cxnSpMk id="45" creationId="{6953EBE6-A3A3-4429-B843-7C79BCACDD83}"/>
          </ac:cxnSpMkLst>
        </pc:cxnChg>
        <pc:cxnChg chg="mod">
          <ac:chgData name="Yeo Xiong Wei, Jonathan" userId="ac2b658e-7ce1-44bb-9f9f-bf4198ceaa29" providerId="ADAL" clId="{A5CC2AF2-C1E4-4461-BB93-9B28AA47198E}" dt="2023-06-30T07:01:44.609" v="423" actId="1035"/>
          <ac:cxnSpMkLst>
            <pc:docMk/>
            <pc:sldMk cId="383123542" sldId="445"/>
            <ac:cxnSpMk id="46" creationId="{A2121BD2-D891-408D-A2AD-BB4E03C68B44}"/>
          </ac:cxnSpMkLst>
        </pc:cxnChg>
        <pc:cxnChg chg="mod">
          <ac:chgData name="Yeo Xiong Wei, Jonathan" userId="ac2b658e-7ce1-44bb-9f9f-bf4198ceaa29" providerId="ADAL" clId="{A5CC2AF2-C1E4-4461-BB93-9B28AA47198E}" dt="2023-06-30T07:01:44.609" v="423" actId="1035"/>
          <ac:cxnSpMkLst>
            <pc:docMk/>
            <pc:sldMk cId="383123542" sldId="445"/>
            <ac:cxnSpMk id="47" creationId="{1E568B96-AE42-499E-B6D6-B59EC097F6B5}"/>
          </ac:cxnSpMkLst>
        </pc:cxnChg>
        <pc:cxnChg chg="mod">
          <ac:chgData name="Yeo Xiong Wei, Jonathan" userId="ac2b658e-7ce1-44bb-9f9f-bf4198ceaa29" providerId="ADAL" clId="{A5CC2AF2-C1E4-4461-BB93-9B28AA47198E}" dt="2023-06-30T07:01:44.609" v="423" actId="1035"/>
          <ac:cxnSpMkLst>
            <pc:docMk/>
            <pc:sldMk cId="383123542" sldId="445"/>
            <ac:cxnSpMk id="49" creationId="{BC4AE499-96B0-4CCA-B814-B20963EA046B}"/>
          </ac:cxnSpMkLst>
        </pc:cxnChg>
        <pc:cxnChg chg="mod">
          <ac:chgData name="Yeo Xiong Wei, Jonathan" userId="ac2b658e-7ce1-44bb-9f9f-bf4198ceaa29" providerId="ADAL" clId="{A5CC2AF2-C1E4-4461-BB93-9B28AA47198E}" dt="2023-06-30T07:01:44.609" v="423" actId="1035"/>
          <ac:cxnSpMkLst>
            <pc:docMk/>
            <pc:sldMk cId="383123542" sldId="445"/>
            <ac:cxnSpMk id="56" creationId="{614AA45D-98FC-4BCC-8FD8-63EEFB5B263C}"/>
          </ac:cxnSpMkLst>
        </pc:cxnChg>
      </pc:sldChg>
      <pc:sldChg chg="modSp">
        <pc:chgData name="Yeo Xiong Wei, Jonathan" userId="ac2b658e-7ce1-44bb-9f9f-bf4198ceaa29" providerId="ADAL" clId="{A5CC2AF2-C1E4-4461-BB93-9B28AA47198E}" dt="2023-06-30T07:12:20.040" v="1028" actId="20577"/>
        <pc:sldMkLst>
          <pc:docMk/>
          <pc:sldMk cId="3346913982" sldId="449"/>
        </pc:sldMkLst>
        <pc:spChg chg="mod">
          <ac:chgData name="Yeo Xiong Wei, Jonathan" userId="ac2b658e-7ce1-44bb-9f9f-bf4198ceaa29" providerId="ADAL" clId="{A5CC2AF2-C1E4-4461-BB93-9B28AA47198E}" dt="2023-06-30T07:12:20.040" v="1028" actId="20577"/>
          <ac:spMkLst>
            <pc:docMk/>
            <pc:sldMk cId="3346913982" sldId="449"/>
            <ac:spMk id="28674" creationId="{00000000-0000-0000-0000-000000000000}"/>
          </ac:spMkLst>
        </pc:spChg>
      </pc:sldChg>
      <pc:sldChg chg="modSp mod modAnim">
        <pc:chgData name="Yeo Xiong Wei, Jonathan" userId="ac2b658e-7ce1-44bb-9f9f-bf4198ceaa29" providerId="ADAL" clId="{A5CC2AF2-C1E4-4461-BB93-9B28AA47198E}" dt="2023-06-30T07:06:27.252" v="965" actId="115"/>
        <pc:sldMkLst>
          <pc:docMk/>
          <pc:sldMk cId="626524365" sldId="450"/>
        </pc:sldMkLst>
        <pc:spChg chg="mod">
          <ac:chgData name="Yeo Xiong Wei, Jonathan" userId="ac2b658e-7ce1-44bb-9f9f-bf4198ceaa29" providerId="ADAL" clId="{A5CC2AF2-C1E4-4461-BB93-9B28AA47198E}" dt="2023-06-30T07:06:27.252" v="965" actId="115"/>
          <ac:spMkLst>
            <pc:docMk/>
            <pc:sldMk cId="626524365" sldId="450"/>
            <ac:spMk id="28674" creationId="{00000000-0000-0000-0000-000000000000}"/>
          </ac:spMkLst>
        </pc:spChg>
      </pc:sldChg>
      <pc:sldChg chg="modSp">
        <pc:chgData name="Yeo Xiong Wei, Jonathan" userId="ac2b658e-7ce1-44bb-9f9f-bf4198ceaa29" providerId="ADAL" clId="{A5CC2AF2-C1E4-4461-BB93-9B28AA47198E}" dt="2023-06-30T07:31:14.074" v="2060" actId="20577"/>
        <pc:sldMkLst>
          <pc:docMk/>
          <pc:sldMk cId="958449538" sldId="465"/>
        </pc:sldMkLst>
        <pc:spChg chg="mod">
          <ac:chgData name="Yeo Xiong Wei, Jonathan" userId="ac2b658e-7ce1-44bb-9f9f-bf4198ceaa29" providerId="ADAL" clId="{A5CC2AF2-C1E4-4461-BB93-9B28AA47198E}" dt="2023-06-30T07:31:14.074" v="2060" actId="20577"/>
          <ac:spMkLst>
            <pc:docMk/>
            <pc:sldMk cId="958449538" sldId="465"/>
            <ac:spMk id="10" creationId="{542DD9F7-EE6B-CD1C-539B-C416BA53DD8A}"/>
          </ac:spMkLst>
        </pc:spChg>
      </pc:sldChg>
      <pc:sldChg chg="modSp">
        <pc:chgData name="Yeo Xiong Wei, Jonathan" userId="ac2b658e-7ce1-44bb-9f9f-bf4198ceaa29" providerId="ADAL" clId="{A5CC2AF2-C1E4-4461-BB93-9B28AA47198E}" dt="2023-06-30T07:31:27.252" v="2061" actId="113"/>
        <pc:sldMkLst>
          <pc:docMk/>
          <pc:sldMk cId="3591720691" sldId="466"/>
        </pc:sldMkLst>
        <pc:spChg chg="mod">
          <ac:chgData name="Yeo Xiong Wei, Jonathan" userId="ac2b658e-7ce1-44bb-9f9f-bf4198ceaa29" providerId="ADAL" clId="{A5CC2AF2-C1E4-4461-BB93-9B28AA47198E}" dt="2023-06-30T07:31:27.252" v="2061" actId="113"/>
          <ac:spMkLst>
            <pc:docMk/>
            <pc:sldMk cId="3591720691" sldId="466"/>
            <ac:spMk id="10" creationId="{542DD9F7-EE6B-CD1C-539B-C416BA53DD8A}"/>
          </ac:spMkLst>
        </pc:spChg>
      </pc:sldChg>
      <pc:sldChg chg="modSp mod">
        <pc:chgData name="Yeo Xiong Wei, Jonathan" userId="ac2b658e-7ce1-44bb-9f9f-bf4198ceaa29" providerId="ADAL" clId="{A5CC2AF2-C1E4-4461-BB93-9B28AA47198E}" dt="2023-06-30T07:40:44.857" v="2537" actId="20577"/>
        <pc:sldMkLst>
          <pc:docMk/>
          <pc:sldMk cId="1594752582" sldId="468"/>
        </pc:sldMkLst>
        <pc:spChg chg="mod">
          <ac:chgData name="Yeo Xiong Wei, Jonathan" userId="ac2b658e-7ce1-44bb-9f9f-bf4198ceaa29" providerId="ADAL" clId="{A5CC2AF2-C1E4-4461-BB93-9B28AA47198E}" dt="2023-06-30T07:40:44.857" v="2537" actId="20577"/>
          <ac:spMkLst>
            <pc:docMk/>
            <pc:sldMk cId="1594752582" sldId="468"/>
            <ac:spMk id="10" creationId="{542DD9F7-EE6B-CD1C-539B-C416BA53DD8A}"/>
          </ac:spMkLst>
        </pc:spChg>
      </pc:sldChg>
    </pc:docChg>
  </pc:docChgLst>
  <pc:docChgLst>
    <pc:chgData name="Yeo Xiong Wei, Jonathan" userId="ac2b658e-7ce1-44bb-9f9f-bf4198ceaa29" providerId="ADAL" clId="{563F35FC-746A-4BAD-AC37-99A669792EFF}"/>
    <pc:docChg chg="undo custSel modSld">
      <pc:chgData name="Yeo Xiong Wei, Jonathan" userId="ac2b658e-7ce1-44bb-9f9f-bf4198ceaa29" providerId="ADAL" clId="{563F35FC-746A-4BAD-AC37-99A669792EFF}" dt="2023-10-08T02:50:01.079" v="296" actId="20577"/>
      <pc:docMkLst>
        <pc:docMk/>
      </pc:docMkLst>
      <pc:sldChg chg="modSp">
        <pc:chgData name="Yeo Xiong Wei, Jonathan" userId="ac2b658e-7ce1-44bb-9f9f-bf4198ceaa29" providerId="ADAL" clId="{563F35FC-746A-4BAD-AC37-99A669792EFF}" dt="2023-10-03T04:53:06.941" v="39" actId="207"/>
        <pc:sldMkLst>
          <pc:docMk/>
          <pc:sldMk cId="1694545353" sldId="297"/>
        </pc:sldMkLst>
        <pc:spChg chg="mod">
          <ac:chgData name="Yeo Xiong Wei, Jonathan" userId="ac2b658e-7ce1-44bb-9f9f-bf4198ceaa29" providerId="ADAL" clId="{563F35FC-746A-4BAD-AC37-99A669792EFF}" dt="2023-10-03T04:53:06.941" v="39" actId="207"/>
          <ac:spMkLst>
            <pc:docMk/>
            <pc:sldMk cId="1694545353" sldId="297"/>
            <ac:spMk id="25602" creationId="{00000000-0000-0000-0000-000000000000}"/>
          </ac:spMkLst>
        </pc:spChg>
      </pc:sldChg>
      <pc:sldChg chg="modSp">
        <pc:chgData name="Yeo Xiong Wei, Jonathan" userId="ac2b658e-7ce1-44bb-9f9f-bf4198ceaa29" providerId="ADAL" clId="{563F35FC-746A-4BAD-AC37-99A669792EFF}" dt="2023-10-03T04:49:33.234" v="3" actId="404"/>
        <pc:sldMkLst>
          <pc:docMk/>
          <pc:sldMk cId="966302377" sldId="298"/>
        </pc:sldMkLst>
        <pc:spChg chg="mod">
          <ac:chgData name="Yeo Xiong Wei, Jonathan" userId="ac2b658e-7ce1-44bb-9f9f-bf4198ceaa29" providerId="ADAL" clId="{563F35FC-746A-4BAD-AC37-99A669792EFF}" dt="2023-10-03T04:49:33.234" v="3" actId="404"/>
          <ac:spMkLst>
            <pc:docMk/>
            <pc:sldMk cId="966302377" sldId="298"/>
            <ac:spMk id="26626" creationId="{00000000-0000-0000-0000-000000000000}"/>
          </ac:spMkLst>
        </pc:spChg>
      </pc:sldChg>
      <pc:sldChg chg="modSp">
        <pc:chgData name="Yeo Xiong Wei, Jonathan" userId="ac2b658e-7ce1-44bb-9f9f-bf4198ceaa29" providerId="ADAL" clId="{563F35FC-746A-4BAD-AC37-99A669792EFF}" dt="2023-10-03T04:49:37.991" v="4" actId="404"/>
        <pc:sldMkLst>
          <pc:docMk/>
          <pc:sldMk cId="4031192782" sldId="300"/>
        </pc:sldMkLst>
        <pc:spChg chg="mod">
          <ac:chgData name="Yeo Xiong Wei, Jonathan" userId="ac2b658e-7ce1-44bb-9f9f-bf4198ceaa29" providerId="ADAL" clId="{563F35FC-746A-4BAD-AC37-99A669792EFF}" dt="2023-10-03T04:49:37.991" v="4" actId="404"/>
          <ac:spMkLst>
            <pc:docMk/>
            <pc:sldMk cId="4031192782" sldId="300"/>
            <ac:spMk id="28674" creationId="{00000000-0000-0000-0000-000000000000}"/>
          </ac:spMkLst>
        </pc:spChg>
      </pc:sldChg>
      <pc:sldChg chg="modSp mod">
        <pc:chgData name="Yeo Xiong Wei, Jonathan" userId="ac2b658e-7ce1-44bb-9f9f-bf4198ceaa29" providerId="ADAL" clId="{563F35FC-746A-4BAD-AC37-99A669792EFF}" dt="2023-10-03T04:52:27.413" v="32" actId="207"/>
        <pc:sldMkLst>
          <pc:docMk/>
          <pc:sldMk cId="4243480544" sldId="302"/>
        </pc:sldMkLst>
        <pc:spChg chg="mod">
          <ac:chgData name="Yeo Xiong Wei, Jonathan" userId="ac2b658e-7ce1-44bb-9f9f-bf4198ceaa29" providerId="ADAL" clId="{563F35FC-746A-4BAD-AC37-99A669792EFF}" dt="2023-10-03T04:52:27.413" v="32" actId="207"/>
          <ac:spMkLst>
            <pc:docMk/>
            <pc:sldMk cId="4243480544" sldId="302"/>
            <ac:spMk id="30722" creationId="{00000000-0000-0000-0000-000000000000}"/>
          </ac:spMkLst>
        </pc:spChg>
      </pc:sldChg>
      <pc:sldChg chg="modSp mod">
        <pc:chgData name="Yeo Xiong Wei, Jonathan" userId="ac2b658e-7ce1-44bb-9f9f-bf4198ceaa29" providerId="ADAL" clId="{563F35FC-746A-4BAD-AC37-99A669792EFF}" dt="2023-10-03T04:58:18.310" v="61" actId="404"/>
        <pc:sldMkLst>
          <pc:docMk/>
          <pc:sldMk cId="3776960760" sldId="347"/>
        </pc:sldMkLst>
        <pc:spChg chg="mod">
          <ac:chgData name="Yeo Xiong Wei, Jonathan" userId="ac2b658e-7ce1-44bb-9f9f-bf4198ceaa29" providerId="ADAL" clId="{563F35FC-746A-4BAD-AC37-99A669792EFF}" dt="2023-10-03T04:58:18.310" v="61" actId="404"/>
          <ac:spMkLst>
            <pc:docMk/>
            <pc:sldMk cId="3776960760" sldId="347"/>
            <ac:spMk id="76802" creationId="{00000000-0000-0000-0000-000000000000}"/>
          </ac:spMkLst>
        </pc:spChg>
      </pc:sldChg>
      <pc:sldChg chg="modSp mod">
        <pc:chgData name="Yeo Xiong Wei, Jonathan" userId="ac2b658e-7ce1-44bb-9f9f-bf4198ceaa29" providerId="ADAL" clId="{563F35FC-746A-4BAD-AC37-99A669792EFF}" dt="2023-10-03T04:50:30.578" v="14" actId="1076"/>
        <pc:sldMkLst>
          <pc:docMk/>
          <pc:sldMk cId="3626611511" sldId="422"/>
        </pc:sldMkLst>
        <pc:spChg chg="mod">
          <ac:chgData name="Yeo Xiong Wei, Jonathan" userId="ac2b658e-7ce1-44bb-9f9f-bf4198ceaa29" providerId="ADAL" clId="{563F35FC-746A-4BAD-AC37-99A669792EFF}" dt="2023-10-03T04:50:30.578" v="14" actId="1076"/>
          <ac:spMkLst>
            <pc:docMk/>
            <pc:sldMk cId="3626611511" sldId="422"/>
            <ac:spMk id="28674" creationId="{00000000-0000-0000-0000-000000000000}"/>
          </ac:spMkLst>
        </pc:spChg>
      </pc:sldChg>
      <pc:sldChg chg="modSp mod">
        <pc:chgData name="Yeo Xiong Wei, Jonathan" userId="ac2b658e-7ce1-44bb-9f9f-bf4198ceaa29" providerId="ADAL" clId="{563F35FC-746A-4BAD-AC37-99A669792EFF}" dt="2023-10-03T04:50:37.895" v="16" actId="1076"/>
        <pc:sldMkLst>
          <pc:docMk/>
          <pc:sldMk cId="3339228875" sldId="423"/>
        </pc:sldMkLst>
        <pc:spChg chg="mod">
          <ac:chgData name="Yeo Xiong Wei, Jonathan" userId="ac2b658e-7ce1-44bb-9f9f-bf4198ceaa29" providerId="ADAL" clId="{563F35FC-746A-4BAD-AC37-99A669792EFF}" dt="2023-10-03T04:50:37.895" v="16" actId="1076"/>
          <ac:spMkLst>
            <pc:docMk/>
            <pc:sldMk cId="3339228875" sldId="423"/>
            <ac:spMk id="28674" creationId="{00000000-0000-0000-0000-000000000000}"/>
          </ac:spMkLst>
        </pc:spChg>
      </pc:sldChg>
      <pc:sldChg chg="modSp">
        <pc:chgData name="Yeo Xiong Wei, Jonathan" userId="ac2b658e-7ce1-44bb-9f9f-bf4198ceaa29" providerId="ADAL" clId="{563F35FC-746A-4BAD-AC37-99A669792EFF}" dt="2023-10-03T04:49:25.255" v="1" actId="404"/>
        <pc:sldMkLst>
          <pc:docMk/>
          <pc:sldMk cId="3836479171" sldId="424"/>
        </pc:sldMkLst>
        <pc:spChg chg="mod">
          <ac:chgData name="Yeo Xiong Wei, Jonathan" userId="ac2b658e-7ce1-44bb-9f9f-bf4198ceaa29" providerId="ADAL" clId="{563F35FC-746A-4BAD-AC37-99A669792EFF}" dt="2023-10-03T04:49:25.255" v="1" actId="404"/>
          <ac:spMkLst>
            <pc:docMk/>
            <pc:sldMk cId="3836479171" sldId="424"/>
            <ac:spMk id="3" creationId="{DEBE5AC1-8542-48C2-97D0-1C9AD8E66533}"/>
          </ac:spMkLst>
        </pc:spChg>
      </pc:sldChg>
      <pc:sldChg chg="modSp">
        <pc:chgData name="Yeo Xiong Wei, Jonathan" userId="ac2b658e-7ce1-44bb-9f9f-bf4198ceaa29" providerId="ADAL" clId="{563F35FC-746A-4BAD-AC37-99A669792EFF}" dt="2023-10-03T04:50:43.965" v="17" actId="404"/>
        <pc:sldMkLst>
          <pc:docMk/>
          <pc:sldMk cId="2599901672" sldId="426"/>
        </pc:sldMkLst>
        <pc:spChg chg="mod">
          <ac:chgData name="Yeo Xiong Wei, Jonathan" userId="ac2b658e-7ce1-44bb-9f9f-bf4198ceaa29" providerId="ADAL" clId="{563F35FC-746A-4BAD-AC37-99A669792EFF}" dt="2023-10-03T04:50:43.965" v="17" actId="404"/>
          <ac:spMkLst>
            <pc:docMk/>
            <pc:sldMk cId="2599901672" sldId="426"/>
            <ac:spMk id="28674" creationId="{00000000-0000-0000-0000-000000000000}"/>
          </ac:spMkLst>
        </pc:spChg>
      </pc:sldChg>
      <pc:sldChg chg="modSp">
        <pc:chgData name="Yeo Xiong Wei, Jonathan" userId="ac2b658e-7ce1-44bb-9f9f-bf4198ceaa29" providerId="ADAL" clId="{563F35FC-746A-4BAD-AC37-99A669792EFF}" dt="2023-10-03T04:50:49.489" v="18" actId="404"/>
        <pc:sldMkLst>
          <pc:docMk/>
          <pc:sldMk cId="2804154378" sldId="427"/>
        </pc:sldMkLst>
        <pc:spChg chg="mod">
          <ac:chgData name="Yeo Xiong Wei, Jonathan" userId="ac2b658e-7ce1-44bb-9f9f-bf4198ceaa29" providerId="ADAL" clId="{563F35FC-746A-4BAD-AC37-99A669792EFF}" dt="2023-10-03T04:50:49.489" v="18" actId="404"/>
          <ac:spMkLst>
            <pc:docMk/>
            <pc:sldMk cId="2804154378" sldId="427"/>
            <ac:spMk id="28674" creationId="{00000000-0000-0000-0000-000000000000}"/>
          </ac:spMkLst>
        </pc:spChg>
      </pc:sldChg>
      <pc:sldChg chg="modSp mod">
        <pc:chgData name="Yeo Xiong Wei, Jonathan" userId="ac2b658e-7ce1-44bb-9f9f-bf4198ceaa29" providerId="ADAL" clId="{563F35FC-746A-4BAD-AC37-99A669792EFF}" dt="2023-10-03T04:51:06.327" v="21" actId="1076"/>
        <pc:sldMkLst>
          <pc:docMk/>
          <pc:sldMk cId="289169299" sldId="428"/>
        </pc:sldMkLst>
        <pc:spChg chg="mod">
          <ac:chgData name="Yeo Xiong Wei, Jonathan" userId="ac2b658e-7ce1-44bb-9f9f-bf4198ceaa29" providerId="ADAL" clId="{563F35FC-746A-4BAD-AC37-99A669792EFF}" dt="2023-10-03T04:51:06.327" v="21" actId="1076"/>
          <ac:spMkLst>
            <pc:docMk/>
            <pc:sldMk cId="289169299" sldId="428"/>
            <ac:spMk id="28674" creationId="{00000000-0000-0000-0000-000000000000}"/>
          </ac:spMkLst>
        </pc:spChg>
      </pc:sldChg>
      <pc:sldChg chg="modSp mod">
        <pc:chgData name="Yeo Xiong Wei, Jonathan" userId="ac2b658e-7ce1-44bb-9f9f-bf4198ceaa29" providerId="ADAL" clId="{563F35FC-746A-4BAD-AC37-99A669792EFF}" dt="2023-10-03T04:51:16.833" v="24" actId="403"/>
        <pc:sldMkLst>
          <pc:docMk/>
          <pc:sldMk cId="2863872561" sldId="429"/>
        </pc:sldMkLst>
        <pc:spChg chg="mod">
          <ac:chgData name="Yeo Xiong Wei, Jonathan" userId="ac2b658e-7ce1-44bb-9f9f-bf4198ceaa29" providerId="ADAL" clId="{563F35FC-746A-4BAD-AC37-99A669792EFF}" dt="2023-10-03T04:51:16.833" v="24" actId="403"/>
          <ac:spMkLst>
            <pc:docMk/>
            <pc:sldMk cId="2863872561" sldId="429"/>
            <ac:spMk id="28674" creationId="{00000000-0000-0000-0000-000000000000}"/>
          </ac:spMkLst>
        </pc:spChg>
      </pc:sldChg>
      <pc:sldChg chg="modSp mod">
        <pc:chgData name="Yeo Xiong Wei, Jonathan" userId="ac2b658e-7ce1-44bb-9f9f-bf4198ceaa29" providerId="ADAL" clId="{563F35FC-746A-4BAD-AC37-99A669792EFF}" dt="2023-10-03T04:51:23.839" v="25" actId="1076"/>
        <pc:sldMkLst>
          <pc:docMk/>
          <pc:sldMk cId="3663062866" sldId="430"/>
        </pc:sldMkLst>
        <pc:spChg chg="mod">
          <ac:chgData name="Yeo Xiong Wei, Jonathan" userId="ac2b658e-7ce1-44bb-9f9f-bf4198ceaa29" providerId="ADAL" clId="{563F35FC-746A-4BAD-AC37-99A669792EFF}" dt="2023-10-03T04:51:23.839" v="25" actId="1076"/>
          <ac:spMkLst>
            <pc:docMk/>
            <pc:sldMk cId="3663062866" sldId="430"/>
            <ac:spMk id="28674" creationId="{00000000-0000-0000-0000-000000000000}"/>
          </ac:spMkLst>
        </pc:spChg>
      </pc:sldChg>
      <pc:sldChg chg="modSp mod">
        <pc:chgData name="Yeo Xiong Wei, Jonathan" userId="ac2b658e-7ce1-44bb-9f9f-bf4198ceaa29" providerId="ADAL" clId="{563F35FC-746A-4BAD-AC37-99A669792EFF}" dt="2023-10-03T04:57:26.976" v="55" actId="207"/>
        <pc:sldMkLst>
          <pc:docMk/>
          <pc:sldMk cId="685554903" sldId="433"/>
        </pc:sldMkLst>
        <pc:spChg chg="mod">
          <ac:chgData name="Yeo Xiong Wei, Jonathan" userId="ac2b658e-7ce1-44bb-9f9f-bf4198ceaa29" providerId="ADAL" clId="{563F35FC-746A-4BAD-AC37-99A669792EFF}" dt="2023-10-03T04:57:26.976" v="55" actId="207"/>
          <ac:spMkLst>
            <pc:docMk/>
            <pc:sldMk cId="685554903" sldId="433"/>
            <ac:spMk id="9" creationId="{EE19ACD0-9B74-F037-E7D7-112C8ACF7991}"/>
          </ac:spMkLst>
        </pc:spChg>
        <pc:cxnChg chg="mod">
          <ac:chgData name="Yeo Xiong Wei, Jonathan" userId="ac2b658e-7ce1-44bb-9f9f-bf4198ceaa29" providerId="ADAL" clId="{563F35FC-746A-4BAD-AC37-99A669792EFF}" dt="2023-10-03T04:57:21.262" v="54" actId="208"/>
          <ac:cxnSpMkLst>
            <pc:docMk/>
            <pc:sldMk cId="685554903" sldId="433"/>
            <ac:cxnSpMk id="2" creationId="{0E858875-2387-6A79-5E26-4484EDF3FD4B}"/>
          </ac:cxnSpMkLst>
        </pc:cxnChg>
      </pc:sldChg>
      <pc:sldChg chg="modSp mod">
        <pc:chgData name="Yeo Xiong Wei, Jonathan" userId="ac2b658e-7ce1-44bb-9f9f-bf4198ceaa29" providerId="ADAL" clId="{563F35FC-746A-4BAD-AC37-99A669792EFF}" dt="2023-10-03T04:57:14.591" v="53" actId="1036"/>
        <pc:sldMkLst>
          <pc:docMk/>
          <pc:sldMk cId="3229939910" sldId="434"/>
        </pc:sldMkLst>
        <pc:spChg chg="mod">
          <ac:chgData name="Yeo Xiong Wei, Jonathan" userId="ac2b658e-7ce1-44bb-9f9f-bf4198ceaa29" providerId="ADAL" clId="{563F35FC-746A-4BAD-AC37-99A669792EFF}" dt="2023-10-03T04:57:07.255" v="49" actId="207"/>
          <ac:spMkLst>
            <pc:docMk/>
            <pc:sldMk cId="3229939910" sldId="434"/>
            <ac:spMk id="10" creationId="{EA7A68AC-93F0-D05B-2EEB-9B22C771536D}"/>
          </ac:spMkLst>
        </pc:spChg>
        <pc:cxnChg chg="mod">
          <ac:chgData name="Yeo Xiong Wei, Jonathan" userId="ac2b658e-7ce1-44bb-9f9f-bf4198ceaa29" providerId="ADAL" clId="{563F35FC-746A-4BAD-AC37-99A669792EFF}" dt="2023-10-03T04:57:14.591" v="53" actId="1036"/>
          <ac:cxnSpMkLst>
            <pc:docMk/>
            <pc:sldMk cId="3229939910" sldId="434"/>
            <ac:cxnSpMk id="6" creationId="{AE889E57-5F33-B751-E83C-48EF7CE74843}"/>
          </ac:cxnSpMkLst>
        </pc:cxnChg>
      </pc:sldChg>
      <pc:sldChg chg="addSp delSp modSp mod modNotesTx">
        <pc:chgData name="Yeo Xiong Wei, Jonathan" userId="ac2b658e-7ce1-44bb-9f9f-bf4198ceaa29" providerId="ADAL" clId="{563F35FC-746A-4BAD-AC37-99A669792EFF}" dt="2023-10-08T02:49:14.395" v="236" actId="20577"/>
        <pc:sldMkLst>
          <pc:docMk/>
          <pc:sldMk cId="1129617942" sldId="436"/>
        </pc:sldMkLst>
        <pc:spChg chg="add del">
          <ac:chgData name="Yeo Xiong Wei, Jonathan" userId="ac2b658e-7ce1-44bb-9f9f-bf4198ceaa29" providerId="ADAL" clId="{563F35FC-746A-4BAD-AC37-99A669792EFF}" dt="2023-10-03T04:54:17.128" v="43" actId="478"/>
          <ac:spMkLst>
            <pc:docMk/>
            <pc:sldMk cId="1129617942" sldId="436"/>
            <ac:spMk id="3" creationId="{0049BB3C-52E1-4FD2-B1A5-57D8AB81DCE3}"/>
          </ac:spMkLst>
        </pc:spChg>
        <pc:spChg chg="mod">
          <ac:chgData name="Yeo Xiong Wei, Jonathan" userId="ac2b658e-7ce1-44bb-9f9f-bf4198ceaa29" providerId="ADAL" clId="{563F35FC-746A-4BAD-AC37-99A669792EFF}" dt="2023-10-03T04:56:55.697" v="47" actId="207"/>
          <ac:spMkLst>
            <pc:docMk/>
            <pc:sldMk cId="1129617942" sldId="436"/>
            <ac:spMk id="11" creationId="{EC8FCA76-E21C-CF31-D8B8-3B669EBCE8B6}"/>
          </ac:spMkLst>
        </pc:spChg>
        <pc:cxnChg chg="mod">
          <ac:chgData name="Yeo Xiong Wei, Jonathan" userId="ac2b658e-7ce1-44bb-9f9f-bf4198ceaa29" providerId="ADAL" clId="{563F35FC-746A-4BAD-AC37-99A669792EFF}" dt="2023-10-03T04:57:00.391" v="48" actId="208"/>
          <ac:cxnSpMkLst>
            <pc:docMk/>
            <pc:sldMk cId="1129617942" sldId="436"/>
            <ac:cxnSpMk id="9" creationId="{7E11822F-5942-E854-89C3-B045A407102D}"/>
          </ac:cxnSpMkLst>
        </pc:cxnChg>
      </pc:sldChg>
      <pc:sldChg chg="modSp mod">
        <pc:chgData name="Yeo Xiong Wei, Jonathan" userId="ac2b658e-7ce1-44bb-9f9f-bf4198ceaa29" providerId="ADAL" clId="{563F35FC-746A-4BAD-AC37-99A669792EFF}" dt="2023-10-03T04:54:33.408" v="45" actId="1076"/>
        <pc:sldMkLst>
          <pc:docMk/>
          <pc:sldMk cId="3452178662" sldId="438"/>
        </pc:sldMkLst>
        <pc:spChg chg="mod">
          <ac:chgData name="Yeo Xiong Wei, Jonathan" userId="ac2b658e-7ce1-44bb-9f9f-bf4198ceaa29" providerId="ADAL" clId="{563F35FC-746A-4BAD-AC37-99A669792EFF}" dt="2023-10-03T04:54:33.408" v="45" actId="1076"/>
          <ac:spMkLst>
            <pc:docMk/>
            <pc:sldMk cId="3452178662" sldId="438"/>
            <ac:spMk id="52226" creationId="{00000000-0000-0000-0000-000000000000}"/>
          </ac:spMkLst>
        </pc:spChg>
      </pc:sldChg>
      <pc:sldChg chg="modSp mod">
        <pc:chgData name="Yeo Xiong Wei, Jonathan" userId="ac2b658e-7ce1-44bb-9f9f-bf4198ceaa29" providerId="ADAL" clId="{563F35FC-746A-4BAD-AC37-99A669792EFF}" dt="2023-10-03T04:57:53.205" v="60" actId="1076"/>
        <pc:sldMkLst>
          <pc:docMk/>
          <pc:sldMk cId="1351489455" sldId="439"/>
        </pc:sldMkLst>
        <pc:spChg chg="mod">
          <ac:chgData name="Yeo Xiong Wei, Jonathan" userId="ac2b658e-7ce1-44bb-9f9f-bf4198ceaa29" providerId="ADAL" clId="{563F35FC-746A-4BAD-AC37-99A669792EFF}" dt="2023-10-03T04:57:53.205" v="60" actId="1076"/>
          <ac:spMkLst>
            <pc:docMk/>
            <pc:sldMk cId="1351489455" sldId="439"/>
            <ac:spMk id="8" creationId="{69A4355E-3FDF-4234-839E-D26D93947517}"/>
          </ac:spMkLst>
        </pc:spChg>
        <pc:spChg chg="mod">
          <ac:chgData name="Yeo Xiong Wei, Jonathan" userId="ac2b658e-7ce1-44bb-9f9f-bf4198ceaa29" providerId="ADAL" clId="{563F35FC-746A-4BAD-AC37-99A669792EFF}" dt="2023-10-03T04:57:43.584" v="57" actId="1076"/>
          <ac:spMkLst>
            <pc:docMk/>
            <pc:sldMk cId="1351489455" sldId="439"/>
            <ac:spMk id="69634" creationId="{00000000-0000-0000-0000-000000000000}"/>
          </ac:spMkLst>
        </pc:spChg>
      </pc:sldChg>
      <pc:sldChg chg="modSp">
        <pc:chgData name="Yeo Xiong Wei, Jonathan" userId="ac2b658e-7ce1-44bb-9f9f-bf4198ceaa29" providerId="ADAL" clId="{563F35FC-746A-4BAD-AC37-99A669792EFF}" dt="2023-10-03T04:52:51.225" v="36" actId="207"/>
        <pc:sldMkLst>
          <pc:docMk/>
          <pc:sldMk cId="1438234917" sldId="442"/>
        </pc:sldMkLst>
        <pc:spChg chg="mod">
          <ac:chgData name="Yeo Xiong Wei, Jonathan" userId="ac2b658e-7ce1-44bb-9f9f-bf4198ceaa29" providerId="ADAL" clId="{563F35FC-746A-4BAD-AC37-99A669792EFF}" dt="2023-10-03T04:52:51.225" v="36" actId="207"/>
          <ac:spMkLst>
            <pc:docMk/>
            <pc:sldMk cId="1438234917" sldId="442"/>
            <ac:spMk id="3" creationId="{A50223E0-B0E5-4750-9D8D-1CDF034A274D}"/>
          </ac:spMkLst>
        </pc:spChg>
      </pc:sldChg>
      <pc:sldChg chg="modSp mod">
        <pc:chgData name="Yeo Xiong Wei, Jonathan" userId="ac2b658e-7ce1-44bb-9f9f-bf4198ceaa29" providerId="ADAL" clId="{563F35FC-746A-4BAD-AC37-99A669792EFF}" dt="2023-10-03T04:49:56.935" v="9" actId="1076"/>
        <pc:sldMkLst>
          <pc:docMk/>
          <pc:sldMk cId="2236551889" sldId="443"/>
        </pc:sldMkLst>
        <pc:spChg chg="mod">
          <ac:chgData name="Yeo Xiong Wei, Jonathan" userId="ac2b658e-7ce1-44bb-9f9f-bf4198ceaa29" providerId="ADAL" clId="{563F35FC-746A-4BAD-AC37-99A669792EFF}" dt="2023-10-03T04:49:56.935" v="9" actId="1076"/>
          <ac:spMkLst>
            <pc:docMk/>
            <pc:sldMk cId="2236551889" sldId="443"/>
            <ac:spMk id="40" creationId="{EE141299-C37D-F20C-5C05-10AA2E40B6A1}"/>
          </ac:spMkLst>
        </pc:spChg>
      </pc:sldChg>
      <pc:sldChg chg="modSp">
        <pc:chgData name="Yeo Xiong Wei, Jonathan" userId="ac2b658e-7ce1-44bb-9f9f-bf4198ceaa29" providerId="ADAL" clId="{563F35FC-746A-4BAD-AC37-99A669792EFF}" dt="2023-10-03T04:50:12.314" v="11" actId="403"/>
        <pc:sldMkLst>
          <pc:docMk/>
          <pc:sldMk cId="626524365" sldId="450"/>
        </pc:sldMkLst>
        <pc:spChg chg="mod">
          <ac:chgData name="Yeo Xiong Wei, Jonathan" userId="ac2b658e-7ce1-44bb-9f9f-bf4198ceaa29" providerId="ADAL" clId="{563F35FC-746A-4BAD-AC37-99A669792EFF}" dt="2023-10-03T04:50:12.314" v="11" actId="403"/>
          <ac:spMkLst>
            <pc:docMk/>
            <pc:sldMk cId="626524365" sldId="450"/>
            <ac:spMk id="28674" creationId="{00000000-0000-0000-0000-000000000000}"/>
          </ac:spMkLst>
        </pc:spChg>
      </pc:sldChg>
      <pc:sldChg chg="modSp mod">
        <pc:chgData name="Yeo Xiong Wei, Jonathan" userId="ac2b658e-7ce1-44bb-9f9f-bf4198ceaa29" providerId="ADAL" clId="{563F35FC-746A-4BAD-AC37-99A669792EFF}" dt="2023-10-08T02:40:44.067" v="118" actId="20577"/>
        <pc:sldMkLst>
          <pc:docMk/>
          <pc:sldMk cId="104785521" sldId="455"/>
        </pc:sldMkLst>
        <pc:spChg chg="mod">
          <ac:chgData name="Yeo Xiong Wei, Jonathan" userId="ac2b658e-7ce1-44bb-9f9f-bf4198ceaa29" providerId="ADAL" clId="{563F35FC-746A-4BAD-AC37-99A669792EFF}" dt="2023-10-08T02:40:44.067" v="118" actId="20577"/>
          <ac:spMkLst>
            <pc:docMk/>
            <pc:sldMk cId="104785521" sldId="455"/>
            <ac:spMk id="3" creationId="{462F9123-5C68-66E3-E8EB-32D38AF961A4}"/>
          </ac:spMkLst>
        </pc:spChg>
      </pc:sldChg>
      <pc:sldChg chg="modSp">
        <pc:chgData name="Yeo Xiong Wei, Jonathan" userId="ac2b658e-7ce1-44bb-9f9f-bf4198ceaa29" providerId="ADAL" clId="{563F35FC-746A-4BAD-AC37-99A669792EFF}" dt="2023-10-03T04:52:43.888" v="34" actId="207"/>
        <pc:sldMkLst>
          <pc:docMk/>
          <pc:sldMk cId="1904808220" sldId="457"/>
        </pc:sldMkLst>
        <pc:spChg chg="mod">
          <ac:chgData name="Yeo Xiong Wei, Jonathan" userId="ac2b658e-7ce1-44bb-9f9f-bf4198ceaa29" providerId="ADAL" clId="{563F35FC-746A-4BAD-AC37-99A669792EFF}" dt="2023-10-03T04:52:43.888" v="34" actId="207"/>
          <ac:spMkLst>
            <pc:docMk/>
            <pc:sldMk cId="1904808220" sldId="457"/>
            <ac:spMk id="3" creationId="{A50223E0-B0E5-4750-9D8D-1CDF034A274D}"/>
          </ac:spMkLst>
        </pc:spChg>
      </pc:sldChg>
      <pc:sldChg chg="modSp mod">
        <pc:chgData name="Yeo Xiong Wei, Jonathan" userId="ac2b658e-7ce1-44bb-9f9f-bf4198ceaa29" providerId="ADAL" clId="{563F35FC-746A-4BAD-AC37-99A669792EFF}" dt="2023-10-03T04:50:20.917" v="12" actId="404"/>
        <pc:sldMkLst>
          <pc:docMk/>
          <pc:sldMk cId="1490855871" sldId="459"/>
        </pc:sldMkLst>
        <pc:spChg chg="mod">
          <ac:chgData name="Yeo Xiong Wei, Jonathan" userId="ac2b658e-7ce1-44bb-9f9f-bf4198ceaa29" providerId="ADAL" clId="{563F35FC-746A-4BAD-AC37-99A669792EFF}" dt="2023-10-03T04:50:20.917" v="12" actId="404"/>
          <ac:spMkLst>
            <pc:docMk/>
            <pc:sldMk cId="1490855871" sldId="459"/>
            <ac:spMk id="28674" creationId="{00000000-0000-0000-0000-000000000000}"/>
          </ac:spMkLst>
        </pc:spChg>
      </pc:sldChg>
      <pc:sldChg chg="modSp mod">
        <pc:chgData name="Yeo Xiong Wei, Jonathan" userId="ac2b658e-7ce1-44bb-9f9f-bf4198ceaa29" providerId="ADAL" clId="{563F35FC-746A-4BAD-AC37-99A669792EFF}" dt="2023-10-03T04:58:27.157" v="63" actId="1076"/>
        <pc:sldMkLst>
          <pc:docMk/>
          <pc:sldMk cId="1544935269" sldId="461"/>
        </pc:sldMkLst>
        <pc:spChg chg="mod">
          <ac:chgData name="Yeo Xiong Wei, Jonathan" userId="ac2b658e-7ce1-44bb-9f9f-bf4198ceaa29" providerId="ADAL" clId="{563F35FC-746A-4BAD-AC37-99A669792EFF}" dt="2023-10-03T04:58:27.157" v="63" actId="1076"/>
          <ac:spMkLst>
            <pc:docMk/>
            <pc:sldMk cId="1544935269" sldId="461"/>
            <ac:spMk id="10" creationId="{542DD9F7-EE6B-CD1C-539B-C416BA53DD8A}"/>
          </ac:spMkLst>
        </pc:spChg>
      </pc:sldChg>
      <pc:sldChg chg="modSp mod">
        <pc:chgData name="Yeo Xiong Wei, Jonathan" userId="ac2b658e-7ce1-44bb-9f9f-bf4198ceaa29" providerId="ADAL" clId="{563F35FC-746A-4BAD-AC37-99A669792EFF}" dt="2023-10-03T04:58:36.889" v="66" actId="14100"/>
        <pc:sldMkLst>
          <pc:docMk/>
          <pc:sldMk cId="1717280244" sldId="463"/>
        </pc:sldMkLst>
        <pc:spChg chg="mod">
          <ac:chgData name="Yeo Xiong Wei, Jonathan" userId="ac2b658e-7ce1-44bb-9f9f-bf4198ceaa29" providerId="ADAL" clId="{563F35FC-746A-4BAD-AC37-99A669792EFF}" dt="2023-10-03T04:58:36.889" v="66" actId="14100"/>
          <ac:spMkLst>
            <pc:docMk/>
            <pc:sldMk cId="1717280244" sldId="463"/>
            <ac:spMk id="10" creationId="{542DD9F7-EE6B-CD1C-539B-C416BA53DD8A}"/>
          </ac:spMkLst>
        </pc:spChg>
      </pc:sldChg>
      <pc:sldChg chg="modSp modNotesTx">
        <pc:chgData name="Yeo Xiong Wei, Jonathan" userId="ac2b658e-7ce1-44bb-9f9f-bf4198ceaa29" providerId="ADAL" clId="{563F35FC-746A-4BAD-AC37-99A669792EFF}" dt="2023-10-08T02:50:01.079" v="296" actId="20577"/>
        <pc:sldMkLst>
          <pc:docMk/>
          <pc:sldMk cId="958449538" sldId="465"/>
        </pc:sldMkLst>
        <pc:spChg chg="mod">
          <ac:chgData name="Yeo Xiong Wei, Jonathan" userId="ac2b658e-7ce1-44bb-9f9f-bf4198ceaa29" providerId="ADAL" clId="{563F35FC-746A-4BAD-AC37-99A669792EFF}" dt="2023-10-03T04:58:42.469" v="67" actId="404"/>
          <ac:spMkLst>
            <pc:docMk/>
            <pc:sldMk cId="958449538" sldId="465"/>
            <ac:spMk id="10" creationId="{542DD9F7-EE6B-CD1C-539B-C416BA53DD8A}"/>
          </ac:spMkLst>
        </pc:spChg>
      </pc:sldChg>
      <pc:sldChg chg="modSp mod">
        <pc:chgData name="Yeo Xiong Wei, Jonathan" userId="ac2b658e-7ce1-44bb-9f9f-bf4198ceaa29" providerId="ADAL" clId="{563F35FC-746A-4BAD-AC37-99A669792EFF}" dt="2023-10-03T04:58:51.747" v="69" actId="1076"/>
        <pc:sldMkLst>
          <pc:docMk/>
          <pc:sldMk cId="3591720691" sldId="466"/>
        </pc:sldMkLst>
        <pc:spChg chg="mod">
          <ac:chgData name="Yeo Xiong Wei, Jonathan" userId="ac2b658e-7ce1-44bb-9f9f-bf4198ceaa29" providerId="ADAL" clId="{563F35FC-746A-4BAD-AC37-99A669792EFF}" dt="2023-10-03T04:58:51.747" v="69" actId="1076"/>
          <ac:spMkLst>
            <pc:docMk/>
            <pc:sldMk cId="3591720691" sldId="466"/>
            <ac:spMk id="10" creationId="{542DD9F7-EE6B-CD1C-539B-C416BA53DD8A}"/>
          </ac:spMkLst>
        </pc:spChg>
      </pc:sldChg>
      <pc:sldChg chg="modSp mod">
        <pc:chgData name="Yeo Xiong Wei, Jonathan" userId="ac2b658e-7ce1-44bb-9f9f-bf4198ceaa29" providerId="ADAL" clId="{563F35FC-746A-4BAD-AC37-99A669792EFF}" dt="2023-10-03T04:58:59.246" v="71" actId="404"/>
        <pc:sldMkLst>
          <pc:docMk/>
          <pc:sldMk cId="854982543" sldId="467"/>
        </pc:sldMkLst>
        <pc:spChg chg="mod">
          <ac:chgData name="Yeo Xiong Wei, Jonathan" userId="ac2b658e-7ce1-44bb-9f9f-bf4198ceaa29" providerId="ADAL" clId="{563F35FC-746A-4BAD-AC37-99A669792EFF}" dt="2023-10-03T04:58:59.246" v="71" actId="404"/>
          <ac:spMkLst>
            <pc:docMk/>
            <pc:sldMk cId="854982543" sldId="467"/>
            <ac:spMk id="10" creationId="{542DD9F7-EE6B-CD1C-539B-C416BA53DD8A}"/>
          </ac:spMkLst>
        </pc:spChg>
      </pc:sldChg>
      <pc:sldChg chg="modSp mod">
        <pc:chgData name="Yeo Xiong Wei, Jonathan" userId="ac2b658e-7ce1-44bb-9f9f-bf4198ceaa29" providerId="ADAL" clId="{563F35FC-746A-4BAD-AC37-99A669792EFF}" dt="2023-10-03T04:59:11.986" v="75" actId="1076"/>
        <pc:sldMkLst>
          <pc:docMk/>
          <pc:sldMk cId="1594752582" sldId="468"/>
        </pc:sldMkLst>
        <pc:spChg chg="mod">
          <ac:chgData name="Yeo Xiong Wei, Jonathan" userId="ac2b658e-7ce1-44bb-9f9f-bf4198ceaa29" providerId="ADAL" clId="{563F35FC-746A-4BAD-AC37-99A669792EFF}" dt="2023-10-03T04:59:11.986" v="75" actId="1076"/>
          <ac:spMkLst>
            <pc:docMk/>
            <pc:sldMk cId="1594752582" sldId="468"/>
            <ac:spMk id="10" creationId="{542DD9F7-EE6B-CD1C-539B-C416BA53DD8A}"/>
          </ac:spMkLst>
        </pc:spChg>
      </pc:sldChg>
      <pc:sldChg chg="modSp mod">
        <pc:chgData name="Yeo Xiong Wei, Jonathan" userId="ac2b658e-7ce1-44bb-9f9f-bf4198ceaa29" providerId="ADAL" clId="{563F35FC-746A-4BAD-AC37-99A669792EFF}" dt="2023-10-03T04:48:58.287" v="0" actId="113"/>
        <pc:sldMkLst>
          <pc:docMk/>
          <pc:sldMk cId="1378113013" sldId="469"/>
        </pc:sldMkLst>
        <pc:spChg chg="mod">
          <ac:chgData name="Yeo Xiong Wei, Jonathan" userId="ac2b658e-7ce1-44bb-9f9f-bf4198ceaa29" providerId="ADAL" clId="{563F35FC-746A-4BAD-AC37-99A669792EFF}" dt="2023-10-03T04:48:58.287" v="0" actId="113"/>
          <ac:spMkLst>
            <pc:docMk/>
            <pc:sldMk cId="1378113013" sldId="469"/>
            <ac:spMk id="58" creationId="{817A8DB7-E7E8-4062-988B-0A1FB9905104}"/>
          </ac:spMkLst>
        </pc:spChg>
      </pc:sldChg>
      <pc:sldChg chg="modSp">
        <pc:chgData name="Yeo Xiong Wei, Jonathan" userId="ac2b658e-7ce1-44bb-9f9f-bf4198ceaa29" providerId="ADAL" clId="{563F35FC-746A-4BAD-AC37-99A669792EFF}" dt="2023-10-03T04:50:57.766" v="19" actId="404"/>
        <pc:sldMkLst>
          <pc:docMk/>
          <pc:sldMk cId="3466214989" sldId="470"/>
        </pc:sldMkLst>
        <pc:spChg chg="mod">
          <ac:chgData name="Yeo Xiong Wei, Jonathan" userId="ac2b658e-7ce1-44bb-9f9f-bf4198ceaa29" providerId="ADAL" clId="{563F35FC-746A-4BAD-AC37-99A669792EFF}" dt="2023-10-03T04:50:57.766" v="19" actId="404"/>
          <ac:spMkLst>
            <pc:docMk/>
            <pc:sldMk cId="3466214989" sldId="470"/>
            <ac:spMk id="2867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FF98D1-9230-4A14-898C-668A4AADE622}" type="datetimeFigureOut">
              <a:rPr lang="en-GB" smtClean="0"/>
              <a:t>11/11/2024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FBE357-F1B5-45C9-96CE-A80F0114D3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55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1027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should be a familiar topic from their</a:t>
            </a:r>
            <a:r>
              <a:rPr lang="en-US" baseline="0"/>
              <a:t> introductory courses.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030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Asking students </a:t>
            </a:r>
            <a:r>
              <a:rPr lang="en-US" baseline="0"/>
              <a:t>to add to this list is appropriate.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591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85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Remember demand curve and reservation price curve, supply curve and MC curve?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515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131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Deadweight welfare loss is the loss in total consumer and producer surplus.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68191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20094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get the optimal tax, we draw down the optimal amount and get the gap between the MSC or MC or the MSB and MB at that quantity.</a:t>
            </a:r>
          </a:p>
          <a:p>
            <a:r>
              <a:rPr lang="en-GB"/>
              <a:t>Notice the issues with such a policy: we would need to know exactly the actual MSC to derive the optimal quantities and thus taxes.</a:t>
            </a:r>
          </a:p>
          <a:p>
            <a:endParaRPr lang="en-GB"/>
          </a:p>
          <a:p>
            <a:r>
              <a:rPr lang="en-GB"/>
              <a:t>Note that a per-unit tax/subsidy on the opposite party will lead to the same outcome: indirectly forces the main party to take into account costs/benefits.</a:t>
            </a:r>
            <a:br>
              <a:rPr lang="en-GB"/>
            </a:b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1494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0053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 that you can always choose to Pigouvian subsidies or taxes to the other party to solve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7175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Given the problems with doing so, are there any alternatives, here we illustrate one way of doing so.</a:t>
            </a:r>
          </a:p>
          <a:p>
            <a:endParaRPr lang="en-US"/>
          </a:p>
          <a:p>
            <a:r>
              <a:rPr lang="en-US"/>
              <a:t>Alice’s preferred option is 3 as it </a:t>
            </a:r>
            <a:r>
              <a:rPr lang="en-US" err="1"/>
              <a:t>maximises</a:t>
            </a:r>
            <a:r>
              <a:rPr lang="en-US"/>
              <a:t> her profit.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3890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267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480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305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400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621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392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4798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704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8470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/>
                  <a:t>Quasilinear means utility of the 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/>
                  <a:t>Quasilinear means utility of the form </a:t>
                </a:r>
                <a:r>
                  <a:rPr lang="en-US" b="0" i="0">
                    <a:latin typeface="Cambria Math" panose="02040503050406030204" pitchFamily="18" charset="0"/>
                  </a:rPr>
                  <a:t>𝑢(𝑥)+𝑦</a:t>
                </a:r>
                <a:endParaRPr lang="en-US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2551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/>
                  <a:t>Quasilinear means utility of the 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/>
                  <a:t>Quasilinear means utility of the form </a:t>
                </a:r>
                <a:r>
                  <a:rPr lang="en-US" b="0" i="0">
                    <a:latin typeface="Cambria Math" panose="02040503050406030204" pitchFamily="18" charset="0"/>
                  </a:rPr>
                  <a:t>𝑢(𝑥)+𝑦</a:t>
                </a:r>
                <a:endParaRPr lang="en-US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461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69817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Vertical price line is like a 0 price for smoke.</a:t>
            </a:r>
          </a:p>
          <a:p>
            <a:r>
              <a:rPr lang="en-US"/>
              <a:t>y=Ps S + m</a:t>
            </a:r>
          </a:p>
          <a:p>
            <a:r>
              <a:rPr lang="en-US"/>
              <a:t>S=-y/Ps +m/Ps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9526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Indifference curve is </a:t>
            </a:r>
          </a:p>
          <a:p>
            <a:r>
              <a:rPr lang="en-SG" dirty="0" err="1"/>
              <a:t>M+f</a:t>
            </a:r>
            <a:r>
              <a:rPr lang="en-SG" dirty="0"/>
              <a:t>(s)=C</a:t>
            </a:r>
          </a:p>
          <a:p>
            <a:r>
              <a:rPr lang="en-SG" dirty="0"/>
              <a:t>f(s)=C-M</a:t>
            </a:r>
          </a:p>
          <a:p>
            <a:r>
              <a:rPr lang="en-SG" dirty="0"/>
              <a:t>S=f-1(C-M) -&gt; If C increases, for same value of S, just need to raise M by same amount.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4507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Production externalities occur when the “third party” is a firm whose production function is affected by the market transaction.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23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/>
              <a:t>This is also the NE of the simultaneous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36469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/>
                  <a:t>Quasilinear means utility of the 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/>
                  <a:t>Quasilinear means utility of the form </a:t>
                </a:r>
                <a:r>
                  <a:rPr lang="en-US" b="0" i="0">
                    <a:latin typeface="Cambria Math" panose="02040503050406030204" pitchFamily="18" charset="0"/>
                  </a:rPr>
                  <a:t>𝑢(𝑥)+𝑦</a:t>
                </a:r>
                <a:endParaRPr lang="en-US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C09B7F-E93B-5E41-8803-6FBF9202B12C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631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E0211-694C-497C-8A2A-CBF243F04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7DDAF1-1207-4220-A9E3-6BF30DAF2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7897A-BB80-4BBE-96B1-5197536A03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058AE4-AE24-4FD8-8278-9AD4D5013040}" type="datetime1">
              <a:rPr lang="en-GB" smtClean="0"/>
              <a:t>11/11/2024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D5CD6-8452-4C47-AD51-3250DF1F9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Copyright © 2019 Hal R. Varian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3145B-1CE2-4665-94BB-E3AE638F7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8206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793B0-E81C-4D0C-BC40-81E334171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3FC6C-EDDE-4408-8EB2-C29B69AB2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2pPr>
            <a:lvl3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3pPr>
            <a:lvl4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4pPr>
            <a:lvl5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848F2-7A5D-4A1C-825D-07C87FD10D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00620D-922F-480C-85F4-0837E11BCB0E}" type="datetime1">
              <a:rPr lang="en-GB" smtClean="0"/>
              <a:t>11/11/2024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C7128-BE08-4113-9996-8B7417001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Copyright © 2019 Hal R. Varian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E2553-48E3-48FC-BDF6-D119081F4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940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5B8A8-AF37-46AB-94C4-6964D0829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0EF01-8CB9-43B1-9B6F-D203506E3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2F7E5-A41E-443D-AA89-9B3B531A32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DA5C3DA-A1B7-4F83-BD89-8E76F4461703}" type="datetime1">
              <a:rPr lang="en-GB" smtClean="0"/>
              <a:t>11/11/2024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8A9C1-69E8-4487-893A-8790A7D46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Copyright © 2019 Hal R. Varian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1D6C7-F5E5-4322-B49F-510A423BE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1539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3D5F8-A3B4-459B-B131-0D2A8EE6C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A2869-ED49-4F80-8F01-E415CAC6CB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DEE7EB-1566-4354-B513-5A010D8F1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C37F1-4B64-4B65-80D2-8FA3510F72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A52377-E9A0-4C4E-8D35-17ABA8F1FB97}" type="datetime1">
              <a:rPr lang="en-GB" smtClean="0"/>
              <a:t>11/11/2024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858BE0-E118-41EB-AADF-0BC9074FC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Copyright © 2019 Hal R. Varian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77AC7-AD46-49E2-B895-0E869262E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088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98B6-F5AE-4039-A5D9-F529CE094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C74A9-95F0-4056-B524-CB378A2E6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CED07F-7CAA-438F-919A-881C2F2D9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FA9D9B-43DF-4AC9-8908-799A279F46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F8623B-F700-4940-8D72-4514E7ECC3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FC7731-3555-4C01-9FA5-A27E197529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47809AA-4F81-4F76-AFE7-B5DB77036E56}" type="datetime1">
              <a:rPr lang="en-GB" smtClean="0"/>
              <a:t>11/11/2024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1E196-71D8-42F8-B8EE-D583B6D1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Copyright © 2019 Hal R. Varian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C35391-9E0A-4A61-8DF4-BF1EF5FB0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011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E9C6F-DE14-4406-B678-77D82AF3C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1CCDBF-5541-457A-AAFD-C81D12C7A6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32A44A-9A3A-4CD5-8B50-DA62D98399DF}" type="datetime1">
              <a:rPr lang="en-GB" smtClean="0"/>
              <a:t>11/11/2024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17BEFA-31EE-4481-BA5B-FC946E65B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Copyright © 2019 Hal R. Varian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60759B-725A-402C-B430-A2DC3AA38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704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24B2FB-99C1-4FF4-8BDB-C550A604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C87916-8EA0-426C-8385-D9D3B73BB678}" type="datetime1">
              <a:rPr lang="en-GB" smtClean="0"/>
              <a:t>11/11/2024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432371-2E24-4918-9125-12D54300C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Copyright © 2019 Hal R. Varian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460FD-943B-45F8-8E8B-D86012EA1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4829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2A528-B847-4FDE-A8C0-8DC0FC42F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2645E-EA4B-44A1-93CE-2EA251288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931D7-8FA6-4F49-BE97-C9378470C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F8099-0EAA-4BF4-8A79-FDABFAB733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739D81-CCF5-4EC9-A984-3F4BAA242A94}" type="datetime1">
              <a:rPr lang="en-GB" smtClean="0"/>
              <a:t>11/11/2024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2E4F84-C818-4692-9855-E720A7BC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Copyright © 2019 Hal R. Varian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8D97F-BE43-4EA8-A050-609E241B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296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8D588-DCDA-48F9-A7AE-7EAE5EA56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73C3F6-C962-4EEB-94C8-89F7BDD379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610E54-F270-4AB9-AC47-224BDCCCB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F96A7-0831-4D4D-BE92-8B139E6078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873F07-8AA1-4AA0-AF09-A0899F66C55B}" type="datetime1">
              <a:rPr lang="en-GB" smtClean="0"/>
              <a:t>11/11/2024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03D421-BDD5-4100-B25A-5C1F4E43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Copyright © 2019 Hal R. Varian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4BD34-5AD3-40DB-8BF7-10428B88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4289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FD3B-3A75-44E3-9949-E1800E6BB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5D97E9-C668-43A1-865B-90180D8E3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B6D2A-2CBB-46ED-9AFC-60CE490F2E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EC2685-B7C1-4B4F-AA82-73352F264570}" type="datetime1">
              <a:rPr lang="en-GB" smtClean="0"/>
              <a:t>11/11/2024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E0BA0-D8CB-4C5B-B085-73AB99BBB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Copyright © 2019 Hal R. Varian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F30F4-02BB-4839-89FE-579545F38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9925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396DD0-B23A-403E-AA1B-433BCA2459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02EF36-32B6-4A30-BF21-480AB56BC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FD0CF-2B0B-4055-85D9-6C686D45C7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2AA7A7-5E92-4DEC-B209-9DAE95C1BAA0}" type="datetime1">
              <a:rPr lang="en-GB" smtClean="0"/>
              <a:t>11/11/2024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BAADE-08E0-418F-8A5A-AF38586B2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Copyright © 2019 Hal R. Varian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427B3-6D9F-4FC7-B6BB-582E135F4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5686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716962A-FD84-3F29-4432-B88771113342}"/>
              </a:ext>
            </a:extLst>
          </p:cNvPr>
          <p:cNvSpPr/>
          <p:nvPr userDrawn="1"/>
        </p:nvSpPr>
        <p:spPr>
          <a:xfrm>
            <a:off x="0" y="6455377"/>
            <a:ext cx="12192000" cy="1834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75A65F4C-2754-CCD3-2FA2-B9A45688618E}"/>
              </a:ext>
            </a:extLst>
          </p:cNvPr>
          <p:cNvSpPr/>
          <p:nvPr userDrawn="1"/>
        </p:nvSpPr>
        <p:spPr>
          <a:xfrm>
            <a:off x="10746288" y="6257076"/>
            <a:ext cx="939452" cy="563671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14BBC4-A686-4073-B326-39EA90404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5AD1B-F1E0-4A5E-AFB4-31C1E5310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06532-DD38-4559-996E-398A5BA70E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3F8FFD44-3125-48DD-9AC2-A99B91DF9DE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6355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marginalrevolution.com/marginalrevolution/2024/09/reducing-pollution-in-india-with-a-cap-and-trade-market.html" TargetMode="External"/><Relationship Id="rId2" Type="http://schemas.openxmlformats.org/officeDocument/2006/relationships/hyperlink" Target="https://www.econlib.org/coasean-economics-in-irvine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arbonpricingdashboard.worldbank.org/what-carbon-pricing" TargetMode="External"/><Relationship Id="rId4" Type="http://schemas.openxmlformats.org/officeDocument/2006/relationships/hyperlink" Target="https://www.econlib.org/lobsterman-versus-whaler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D9D36D6-2AC5-46A1-A849-4C82D5264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F84E2-3745-45CC-919A-EFB835CCA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4955" y="552182"/>
            <a:ext cx="5998840" cy="3343135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400" b="1" dirty="0"/>
              <a:t>Externalities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4AD20-AC49-4381-823B-E28293A4C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4955" y="4067032"/>
            <a:ext cx="5998840" cy="2067068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GB" sz="2400" dirty="0"/>
              <a:t>HE3001, Microeconomics 3</a:t>
            </a:r>
            <a:br>
              <a:rPr lang="en-GB" sz="2400" dirty="0"/>
            </a:br>
            <a:r>
              <a:rPr lang="en-GB" sz="2400" dirty="0"/>
              <a:t>Nanyang Technological University</a:t>
            </a:r>
          </a:p>
          <a:p>
            <a:pPr algn="l"/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B60EC04-66E7-4887-FC79-AE6A295749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396"/>
          <a:stretch/>
        </p:blipFill>
        <p:spPr>
          <a:xfrm>
            <a:off x="20" y="10"/>
            <a:ext cx="4992985" cy="685799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F27A3-75C2-44C3-B516-3779A07C5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93124" y="6356350"/>
            <a:ext cx="116067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6892E11-CF50-48BA-BB45-BA9FD472062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8378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91780-36A0-4939-A11E-E071396E2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E5AC1-8542-48C2-97D0-1C9AD8E66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 HE2001, we have seen that the market can work quite well: </a:t>
            </a:r>
          </a:p>
          <a:p>
            <a:pPr lvl="1"/>
            <a:r>
              <a:rPr lang="en-US" sz="1800" dirty="0"/>
              <a:t>Perfect competition can lead to a pareto efficient allocation (FWT)</a:t>
            </a:r>
          </a:p>
          <a:p>
            <a:pPr lvl="1"/>
            <a:r>
              <a:rPr lang="en-US" sz="1800" dirty="0"/>
              <a:t>Under the right initial redistribution, can </a:t>
            </a:r>
            <a:r>
              <a:rPr lang="en-US" sz="1800" dirty="0" err="1"/>
              <a:t>maximise</a:t>
            </a:r>
            <a:r>
              <a:rPr lang="en-US" sz="1800" dirty="0"/>
              <a:t> fairness or some desired SWF (SWT)</a:t>
            </a:r>
          </a:p>
          <a:p>
            <a:endParaRPr lang="en-US" sz="2000" dirty="0"/>
          </a:p>
          <a:p>
            <a:r>
              <a:rPr lang="en-GB" sz="2000" dirty="0"/>
              <a:t>One major reason why markets may not work so well as predicted is the presence of externalities.</a:t>
            </a:r>
          </a:p>
          <a:p>
            <a:endParaRPr lang="en-GB" sz="2000" dirty="0"/>
          </a:p>
          <a:p>
            <a:pPr marL="0" indent="0">
              <a:buNone/>
            </a:pPr>
            <a:r>
              <a:rPr lang="en-GB" sz="2000" b="1" dirty="0"/>
              <a:t>What exactly are externalities?</a:t>
            </a:r>
            <a:r>
              <a:rPr lang="en-GB" sz="1800" dirty="0"/>
              <a:t> </a:t>
            </a:r>
            <a:endParaRPr lang="en-GB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E591C-8685-4E8E-99CB-513F44923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647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48296"/>
            <a:ext cx="10515600" cy="1325563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Externalities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A4A26A-CA7B-400A-A713-A2D1106D4051}"/>
              </a:ext>
            </a:extLst>
          </p:cNvPr>
          <p:cNvSpPr txBox="1"/>
          <p:nvPr/>
        </p:nvSpPr>
        <p:spPr>
          <a:xfrm>
            <a:off x="1196690" y="1690688"/>
            <a:ext cx="411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Vaccination choices</a:t>
            </a:r>
            <a:endParaRPr lang="en-GB" sz="2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0A600D-D61C-42FC-93B8-F73FAC32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3</a:t>
            </a:fld>
            <a:endParaRPr lang="en-GB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8FA8082-D418-4E78-9508-A7667D1B424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035" y="2198230"/>
            <a:ext cx="4114800" cy="2741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C7ECAF6-81D4-4363-9329-A34450DAF882}"/>
              </a:ext>
            </a:extLst>
          </p:cNvPr>
          <p:cNvSpPr txBox="1"/>
          <p:nvPr/>
        </p:nvSpPr>
        <p:spPr>
          <a:xfrm>
            <a:off x="6347998" y="2808750"/>
            <a:ext cx="5165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err="1"/>
              <a:t>Behaviour</a:t>
            </a:r>
            <a:r>
              <a:rPr lang="en-US" sz="2400"/>
              <a:t> during the </a:t>
            </a:r>
            <a:r>
              <a:rPr lang="en-US" sz="2400" err="1"/>
              <a:t>Blackpink</a:t>
            </a:r>
            <a:r>
              <a:rPr lang="en-US" sz="2400"/>
              <a:t> concert.</a:t>
            </a:r>
            <a:endParaRPr lang="en-GB" sz="2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EAE985-CD9B-5655-65D1-79D7732AB5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142" y="3629373"/>
            <a:ext cx="4271703" cy="250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884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9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7F50D5-E92B-FAAD-2672-F8B654A922A9}"/>
              </a:ext>
            </a:extLst>
          </p:cNvPr>
          <p:cNvSpPr/>
          <p:nvPr/>
        </p:nvSpPr>
        <p:spPr>
          <a:xfrm>
            <a:off x="721947" y="1717727"/>
            <a:ext cx="10870961" cy="2430856"/>
          </a:xfrm>
          <a:prstGeom prst="rect">
            <a:avLst/>
          </a:prstGeom>
          <a:solidFill>
            <a:srgbClr val="FFE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Externalities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399639"/>
            <a:ext cx="10410371" cy="4755473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endParaRPr lang="en-US" altLang="en-US" sz="2000" dirty="0"/>
          </a:p>
          <a:p>
            <a:pPr eaLnBrk="1" hangingPunct="1">
              <a:lnSpc>
                <a:spcPct val="100000"/>
              </a:lnSpc>
            </a:pPr>
            <a:r>
              <a:rPr lang="en-US" altLang="en-US" sz="2000" dirty="0"/>
              <a:t>An </a:t>
            </a:r>
            <a:r>
              <a:rPr lang="en-US" altLang="en-US" sz="2000" b="1" dirty="0">
                <a:solidFill>
                  <a:srgbClr val="0000FF"/>
                </a:solidFill>
              </a:rPr>
              <a:t>externality</a:t>
            </a:r>
            <a:r>
              <a:rPr lang="en-US" altLang="en-US" sz="2000" dirty="0"/>
              <a:t> is a cost or benefit imposed </a:t>
            </a:r>
            <a:r>
              <a:rPr lang="en-US" altLang="en-US" sz="2000" b="1" dirty="0"/>
              <a:t>upon third parties </a:t>
            </a:r>
            <a:r>
              <a:rPr lang="en-US" altLang="en-US" sz="2000" dirty="0"/>
              <a:t>by actions taken by an entity. </a:t>
            </a:r>
            <a:endParaRPr lang="en-US" altLang="en-US" sz="2000" dirty="0">
              <a:ea typeface="ＭＳ Ｐゴシック" pitchFamily="34" charset="-128"/>
            </a:endParaRP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An externally imposed benefit is a </a:t>
            </a:r>
            <a:r>
              <a:rPr lang="en-US" altLang="en-US" sz="2000" b="1" dirty="0">
                <a:solidFill>
                  <a:srgbClr val="0000FF"/>
                </a:solidFill>
              </a:rPr>
              <a:t>positive externality</a:t>
            </a:r>
            <a:r>
              <a:rPr lang="en-US" altLang="en-US" sz="2000" dirty="0"/>
              <a:t>.</a:t>
            </a:r>
          </a:p>
          <a:p>
            <a:pPr eaLnBrk="1" hangingPunct="1"/>
            <a:endParaRPr lang="en-US" altLang="en-US" sz="2000" dirty="0"/>
          </a:p>
          <a:p>
            <a:pPr eaLnBrk="1" hangingPunct="1">
              <a:lnSpc>
                <a:spcPct val="100000"/>
              </a:lnSpc>
            </a:pPr>
            <a:r>
              <a:rPr lang="en-US" altLang="en-US" sz="2000" dirty="0"/>
              <a:t>An externally imposed cost is a </a:t>
            </a:r>
            <a:r>
              <a:rPr lang="en-US" altLang="en-US" sz="2000" b="1" dirty="0">
                <a:solidFill>
                  <a:srgbClr val="0000FF"/>
                </a:solidFill>
              </a:rPr>
              <a:t>negative externality</a:t>
            </a:r>
            <a:r>
              <a:rPr lang="en-US" altLang="en-US" sz="2000" dirty="0"/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EF8924-B367-49FC-9B96-6C4518D53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454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Some standard examples of Externalities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56791"/>
            <a:ext cx="10352314" cy="4755473"/>
          </a:xfrm>
        </p:spPr>
        <p:txBody>
          <a:bodyPr>
            <a:norm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2000" dirty="0"/>
              <a:t>Negative Externalities </a:t>
            </a:r>
          </a:p>
          <a:p>
            <a:pPr marL="800100" lvl="1" indent="-342900"/>
            <a:r>
              <a:rPr lang="en-US" altLang="en-US" sz="1800" dirty="0"/>
              <a:t>Air pollution, Water pollution, Loud parties next door, Traffic congestion, Second-hand cigarette smoke, Increased insurance premiums due to alcohol or tobacco consumption.</a:t>
            </a:r>
          </a:p>
          <a:p>
            <a:pPr marL="800100" lvl="1" indent="-342900"/>
            <a:endParaRPr lang="en-US" altLang="en-US" sz="1800" dirty="0"/>
          </a:p>
          <a:p>
            <a:pPr marL="342900" indent="-342900"/>
            <a:r>
              <a:rPr lang="en-US" altLang="en-US" sz="2000" dirty="0"/>
              <a:t>Positive Externalities</a:t>
            </a:r>
          </a:p>
          <a:p>
            <a:pPr marL="800100" lvl="1" indent="-342900"/>
            <a:r>
              <a:rPr lang="en-US" altLang="en-US" sz="1800" dirty="0"/>
              <a:t>A well-maintained property next door, Improved driving habits, A scientific advance, Vaccinations, Hygienic practices..</a:t>
            </a:r>
          </a:p>
          <a:p>
            <a:pPr marL="457200" lvl="1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2000" b="1" dirty="0"/>
              <a:t>Can you think of any others?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1FCF95-0F41-4D32-9959-2859ED1BF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30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Externalities &amp; Efficiency 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456791"/>
            <a:ext cx="10207172" cy="4755473"/>
          </a:xfrm>
        </p:spPr>
        <p:txBody>
          <a:bodyPr>
            <a:normAutofit/>
          </a:bodyPr>
          <a:lstStyle/>
          <a:p>
            <a:pPr marL="914400" lvl="1" indent="-3429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</a:pPr>
            <a:endParaRPr lang="en-US" altLang="en-US" sz="2000" dirty="0"/>
          </a:p>
          <a:p>
            <a:pPr eaLnBrk="1" hangingPunct="1"/>
            <a:r>
              <a:rPr lang="en-US" altLang="en-US" sz="2000" dirty="0"/>
              <a:t>Externalities typically cause inefficiency. Either: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en-US" sz="1800" u="sng" dirty="0"/>
              <a:t>Too much</a:t>
            </a:r>
            <a:r>
              <a:rPr lang="en-US" altLang="en-US" sz="1800" dirty="0"/>
              <a:t> scarce resources are allocated activities with </a:t>
            </a:r>
            <a:r>
              <a:rPr lang="en-US" altLang="en-US" sz="1800" u="sng" dirty="0"/>
              <a:t>negative externalities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en-US" sz="1800" u="sng" dirty="0"/>
              <a:t>Too little</a:t>
            </a:r>
            <a:r>
              <a:rPr lang="en-US" altLang="en-US" sz="1800" dirty="0"/>
              <a:t> resources are allocated to activities which cause </a:t>
            </a:r>
            <a:r>
              <a:rPr lang="en-US" altLang="en-US" sz="1800" u="sng" dirty="0"/>
              <a:t>positive externalities</a:t>
            </a:r>
            <a:r>
              <a:rPr lang="en-US" altLang="en-US" sz="1800" dirty="0"/>
              <a:t>.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</a:pPr>
            <a:endParaRPr lang="en-US" altLang="en-US" sz="20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en-US" sz="2000" dirty="0"/>
              <a:t>Why? </a:t>
            </a:r>
            <a:br>
              <a:rPr lang="en-US" altLang="en-US" sz="2000" dirty="0"/>
            </a:br>
            <a:r>
              <a:rPr lang="en-US" altLang="en-US" sz="1800" b="1" dirty="0"/>
              <a:t>Because the involved parties do not (completely) take into account how their actions affect others.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en-US" sz="18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en-US" sz="2000" dirty="0"/>
              <a:t>We illustrate this next in a simple model using a supply/demand framework.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328BB7-0F2B-42ED-AE60-77BCF62B4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119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BC91-B477-4D87-98FF-6BD62F145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1698" y="2049569"/>
            <a:ext cx="7088603" cy="2031055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</a:rPr>
              <a:t>A Simple Model of Externalities</a:t>
            </a:r>
            <a:endParaRPr lang="en-GB" sz="52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BD7E7-9410-4B78-B1F3-51222C9E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676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8B5FFC-3D4A-EAC9-CF85-EC859D076583}"/>
              </a:ext>
            </a:extLst>
          </p:cNvPr>
          <p:cNvSpPr/>
          <p:nvPr/>
        </p:nvSpPr>
        <p:spPr>
          <a:xfrm>
            <a:off x="721947" y="1717727"/>
            <a:ext cx="10870961" cy="2081765"/>
          </a:xfrm>
          <a:prstGeom prst="rect">
            <a:avLst/>
          </a:prstGeom>
          <a:solidFill>
            <a:srgbClr val="FFE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743E6D-5E96-47AF-A6F6-4BD89360D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Costs and Benefits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0223E0-B0E5-4750-9D8D-1CDF034A27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586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Consumers of goods gain </a:t>
                </a:r>
                <a:r>
                  <a:rPr lang="en-US" sz="2000" i="1" dirty="0"/>
                  <a:t>personal</a:t>
                </a:r>
                <a:r>
                  <a:rPr lang="en-US" sz="2000" dirty="0"/>
                  <a:t> utility when consuming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000" dirty="0"/>
                  <a:t> i.e. consumption has </a:t>
                </a:r>
                <a:r>
                  <a:rPr lang="en-US" sz="2000" b="1" dirty="0">
                    <a:solidFill>
                      <a:srgbClr val="0000FF"/>
                    </a:solidFill>
                  </a:rPr>
                  <a:t>private benefits</a:t>
                </a:r>
                <a:r>
                  <a:rPr lang="en-US" sz="2000" dirty="0"/>
                  <a:t>.</a:t>
                </a:r>
              </a:p>
              <a:p>
                <a:pPr lvl="1"/>
                <a:r>
                  <a:rPr lang="en-US" sz="1800" b="1" dirty="0">
                    <a:solidFill>
                      <a:srgbClr val="0000FF"/>
                    </a:solidFill>
                  </a:rPr>
                  <a:t>Marginal private benefits</a:t>
                </a:r>
                <a:r>
                  <a:rPr lang="en-US" sz="1800" dirty="0"/>
                  <a:t> are approximated by the demand curve.</a:t>
                </a:r>
              </a:p>
              <a:p>
                <a:endParaRPr lang="en-US" sz="1800" dirty="0"/>
              </a:p>
              <a:p>
                <a:r>
                  <a:rPr lang="en-US" sz="2000" dirty="0"/>
                  <a:t>Producers of goods incur costs when producing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i.e</a:t>
                </a:r>
                <a:r>
                  <a:rPr lang="en-US" sz="2000" dirty="0"/>
                  <a:t> production has </a:t>
                </a:r>
                <a:r>
                  <a:rPr lang="en-US" sz="2000" b="1" dirty="0">
                    <a:solidFill>
                      <a:srgbClr val="0000FF"/>
                    </a:solidFill>
                  </a:rPr>
                  <a:t>private costs</a:t>
                </a:r>
                <a:r>
                  <a:rPr lang="en-US" sz="2000" dirty="0"/>
                  <a:t>.</a:t>
                </a:r>
              </a:p>
              <a:p>
                <a:pPr lvl="1"/>
                <a:r>
                  <a:rPr lang="en-US" sz="1800" b="1" dirty="0">
                    <a:solidFill>
                      <a:srgbClr val="0000FF"/>
                    </a:solidFill>
                  </a:rPr>
                  <a:t>Marginal private costs </a:t>
                </a:r>
                <a:r>
                  <a:rPr lang="en-US" sz="1800" dirty="0"/>
                  <a:t>are approximated by the supply curve.</a:t>
                </a:r>
              </a:p>
              <a:p>
                <a:pPr lvl="1"/>
                <a:endParaRPr lang="en-US" sz="1400" dirty="0"/>
              </a:p>
              <a:p>
                <a:pPr lvl="1"/>
                <a:endParaRPr lang="en-US" sz="1400" dirty="0"/>
              </a:p>
              <a:p>
                <a:r>
                  <a:rPr lang="en-US" sz="2000" dirty="0"/>
                  <a:t>In HE2001, we assumed that there are no other costs or benefits besides these private ones, hence the sum of CS and PS approximates social welfare.</a:t>
                </a:r>
              </a:p>
              <a:p>
                <a:pPr lvl="1"/>
                <a:r>
                  <a:rPr lang="en-US" sz="1800" b="1" dirty="0">
                    <a:solidFill>
                      <a:srgbClr val="FF0000"/>
                    </a:solidFill>
                  </a:rPr>
                  <a:t>But this is no longer the case when there are externalities!</a:t>
                </a:r>
              </a:p>
              <a:p>
                <a:pPr lvl="1"/>
                <a:endParaRPr lang="en-US" sz="1800" dirty="0"/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0223E0-B0E5-4750-9D8D-1CDF034A27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586" cy="4351338"/>
              </a:xfrm>
              <a:blipFill>
                <a:blip r:embed="rId3"/>
                <a:stretch>
                  <a:fillRect l="-516" t="-1401" r="-97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50C97-301D-4F9C-A129-AA880BAD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4808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2B86BB-1405-685B-536F-6911195245F8}"/>
              </a:ext>
            </a:extLst>
          </p:cNvPr>
          <p:cNvSpPr/>
          <p:nvPr/>
        </p:nvSpPr>
        <p:spPr>
          <a:xfrm>
            <a:off x="721947" y="1717727"/>
            <a:ext cx="10870961" cy="3048714"/>
          </a:xfrm>
          <a:prstGeom prst="rect">
            <a:avLst/>
          </a:prstGeom>
          <a:solidFill>
            <a:srgbClr val="FFE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743E6D-5E96-47AF-A6F6-4BD89360D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Social Costs and Benefits</a:t>
            </a: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0223E0-B0E5-4750-9D8D-1CDF034A27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/>
                  <a:t>When there are externalities in production, </a:t>
                </a:r>
                <a:r>
                  <a:rPr lang="en-US" sz="2000" b="1">
                    <a:solidFill>
                      <a:srgbClr val="0000FF"/>
                    </a:solidFill>
                  </a:rPr>
                  <a:t>marginal social costs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2000"/>
                  <a:t> marginal private costs (supply curve).</a:t>
                </a:r>
              </a:p>
              <a:p>
                <a:pPr lvl="1"/>
                <a:r>
                  <a:rPr lang="en-US" sz="1600"/>
                  <a:t>Social Costs = Private Costs + (Net) External Costs</a:t>
                </a:r>
              </a:p>
              <a:p>
                <a:pPr lvl="1"/>
                <a:r>
                  <a:rPr lang="en-US" sz="1600"/>
                  <a:t>The net external cost is positive (negative) for negative (positive) externalities.</a:t>
                </a:r>
              </a:p>
              <a:p>
                <a:endParaRPr lang="en-US" sz="1800"/>
              </a:p>
              <a:p>
                <a:r>
                  <a:rPr lang="en-US" sz="2000"/>
                  <a:t>When there are externalities in consumption, </a:t>
                </a:r>
                <a:r>
                  <a:rPr lang="en-US" sz="2000" b="1">
                    <a:solidFill>
                      <a:srgbClr val="0000FF"/>
                    </a:solidFill>
                  </a:rPr>
                  <a:t>marginal social benefits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2000"/>
                  <a:t> marginal private benefits (demand curve).</a:t>
                </a:r>
              </a:p>
              <a:p>
                <a:pPr lvl="1"/>
                <a:r>
                  <a:rPr lang="en-US" sz="1600"/>
                  <a:t>Social Benefits= Private Benefits + (Net) External Benefits</a:t>
                </a:r>
              </a:p>
              <a:p>
                <a:pPr lvl="1"/>
                <a:r>
                  <a:rPr lang="en-US" sz="1600"/>
                  <a:t>The net external benefit is negative (positive) for negative (positive) externalities.</a:t>
                </a:r>
              </a:p>
              <a:p>
                <a:pPr lvl="1"/>
                <a:endParaRPr lang="en-US" sz="1600"/>
              </a:p>
              <a:p>
                <a:endParaRPr lang="en-GB" sz="2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0223E0-B0E5-4750-9D8D-1CDF034A27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22" t="-1401" r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50C97-301D-4F9C-A129-AA880BAD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823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43E6D-5E96-47AF-A6F6-4BD89360D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Externalities with Perfect Competition</a:t>
            </a:r>
            <a:endParaRPr lang="en-GB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3AE0041-137F-4938-8557-D83E30CC71AD}"/>
              </a:ext>
            </a:extLst>
          </p:cNvPr>
          <p:cNvCxnSpPr/>
          <p:nvPr/>
        </p:nvCxnSpPr>
        <p:spPr>
          <a:xfrm flipV="1">
            <a:off x="1824298" y="2492008"/>
            <a:ext cx="0" cy="31249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298AC9-592E-49BB-8918-32B80B6329FD}"/>
              </a:ext>
            </a:extLst>
          </p:cNvPr>
          <p:cNvCxnSpPr>
            <a:cxnSpLocks/>
          </p:cNvCxnSpPr>
          <p:nvPr/>
        </p:nvCxnSpPr>
        <p:spPr>
          <a:xfrm>
            <a:off x="1806542" y="5616948"/>
            <a:ext cx="290299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CAE1BD-4D15-445E-8F80-2FC58146DA5D}"/>
              </a:ext>
            </a:extLst>
          </p:cNvPr>
          <p:cNvCxnSpPr>
            <a:cxnSpLocks/>
          </p:cNvCxnSpPr>
          <p:nvPr/>
        </p:nvCxnSpPr>
        <p:spPr>
          <a:xfrm flipV="1">
            <a:off x="2063995" y="2789409"/>
            <a:ext cx="2405848" cy="268105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4E8AAF8-07D6-425E-8C92-838E12AD0AC8}"/>
              </a:ext>
            </a:extLst>
          </p:cNvPr>
          <p:cNvCxnSpPr>
            <a:cxnSpLocks/>
          </p:cNvCxnSpPr>
          <p:nvPr/>
        </p:nvCxnSpPr>
        <p:spPr>
          <a:xfrm>
            <a:off x="2063995" y="2935892"/>
            <a:ext cx="2388093" cy="23880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B88C45-04B7-4C9F-B0AD-E4B97F8F634F}"/>
              </a:ext>
            </a:extLst>
          </p:cNvPr>
          <p:cNvCxnSpPr>
            <a:cxnSpLocks/>
          </p:cNvCxnSpPr>
          <p:nvPr/>
        </p:nvCxnSpPr>
        <p:spPr>
          <a:xfrm flipV="1">
            <a:off x="2063995" y="2571908"/>
            <a:ext cx="1951608" cy="223495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24C1D35-7FE3-4FA4-93BF-E4E623D06F68}"/>
              </a:ext>
            </a:extLst>
          </p:cNvPr>
          <p:cNvSpPr txBox="1"/>
          <p:nvPr/>
        </p:nvSpPr>
        <p:spPr>
          <a:xfrm>
            <a:off x="1678864" y="209807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</a:t>
            </a:r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FE5E6C-E474-4805-8325-F8D477D1DA32}"/>
              </a:ext>
            </a:extLst>
          </p:cNvPr>
          <p:cNvSpPr txBox="1"/>
          <p:nvPr/>
        </p:nvSpPr>
        <p:spPr>
          <a:xfrm>
            <a:off x="4727296" y="542164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Q</a:t>
            </a:r>
            <a:endParaRPr lang="en-GB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2FD7F76-74B5-4897-A249-491B215B4589}"/>
              </a:ext>
            </a:extLst>
          </p:cNvPr>
          <p:cNvCxnSpPr>
            <a:cxnSpLocks/>
          </p:cNvCxnSpPr>
          <p:nvPr/>
        </p:nvCxnSpPr>
        <p:spPr>
          <a:xfrm flipH="1">
            <a:off x="3258041" y="3459674"/>
            <a:ext cx="8878" cy="2146632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C844327-53DA-487B-8827-325CE6BABEBC}"/>
              </a:ext>
            </a:extLst>
          </p:cNvPr>
          <p:cNvSpPr txBox="1"/>
          <p:nvPr/>
        </p:nvSpPr>
        <p:spPr>
          <a:xfrm>
            <a:off x="3901673" y="220832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MSC</a:t>
            </a:r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A202938-CDF4-49A0-B5D0-B3B4C2B26F3C}"/>
              </a:ext>
            </a:extLst>
          </p:cNvPr>
          <p:cNvSpPr txBox="1"/>
          <p:nvPr/>
        </p:nvSpPr>
        <p:spPr>
          <a:xfrm>
            <a:off x="4358874" y="251884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MC</a:t>
            </a:r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858940-30AD-46EE-97C8-F3C7AEC872A4}"/>
              </a:ext>
            </a:extLst>
          </p:cNvPr>
          <p:cNvSpPr txBox="1"/>
          <p:nvPr/>
        </p:nvSpPr>
        <p:spPr>
          <a:xfrm>
            <a:off x="4354434" y="495465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MSB</a:t>
            </a:r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E19771-8195-43AD-A9D2-47B091DC8D14}"/>
              </a:ext>
            </a:extLst>
          </p:cNvPr>
          <p:cNvSpPr txBox="1"/>
          <p:nvPr/>
        </p:nvSpPr>
        <p:spPr>
          <a:xfrm>
            <a:off x="3917949" y="3685146"/>
            <a:ext cx="1617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DW loss</a:t>
            </a:r>
            <a:endParaRPr lang="en-GB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6A96F874-1FA4-4441-A151-03586544514E}"/>
              </a:ext>
            </a:extLst>
          </p:cNvPr>
          <p:cNvSpPr/>
          <p:nvPr/>
        </p:nvSpPr>
        <p:spPr>
          <a:xfrm rot="16200000">
            <a:off x="2802907" y="3643883"/>
            <a:ext cx="599550" cy="284085"/>
          </a:xfrm>
          <a:prstGeom prst="triangle">
            <a:avLst>
              <a:gd name="adj" fmla="val 44561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03B4055-A97D-4C4A-98C5-5846BFC4DE50}"/>
              </a:ext>
            </a:extLst>
          </p:cNvPr>
          <p:cNvCxnSpPr>
            <a:cxnSpLocks/>
          </p:cNvCxnSpPr>
          <p:nvPr/>
        </p:nvCxnSpPr>
        <p:spPr>
          <a:xfrm flipH="1">
            <a:off x="3093807" y="3825539"/>
            <a:ext cx="753672" cy="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E2A4467-671D-43B9-92EB-70FFB527C271}"/>
              </a:ext>
            </a:extLst>
          </p:cNvPr>
          <p:cNvCxnSpPr/>
          <p:nvPr/>
        </p:nvCxnSpPr>
        <p:spPr>
          <a:xfrm flipV="1">
            <a:off x="6598265" y="2537556"/>
            <a:ext cx="0" cy="31249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42338EF-D493-4AD6-903C-37B882625E26}"/>
              </a:ext>
            </a:extLst>
          </p:cNvPr>
          <p:cNvCxnSpPr>
            <a:cxnSpLocks/>
          </p:cNvCxnSpPr>
          <p:nvPr/>
        </p:nvCxnSpPr>
        <p:spPr>
          <a:xfrm>
            <a:off x="6580509" y="5662496"/>
            <a:ext cx="290299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953EBE6-A3A3-4429-B843-7C79BCACDD83}"/>
              </a:ext>
            </a:extLst>
          </p:cNvPr>
          <p:cNvCxnSpPr>
            <a:cxnSpLocks/>
          </p:cNvCxnSpPr>
          <p:nvPr/>
        </p:nvCxnSpPr>
        <p:spPr>
          <a:xfrm flipV="1">
            <a:off x="6837962" y="2834957"/>
            <a:ext cx="2405848" cy="268105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2121BD2-D891-408D-A2AD-BB4E03C68B44}"/>
              </a:ext>
            </a:extLst>
          </p:cNvPr>
          <p:cNvCxnSpPr>
            <a:cxnSpLocks/>
          </p:cNvCxnSpPr>
          <p:nvPr/>
        </p:nvCxnSpPr>
        <p:spPr>
          <a:xfrm>
            <a:off x="6837962" y="2981440"/>
            <a:ext cx="2388093" cy="23880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E568B96-AE42-499E-B6D6-B59EC097F6B5}"/>
              </a:ext>
            </a:extLst>
          </p:cNvPr>
          <p:cNvCxnSpPr>
            <a:cxnSpLocks/>
          </p:cNvCxnSpPr>
          <p:nvPr/>
        </p:nvCxnSpPr>
        <p:spPr>
          <a:xfrm>
            <a:off x="6601964" y="3397276"/>
            <a:ext cx="2073676" cy="211873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4C171ED-7054-4C70-BE65-B77F02B06034}"/>
              </a:ext>
            </a:extLst>
          </p:cNvPr>
          <p:cNvSpPr txBox="1"/>
          <p:nvPr/>
        </p:nvSpPr>
        <p:spPr>
          <a:xfrm>
            <a:off x="6504309" y="214268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</a:t>
            </a:r>
            <a:endParaRPr lang="en-GB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C4AE499-96B0-4CCA-B814-B20963EA046B}"/>
              </a:ext>
            </a:extLst>
          </p:cNvPr>
          <p:cNvCxnSpPr>
            <a:cxnSpLocks/>
          </p:cNvCxnSpPr>
          <p:nvPr/>
        </p:nvCxnSpPr>
        <p:spPr>
          <a:xfrm>
            <a:off x="7699096" y="3871426"/>
            <a:ext cx="0" cy="1791070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BDF6598-C0D0-467E-8C74-BEFA10BED4F1}"/>
              </a:ext>
            </a:extLst>
          </p:cNvPr>
          <p:cNvSpPr txBox="1"/>
          <p:nvPr/>
        </p:nvSpPr>
        <p:spPr>
          <a:xfrm>
            <a:off x="9254908" y="509612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MSB</a:t>
            </a:r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E5031F-AD55-4653-B87C-ECCAB0F489DC}"/>
              </a:ext>
            </a:extLst>
          </p:cNvPr>
          <p:cNvSpPr txBox="1"/>
          <p:nvPr/>
        </p:nvSpPr>
        <p:spPr>
          <a:xfrm>
            <a:off x="9132841" y="256439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MC</a:t>
            </a:r>
            <a:endParaRPr lang="en-GB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1E4D06-68E3-48EA-8A6D-A284F9C491CA}"/>
              </a:ext>
            </a:extLst>
          </p:cNvPr>
          <p:cNvSpPr txBox="1"/>
          <p:nvPr/>
        </p:nvSpPr>
        <p:spPr>
          <a:xfrm>
            <a:off x="8646046" y="528079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MB</a:t>
            </a:r>
            <a:endParaRPr lang="en-GB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3195464-7073-43A6-8301-6F8B641E0437}"/>
              </a:ext>
            </a:extLst>
          </p:cNvPr>
          <p:cNvSpPr txBox="1"/>
          <p:nvPr/>
        </p:nvSpPr>
        <p:spPr>
          <a:xfrm>
            <a:off x="7699096" y="3307919"/>
            <a:ext cx="1617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DW loss</a:t>
            </a:r>
            <a:endParaRPr lang="en-GB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BC07A7EB-1FAF-43B1-A932-DEA088EF8E2C}"/>
              </a:ext>
            </a:extLst>
          </p:cNvPr>
          <p:cNvSpPr/>
          <p:nvPr/>
        </p:nvSpPr>
        <p:spPr>
          <a:xfrm rot="5400000">
            <a:off x="7567998" y="4075462"/>
            <a:ext cx="599550" cy="284085"/>
          </a:xfrm>
          <a:prstGeom prst="triangle">
            <a:avLst>
              <a:gd name="adj" fmla="val 44561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9BB14BC-2979-40C4-9211-C6456317F861}"/>
              </a:ext>
            </a:extLst>
          </p:cNvPr>
          <p:cNvCxnSpPr>
            <a:cxnSpLocks/>
          </p:cNvCxnSpPr>
          <p:nvPr/>
        </p:nvCxnSpPr>
        <p:spPr>
          <a:xfrm flipH="1">
            <a:off x="7782695" y="3622066"/>
            <a:ext cx="258191" cy="570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7D6D96A-9BE5-4EF1-8045-1D963D513044}"/>
              </a:ext>
            </a:extLst>
          </p:cNvPr>
          <p:cNvSpPr txBox="1"/>
          <p:nvPr/>
        </p:nvSpPr>
        <p:spPr>
          <a:xfrm>
            <a:off x="9560446" y="547783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Q</a:t>
            </a:r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C7BB8CA-34A3-4795-B9BF-CABD94837DD2}"/>
              </a:ext>
            </a:extLst>
          </p:cNvPr>
          <p:cNvSpPr txBox="1"/>
          <p:nvPr/>
        </p:nvSpPr>
        <p:spPr>
          <a:xfrm>
            <a:off x="1606794" y="5896537"/>
            <a:ext cx="3275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Negative production externalities</a:t>
            </a:r>
          </a:p>
          <a:p>
            <a:r>
              <a:rPr lang="en-US"/>
              <a:t>(over production)</a:t>
            </a:r>
            <a:endParaRPr lang="en-GB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54A2DDE-B4D1-4405-92C4-53EDC456A2CA}"/>
              </a:ext>
            </a:extLst>
          </p:cNvPr>
          <p:cNvSpPr txBox="1"/>
          <p:nvPr/>
        </p:nvSpPr>
        <p:spPr>
          <a:xfrm>
            <a:off x="6504309" y="5905921"/>
            <a:ext cx="3733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Positive consumption externalities (under consumption)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26F09D-8851-412A-AFF0-B67919CB3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10</a:t>
            </a:fld>
            <a:endParaRPr lang="en-GB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AD932A4-0BF4-45B7-A99C-361F1B25FC8C}"/>
              </a:ext>
            </a:extLst>
          </p:cNvPr>
          <p:cNvCxnSpPr>
            <a:cxnSpLocks/>
          </p:cNvCxnSpPr>
          <p:nvPr/>
        </p:nvCxnSpPr>
        <p:spPr>
          <a:xfrm flipV="1">
            <a:off x="2930498" y="3825539"/>
            <a:ext cx="0" cy="1724340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C5FCC3F-D027-4A35-88B2-596552133345}"/>
              </a:ext>
            </a:extLst>
          </p:cNvPr>
          <p:cNvCxnSpPr>
            <a:cxnSpLocks/>
          </p:cNvCxnSpPr>
          <p:nvPr/>
        </p:nvCxnSpPr>
        <p:spPr>
          <a:xfrm flipV="1">
            <a:off x="8040886" y="4085701"/>
            <a:ext cx="0" cy="1564423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E141299-C37D-F20C-5C05-10AA2E40B6A1}"/>
              </a:ext>
            </a:extLst>
          </p:cNvPr>
          <p:cNvSpPr txBox="1"/>
          <p:nvPr/>
        </p:nvSpPr>
        <p:spPr>
          <a:xfrm>
            <a:off x="791368" y="1536011"/>
            <a:ext cx="106305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In our Supply/Demand framework, this leads to deadweight welfare loss.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EF2392C-60A5-351E-A69C-B24772D661E9}"/>
              </a:ext>
            </a:extLst>
          </p:cNvPr>
          <p:cNvSpPr/>
          <p:nvPr/>
        </p:nvSpPr>
        <p:spPr>
          <a:xfrm>
            <a:off x="3222399" y="4096342"/>
            <a:ext cx="105924" cy="9209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32B7BF3-F1EF-4D9D-D389-12EFE1704AAC}"/>
              </a:ext>
            </a:extLst>
          </p:cNvPr>
          <p:cNvSpPr/>
          <p:nvPr/>
        </p:nvSpPr>
        <p:spPr>
          <a:xfrm>
            <a:off x="7653014" y="4509794"/>
            <a:ext cx="105924" cy="9209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36551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A5B3D-0278-F952-0830-2FFFD1044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Deriving the areas..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EB990-B38F-4D13-ADAC-A220AF5C6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594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B253BE-297A-74F3-42F6-0E17C6BDCD2A}"/>
              </a:ext>
            </a:extLst>
          </p:cNvPr>
          <p:cNvSpPr/>
          <p:nvPr/>
        </p:nvSpPr>
        <p:spPr>
          <a:xfrm>
            <a:off x="721085" y="3325654"/>
            <a:ext cx="10870961" cy="1985073"/>
          </a:xfrm>
          <a:prstGeom prst="rect">
            <a:avLst/>
          </a:prstGeom>
          <a:solidFill>
            <a:srgbClr val="FFE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743E6D-5E96-47AF-A6F6-4BD89360D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the externality problem..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223E0-B0E5-4750-9D8D-1CDF034A2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Recall that the root of the issue is that </a:t>
            </a:r>
            <a:r>
              <a:rPr lang="en-US" sz="2000" b="1" dirty="0">
                <a:solidFill>
                  <a:srgbClr val="FF0000"/>
                </a:solidFill>
              </a:rPr>
              <a:t>private interests do not align with social interests</a:t>
            </a:r>
            <a:r>
              <a:rPr lang="en-US" sz="2000" dirty="0"/>
              <a:t>. </a:t>
            </a:r>
          </a:p>
          <a:p>
            <a:endParaRPr lang="en-US" sz="2000" dirty="0"/>
          </a:p>
          <a:p>
            <a:r>
              <a:rPr lang="en-US" sz="2000" dirty="0"/>
              <a:t>To realign them, one can use additional charges or payments (Arthur Cecil Pigou).</a:t>
            </a:r>
          </a:p>
          <a:p>
            <a:endParaRPr lang="en-US" sz="2000" dirty="0"/>
          </a:p>
          <a:p>
            <a:r>
              <a:rPr lang="en-US" altLang="en-US" sz="2000" b="1" dirty="0">
                <a:solidFill>
                  <a:srgbClr val="0000FF"/>
                </a:solidFill>
              </a:rPr>
              <a:t>Pigouvian taxes or subsidies </a:t>
            </a:r>
            <a:r>
              <a:rPr lang="en-US" altLang="en-US" sz="2000" dirty="0"/>
              <a:t>help solve the problem by closing the gap between private costs and social costs</a:t>
            </a:r>
          </a:p>
          <a:p>
            <a:pPr lvl="1"/>
            <a:r>
              <a:rPr lang="en-US" altLang="en-US" sz="1800" dirty="0"/>
              <a:t>Consumers/Producers will now account for the proper costs and benefits of their own actions.</a:t>
            </a:r>
          </a:p>
          <a:p>
            <a:pPr lvl="1"/>
            <a:r>
              <a:rPr lang="en-US" altLang="en-US" sz="1800" dirty="0"/>
              <a:t>Causing the creator of an externality to bear the full external cost or to enjoy the full external benefit is called </a:t>
            </a:r>
            <a:r>
              <a:rPr lang="en-US" altLang="en-US" sz="1800" b="1" dirty="0">
                <a:solidFill>
                  <a:srgbClr val="FF0000"/>
                </a:solidFill>
              </a:rPr>
              <a:t>internalizing the externality</a:t>
            </a:r>
            <a:r>
              <a:rPr lang="en-US" altLang="en-US" sz="1800" dirty="0"/>
              <a:t>.</a:t>
            </a:r>
          </a:p>
          <a:p>
            <a:endParaRPr lang="en-US" sz="1600" dirty="0"/>
          </a:p>
          <a:p>
            <a:pPr lvl="1"/>
            <a:endParaRPr lang="en-US" sz="1600" dirty="0"/>
          </a:p>
          <a:p>
            <a:endParaRPr lang="en-GB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50C97-301D-4F9C-A129-AA880BAD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923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43E6D-5E96-47AF-A6F6-4BD89360D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Pigouvian Taxes/Subsidies</a:t>
            </a:r>
            <a:endParaRPr lang="en-GB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3AE0041-137F-4938-8557-D83E30CC71AD}"/>
              </a:ext>
            </a:extLst>
          </p:cNvPr>
          <p:cNvCxnSpPr/>
          <p:nvPr/>
        </p:nvCxnSpPr>
        <p:spPr>
          <a:xfrm flipV="1">
            <a:off x="1811045" y="2510205"/>
            <a:ext cx="0" cy="31249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298AC9-592E-49BB-8918-32B80B6329FD}"/>
              </a:ext>
            </a:extLst>
          </p:cNvPr>
          <p:cNvCxnSpPr>
            <a:cxnSpLocks/>
          </p:cNvCxnSpPr>
          <p:nvPr/>
        </p:nvCxnSpPr>
        <p:spPr>
          <a:xfrm>
            <a:off x="1793289" y="5635145"/>
            <a:ext cx="290299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CAE1BD-4D15-445E-8F80-2FC58146DA5D}"/>
              </a:ext>
            </a:extLst>
          </p:cNvPr>
          <p:cNvCxnSpPr>
            <a:cxnSpLocks/>
          </p:cNvCxnSpPr>
          <p:nvPr/>
        </p:nvCxnSpPr>
        <p:spPr>
          <a:xfrm flipV="1">
            <a:off x="2050742" y="2807606"/>
            <a:ext cx="2405848" cy="268105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4E8AAF8-07D6-425E-8C92-838E12AD0AC8}"/>
              </a:ext>
            </a:extLst>
          </p:cNvPr>
          <p:cNvCxnSpPr>
            <a:cxnSpLocks/>
          </p:cNvCxnSpPr>
          <p:nvPr/>
        </p:nvCxnSpPr>
        <p:spPr>
          <a:xfrm>
            <a:off x="2050742" y="2954089"/>
            <a:ext cx="2388093" cy="23880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B88C45-04B7-4C9F-B0AD-E4B97F8F634F}"/>
              </a:ext>
            </a:extLst>
          </p:cNvPr>
          <p:cNvCxnSpPr>
            <a:cxnSpLocks/>
          </p:cNvCxnSpPr>
          <p:nvPr/>
        </p:nvCxnSpPr>
        <p:spPr>
          <a:xfrm flipV="1">
            <a:off x="2050742" y="2590105"/>
            <a:ext cx="1951608" cy="223495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24C1D35-7FE3-4FA4-93BF-E4E623D06F68}"/>
              </a:ext>
            </a:extLst>
          </p:cNvPr>
          <p:cNvSpPr txBox="1"/>
          <p:nvPr/>
        </p:nvSpPr>
        <p:spPr>
          <a:xfrm>
            <a:off x="1673442" y="214753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</a:t>
            </a:r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FE5E6C-E474-4805-8325-F8D477D1DA32}"/>
              </a:ext>
            </a:extLst>
          </p:cNvPr>
          <p:cNvSpPr txBox="1"/>
          <p:nvPr/>
        </p:nvSpPr>
        <p:spPr>
          <a:xfrm>
            <a:off x="4714043" y="543983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Q</a:t>
            </a:r>
            <a:endParaRPr lang="en-GB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2FD7F76-74B5-4897-A249-491B215B4589}"/>
              </a:ext>
            </a:extLst>
          </p:cNvPr>
          <p:cNvCxnSpPr>
            <a:cxnSpLocks/>
          </p:cNvCxnSpPr>
          <p:nvPr/>
        </p:nvCxnSpPr>
        <p:spPr>
          <a:xfrm flipH="1">
            <a:off x="3244788" y="3477871"/>
            <a:ext cx="8878" cy="2146632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C844327-53DA-487B-8827-325CE6BABEBC}"/>
              </a:ext>
            </a:extLst>
          </p:cNvPr>
          <p:cNvSpPr txBox="1"/>
          <p:nvPr/>
        </p:nvSpPr>
        <p:spPr>
          <a:xfrm>
            <a:off x="3888420" y="222652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MSC</a:t>
            </a:r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A202938-CDF4-49A0-B5D0-B3B4C2B26F3C}"/>
              </a:ext>
            </a:extLst>
          </p:cNvPr>
          <p:cNvSpPr txBox="1"/>
          <p:nvPr/>
        </p:nvSpPr>
        <p:spPr>
          <a:xfrm>
            <a:off x="4345621" y="253704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MC</a:t>
            </a:r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858940-30AD-46EE-97C8-F3C7AEC872A4}"/>
              </a:ext>
            </a:extLst>
          </p:cNvPr>
          <p:cNvSpPr txBox="1"/>
          <p:nvPr/>
        </p:nvSpPr>
        <p:spPr>
          <a:xfrm>
            <a:off x="4341181" y="497285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MSB</a:t>
            </a:r>
            <a:endParaRPr lang="en-GB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6A96F874-1FA4-4441-A151-03586544514E}"/>
              </a:ext>
            </a:extLst>
          </p:cNvPr>
          <p:cNvSpPr/>
          <p:nvPr/>
        </p:nvSpPr>
        <p:spPr>
          <a:xfrm rot="16200000">
            <a:off x="2789654" y="3662080"/>
            <a:ext cx="599550" cy="284085"/>
          </a:xfrm>
          <a:prstGeom prst="triangle">
            <a:avLst>
              <a:gd name="adj" fmla="val 44561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E2A4467-671D-43B9-92EB-70FFB527C271}"/>
              </a:ext>
            </a:extLst>
          </p:cNvPr>
          <p:cNvCxnSpPr/>
          <p:nvPr/>
        </p:nvCxnSpPr>
        <p:spPr>
          <a:xfrm flipV="1">
            <a:off x="6585012" y="2555753"/>
            <a:ext cx="0" cy="31249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42338EF-D493-4AD6-903C-37B882625E26}"/>
              </a:ext>
            </a:extLst>
          </p:cNvPr>
          <p:cNvCxnSpPr>
            <a:cxnSpLocks/>
          </p:cNvCxnSpPr>
          <p:nvPr/>
        </p:nvCxnSpPr>
        <p:spPr>
          <a:xfrm>
            <a:off x="6567256" y="5680693"/>
            <a:ext cx="290299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953EBE6-A3A3-4429-B843-7C79BCACDD83}"/>
              </a:ext>
            </a:extLst>
          </p:cNvPr>
          <p:cNvCxnSpPr>
            <a:cxnSpLocks/>
          </p:cNvCxnSpPr>
          <p:nvPr/>
        </p:nvCxnSpPr>
        <p:spPr>
          <a:xfrm flipV="1">
            <a:off x="6824709" y="2853154"/>
            <a:ext cx="2405848" cy="268105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2121BD2-D891-408D-A2AD-BB4E03C68B44}"/>
              </a:ext>
            </a:extLst>
          </p:cNvPr>
          <p:cNvCxnSpPr>
            <a:cxnSpLocks/>
          </p:cNvCxnSpPr>
          <p:nvPr/>
        </p:nvCxnSpPr>
        <p:spPr>
          <a:xfrm>
            <a:off x="6824709" y="2999637"/>
            <a:ext cx="2388093" cy="238809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E568B96-AE42-499E-B6D6-B59EC097F6B5}"/>
              </a:ext>
            </a:extLst>
          </p:cNvPr>
          <p:cNvCxnSpPr>
            <a:cxnSpLocks/>
          </p:cNvCxnSpPr>
          <p:nvPr/>
        </p:nvCxnSpPr>
        <p:spPr>
          <a:xfrm>
            <a:off x="6588711" y="3415473"/>
            <a:ext cx="2073676" cy="211873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4C171ED-7054-4C70-BE65-B77F02B06034}"/>
              </a:ext>
            </a:extLst>
          </p:cNvPr>
          <p:cNvSpPr txBox="1"/>
          <p:nvPr/>
        </p:nvSpPr>
        <p:spPr>
          <a:xfrm>
            <a:off x="6447409" y="219308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</a:t>
            </a:r>
            <a:endParaRPr lang="en-GB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C4AE499-96B0-4CCA-B814-B20963EA046B}"/>
              </a:ext>
            </a:extLst>
          </p:cNvPr>
          <p:cNvCxnSpPr>
            <a:cxnSpLocks/>
          </p:cNvCxnSpPr>
          <p:nvPr/>
        </p:nvCxnSpPr>
        <p:spPr>
          <a:xfrm>
            <a:off x="7685843" y="3889623"/>
            <a:ext cx="0" cy="1791070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BDF6598-C0D0-467E-8C74-BEFA10BED4F1}"/>
              </a:ext>
            </a:extLst>
          </p:cNvPr>
          <p:cNvSpPr txBox="1"/>
          <p:nvPr/>
        </p:nvSpPr>
        <p:spPr>
          <a:xfrm>
            <a:off x="9241655" y="511432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MSB</a:t>
            </a:r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E5031F-AD55-4653-B87C-ECCAB0F489DC}"/>
              </a:ext>
            </a:extLst>
          </p:cNvPr>
          <p:cNvSpPr txBox="1"/>
          <p:nvPr/>
        </p:nvSpPr>
        <p:spPr>
          <a:xfrm>
            <a:off x="9119588" y="258258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MC</a:t>
            </a:r>
            <a:endParaRPr lang="en-GB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1E4D06-68E3-48EA-8A6D-A284F9C491CA}"/>
              </a:ext>
            </a:extLst>
          </p:cNvPr>
          <p:cNvSpPr txBox="1"/>
          <p:nvPr/>
        </p:nvSpPr>
        <p:spPr>
          <a:xfrm>
            <a:off x="8632793" y="529898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MB</a:t>
            </a:r>
            <a:endParaRPr lang="en-GB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BC07A7EB-1FAF-43B1-A932-DEA088EF8E2C}"/>
              </a:ext>
            </a:extLst>
          </p:cNvPr>
          <p:cNvSpPr/>
          <p:nvPr/>
        </p:nvSpPr>
        <p:spPr>
          <a:xfrm rot="5400000">
            <a:off x="7554745" y="4093659"/>
            <a:ext cx="599550" cy="284085"/>
          </a:xfrm>
          <a:prstGeom prst="triangle">
            <a:avLst>
              <a:gd name="adj" fmla="val 44561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7D6D96A-9BE5-4EF1-8045-1D963D513044}"/>
              </a:ext>
            </a:extLst>
          </p:cNvPr>
          <p:cNvSpPr txBox="1"/>
          <p:nvPr/>
        </p:nvSpPr>
        <p:spPr>
          <a:xfrm>
            <a:off x="9547193" y="549602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Q</a:t>
            </a:r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C7BB8CA-34A3-4795-B9BF-CABD94837DD2}"/>
              </a:ext>
            </a:extLst>
          </p:cNvPr>
          <p:cNvSpPr txBox="1"/>
          <p:nvPr/>
        </p:nvSpPr>
        <p:spPr>
          <a:xfrm>
            <a:off x="1593541" y="5914734"/>
            <a:ext cx="3275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Negative production externalities</a:t>
            </a:r>
            <a:endParaRPr lang="en-GB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54A2DDE-B4D1-4405-92C4-53EDC456A2CA}"/>
              </a:ext>
            </a:extLst>
          </p:cNvPr>
          <p:cNvSpPr txBox="1"/>
          <p:nvPr/>
        </p:nvSpPr>
        <p:spPr>
          <a:xfrm>
            <a:off x="6491056" y="5924118"/>
            <a:ext cx="3733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Positive consumption externalities</a:t>
            </a: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26919F-46BA-44D3-9249-8ADB0ECCCE98}"/>
              </a:ext>
            </a:extLst>
          </p:cNvPr>
          <p:cNvSpPr txBox="1"/>
          <p:nvPr/>
        </p:nvSpPr>
        <p:spPr>
          <a:xfrm>
            <a:off x="1519191" y="3774036"/>
            <a:ext cx="15188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Optimal per unit tax on production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BC20D8-10FE-4FAD-B5EA-1323F0B47A49}"/>
              </a:ext>
            </a:extLst>
          </p:cNvPr>
          <p:cNvSpPr txBox="1"/>
          <p:nvPr/>
        </p:nvSpPr>
        <p:spPr>
          <a:xfrm>
            <a:off x="8158768" y="4135726"/>
            <a:ext cx="19216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Optimal per unit subsidy on consumption</a:t>
            </a:r>
            <a:endParaRPr lang="en-GB" dirty="0">
              <a:solidFill>
                <a:srgbClr val="FF0000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D08FEC3-DDD7-4E42-A961-EE98C5F97FAC}"/>
              </a:ext>
            </a:extLst>
          </p:cNvPr>
          <p:cNvCxnSpPr>
            <a:cxnSpLocks/>
          </p:cNvCxnSpPr>
          <p:nvPr/>
        </p:nvCxnSpPr>
        <p:spPr>
          <a:xfrm>
            <a:off x="8027633" y="4250499"/>
            <a:ext cx="0" cy="60137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14AA45D-98FC-4BCC-8FD8-63EEFB5B263C}"/>
              </a:ext>
            </a:extLst>
          </p:cNvPr>
          <p:cNvCxnSpPr>
            <a:cxnSpLocks/>
          </p:cNvCxnSpPr>
          <p:nvPr/>
        </p:nvCxnSpPr>
        <p:spPr>
          <a:xfrm>
            <a:off x="2917245" y="3889600"/>
            <a:ext cx="0" cy="60137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E7B1F-48FD-4DCB-B79D-721D5170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13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989B4E-30CB-45EB-8544-2EB9968AD68A}"/>
              </a:ext>
            </a:extLst>
          </p:cNvPr>
          <p:cNvCxnSpPr/>
          <p:nvPr/>
        </p:nvCxnSpPr>
        <p:spPr>
          <a:xfrm flipV="1">
            <a:off x="2917245" y="4569342"/>
            <a:ext cx="0" cy="998734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085EEC7-009D-4430-AC87-B0C79995BE53}"/>
              </a:ext>
            </a:extLst>
          </p:cNvPr>
          <p:cNvCxnSpPr>
            <a:cxnSpLocks/>
          </p:cNvCxnSpPr>
          <p:nvPr/>
        </p:nvCxnSpPr>
        <p:spPr>
          <a:xfrm flipV="1">
            <a:off x="8027633" y="4914406"/>
            <a:ext cx="0" cy="710097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8694319-CAD5-121A-DDD6-702686FCB785}"/>
              </a:ext>
            </a:extLst>
          </p:cNvPr>
          <p:cNvSpPr txBox="1"/>
          <p:nvPr/>
        </p:nvSpPr>
        <p:spPr>
          <a:xfrm>
            <a:off x="7049076" y="926221"/>
            <a:ext cx="35249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</a:rPr>
              <a:t>Optimal tax (subsidy) is the marginal external cost (benefit) at the optimal level!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562290-E034-B8D8-BFB4-460B98745398}"/>
              </a:ext>
            </a:extLst>
          </p:cNvPr>
          <p:cNvSpPr txBox="1"/>
          <p:nvPr/>
        </p:nvSpPr>
        <p:spPr>
          <a:xfrm>
            <a:off x="9490231" y="1914888"/>
            <a:ext cx="21189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Do you remember how to draw the shifts of curves with subsidies/taxes?</a:t>
            </a:r>
          </a:p>
        </p:txBody>
      </p:sp>
    </p:spTree>
    <p:extLst>
      <p:ext uri="{BB962C8B-B14F-4D97-AF65-F5344CB8AC3E}">
        <p14:creationId xmlns:p14="http://schemas.microsoft.com/office/powerpoint/2010/main" val="38312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A5B3D-0278-F952-0830-2FFFD1044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Deriving the areas..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EB990-B38F-4D13-ADAC-A220AF5C6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8181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43E6D-5E96-47AF-A6F6-4BD89360D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 1</a:t>
            </a:r>
            <a:endParaRPr lang="en-GB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E2A4467-671D-43B9-92EB-70FFB527C271}"/>
              </a:ext>
            </a:extLst>
          </p:cNvPr>
          <p:cNvCxnSpPr/>
          <p:nvPr/>
        </p:nvCxnSpPr>
        <p:spPr>
          <a:xfrm flipV="1">
            <a:off x="1325383" y="2164858"/>
            <a:ext cx="0" cy="31249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42338EF-D493-4AD6-903C-37B882625E26}"/>
              </a:ext>
            </a:extLst>
          </p:cNvPr>
          <p:cNvCxnSpPr>
            <a:cxnSpLocks/>
          </p:cNvCxnSpPr>
          <p:nvPr/>
        </p:nvCxnSpPr>
        <p:spPr>
          <a:xfrm>
            <a:off x="1307627" y="5289798"/>
            <a:ext cx="290299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953EBE6-A3A3-4429-B843-7C79BCACDD83}"/>
              </a:ext>
            </a:extLst>
          </p:cNvPr>
          <p:cNvCxnSpPr>
            <a:cxnSpLocks/>
          </p:cNvCxnSpPr>
          <p:nvPr/>
        </p:nvCxnSpPr>
        <p:spPr>
          <a:xfrm flipV="1">
            <a:off x="1565080" y="2462259"/>
            <a:ext cx="2405848" cy="268105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2121BD2-D891-408D-A2AD-BB4E03C68B44}"/>
              </a:ext>
            </a:extLst>
          </p:cNvPr>
          <p:cNvCxnSpPr>
            <a:cxnSpLocks/>
          </p:cNvCxnSpPr>
          <p:nvPr/>
        </p:nvCxnSpPr>
        <p:spPr>
          <a:xfrm>
            <a:off x="1430666" y="2930384"/>
            <a:ext cx="2629270" cy="163589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E568B96-AE42-499E-B6D6-B59EC097F6B5}"/>
              </a:ext>
            </a:extLst>
          </p:cNvPr>
          <p:cNvCxnSpPr>
            <a:cxnSpLocks/>
          </p:cNvCxnSpPr>
          <p:nvPr/>
        </p:nvCxnSpPr>
        <p:spPr>
          <a:xfrm>
            <a:off x="1329082" y="3024578"/>
            <a:ext cx="2073676" cy="211873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4C171ED-7054-4C70-BE65-B77F02B06034}"/>
              </a:ext>
            </a:extLst>
          </p:cNvPr>
          <p:cNvSpPr txBox="1"/>
          <p:nvPr/>
        </p:nvSpPr>
        <p:spPr>
          <a:xfrm>
            <a:off x="1187780" y="180218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</a:t>
            </a:r>
            <a:endParaRPr lang="en-GB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C4AE499-96B0-4CCA-B814-B20963EA046B}"/>
              </a:ext>
            </a:extLst>
          </p:cNvPr>
          <p:cNvCxnSpPr>
            <a:cxnSpLocks/>
          </p:cNvCxnSpPr>
          <p:nvPr/>
        </p:nvCxnSpPr>
        <p:spPr>
          <a:xfrm>
            <a:off x="2426214" y="3498728"/>
            <a:ext cx="0" cy="585219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BDF6598-C0D0-467E-8C74-BEFA10BED4F1}"/>
              </a:ext>
            </a:extLst>
          </p:cNvPr>
          <p:cNvSpPr txBox="1"/>
          <p:nvPr/>
        </p:nvSpPr>
        <p:spPr>
          <a:xfrm>
            <a:off x="4076210" y="441086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MSB</a:t>
            </a:r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E5031F-AD55-4653-B87C-ECCAB0F489DC}"/>
              </a:ext>
            </a:extLst>
          </p:cNvPr>
          <p:cNvSpPr txBox="1"/>
          <p:nvPr/>
        </p:nvSpPr>
        <p:spPr>
          <a:xfrm>
            <a:off x="3859959" y="219169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MC</a:t>
            </a:r>
            <a:endParaRPr lang="en-GB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1E4D06-68E3-48EA-8A6D-A284F9C491CA}"/>
              </a:ext>
            </a:extLst>
          </p:cNvPr>
          <p:cNvSpPr txBox="1"/>
          <p:nvPr/>
        </p:nvSpPr>
        <p:spPr>
          <a:xfrm>
            <a:off x="3373164" y="490809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MB</a:t>
            </a:r>
            <a:endParaRPr lang="en-GB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7D6D96A-9BE5-4EF1-8045-1D963D513044}"/>
              </a:ext>
            </a:extLst>
          </p:cNvPr>
          <p:cNvSpPr txBox="1"/>
          <p:nvPr/>
        </p:nvSpPr>
        <p:spPr>
          <a:xfrm>
            <a:off x="4435849" y="510513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Q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E7B1F-48FD-4DCB-B79D-721D5170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15</a:t>
            </a:fld>
            <a:endParaRPr lang="en-GB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B51D684-DD9C-4E15-B8A6-3C8BBFDFB685}"/>
              </a:ext>
            </a:extLst>
          </p:cNvPr>
          <p:cNvCxnSpPr>
            <a:cxnSpLocks/>
          </p:cNvCxnSpPr>
          <p:nvPr/>
        </p:nvCxnSpPr>
        <p:spPr>
          <a:xfrm>
            <a:off x="2812508" y="3825645"/>
            <a:ext cx="0" cy="740636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476EEB6-B3E7-4B91-81B4-2CED7F1FBC18}"/>
              </a:ext>
            </a:extLst>
          </p:cNvPr>
          <p:cNvSpPr txBox="1"/>
          <p:nvPr/>
        </p:nvSpPr>
        <p:spPr>
          <a:xfrm>
            <a:off x="2074225" y="354455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(a)</a:t>
            </a:r>
            <a:endParaRPr lang="en-GB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4546582-C3A4-463A-BB4D-22E126BD665E}"/>
              </a:ext>
            </a:extLst>
          </p:cNvPr>
          <p:cNvSpPr txBox="1"/>
          <p:nvPr/>
        </p:nvSpPr>
        <p:spPr>
          <a:xfrm>
            <a:off x="2768004" y="402689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(b)</a:t>
            </a:r>
            <a:endParaRPr lang="en-GB"/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817A8DB7-E7E8-4062-988B-0A1FB9905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2860" y="2446163"/>
            <a:ext cx="6018023" cy="3499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Suppose that marginal external benefits on consumption are not constant as in earlier illustrations. What is the optimum subsidy for consumption in the market?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(a)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(b) </a:t>
            </a:r>
            <a:br>
              <a:rPr lang="en-GB" sz="2000" dirty="0"/>
            </a:br>
            <a:br>
              <a:rPr lang="en-GB" sz="2000" dirty="0"/>
            </a:br>
            <a:r>
              <a:rPr lang="en-GB" sz="2000" dirty="0"/>
              <a:t>Answer is 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860234-7075-C16E-17EE-C1D1F3EB4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381" y="247762"/>
            <a:ext cx="1360376" cy="131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113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Remarks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456791"/>
            <a:ext cx="10207172" cy="4755473"/>
          </a:xfrm>
        </p:spPr>
        <p:txBody>
          <a:bodyPr>
            <a:normAutofit/>
          </a:bodyPr>
          <a:lstStyle/>
          <a:p>
            <a:pPr lvl="1"/>
            <a:endParaRPr lang="en-US" altLang="en-US" sz="2000" dirty="0"/>
          </a:p>
          <a:p>
            <a:r>
              <a:rPr lang="en-US" altLang="en-US" sz="2000" dirty="0"/>
              <a:t>To reach the socially efficient outcome, need to shift demand and supply curves to appropriate positions. </a:t>
            </a:r>
          </a:p>
          <a:p>
            <a:pPr lvl="1"/>
            <a:r>
              <a:rPr lang="en-US" altLang="en-US" sz="1800" dirty="0"/>
              <a:t>In real-life: carbon taxes, alcohol tax, ERP, child subsidies.</a:t>
            </a:r>
          </a:p>
          <a:p>
            <a:endParaRPr lang="en-US" altLang="en-US" sz="2000" dirty="0"/>
          </a:p>
          <a:p>
            <a:pPr marL="0" indent="0" eaLnBrk="1" hangingPunct="1">
              <a:buNone/>
            </a:pPr>
            <a:r>
              <a:rPr lang="en-US" altLang="en-US" sz="2000" b="1" dirty="0"/>
              <a:t>However, not always feasible due to </a:t>
            </a:r>
            <a:r>
              <a:rPr lang="en-US" altLang="en-US" sz="2000" b="1" i="1" u="sng" dirty="0"/>
              <a:t>information constraints</a:t>
            </a:r>
            <a:r>
              <a:rPr lang="en-US" altLang="en-US" sz="2000" b="1" dirty="0"/>
              <a:t>… </a:t>
            </a:r>
          </a:p>
          <a:p>
            <a:r>
              <a:rPr lang="en-US" altLang="en-US" sz="2000" dirty="0"/>
              <a:t>Setting the wrong levels of taxes/subsidies can lead to </a:t>
            </a:r>
            <a:r>
              <a:rPr lang="en-US" altLang="en-US" sz="2000" b="1" dirty="0">
                <a:solidFill>
                  <a:srgbClr val="FF0000"/>
                </a:solidFill>
              </a:rPr>
              <a:t>distortions</a:t>
            </a:r>
            <a:r>
              <a:rPr lang="en-US" altLang="en-US" sz="2000" dirty="0"/>
              <a:t>…</a:t>
            </a:r>
          </a:p>
          <a:p>
            <a:pPr marL="0" indent="0" eaLnBrk="1" hangingPunct="1">
              <a:buNone/>
            </a:pPr>
            <a:endParaRPr lang="en-US" altLang="en-US" sz="2000" b="1" dirty="0"/>
          </a:p>
          <a:p>
            <a:pPr marL="0" indent="0" eaLnBrk="1" hangingPunct="1">
              <a:buNone/>
            </a:pPr>
            <a:endParaRPr lang="en-US" altLang="en-US" sz="2000" b="1" dirty="0"/>
          </a:p>
          <a:p>
            <a:pPr marL="0" indent="0" eaLnBrk="1" hangingPunct="1">
              <a:buNone/>
            </a:pPr>
            <a:r>
              <a:rPr lang="en-US" altLang="en-US" sz="2000" b="1" dirty="0"/>
              <a:t>Any alternatives?</a:t>
            </a:r>
          </a:p>
          <a:p>
            <a:pPr eaLnBrk="1" hangingPunct="1"/>
            <a:endParaRPr lang="en-US" altLang="en-US" sz="2000" dirty="0"/>
          </a:p>
          <a:p>
            <a:pPr marL="571500" indent="-457200">
              <a:lnSpc>
                <a:spcPct val="100000"/>
              </a:lnSpc>
              <a:spcBef>
                <a:spcPts val="600"/>
              </a:spcBef>
            </a:pPr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55C469-240C-4395-9147-CC4B81189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6524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BC91-B477-4D87-98FF-6BD62F145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5757" y="2028549"/>
            <a:ext cx="7088603" cy="2031055"/>
          </a:xfrm>
        </p:spPr>
        <p:txBody>
          <a:bodyPr>
            <a:normAutofit/>
          </a:bodyPr>
          <a:lstStyle/>
          <a:p>
            <a:r>
              <a:rPr lang="en-US" sz="5200">
                <a:solidFill>
                  <a:schemeClr val="tx2"/>
                </a:solidFill>
              </a:rPr>
              <a:t>Externalities and </a:t>
            </a:r>
            <a:br>
              <a:rPr lang="en-US" sz="5200">
                <a:solidFill>
                  <a:schemeClr val="tx2"/>
                </a:solidFill>
              </a:rPr>
            </a:br>
            <a:r>
              <a:rPr lang="en-US" sz="5200">
                <a:solidFill>
                  <a:schemeClr val="tx2"/>
                </a:solidFill>
              </a:rPr>
              <a:t>Property Rights</a:t>
            </a:r>
            <a:endParaRPr lang="en-GB" sz="520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BD7E7-9410-4B78-B1F3-51222C9E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3984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A simple example…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456791"/>
            <a:ext cx="10207172" cy="4755473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1800" dirty="0"/>
          </a:p>
          <a:p>
            <a:pPr eaLnBrk="1" hangingPunct="1"/>
            <a:r>
              <a:rPr lang="en-US" altLang="en-US" sz="2000" dirty="0"/>
              <a:t>Alice’s vehicle repair shop and Teddy’s tea house are adjacent to each other.</a:t>
            </a:r>
          </a:p>
          <a:p>
            <a:pPr lvl="1"/>
            <a:r>
              <a:rPr lang="en-US" altLang="en-US" sz="1800" dirty="0"/>
              <a:t>Both of them are risk neutral.</a:t>
            </a:r>
          </a:p>
          <a:p>
            <a:pPr lvl="1"/>
            <a:endParaRPr lang="en-US" altLang="en-US" sz="1800" dirty="0"/>
          </a:p>
          <a:p>
            <a:pPr eaLnBrk="1" hangingPunct="1"/>
            <a:r>
              <a:rPr lang="en-US" altLang="en-US" sz="2000" dirty="0"/>
              <a:t>Alice’s profit schedule and most preferred option is as follows:</a:t>
            </a:r>
          </a:p>
          <a:p>
            <a:pPr marL="571500" indent="-457200">
              <a:lnSpc>
                <a:spcPct val="100000"/>
              </a:lnSpc>
              <a:spcBef>
                <a:spcPts val="600"/>
              </a:spcBef>
            </a:pPr>
            <a:endParaRPr lang="en-US" altLang="en-US" sz="20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7A3E207-F4BE-457A-ABD1-DCA0823C5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727789"/>
              </p:ext>
            </p:extLst>
          </p:nvPr>
        </p:nvGraphicFramePr>
        <p:xfrm>
          <a:off x="3333234" y="3644830"/>
          <a:ext cx="48768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95118916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8588358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5643827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Alice’s o/p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Marginal Profit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Alice’s profit</a:t>
                      </a:r>
                      <a:endParaRPr lang="en-GB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625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473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90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90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034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150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208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  <a:endParaRPr lang="en-GB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  <a:endParaRPr lang="en-GB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160</a:t>
                      </a:r>
                      <a:endParaRPr lang="en-GB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461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-50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564692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55C469-240C-4395-9147-CC4B81189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0855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3D4532D-5951-4781-922E-9B8195843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8240" y="1072019"/>
            <a:ext cx="3116995" cy="1963707"/>
          </a:xfrm>
          <a:prstGeom prst="rect">
            <a:avLst/>
          </a:prstGeom>
          <a:gradFill>
            <a:gsLst>
              <a:gs pos="75000">
                <a:srgbClr val="B3E3F6"/>
              </a:gs>
              <a:gs pos="50000">
                <a:srgbClr val="AAE0F5"/>
              </a:gs>
              <a:gs pos="0">
                <a:schemeClr val="tx1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62BA05-676C-400B-9DD0-E8B7E429796A}"/>
              </a:ext>
            </a:extLst>
          </p:cNvPr>
          <p:cNvSpPr/>
          <p:nvPr/>
        </p:nvSpPr>
        <p:spPr>
          <a:xfrm>
            <a:off x="8274835" y="1027906"/>
            <a:ext cx="3371912" cy="2494280"/>
          </a:xfrm>
          <a:prstGeom prst="rect">
            <a:avLst/>
          </a:prstGeom>
          <a:gradFill flip="none" rotWithShape="1">
            <a:gsLst>
              <a:gs pos="60000">
                <a:schemeClr val="bg1">
                  <a:alpha val="80000"/>
                </a:schemeClr>
              </a:gs>
              <a:gs pos="33000">
                <a:schemeClr val="bg1">
                  <a:alpha val="50000"/>
                </a:schemeClr>
              </a:gs>
              <a:gs pos="8000">
                <a:schemeClr val="bg1">
                  <a:alpha val="20000"/>
                </a:schemeClr>
              </a:gs>
              <a:gs pos="85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A simple example…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877"/>
            <a:ext cx="10207172" cy="475547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000"/>
              <a:t>Suppose the noise from the vehicle repair ship hurts Teddy’s </a:t>
            </a:r>
            <a:br>
              <a:rPr lang="en-US" altLang="en-US" sz="2000"/>
            </a:br>
            <a:r>
              <a:rPr lang="en-US" altLang="en-US" sz="2000"/>
              <a:t>tea house business. The more cars the auto body shop works </a:t>
            </a:r>
            <a:br>
              <a:rPr lang="en-US" altLang="en-US" sz="2000"/>
            </a:br>
            <a:r>
              <a:rPr lang="en-US" altLang="en-US" sz="2000"/>
              <a:t>on, the more noise it generates, which hurts Teddy’s profit.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Teddy’s profit schedule and most preferred option is as follows:</a:t>
            </a:r>
          </a:p>
          <a:p>
            <a:pPr marL="571500" indent="-457200">
              <a:lnSpc>
                <a:spcPct val="100000"/>
              </a:lnSpc>
              <a:spcBef>
                <a:spcPts val="600"/>
              </a:spcBef>
            </a:pPr>
            <a:endParaRPr lang="en-US" altLang="en-US" sz="200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7A3E207-F4BE-457A-ABD1-DCA0823C5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474838"/>
              </p:ext>
            </p:extLst>
          </p:nvPr>
        </p:nvGraphicFramePr>
        <p:xfrm>
          <a:off x="3272095" y="3643769"/>
          <a:ext cx="4876800" cy="2494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95118916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8797204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858835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Alice’s o/p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Marginal Damage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Teddy’s profit</a:t>
                      </a:r>
                      <a:endParaRPr lang="en-GB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625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GB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  <a:endParaRPr lang="en-GB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230</a:t>
                      </a:r>
                      <a:endParaRPr lang="en-GB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473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210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034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170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208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  <a:endParaRPr lang="en-GB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  <a:endParaRPr lang="en-GB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  <a:endParaRPr lang="en-GB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461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564692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B65EB6-C3B5-4186-B0DA-AA97F3337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6611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A simple example…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521085"/>
            <a:ext cx="10207172" cy="4755473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What is the </a:t>
            </a:r>
            <a:r>
              <a:rPr lang="en-US" altLang="en-US" sz="2000" b="1" dirty="0">
                <a:solidFill>
                  <a:srgbClr val="0000FF"/>
                </a:solidFill>
              </a:rPr>
              <a:t>socially optimal/efficient </a:t>
            </a:r>
            <a:r>
              <a:rPr lang="en-US" altLang="en-US" sz="2000" dirty="0"/>
              <a:t>output level?</a:t>
            </a:r>
          </a:p>
          <a:p>
            <a:pPr lvl="1"/>
            <a:r>
              <a:rPr lang="en-US" altLang="en-US" sz="1800" b="1" dirty="0">
                <a:solidFill>
                  <a:srgbClr val="0000FF"/>
                </a:solidFill>
              </a:rPr>
              <a:t>Utilitarian perspective </a:t>
            </a:r>
            <a:r>
              <a:rPr lang="en-US" altLang="en-US" sz="1800" dirty="0">
                <a:solidFill>
                  <a:schemeClr val="tx1"/>
                </a:solidFill>
              </a:rPr>
              <a:t>(sum of utility)</a:t>
            </a:r>
          </a:p>
          <a:p>
            <a:pPr lvl="1"/>
            <a:endParaRPr lang="en-US" altLang="en-US" sz="2000" dirty="0"/>
          </a:p>
          <a:p>
            <a:pPr lvl="1"/>
            <a:endParaRPr lang="en-US" altLang="en-US" sz="2000" dirty="0"/>
          </a:p>
          <a:p>
            <a:pPr marL="571500" indent="-457200">
              <a:lnSpc>
                <a:spcPct val="100000"/>
              </a:lnSpc>
              <a:spcBef>
                <a:spcPts val="600"/>
              </a:spcBef>
            </a:pPr>
            <a:endParaRPr lang="en-US" altLang="en-US" sz="24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657C319-7990-4564-94D6-8B43AC269C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295593"/>
              </p:ext>
            </p:extLst>
          </p:nvPr>
        </p:nvGraphicFramePr>
        <p:xfrm>
          <a:off x="1877785" y="3094540"/>
          <a:ext cx="81280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8001919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9452654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130328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692173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Alice’s o/p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Alice’s profit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Teddy’s profit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Total profit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605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230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230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615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90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210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300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623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GB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170</a:t>
                      </a:r>
                      <a:endParaRPr lang="en-GB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320</a:t>
                      </a:r>
                      <a:endParaRPr lang="en-GB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150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160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260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848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110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646333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83C24C-AC89-488B-9760-7A959B5B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9228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A simple example…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456791"/>
            <a:ext cx="10207172" cy="4755473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endParaRPr lang="en-US" altLang="en-US" sz="2000" dirty="0"/>
          </a:p>
          <a:p>
            <a:pPr marL="0" indent="0" eaLnBrk="1" hangingPunct="1">
              <a:buNone/>
            </a:pPr>
            <a:r>
              <a:rPr lang="en-US" altLang="en-US" sz="2000" dirty="0"/>
              <a:t>What actually happens in this situation?</a:t>
            </a:r>
          </a:p>
          <a:p>
            <a:pPr marL="0" indent="0" eaLnBrk="1" hangingPunct="1">
              <a:buNone/>
            </a:pPr>
            <a:endParaRPr lang="en-US" altLang="en-US" sz="2000" dirty="0"/>
          </a:p>
          <a:p>
            <a:pPr eaLnBrk="1" hangingPunct="1"/>
            <a:r>
              <a:rPr lang="en-US" altLang="en-US" sz="2000" dirty="0"/>
              <a:t>Alice chooses an output of 3 while the social optimal level is an output of 2. </a:t>
            </a:r>
            <a:br>
              <a:rPr lang="en-US" altLang="en-US" sz="2000" dirty="0"/>
            </a:br>
            <a:r>
              <a:rPr lang="en-US" altLang="en-US" sz="2000" b="1" dirty="0"/>
              <a:t>This is not an efficient outcome!</a:t>
            </a:r>
          </a:p>
          <a:p>
            <a:pPr marL="0" indent="0" eaLnBrk="1" hangingPunct="1">
              <a:buNone/>
            </a:pPr>
            <a:endParaRPr lang="en-US" altLang="en-US" sz="2000" dirty="0"/>
          </a:p>
          <a:p>
            <a:pPr eaLnBrk="1" hangingPunct="1"/>
            <a:r>
              <a:rPr lang="en-US" altLang="en-US" sz="2000" dirty="0"/>
              <a:t>Why? </a:t>
            </a:r>
            <a:br>
              <a:rPr lang="en-US" altLang="en-US" sz="2000" dirty="0"/>
            </a:br>
            <a:r>
              <a:rPr lang="en-US" altLang="en-US" sz="2000" dirty="0"/>
              <a:t>Because she does not take into account how noise from her shop affects Teddy’s tea house. </a:t>
            </a:r>
          </a:p>
          <a:p>
            <a:pPr eaLnBrk="1" hangingPunct="1"/>
            <a:endParaRPr lang="en-US" altLang="en-US" sz="2000" dirty="0"/>
          </a:p>
          <a:p>
            <a:pPr marL="0" indent="0" eaLnBrk="1" hangingPunct="1">
              <a:buNone/>
            </a:pPr>
            <a:endParaRPr lang="en-US" altLang="en-US" sz="2000" dirty="0"/>
          </a:p>
          <a:p>
            <a:pPr eaLnBrk="1" hangingPunct="1"/>
            <a:endParaRPr lang="en-US" altLang="en-US" sz="2000" dirty="0"/>
          </a:p>
          <a:p>
            <a:pPr marL="571500" indent="-457200">
              <a:lnSpc>
                <a:spcPct val="100000"/>
              </a:lnSpc>
              <a:spcBef>
                <a:spcPts val="600"/>
              </a:spcBef>
            </a:pPr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3A54BA-541A-4C48-A19D-D545BF9ED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90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DA4699-DCB7-8496-927D-2158F9F4C485}"/>
              </a:ext>
            </a:extLst>
          </p:cNvPr>
          <p:cNvSpPr/>
          <p:nvPr/>
        </p:nvSpPr>
        <p:spPr>
          <a:xfrm>
            <a:off x="581447" y="2735572"/>
            <a:ext cx="10870961" cy="1985073"/>
          </a:xfrm>
          <a:prstGeom prst="rect">
            <a:avLst/>
          </a:prstGeom>
          <a:solidFill>
            <a:srgbClr val="FFE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Externalities and Property Rights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456791"/>
            <a:ext cx="10207172" cy="4755473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1800" dirty="0"/>
          </a:p>
          <a:p>
            <a:pPr eaLnBrk="1" hangingPunct="1"/>
            <a:r>
              <a:rPr lang="en-US" altLang="en-US" sz="2000" b="1" dirty="0"/>
              <a:t>Coase (1960):</a:t>
            </a:r>
            <a:r>
              <a:rPr lang="en-US" altLang="en-US" sz="2000" dirty="0"/>
              <a:t> Maybe the main problem here is not the externality per se, but some </a:t>
            </a:r>
            <a:r>
              <a:rPr lang="en-US" altLang="en-US" sz="2000" b="1" dirty="0">
                <a:solidFill>
                  <a:srgbClr val="0000FF"/>
                </a:solidFill>
              </a:rPr>
              <a:t>missing markets</a:t>
            </a:r>
            <a:r>
              <a:rPr lang="en-US" altLang="en-US" sz="2000" dirty="0"/>
              <a:t>… What if noise pollution was tradeable?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This is meaningful only if </a:t>
            </a:r>
            <a:r>
              <a:rPr lang="en-US" altLang="en-US" sz="2000" b="1" dirty="0">
                <a:solidFill>
                  <a:srgbClr val="0000FF"/>
                </a:solidFill>
              </a:rPr>
              <a:t>property rights</a:t>
            </a:r>
            <a:r>
              <a:rPr lang="en-US" altLang="en-US" sz="2000" dirty="0"/>
              <a:t> are well defined</a:t>
            </a:r>
            <a:br>
              <a:rPr lang="en-US" altLang="en-US" sz="2000" dirty="0"/>
            </a:br>
            <a:endParaRPr lang="en-US" altLang="en-US" sz="2000" dirty="0"/>
          </a:p>
          <a:p>
            <a:pPr lvl="1"/>
            <a:r>
              <a:rPr lang="en-US" altLang="en-US" sz="1800" dirty="0"/>
              <a:t>Holders of property rights have the </a:t>
            </a:r>
            <a:r>
              <a:rPr lang="en-US" altLang="en-US" sz="1800" i="1" dirty="0"/>
              <a:t>exclusive privilege</a:t>
            </a:r>
            <a:r>
              <a:rPr lang="en-US" altLang="en-US" sz="1800" dirty="0"/>
              <a:t> to own and use it.</a:t>
            </a:r>
            <a:br>
              <a:rPr lang="en-US" altLang="en-US" sz="1800" dirty="0"/>
            </a:br>
            <a:endParaRPr lang="en-US" altLang="en-US" sz="1800" dirty="0"/>
          </a:p>
          <a:p>
            <a:pPr lvl="1"/>
            <a:r>
              <a:rPr lang="en-US" altLang="en-US" sz="1800" dirty="0"/>
              <a:t>Any trading agreement reached is hence enforceable.</a:t>
            </a:r>
          </a:p>
          <a:p>
            <a:pPr eaLnBrk="1" hangingPunct="1"/>
            <a:endParaRPr lang="en-US" altLang="en-US" sz="1800" dirty="0"/>
          </a:p>
          <a:p>
            <a:pPr eaLnBrk="1" hangingPunct="1"/>
            <a:endParaRPr lang="en-US" altLang="en-US" sz="2000" dirty="0"/>
          </a:p>
          <a:p>
            <a:pPr eaLnBrk="1" hangingPunct="1"/>
            <a:endParaRPr lang="en-US" altLang="en-US" sz="2000" dirty="0"/>
          </a:p>
          <a:p>
            <a:pPr marL="571500" indent="-457200">
              <a:lnSpc>
                <a:spcPct val="100000"/>
              </a:lnSpc>
              <a:spcBef>
                <a:spcPts val="600"/>
              </a:spcBef>
            </a:pPr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26E259-2697-41AF-AF13-E2FB92DF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154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Externalities and Property Rights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456791"/>
            <a:ext cx="10207172" cy="4755473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2000"/>
              <a:t>Suppose now, Alice and Teddy can bargain on the vehicle repair shop’s output level. Consider the following 3 scenarios:</a:t>
            </a:r>
          </a:p>
          <a:p>
            <a:pPr eaLnBrk="1" hangingPunct="1"/>
            <a:endParaRPr lang="en-US" altLang="en-US" sz="2000"/>
          </a:p>
          <a:p>
            <a:pPr marL="914400" lvl="1" indent="-457200">
              <a:buFont typeface="+mj-lt"/>
              <a:buAutoNum type="arabicPeriod"/>
            </a:pPr>
            <a:r>
              <a:rPr lang="en-US" altLang="en-US" sz="2000"/>
              <a:t>No property rights.</a:t>
            </a:r>
          </a:p>
          <a:p>
            <a:pPr marL="914400" lvl="1" indent="-457200">
              <a:buFont typeface="+mj-lt"/>
              <a:buAutoNum type="arabicPeriod"/>
            </a:pPr>
            <a:endParaRPr lang="en-US" altLang="en-US" sz="2000"/>
          </a:p>
          <a:p>
            <a:pPr marL="914400" lvl="1" indent="-457200">
              <a:buFont typeface="+mj-lt"/>
              <a:buAutoNum type="arabicPeriod"/>
            </a:pPr>
            <a:r>
              <a:rPr lang="en-US" altLang="en-US" sz="2000"/>
              <a:t>Teddy owns the property right to (not) pollute.</a:t>
            </a:r>
          </a:p>
          <a:p>
            <a:pPr marL="914400" lvl="1" indent="-457200">
              <a:buFont typeface="+mj-lt"/>
              <a:buAutoNum type="arabicPeriod"/>
            </a:pPr>
            <a:endParaRPr lang="en-US" altLang="en-US" sz="2000"/>
          </a:p>
          <a:p>
            <a:pPr marL="914400" lvl="1" indent="-457200">
              <a:buFont typeface="+mj-lt"/>
              <a:buAutoNum type="arabicPeriod"/>
            </a:pPr>
            <a:r>
              <a:rPr lang="en-US" altLang="en-US" sz="2000"/>
              <a:t>Alice owns the property right to pollute.</a:t>
            </a:r>
          </a:p>
          <a:p>
            <a:pPr eaLnBrk="1" hangingPunct="1"/>
            <a:endParaRPr lang="en-US" altLang="en-US" sz="2000"/>
          </a:p>
          <a:p>
            <a:pPr eaLnBrk="1" hangingPunct="1"/>
            <a:endParaRPr lang="en-US" altLang="en-US" sz="2000"/>
          </a:p>
          <a:p>
            <a:pPr marL="571500" indent="-457200">
              <a:lnSpc>
                <a:spcPct val="100000"/>
              </a:lnSpc>
              <a:spcBef>
                <a:spcPts val="600"/>
              </a:spcBef>
            </a:pPr>
            <a:endParaRPr lang="en-US" altLang="en-US" sz="20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26E259-2697-41AF-AF13-E2FB92DF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214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No Property Rights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877"/>
            <a:ext cx="10207172" cy="4755473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Suppose the property right is not defined and/or the court does not enforce it.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Then there is nothing to bargain about.</a:t>
            </a:r>
          </a:p>
          <a:p>
            <a:pPr lvl="1"/>
            <a:r>
              <a:rPr lang="en-US" altLang="en-US" sz="1800" dirty="0"/>
              <a:t>Regardless of any informal “agreement”, Alice keeps producing any level she wants, knowing that there won’t be any (legal) consequence.</a:t>
            </a:r>
          </a:p>
          <a:p>
            <a:pPr lvl="1"/>
            <a:r>
              <a:rPr lang="en-US" altLang="en-US" sz="1800" dirty="0"/>
              <a:t>They won’t pay anything to each other, knowing that any informal agreement would be violated anyways.</a:t>
            </a:r>
          </a:p>
          <a:p>
            <a:pPr lvl="1"/>
            <a:endParaRPr lang="en-US" altLang="en-US" sz="1800" dirty="0"/>
          </a:p>
          <a:p>
            <a:pPr marL="0" indent="0">
              <a:buNone/>
            </a:pPr>
            <a:r>
              <a:rPr lang="en-US" altLang="en-US" sz="2000" b="1" dirty="0"/>
              <a:t>Outcome: Alice works 3 cars, and the total profit is 260.</a:t>
            </a:r>
          </a:p>
          <a:p>
            <a:pPr lvl="1"/>
            <a:endParaRPr lang="en-US" altLang="en-US" sz="2000" dirty="0"/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  <a:p>
            <a:pPr marL="571500" indent="-457200">
              <a:lnSpc>
                <a:spcPct val="100000"/>
              </a:lnSpc>
              <a:spcBef>
                <a:spcPts val="600"/>
              </a:spcBef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A7D961-7AF2-4A12-ABD4-D29902F25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6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0DC877-9D8E-B879-BCCC-C6FC763140D9}"/>
              </a:ext>
            </a:extLst>
          </p:cNvPr>
          <p:cNvSpPr/>
          <p:nvPr/>
        </p:nvSpPr>
        <p:spPr>
          <a:xfrm>
            <a:off x="660519" y="4424736"/>
            <a:ext cx="10870961" cy="741850"/>
          </a:xfrm>
          <a:prstGeom prst="rect">
            <a:avLst/>
          </a:prstGeom>
          <a:solidFill>
            <a:srgbClr val="FFE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Teddy has the Property Right.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737402"/>
            <a:ext cx="10207172" cy="475547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1800" dirty="0"/>
              <a:t>Now suppose that the court grants Teddy the property right (not) to have noise pollution. </a:t>
            </a:r>
            <a:br>
              <a:rPr lang="en-US" altLang="en-US" sz="1800" dirty="0"/>
            </a:br>
            <a:r>
              <a:rPr lang="en-US" altLang="en-US" sz="1800" dirty="0"/>
              <a:t>If he wishes, he can force Alice to work his </a:t>
            </a:r>
            <a:r>
              <a:rPr lang="en-US" altLang="en-US" sz="1800" i="1" dirty="0"/>
              <a:t>initially preferred option </a:t>
            </a:r>
            <a:r>
              <a:rPr lang="en-US" altLang="en-US" sz="1800" dirty="0"/>
              <a:t>of 0 cars.</a:t>
            </a:r>
            <a:endParaRPr lang="en-US" altLang="en-US" sz="1400" dirty="0"/>
          </a:p>
          <a:p>
            <a:pPr eaLnBrk="1" hangingPunct="1"/>
            <a:endParaRPr lang="en-US" altLang="en-US" sz="1800" dirty="0"/>
          </a:p>
          <a:p>
            <a:pPr eaLnBrk="1" hangingPunct="1"/>
            <a:r>
              <a:rPr lang="en-US" altLang="en-US" sz="1800" dirty="0"/>
              <a:t>But this is not ideal as he can do better by selling Alice the right to pollute a certain amount:</a:t>
            </a:r>
          </a:p>
          <a:p>
            <a:pPr lvl="1"/>
            <a:r>
              <a:rPr lang="en-US" altLang="en-US" sz="1800" dirty="0"/>
              <a:t>Consider an agreement where Alice works 2 cars. </a:t>
            </a:r>
            <a:br>
              <a:rPr lang="en-US" altLang="en-US" sz="1800" dirty="0"/>
            </a:br>
            <a:r>
              <a:rPr lang="en-US" altLang="en-US" sz="1800" dirty="0"/>
              <a:t>Teddy is willing to do so for at least 230-170=60. </a:t>
            </a:r>
            <a:br>
              <a:rPr lang="en-US" altLang="en-US" sz="1800" dirty="0"/>
            </a:br>
            <a:r>
              <a:rPr lang="en-US" altLang="en-US" sz="1800" dirty="0"/>
              <a:t>Alice is willing to pay at most 150-0=150. </a:t>
            </a:r>
          </a:p>
          <a:p>
            <a:pPr lvl="1"/>
            <a:r>
              <a:rPr lang="en-US" altLang="en-US" sz="1800" i="1" dirty="0"/>
              <a:t>They can agree on this at some price between 60 and 150. </a:t>
            </a:r>
          </a:p>
          <a:p>
            <a:pPr lvl="1"/>
            <a:endParaRPr lang="en-US" altLang="en-US" sz="1600" dirty="0"/>
          </a:p>
          <a:p>
            <a:r>
              <a:rPr lang="en-US" altLang="en-US" sz="1800" dirty="0"/>
              <a:t>Any agreement which does not </a:t>
            </a:r>
            <a:r>
              <a:rPr lang="en-US" altLang="en-US" sz="1800" dirty="0" err="1"/>
              <a:t>maximise</a:t>
            </a:r>
            <a:r>
              <a:rPr lang="en-US" altLang="en-US" sz="1800" dirty="0"/>
              <a:t> their total profits will be </a:t>
            </a:r>
            <a:r>
              <a:rPr lang="en-US" altLang="en-US" sz="1800" b="1" dirty="0">
                <a:solidFill>
                  <a:srgbClr val="0000FF"/>
                </a:solidFill>
              </a:rPr>
              <a:t>pareto dominated </a:t>
            </a:r>
            <a:r>
              <a:rPr lang="en-US" altLang="en-US" sz="1800" dirty="0"/>
              <a:t>by one which </a:t>
            </a:r>
            <a:r>
              <a:rPr lang="en-US" altLang="en-US" sz="1800" dirty="0" err="1"/>
              <a:t>maximises</a:t>
            </a:r>
            <a:r>
              <a:rPr lang="en-US" altLang="en-US" sz="1800" dirty="0"/>
              <a:t> total profits</a:t>
            </a:r>
            <a:r>
              <a:rPr lang="en-US" altLang="en-US" sz="2000" dirty="0"/>
              <a:t>. </a:t>
            </a:r>
          </a:p>
          <a:p>
            <a:endParaRPr lang="en-US" altLang="en-US" sz="2000" dirty="0"/>
          </a:p>
          <a:p>
            <a:pPr marL="0" indent="0">
              <a:buNone/>
            </a:pPr>
            <a:r>
              <a:rPr lang="en-US" altLang="en-US" sz="2000" b="1" dirty="0"/>
              <a:t>Final agreement: Alice allowed to produce </a:t>
            </a:r>
            <a:r>
              <a:rPr lang="en-US" altLang="en-US" sz="2000" b="1" u="sng" dirty="0"/>
              <a:t>2 cars </a:t>
            </a:r>
            <a:r>
              <a:rPr lang="en-US" altLang="en-US" sz="2000" b="1" dirty="0"/>
              <a:t>for some price between 60 and 150.</a:t>
            </a:r>
          </a:p>
          <a:p>
            <a:pPr eaLnBrk="1" hangingPunct="1"/>
            <a:endParaRPr lang="en-US" altLang="en-US" sz="2000" dirty="0"/>
          </a:p>
          <a:p>
            <a:pPr marL="571500" indent="-457200">
              <a:lnSpc>
                <a:spcPct val="100000"/>
              </a:lnSpc>
              <a:spcBef>
                <a:spcPts val="600"/>
              </a:spcBef>
            </a:pPr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29450F-5EB3-4246-A341-144BC78E6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872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Alice has the Property Right.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737402"/>
            <a:ext cx="10207172" cy="475547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000" dirty="0"/>
              <a:t>Now suppose that the court grants Alice the property right to create noise pollution. </a:t>
            </a:r>
            <a:br>
              <a:rPr lang="en-US" altLang="en-US" sz="2000" dirty="0"/>
            </a:br>
            <a:r>
              <a:rPr lang="en-US" altLang="en-US" sz="2000" dirty="0"/>
              <a:t>This means that she can work on her </a:t>
            </a:r>
            <a:r>
              <a:rPr lang="en-US" altLang="en-US" sz="2000" i="1" dirty="0"/>
              <a:t>initially preferred option</a:t>
            </a:r>
            <a:r>
              <a:rPr lang="en-US" altLang="en-US" sz="2000" dirty="0"/>
              <a:t> of 3 cars.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But this is not ideal as she can do better by selling Teddy part of the property rights.</a:t>
            </a:r>
          </a:p>
          <a:p>
            <a:pPr lvl="1"/>
            <a:r>
              <a:rPr lang="en-US" altLang="en-US" sz="1800" dirty="0"/>
              <a:t>Consider an agreement where Alice reduces output to 2 cars. </a:t>
            </a:r>
            <a:br>
              <a:rPr lang="en-US" altLang="en-US" sz="1800" dirty="0"/>
            </a:br>
            <a:r>
              <a:rPr lang="en-US" altLang="en-US" sz="1800" dirty="0"/>
              <a:t>Alice is willing to do so for at least  160-150=10. </a:t>
            </a:r>
            <a:br>
              <a:rPr lang="en-US" altLang="en-US" sz="1800" dirty="0"/>
            </a:br>
            <a:r>
              <a:rPr lang="en-US" altLang="en-US" sz="1800" dirty="0"/>
              <a:t>Teddy is willing to pay at most 170-100=70. </a:t>
            </a:r>
          </a:p>
          <a:p>
            <a:pPr lvl="1"/>
            <a:r>
              <a:rPr lang="en-US" altLang="en-US" sz="1800" i="1" dirty="0"/>
              <a:t>They can agree on this at some price between 10 and 70. </a:t>
            </a:r>
            <a:endParaRPr lang="en-US" altLang="en-US" sz="1800" i="1" dirty="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en-US" altLang="en-US" sz="2000" dirty="0">
              <a:solidFill>
                <a:srgbClr val="FF0000"/>
              </a:solidFill>
            </a:endParaRPr>
          </a:p>
          <a:p>
            <a:pPr marL="0" indent="0" eaLnBrk="1" hangingPunct="1">
              <a:buNone/>
            </a:pPr>
            <a:r>
              <a:rPr lang="en-US" altLang="en-US" sz="2000" b="1" dirty="0"/>
              <a:t>Final agreement: Alice agrees to produce only </a:t>
            </a:r>
            <a:r>
              <a:rPr lang="en-US" altLang="en-US" sz="2000" b="1" u="sng" dirty="0"/>
              <a:t>2 cars </a:t>
            </a:r>
            <a:r>
              <a:rPr lang="en-US" altLang="en-US" sz="2000" b="1" dirty="0"/>
              <a:t>for some price between 10 and 70.</a:t>
            </a:r>
          </a:p>
          <a:p>
            <a:pPr eaLnBrk="1" hangingPunct="1"/>
            <a:endParaRPr lang="en-US" altLang="en-US" sz="2400" dirty="0"/>
          </a:p>
          <a:p>
            <a:pPr marL="571500" indent="-457200">
              <a:lnSpc>
                <a:spcPct val="100000"/>
              </a:lnSpc>
              <a:spcBef>
                <a:spcPts val="600"/>
              </a:spcBef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389CB-53E7-47B6-97EE-7693A64D5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06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F62588-04E7-07D9-1B54-F98032998818}"/>
              </a:ext>
            </a:extLst>
          </p:cNvPr>
          <p:cNvSpPr/>
          <p:nvPr/>
        </p:nvSpPr>
        <p:spPr>
          <a:xfrm>
            <a:off x="660518" y="2468430"/>
            <a:ext cx="10870961" cy="1889807"/>
          </a:xfrm>
          <a:prstGeom prst="rect">
            <a:avLst/>
          </a:prstGeom>
          <a:solidFill>
            <a:srgbClr val="FFE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The Coase Theorem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456791"/>
            <a:ext cx="10207172" cy="4899559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000" dirty="0"/>
              <a:t>Notice that in each case, the final agreement arrived at, is the socially optimal outcome. </a:t>
            </a:r>
          </a:p>
          <a:p>
            <a:pPr lvl="1"/>
            <a:r>
              <a:rPr lang="en-US" altLang="en-US" sz="2000" dirty="0"/>
              <a:t>This demonstrates the results of the Coase Theorem.</a:t>
            </a:r>
          </a:p>
          <a:p>
            <a:pPr lvl="1"/>
            <a:endParaRPr lang="en-US" altLang="en-US" sz="2000" dirty="0"/>
          </a:p>
          <a:p>
            <a:pPr lvl="1"/>
            <a:endParaRPr lang="en-US" altLang="en-US" sz="2000" dirty="0"/>
          </a:p>
          <a:p>
            <a:pPr lvl="1"/>
            <a:endParaRPr lang="en-US" altLang="en-US" sz="2000" dirty="0"/>
          </a:p>
          <a:p>
            <a:pPr lvl="1"/>
            <a:endParaRPr lang="en-US" altLang="en-US" sz="2000" dirty="0"/>
          </a:p>
          <a:p>
            <a:pPr lvl="1"/>
            <a:endParaRPr lang="en-US" altLang="en-US" sz="2000" dirty="0"/>
          </a:p>
          <a:p>
            <a:pPr lvl="1"/>
            <a:endParaRPr lang="en-US" altLang="en-US" sz="2000" dirty="0"/>
          </a:p>
          <a:p>
            <a:pPr lvl="1"/>
            <a:endParaRPr lang="en-US" altLang="en-US" sz="2000" dirty="0"/>
          </a:p>
          <a:p>
            <a:pPr eaLnBrk="1" hangingPunct="1"/>
            <a:endParaRPr lang="en-US" altLang="ja-JP" sz="2000" dirty="0"/>
          </a:p>
          <a:p>
            <a:pPr eaLnBrk="1" hangingPunct="1"/>
            <a:r>
              <a:rPr lang="en-US" altLang="ja-JP" sz="2000" dirty="0"/>
              <a:t>Insight: most externality problems are due to an </a:t>
            </a:r>
            <a:r>
              <a:rPr lang="en-US" altLang="ja-JP" sz="2000" b="1" dirty="0"/>
              <a:t>inadequate specification of property rights</a:t>
            </a:r>
            <a:r>
              <a:rPr lang="en-US" altLang="ja-JP" sz="2000" dirty="0"/>
              <a:t> and, consequently, an </a:t>
            </a:r>
            <a:r>
              <a:rPr lang="en-US" altLang="ja-JP" sz="2000" b="1" u="sng" dirty="0"/>
              <a:t>absence of markets</a:t>
            </a:r>
            <a:r>
              <a:rPr lang="en-US" altLang="ja-JP" sz="2000" dirty="0"/>
              <a:t> in which trade can be used to internalize external costs or benefits.</a:t>
            </a:r>
          </a:p>
          <a:p>
            <a:endParaRPr lang="en-US" altLang="en-US" sz="2000" dirty="0"/>
          </a:p>
          <a:p>
            <a:pPr lvl="1"/>
            <a:endParaRPr lang="en-US" altLang="en-US" sz="2000" dirty="0"/>
          </a:p>
          <a:p>
            <a:pPr marL="457200" lvl="1" indent="0">
              <a:buNone/>
            </a:pPr>
            <a:endParaRPr lang="en-US" altLang="en-US" sz="2000" dirty="0"/>
          </a:p>
          <a:p>
            <a:pPr marL="0" indent="0">
              <a:buNone/>
            </a:pPr>
            <a:endParaRPr lang="en-US" altLang="en-US" sz="2000" dirty="0"/>
          </a:p>
          <a:p>
            <a:pPr marL="0" indent="0">
              <a:buNone/>
            </a:pPr>
            <a:endParaRPr lang="en-US" altLang="en-US" sz="2000" dirty="0"/>
          </a:p>
          <a:p>
            <a:pPr marL="0" indent="0">
              <a:buNone/>
            </a:pPr>
            <a:endParaRPr lang="en-US" altLang="en-US" sz="2000" dirty="0"/>
          </a:p>
          <a:p>
            <a:pPr marL="571500" indent="-457200">
              <a:lnSpc>
                <a:spcPct val="100000"/>
              </a:lnSpc>
              <a:spcBef>
                <a:spcPts val="600"/>
              </a:spcBef>
            </a:pPr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05386E-EED0-4275-9BF3-456E51546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27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4A94623-2CF7-4250-B95B-923FBCB7384E}"/>
              </a:ext>
            </a:extLst>
          </p:cNvPr>
          <p:cNvSpPr txBox="1">
            <a:spLocks/>
          </p:cNvSpPr>
          <p:nvPr/>
        </p:nvSpPr>
        <p:spPr>
          <a:xfrm>
            <a:off x="838199" y="2417188"/>
            <a:ext cx="10515600" cy="1941049"/>
          </a:xfrm>
          <a:prstGeom prst="rect">
            <a:avLst/>
          </a:prstGeom>
          <a:ln w="38100"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br>
              <a:rPr lang="en-US" sz="2400" b="1" dirty="0"/>
            </a:br>
            <a:r>
              <a:rPr lang="en-US" sz="2600" b="1" dirty="0"/>
              <a:t>Coase Theorem</a:t>
            </a:r>
          </a:p>
          <a:p>
            <a:pPr marL="0" indent="0">
              <a:buNone/>
            </a:pPr>
            <a:r>
              <a:rPr lang="en-US" altLang="en-US" sz="2000" i="1" dirty="0"/>
              <a:t>If property rights are clearly defined and protected, there are no transactions costs (such as haggling costs/information asymmetry), and preferences are quasi-linear (no wealth effects), then the </a:t>
            </a:r>
            <a:r>
              <a:rPr lang="en-US" altLang="en-US" sz="2000" i="1" u="sng" dirty="0"/>
              <a:t>same socially optimal outcome</a:t>
            </a:r>
            <a:r>
              <a:rPr lang="en-US" altLang="en-US" sz="2000" i="1" dirty="0"/>
              <a:t> results, regardless of who is assigned the property right initially.</a:t>
            </a:r>
            <a:br>
              <a:rPr lang="en-US" altLang="en-US" i="1" dirty="0"/>
            </a:br>
            <a:endParaRPr lang="en-US" altLang="en-US" i="1" dirty="0"/>
          </a:p>
          <a:p>
            <a:pPr marL="0" indent="0">
              <a:buNone/>
            </a:pPr>
            <a:endParaRPr lang="en-US" altLang="en-US" i="1" dirty="0"/>
          </a:p>
          <a:p>
            <a:pPr marL="0" indent="0">
              <a:buNone/>
            </a:pPr>
            <a:endParaRPr lang="en-US" altLang="en-US" i="1" dirty="0"/>
          </a:p>
          <a:p>
            <a:pPr marL="0" indent="0">
              <a:buFont typeface="Arial" panose="020B0604020202020204" pitchFamily="34" charset="0"/>
              <a:buNone/>
            </a:pP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719260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Remarks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456791"/>
            <a:ext cx="10207172" cy="4755473"/>
          </a:xfrm>
        </p:spPr>
        <p:txBody>
          <a:bodyPr>
            <a:normAutofit/>
          </a:bodyPr>
          <a:lstStyle/>
          <a:p>
            <a:endParaRPr lang="en-US" altLang="en-US" sz="2000" dirty="0"/>
          </a:p>
          <a:p>
            <a:r>
              <a:rPr lang="en-US" altLang="en-US" sz="2000" dirty="0"/>
              <a:t>Property rights creates a market for trading noise pollution rights: </a:t>
            </a:r>
            <a:r>
              <a:rPr lang="en-US" altLang="en-US" sz="2000" b="1" dirty="0"/>
              <a:t>restores complete markets</a:t>
            </a:r>
            <a:r>
              <a:rPr lang="en-US" altLang="en-US" sz="2000" dirty="0"/>
              <a:t>.</a:t>
            </a:r>
            <a:endParaRPr lang="en-US" altLang="en-US" sz="1800" dirty="0"/>
          </a:p>
          <a:p>
            <a:pPr lvl="1"/>
            <a:r>
              <a:rPr lang="en-US" altLang="en-US" sz="1800" dirty="0"/>
              <a:t>By the FWT, when we have complete markets, the competitive allocation is pareto efficient.</a:t>
            </a:r>
          </a:p>
          <a:p>
            <a:endParaRPr lang="en-SG" altLang="en-US" sz="2000" dirty="0"/>
          </a:p>
          <a:p>
            <a:r>
              <a:rPr lang="en-SG" altLang="en-US" sz="2000" dirty="0"/>
              <a:t>Property rights rely on the free market and require less knowledge on the actual extent of external, but:</a:t>
            </a:r>
          </a:p>
          <a:p>
            <a:pPr lvl="1"/>
            <a:r>
              <a:rPr lang="en-US" altLang="en-US" sz="1600" dirty="0"/>
              <a:t>Defining property rights can be difficult and costly: </a:t>
            </a:r>
            <a:r>
              <a:rPr lang="en-US" altLang="en-US" sz="1600" i="1" dirty="0"/>
              <a:t>How can one define the rights to be healthy/COVID free? </a:t>
            </a:r>
          </a:p>
          <a:p>
            <a:pPr lvl="1"/>
            <a:r>
              <a:rPr lang="en-US" altLang="en-US" sz="1600" dirty="0"/>
              <a:t>Bargaining can be difficult if many parties are involved: </a:t>
            </a:r>
            <a:r>
              <a:rPr lang="en-US" altLang="en-US" sz="1600" i="1" dirty="0"/>
              <a:t>Amongst others, who benefits the most from my vaccination?</a:t>
            </a:r>
          </a:p>
          <a:p>
            <a:pPr lvl="1"/>
            <a:r>
              <a:rPr lang="en-US" altLang="en-US" sz="1600" dirty="0"/>
              <a:t>When externalities are “global”, hard to enforce: </a:t>
            </a:r>
            <a:r>
              <a:rPr lang="en-US" altLang="en-US" sz="1600" i="1" dirty="0"/>
              <a:t>Can one country have jurisdiction on the vaccination policies of other countries?</a:t>
            </a:r>
            <a:endParaRPr lang="en-US" altLang="en-US" sz="1600" dirty="0"/>
          </a:p>
          <a:p>
            <a:endParaRPr lang="en-US" altLang="en-US" sz="1800" i="1" dirty="0"/>
          </a:p>
          <a:p>
            <a:pPr eaLnBrk="1" hangingPunct="1"/>
            <a:endParaRPr lang="en-US" altLang="en-US" dirty="0"/>
          </a:p>
          <a:p>
            <a:pPr marL="571500" indent="-457200">
              <a:lnSpc>
                <a:spcPct val="100000"/>
              </a:lnSpc>
              <a:spcBef>
                <a:spcPts val="600"/>
              </a:spcBef>
            </a:pPr>
            <a:endParaRPr lang="en-US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8C0FC3-928C-479A-A211-434A2B582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9170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Remarks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456791"/>
            <a:ext cx="10207172" cy="4755473"/>
          </a:xfrm>
        </p:spPr>
        <p:txBody>
          <a:bodyPr>
            <a:normAutofit/>
          </a:bodyPr>
          <a:lstStyle/>
          <a:p>
            <a:endParaRPr lang="en-US" altLang="en-US" sz="2000" dirty="0"/>
          </a:p>
          <a:p>
            <a:r>
              <a:rPr lang="en-US" altLang="en-US" sz="2000" dirty="0"/>
              <a:t>The theorem mentions quasi-linearity.. What are its implications?</a:t>
            </a:r>
          </a:p>
          <a:p>
            <a:pPr lvl="1"/>
            <a:r>
              <a:rPr lang="en-US" altLang="en-US" sz="1800" dirty="0"/>
              <a:t>From HE2001, recall that with quasi-linearity, pareto efficient allocations (with transfers) must be utilitarian (and socially optimal). </a:t>
            </a:r>
            <a:r>
              <a:rPr lang="en-US" altLang="en-US" sz="1800" i="1" dirty="0"/>
              <a:t>If there is a </a:t>
            </a:r>
            <a:r>
              <a:rPr lang="en-US" altLang="en-US" sz="1800" b="1" i="1" dirty="0"/>
              <a:t>unique utilitarian allocation of goods </a:t>
            </a:r>
            <a:r>
              <a:rPr lang="en-US" altLang="en-US" sz="1800" b="1" i="1" dirty="0">
                <a:solidFill>
                  <a:srgbClr val="FF0000"/>
                </a:solidFill>
              </a:rPr>
              <a:t>(besides money)</a:t>
            </a:r>
            <a:r>
              <a:rPr lang="en-US" altLang="en-US" sz="1800" i="1" dirty="0"/>
              <a:t>, then no matter who we assign property rights to, we must arrive at this.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What if preferences are not quasi-linear?</a:t>
            </a:r>
          </a:p>
          <a:p>
            <a:pPr lvl="1"/>
            <a:r>
              <a:rPr lang="en-US" altLang="en-US" sz="1800" dirty="0"/>
              <a:t>Pareto efficient allocations (with transfers) may not be utilitarian. </a:t>
            </a:r>
            <a:br>
              <a:rPr lang="en-US" altLang="en-US" sz="1800" dirty="0"/>
            </a:br>
            <a:r>
              <a:rPr lang="en-US" altLang="en-US" sz="1800" i="1" dirty="0"/>
              <a:t>I.e., depending on who we assign property rights to, a different pareto efficient allocation may be attained.</a:t>
            </a:r>
            <a:br>
              <a:rPr lang="en-US" altLang="en-US" sz="1800" i="1" dirty="0"/>
            </a:br>
            <a:endParaRPr lang="en-US" altLang="en-US" sz="1800" i="1" dirty="0"/>
          </a:p>
          <a:p>
            <a:pPr eaLnBrk="1" hangingPunct="1"/>
            <a:endParaRPr lang="en-US" altLang="en-US" dirty="0"/>
          </a:p>
          <a:p>
            <a:pPr marL="571500" indent="-457200">
              <a:lnSpc>
                <a:spcPct val="100000"/>
              </a:lnSpc>
              <a:spcBef>
                <a:spcPts val="600"/>
              </a:spcBef>
            </a:pPr>
            <a:endParaRPr lang="en-US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8C0FC3-928C-479A-A211-434A2B582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29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A02470-2B51-4F89-38AF-A29D1555ABC0}"/>
              </a:ext>
            </a:extLst>
          </p:cNvPr>
          <p:cNvSpPr txBox="1"/>
          <p:nvPr/>
        </p:nvSpPr>
        <p:spPr>
          <a:xfrm>
            <a:off x="9122654" y="3720661"/>
            <a:ext cx="1565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solidFill>
                  <a:srgbClr val="FF0000"/>
                </a:solidFill>
              </a:rPr>
              <a:t>Example later!</a:t>
            </a:r>
          </a:p>
        </p:txBody>
      </p:sp>
    </p:spTree>
    <p:extLst>
      <p:ext uri="{BB962C8B-B14F-4D97-AF65-F5344CB8AC3E}">
        <p14:creationId xmlns:p14="http://schemas.microsoft.com/office/powerpoint/2010/main" val="3346913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43E6D-5E96-47AF-A6F6-4BD89360D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 Question 2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E7B1F-48FD-4DCB-B79D-721D5170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30</a:t>
            </a:fld>
            <a:endParaRPr lang="en-GB"/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817A8DB7-E7E8-4062-988B-0A1FB9905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4396"/>
            <a:ext cx="10128320" cy="7073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Consider a similar scenario as before, but with different values as below. </a:t>
            </a:r>
            <a:br>
              <a:rPr lang="en-US" sz="2000" dirty="0"/>
            </a:br>
            <a:r>
              <a:rPr lang="en-US" sz="2000" dirty="0"/>
              <a:t>Suppose Teddy is assigned property rights. </a:t>
            </a:r>
          </a:p>
        </p:txBody>
      </p:sp>
      <p:graphicFrame>
        <p:nvGraphicFramePr>
          <p:cNvPr id="19" name="Table 5">
            <a:extLst>
              <a:ext uri="{FF2B5EF4-FFF2-40B4-BE49-F238E27FC236}">
                <a16:creationId xmlns:a16="http://schemas.microsoft.com/office/drawing/2014/main" id="{46F66136-5A25-47B5-9F66-C10B7AC30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369032"/>
              </p:ext>
            </p:extLst>
          </p:nvPr>
        </p:nvGraphicFramePr>
        <p:xfrm>
          <a:off x="3004740" y="2378533"/>
          <a:ext cx="6182520" cy="201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5630">
                  <a:extLst>
                    <a:ext uri="{9D8B030D-6E8A-4147-A177-3AD203B41FA5}">
                      <a16:colId xmlns:a16="http://schemas.microsoft.com/office/drawing/2014/main" val="800191972"/>
                    </a:ext>
                  </a:extLst>
                </a:gridCol>
                <a:gridCol w="1545630">
                  <a:extLst>
                    <a:ext uri="{9D8B030D-6E8A-4147-A177-3AD203B41FA5}">
                      <a16:colId xmlns:a16="http://schemas.microsoft.com/office/drawing/2014/main" val="3694526541"/>
                    </a:ext>
                  </a:extLst>
                </a:gridCol>
                <a:gridCol w="1545630">
                  <a:extLst>
                    <a:ext uri="{9D8B030D-6E8A-4147-A177-3AD203B41FA5}">
                      <a16:colId xmlns:a16="http://schemas.microsoft.com/office/drawing/2014/main" val="4013032856"/>
                    </a:ext>
                  </a:extLst>
                </a:gridCol>
                <a:gridCol w="1545630">
                  <a:extLst>
                    <a:ext uri="{9D8B030D-6E8A-4147-A177-3AD203B41FA5}">
                      <a16:colId xmlns:a16="http://schemas.microsoft.com/office/drawing/2014/main" val="2969217333"/>
                    </a:ext>
                  </a:extLst>
                </a:gridCol>
              </a:tblGrid>
              <a:tr h="227479">
                <a:tc>
                  <a:txBody>
                    <a:bodyPr/>
                    <a:lstStyle/>
                    <a:p>
                      <a:r>
                        <a:rPr lang="en-US" sz="1600"/>
                        <a:t>Alice’s o/p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Alice’s profit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Teddy’s profit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Total profit</a:t>
                      </a:r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605825"/>
                  </a:ext>
                </a:extLst>
              </a:tr>
              <a:tr h="220927">
                <a:tc>
                  <a:txBody>
                    <a:bodyPr/>
                    <a:lstStyle/>
                    <a:p>
                      <a:r>
                        <a:rPr lang="en-US" sz="1600"/>
                        <a:t>0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230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230</a:t>
                      </a:r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615015"/>
                  </a:ext>
                </a:extLst>
              </a:tr>
              <a:tr h="220927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130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210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340</a:t>
                      </a:r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623792"/>
                  </a:ext>
                </a:extLst>
              </a:tr>
              <a:tr h="220927">
                <a:tc>
                  <a:txBody>
                    <a:bodyPr/>
                    <a:lstStyle/>
                    <a:p>
                      <a:r>
                        <a:rPr lang="en-US" sz="1600"/>
                        <a:t>2</a:t>
                      </a:r>
                      <a:endParaRPr lang="en-GB" sz="16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160</a:t>
                      </a:r>
                      <a:endParaRPr lang="en-GB" sz="16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160</a:t>
                      </a:r>
                      <a:endParaRPr lang="en-GB" sz="16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320</a:t>
                      </a:r>
                      <a:endParaRPr lang="en-GB" sz="16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150106"/>
                  </a:ext>
                </a:extLst>
              </a:tr>
              <a:tr h="220927">
                <a:tc>
                  <a:txBody>
                    <a:bodyPr/>
                    <a:lstStyle/>
                    <a:p>
                      <a:r>
                        <a:rPr lang="en-US" sz="1600"/>
                        <a:t>3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140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120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260</a:t>
                      </a:r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848381"/>
                  </a:ext>
                </a:extLst>
              </a:tr>
              <a:tr h="220927">
                <a:tc>
                  <a:txBody>
                    <a:bodyPr/>
                    <a:lstStyle/>
                    <a:p>
                      <a:r>
                        <a:rPr lang="en-US" sz="1600"/>
                        <a:t>4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110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110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646333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F9123-5C68-66E3-E8EB-32D38AF961A4}"/>
              </a:ext>
            </a:extLst>
          </p:cNvPr>
          <p:cNvSpPr txBox="1">
            <a:spLocks/>
          </p:cNvSpPr>
          <p:nvPr/>
        </p:nvSpPr>
        <p:spPr>
          <a:xfrm>
            <a:off x="838200" y="4192307"/>
            <a:ext cx="10128320" cy="22551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AutoNum type="arabicParenR"/>
            </a:pPr>
            <a:endParaRPr lang="en-US" sz="2000" dirty="0"/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en-US" sz="2000" dirty="0"/>
              <a:t>Which of this will be the outcome? </a:t>
            </a:r>
            <a:br>
              <a:rPr lang="en-US" sz="2000" dirty="0"/>
            </a:br>
            <a:r>
              <a:rPr lang="en-US" sz="2000" dirty="0"/>
              <a:t>a) Alice produces 1 car.    b) Alice produces 2 cars.  c) Alice produces 3 cars.</a:t>
            </a:r>
          </a:p>
          <a:p>
            <a:pPr marL="0" indent="0">
              <a:buNone/>
            </a:pPr>
            <a:r>
              <a:rPr lang="en-US" sz="2000" dirty="0"/>
              <a:t>	Answer is a</a:t>
            </a:r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en-US" sz="2000" dirty="0"/>
              <a:t>Which of these are possible prices at which they can negotiate an agreement?</a:t>
            </a:r>
            <a:br>
              <a:rPr lang="en-US" sz="2000" dirty="0"/>
            </a:br>
            <a:r>
              <a:rPr lang="en-US" sz="2000" dirty="0"/>
              <a:t>a)</a:t>
            </a:r>
            <a:r>
              <a:rPr lang="en-US" sz="2000" b="1" dirty="0"/>
              <a:t> </a:t>
            </a:r>
            <a:r>
              <a:rPr lang="en-US" sz="2000" dirty="0"/>
              <a:t>65 </a:t>
            </a:r>
            <a:r>
              <a:rPr lang="en-US" sz="2000" b="1" dirty="0"/>
              <a:t>     </a:t>
            </a:r>
            <a:r>
              <a:rPr lang="en-US" sz="2000" dirty="0"/>
              <a:t>b) 140     c) 100     d)  30   e) 160</a:t>
            </a:r>
          </a:p>
          <a:p>
            <a:pPr marL="457200" lvl="1" indent="0">
              <a:buNone/>
            </a:pPr>
            <a:r>
              <a:rPr lang="en-US" sz="1600" dirty="0"/>
              <a:t>Answer is a, c and d</a:t>
            </a:r>
          </a:p>
          <a:p>
            <a:pPr marL="457200" lvl="1" indent="0">
              <a:buNone/>
            </a:pPr>
            <a:r>
              <a:rPr lang="en-US" sz="1600" dirty="0"/>
              <a:t>20&lt;p&lt;130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789CC3-D616-A99E-0355-E69117276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381" y="247762"/>
            <a:ext cx="1360376" cy="131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855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BC91-B477-4D87-98FF-6BD62F145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5757" y="2028549"/>
            <a:ext cx="7088603" cy="2031055"/>
          </a:xfrm>
        </p:spPr>
        <p:txBody>
          <a:bodyPr>
            <a:normAutofit/>
          </a:bodyPr>
          <a:lstStyle/>
          <a:p>
            <a:r>
              <a:rPr lang="en-US" sz="5200">
                <a:solidFill>
                  <a:schemeClr val="tx2"/>
                </a:solidFill>
              </a:rPr>
              <a:t>Externalities in the Edgeworth Box</a:t>
            </a:r>
            <a:endParaRPr lang="en-GB" sz="520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BD7E7-9410-4B78-B1F3-51222C9E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83179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0C3697-5109-8F1F-F181-CBFC5872E4CC}"/>
              </a:ext>
            </a:extLst>
          </p:cNvPr>
          <p:cNvSpPr/>
          <p:nvPr/>
        </p:nvSpPr>
        <p:spPr>
          <a:xfrm>
            <a:off x="564362" y="4178854"/>
            <a:ext cx="10870961" cy="1325563"/>
          </a:xfrm>
          <a:prstGeom prst="rect">
            <a:avLst/>
          </a:prstGeom>
          <a:solidFill>
            <a:srgbClr val="FFE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Revisiting the Edgeworth box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56791"/>
                <a:ext cx="10323286" cy="4755473"/>
              </a:xfrm>
            </p:spPr>
            <p:txBody>
              <a:bodyPr>
                <a:normAutofit/>
              </a:bodyPr>
              <a:lstStyle/>
              <a:p>
                <a:pPr eaLnBrk="1" hangingPunct="1"/>
                <a:endParaRPr lang="en-US" altLang="en-US" sz="2000" dirty="0"/>
              </a:p>
              <a:p>
                <a:pPr eaLnBrk="1" hangingPunct="1"/>
                <a:r>
                  <a:rPr lang="en-US" altLang="en-US" sz="2000" dirty="0"/>
                  <a:t>To visualize a more general case, let us consider a two-person economy with two commodities, money and smoke (generated by consuming cigarettes)..</a:t>
                </a:r>
              </a:p>
              <a:p>
                <a:pPr lvl="1"/>
                <a:r>
                  <a:rPr lang="en-US" altLang="en-US" sz="1800" dirty="0"/>
                  <a:t>Agent A is endowed with</a:t>
                </a:r>
                <a:r>
                  <a:rPr lang="en-US" altLang="en-US" sz="1800" spc="300" dirty="0"/>
                  <a:t> </a:t>
                </a:r>
                <a14:m>
                  <m:oMath xmlns:m="http://schemas.openxmlformats.org/officeDocument/2006/math">
                    <m:r>
                      <a:rPr lang="en-US" altLang="en-US" sz="1800" b="0" i="0" spc="300" smtClean="0">
                        <a:latin typeface="Cambria Math" panose="02040503050406030204" pitchFamily="18" charset="0"/>
                      </a:rPr>
                      <m:t>$</m:t>
                    </m:r>
                    <m:sSub>
                      <m:sSubPr>
                        <m:ctrlPr>
                          <a:rPr lang="en-US" altLang="en-US" sz="1800" b="0" i="1" spc="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pc="30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en-US" sz="1800" b="0" i="1" spc="30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en-US" sz="1800" dirty="0"/>
                  <a:t>. Agent B is endowed with</a:t>
                </a:r>
                <a:r>
                  <a:rPr lang="en-US" altLang="en-US" sz="1800" spc="300" dirty="0"/>
                  <a:t> </a:t>
                </a:r>
                <a14:m>
                  <m:oMath xmlns:m="http://schemas.openxmlformats.org/officeDocument/2006/math">
                    <m:r>
                      <a:rPr lang="en-US" altLang="en-US" sz="1800" b="0" i="0" smtClean="0">
                        <a:latin typeface="Cambria Math" panose="02040503050406030204" pitchFamily="18" charset="0"/>
                      </a:rPr>
                      <m:t>$</m:t>
                    </m:r>
                    <m:sSub>
                      <m:sSub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en-US" sz="1800" dirty="0"/>
                  <a:t>. Smoke intensity is measured on a scale from 0 (no smoke) to 1 (maximum concentration).</a:t>
                </a:r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r>
                  <a:rPr lang="en-US" altLang="en-US" sz="2000" dirty="0"/>
                  <a:t>Smoke is an externality which can be viewed as a </a:t>
                </a:r>
                <a:r>
                  <a:rPr lang="en-US" altLang="en-US" sz="2000" b="1" dirty="0">
                    <a:solidFill>
                      <a:srgbClr val="0000FF"/>
                    </a:solidFill>
                  </a:rPr>
                  <a:t>purely public commodity</a:t>
                </a:r>
                <a:r>
                  <a:rPr lang="en-US" altLang="en-US" sz="2000" dirty="0"/>
                  <a:t>.</a:t>
                </a:r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r>
                  <a:rPr lang="en-US" altLang="en-US" sz="2000" dirty="0"/>
                  <a:t>A commodity is </a:t>
                </a:r>
                <a:r>
                  <a:rPr lang="en-US" altLang="en-US" sz="2000" b="1" dirty="0">
                    <a:solidFill>
                      <a:srgbClr val="0000FF"/>
                    </a:solidFill>
                  </a:rPr>
                  <a:t>purely public </a:t>
                </a:r>
                <a:r>
                  <a:rPr lang="en-US" altLang="en-US" sz="2000" dirty="0"/>
                  <a:t>if</a:t>
                </a:r>
              </a:p>
              <a:p>
                <a:pPr lvl="1" eaLnBrk="1" hangingPunct="1"/>
                <a:r>
                  <a:rPr lang="en-US" altLang="en-US" sz="1800" dirty="0"/>
                  <a:t>it is consumed by everyone </a:t>
                </a:r>
                <a:r>
                  <a:rPr lang="en-US" altLang="en-US" sz="1800" dirty="0">
                    <a:solidFill>
                      <a:srgbClr val="0000FF"/>
                    </a:solidFill>
                  </a:rPr>
                  <a:t>(</a:t>
                </a:r>
                <a:r>
                  <a:rPr lang="en-US" altLang="en-US" sz="1800" b="1" dirty="0" err="1">
                    <a:solidFill>
                      <a:srgbClr val="0000FF"/>
                    </a:solidFill>
                  </a:rPr>
                  <a:t>nonexcludability</a:t>
                </a:r>
                <a:r>
                  <a:rPr lang="en-US" altLang="en-US" sz="1800" dirty="0">
                    <a:solidFill>
                      <a:srgbClr val="0000FF"/>
                    </a:solidFill>
                  </a:rPr>
                  <a:t>), </a:t>
                </a:r>
                <a:r>
                  <a:rPr lang="en-US" altLang="en-US" sz="1800" dirty="0"/>
                  <a:t>and</a:t>
                </a:r>
              </a:p>
              <a:p>
                <a:pPr lvl="1" eaLnBrk="1" hangingPunct="1"/>
                <a:r>
                  <a:rPr lang="en-US" altLang="en-US" sz="1800" dirty="0"/>
                  <a:t>everybody consumes the entire amount of the commodity </a:t>
                </a:r>
                <a:r>
                  <a:rPr lang="en-US" altLang="en-US" sz="1800" dirty="0">
                    <a:solidFill>
                      <a:srgbClr val="0000FF"/>
                    </a:solidFill>
                  </a:rPr>
                  <a:t>(</a:t>
                </a:r>
                <a:r>
                  <a:rPr lang="en-US" altLang="en-US" sz="1800" b="1" dirty="0">
                    <a:solidFill>
                      <a:srgbClr val="0000FF"/>
                    </a:solidFill>
                  </a:rPr>
                  <a:t>nonrivalry in consumption</a:t>
                </a:r>
                <a:r>
                  <a:rPr lang="en-US" altLang="en-US" sz="1800" dirty="0">
                    <a:solidFill>
                      <a:srgbClr val="0000FF"/>
                    </a:solidFill>
                  </a:rPr>
                  <a:t>)</a:t>
                </a:r>
                <a:r>
                  <a:rPr lang="en-US" altLang="en-US" sz="1800" dirty="0"/>
                  <a:t>. </a:t>
                </a:r>
              </a:p>
            </p:txBody>
          </p:sp>
        </mc:Choice>
        <mc:Fallback xmlns="">
          <p:sp>
            <p:nvSpPr>
              <p:cNvPr id="3072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6791"/>
                <a:ext cx="10323286" cy="4755473"/>
              </a:xfrm>
              <a:blipFill>
                <a:blip r:embed="rId2"/>
                <a:stretch>
                  <a:fillRect l="-532" r="-88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EAB03F-90C0-4C00-BD22-E34D7336F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4805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Revisiting Edgeworth box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56791"/>
            <a:ext cx="10323286" cy="4755473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2000" dirty="0">
              <a:solidFill>
                <a:srgbClr val="0070C0"/>
              </a:solidFill>
            </a:endParaRPr>
          </a:p>
          <a:p>
            <a:pPr eaLnBrk="1" hangingPunct="1"/>
            <a:r>
              <a:rPr lang="en-US" altLang="en-US" sz="2000" b="1" dirty="0">
                <a:solidFill>
                  <a:srgbClr val="0070C0"/>
                </a:solidFill>
              </a:rPr>
              <a:t>Person A </a:t>
            </a:r>
            <a:r>
              <a:rPr lang="en-US" altLang="en-US" sz="2000" dirty="0"/>
              <a:t>enjoys cigarettes (and hence smoke) and money, while </a:t>
            </a:r>
            <a:r>
              <a:rPr lang="en-US" altLang="en-US" sz="2000" b="1" dirty="0">
                <a:solidFill>
                  <a:srgbClr val="00B050"/>
                </a:solidFill>
              </a:rPr>
              <a:t>Person B</a:t>
            </a:r>
            <a:r>
              <a:rPr lang="en-US" altLang="en-US" sz="2000" dirty="0">
                <a:solidFill>
                  <a:srgbClr val="00B050"/>
                </a:solidFill>
              </a:rPr>
              <a:t> </a:t>
            </a:r>
            <a:r>
              <a:rPr lang="en-US" altLang="en-US" sz="2000" dirty="0"/>
              <a:t>enjoys money, but dislikes smoke.</a:t>
            </a:r>
          </a:p>
          <a:p>
            <a:pPr lvl="1"/>
            <a:r>
              <a:rPr lang="en-US" altLang="en-US" sz="1800" dirty="0"/>
              <a:t>Common y-axis because smoke is like a public commodity.</a:t>
            </a:r>
          </a:p>
          <a:p>
            <a:pPr eaLnBrk="1" hangingPunct="1"/>
            <a:endParaRPr lang="en-US" altLang="en-US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AA0505-3CEC-40F2-9F5D-41E0573CD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206" y="2937417"/>
            <a:ext cx="5262971" cy="33539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F09ABB-781A-4002-AD11-B58DD0307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86" y="3010832"/>
            <a:ext cx="5414585" cy="325138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CF4B6B-98FF-4AEB-816E-1D2211CD5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61048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 eaLnBrk="1" hangingPunct="1"/>
            <a:r>
              <a:rPr lang="en-US" altLang="en-US"/>
              <a:t>No Property Rights</a:t>
            </a:r>
          </a:p>
        </p:txBody>
      </p:sp>
      <p:pic>
        <p:nvPicPr>
          <p:cNvPr id="4" name="Picture 3" descr="A graph representing edgeworth box plots smoke on the vertical axis and m subscript B and m subscript A on the horizontal axis. The graph has two vertical axes on the left and right. 1 is a point on both the vertical axes and both points are joined by a dashed horizontal line. A blue dot is marked on the midpoint of the horizontal axis. The origin on the left is labeled o subscript A. origin on the right is labeled o subscript B. The length between o subscript A and the blue dot is y subscript A. The length between o subscript B and the blue dot is y subscript B. A vertical dashed line drawn from the blue dot meets the horizontal dashed line at a point marked by a blue dot. Form this dot a concave upward curve and a concave downward curve are drawn. A curve drawn from a point near the left origin, moves to the top-right corner, intersecting the two curves. Text beside reads: efficient allocations. Text above the horizontal dashed line reads: A’s most preferred choice is inefficient.&#10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23" y="1723937"/>
            <a:ext cx="7540601" cy="4107415"/>
          </a:xfrm>
          <a:prstGeom prst="rect">
            <a:avLst/>
          </a:prstGeom>
        </p:spPr>
      </p:pic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399576" y="5430600"/>
            <a:ext cx="477695" cy="400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92075" tIns="46038" rIns="92075" bIns="46038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/>
            <a:r>
              <a:rPr lang="en-US" altLang="en-US" sz="2000" i="1">
                <a:solidFill>
                  <a:srgbClr val="58697D"/>
                </a:solidFill>
                <a:latin typeface="+mj-lt"/>
              </a:rPr>
              <a:t>m</a:t>
            </a:r>
            <a:r>
              <a:rPr lang="en-US" altLang="en-US" sz="2000" i="1" baseline="-25000">
                <a:solidFill>
                  <a:srgbClr val="58697D"/>
                </a:solidFill>
                <a:latin typeface="+mj-lt"/>
              </a:rPr>
              <a:t>A</a:t>
            </a:r>
          </a:p>
        </p:txBody>
      </p:sp>
      <p:sp>
        <p:nvSpPr>
          <p:cNvPr id="47119" name="Rectangle 20"/>
          <p:cNvSpPr>
            <a:spLocks noChangeArrowheads="1"/>
          </p:cNvSpPr>
          <p:nvPr/>
        </p:nvSpPr>
        <p:spPr bwMode="auto">
          <a:xfrm flipH="1">
            <a:off x="5732764" y="5430600"/>
            <a:ext cx="472886" cy="400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92075" tIns="46038" rIns="92075" bIns="46038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/>
            <a:r>
              <a:rPr lang="en-US" altLang="en-US" sz="2000" i="1">
                <a:solidFill>
                  <a:srgbClr val="58697D"/>
                </a:solidFill>
                <a:latin typeface="+mj-lt"/>
              </a:rPr>
              <a:t>m</a:t>
            </a:r>
            <a:r>
              <a:rPr lang="en-US" altLang="en-US" sz="2000" i="1" baseline="-25000">
                <a:solidFill>
                  <a:srgbClr val="58697D"/>
                </a:solidFill>
                <a:latin typeface="+mj-lt"/>
              </a:rPr>
              <a:t>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49BB3C-52E1-4FD2-B1A5-57D8AB81DCE3}"/>
              </a:ext>
            </a:extLst>
          </p:cNvPr>
          <p:cNvSpPr/>
          <p:nvPr/>
        </p:nvSpPr>
        <p:spPr>
          <a:xfrm>
            <a:off x="4069529" y="2427019"/>
            <a:ext cx="399626" cy="3860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2FF3340-52F8-45BB-8B2A-69FA17F70E3D}"/>
              </a:ext>
            </a:extLst>
          </p:cNvPr>
          <p:cNvCxnSpPr>
            <a:cxnSpLocks/>
          </p:cNvCxnSpPr>
          <p:nvPr/>
        </p:nvCxnSpPr>
        <p:spPr>
          <a:xfrm flipH="1">
            <a:off x="4601924" y="4587929"/>
            <a:ext cx="3186871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A90FBF-7C3C-48B6-8332-026B5CA63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34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8FCA76-E21C-CF31-D8B8-3B669EBCE8B6}"/>
              </a:ext>
            </a:extLst>
          </p:cNvPr>
          <p:cNvSpPr txBox="1"/>
          <p:nvPr/>
        </p:nvSpPr>
        <p:spPr>
          <a:xfrm>
            <a:off x="7788795" y="1226690"/>
            <a:ext cx="30523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A’s preferred choice is smoke = 1 , which will override B’s preferred choice of smoke = 0.  </a:t>
            </a:r>
          </a:p>
          <a:p>
            <a:r>
              <a:rPr lang="en-SG" dirty="0"/>
              <a:t>(Purely public good)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B0EFF0-8E37-FC40-4780-BD3D75DFE235}"/>
              </a:ext>
            </a:extLst>
          </p:cNvPr>
          <p:cNvSpPr/>
          <p:nvPr/>
        </p:nvSpPr>
        <p:spPr>
          <a:xfrm>
            <a:off x="4069529" y="4810735"/>
            <a:ext cx="399626" cy="2176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1ACF00-67A2-A0B0-A055-89C9C368904C}"/>
              </a:ext>
            </a:extLst>
          </p:cNvPr>
          <p:cNvCxnSpPr/>
          <p:nvPr/>
        </p:nvCxnSpPr>
        <p:spPr>
          <a:xfrm>
            <a:off x="1747720" y="4923345"/>
            <a:ext cx="503595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E11822F-5942-E854-89C3-B045A407102D}"/>
              </a:ext>
            </a:extLst>
          </p:cNvPr>
          <p:cNvCxnSpPr>
            <a:cxnSpLocks/>
          </p:cNvCxnSpPr>
          <p:nvPr/>
        </p:nvCxnSpPr>
        <p:spPr>
          <a:xfrm>
            <a:off x="4269065" y="2572032"/>
            <a:ext cx="0" cy="2370217"/>
          </a:xfrm>
          <a:prstGeom prst="line">
            <a:avLst/>
          </a:prstGeom>
          <a:ln w="381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CF809CAF-6E0F-C042-55D9-BE8CA9005B5F}"/>
              </a:ext>
            </a:extLst>
          </p:cNvPr>
          <p:cNvSpPr/>
          <p:nvPr/>
        </p:nvSpPr>
        <p:spPr>
          <a:xfrm>
            <a:off x="4193629" y="2531492"/>
            <a:ext cx="148645" cy="160536"/>
          </a:xfrm>
          <a:prstGeom prst="ellipse">
            <a:avLst/>
          </a:prstGeom>
          <a:solidFill>
            <a:srgbClr val="0083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033E61-5C4C-4B54-87F3-F2E84264FBB2}"/>
              </a:ext>
            </a:extLst>
          </p:cNvPr>
          <p:cNvSpPr txBox="1"/>
          <p:nvPr/>
        </p:nvSpPr>
        <p:spPr>
          <a:xfrm>
            <a:off x="7835393" y="4072071"/>
            <a:ext cx="30523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Smoke is non tradeable and (common) amount is free to be chosen by either of them, </a:t>
            </a:r>
            <a:r>
              <a:rPr lang="en-SG" b="1" dirty="0">
                <a:solidFill>
                  <a:srgbClr val="FF33CC"/>
                </a:solidFill>
              </a:rPr>
              <a:t>budget line</a:t>
            </a:r>
            <a:r>
              <a:rPr lang="en-SG" dirty="0">
                <a:solidFill>
                  <a:srgbClr val="FF33CC"/>
                </a:solidFill>
              </a:rPr>
              <a:t> </a:t>
            </a:r>
            <a:r>
              <a:rPr lang="en-SG" dirty="0"/>
              <a:t>is vertical.</a:t>
            </a:r>
          </a:p>
          <a:p>
            <a:endParaRPr lang="en-SG" dirty="0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A71DB4E1-2C5C-A805-BF0E-57068AB7E635}"/>
              </a:ext>
            </a:extLst>
          </p:cNvPr>
          <p:cNvCxnSpPr>
            <a:cxnSpLocks/>
          </p:cNvCxnSpPr>
          <p:nvPr/>
        </p:nvCxnSpPr>
        <p:spPr>
          <a:xfrm rot="10800000" flipV="1">
            <a:off x="4648148" y="1518263"/>
            <a:ext cx="2923055" cy="308589"/>
          </a:xfrm>
          <a:prstGeom prst="bentConnector3">
            <a:avLst>
              <a:gd name="adj1" fmla="val 99928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6179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Inefficiency &amp; Negative Externalities </a:t>
            </a:r>
          </a:p>
        </p:txBody>
      </p:sp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45783"/>
            <a:ext cx="10441782" cy="4755473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So, if </a:t>
            </a:r>
            <a:r>
              <a:rPr lang="en-US" altLang="en-US" sz="2000" i="1"/>
              <a:t>A</a:t>
            </a:r>
            <a:r>
              <a:rPr lang="en-US" altLang="en-US" sz="2000"/>
              <a:t> and </a:t>
            </a:r>
            <a:r>
              <a:rPr lang="en-US" altLang="en-US" sz="2000" i="1"/>
              <a:t>B</a:t>
            </a:r>
            <a:r>
              <a:rPr lang="en-US" altLang="en-US" sz="2000"/>
              <a:t> cannot trade money for changes in smoke intensity, then the outcome is inefficient.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There is too much smoke (A</a:t>
            </a:r>
            <a:r>
              <a:rPr lang="ja-JP" altLang="en-US" sz="2000"/>
              <a:t>’</a:t>
            </a:r>
            <a:r>
              <a:rPr lang="en-US" altLang="ja-JP" sz="2000"/>
              <a:t>s most preferred choice) because B can’t control A’s actions.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Neither agent A nor agent B owns the air in their room. What happens if this property right is created and is assigned to one of them?</a:t>
            </a:r>
          </a:p>
          <a:p>
            <a:pPr eaLnBrk="1" hangingPunct="1"/>
            <a:endParaRPr lang="en-US" altLang="en-US" sz="20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AE9D59-A777-433E-BDBE-E076457C4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21786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/>
            <a:r>
              <a:rPr lang="en-US" altLang="en-US"/>
              <a:t>Property Rights to Person A</a:t>
            </a:r>
          </a:p>
        </p:txBody>
      </p:sp>
      <p:pic>
        <p:nvPicPr>
          <p:cNvPr id="5" name="Picture 4" descr="A graph representing edgeworth box plots smoke on the vertical axis and m subscript B and m subscript A on the horizontal axis. The graph has two vertical axes on the left and right. 1 is a point on both the vertical axes and both points are joined by a dashed horizontal line. A blue dot is marked on the midpoint of the horizontal axis. The origin on the left is labeled o subscript A. origin on the right is labeled o subscript B. The length between o subscript A and the blue dot is y subscript A. The length between o subscript B and the blue dot is y subscript B. A vertical dashed line drawn from the blue dot meets the horizontal dashed line at a point marked by a blue dot. Form this dot a concave upward curve and a concave downward curve are drawn. An irregular curve drawn from a point near the left origin, moves to the top-right corner, intersecting the two curves. The dot is marked on the irregular curve at the midpoint of the space between the concave upward curve and the concave downward curve. A concave upward curve and a concave downward curve are drawn through the dot. A tangent line is drawn through the dot. A horizontal dashed line and a vertical dashed line are drawn through the point. The point where the horizontal dashed line meets the right vertical axis is labeled S subscript B. A right arrow labeled p (S subscript B) is placed above the graph. Text beside reads: both agents gain and there is a reduced amount of smoking.&#10;"/>
          <p:cNvPicPr>
            <a:picLocks noChangeAspect="1"/>
          </p:cNvPicPr>
          <p:nvPr/>
        </p:nvPicPr>
        <p:blipFill rotWithShape="1">
          <a:blip r:embed="rId2"/>
          <a:srcRect r="21364"/>
          <a:stretch/>
        </p:blipFill>
        <p:spPr>
          <a:xfrm>
            <a:off x="818820" y="1789408"/>
            <a:ext cx="6709357" cy="42339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BACF3B-2358-4533-A68C-C1A3824FD4A5}"/>
              </a:ext>
            </a:extLst>
          </p:cNvPr>
          <p:cNvSpPr txBox="1"/>
          <p:nvPr/>
        </p:nvSpPr>
        <p:spPr>
          <a:xfrm>
            <a:off x="8080112" y="1327743"/>
            <a:ext cx="260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Default “endowment” is Smoke=1 because person A likes smoke.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F14D77-D054-427B-93D3-82CE78017591}"/>
              </a:ext>
            </a:extLst>
          </p:cNvPr>
          <p:cNvSpPr/>
          <p:nvPr/>
        </p:nvSpPr>
        <p:spPr>
          <a:xfrm>
            <a:off x="4229894" y="2422018"/>
            <a:ext cx="399626" cy="3860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EF405-D947-4167-91AC-05BBEE1AA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36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E889E57-5F33-B751-E83C-48EF7CE74843}"/>
              </a:ext>
            </a:extLst>
          </p:cNvPr>
          <p:cNvCxnSpPr>
            <a:cxnSpLocks/>
          </p:cNvCxnSpPr>
          <p:nvPr/>
        </p:nvCxnSpPr>
        <p:spPr>
          <a:xfrm flipH="1" flipV="1">
            <a:off x="4447050" y="2617243"/>
            <a:ext cx="2692712" cy="1924166"/>
          </a:xfrm>
          <a:prstGeom prst="line">
            <a:avLst/>
          </a:prstGeom>
          <a:ln w="381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A7A68AC-93F0-D05B-2EEB-9B22C771536D}"/>
              </a:ext>
            </a:extLst>
          </p:cNvPr>
          <p:cNvSpPr txBox="1"/>
          <p:nvPr/>
        </p:nvSpPr>
        <p:spPr>
          <a:xfrm>
            <a:off x="7841377" y="4077330"/>
            <a:ext cx="3156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Since smoke is now tradeable at some positive price, </a:t>
            </a:r>
            <a:r>
              <a:rPr lang="en-SG" b="1" dirty="0">
                <a:solidFill>
                  <a:srgbClr val="FF33CC"/>
                </a:solidFill>
              </a:rPr>
              <a:t>budget line</a:t>
            </a:r>
            <a:r>
              <a:rPr lang="en-SG" dirty="0"/>
              <a:t> is now downward sloping.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1C952A6-CF25-7874-2719-91FBAD83F81C}"/>
              </a:ext>
            </a:extLst>
          </p:cNvPr>
          <p:cNvSpPr/>
          <p:nvPr/>
        </p:nvSpPr>
        <p:spPr>
          <a:xfrm>
            <a:off x="4355384" y="2518523"/>
            <a:ext cx="148645" cy="160536"/>
          </a:xfrm>
          <a:prstGeom prst="ellipse">
            <a:avLst/>
          </a:prstGeom>
          <a:solidFill>
            <a:srgbClr val="0083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DA9F37-A887-8206-F8D6-1D9AC450B16B}"/>
              </a:ext>
            </a:extLst>
          </p:cNvPr>
          <p:cNvSpPr/>
          <p:nvPr/>
        </p:nvSpPr>
        <p:spPr>
          <a:xfrm>
            <a:off x="4195653" y="4891814"/>
            <a:ext cx="399626" cy="2176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537DD23-263E-BA50-A37B-613B3EDCF04C}"/>
              </a:ext>
            </a:extLst>
          </p:cNvPr>
          <p:cNvCxnSpPr/>
          <p:nvPr/>
        </p:nvCxnSpPr>
        <p:spPr>
          <a:xfrm>
            <a:off x="1873844" y="5004424"/>
            <a:ext cx="503595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C7A9B8E2-CB83-E10C-59AD-AD3CC36D576F}"/>
              </a:ext>
            </a:extLst>
          </p:cNvPr>
          <p:cNvCxnSpPr>
            <a:cxnSpLocks/>
          </p:cNvCxnSpPr>
          <p:nvPr/>
        </p:nvCxnSpPr>
        <p:spPr>
          <a:xfrm rot="10800000" flipV="1">
            <a:off x="4447052" y="1604644"/>
            <a:ext cx="3494265" cy="336841"/>
          </a:xfrm>
          <a:prstGeom prst="bentConnector3">
            <a:avLst>
              <a:gd name="adj1" fmla="val 100017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258BCED-4644-579B-9728-6C49DAD34E7B}"/>
              </a:ext>
            </a:extLst>
          </p:cNvPr>
          <p:cNvCxnSpPr>
            <a:cxnSpLocks/>
          </p:cNvCxnSpPr>
          <p:nvPr/>
        </p:nvCxnSpPr>
        <p:spPr>
          <a:xfrm flipH="1">
            <a:off x="7291379" y="4525807"/>
            <a:ext cx="47359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7B3F7BD-8BC1-8DA5-97D4-F89ADB50B937}"/>
              </a:ext>
            </a:extLst>
          </p:cNvPr>
          <p:cNvSpPr txBox="1"/>
          <p:nvPr/>
        </p:nvSpPr>
        <p:spPr>
          <a:xfrm>
            <a:off x="4036491" y="3973849"/>
            <a:ext cx="1392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rgbClr val="F6871F"/>
                </a:solidFill>
              </a:rPr>
              <a:t>Competitive Equilibrium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D1BFB1B-C3C6-6333-360C-63B8A5A5F4CC}"/>
              </a:ext>
            </a:extLst>
          </p:cNvPr>
          <p:cNvCxnSpPr>
            <a:cxnSpLocks/>
          </p:cNvCxnSpPr>
          <p:nvPr/>
        </p:nvCxnSpPr>
        <p:spPr>
          <a:xfrm flipV="1">
            <a:off x="5144719" y="3501499"/>
            <a:ext cx="298489" cy="489310"/>
          </a:xfrm>
          <a:prstGeom prst="straightConnector1">
            <a:avLst/>
          </a:prstGeom>
          <a:ln w="12700">
            <a:solidFill>
              <a:srgbClr val="F6871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99399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l"/>
            <a:r>
              <a:rPr lang="en-US" altLang="en-US"/>
              <a:t>Property Rights to Person B</a:t>
            </a:r>
          </a:p>
        </p:txBody>
      </p:sp>
      <p:pic>
        <p:nvPicPr>
          <p:cNvPr id="5" name="Picture 4" descr="A graph representing edgeworth box plots smoke on the vertical axis and m subscript B and m subscript A on the horizontal axis. The graph has two vertical axes on the left and right. 1 is a point on both the vertical axes and both points are joined by a dashed horizontal line. A blue dot is marked on the midpoint of the horizontal axis. The origin on the left is labeled o subscript A. origin on the right is labeled o subscript B. The length between o subscript A and the blue dot is y subscript A. The length between o subscript B and the blue dot is y subscript B. A vertical dashed line drawn from the blue dot meets the horizontal dashed line. Form the blue dot a concave upward curve and a concave downward curve are drawn. An irregular curve drawn from a point near the left origin, moves to the top-right corner, intersecting the two curves. The dot is marked on the irregular curve at the midpoint of the space between the concave upward curve and the concave downward curve. A concave upward curve and a concave downward curve are drawn through the dot. A horizontal dashed line and a vertical dashed line are drawn through the dot. The point where the horizontal dashed line meets the right vertical axis is labeled S subscript A. A left arrow labeled p (S subscript A) is placed above the graph. Text beside reads: both agents gain and there is a positive amount of smoking.&#10;"/>
          <p:cNvPicPr>
            <a:picLocks noChangeAspect="1"/>
          </p:cNvPicPr>
          <p:nvPr/>
        </p:nvPicPr>
        <p:blipFill rotWithShape="1">
          <a:blip r:embed="rId2"/>
          <a:srcRect r="20591"/>
          <a:stretch/>
        </p:blipFill>
        <p:spPr>
          <a:xfrm>
            <a:off x="809357" y="1834724"/>
            <a:ext cx="6768761" cy="43308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130D2D-5F56-48DD-AE00-8F9F06EFAF10}"/>
              </a:ext>
            </a:extLst>
          </p:cNvPr>
          <p:cNvSpPr txBox="1"/>
          <p:nvPr/>
        </p:nvSpPr>
        <p:spPr>
          <a:xfrm>
            <a:off x="8095874" y="5199959"/>
            <a:ext cx="26426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Default “endowment” is Smoke=0 because person B dislikes smoke.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444D5E-FD33-4359-9940-68EC3CC849D9}"/>
              </a:ext>
            </a:extLst>
          </p:cNvPr>
          <p:cNvSpPr/>
          <p:nvPr/>
        </p:nvSpPr>
        <p:spPr>
          <a:xfrm>
            <a:off x="4210563" y="4919633"/>
            <a:ext cx="399626" cy="3860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493B9-C626-4FCD-8285-AEBA25AB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37</a:t>
            </a:fld>
            <a:endParaRPr lang="en-GB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E858875-2387-6A79-5E26-4484EDF3FD4B}"/>
              </a:ext>
            </a:extLst>
          </p:cNvPr>
          <p:cNvCxnSpPr>
            <a:cxnSpLocks/>
          </p:cNvCxnSpPr>
          <p:nvPr/>
        </p:nvCxnSpPr>
        <p:spPr>
          <a:xfrm flipH="1" flipV="1">
            <a:off x="1801773" y="3215814"/>
            <a:ext cx="2618761" cy="1908079"/>
          </a:xfrm>
          <a:prstGeom prst="line">
            <a:avLst/>
          </a:prstGeom>
          <a:ln w="381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E19ACD0-9B74-F037-E7D7-112C8ACF7991}"/>
              </a:ext>
            </a:extLst>
          </p:cNvPr>
          <p:cNvSpPr txBox="1"/>
          <p:nvPr/>
        </p:nvSpPr>
        <p:spPr>
          <a:xfrm>
            <a:off x="7897334" y="2679832"/>
            <a:ext cx="3156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Since smoke is now tradeable at some positive price, </a:t>
            </a:r>
            <a:r>
              <a:rPr lang="en-SG" b="1" dirty="0">
                <a:solidFill>
                  <a:srgbClr val="FF33CC"/>
                </a:solidFill>
              </a:rPr>
              <a:t>budget line</a:t>
            </a:r>
            <a:r>
              <a:rPr lang="en-SG" dirty="0"/>
              <a:t> is now downward sloping.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3FD8AD-207A-0A91-618A-E57D86C42CC2}"/>
              </a:ext>
            </a:extLst>
          </p:cNvPr>
          <p:cNvSpPr/>
          <p:nvPr/>
        </p:nvSpPr>
        <p:spPr>
          <a:xfrm>
            <a:off x="4336053" y="5054267"/>
            <a:ext cx="148645" cy="160536"/>
          </a:xfrm>
          <a:prstGeom prst="ellipse">
            <a:avLst/>
          </a:prstGeom>
          <a:solidFill>
            <a:srgbClr val="0083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2C09E6E6-7919-F9DB-9FF3-221CA8479722}"/>
              </a:ext>
            </a:extLst>
          </p:cNvPr>
          <p:cNvCxnSpPr>
            <a:cxnSpLocks/>
          </p:cNvCxnSpPr>
          <p:nvPr/>
        </p:nvCxnSpPr>
        <p:spPr>
          <a:xfrm rot="10800000">
            <a:off x="4420534" y="5399556"/>
            <a:ext cx="3561322" cy="271527"/>
          </a:xfrm>
          <a:prstGeom prst="bentConnector3">
            <a:avLst>
              <a:gd name="adj1" fmla="val 9996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C23112F-BC26-947A-1101-DEA9CF51EBD2}"/>
              </a:ext>
            </a:extLst>
          </p:cNvPr>
          <p:cNvCxnSpPr>
            <a:cxnSpLocks/>
          </p:cNvCxnSpPr>
          <p:nvPr/>
        </p:nvCxnSpPr>
        <p:spPr>
          <a:xfrm flipH="1">
            <a:off x="3404634" y="3270767"/>
            <a:ext cx="4432362" cy="99548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699B7DD-A71A-7D0D-1FE4-8EC5D0E3F7D0}"/>
              </a:ext>
            </a:extLst>
          </p:cNvPr>
          <p:cNvSpPr txBox="1"/>
          <p:nvPr/>
        </p:nvSpPr>
        <p:spPr>
          <a:xfrm>
            <a:off x="3287405" y="2840751"/>
            <a:ext cx="1392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rgbClr val="F6871F"/>
                </a:solidFill>
              </a:rPr>
              <a:t>Competitive Equilibrium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C0353E5-04A4-1F0B-53DB-F34D14280D30}"/>
              </a:ext>
            </a:extLst>
          </p:cNvPr>
          <p:cNvCxnSpPr>
            <a:cxnSpLocks/>
          </p:cNvCxnSpPr>
          <p:nvPr/>
        </p:nvCxnSpPr>
        <p:spPr>
          <a:xfrm flipH="1">
            <a:off x="3189139" y="3487082"/>
            <a:ext cx="594585" cy="572641"/>
          </a:xfrm>
          <a:prstGeom prst="straightConnector1">
            <a:avLst/>
          </a:prstGeom>
          <a:ln w="12700">
            <a:solidFill>
              <a:srgbClr val="F6871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5549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Externalities &amp; Property Rights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634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00175"/>
                <a:ext cx="10363200" cy="4667250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US" altLang="en-US" sz="1800" dirty="0"/>
                  <a:t>Notice that in the past 2 slides, the amount of smoking that occurs in equilibrium depends upon which agent is assigned the property right.</a:t>
                </a:r>
              </a:p>
              <a:p>
                <a:pPr lvl="1"/>
                <a:r>
                  <a:rPr lang="en-US" altLang="en-US" sz="1600" dirty="0"/>
                  <a:t>This happens because preferences are not quasi-linear.</a:t>
                </a:r>
              </a:p>
              <a:p>
                <a:pPr lvl="1"/>
                <a:endParaRPr lang="en-US" altLang="en-US" sz="1600" dirty="0"/>
              </a:p>
              <a:p>
                <a:r>
                  <a:rPr lang="en-US" altLang="en-US" sz="1800" dirty="0"/>
                  <a:t>If preferences are quasi-linear: </a:t>
                </a: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1800" dirty="0"/>
              </a:p>
            </p:txBody>
          </p:sp>
        </mc:Choice>
        <mc:Fallback xmlns="">
          <p:sp>
            <p:nvSpPr>
              <p:cNvPr id="6963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00175"/>
                <a:ext cx="10363200" cy="4667250"/>
              </a:xfrm>
              <a:blipFill>
                <a:blip r:embed="rId3"/>
                <a:stretch>
                  <a:fillRect l="-353" t="-130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graph representing edgeworth box plots smoke on the vertical axis and m subscript B and m subscript A on the horizontal axis. The graph has two vertical axes on the left and right. 1 is a point on both the vertical axes and both points are joined by a dashed horizontal line. A blue dot is marked on the midpoint of the horizontal axis. The origin on the left is labeled o subscript A. origin on the right is labeled o subscript B. The length between o subscript A and the blue dot is y subscript A. The length between o subscript B and the blue dot is y subscript B. From the blue dot an inclined line is drawn to the top-left. A dot is marked on the midpoint of the line and a concave upward curve and a concave downward curve are drawn through the dot, intersecting each other at the dot. A horizontal line and a vertical dashed line are drawn through the dot. Similarly the midpoint of the line drawn from point 1 is marked by a blue dot. From this blue dot an inclined line is drawn to the bottom-right. A dot is marked on the midpoint of the line and a concave upward curve and a concave downward curve are drawn through the dot, intersecting each other at the dot. A horizontal line and a vertical dashed line are drawn through the dot. The point where both the horizontal lines meet the right vertical axis is labeled S subscript A = S subscript B. A left arrow labeled p (S subscript A) and a right arrow labeled p (S subscript B) are placed above the graph. Text beside reads: so for both agents, preferences must be quasilinear in money; u (m, s) = m plus f (s).&#10;">
            <a:extLst>
              <a:ext uri="{FF2B5EF4-FFF2-40B4-BE49-F238E27FC236}">
                <a16:creationId xmlns:a16="http://schemas.microsoft.com/office/drawing/2014/main" id="{6FED6DEB-5B5F-4AF3-BA85-347C038B8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863" y="2955976"/>
            <a:ext cx="6172882" cy="33432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A4355E-3FDF-4234-839E-D26D93947517}"/>
                  </a:ext>
                </a:extLst>
              </p:cNvPr>
              <p:cNvSpPr txBox="1"/>
              <p:nvPr/>
            </p:nvSpPr>
            <p:spPr>
              <a:xfrm>
                <a:off x="7570190" y="3461146"/>
                <a:ext cx="3902602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en-US" sz="1600" dirty="0"/>
                  <a:t>MRS is constant with 𝑠 as 𝑚 changes when preferences are quasi linear in money..</a:t>
                </a:r>
                <a:br>
                  <a:rPr lang="en-US" altLang="en-US" sz="1600" dirty="0"/>
                </a:br>
                <a:br>
                  <a:rPr lang="en-US" altLang="en-US" sz="1600" dirty="0"/>
                </a:br>
                <a:r>
                  <a:rPr lang="en-US" altLang="en-US" sz="1600" dirty="0"/>
                  <a:t>The same amount of smoking results no matter who is assigned the property right</a:t>
                </a:r>
                <a:br>
                  <a:rPr lang="en-US" altLang="en-US" sz="1600" dirty="0"/>
                </a:br>
                <a14:m>
                  <m:oMath xmlns:m="http://schemas.openxmlformats.org/officeDocument/2006/math">
                    <m:r>
                      <a:rPr lang="en-SG" altLang="en-US" sz="16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en-US" sz="1600" dirty="0"/>
                  <a:t> </a:t>
                </a:r>
                <a:r>
                  <a:rPr lang="en-US" altLang="en-US" sz="1600" b="1" dirty="0"/>
                  <a:t>i.e. the allocation of the (non-monetary) good is unique. (see slide 27/28)</a:t>
                </a:r>
                <a:br>
                  <a:rPr lang="en-US" altLang="en-US" sz="1600" dirty="0"/>
                </a:br>
                <a:br>
                  <a:rPr lang="en-US" altLang="en-US" sz="1600" dirty="0"/>
                </a:br>
                <a:br>
                  <a:rPr lang="en-US" altLang="en-US" sz="1600" dirty="0">
                    <a:solidFill>
                      <a:srgbClr val="58697D"/>
                    </a:solidFill>
                    <a:latin typeface="+mj-lt"/>
                  </a:rPr>
                </a:br>
                <a:endParaRPr lang="en-US" altLang="en-US" sz="1600" dirty="0">
                  <a:solidFill>
                    <a:srgbClr val="58697D"/>
                  </a:solidFill>
                  <a:latin typeface="+mj-lt"/>
                </a:endParaRPr>
              </a:p>
              <a:p>
                <a:br>
                  <a:rPr lang="en-US" altLang="en-US" sz="1600" dirty="0">
                    <a:solidFill>
                      <a:srgbClr val="58697D"/>
                    </a:solidFill>
                    <a:latin typeface="+mj-lt"/>
                  </a:rPr>
                </a:br>
                <a:endParaRPr lang="en-GB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A4355E-3FDF-4234-839E-D26D93947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190" y="3461146"/>
                <a:ext cx="3902602" cy="3046988"/>
              </a:xfrm>
              <a:prstGeom prst="rect">
                <a:avLst/>
              </a:prstGeom>
              <a:blipFill>
                <a:blip r:embed="rId5"/>
                <a:stretch>
                  <a:fillRect l="-938" t="-1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207BB-F2FA-40FA-9F13-E28DF4D2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148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BC91-B477-4D87-98FF-6BD62F145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5757" y="2028549"/>
            <a:ext cx="7088603" cy="2031055"/>
          </a:xfrm>
        </p:spPr>
        <p:txBody>
          <a:bodyPr>
            <a:normAutofit/>
          </a:bodyPr>
          <a:lstStyle/>
          <a:p>
            <a:r>
              <a:rPr lang="en-US" sz="5200">
                <a:solidFill>
                  <a:schemeClr val="tx2"/>
                </a:solidFill>
              </a:rPr>
              <a:t>Merger and </a:t>
            </a:r>
            <a:r>
              <a:rPr lang="en-US" sz="5200" err="1">
                <a:solidFill>
                  <a:schemeClr val="tx2"/>
                </a:solidFill>
              </a:rPr>
              <a:t>Internalisation</a:t>
            </a:r>
            <a:endParaRPr lang="en-GB" sz="520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BD7E7-9410-4B78-B1F3-51222C9E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B015-14EA-419E-84A1-EA07DEB3B2A0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44568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An example of externalities in production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80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10395857" cy="4755473"/>
              </a:xfrm>
            </p:spPr>
            <p:txBody>
              <a:bodyPr>
                <a:normAutofit/>
              </a:bodyPr>
              <a:lstStyle/>
              <a:p>
                <a:pPr eaLnBrk="1" hangingPunct="1"/>
                <a:endParaRPr lang="en-US" altLang="en-US" sz="2000" dirty="0"/>
              </a:p>
              <a:p>
                <a:pPr marL="0" indent="0" eaLnBrk="1" hangingPunct="1">
                  <a:buNone/>
                </a:pPr>
                <a:r>
                  <a:rPr lang="en-US" altLang="en-US" sz="2000" dirty="0"/>
                  <a:t>Let us consider the following scenario where there are two firms, a steel mill and a nearby fishery. A steel mill produces </a:t>
                </a:r>
                <a:r>
                  <a:rPr lang="en-US" altLang="en-US" sz="2000" b="1" dirty="0"/>
                  <a:t>both</a:t>
                </a:r>
                <a:r>
                  <a:rPr lang="en-US" altLang="en-US" sz="2000" dirty="0"/>
                  <a:t> steel and pollution, and pollution adversely affects a nearby fishery.</a:t>
                </a:r>
              </a:p>
              <a:p>
                <a:pPr eaLnBrk="1" hangingPunct="1"/>
                <a:endParaRPr lang="en-US" altLang="en-US" sz="2000" dirty="0"/>
              </a:p>
              <a:p>
                <a:r>
                  <a:rPr lang="en-US" altLang="en-US" sz="1800" dirty="0"/>
                  <a:t>Both firms are price takers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en-US" sz="1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en-US" sz="1800" dirty="0"/>
                  <a:t> being the market price of steel and fish respectively.</a:t>
                </a:r>
              </a:p>
              <a:p>
                <a:endParaRPr lang="en-SG" altLang="en-US" sz="18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US" altLang="en-US" sz="1800" dirty="0"/>
                  <a:t> is the steel firm</a:t>
                </a:r>
                <a:r>
                  <a:rPr lang="ja-JP" altLang="en-US" sz="1800" dirty="0"/>
                  <a:t>’</a:t>
                </a:r>
                <a:r>
                  <a:rPr lang="en-US" altLang="ja-JP" sz="1800" dirty="0"/>
                  <a:t>s (private) cost of producing</a:t>
                </a:r>
                <a:r>
                  <a:rPr lang="en-US" altLang="ja-JP" sz="1800" spc="200" dirty="0"/>
                  <a:t> </a:t>
                </a:r>
                <a14:m>
                  <m:oMath xmlns:m="http://schemas.openxmlformats.org/officeDocument/2006/math">
                    <m:r>
                      <a:rPr lang="en-SG" altLang="ja-JP" sz="1800" b="0" i="1" spc="20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ja-JP" sz="1800" spc="100" dirty="0"/>
                  <a:t> </a:t>
                </a:r>
                <a:r>
                  <a:rPr lang="en-US" altLang="ja-JP" sz="1800" dirty="0"/>
                  <a:t>units of steel jointly with</a:t>
                </a:r>
                <a:r>
                  <a:rPr lang="en-US" altLang="ja-JP" sz="1800" spc="100" dirty="0"/>
                  <a:t> </a:t>
                </a:r>
                <a14:m>
                  <m:oMath xmlns:m="http://schemas.openxmlformats.org/officeDocument/2006/math">
                    <m:r>
                      <a:rPr lang="en-US" altLang="ja-JP" sz="1800" i="1" spc="100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1800" dirty="0"/>
                  <a:t> units of pollution.</a:t>
                </a:r>
              </a:p>
              <a:p>
                <a:endParaRPr lang="en-SG" altLang="en-US" sz="18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US" altLang="en-US" sz="1800" dirty="0"/>
                  <a:t> is the fishery’s</a:t>
                </a:r>
                <a:r>
                  <a:rPr lang="en-US" altLang="ja-JP" sz="1800" dirty="0"/>
                  <a:t> (private) cost of producing</a:t>
                </a:r>
                <a:r>
                  <a:rPr lang="en-US" altLang="ja-JP" sz="1800" spc="200" dirty="0"/>
                  <a:t> </a:t>
                </a:r>
                <a14:m>
                  <m:oMath xmlns:m="http://schemas.openxmlformats.org/officeDocument/2006/math">
                    <m:r>
                      <a:rPr lang="en-SG" altLang="ja-JP" sz="1800" b="0" i="1" spc="20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ja-JP" sz="1800" spc="100" dirty="0"/>
                  <a:t> </a:t>
                </a:r>
                <a:r>
                  <a:rPr lang="en-US" altLang="ja-JP" sz="1800" dirty="0"/>
                  <a:t>units of fish when the steel firm produces</a:t>
                </a:r>
                <a:r>
                  <a:rPr lang="en-US" altLang="ja-JP" sz="1800" spc="100" dirty="0"/>
                  <a:t> </a:t>
                </a:r>
                <a14:m>
                  <m:oMath xmlns:m="http://schemas.openxmlformats.org/officeDocument/2006/math">
                    <m:r>
                      <a:rPr lang="en-US" altLang="ja-JP" sz="1800" i="1" spc="100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1800" dirty="0"/>
                  <a:t> units of pollution.</a:t>
                </a:r>
              </a:p>
              <a:p>
                <a:endParaRPr lang="en-US" altLang="ja-JP" sz="2000" dirty="0"/>
              </a:p>
              <a:p>
                <a:endParaRPr lang="en-US" altLang="ja-JP" sz="2000" dirty="0"/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7680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10395857" cy="4755473"/>
              </a:xfrm>
              <a:blipFill>
                <a:blip r:embed="rId3"/>
                <a:stretch>
                  <a:fillRect l="-58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277151-B272-C47E-9317-FB157A66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69607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The Steel Firm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542DD9F7-EE6B-CD1C-539B-C416BA53DD8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737402"/>
                <a:ext cx="10395857" cy="4755473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SG" altLang="en-US" sz="2000" dirty="0"/>
                  <a:t>The steel firm chooses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SG" altLang="en-US" sz="2000" dirty="0"/>
                  <a:t> and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SG" altLang="en-US" sz="2000" dirty="0"/>
                  <a:t> to maximises profits:</a:t>
                </a:r>
                <a:br>
                  <a:rPr lang="en-SG" altLang="en-US" sz="2000" dirty="0"/>
                </a:br>
                <a:endParaRPr lang="en-SG" altLang="en-US" sz="2000" dirty="0"/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altLang="en-US" sz="2000" dirty="0"/>
              </a:p>
              <a:p>
                <a:pPr eaLnBrk="1" hangingPunct="1"/>
                <a:endParaRPr lang="en-SG" altLang="ja-JP" sz="2000" dirty="0"/>
              </a:p>
              <a:p>
                <a:pPr eaLnBrk="1" hangingPunct="1"/>
                <a:r>
                  <a:rPr lang="en-SG" altLang="ja-JP" sz="2000" dirty="0"/>
                  <a:t>The first order conditions give: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SG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SG" altLang="ja-JP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altLang="ja-JP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SG" altLang="ja-JP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en-US" altLang="ja-JP" sz="1600" dirty="0"/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SG" altLang="ja-JP" sz="16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SG" altLang="ja-JP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altLang="ja-JP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SG" altLang="ja-JP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SG" altLang="ja-JP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ja-JP" sz="1600" dirty="0"/>
              </a:p>
              <a:p>
                <a:endParaRPr lang="en-US" altLang="ja-JP" sz="2000" dirty="0"/>
              </a:p>
              <a:p>
                <a:r>
                  <a:rPr lang="en-US" altLang="ja-JP" sz="2000" dirty="0"/>
                  <a:t>Suppose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SG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SG" altLang="ja-JP" sz="20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SG" altLang="ja-JP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SG" altLang="ja-JP" sz="2000" b="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SG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SG" altLang="ja-JP" sz="2000" b="0" i="1" smtClean="0">
                                <a:latin typeface="Cambria Math" panose="02040503050406030204" pitchFamily="18" charset="0"/>
                              </a:rPr>
                              <m:t>−4</m:t>
                            </m:r>
                          </m:e>
                        </m:d>
                      </m:e>
                      <m:sup>
                        <m:r>
                          <a:rPr lang="en-SG" altLang="ja-JP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SG" altLang="ja-JP" sz="2000" b="0" dirty="0"/>
                  <a:t> and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SG" altLang="ja-JP" sz="2000" b="0" i="1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endParaRPr lang="en-SG" altLang="ja-JP" sz="20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SG" altLang="ja-JP" sz="16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SG" altLang="ja-JP" sz="1600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SG" altLang="ja-JP" sz="16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SG" altLang="ja-JP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ja-JP" sz="16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SG" altLang="ja-JP" sz="1600" b="0" dirty="0"/>
              </a:p>
              <a:p>
                <a:endParaRPr lang="en-US" altLang="ja-JP" sz="1800" dirty="0"/>
              </a:p>
              <a:p>
                <a:endParaRPr lang="en-US" altLang="ja-JP" sz="1800" dirty="0"/>
              </a:p>
              <a:p>
                <a:endParaRPr lang="en-US" altLang="ja-JP" sz="1800" dirty="0"/>
              </a:p>
              <a:p>
                <a:pPr eaLnBrk="1" hangingPunct="1"/>
                <a:endParaRPr lang="en-US" altLang="en-US" sz="1800" dirty="0"/>
              </a:p>
            </p:txBody>
          </p:sp>
        </mc:Choice>
        <mc:Fallback xmlns=""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542DD9F7-EE6B-CD1C-539B-C416BA53DD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37402"/>
                <a:ext cx="10395857" cy="4755473"/>
              </a:xfrm>
              <a:blipFill>
                <a:blip r:embed="rId2"/>
                <a:stretch>
                  <a:fillRect l="-528" t="-128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2B31CA-3592-733D-6B44-588EA128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9352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The Fishery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542DD9F7-EE6B-CD1C-539B-C416BA53DD8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98071" y="1645783"/>
                <a:ext cx="10515600" cy="4755473"/>
              </a:xfrm>
            </p:spPr>
            <p:txBody>
              <a:bodyPr>
                <a:noAutofit/>
              </a:bodyPr>
              <a:lstStyle/>
              <a:p>
                <a:pPr eaLnBrk="1" hangingPunct="1"/>
                <a:r>
                  <a:rPr lang="en-SG" altLang="en-US" sz="2000"/>
                  <a:t>The fishery chooses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SG" altLang="en-US" sz="2000"/>
                  <a:t> to maximises profits:</a:t>
                </a:r>
                <a:br>
                  <a:rPr lang="en-SG" altLang="en-US" sz="2000"/>
                </a:br>
                <a:endParaRPr lang="en-SG" altLang="en-US" sz="2000"/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altLang="en-US" sz="2000"/>
              </a:p>
              <a:p>
                <a:pPr eaLnBrk="1" hangingPunct="1"/>
                <a:endParaRPr lang="en-SG" altLang="ja-JP" sz="2000"/>
              </a:p>
              <a:p>
                <a:pPr eaLnBrk="1" hangingPunct="1"/>
                <a:r>
                  <a:rPr lang="en-SG" altLang="ja-JP" sz="2000"/>
                  <a:t>The first order conditions give: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SG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SG" altLang="ja-JP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altLang="ja-JP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SG" altLang="ja-JP" sz="16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endParaRPr lang="en-US" altLang="ja-JP" sz="1600"/>
              </a:p>
              <a:p>
                <a:pPr marL="914400" lvl="1" indent="-457200">
                  <a:buFont typeface="+mj-lt"/>
                  <a:buAutoNum type="arabicPeriod"/>
                </a:pPr>
                <a:endParaRPr lang="en-US" altLang="ja-JP" sz="1600"/>
              </a:p>
              <a:p>
                <a:r>
                  <a:rPr lang="en-US" altLang="ja-JP" sz="2000"/>
                  <a:t>Suppose that pollution raises the marginal costs of fishing: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ctrlP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SG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SG" altLang="ja-JP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SG" altLang="ja-JP" sz="20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altLang="ja-JP" sz="2000" b="0" i="1" smtClean="0">
                        <a:latin typeface="Cambria Math" panose="02040503050406030204" pitchFamily="18" charset="0"/>
                      </a:rPr>
                      <m:t>𝑥𝑓</m:t>
                    </m:r>
                  </m:oMath>
                </a14:m>
                <a:r>
                  <a:rPr lang="en-SG" altLang="ja-JP" sz="2000" b="0"/>
                  <a:t> and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SG" altLang="ja-JP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SG" altLang="ja-JP" sz="20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SG" altLang="ja-JP" sz="2000" b="0"/>
              </a:p>
              <a:p>
                <a:pPr lvl="1"/>
                <a14:m>
                  <m:oMath xmlns:m="http://schemas.openxmlformats.org/officeDocument/2006/math">
                    <m:r>
                      <a:rPr lang="en-SG" altLang="ja-JP" sz="1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SG" altLang="ja-JP" sz="1600" b="0" i="1" smtClean="0">
                        <a:latin typeface="Cambria Math" panose="02040503050406030204" pitchFamily="18" charset="0"/>
                      </a:rPr>
                      <m:t>=5−</m:t>
                    </m:r>
                    <m:f>
                      <m:fPr>
                        <m:ctrlP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SG" altLang="ja-JP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ja-JP" sz="2000"/>
              </a:p>
              <a:p>
                <a:endParaRPr lang="en-US" altLang="ja-JP" sz="2000"/>
              </a:p>
              <a:p>
                <a:r>
                  <a:rPr lang="en-US" altLang="ja-JP" sz="2000"/>
                  <a:t>Notice that the fishery produces less, and earns less profits as pollution increases.</a:t>
                </a:r>
              </a:p>
              <a:p>
                <a:pPr eaLnBrk="1" hangingPunct="1"/>
                <a:endParaRPr lang="en-US" altLang="en-US" sz="2000"/>
              </a:p>
            </p:txBody>
          </p:sp>
        </mc:Choice>
        <mc:Fallback xmlns=""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542DD9F7-EE6B-CD1C-539B-C416BA53DD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8071" y="1645783"/>
                <a:ext cx="10515600" cy="4755473"/>
              </a:xfrm>
              <a:blipFill>
                <a:blip r:embed="rId2"/>
                <a:stretch>
                  <a:fillRect l="-522" t="-1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22D916-3153-46C1-CBB5-054832BD0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72802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542DD9F7-EE6B-CD1C-539B-C416BA53DD8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10395857" cy="4755473"/>
              </a:xfrm>
            </p:spPr>
            <p:txBody>
              <a:bodyPr>
                <a:normAutofit/>
              </a:bodyPr>
              <a:lstStyle/>
              <a:p>
                <a:pPr eaLnBrk="1" hangingPunct="1"/>
                <a:endParaRPr lang="en-SG" altLang="en-US" sz="2000"/>
              </a:p>
              <a:p>
                <a:pPr eaLnBrk="1" hangingPunct="1"/>
                <a:r>
                  <a:rPr lang="en-SG" altLang="en-US" sz="2000"/>
                  <a:t>The steel firm ignoring its external cost inflicted upon the fishery, chooses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=4 </m:t>
                    </m:r>
                  </m:oMath>
                </a14:m>
                <a:r>
                  <a:rPr lang="en-US" altLang="ja-JP" sz="2000"/>
                  <a:t> and </a:t>
                </a:r>
                <a14:m>
                  <m:oMath xmlns:m="http://schemas.openxmlformats.org/officeDocument/2006/math">
                    <m:r>
                      <a:rPr lang="en-SG" altLang="ja-JP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SG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ja-JP" sz="2000" b="0" i="0" smtClean="0">
                        <a:latin typeface="Cambria Math" panose="02040503050406030204" pitchFamily="18" charset="0"/>
                      </a:rPr>
                      <m:t>6,</m:t>
                    </m:r>
                  </m:oMath>
                </a14:m>
                <a:r>
                  <a:rPr lang="en-US" altLang="ja-JP" sz="2000"/>
                  <a:t> earning profits of  </a:t>
                </a:r>
                <a14:m>
                  <m:oMath xmlns:m="http://schemas.openxmlformats.org/officeDocument/2006/math">
                    <m:r>
                      <a:rPr lang="en-SG" altLang="ja-JP" sz="2000" i="1">
                        <a:latin typeface="Cambria Math" panose="02040503050406030204" pitchFamily="18" charset="0"/>
                      </a:rPr>
                      <m:t>$</m:t>
                    </m:r>
                    <m:r>
                      <a:rPr lang="en-SG" altLang="ja-JP" sz="2000" b="0" i="1" smtClean="0"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lang="en-US" altLang="ja-JP" sz="2000"/>
                  <a:t>.</a:t>
                </a:r>
              </a:p>
              <a:p>
                <a:pPr eaLnBrk="1" hangingPunct="1"/>
                <a:endParaRPr lang="en-US" altLang="ja-JP" sz="2000"/>
              </a:p>
              <a:p>
                <a:r>
                  <a:rPr lang="en-SG" altLang="en-US" sz="2000"/>
                  <a:t>The fishery taking into account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=4 </m:t>
                    </m:r>
                  </m:oMath>
                </a14:m>
                <a:r>
                  <a:rPr lang="en-US" altLang="ja-JP" sz="2000"/>
                  <a:t>, chooses </a:t>
                </a:r>
                <a14:m>
                  <m:oMath xmlns:m="http://schemas.openxmlformats.org/officeDocument/2006/math">
                    <m:r>
                      <a:rPr lang="en-SG" altLang="ja-JP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SG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ja-JP" sz="2000" b="0" i="0" smtClean="0">
                        <a:latin typeface="Cambria Math" panose="02040503050406030204" pitchFamily="18" charset="0"/>
                      </a:rPr>
                      <m:t>3,</m:t>
                    </m:r>
                  </m:oMath>
                </a14:m>
                <a:r>
                  <a:rPr lang="en-US" altLang="ja-JP" sz="2000"/>
                  <a:t> earning profits of </a:t>
                </a:r>
                <a14:m>
                  <m:oMath xmlns:m="http://schemas.openxmlformats.org/officeDocument/2006/math">
                    <m:r>
                      <a:rPr lang="en-SG" altLang="ja-JP" sz="2000" i="1">
                        <a:latin typeface="Cambria Math" panose="02040503050406030204" pitchFamily="18" charset="0"/>
                      </a:rPr>
                      <m:t>$</m:t>
                    </m:r>
                    <m:r>
                      <a:rPr lang="en-SG" altLang="ja-JP" sz="2000" b="0" i="1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altLang="ja-JP" sz="2000"/>
                  <a:t>.</a:t>
                </a:r>
              </a:p>
              <a:p>
                <a:endParaRPr lang="en-US" altLang="ja-JP" sz="2000"/>
              </a:p>
              <a:p>
                <a:r>
                  <a:rPr lang="en-US" altLang="ja-JP" sz="2000"/>
                  <a:t>Total profits are $45 across the two firms.</a:t>
                </a:r>
              </a:p>
              <a:p>
                <a:endParaRPr lang="en-US" altLang="ja-JP" sz="2000"/>
              </a:p>
              <a:p>
                <a:pPr marL="0" indent="0">
                  <a:buNone/>
                </a:pPr>
                <a:r>
                  <a:rPr lang="en-US" altLang="ja-JP" sz="2000" b="1"/>
                  <a:t>This does not </a:t>
                </a:r>
                <a:r>
                  <a:rPr lang="en-US" altLang="ja-JP" sz="2000" b="1" err="1"/>
                  <a:t>maximise</a:t>
                </a:r>
                <a:r>
                  <a:rPr lang="en-US" altLang="ja-JP" sz="2000" b="1"/>
                  <a:t> social welfare as we will see..</a:t>
                </a:r>
              </a:p>
              <a:p>
                <a:pPr eaLnBrk="1" hangingPunct="1"/>
                <a:endParaRPr lang="en-US" altLang="ja-JP" sz="1800"/>
              </a:p>
              <a:p>
                <a:pPr eaLnBrk="1" hangingPunct="1"/>
                <a:endParaRPr lang="en-US" altLang="ja-JP" sz="1800"/>
              </a:p>
              <a:p>
                <a:pPr eaLnBrk="1" hangingPunct="1"/>
                <a:endParaRPr lang="en-US" altLang="ja-JP" sz="1800"/>
              </a:p>
              <a:p>
                <a:pPr eaLnBrk="1" hangingPunct="1"/>
                <a:endParaRPr lang="en-US" altLang="en-US" sz="1800"/>
              </a:p>
            </p:txBody>
          </p:sp>
        </mc:Choice>
        <mc:Fallback xmlns=""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542DD9F7-EE6B-CD1C-539B-C416BA53DD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10395857" cy="4755473"/>
              </a:xfrm>
              <a:blipFill>
                <a:blip r:embed="rId3"/>
                <a:stretch>
                  <a:fillRect l="-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80E090-394F-3BE1-957F-2A379680C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449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New Equilibrium with Merger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542DD9F7-EE6B-CD1C-539B-C416BA53DD8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737402"/>
                <a:ext cx="10395857" cy="4755473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SG" altLang="en-US" sz="1800" dirty="0"/>
                  <a:t>Suppose we now choose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SG" altLang="en-US" sz="1800" dirty="0"/>
                  <a:t> to maximise </a:t>
                </a:r>
                <a:r>
                  <a:rPr lang="en-SG" altLang="en-US" sz="1800" b="1" dirty="0">
                    <a:solidFill>
                      <a:srgbClr val="0000FF"/>
                    </a:solidFill>
                  </a:rPr>
                  <a:t>joint profits (social welfare)</a:t>
                </a:r>
                <a:r>
                  <a:rPr lang="en-SG" altLang="en-US" sz="18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SG" alt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altLang="en-US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SG" altLang="en-US" sz="18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SG" altLang="en-US" sz="1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SG" altLang="en-US" sz="18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SG" alt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altLang="en-US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SG" altLang="en-US" sz="18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SG" altLang="en-US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SG" altLang="en-US" sz="1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SG" altLang="en-US" sz="18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SG" altLang="en-US" sz="1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altLang="en-US" sz="1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altLang="en-US" sz="1800" dirty="0"/>
              </a:p>
              <a:p>
                <a:endParaRPr lang="en-SG" altLang="en-US" sz="1800" dirty="0"/>
              </a:p>
              <a:p>
                <a:r>
                  <a:rPr lang="en-SG" altLang="en-US" sz="1800" dirty="0"/>
                  <a:t>Using the first order conditions, and previous functional forms, we can show that the solution is:</a:t>
                </a:r>
                <a:br>
                  <a:rPr lang="en-SG" altLang="en-US" sz="180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=6,</m:t>
                    </m:r>
                    <m:sSup>
                      <m:sSup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=4,</m:t>
                    </m:r>
                    <m:sSup>
                      <m:sSup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SG" altLang="en-US" sz="1800" dirty="0"/>
              </a:p>
              <a:p>
                <a:pPr eaLnBrk="1" hangingPunct="1"/>
                <a:endParaRPr lang="en-SG" altLang="en-US" sz="1800" dirty="0"/>
              </a:p>
              <a:p>
                <a:pPr eaLnBrk="1" hangingPunct="1"/>
                <a:r>
                  <a:rPr lang="en-SG" altLang="en-US" sz="1800" dirty="0"/>
                  <a:t>There is now less pollution and more fish produced! Total profits are now </a:t>
                </a:r>
                <a14:m>
                  <m:oMath xmlns:m="http://schemas.openxmlformats.org/officeDocument/2006/math">
                    <m:r>
                      <a:rPr lang="en-SG" altLang="en-US" sz="1800" i="1" dirty="0" smtClean="0">
                        <a:latin typeface="Cambria Math" panose="02040503050406030204" pitchFamily="18" charset="0"/>
                      </a:rPr>
                      <m:t>$48</m:t>
                    </m:r>
                  </m:oMath>
                </a14:m>
                <a:r>
                  <a:rPr lang="en-SG" altLang="en-US" sz="1800" dirty="0"/>
                  <a:t> which is larger than before! </a:t>
                </a:r>
                <a:r>
                  <a:rPr lang="en-SG" altLang="en-US" sz="1800" b="1" dirty="0"/>
                  <a:t>The previous outcome was not efficient!</a:t>
                </a:r>
              </a:p>
              <a:p>
                <a:pPr eaLnBrk="1" hangingPunct="1"/>
                <a:endParaRPr lang="en-SG" altLang="en-US" sz="1800" dirty="0"/>
              </a:p>
              <a:p>
                <a:pPr lvl="1"/>
                <a:endParaRPr lang="en-SG" altLang="en-US" sz="1400" dirty="0"/>
              </a:p>
              <a:p>
                <a:pPr eaLnBrk="1" hangingPunct="1"/>
                <a:endParaRPr lang="en-SG" altLang="en-US" sz="1800" dirty="0"/>
              </a:p>
              <a:p>
                <a:pPr eaLnBrk="1" hangingPunct="1"/>
                <a:endParaRPr lang="en-US" altLang="ja-JP" sz="1800" dirty="0"/>
              </a:p>
              <a:p>
                <a:pPr eaLnBrk="1" hangingPunct="1"/>
                <a:endParaRPr lang="en-US" altLang="ja-JP" sz="1800" dirty="0"/>
              </a:p>
              <a:p>
                <a:pPr eaLnBrk="1" hangingPunct="1"/>
                <a:endParaRPr lang="en-US" altLang="ja-JP" sz="1800" dirty="0"/>
              </a:p>
              <a:p>
                <a:pPr eaLnBrk="1" hangingPunct="1"/>
                <a:endParaRPr lang="en-US" altLang="ja-JP" sz="1800" dirty="0"/>
              </a:p>
              <a:p>
                <a:pPr eaLnBrk="1" hangingPunct="1"/>
                <a:endParaRPr lang="en-US" altLang="en-US" sz="1800" dirty="0"/>
              </a:p>
            </p:txBody>
          </p:sp>
        </mc:Choice>
        <mc:Fallback xmlns=""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542DD9F7-EE6B-CD1C-539B-C416BA53DD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37402"/>
                <a:ext cx="10395857" cy="4755473"/>
              </a:xfrm>
              <a:blipFill>
                <a:blip r:embed="rId2"/>
                <a:stretch>
                  <a:fillRect l="-411" t="-115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991443-7806-9CB1-D773-92D02FEA0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17206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Remarks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456791"/>
            <a:ext cx="10207172" cy="4755473"/>
          </a:xfrm>
        </p:spPr>
        <p:txBody>
          <a:bodyPr>
            <a:normAutofit/>
          </a:bodyPr>
          <a:lstStyle/>
          <a:p>
            <a:endParaRPr lang="en-US" altLang="en-US" sz="2000" dirty="0"/>
          </a:p>
          <a:p>
            <a:pPr eaLnBrk="1" hangingPunct="1"/>
            <a:r>
              <a:rPr lang="en-SG" altLang="en-US" sz="2000" b="1" dirty="0">
                <a:solidFill>
                  <a:srgbClr val="0000FF"/>
                </a:solidFill>
              </a:rPr>
              <a:t>Maximising joint profits is the same as saying that the two firms are one entity</a:t>
            </a:r>
          </a:p>
          <a:p>
            <a:pPr eaLnBrk="1" hangingPunct="1"/>
            <a:endParaRPr lang="en-SG" altLang="en-US" sz="2000" b="1" dirty="0">
              <a:solidFill>
                <a:srgbClr val="0000FF"/>
              </a:solidFill>
            </a:endParaRPr>
          </a:p>
          <a:p>
            <a:pPr eaLnBrk="1" hangingPunct="1"/>
            <a:r>
              <a:rPr lang="en-SG" altLang="en-US" sz="2000" dirty="0">
                <a:solidFill>
                  <a:schemeClr val="tx1"/>
                </a:solidFill>
              </a:rPr>
              <a:t>B</a:t>
            </a:r>
            <a:r>
              <a:rPr lang="en-SG" altLang="en-US" sz="2000" dirty="0"/>
              <a:t>y merging the 2 firms, we can improve outcomes because the m</a:t>
            </a:r>
            <a:r>
              <a:rPr lang="en-US" altLang="en-US" sz="2000" dirty="0" err="1"/>
              <a:t>erger</a:t>
            </a:r>
            <a:r>
              <a:rPr lang="en-US" altLang="en-US" sz="2000" dirty="0"/>
              <a:t> causes the steel firm to internalizes its externality.</a:t>
            </a:r>
          </a:p>
          <a:p>
            <a:endParaRPr lang="en-SG" altLang="en-US" sz="2000" dirty="0"/>
          </a:p>
          <a:p>
            <a:r>
              <a:rPr lang="en-SG" altLang="en-US" sz="2000" dirty="0"/>
              <a:t>However, mergers can have similar coordination issues.</a:t>
            </a:r>
          </a:p>
          <a:p>
            <a:pPr lvl="1"/>
            <a:r>
              <a:rPr lang="en-US" altLang="en-US" sz="1800" i="1" dirty="0"/>
              <a:t>Before merging, coming to an agreement on a share of joint profits can be hard..</a:t>
            </a:r>
            <a:br>
              <a:rPr lang="en-US" altLang="en-US" sz="1800" i="1" dirty="0"/>
            </a:br>
            <a:r>
              <a:rPr lang="en-US" altLang="en-US" sz="1800" i="1" dirty="0"/>
              <a:t>(Especially, with an increasing number of stakeholders)</a:t>
            </a:r>
            <a:endParaRPr lang="en-US" altLang="en-US" sz="1800" dirty="0"/>
          </a:p>
          <a:p>
            <a:endParaRPr lang="en-US" altLang="en-US" sz="1600" dirty="0"/>
          </a:p>
          <a:p>
            <a:endParaRPr lang="en-US" altLang="en-US" sz="1800" i="1" dirty="0"/>
          </a:p>
          <a:p>
            <a:pPr eaLnBrk="1" hangingPunct="1"/>
            <a:endParaRPr lang="en-US" altLang="en-US" dirty="0"/>
          </a:p>
          <a:p>
            <a:pPr marL="571500" indent="-457200">
              <a:lnSpc>
                <a:spcPct val="100000"/>
              </a:lnSpc>
              <a:spcBef>
                <a:spcPts val="600"/>
              </a:spcBef>
            </a:pPr>
            <a:endParaRPr lang="en-US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8C0FC3-928C-479A-A211-434A2B582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68070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Key Learning Outcomes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42DD9F7-EE6B-CD1C-539B-C416BA53DD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00877"/>
            <a:ext cx="10395857" cy="4755473"/>
          </a:xfrm>
        </p:spPr>
        <p:txBody>
          <a:bodyPr>
            <a:normAutofit/>
          </a:bodyPr>
          <a:lstStyle/>
          <a:p>
            <a:r>
              <a:rPr lang="en-SG" altLang="en-US" sz="2000" dirty="0"/>
              <a:t>The issue of externalities can be viewed two ways</a:t>
            </a:r>
          </a:p>
          <a:p>
            <a:pPr lvl="1"/>
            <a:r>
              <a:rPr lang="en-SG" altLang="en-US" sz="1800" dirty="0"/>
              <a:t>It is a lack of proper incentives</a:t>
            </a:r>
          </a:p>
          <a:p>
            <a:pPr lvl="1"/>
            <a:r>
              <a:rPr lang="en-SG" altLang="en-US" sz="1800" dirty="0"/>
              <a:t>It is a lack of proper markets</a:t>
            </a:r>
          </a:p>
          <a:p>
            <a:pPr lvl="1"/>
            <a:endParaRPr lang="en-SG" altLang="en-US" sz="2000" dirty="0"/>
          </a:p>
          <a:p>
            <a:r>
              <a:rPr lang="en-SG" altLang="en-US" sz="2000" dirty="0"/>
              <a:t>There are different ways of tackling this problem</a:t>
            </a:r>
          </a:p>
          <a:p>
            <a:pPr lvl="1"/>
            <a:r>
              <a:rPr lang="en-SG" altLang="en-US" sz="1800" dirty="0"/>
              <a:t>Taxes and subsidies which create the appropriate incentives.</a:t>
            </a:r>
          </a:p>
          <a:p>
            <a:pPr lvl="1"/>
            <a:r>
              <a:rPr lang="en-SG" altLang="en-US" sz="1800" dirty="0"/>
              <a:t>Creation of property rights which allows of trading of externalities. (Coase theorem)</a:t>
            </a:r>
          </a:p>
          <a:p>
            <a:pPr lvl="1"/>
            <a:r>
              <a:rPr lang="en-SG" altLang="en-US" sz="1800" dirty="0"/>
              <a:t>Merger (if possible) is also another way to create appropriate incentives.</a:t>
            </a:r>
          </a:p>
          <a:p>
            <a:pPr lvl="1"/>
            <a:endParaRPr lang="en-SG" altLang="en-US" sz="2000" dirty="0"/>
          </a:p>
          <a:p>
            <a:r>
              <a:rPr lang="en-SG" altLang="en-US" sz="2000" dirty="0"/>
              <a:t>Each of these solutions has their own potential problems.</a:t>
            </a:r>
          </a:p>
          <a:p>
            <a:pPr lvl="1"/>
            <a:endParaRPr lang="en-SG" altLang="en-US" sz="2000" dirty="0"/>
          </a:p>
          <a:p>
            <a:pPr eaLnBrk="1" hangingPunct="1"/>
            <a:endParaRPr lang="en-SG" altLang="en-US" sz="2000" dirty="0"/>
          </a:p>
          <a:p>
            <a:pPr eaLnBrk="1" hangingPunct="1"/>
            <a:endParaRPr lang="en-US" altLang="ja-JP" sz="2000" dirty="0"/>
          </a:p>
          <a:p>
            <a:pPr eaLnBrk="1" hangingPunct="1"/>
            <a:endParaRPr lang="en-US" altLang="ja-JP" sz="2000" dirty="0"/>
          </a:p>
          <a:p>
            <a:pPr eaLnBrk="1" hangingPunct="1"/>
            <a:endParaRPr lang="en-US" altLang="ja-JP" sz="2000" dirty="0"/>
          </a:p>
          <a:p>
            <a:pPr eaLnBrk="1" hangingPunct="1"/>
            <a:endParaRPr lang="en-US" altLang="ja-JP" sz="2000" dirty="0"/>
          </a:p>
          <a:p>
            <a:pPr eaLnBrk="1" hangingPunct="1"/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865CA7-24DB-57F4-6132-98AC1410B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49825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48296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/>
              <a:t>Readings</a:t>
            </a:r>
          </a:p>
        </p:txBody>
      </p:sp>
      <p:sp>
        <p:nvSpPr>
          <p:cNvPr id="124930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56791"/>
            <a:ext cx="10221686" cy="4755473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Varian Chapter 35</a:t>
            </a:r>
          </a:p>
          <a:p>
            <a:pPr marL="0" indent="0">
              <a:buNone/>
            </a:pPr>
            <a:endParaRPr lang="en-US" altLang="en-US" sz="2400" dirty="0"/>
          </a:p>
          <a:p>
            <a:pPr marL="0" indent="0">
              <a:buNone/>
            </a:pPr>
            <a:r>
              <a:rPr lang="en-US" altLang="en-US" sz="2400" dirty="0"/>
              <a:t>Related articles</a:t>
            </a:r>
          </a:p>
          <a:p>
            <a:r>
              <a:rPr lang="en-US" altLang="en-US" sz="2400" dirty="0" err="1">
                <a:hlinkClick r:id="rId2"/>
              </a:rPr>
              <a:t>Coasean</a:t>
            </a:r>
            <a:r>
              <a:rPr lang="en-US" altLang="en-US" sz="2400" dirty="0">
                <a:hlinkClick r:id="rId2"/>
              </a:rPr>
              <a:t> economics in Irvine, California</a:t>
            </a:r>
            <a:endParaRPr lang="en-US" altLang="en-US" sz="2400" dirty="0"/>
          </a:p>
          <a:p>
            <a:r>
              <a:rPr lang="en-US" altLang="en-US" sz="2400" dirty="0">
                <a:hlinkClick r:id="rId3"/>
              </a:rPr>
              <a:t>Costs of property rights</a:t>
            </a:r>
            <a:endParaRPr lang="en-US" altLang="en-US" sz="2400" dirty="0"/>
          </a:p>
          <a:p>
            <a:r>
              <a:rPr lang="en-US" altLang="en-US" sz="2400" dirty="0">
                <a:hlinkClick r:id="rId4"/>
              </a:rPr>
              <a:t>Lobsterman versus Whalers</a:t>
            </a:r>
            <a:endParaRPr lang="en-US" altLang="en-US" sz="2400" dirty="0"/>
          </a:p>
          <a:p>
            <a:r>
              <a:rPr lang="en-US" altLang="en-US" sz="2400" dirty="0">
                <a:hlinkClick r:id="rId5"/>
              </a:rPr>
              <a:t>Carbon Pricing</a:t>
            </a:r>
            <a:endParaRPr lang="en-US" altLang="en-US" sz="2400" dirty="0"/>
          </a:p>
          <a:p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E0443A-4593-4181-8223-01A19C87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38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</TotalTime>
  <Words>3420</Words>
  <Application>Microsoft Office PowerPoint</Application>
  <PresentationFormat>Widescreen</PresentationFormat>
  <Paragraphs>562</Paragraphs>
  <Slides>47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ＭＳ Ｐゴシック</vt:lpstr>
      <vt:lpstr>Arial</vt:lpstr>
      <vt:lpstr>Calibri</vt:lpstr>
      <vt:lpstr>Calibri Light</vt:lpstr>
      <vt:lpstr>Cambria Math</vt:lpstr>
      <vt:lpstr>Wingdings</vt:lpstr>
      <vt:lpstr>Office Theme</vt:lpstr>
      <vt:lpstr>Externalities</vt:lpstr>
      <vt:lpstr>Introduction</vt:lpstr>
      <vt:lpstr>Externalities</vt:lpstr>
      <vt:lpstr>Externalities</vt:lpstr>
      <vt:lpstr>Some standard examples of Externalities</vt:lpstr>
      <vt:lpstr>Externalities &amp; Efficiency </vt:lpstr>
      <vt:lpstr>A Simple Model of Externalities</vt:lpstr>
      <vt:lpstr>Private Costs and Benefits</vt:lpstr>
      <vt:lpstr>Social Costs and Benefits</vt:lpstr>
      <vt:lpstr>Externalities with Perfect Competition</vt:lpstr>
      <vt:lpstr>Deriving the areas..</vt:lpstr>
      <vt:lpstr>Solving the externality problem..</vt:lpstr>
      <vt:lpstr>Pigouvian Taxes/Subsidies</vt:lpstr>
      <vt:lpstr>Deriving the areas..</vt:lpstr>
      <vt:lpstr>Review Question 1</vt:lpstr>
      <vt:lpstr>Remarks</vt:lpstr>
      <vt:lpstr>Externalities and  Property Rights</vt:lpstr>
      <vt:lpstr>A simple example…</vt:lpstr>
      <vt:lpstr>A simple example…</vt:lpstr>
      <vt:lpstr>A simple example…</vt:lpstr>
      <vt:lpstr>A simple example…</vt:lpstr>
      <vt:lpstr>Externalities and Property Rights</vt:lpstr>
      <vt:lpstr>Externalities and Property Rights</vt:lpstr>
      <vt:lpstr>No Property Rights</vt:lpstr>
      <vt:lpstr>Teddy has the Property Right.</vt:lpstr>
      <vt:lpstr>Alice has the Property Right.</vt:lpstr>
      <vt:lpstr>The Coase Theorem</vt:lpstr>
      <vt:lpstr>Remarks</vt:lpstr>
      <vt:lpstr>Remarks</vt:lpstr>
      <vt:lpstr>Review Question 2</vt:lpstr>
      <vt:lpstr>Externalities in the Edgeworth Box</vt:lpstr>
      <vt:lpstr>Revisiting the Edgeworth box</vt:lpstr>
      <vt:lpstr>Revisiting Edgeworth box</vt:lpstr>
      <vt:lpstr>No Property Rights</vt:lpstr>
      <vt:lpstr>Inefficiency &amp; Negative Externalities </vt:lpstr>
      <vt:lpstr>Property Rights to Person A</vt:lpstr>
      <vt:lpstr>Property Rights to Person B</vt:lpstr>
      <vt:lpstr>Externalities &amp; Property Rights</vt:lpstr>
      <vt:lpstr>Merger and Internalisation</vt:lpstr>
      <vt:lpstr>An example of externalities in production</vt:lpstr>
      <vt:lpstr>The Steel Firm</vt:lpstr>
      <vt:lpstr>The Fishery</vt:lpstr>
      <vt:lpstr>Equilibrium</vt:lpstr>
      <vt:lpstr>New Equilibrium with Merger</vt:lpstr>
      <vt:lpstr>Remarks</vt:lpstr>
      <vt:lpstr>Key Learning Outcomes</vt:lpstr>
      <vt:lpstr>Readings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Externalities</dc:title>
  <dc:creator>Jonathan Yeo</dc:creator>
  <cp:lastModifiedBy>issac goh</cp:lastModifiedBy>
  <cp:revision>6</cp:revision>
  <dcterms:created xsi:type="dcterms:W3CDTF">2020-11-25T09:54:01Z</dcterms:created>
  <dcterms:modified xsi:type="dcterms:W3CDTF">2024-11-11T09:51:36Z</dcterms:modified>
</cp:coreProperties>
</file>