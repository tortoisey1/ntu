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1010" r:id="rId2"/>
    <p:sldId id="256" r:id="rId3"/>
    <p:sldId id="397" r:id="rId4"/>
    <p:sldId id="1012" r:id="rId5"/>
    <p:sldId id="1021" r:id="rId6"/>
    <p:sldId id="401" r:id="rId7"/>
    <p:sldId id="1022" r:id="rId8"/>
    <p:sldId id="987" r:id="rId9"/>
    <p:sldId id="299" r:id="rId10"/>
    <p:sldId id="302" r:id="rId11"/>
    <p:sldId id="300" r:id="rId12"/>
    <p:sldId id="301" r:id="rId13"/>
    <p:sldId id="1006" r:id="rId14"/>
    <p:sldId id="988" r:id="rId15"/>
    <p:sldId id="304" r:id="rId16"/>
    <p:sldId id="989" r:id="rId17"/>
    <p:sldId id="306" r:id="rId18"/>
    <p:sldId id="307" r:id="rId19"/>
    <p:sldId id="990" r:id="rId20"/>
    <p:sldId id="308" r:id="rId21"/>
    <p:sldId id="310" r:id="rId22"/>
    <p:sldId id="312" r:id="rId23"/>
    <p:sldId id="1004" r:id="rId24"/>
    <p:sldId id="1007" r:id="rId25"/>
    <p:sldId id="1005" r:id="rId26"/>
    <p:sldId id="996" r:id="rId27"/>
    <p:sldId id="995" r:id="rId28"/>
    <p:sldId id="998" r:id="rId29"/>
    <p:sldId id="1015" r:id="rId30"/>
    <p:sldId id="999" r:id="rId31"/>
    <p:sldId id="1017" r:id="rId32"/>
    <p:sldId id="1000" r:id="rId33"/>
    <p:sldId id="1018" r:id="rId34"/>
    <p:sldId id="997" r:id="rId35"/>
    <p:sldId id="313" r:id="rId36"/>
    <p:sldId id="1019" r:id="rId37"/>
    <p:sldId id="1020" r:id="rId38"/>
    <p:sldId id="1014" r:id="rId39"/>
    <p:sldId id="1002" r:id="rId40"/>
    <p:sldId id="324" r:id="rId41"/>
    <p:sldId id="1003" r:id="rId42"/>
    <p:sldId id="1008" r:id="rId43"/>
    <p:sldId id="396"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CB8CB6-CB39-448D-9F2C-0EE9C440490E}" v="8" dt="2024-09-19T09:40:45.903"/>
    <p1510:client id="{85D5F774-D34D-4923-8B2E-C35FA7189B52}" v="51" dt="2024-09-19T09:49:19.5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711" autoAdjust="0"/>
  </p:normalViewPr>
  <p:slideViewPr>
    <p:cSldViewPr snapToGrid="0">
      <p:cViewPr varScale="1">
        <p:scale>
          <a:sx n="79" d="100"/>
          <a:sy n="79" d="100"/>
        </p:scale>
        <p:origin x="82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eo Xiong Wei, Jonathan" userId="ac2b658e-7ce1-44bb-9f9f-bf4198ceaa29" providerId="ADAL" clId="{C7BA2203-BB92-4F7A-9301-684B78D08181}"/>
    <pc:docChg chg="undo redo custSel addSld modSld sldOrd">
      <pc:chgData name="Yeo Xiong Wei, Jonathan" userId="ac2b658e-7ce1-44bb-9f9f-bf4198ceaa29" providerId="ADAL" clId="{C7BA2203-BB92-4F7A-9301-684B78D08181}" dt="2022-09-12T05:02:10.805" v="3910" actId="478"/>
      <pc:docMkLst>
        <pc:docMk/>
      </pc:docMkLst>
      <pc:sldChg chg="modSp mod">
        <pc:chgData name="Yeo Xiong Wei, Jonathan" userId="ac2b658e-7ce1-44bb-9f9f-bf4198ceaa29" providerId="ADAL" clId="{C7BA2203-BB92-4F7A-9301-684B78D08181}" dt="2022-09-08T03:16:57.552" v="934" actId="114"/>
        <pc:sldMkLst>
          <pc:docMk/>
          <pc:sldMk cId="2055298615" sldId="299"/>
        </pc:sldMkLst>
        <pc:spChg chg="mod">
          <ac:chgData name="Yeo Xiong Wei, Jonathan" userId="ac2b658e-7ce1-44bb-9f9f-bf4198ceaa29" providerId="ADAL" clId="{C7BA2203-BB92-4F7A-9301-684B78D08181}" dt="2022-09-08T03:16:57.552" v="934" actId="114"/>
          <ac:spMkLst>
            <pc:docMk/>
            <pc:sldMk cId="2055298615" sldId="299"/>
            <ac:spMk id="26626" creationId="{00000000-0000-0000-0000-000000000000}"/>
          </ac:spMkLst>
        </pc:spChg>
      </pc:sldChg>
      <pc:sldChg chg="modSp mod">
        <pc:chgData name="Yeo Xiong Wei, Jonathan" userId="ac2b658e-7ce1-44bb-9f9f-bf4198ceaa29" providerId="ADAL" clId="{C7BA2203-BB92-4F7A-9301-684B78D08181}" dt="2022-09-08T03:16:49.338" v="932" actId="114"/>
        <pc:sldMkLst>
          <pc:docMk/>
          <pc:sldMk cId="2533036614" sldId="302"/>
        </pc:sldMkLst>
        <pc:spChg chg="mod">
          <ac:chgData name="Yeo Xiong Wei, Jonathan" userId="ac2b658e-7ce1-44bb-9f9f-bf4198ceaa29" providerId="ADAL" clId="{C7BA2203-BB92-4F7A-9301-684B78D08181}" dt="2022-09-08T03:16:49.338" v="932" actId="114"/>
          <ac:spMkLst>
            <pc:docMk/>
            <pc:sldMk cId="2533036614" sldId="302"/>
            <ac:spMk id="29698" creationId="{00000000-0000-0000-0000-000000000000}"/>
          </ac:spMkLst>
        </pc:spChg>
      </pc:sldChg>
      <pc:sldChg chg="modSp modAnim modNotesTx">
        <pc:chgData name="Yeo Xiong Wei, Jonathan" userId="ac2b658e-7ce1-44bb-9f9f-bf4198ceaa29" providerId="ADAL" clId="{C7BA2203-BB92-4F7A-9301-684B78D08181}" dt="2022-09-11T02:19:45.619" v="3792" actId="20577"/>
        <pc:sldMkLst>
          <pc:docMk/>
          <pc:sldMk cId="921258357" sldId="304"/>
        </pc:sldMkLst>
        <pc:spChg chg="mod">
          <ac:chgData name="Yeo Xiong Wei, Jonathan" userId="ac2b658e-7ce1-44bb-9f9f-bf4198ceaa29" providerId="ADAL" clId="{C7BA2203-BB92-4F7A-9301-684B78D08181}" dt="2022-09-11T02:19:45.619" v="3792" actId="20577"/>
          <ac:spMkLst>
            <pc:docMk/>
            <pc:sldMk cId="921258357" sldId="304"/>
            <ac:spMk id="31746" creationId="{00000000-0000-0000-0000-000000000000}"/>
          </ac:spMkLst>
        </pc:spChg>
      </pc:sldChg>
      <pc:sldChg chg="modAnim">
        <pc:chgData name="Yeo Xiong Wei, Jonathan" userId="ac2b658e-7ce1-44bb-9f9f-bf4198ceaa29" providerId="ADAL" clId="{C7BA2203-BB92-4F7A-9301-684B78D08181}" dt="2022-09-08T03:21:28.606" v="1320"/>
        <pc:sldMkLst>
          <pc:docMk/>
          <pc:sldMk cId="2500070018" sldId="306"/>
        </pc:sldMkLst>
      </pc:sldChg>
      <pc:sldChg chg="modSp mod modAnim">
        <pc:chgData name="Yeo Xiong Wei, Jonathan" userId="ac2b658e-7ce1-44bb-9f9f-bf4198ceaa29" providerId="ADAL" clId="{C7BA2203-BB92-4F7A-9301-684B78D08181}" dt="2022-09-11T02:17:11.028" v="3760" actId="207"/>
        <pc:sldMkLst>
          <pc:docMk/>
          <pc:sldMk cId="1453085163" sldId="307"/>
        </pc:sldMkLst>
        <pc:spChg chg="mod">
          <ac:chgData name="Yeo Xiong Wei, Jonathan" userId="ac2b658e-7ce1-44bb-9f9f-bf4198ceaa29" providerId="ADAL" clId="{C7BA2203-BB92-4F7A-9301-684B78D08181}" dt="2022-09-11T02:17:11.028" v="3760" actId="207"/>
          <ac:spMkLst>
            <pc:docMk/>
            <pc:sldMk cId="1453085163" sldId="307"/>
            <ac:spMk id="34818" creationId="{00000000-0000-0000-0000-000000000000}"/>
          </ac:spMkLst>
        </pc:spChg>
      </pc:sldChg>
      <pc:sldChg chg="modAnim">
        <pc:chgData name="Yeo Xiong Wei, Jonathan" userId="ac2b658e-7ce1-44bb-9f9f-bf4198ceaa29" providerId="ADAL" clId="{C7BA2203-BB92-4F7A-9301-684B78D08181}" dt="2022-09-08T03:21:58.783" v="1325"/>
        <pc:sldMkLst>
          <pc:docMk/>
          <pc:sldMk cId="501130367" sldId="308"/>
        </pc:sldMkLst>
      </pc:sldChg>
      <pc:sldChg chg="modAnim">
        <pc:chgData name="Yeo Xiong Wei, Jonathan" userId="ac2b658e-7ce1-44bb-9f9f-bf4198ceaa29" providerId="ADAL" clId="{C7BA2203-BB92-4F7A-9301-684B78D08181}" dt="2022-09-08T03:22:29.955" v="1329"/>
        <pc:sldMkLst>
          <pc:docMk/>
          <pc:sldMk cId="2974126842" sldId="310"/>
        </pc:sldMkLst>
      </pc:sldChg>
      <pc:sldChg chg="modAnim">
        <pc:chgData name="Yeo Xiong Wei, Jonathan" userId="ac2b658e-7ce1-44bb-9f9f-bf4198ceaa29" providerId="ADAL" clId="{C7BA2203-BB92-4F7A-9301-684B78D08181}" dt="2022-09-08T03:22:44.626" v="1331"/>
        <pc:sldMkLst>
          <pc:docMk/>
          <pc:sldMk cId="2458732272" sldId="312"/>
        </pc:sldMkLst>
      </pc:sldChg>
      <pc:sldChg chg="modAnim modNotesTx">
        <pc:chgData name="Yeo Xiong Wei, Jonathan" userId="ac2b658e-7ce1-44bb-9f9f-bf4198ceaa29" providerId="ADAL" clId="{C7BA2203-BB92-4F7A-9301-684B78D08181}" dt="2022-09-08T04:19:08.397" v="2841"/>
        <pc:sldMkLst>
          <pc:docMk/>
          <pc:sldMk cId="2087933839" sldId="313"/>
        </pc:sldMkLst>
      </pc:sldChg>
      <pc:sldChg chg="addSp delSp modSp mod modNotesTx">
        <pc:chgData name="Yeo Xiong Wei, Jonathan" userId="ac2b658e-7ce1-44bb-9f9f-bf4198ceaa29" providerId="ADAL" clId="{C7BA2203-BB92-4F7A-9301-684B78D08181}" dt="2022-09-12T05:02:10.805" v="3910" actId="478"/>
        <pc:sldMkLst>
          <pc:docMk/>
          <pc:sldMk cId="3501213718" sldId="314"/>
        </pc:sldMkLst>
        <pc:spChg chg="mod">
          <ac:chgData name="Yeo Xiong Wei, Jonathan" userId="ac2b658e-7ce1-44bb-9f9f-bf4198ceaa29" providerId="ADAL" clId="{C7BA2203-BB92-4F7A-9301-684B78D08181}" dt="2022-09-08T03:58:12.938" v="2283" actId="20577"/>
          <ac:spMkLst>
            <pc:docMk/>
            <pc:sldMk cId="3501213718" sldId="314"/>
            <ac:spMk id="41986" creationId="{00000000-0000-0000-0000-000000000000}"/>
          </ac:spMkLst>
        </pc:spChg>
        <pc:inkChg chg="add del">
          <ac:chgData name="Yeo Xiong Wei, Jonathan" userId="ac2b658e-7ce1-44bb-9f9f-bf4198ceaa29" providerId="ADAL" clId="{C7BA2203-BB92-4F7A-9301-684B78D08181}" dt="2022-09-12T05:02:10.805" v="3910" actId="478"/>
          <ac:inkMkLst>
            <pc:docMk/>
            <pc:sldMk cId="3501213718" sldId="314"/>
            <ac:inkMk id="3" creationId="{97F25908-5C65-A5F8-0A8D-C87DB9856505}"/>
          </ac:inkMkLst>
        </pc:inkChg>
      </pc:sldChg>
      <pc:sldChg chg="addSp delSp modSp mod">
        <pc:chgData name="Yeo Xiong Wei, Jonathan" userId="ac2b658e-7ce1-44bb-9f9f-bf4198ceaa29" providerId="ADAL" clId="{C7BA2203-BB92-4F7A-9301-684B78D08181}" dt="2022-09-12T05:00:07.600" v="3811" actId="478"/>
        <pc:sldMkLst>
          <pc:docMk/>
          <pc:sldMk cId="180175659" sldId="324"/>
        </pc:sldMkLst>
        <pc:spChg chg="mod">
          <ac:chgData name="Yeo Xiong Wei, Jonathan" userId="ac2b658e-7ce1-44bb-9f9f-bf4198ceaa29" providerId="ADAL" clId="{C7BA2203-BB92-4F7A-9301-684B78D08181}" dt="2022-09-08T04:03:50.946" v="2666" actId="20577"/>
          <ac:spMkLst>
            <pc:docMk/>
            <pc:sldMk cId="180175659" sldId="324"/>
            <ac:spMk id="52226" creationId="{00000000-0000-0000-0000-000000000000}"/>
          </ac:spMkLst>
        </pc:spChg>
        <pc:inkChg chg="add del">
          <ac:chgData name="Yeo Xiong Wei, Jonathan" userId="ac2b658e-7ce1-44bb-9f9f-bf4198ceaa29" providerId="ADAL" clId="{C7BA2203-BB92-4F7A-9301-684B78D08181}" dt="2022-09-12T05:00:07.600" v="3811" actId="478"/>
          <ac:inkMkLst>
            <pc:docMk/>
            <pc:sldMk cId="180175659" sldId="324"/>
            <ac:inkMk id="3" creationId="{E4A898F8-0093-168D-C312-F340D6929002}"/>
          </ac:inkMkLst>
        </pc:inkChg>
      </pc:sldChg>
      <pc:sldChg chg="modAnim modNotesTx">
        <pc:chgData name="Yeo Xiong Wei, Jonathan" userId="ac2b658e-7ce1-44bb-9f9f-bf4198ceaa29" providerId="ADAL" clId="{C7BA2203-BB92-4F7A-9301-684B78D08181}" dt="2022-09-08T02:46:38.955" v="119" actId="20577"/>
        <pc:sldMkLst>
          <pc:docMk/>
          <pc:sldMk cId="1851068879" sldId="397"/>
        </pc:sldMkLst>
      </pc:sldChg>
      <pc:sldChg chg="modSp mod modAnim modNotesTx">
        <pc:chgData name="Yeo Xiong Wei, Jonathan" userId="ac2b658e-7ce1-44bb-9f9f-bf4198ceaa29" providerId="ADAL" clId="{C7BA2203-BB92-4F7A-9301-684B78D08181}" dt="2022-09-08T02:47:11.060" v="124"/>
        <pc:sldMkLst>
          <pc:docMk/>
          <pc:sldMk cId="279134021" sldId="399"/>
        </pc:sldMkLst>
        <pc:spChg chg="mod">
          <ac:chgData name="Yeo Xiong Wei, Jonathan" userId="ac2b658e-7ce1-44bb-9f9f-bf4198ceaa29" providerId="ADAL" clId="{C7BA2203-BB92-4F7A-9301-684B78D08181}" dt="2022-09-08T02:42:34.038" v="4" actId="404"/>
          <ac:spMkLst>
            <pc:docMk/>
            <pc:sldMk cId="279134021" sldId="399"/>
            <ac:spMk id="25602" creationId="{00000000-0000-0000-0000-000000000000}"/>
          </ac:spMkLst>
        </pc:spChg>
      </pc:sldChg>
      <pc:sldChg chg="modSp mod modAnim">
        <pc:chgData name="Yeo Xiong Wei, Jonathan" userId="ac2b658e-7ce1-44bb-9f9f-bf4198ceaa29" providerId="ADAL" clId="{C7BA2203-BB92-4F7A-9301-684B78D08181}" dt="2022-09-08T02:47:32.158" v="128"/>
        <pc:sldMkLst>
          <pc:docMk/>
          <pc:sldMk cId="3060003268" sldId="400"/>
        </pc:sldMkLst>
        <pc:spChg chg="mod">
          <ac:chgData name="Yeo Xiong Wei, Jonathan" userId="ac2b658e-7ce1-44bb-9f9f-bf4198ceaa29" providerId="ADAL" clId="{C7BA2203-BB92-4F7A-9301-684B78D08181}" dt="2022-09-08T02:47:04.107" v="123" actId="20577"/>
          <ac:spMkLst>
            <pc:docMk/>
            <pc:sldMk cId="3060003268" sldId="400"/>
            <ac:spMk id="25602" creationId="{00000000-0000-0000-0000-000000000000}"/>
          </ac:spMkLst>
        </pc:spChg>
      </pc:sldChg>
      <pc:sldChg chg="modSp mod modAnim modNotesTx">
        <pc:chgData name="Yeo Xiong Wei, Jonathan" userId="ac2b658e-7ce1-44bb-9f9f-bf4198ceaa29" providerId="ADAL" clId="{C7BA2203-BB92-4F7A-9301-684B78D08181}" dt="2022-09-08T02:47:20.003" v="126" actId="6549"/>
        <pc:sldMkLst>
          <pc:docMk/>
          <pc:sldMk cId="76355555" sldId="401"/>
        </pc:sldMkLst>
        <pc:spChg chg="mod">
          <ac:chgData name="Yeo Xiong Wei, Jonathan" userId="ac2b658e-7ce1-44bb-9f9f-bf4198ceaa29" providerId="ADAL" clId="{C7BA2203-BB92-4F7A-9301-684B78D08181}" dt="2022-09-08T02:43:41.139" v="23" actId="5793"/>
          <ac:spMkLst>
            <pc:docMk/>
            <pc:sldMk cId="76355555" sldId="401"/>
            <ac:spMk id="25602" creationId="{00000000-0000-0000-0000-000000000000}"/>
          </ac:spMkLst>
        </pc:spChg>
      </pc:sldChg>
      <pc:sldChg chg="addSp delSp modSp mod modAnim">
        <pc:chgData name="Yeo Xiong Wei, Jonathan" userId="ac2b658e-7ce1-44bb-9f9f-bf4198ceaa29" providerId="ADAL" clId="{C7BA2203-BB92-4F7A-9301-684B78D08181}" dt="2022-09-12T04:59:54.067" v="3807" actId="478"/>
        <pc:sldMkLst>
          <pc:docMk/>
          <pc:sldMk cId="1413307756" sldId="995"/>
        </pc:sldMkLst>
        <pc:spChg chg="mod">
          <ac:chgData name="Yeo Xiong Wei, Jonathan" userId="ac2b658e-7ce1-44bb-9f9f-bf4198ceaa29" providerId="ADAL" clId="{C7BA2203-BB92-4F7A-9301-684B78D08181}" dt="2022-09-11T02:20:47.460" v="3802" actId="20577"/>
          <ac:spMkLst>
            <pc:docMk/>
            <pc:sldMk cId="1413307756" sldId="995"/>
            <ac:spMk id="37890" creationId="{00000000-0000-0000-0000-000000000000}"/>
          </ac:spMkLst>
        </pc:spChg>
        <pc:inkChg chg="add del">
          <ac:chgData name="Yeo Xiong Wei, Jonathan" userId="ac2b658e-7ce1-44bb-9f9f-bf4198ceaa29" providerId="ADAL" clId="{C7BA2203-BB92-4F7A-9301-684B78D08181}" dt="2022-09-12T04:59:54.067" v="3807" actId="478"/>
          <ac:inkMkLst>
            <pc:docMk/>
            <pc:sldMk cId="1413307756" sldId="995"/>
            <ac:inkMk id="3" creationId="{830761C6-32BA-DB81-1A2E-097171CAA4A4}"/>
          </ac:inkMkLst>
        </pc:inkChg>
      </pc:sldChg>
      <pc:sldChg chg="addSp delSp mod modAnim modNotesTx">
        <pc:chgData name="Yeo Xiong Wei, Jonathan" userId="ac2b658e-7ce1-44bb-9f9f-bf4198ceaa29" providerId="ADAL" clId="{C7BA2203-BB92-4F7A-9301-684B78D08181}" dt="2022-09-12T04:59:57.543" v="3808" actId="478"/>
        <pc:sldMkLst>
          <pc:docMk/>
          <pc:sldMk cId="1314374014" sldId="997"/>
        </pc:sldMkLst>
        <pc:inkChg chg="add del">
          <ac:chgData name="Yeo Xiong Wei, Jonathan" userId="ac2b658e-7ce1-44bb-9f9f-bf4198ceaa29" providerId="ADAL" clId="{C7BA2203-BB92-4F7A-9301-684B78D08181}" dt="2022-09-12T04:59:57.543" v="3808" actId="478"/>
          <ac:inkMkLst>
            <pc:docMk/>
            <pc:sldMk cId="1314374014" sldId="997"/>
            <ac:inkMk id="3" creationId="{D7DDF927-214F-E5B0-48C0-11A0E287D8D5}"/>
          </ac:inkMkLst>
        </pc:inkChg>
      </pc:sldChg>
      <pc:sldChg chg="addSp delSp modSp mod">
        <pc:chgData name="Yeo Xiong Wei, Jonathan" userId="ac2b658e-7ce1-44bb-9f9f-bf4198ceaa29" providerId="ADAL" clId="{C7BA2203-BB92-4F7A-9301-684B78D08181}" dt="2022-09-12T04:59:51.743" v="3806" actId="478"/>
        <pc:sldMkLst>
          <pc:docMk/>
          <pc:sldMk cId="608881800" sldId="998"/>
        </pc:sldMkLst>
        <pc:spChg chg="mod">
          <ac:chgData name="Yeo Xiong Wei, Jonathan" userId="ac2b658e-7ce1-44bb-9f9f-bf4198ceaa29" providerId="ADAL" clId="{C7BA2203-BB92-4F7A-9301-684B78D08181}" dt="2022-09-11T02:20:15.374" v="3793" actId="115"/>
          <ac:spMkLst>
            <pc:docMk/>
            <pc:sldMk cId="608881800" sldId="998"/>
            <ac:spMk id="37890" creationId="{00000000-0000-0000-0000-000000000000}"/>
          </ac:spMkLst>
        </pc:spChg>
        <pc:inkChg chg="add del">
          <ac:chgData name="Yeo Xiong Wei, Jonathan" userId="ac2b658e-7ce1-44bb-9f9f-bf4198ceaa29" providerId="ADAL" clId="{C7BA2203-BB92-4F7A-9301-684B78D08181}" dt="2022-09-12T04:59:51.743" v="3806" actId="478"/>
          <ac:inkMkLst>
            <pc:docMk/>
            <pc:sldMk cId="608881800" sldId="998"/>
            <ac:inkMk id="3" creationId="{2D247BA2-DEDA-3160-2D18-009A510A40BB}"/>
          </ac:inkMkLst>
        </pc:inkChg>
      </pc:sldChg>
      <pc:sldChg chg="addSp delSp modSp mod modAnim">
        <pc:chgData name="Yeo Xiong Wei, Jonathan" userId="ac2b658e-7ce1-44bb-9f9f-bf4198ceaa29" providerId="ADAL" clId="{C7BA2203-BB92-4F7A-9301-684B78D08181}" dt="2022-09-12T04:59:49.544" v="3805" actId="478"/>
        <pc:sldMkLst>
          <pc:docMk/>
          <pc:sldMk cId="787323275" sldId="999"/>
        </pc:sldMkLst>
        <pc:spChg chg="mod">
          <ac:chgData name="Yeo Xiong Wei, Jonathan" userId="ac2b658e-7ce1-44bb-9f9f-bf4198ceaa29" providerId="ADAL" clId="{C7BA2203-BB92-4F7A-9301-684B78D08181}" dt="2022-09-11T02:20:24.755" v="3796" actId="6549"/>
          <ac:spMkLst>
            <pc:docMk/>
            <pc:sldMk cId="787323275" sldId="999"/>
            <ac:spMk id="37890" creationId="{00000000-0000-0000-0000-000000000000}"/>
          </ac:spMkLst>
        </pc:spChg>
        <pc:inkChg chg="add del">
          <ac:chgData name="Yeo Xiong Wei, Jonathan" userId="ac2b658e-7ce1-44bb-9f9f-bf4198ceaa29" providerId="ADAL" clId="{C7BA2203-BB92-4F7A-9301-684B78D08181}" dt="2022-09-12T04:59:49.544" v="3805" actId="478"/>
          <ac:inkMkLst>
            <pc:docMk/>
            <pc:sldMk cId="787323275" sldId="999"/>
            <ac:inkMk id="3" creationId="{700B22BD-4B94-5F6E-575E-C6FF30EADECD}"/>
          </ac:inkMkLst>
        </pc:inkChg>
      </pc:sldChg>
      <pc:sldChg chg="addSp delSp mod modAnim">
        <pc:chgData name="Yeo Xiong Wei, Jonathan" userId="ac2b658e-7ce1-44bb-9f9f-bf4198ceaa29" providerId="ADAL" clId="{C7BA2203-BB92-4F7A-9301-684B78D08181}" dt="2022-09-12T04:59:47.053" v="3804" actId="478"/>
        <pc:sldMkLst>
          <pc:docMk/>
          <pc:sldMk cId="3915780247" sldId="1000"/>
        </pc:sldMkLst>
        <pc:inkChg chg="add del">
          <ac:chgData name="Yeo Xiong Wei, Jonathan" userId="ac2b658e-7ce1-44bb-9f9f-bf4198ceaa29" providerId="ADAL" clId="{C7BA2203-BB92-4F7A-9301-684B78D08181}" dt="2022-09-12T04:59:47.053" v="3804" actId="478"/>
          <ac:inkMkLst>
            <pc:docMk/>
            <pc:sldMk cId="3915780247" sldId="1000"/>
            <ac:inkMk id="3" creationId="{73D359BD-E100-DF6A-0ABA-87C9B10595A9}"/>
          </ac:inkMkLst>
        </pc:inkChg>
      </pc:sldChg>
      <pc:sldChg chg="addSp delSp mod modNotesTx">
        <pc:chgData name="Yeo Xiong Wei, Jonathan" userId="ac2b658e-7ce1-44bb-9f9f-bf4198ceaa29" providerId="ADAL" clId="{C7BA2203-BB92-4F7A-9301-684B78D08181}" dt="2022-09-12T04:59:59.407" v="3809" actId="478"/>
        <pc:sldMkLst>
          <pc:docMk/>
          <pc:sldMk cId="2691748010" sldId="1001"/>
        </pc:sldMkLst>
        <pc:inkChg chg="add del">
          <ac:chgData name="Yeo Xiong Wei, Jonathan" userId="ac2b658e-7ce1-44bb-9f9f-bf4198ceaa29" providerId="ADAL" clId="{C7BA2203-BB92-4F7A-9301-684B78D08181}" dt="2022-09-12T04:59:59.407" v="3809" actId="478"/>
          <ac:inkMkLst>
            <pc:docMk/>
            <pc:sldMk cId="2691748010" sldId="1001"/>
            <ac:inkMk id="3" creationId="{3DB9C6AE-7624-7E1E-0EFA-0974FE64B892}"/>
          </ac:inkMkLst>
        </pc:inkChg>
      </pc:sldChg>
      <pc:sldChg chg="modAnim">
        <pc:chgData name="Yeo Xiong Wei, Jonathan" userId="ac2b658e-7ce1-44bb-9f9f-bf4198ceaa29" providerId="ADAL" clId="{C7BA2203-BB92-4F7A-9301-684B78D08181}" dt="2022-09-08T04:04:40.937" v="2667"/>
        <pc:sldMkLst>
          <pc:docMk/>
          <pc:sldMk cId="889467151" sldId="1003"/>
        </pc:sldMkLst>
      </pc:sldChg>
      <pc:sldChg chg="addSp delSp modSp mod modAnim">
        <pc:chgData name="Yeo Xiong Wei, Jonathan" userId="ac2b658e-7ce1-44bb-9f9f-bf4198ceaa29" providerId="ADAL" clId="{C7BA2203-BB92-4F7A-9301-684B78D08181}" dt="2022-09-12T05:00:12.520" v="3812" actId="478"/>
        <pc:sldMkLst>
          <pc:docMk/>
          <pc:sldMk cId="2319082909" sldId="1004"/>
        </pc:sldMkLst>
        <pc:spChg chg="mod">
          <ac:chgData name="Yeo Xiong Wei, Jonathan" userId="ac2b658e-7ce1-44bb-9f9f-bf4198ceaa29" providerId="ADAL" clId="{C7BA2203-BB92-4F7A-9301-684B78D08181}" dt="2022-09-08T03:23:02.495" v="1333" actId="114"/>
          <ac:spMkLst>
            <pc:docMk/>
            <pc:sldMk cId="2319082909" sldId="1004"/>
            <ac:spMk id="39938" creationId="{00000000-0000-0000-0000-000000000000}"/>
          </ac:spMkLst>
        </pc:spChg>
        <pc:inkChg chg="add del">
          <ac:chgData name="Yeo Xiong Wei, Jonathan" userId="ac2b658e-7ce1-44bb-9f9f-bf4198ceaa29" providerId="ADAL" clId="{C7BA2203-BB92-4F7A-9301-684B78D08181}" dt="2022-09-12T05:00:12.520" v="3812" actId="478"/>
          <ac:inkMkLst>
            <pc:docMk/>
            <pc:sldMk cId="2319082909" sldId="1004"/>
            <ac:inkMk id="3" creationId="{3C4C8FAB-9CA6-7D2F-B316-2FE45F440DB5}"/>
          </ac:inkMkLst>
        </pc:inkChg>
      </pc:sldChg>
      <pc:sldChg chg="addSp delSp modSp mod">
        <pc:chgData name="Yeo Xiong Wei, Jonathan" userId="ac2b658e-7ce1-44bb-9f9f-bf4198ceaa29" providerId="ADAL" clId="{C7BA2203-BB92-4F7A-9301-684B78D08181}" dt="2022-09-12T05:01:31.657" v="3896" actId="20577"/>
        <pc:sldMkLst>
          <pc:docMk/>
          <pc:sldMk cId="1165093964" sldId="1006"/>
        </pc:sldMkLst>
        <pc:spChg chg="mod">
          <ac:chgData name="Yeo Xiong Wei, Jonathan" userId="ac2b658e-7ce1-44bb-9f9f-bf4198ceaa29" providerId="ADAL" clId="{C7BA2203-BB92-4F7A-9301-684B78D08181}" dt="2022-09-08T03:51:30.978" v="1996" actId="20577"/>
          <ac:spMkLst>
            <pc:docMk/>
            <pc:sldMk cId="1165093964" sldId="1006"/>
            <ac:spMk id="28673" creationId="{00000000-0000-0000-0000-000000000000}"/>
          </ac:spMkLst>
        </pc:spChg>
        <pc:spChg chg="mod">
          <ac:chgData name="Yeo Xiong Wei, Jonathan" userId="ac2b658e-7ce1-44bb-9f9f-bf4198ceaa29" providerId="ADAL" clId="{C7BA2203-BB92-4F7A-9301-684B78D08181}" dt="2022-09-12T05:01:31.657" v="3896" actId="20577"/>
          <ac:spMkLst>
            <pc:docMk/>
            <pc:sldMk cId="1165093964" sldId="1006"/>
            <ac:spMk id="28674" creationId="{00000000-0000-0000-0000-000000000000}"/>
          </ac:spMkLst>
        </pc:spChg>
        <pc:picChg chg="add mod">
          <ac:chgData name="Yeo Xiong Wei, Jonathan" userId="ac2b658e-7ce1-44bb-9f9f-bf4198ceaa29" providerId="ADAL" clId="{C7BA2203-BB92-4F7A-9301-684B78D08181}" dt="2022-09-11T01:38:45.457" v="3726" actId="1076"/>
          <ac:picMkLst>
            <pc:docMk/>
            <pc:sldMk cId="1165093964" sldId="1006"/>
            <ac:picMk id="4" creationId="{72F08B57-7247-9511-6230-83F9F53DA281}"/>
          </ac:picMkLst>
        </pc:picChg>
        <pc:inkChg chg="add del">
          <ac:chgData name="Yeo Xiong Wei, Jonathan" userId="ac2b658e-7ce1-44bb-9f9f-bf4198ceaa29" providerId="ADAL" clId="{C7BA2203-BB92-4F7A-9301-684B78D08181}" dt="2022-09-12T05:00:29.324" v="3814" actId="478"/>
          <ac:inkMkLst>
            <pc:docMk/>
            <pc:sldMk cId="1165093964" sldId="1006"/>
            <ac:inkMk id="3" creationId="{F6A92E2A-B0DB-16D5-26D5-52B07F9A2A9A}"/>
          </ac:inkMkLst>
        </pc:inkChg>
      </pc:sldChg>
      <pc:sldChg chg="addSp delSp modSp mod">
        <pc:chgData name="Yeo Xiong Wei, Jonathan" userId="ac2b658e-7ce1-44bb-9f9f-bf4198ceaa29" providerId="ADAL" clId="{C7BA2203-BB92-4F7A-9301-684B78D08181}" dt="2022-09-12T05:00:16.945" v="3813" actId="478"/>
        <pc:sldMkLst>
          <pc:docMk/>
          <pc:sldMk cId="2706441205" sldId="1007"/>
        </pc:sldMkLst>
        <pc:spChg chg="mod">
          <ac:chgData name="Yeo Xiong Wei, Jonathan" userId="ac2b658e-7ce1-44bb-9f9f-bf4198ceaa29" providerId="ADAL" clId="{C7BA2203-BB92-4F7A-9301-684B78D08181}" dt="2022-09-11T02:16:53.295" v="3757"/>
          <ac:spMkLst>
            <pc:docMk/>
            <pc:sldMk cId="2706441205" sldId="1007"/>
            <ac:spMk id="39938" creationId="{00000000-0000-0000-0000-000000000000}"/>
          </ac:spMkLst>
        </pc:spChg>
        <pc:inkChg chg="add del">
          <ac:chgData name="Yeo Xiong Wei, Jonathan" userId="ac2b658e-7ce1-44bb-9f9f-bf4198ceaa29" providerId="ADAL" clId="{C7BA2203-BB92-4F7A-9301-684B78D08181}" dt="2022-09-12T05:00:16.945" v="3813" actId="478"/>
          <ac:inkMkLst>
            <pc:docMk/>
            <pc:sldMk cId="2706441205" sldId="1007"/>
            <ac:inkMk id="3" creationId="{DF6B2574-8CC3-8B40-E1DA-6DF4231FDE1D}"/>
          </ac:inkMkLst>
        </pc:inkChg>
      </pc:sldChg>
      <pc:sldChg chg="addSp delSp modSp add mod modNotesTx">
        <pc:chgData name="Yeo Xiong Wei, Jonathan" userId="ac2b658e-7ce1-44bb-9f9f-bf4198ceaa29" providerId="ADAL" clId="{C7BA2203-BB92-4F7A-9301-684B78D08181}" dt="2022-09-12T05:02:01.045" v="3909" actId="20577"/>
        <pc:sldMkLst>
          <pc:docMk/>
          <pc:sldMk cId="3281041436" sldId="1009"/>
        </pc:sldMkLst>
        <pc:spChg chg="mod">
          <ac:chgData name="Yeo Xiong Wei, Jonathan" userId="ac2b658e-7ce1-44bb-9f9f-bf4198ceaa29" providerId="ADAL" clId="{C7BA2203-BB92-4F7A-9301-684B78D08181}" dt="2022-09-08T04:19:17.510" v="2842" actId="20577"/>
          <ac:spMkLst>
            <pc:docMk/>
            <pc:sldMk cId="3281041436" sldId="1009"/>
            <ac:spMk id="28673" creationId="{00000000-0000-0000-0000-000000000000}"/>
          </ac:spMkLst>
        </pc:spChg>
        <pc:spChg chg="mod">
          <ac:chgData name="Yeo Xiong Wei, Jonathan" userId="ac2b658e-7ce1-44bb-9f9f-bf4198ceaa29" providerId="ADAL" clId="{C7BA2203-BB92-4F7A-9301-684B78D08181}" dt="2022-09-12T05:02:01.045" v="3909" actId="20577"/>
          <ac:spMkLst>
            <pc:docMk/>
            <pc:sldMk cId="3281041436" sldId="1009"/>
            <ac:spMk id="28674" creationId="{00000000-0000-0000-0000-000000000000}"/>
          </ac:spMkLst>
        </pc:spChg>
        <pc:picChg chg="add mod">
          <ac:chgData name="Yeo Xiong Wei, Jonathan" userId="ac2b658e-7ce1-44bb-9f9f-bf4198ceaa29" providerId="ADAL" clId="{C7BA2203-BB92-4F7A-9301-684B78D08181}" dt="2022-09-11T01:38:38.083" v="3725" actId="1076"/>
          <ac:picMkLst>
            <pc:docMk/>
            <pc:sldMk cId="3281041436" sldId="1009"/>
            <ac:picMk id="4" creationId="{4A2ED7A3-6EE1-B988-2C4C-7DB60A5D1904}"/>
          </ac:picMkLst>
        </pc:picChg>
        <pc:inkChg chg="add del">
          <ac:chgData name="Yeo Xiong Wei, Jonathan" userId="ac2b658e-7ce1-44bb-9f9f-bf4198ceaa29" providerId="ADAL" clId="{C7BA2203-BB92-4F7A-9301-684B78D08181}" dt="2022-09-12T05:00:02.459" v="3810" actId="478"/>
          <ac:inkMkLst>
            <pc:docMk/>
            <pc:sldMk cId="3281041436" sldId="1009"/>
            <ac:inkMk id="3" creationId="{AC34A24D-1C09-7090-9B97-F989FE5CCF1D}"/>
          </ac:inkMkLst>
        </pc:inkChg>
      </pc:sldChg>
      <pc:sldChg chg="modSp add mod ord modAnim modNotesTx">
        <pc:chgData name="Yeo Xiong Wei, Jonathan" userId="ac2b658e-7ce1-44bb-9f9f-bf4198ceaa29" providerId="ADAL" clId="{C7BA2203-BB92-4F7A-9301-684B78D08181}" dt="2022-09-08T04:53:40.723" v="3716" actId="20577"/>
        <pc:sldMkLst>
          <pc:docMk/>
          <pc:sldMk cId="1878877627" sldId="1010"/>
        </pc:sldMkLst>
        <pc:spChg chg="mod">
          <ac:chgData name="Yeo Xiong Wei, Jonathan" userId="ac2b658e-7ce1-44bb-9f9f-bf4198ceaa29" providerId="ADAL" clId="{C7BA2203-BB92-4F7A-9301-684B78D08181}" dt="2022-09-08T04:22:01.294" v="2870" actId="20577"/>
          <ac:spMkLst>
            <pc:docMk/>
            <pc:sldMk cId="1878877627" sldId="1010"/>
            <ac:spMk id="25601" creationId="{00000000-0000-0000-0000-000000000000}"/>
          </ac:spMkLst>
        </pc:spChg>
        <pc:spChg chg="mod">
          <ac:chgData name="Yeo Xiong Wei, Jonathan" userId="ac2b658e-7ce1-44bb-9f9f-bf4198ceaa29" providerId="ADAL" clId="{C7BA2203-BB92-4F7A-9301-684B78D08181}" dt="2022-09-08T04:53:40.723" v="3716" actId="20577"/>
          <ac:spMkLst>
            <pc:docMk/>
            <pc:sldMk cId="1878877627" sldId="1010"/>
            <ac:spMk id="25602" creationId="{00000000-0000-0000-0000-000000000000}"/>
          </ac:spMkLst>
        </pc:spChg>
      </pc:sldChg>
    </pc:docChg>
  </pc:docChgLst>
  <pc:docChgLst>
    <pc:chgData name="Yeo Xiong Wei, Jonathan" userId="ac2b658e-7ce1-44bb-9f9f-bf4198ceaa29" providerId="ADAL" clId="{A08FA615-261C-4B85-984E-6B3FA97CB214}"/>
    <pc:docChg chg="undo custSel modSld">
      <pc:chgData name="Yeo Xiong Wei, Jonathan" userId="ac2b658e-7ce1-44bb-9f9f-bf4198ceaa29" providerId="ADAL" clId="{A08FA615-261C-4B85-984E-6B3FA97CB214}" dt="2024-06-29T02:31:40.485" v="82" actId="113"/>
      <pc:docMkLst>
        <pc:docMk/>
      </pc:docMkLst>
      <pc:sldChg chg="modSp mod">
        <pc:chgData name="Yeo Xiong Wei, Jonathan" userId="ac2b658e-7ce1-44bb-9f9f-bf4198ceaa29" providerId="ADAL" clId="{A08FA615-261C-4B85-984E-6B3FA97CB214}" dt="2024-06-29T02:31:40.485" v="82" actId="113"/>
        <pc:sldMkLst>
          <pc:docMk/>
          <pc:sldMk cId="3333402940" sldId="256"/>
        </pc:sldMkLst>
        <pc:spChg chg="mod">
          <ac:chgData name="Yeo Xiong Wei, Jonathan" userId="ac2b658e-7ce1-44bb-9f9f-bf4198ceaa29" providerId="ADAL" clId="{A08FA615-261C-4B85-984E-6B3FA97CB214}" dt="2024-06-29T02:31:40.485" v="82" actId="113"/>
          <ac:spMkLst>
            <pc:docMk/>
            <pc:sldMk cId="3333402940" sldId="256"/>
            <ac:spMk id="2" creationId="{DA38B41C-C5F3-44B9-92FB-11A602519026}"/>
          </ac:spMkLst>
        </pc:spChg>
      </pc:sldChg>
      <pc:sldChg chg="addSp delSp modSp mod">
        <pc:chgData name="Yeo Xiong Wei, Jonathan" userId="ac2b658e-7ce1-44bb-9f9f-bf4198ceaa29" providerId="ADAL" clId="{A08FA615-261C-4B85-984E-6B3FA97CB214}" dt="2024-06-29T02:05:17.113" v="11" actId="1035"/>
        <pc:sldMkLst>
          <pc:docMk/>
          <pc:sldMk cId="921258357" sldId="304"/>
        </pc:sldMkLst>
        <pc:spChg chg="add del mod ord">
          <ac:chgData name="Yeo Xiong Wei, Jonathan" userId="ac2b658e-7ce1-44bb-9f9f-bf4198ceaa29" providerId="ADAL" clId="{A08FA615-261C-4B85-984E-6B3FA97CB214}" dt="2024-06-29T02:04:46.154" v="4" actId="478"/>
          <ac:spMkLst>
            <pc:docMk/>
            <pc:sldMk cId="921258357" sldId="304"/>
            <ac:spMk id="2" creationId="{03B59395-98BA-2DE2-2FDC-E027BDAB973A}"/>
          </ac:spMkLst>
        </pc:spChg>
        <pc:spChg chg="add mod ord">
          <ac:chgData name="Yeo Xiong Wei, Jonathan" userId="ac2b658e-7ce1-44bb-9f9f-bf4198ceaa29" providerId="ADAL" clId="{A08FA615-261C-4B85-984E-6B3FA97CB214}" dt="2024-06-29T02:05:17.113" v="11" actId="1035"/>
          <ac:spMkLst>
            <pc:docMk/>
            <pc:sldMk cId="921258357" sldId="304"/>
            <ac:spMk id="4" creationId="{729AE88C-1805-E578-0C01-CC38BCE0C088}"/>
          </ac:spMkLst>
        </pc:spChg>
      </pc:sldChg>
      <pc:sldChg chg="addSp modSp mod">
        <pc:chgData name="Yeo Xiong Wei, Jonathan" userId="ac2b658e-7ce1-44bb-9f9f-bf4198ceaa29" providerId="ADAL" clId="{A08FA615-261C-4B85-984E-6B3FA97CB214}" dt="2024-06-29T02:05:41.340" v="15" actId="14100"/>
        <pc:sldMkLst>
          <pc:docMk/>
          <pc:sldMk cId="1453085163" sldId="307"/>
        </pc:sldMkLst>
        <pc:spChg chg="add mod ord">
          <ac:chgData name="Yeo Xiong Wei, Jonathan" userId="ac2b658e-7ce1-44bb-9f9f-bf4198ceaa29" providerId="ADAL" clId="{A08FA615-261C-4B85-984E-6B3FA97CB214}" dt="2024-06-29T02:05:41.340" v="15" actId="14100"/>
          <ac:spMkLst>
            <pc:docMk/>
            <pc:sldMk cId="1453085163" sldId="307"/>
            <ac:spMk id="2" creationId="{820EA715-F1C3-BE79-6123-8C49CD977881}"/>
          </ac:spMkLst>
        </pc:spChg>
      </pc:sldChg>
      <pc:sldChg chg="addSp modSp mod">
        <pc:chgData name="Yeo Xiong Wei, Jonathan" userId="ac2b658e-7ce1-44bb-9f9f-bf4198ceaa29" providerId="ADAL" clId="{A08FA615-261C-4B85-984E-6B3FA97CB214}" dt="2024-06-29T02:08:54.287" v="79" actId="167"/>
        <pc:sldMkLst>
          <pc:docMk/>
          <pc:sldMk cId="279134021" sldId="399"/>
        </pc:sldMkLst>
        <pc:spChg chg="add mod ord">
          <ac:chgData name="Yeo Xiong Wei, Jonathan" userId="ac2b658e-7ce1-44bb-9f9f-bf4198ceaa29" providerId="ADAL" clId="{A08FA615-261C-4B85-984E-6B3FA97CB214}" dt="2024-06-29T02:08:54.287" v="79" actId="167"/>
          <ac:spMkLst>
            <pc:docMk/>
            <pc:sldMk cId="279134021" sldId="399"/>
            <ac:spMk id="3" creationId="{E71CDD75-D6CE-4B0F-1A83-836FA5B32A3C}"/>
          </ac:spMkLst>
        </pc:spChg>
      </pc:sldChg>
      <pc:sldChg chg="addSp modSp mod">
        <pc:chgData name="Yeo Xiong Wei, Jonathan" userId="ac2b658e-7ce1-44bb-9f9f-bf4198ceaa29" providerId="ADAL" clId="{A08FA615-261C-4B85-984E-6B3FA97CB214}" dt="2024-06-29T02:08:59.127" v="81" actId="167"/>
        <pc:sldMkLst>
          <pc:docMk/>
          <pc:sldMk cId="76355555" sldId="401"/>
        </pc:sldMkLst>
        <pc:spChg chg="add mod ord">
          <ac:chgData name="Yeo Xiong Wei, Jonathan" userId="ac2b658e-7ce1-44bb-9f9f-bf4198ceaa29" providerId="ADAL" clId="{A08FA615-261C-4B85-984E-6B3FA97CB214}" dt="2024-06-29T02:08:59.127" v="81" actId="167"/>
          <ac:spMkLst>
            <pc:docMk/>
            <pc:sldMk cId="76355555" sldId="401"/>
            <ac:spMk id="3" creationId="{125D2FE0-307A-0BF1-8EE9-CAF3062A9766}"/>
          </ac:spMkLst>
        </pc:spChg>
      </pc:sldChg>
      <pc:sldChg chg="addSp modSp mod">
        <pc:chgData name="Yeo Xiong Wei, Jonathan" userId="ac2b658e-7ce1-44bb-9f9f-bf4198ceaa29" providerId="ADAL" clId="{A08FA615-261C-4B85-984E-6B3FA97CB214}" dt="2024-06-29T02:06:22.930" v="21" actId="1035"/>
        <pc:sldMkLst>
          <pc:docMk/>
          <pc:sldMk cId="1413307756" sldId="995"/>
        </pc:sldMkLst>
        <pc:spChg chg="add mod ord">
          <ac:chgData name="Yeo Xiong Wei, Jonathan" userId="ac2b658e-7ce1-44bb-9f9f-bf4198ceaa29" providerId="ADAL" clId="{A08FA615-261C-4B85-984E-6B3FA97CB214}" dt="2024-06-29T02:06:22.930" v="21" actId="1035"/>
          <ac:spMkLst>
            <pc:docMk/>
            <pc:sldMk cId="1413307756" sldId="995"/>
            <ac:spMk id="2" creationId="{35CEA052-59CD-A227-BCA6-8131651791A0}"/>
          </ac:spMkLst>
        </pc:spChg>
      </pc:sldChg>
      <pc:sldChg chg="addSp modSp mod">
        <pc:chgData name="Yeo Xiong Wei, Jonathan" userId="ac2b658e-7ce1-44bb-9f9f-bf4198ceaa29" providerId="ADAL" clId="{A08FA615-261C-4B85-984E-6B3FA97CB214}" dt="2024-06-29T02:08:18.011" v="74" actId="1035"/>
        <pc:sldMkLst>
          <pc:docMk/>
          <pc:sldMk cId="1314374014" sldId="997"/>
        </pc:sldMkLst>
        <pc:spChg chg="add mod ord">
          <ac:chgData name="Yeo Xiong Wei, Jonathan" userId="ac2b658e-7ce1-44bb-9f9f-bf4198ceaa29" providerId="ADAL" clId="{A08FA615-261C-4B85-984E-6B3FA97CB214}" dt="2024-06-29T02:08:18.011" v="74" actId="1035"/>
          <ac:spMkLst>
            <pc:docMk/>
            <pc:sldMk cId="1314374014" sldId="997"/>
            <ac:spMk id="2" creationId="{96817902-965E-4FB4-0E82-A87C969BA02A}"/>
          </ac:spMkLst>
        </pc:spChg>
        <pc:spChg chg="mod">
          <ac:chgData name="Yeo Xiong Wei, Jonathan" userId="ac2b658e-7ce1-44bb-9f9f-bf4198ceaa29" providerId="ADAL" clId="{A08FA615-261C-4B85-984E-6B3FA97CB214}" dt="2024-06-29T02:07:27.416" v="58" actId="207"/>
          <ac:spMkLst>
            <pc:docMk/>
            <pc:sldMk cId="1314374014" sldId="997"/>
            <ac:spMk id="37890" creationId="{00000000-0000-0000-0000-000000000000}"/>
          </ac:spMkLst>
        </pc:spChg>
      </pc:sldChg>
    </pc:docChg>
  </pc:docChgLst>
  <pc:docChgLst>
    <pc:chgData name="Yeo Xiong Wei, Jonathan" userId="ac2b658e-7ce1-44bb-9f9f-bf4198ceaa29" providerId="ADAL" clId="{827A16B6-3D07-4962-8F52-CFA34731BA9C}"/>
    <pc:docChg chg="undo custSel addSld delSld modSld modMainMaster">
      <pc:chgData name="Yeo Xiong Wei, Jonathan" userId="ac2b658e-7ce1-44bb-9f9f-bf4198ceaa29" providerId="ADAL" clId="{827A16B6-3D07-4962-8F52-CFA34731BA9C}" dt="2024-06-14T08:44:25.870" v="1695" actId="403"/>
      <pc:docMkLst>
        <pc:docMk/>
      </pc:docMkLst>
      <pc:sldChg chg="addSp delSp modSp mod">
        <pc:chgData name="Yeo Xiong Wei, Jonathan" userId="ac2b658e-7ce1-44bb-9f9f-bf4198ceaa29" providerId="ADAL" clId="{827A16B6-3D07-4962-8F52-CFA34731BA9C}" dt="2024-06-14T07:52:21.396" v="7" actId="1076"/>
        <pc:sldMkLst>
          <pc:docMk/>
          <pc:sldMk cId="3333402940" sldId="256"/>
        </pc:sldMkLst>
        <pc:spChg chg="mod">
          <ac:chgData name="Yeo Xiong Wei, Jonathan" userId="ac2b658e-7ce1-44bb-9f9f-bf4198ceaa29" providerId="ADAL" clId="{827A16B6-3D07-4962-8F52-CFA34731BA9C}" dt="2024-06-14T07:52:21.396" v="7" actId="1076"/>
          <ac:spMkLst>
            <pc:docMk/>
            <pc:sldMk cId="3333402940" sldId="256"/>
            <ac:spMk id="2" creationId="{DA38B41C-C5F3-44B9-92FB-11A602519026}"/>
          </ac:spMkLst>
        </pc:spChg>
        <pc:spChg chg="mod">
          <ac:chgData name="Yeo Xiong Wei, Jonathan" userId="ac2b658e-7ce1-44bb-9f9f-bf4198ceaa29" providerId="ADAL" clId="{827A16B6-3D07-4962-8F52-CFA34731BA9C}" dt="2024-06-14T07:52:21.396" v="7" actId="1076"/>
          <ac:spMkLst>
            <pc:docMk/>
            <pc:sldMk cId="3333402940" sldId="256"/>
            <ac:spMk id="3" creationId="{998871C3-F454-4764-88F0-979E1F37639F}"/>
          </ac:spMkLst>
        </pc:spChg>
        <pc:spChg chg="mod">
          <ac:chgData name="Yeo Xiong Wei, Jonathan" userId="ac2b658e-7ce1-44bb-9f9f-bf4198ceaa29" providerId="ADAL" clId="{827A16B6-3D07-4962-8F52-CFA34731BA9C}" dt="2024-06-14T07:51:37.256" v="2" actId="26606"/>
          <ac:spMkLst>
            <pc:docMk/>
            <pc:sldMk cId="3333402940" sldId="256"/>
            <ac:spMk id="4" creationId="{1758DF55-7935-42BB-9357-48DC09961C16}"/>
          </ac:spMkLst>
        </pc:spChg>
        <pc:spChg chg="del">
          <ac:chgData name="Yeo Xiong Wei, Jonathan" userId="ac2b658e-7ce1-44bb-9f9f-bf4198ceaa29" providerId="ADAL" clId="{827A16B6-3D07-4962-8F52-CFA34731BA9C}" dt="2024-06-14T07:51:37.256" v="2" actId="26606"/>
          <ac:spMkLst>
            <pc:docMk/>
            <pc:sldMk cId="3333402940" sldId="256"/>
            <ac:spMk id="8" creationId="{1EADCAF8-8823-4E89-8612-21029831A4B2}"/>
          </ac:spMkLst>
        </pc:spChg>
        <pc:spChg chg="del">
          <ac:chgData name="Yeo Xiong Wei, Jonathan" userId="ac2b658e-7ce1-44bb-9f9f-bf4198ceaa29" providerId="ADAL" clId="{827A16B6-3D07-4962-8F52-CFA34731BA9C}" dt="2024-06-14T07:51:37.256" v="2" actId="26606"/>
          <ac:spMkLst>
            <pc:docMk/>
            <pc:sldMk cId="3333402940" sldId="256"/>
            <ac:spMk id="10" creationId="{28CA07B2-0819-4B62-9425-7A52BBDD7070}"/>
          </ac:spMkLst>
        </pc:spChg>
        <pc:spChg chg="add">
          <ac:chgData name="Yeo Xiong Wei, Jonathan" userId="ac2b658e-7ce1-44bb-9f9f-bf4198ceaa29" providerId="ADAL" clId="{827A16B6-3D07-4962-8F52-CFA34731BA9C}" dt="2024-06-14T07:51:37.256" v="2" actId="26606"/>
          <ac:spMkLst>
            <pc:docMk/>
            <pc:sldMk cId="3333402940" sldId="256"/>
            <ac:spMk id="25" creationId="{ECC07320-C2CA-4E29-8481-9D9E143C7788}"/>
          </ac:spMkLst>
        </pc:spChg>
        <pc:spChg chg="add">
          <ac:chgData name="Yeo Xiong Wei, Jonathan" userId="ac2b658e-7ce1-44bb-9f9f-bf4198ceaa29" providerId="ADAL" clId="{827A16B6-3D07-4962-8F52-CFA34731BA9C}" dt="2024-06-14T07:51:37.256" v="2" actId="26606"/>
          <ac:spMkLst>
            <pc:docMk/>
            <pc:sldMk cId="3333402940" sldId="256"/>
            <ac:spMk id="27" creationId="{178FB36B-5BFE-42CA-BC60-1115E0D95EEC}"/>
          </ac:spMkLst>
        </pc:spChg>
        <pc:grpChg chg="del">
          <ac:chgData name="Yeo Xiong Wei, Jonathan" userId="ac2b658e-7ce1-44bb-9f9f-bf4198ceaa29" providerId="ADAL" clId="{827A16B6-3D07-4962-8F52-CFA34731BA9C}" dt="2024-06-14T07:51:37.256" v="2" actId="26606"/>
          <ac:grpSpMkLst>
            <pc:docMk/>
            <pc:sldMk cId="3333402940" sldId="256"/>
            <ac:grpSpMk id="12" creationId="{DA02BEE4-A5D4-40AF-882D-49D34B086FFF}"/>
          </ac:grpSpMkLst>
        </pc:grpChg>
        <pc:picChg chg="add mod">
          <ac:chgData name="Yeo Xiong Wei, Jonathan" userId="ac2b658e-7ce1-44bb-9f9f-bf4198ceaa29" providerId="ADAL" clId="{827A16B6-3D07-4962-8F52-CFA34731BA9C}" dt="2024-06-14T07:51:58.504" v="3" actId="27614"/>
          <ac:picMkLst>
            <pc:docMk/>
            <pc:sldMk cId="3333402940" sldId="256"/>
            <ac:picMk id="21" creationId="{7D4D76A6-1134-2CD4-5849-B4DF1B674011}"/>
          </ac:picMkLst>
        </pc:picChg>
      </pc:sldChg>
      <pc:sldChg chg="modSp modAnim">
        <pc:chgData name="Yeo Xiong Wei, Jonathan" userId="ac2b658e-7ce1-44bb-9f9f-bf4198ceaa29" providerId="ADAL" clId="{827A16B6-3D07-4962-8F52-CFA34731BA9C}" dt="2024-06-14T08:01:42.179" v="32" actId="20577"/>
        <pc:sldMkLst>
          <pc:docMk/>
          <pc:sldMk cId="2500070018" sldId="306"/>
        </pc:sldMkLst>
        <pc:spChg chg="mod">
          <ac:chgData name="Yeo Xiong Wei, Jonathan" userId="ac2b658e-7ce1-44bb-9f9f-bf4198ceaa29" providerId="ADAL" clId="{827A16B6-3D07-4962-8F52-CFA34731BA9C}" dt="2024-06-14T08:01:42.179" v="32" actId="20577"/>
          <ac:spMkLst>
            <pc:docMk/>
            <pc:sldMk cId="2500070018" sldId="306"/>
            <ac:spMk id="33794" creationId="{00000000-0000-0000-0000-000000000000}"/>
          </ac:spMkLst>
        </pc:spChg>
      </pc:sldChg>
      <pc:sldChg chg="modSp">
        <pc:chgData name="Yeo Xiong Wei, Jonathan" userId="ac2b658e-7ce1-44bb-9f9f-bf4198ceaa29" providerId="ADAL" clId="{827A16B6-3D07-4962-8F52-CFA34731BA9C}" dt="2024-06-14T08:32:58.210" v="1300" actId="20577"/>
        <pc:sldMkLst>
          <pc:docMk/>
          <pc:sldMk cId="2087933839" sldId="313"/>
        </pc:sldMkLst>
        <pc:spChg chg="mod">
          <ac:chgData name="Yeo Xiong Wei, Jonathan" userId="ac2b658e-7ce1-44bb-9f9f-bf4198ceaa29" providerId="ADAL" clId="{827A16B6-3D07-4962-8F52-CFA34731BA9C}" dt="2024-06-14T08:32:58.210" v="1300" actId="20577"/>
          <ac:spMkLst>
            <pc:docMk/>
            <pc:sldMk cId="2087933839" sldId="313"/>
            <ac:spMk id="40962" creationId="{00000000-0000-0000-0000-000000000000}"/>
          </ac:spMkLst>
        </pc:spChg>
      </pc:sldChg>
      <pc:sldChg chg="modSp del modAnim">
        <pc:chgData name="Yeo Xiong Wei, Jonathan" userId="ac2b658e-7ce1-44bb-9f9f-bf4198ceaa29" providerId="ADAL" clId="{827A16B6-3D07-4962-8F52-CFA34731BA9C}" dt="2024-06-14T08:40:22.157" v="1564" actId="47"/>
        <pc:sldMkLst>
          <pc:docMk/>
          <pc:sldMk cId="3501213718" sldId="314"/>
        </pc:sldMkLst>
        <pc:spChg chg="mod">
          <ac:chgData name="Yeo Xiong Wei, Jonathan" userId="ac2b658e-7ce1-44bb-9f9f-bf4198ceaa29" providerId="ADAL" clId="{827A16B6-3D07-4962-8F52-CFA34731BA9C}" dt="2024-06-14T08:37:06.312" v="1450" actId="403"/>
          <ac:spMkLst>
            <pc:docMk/>
            <pc:sldMk cId="3501213718" sldId="314"/>
            <ac:spMk id="41986" creationId="{00000000-0000-0000-0000-000000000000}"/>
          </ac:spMkLst>
        </pc:spChg>
      </pc:sldChg>
      <pc:sldChg chg="modSp">
        <pc:chgData name="Yeo Xiong Wei, Jonathan" userId="ac2b658e-7ce1-44bb-9f9f-bf4198ceaa29" providerId="ADAL" clId="{827A16B6-3D07-4962-8F52-CFA34731BA9C}" dt="2024-06-14T07:59:32.682" v="17" actId="207"/>
        <pc:sldMkLst>
          <pc:docMk/>
          <pc:sldMk cId="3060003268" sldId="400"/>
        </pc:sldMkLst>
        <pc:spChg chg="mod">
          <ac:chgData name="Yeo Xiong Wei, Jonathan" userId="ac2b658e-7ce1-44bb-9f9f-bf4198ceaa29" providerId="ADAL" clId="{827A16B6-3D07-4962-8F52-CFA34731BA9C}" dt="2024-06-14T07:59:32.682" v="17" actId="207"/>
          <ac:spMkLst>
            <pc:docMk/>
            <pc:sldMk cId="3060003268" sldId="400"/>
            <ac:spMk id="25602" creationId="{00000000-0000-0000-0000-000000000000}"/>
          </ac:spMkLst>
        </pc:spChg>
      </pc:sldChg>
      <pc:sldChg chg="modSp">
        <pc:chgData name="Yeo Xiong Wei, Jonathan" userId="ac2b658e-7ce1-44bb-9f9f-bf4198ceaa29" providerId="ADAL" clId="{827A16B6-3D07-4962-8F52-CFA34731BA9C}" dt="2024-06-14T08:05:22.446" v="36" actId="207"/>
        <pc:sldMkLst>
          <pc:docMk/>
          <pc:sldMk cId="1413307756" sldId="995"/>
        </pc:sldMkLst>
        <pc:spChg chg="mod">
          <ac:chgData name="Yeo Xiong Wei, Jonathan" userId="ac2b658e-7ce1-44bb-9f9f-bf4198ceaa29" providerId="ADAL" clId="{827A16B6-3D07-4962-8F52-CFA34731BA9C}" dt="2024-06-14T08:05:22.446" v="36" actId="207"/>
          <ac:spMkLst>
            <pc:docMk/>
            <pc:sldMk cId="1413307756" sldId="995"/>
            <ac:spMk id="37890" creationId="{00000000-0000-0000-0000-000000000000}"/>
          </ac:spMkLst>
        </pc:spChg>
      </pc:sldChg>
      <pc:sldChg chg="modSp modAnim">
        <pc:chgData name="Yeo Xiong Wei, Jonathan" userId="ac2b658e-7ce1-44bb-9f9f-bf4198ceaa29" providerId="ADAL" clId="{827A16B6-3D07-4962-8F52-CFA34731BA9C}" dt="2024-06-14T08:32:11.672" v="1294" actId="20577"/>
        <pc:sldMkLst>
          <pc:docMk/>
          <pc:sldMk cId="1314374014" sldId="997"/>
        </pc:sldMkLst>
        <pc:spChg chg="mod">
          <ac:chgData name="Yeo Xiong Wei, Jonathan" userId="ac2b658e-7ce1-44bb-9f9f-bf4198ceaa29" providerId="ADAL" clId="{827A16B6-3D07-4962-8F52-CFA34731BA9C}" dt="2024-06-14T08:32:11.672" v="1294" actId="20577"/>
          <ac:spMkLst>
            <pc:docMk/>
            <pc:sldMk cId="1314374014" sldId="997"/>
            <ac:spMk id="37890" creationId="{00000000-0000-0000-0000-000000000000}"/>
          </ac:spMkLst>
        </pc:spChg>
      </pc:sldChg>
      <pc:sldChg chg="delSp modSp mod">
        <pc:chgData name="Yeo Xiong Wei, Jonathan" userId="ac2b658e-7ce1-44bb-9f9f-bf4198ceaa29" providerId="ADAL" clId="{827A16B6-3D07-4962-8F52-CFA34731BA9C}" dt="2024-06-14T08:18:46.882" v="895" actId="20577"/>
        <pc:sldMkLst>
          <pc:docMk/>
          <pc:sldMk cId="787323275" sldId="999"/>
        </pc:sldMkLst>
        <pc:spChg chg="del">
          <ac:chgData name="Yeo Xiong Wei, Jonathan" userId="ac2b658e-7ce1-44bb-9f9f-bf4198ceaa29" providerId="ADAL" clId="{827A16B6-3D07-4962-8F52-CFA34731BA9C}" dt="2024-06-14T08:07:27.519" v="62" actId="478"/>
          <ac:spMkLst>
            <pc:docMk/>
            <pc:sldMk cId="787323275" sldId="999"/>
            <ac:spMk id="3" creationId="{23FD3400-2294-EDBA-3213-9A8EA931F5AB}"/>
          </ac:spMkLst>
        </pc:spChg>
        <pc:spChg chg="mod">
          <ac:chgData name="Yeo Xiong Wei, Jonathan" userId="ac2b658e-7ce1-44bb-9f9f-bf4198ceaa29" providerId="ADAL" clId="{827A16B6-3D07-4962-8F52-CFA34731BA9C}" dt="2024-06-14T08:18:46.882" v="895" actId="20577"/>
          <ac:spMkLst>
            <pc:docMk/>
            <pc:sldMk cId="787323275" sldId="999"/>
            <ac:spMk id="37890" creationId="{00000000-0000-0000-0000-000000000000}"/>
          </ac:spMkLst>
        </pc:spChg>
      </pc:sldChg>
      <pc:sldChg chg="addSp delSp modSp mod modAnim">
        <pc:chgData name="Yeo Xiong Wei, Jonathan" userId="ac2b658e-7ce1-44bb-9f9f-bf4198ceaa29" providerId="ADAL" clId="{827A16B6-3D07-4962-8F52-CFA34731BA9C}" dt="2024-06-14T08:25:04.286" v="1126" actId="1076"/>
        <pc:sldMkLst>
          <pc:docMk/>
          <pc:sldMk cId="3915780247" sldId="1000"/>
        </pc:sldMkLst>
        <pc:spChg chg="del">
          <ac:chgData name="Yeo Xiong Wei, Jonathan" userId="ac2b658e-7ce1-44bb-9f9f-bf4198ceaa29" providerId="ADAL" clId="{827A16B6-3D07-4962-8F52-CFA34731BA9C}" dt="2024-06-14T08:19:11.225" v="912" actId="478"/>
          <ac:spMkLst>
            <pc:docMk/>
            <pc:sldMk cId="3915780247" sldId="1000"/>
            <ac:spMk id="3" creationId="{62ABB02A-CC42-BB82-EE85-6C9D35D51266}"/>
          </ac:spMkLst>
        </pc:spChg>
        <pc:spChg chg="add mod">
          <ac:chgData name="Yeo Xiong Wei, Jonathan" userId="ac2b658e-7ce1-44bb-9f9f-bf4198ceaa29" providerId="ADAL" clId="{827A16B6-3D07-4962-8F52-CFA34731BA9C}" dt="2024-06-14T08:24:42.555" v="1121" actId="1076"/>
          <ac:spMkLst>
            <pc:docMk/>
            <pc:sldMk cId="3915780247" sldId="1000"/>
            <ac:spMk id="5" creationId="{158B19BB-793F-1978-FC21-C0A696AFF211}"/>
          </ac:spMkLst>
        </pc:spChg>
        <pc:spChg chg="mod">
          <ac:chgData name="Yeo Xiong Wei, Jonathan" userId="ac2b658e-7ce1-44bb-9f9f-bf4198ceaa29" providerId="ADAL" clId="{827A16B6-3D07-4962-8F52-CFA34731BA9C}" dt="2024-06-14T08:25:04.286" v="1126" actId="1076"/>
          <ac:spMkLst>
            <pc:docMk/>
            <pc:sldMk cId="3915780247" sldId="1000"/>
            <ac:spMk id="37890" creationId="{00000000-0000-0000-0000-000000000000}"/>
          </ac:spMkLst>
        </pc:spChg>
        <pc:cxnChg chg="add mod">
          <ac:chgData name="Yeo Xiong Wei, Jonathan" userId="ac2b658e-7ce1-44bb-9f9f-bf4198ceaa29" providerId="ADAL" clId="{827A16B6-3D07-4962-8F52-CFA34731BA9C}" dt="2024-06-14T08:24:55.105" v="1125" actId="1076"/>
          <ac:cxnSpMkLst>
            <pc:docMk/>
            <pc:sldMk cId="3915780247" sldId="1000"/>
            <ac:cxnSpMk id="7" creationId="{A597D156-1681-DFAE-769B-282C6AFA32F9}"/>
          </ac:cxnSpMkLst>
        </pc:cxnChg>
      </pc:sldChg>
      <pc:sldChg chg="modSp del modAnim modNotesTx">
        <pc:chgData name="Yeo Xiong Wei, Jonathan" userId="ac2b658e-7ce1-44bb-9f9f-bf4198ceaa29" providerId="ADAL" clId="{827A16B6-3D07-4962-8F52-CFA34731BA9C}" dt="2024-06-14T08:40:23.257" v="1565" actId="47"/>
        <pc:sldMkLst>
          <pc:docMk/>
          <pc:sldMk cId="2691748010" sldId="1001"/>
        </pc:sldMkLst>
        <pc:spChg chg="mod">
          <ac:chgData name="Yeo Xiong Wei, Jonathan" userId="ac2b658e-7ce1-44bb-9f9f-bf4198ceaa29" providerId="ADAL" clId="{827A16B6-3D07-4962-8F52-CFA34731BA9C}" dt="2024-06-14T08:39:44.302" v="1560" actId="20577"/>
          <ac:spMkLst>
            <pc:docMk/>
            <pc:sldMk cId="2691748010" sldId="1001"/>
            <ac:spMk id="41986" creationId="{00000000-0000-0000-0000-000000000000}"/>
          </ac:spMkLst>
        </pc:spChg>
      </pc:sldChg>
      <pc:sldChg chg="modSp">
        <pc:chgData name="Yeo Xiong Wei, Jonathan" userId="ac2b658e-7ce1-44bb-9f9f-bf4198ceaa29" providerId="ADAL" clId="{827A16B6-3D07-4962-8F52-CFA34731BA9C}" dt="2024-06-14T08:02:42.308" v="33" actId="207"/>
        <pc:sldMkLst>
          <pc:docMk/>
          <pc:sldMk cId="2319082909" sldId="1004"/>
        </pc:sldMkLst>
        <pc:spChg chg="mod">
          <ac:chgData name="Yeo Xiong Wei, Jonathan" userId="ac2b658e-7ce1-44bb-9f9f-bf4198ceaa29" providerId="ADAL" clId="{827A16B6-3D07-4962-8F52-CFA34731BA9C}" dt="2024-06-14T08:02:42.308" v="33" actId="207"/>
          <ac:spMkLst>
            <pc:docMk/>
            <pc:sldMk cId="2319082909" sldId="1004"/>
            <ac:spMk id="39938" creationId="{00000000-0000-0000-0000-000000000000}"/>
          </ac:spMkLst>
        </pc:spChg>
      </pc:sldChg>
      <pc:sldChg chg="modSp mod">
        <pc:chgData name="Yeo Xiong Wei, Jonathan" userId="ac2b658e-7ce1-44bb-9f9f-bf4198ceaa29" providerId="ADAL" clId="{827A16B6-3D07-4962-8F52-CFA34731BA9C}" dt="2024-06-14T08:02:54.929" v="35" actId="20577"/>
        <pc:sldMkLst>
          <pc:docMk/>
          <pc:sldMk cId="2706441205" sldId="1007"/>
        </pc:sldMkLst>
        <pc:spChg chg="mod">
          <ac:chgData name="Yeo Xiong Wei, Jonathan" userId="ac2b658e-7ce1-44bb-9f9f-bf4198ceaa29" providerId="ADAL" clId="{827A16B6-3D07-4962-8F52-CFA34731BA9C}" dt="2024-06-14T08:02:54.929" v="35" actId="20577"/>
          <ac:spMkLst>
            <pc:docMk/>
            <pc:sldMk cId="2706441205" sldId="1007"/>
            <ac:spMk id="39938" creationId="{00000000-0000-0000-0000-000000000000}"/>
          </ac:spMkLst>
        </pc:spChg>
      </pc:sldChg>
      <pc:sldChg chg="modSp mod">
        <pc:chgData name="Yeo Xiong Wei, Jonathan" userId="ac2b658e-7ce1-44bb-9f9f-bf4198ceaa29" providerId="ADAL" clId="{827A16B6-3D07-4962-8F52-CFA34731BA9C}" dt="2024-06-14T08:43:20.572" v="1643" actId="403"/>
        <pc:sldMkLst>
          <pc:docMk/>
          <pc:sldMk cId="3149683769" sldId="1008"/>
        </pc:sldMkLst>
        <pc:spChg chg="mod">
          <ac:chgData name="Yeo Xiong Wei, Jonathan" userId="ac2b658e-7ce1-44bb-9f9f-bf4198ceaa29" providerId="ADAL" clId="{827A16B6-3D07-4962-8F52-CFA34731BA9C}" dt="2024-06-14T08:43:20.572" v="1643" actId="403"/>
          <ac:spMkLst>
            <pc:docMk/>
            <pc:sldMk cId="3149683769" sldId="1008"/>
            <ac:spMk id="52226" creationId="{00000000-0000-0000-0000-000000000000}"/>
          </ac:spMkLst>
        </pc:spChg>
      </pc:sldChg>
      <pc:sldChg chg="add del">
        <pc:chgData name="Yeo Xiong Wei, Jonathan" userId="ac2b658e-7ce1-44bb-9f9f-bf4198ceaa29" providerId="ADAL" clId="{827A16B6-3D07-4962-8F52-CFA34731BA9C}" dt="2024-06-14T07:50:48.597" v="1" actId="47"/>
        <pc:sldMkLst>
          <pc:docMk/>
          <pc:sldMk cId="1878877627" sldId="1010"/>
        </pc:sldMkLst>
      </pc:sldChg>
      <pc:sldChg chg="modSp">
        <pc:chgData name="Yeo Xiong Wei, Jonathan" userId="ac2b658e-7ce1-44bb-9f9f-bf4198ceaa29" providerId="ADAL" clId="{827A16B6-3D07-4962-8F52-CFA34731BA9C}" dt="2024-06-14T07:54:13.005" v="13" actId="113"/>
        <pc:sldMkLst>
          <pc:docMk/>
          <pc:sldMk cId="3831470527" sldId="1012"/>
        </pc:sldMkLst>
        <pc:spChg chg="mod">
          <ac:chgData name="Yeo Xiong Wei, Jonathan" userId="ac2b658e-7ce1-44bb-9f9f-bf4198ceaa29" providerId="ADAL" clId="{827A16B6-3D07-4962-8F52-CFA34731BA9C}" dt="2024-06-14T07:54:13.005" v="13" actId="113"/>
          <ac:spMkLst>
            <pc:docMk/>
            <pc:sldMk cId="3831470527" sldId="1012"/>
            <ac:spMk id="25602" creationId="{00000000-0000-0000-0000-000000000000}"/>
          </ac:spMkLst>
        </pc:spChg>
      </pc:sldChg>
      <pc:sldChg chg="modSp mod">
        <pc:chgData name="Yeo Xiong Wei, Jonathan" userId="ac2b658e-7ce1-44bb-9f9f-bf4198ceaa29" providerId="ADAL" clId="{827A16B6-3D07-4962-8F52-CFA34731BA9C}" dt="2024-06-14T08:08:01.002" v="139" actId="20577"/>
        <pc:sldMkLst>
          <pc:docMk/>
          <pc:sldMk cId="109330092" sldId="1015"/>
        </pc:sldMkLst>
        <pc:spChg chg="mod">
          <ac:chgData name="Yeo Xiong Wei, Jonathan" userId="ac2b658e-7ce1-44bb-9f9f-bf4198ceaa29" providerId="ADAL" clId="{827A16B6-3D07-4962-8F52-CFA34731BA9C}" dt="2024-06-14T08:08:01.002" v="139" actId="20577"/>
          <ac:spMkLst>
            <pc:docMk/>
            <pc:sldMk cId="109330092" sldId="1015"/>
            <ac:spMk id="37890" creationId="{00000000-0000-0000-0000-000000000000}"/>
          </ac:spMkLst>
        </pc:spChg>
      </pc:sldChg>
      <pc:sldChg chg="delSp modSp add mod">
        <pc:chgData name="Yeo Xiong Wei, Jonathan" userId="ac2b658e-7ce1-44bb-9f9f-bf4198ceaa29" providerId="ADAL" clId="{827A16B6-3D07-4962-8F52-CFA34731BA9C}" dt="2024-06-14T08:25:12.126" v="1127" actId="1076"/>
        <pc:sldMkLst>
          <pc:docMk/>
          <pc:sldMk cId="3746288624" sldId="1017"/>
        </pc:sldMkLst>
        <pc:spChg chg="del mod">
          <ac:chgData name="Yeo Xiong Wei, Jonathan" userId="ac2b658e-7ce1-44bb-9f9f-bf4198ceaa29" providerId="ADAL" clId="{827A16B6-3D07-4962-8F52-CFA34731BA9C}" dt="2024-06-14T08:16:30.635" v="766" actId="478"/>
          <ac:spMkLst>
            <pc:docMk/>
            <pc:sldMk cId="3746288624" sldId="1017"/>
            <ac:spMk id="3" creationId="{23FD3400-2294-EDBA-3213-9A8EA931F5AB}"/>
          </ac:spMkLst>
        </pc:spChg>
        <pc:spChg chg="mod">
          <ac:chgData name="Yeo Xiong Wei, Jonathan" userId="ac2b658e-7ce1-44bb-9f9f-bf4198ceaa29" providerId="ADAL" clId="{827A16B6-3D07-4962-8F52-CFA34731BA9C}" dt="2024-06-14T08:25:12.126" v="1127" actId="1076"/>
          <ac:spMkLst>
            <pc:docMk/>
            <pc:sldMk cId="3746288624" sldId="1017"/>
            <ac:spMk id="37890" creationId="{00000000-0000-0000-0000-000000000000}"/>
          </ac:spMkLst>
        </pc:spChg>
      </pc:sldChg>
      <pc:sldChg chg="modSp add mod modAnim">
        <pc:chgData name="Yeo Xiong Wei, Jonathan" userId="ac2b658e-7ce1-44bb-9f9f-bf4198ceaa29" providerId="ADAL" clId="{827A16B6-3D07-4962-8F52-CFA34731BA9C}" dt="2024-06-14T08:26:33.101" v="1162" actId="6549"/>
        <pc:sldMkLst>
          <pc:docMk/>
          <pc:sldMk cId="203895082" sldId="1018"/>
        </pc:sldMkLst>
        <pc:spChg chg="mod">
          <ac:chgData name="Yeo Xiong Wei, Jonathan" userId="ac2b658e-7ce1-44bb-9f9f-bf4198ceaa29" providerId="ADAL" clId="{827A16B6-3D07-4962-8F52-CFA34731BA9C}" dt="2024-06-14T08:26:33.101" v="1162" actId="6549"/>
          <ac:spMkLst>
            <pc:docMk/>
            <pc:sldMk cId="203895082" sldId="1018"/>
            <ac:spMk id="37890" creationId="{00000000-0000-0000-0000-000000000000}"/>
          </ac:spMkLst>
        </pc:spChg>
      </pc:sldChg>
      <pc:sldChg chg="modSp add">
        <pc:chgData name="Yeo Xiong Wei, Jonathan" userId="ac2b658e-7ce1-44bb-9f9f-bf4198ceaa29" providerId="ADAL" clId="{827A16B6-3D07-4962-8F52-CFA34731BA9C}" dt="2024-06-14T08:44:25.870" v="1695" actId="403"/>
        <pc:sldMkLst>
          <pc:docMk/>
          <pc:sldMk cId="1635627987" sldId="1019"/>
        </pc:sldMkLst>
        <pc:spChg chg="mod">
          <ac:chgData name="Yeo Xiong Wei, Jonathan" userId="ac2b658e-7ce1-44bb-9f9f-bf4198ceaa29" providerId="ADAL" clId="{827A16B6-3D07-4962-8F52-CFA34731BA9C}" dt="2024-06-14T08:44:25.870" v="1695" actId="403"/>
          <ac:spMkLst>
            <pc:docMk/>
            <pc:sldMk cId="1635627987" sldId="1019"/>
            <ac:spMk id="41986" creationId="{00000000-0000-0000-0000-000000000000}"/>
          </ac:spMkLst>
        </pc:spChg>
      </pc:sldChg>
      <pc:sldChg chg="modSp add modAnim">
        <pc:chgData name="Yeo Xiong Wei, Jonathan" userId="ac2b658e-7ce1-44bb-9f9f-bf4198ceaa29" providerId="ADAL" clId="{827A16B6-3D07-4962-8F52-CFA34731BA9C}" dt="2024-06-14T08:42:12.179" v="1641" actId="113"/>
        <pc:sldMkLst>
          <pc:docMk/>
          <pc:sldMk cId="819820129" sldId="1020"/>
        </pc:sldMkLst>
        <pc:spChg chg="mod">
          <ac:chgData name="Yeo Xiong Wei, Jonathan" userId="ac2b658e-7ce1-44bb-9f9f-bf4198ceaa29" providerId="ADAL" clId="{827A16B6-3D07-4962-8F52-CFA34731BA9C}" dt="2024-06-14T08:42:12.179" v="1641" actId="113"/>
          <ac:spMkLst>
            <pc:docMk/>
            <pc:sldMk cId="819820129" sldId="1020"/>
            <ac:spMk id="41986" creationId="{00000000-0000-0000-0000-000000000000}"/>
          </ac:spMkLst>
        </pc:spChg>
      </pc:sldChg>
      <pc:sldMasterChg chg="addSp modSp mod">
        <pc:chgData name="Yeo Xiong Wei, Jonathan" userId="ac2b658e-7ce1-44bb-9f9f-bf4198ceaa29" providerId="ADAL" clId="{827A16B6-3D07-4962-8F52-CFA34731BA9C}" dt="2024-06-14T07:53:06.772" v="11" actId="207"/>
        <pc:sldMasterMkLst>
          <pc:docMk/>
          <pc:sldMasterMk cId="582851514" sldId="2147483648"/>
        </pc:sldMasterMkLst>
        <pc:spChg chg="mod">
          <ac:chgData name="Yeo Xiong Wei, Jonathan" userId="ac2b658e-7ce1-44bb-9f9f-bf4198ceaa29" providerId="ADAL" clId="{827A16B6-3D07-4962-8F52-CFA34731BA9C}" dt="2024-06-14T07:53:06.772" v="11" actId="207"/>
          <ac:spMkLst>
            <pc:docMk/>
            <pc:sldMasterMk cId="582851514" sldId="2147483648"/>
            <ac:spMk id="6" creationId="{0B16C4FF-4AD1-41C0-BCB3-D6B8C85111A5}"/>
          </ac:spMkLst>
        </pc:spChg>
        <pc:spChg chg="add mod ord">
          <ac:chgData name="Yeo Xiong Wei, Jonathan" userId="ac2b658e-7ce1-44bb-9f9f-bf4198ceaa29" providerId="ADAL" clId="{827A16B6-3D07-4962-8F52-CFA34731BA9C}" dt="2024-06-14T07:52:59.801" v="9" actId="167"/>
          <ac:spMkLst>
            <pc:docMk/>
            <pc:sldMasterMk cId="582851514" sldId="2147483648"/>
            <ac:spMk id="7" creationId="{C6A97107-8608-D872-3107-5B494B10E60F}"/>
          </ac:spMkLst>
        </pc:spChg>
        <pc:spChg chg="add mod ord">
          <ac:chgData name="Yeo Xiong Wei, Jonathan" userId="ac2b658e-7ce1-44bb-9f9f-bf4198ceaa29" providerId="ADAL" clId="{827A16B6-3D07-4962-8F52-CFA34731BA9C}" dt="2024-06-14T07:52:59.801" v="9" actId="167"/>
          <ac:spMkLst>
            <pc:docMk/>
            <pc:sldMasterMk cId="582851514" sldId="2147483648"/>
            <ac:spMk id="8" creationId="{53695AA4-2268-F65B-A6E7-83C8D80334BB}"/>
          </ac:spMkLst>
        </pc:spChg>
      </pc:sldMasterChg>
    </pc:docChg>
  </pc:docChgLst>
  <pc:docChgLst>
    <pc:chgData name="Yeo Xiong Wei, Jonathan" userId="ac2b658e-7ce1-44bb-9f9f-bf4198ceaa29" providerId="ADAL" clId="{B3D021AC-0075-49B1-8DF8-9F6562ECA9D9}"/>
    <pc:docChg chg="undo custSel addSld modSld">
      <pc:chgData name="Yeo Xiong Wei, Jonathan" userId="ac2b658e-7ce1-44bb-9f9f-bf4198ceaa29" providerId="ADAL" clId="{B3D021AC-0075-49B1-8DF8-9F6562ECA9D9}" dt="2023-09-18T04:13:05.536" v="82" actId="20577"/>
      <pc:docMkLst>
        <pc:docMk/>
      </pc:docMkLst>
      <pc:sldChg chg="addSp">
        <pc:chgData name="Yeo Xiong Wei, Jonathan" userId="ac2b658e-7ce1-44bb-9f9f-bf4198ceaa29" providerId="ADAL" clId="{B3D021AC-0075-49B1-8DF8-9F6562ECA9D9}" dt="2023-09-18T01:55:00.516" v="0"/>
        <pc:sldMkLst>
          <pc:docMk/>
          <pc:sldMk cId="2055298615" sldId="299"/>
        </pc:sldMkLst>
        <pc:inkChg chg="add">
          <ac:chgData name="Yeo Xiong Wei, Jonathan" userId="ac2b658e-7ce1-44bb-9f9f-bf4198ceaa29" providerId="ADAL" clId="{B3D021AC-0075-49B1-8DF8-9F6562ECA9D9}" dt="2023-09-18T01:55:00.516" v="0"/>
          <ac:inkMkLst>
            <pc:docMk/>
            <pc:sldMk cId="2055298615" sldId="299"/>
            <ac:inkMk id="2" creationId="{9C70EAD0-EC59-47FF-4B2A-3F4A93E39E57}"/>
          </ac:inkMkLst>
        </pc:inkChg>
      </pc:sldChg>
      <pc:sldChg chg="addSp">
        <pc:chgData name="Yeo Xiong Wei, Jonathan" userId="ac2b658e-7ce1-44bb-9f9f-bf4198ceaa29" providerId="ADAL" clId="{B3D021AC-0075-49B1-8DF8-9F6562ECA9D9}" dt="2023-09-18T01:55:00.516" v="0"/>
        <pc:sldMkLst>
          <pc:docMk/>
          <pc:sldMk cId="194946728" sldId="300"/>
        </pc:sldMkLst>
        <pc:inkChg chg="add">
          <ac:chgData name="Yeo Xiong Wei, Jonathan" userId="ac2b658e-7ce1-44bb-9f9f-bf4198ceaa29" providerId="ADAL" clId="{B3D021AC-0075-49B1-8DF8-9F6562ECA9D9}" dt="2023-09-18T01:55:00.516" v="0"/>
          <ac:inkMkLst>
            <pc:docMk/>
            <pc:sldMk cId="194946728" sldId="300"/>
            <ac:inkMk id="3" creationId="{39BF78FE-38F5-F17A-3D3E-765998D17FBF}"/>
          </ac:inkMkLst>
        </pc:inkChg>
      </pc:sldChg>
      <pc:sldChg chg="addSp">
        <pc:chgData name="Yeo Xiong Wei, Jonathan" userId="ac2b658e-7ce1-44bb-9f9f-bf4198ceaa29" providerId="ADAL" clId="{B3D021AC-0075-49B1-8DF8-9F6562ECA9D9}" dt="2023-09-18T01:55:00.516" v="0"/>
        <pc:sldMkLst>
          <pc:docMk/>
          <pc:sldMk cId="2559563713" sldId="301"/>
        </pc:sldMkLst>
        <pc:inkChg chg="add">
          <ac:chgData name="Yeo Xiong Wei, Jonathan" userId="ac2b658e-7ce1-44bb-9f9f-bf4198ceaa29" providerId="ADAL" clId="{B3D021AC-0075-49B1-8DF8-9F6562ECA9D9}" dt="2023-09-18T01:55:00.516" v="0"/>
          <ac:inkMkLst>
            <pc:docMk/>
            <pc:sldMk cId="2559563713" sldId="301"/>
            <ac:inkMk id="3" creationId="{2A1F9BCD-ED09-7D1B-0A5F-ED387491E08C}"/>
          </ac:inkMkLst>
        </pc:inkChg>
      </pc:sldChg>
      <pc:sldChg chg="addSp">
        <pc:chgData name="Yeo Xiong Wei, Jonathan" userId="ac2b658e-7ce1-44bb-9f9f-bf4198ceaa29" providerId="ADAL" clId="{B3D021AC-0075-49B1-8DF8-9F6562ECA9D9}" dt="2023-09-18T01:55:00.516" v="0"/>
        <pc:sldMkLst>
          <pc:docMk/>
          <pc:sldMk cId="2533036614" sldId="302"/>
        </pc:sldMkLst>
        <pc:inkChg chg="add">
          <ac:chgData name="Yeo Xiong Wei, Jonathan" userId="ac2b658e-7ce1-44bb-9f9f-bf4198ceaa29" providerId="ADAL" clId="{B3D021AC-0075-49B1-8DF8-9F6562ECA9D9}" dt="2023-09-18T01:55:00.516" v="0"/>
          <ac:inkMkLst>
            <pc:docMk/>
            <pc:sldMk cId="2533036614" sldId="302"/>
            <ac:inkMk id="3" creationId="{2AB9CEE8-54F8-0C38-CB93-15BFF79C0B9D}"/>
          </ac:inkMkLst>
        </pc:inkChg>
      </pc:sldChg>
      <pc:sldChg chg="addSp">
        <pc:chgData name="Yeo Xiong Wei, Jonathan" userId="ac2b658e-7ce1-44bb-9f9f-bf4198ceaa29" providerId="ADAL" clId="{B3D021AC-0075-49B1-8DF8-9F6562ECA9D9}" dt="2023-09-18T03:15:18.529" v="2"/>
        <pc:sldMkLst>
          <pc:docMk/>
          <pc:sldMk cId="921258357" sldId="304"/>
        </pc:sldMkLst>
        <pc:inkChg chg="add">
          <ac:chgData name="Yeo Xiong Wei, Jonathan" userId="ac2b658e-7ce1-44bb-9f9f-bf4198ceaa29" providerId="ADAL" clId="{B3D021AC-0075-49B1-8DF8-9F6562ECA9D9}" dt="2023-09-18T03:15:18.529" v="2"/>
          <ac:inkMkLst>
            <pc:docMk/>
            <pc:sldMk cId="921258357" sldId="304"/>
            <ac:inkMk id="3" creationId="{3AD7AEF9-60F9-F887-24C5-94AFF356D008}"/>
          </ac:inkMkLst>
        </pc:inkChg>
      </pc:sldChg>
      <pc:sldChg chg="addSp">
        <pc:chgData name="Yeo Xiong Wei, Jonathan" userId="ac2b658e-7ce1-44bb-9f9f-bf4198ceaa29" providerId="ADAL" clId="{B3D021AC-0075-49B1-8DF8-9F6562ECA9D9}" dt="2023-09-18T03:15:18.529" v="2"/>
        <pc:sldMkLst>
          <pc:docMk/>
          <pc:sldMk cId="2500070018" sldId="306"/>
        </pc:sldMkLst>
        <pc:inkChg chg="add">
          <ac:chgData name="Yeo Xiong Wei, Jonathan" userId="ac2b658e-7ce1-44bb-9f9f-bf4198ceaa29" providerId="ADAL" clId="{B3D021AC-0075-49B1-8DF8-9F6562ECA9D9}" dt="2023-09-18T03:15:18.529" v="2"/>
          <ac:inkMkLst>
            <pc:docMk/>
            <pc:sldMk cId="2500070018" sldId="306"/>
            <ac:inkMk id="3" creationId="{BBC179F3-4328-4872-5133-1740F9AAB7E1}"/>
          </ac:inkMkLst>
        </pc:inkChg>
      </pc:sldChg>
      <pc:sldChg chg="addSp">
        <pc:chgData name="Yeo Xiong Wei, Jonathan" userId="ac2b658e-7ce1-44bb-9f9f-bf4198ceaa29" providerId="ADAL" clId="{B3D021AC-0075-49B1-8DF8-9F6562ECA9D9}" dt="2023-09-18T03:15:18.529" v="2"/>
        <pc:sldMkLst>
          <pc:docMk/>
          <pc:sldMk cId="2974126842" sldId="310"/>
        </pc:sldMkLst>
        <pc:inkChg chg="add">
          <ac:chgData name="Yeo Xiong Wei, Jonathan" userId="ac2b658e-7ce1-44bb-9f9f-bf4198ceaa29" providerId="ADAL" clId="{B3D021AC-0075-49B1-8DF8-9F6562ECA9D9}" dt="2023-09-18T03:15:18.529" v="2"/>
          <ac:inkMkLst>
            <pc:docMk/>
            <pc:sldMk cId="2974126842" sldId="310"/>
            <ac:inkMk id="3" creationId="{D5883314-4B1C-96BF-ABE9-873C15D80557}"/>
          </ac:inkMkLst>
        </pc:inkChg>
      </pc:sldChg>
      <pc:sldChg chg="addSp">
        <pc:chgData name="Yeo Xiong Wei, Jonathan" userId="ac2b658e-7ce1-44bb-9f9f-bf4198ceaa29" providerId="ADAL" clId="{B3D021AC-0075-49B1-8DF8-9F6562ECA9D9}" dt="2023-09-18T03:15:18.529" v="2"/>
        <pc:sldMkLst>
          <pc:docMk/>
          <pc:sldMk cId="2458732272" sldId="312"/>
        </pc:sldMkLst>
        <pc:inkChg chg="add">
          <ac:chgData name="Yeo Xiong Wei, Jonathan" userId="ac2b658e-7ce1-44bb-9f9f-bf4198ceaa29" providerId="ADAL" clId="{B3D021AC-0075-49B1-8DF8-9F6562ECA9D9}" dt="2023-09-18T03:15:18.529" v="2"/>
          <ac:inkMkLst>
            <pc:docMk/>
            <pc:sldMk cId="2458732272" sldId="312"/>
            <ac:inkMk id="3" creationId="{BA1B1F53-3A0F-3C63-0F4E-06BB286DCAE0}"/>
          </ac:inkMkLst>
        </pc:inkChg>
      </pc:sldChg>
      <pc:sldChg chg="addSp">
        <pc:chgData name="Yeo Xiong Wei, Jonathan" userId="ac2b658e-7ce1-44bb-9f9f-bf4198ceaa29" providerId="ADAL" clId="{B3D021AC-0075-49B1-8DF8-9F6562ECA9D9}" dt="2023-09-18T03:15:18.529" v="2"/>
        <pc:sldMkLst>
          <pc:docMk/>
          <pc:sldMk cId="2087933839" sldId="313"/>
        </pc:sldMkLst>
        <pc:inkChg chg="add">
          <ac:chgData name="Yeo Xiong Wei, Jonathan" userId="ac2b658e-7ce1-44bb-9f9f-bf4198ceaa29" providerId="ADAL" clId="{B3D021AC-0075-49B1-8DF8-9F6562ECA9D9}" dt="2023-09-18T03:15:18.529" v="2"/>
          <ac:inkMkLst>
            <pc:docMk/>
            <pc:sldMk cId="2087933839" sldId="313"/>
            <ac:inkMk id="3" creationId="{FC88DEFD-3F94-6757-4436-D9BED4626060}"/>
          </ac:inkMkLst>
        </pc:inkChg>
      </pc:sldChg>
      <pc:sldChg chg="addSp">
        <pc:chgData name="Yeo Xiong Wei, Jonathan" userId="ac2b658e-7ce1-44bb-9f9f-bf4198ceaa29" providerId="ADAL" clId="{B3D021AC-0075-49B1-8DF8-9F6562ECA9D9}" dt="2023-09-18T03:15:18.529" v="2"/>
        <pc:sldMkLst>
          <pc:docMk/>
          <pc:sldMk cId="3501213718" sldId="314"/>
        </pc:sldMkLst>
        <pc:inkChg chg="add">
          <ac:chgData name="Yeo Xiong Wei, Jonathan" userId="ac2b658e-7ce1-44bb-9f9f-bf4198ceaa29" providerId="ADAL" clId="{B3D021AC-0075-49B1-8DF8-9F6562ECA9D9}" dt="2023-09-18T03:15:18.529" v="2"/>
          <ac:inkMkLst>
            <pc:docMk/>
            <pc:sldMk cId="3501213718" sldId="314"/>
            <ac:inkMk id="3" creationId="{674A78A2-5B1B-838F-0F38-154CF6A3F66A}"/>
          </ac:inkMkLst>
        </pc:inkChg>
      </pc:sldChg>
      <pc:sldChg chg="addSp">
        <pc:chgData name="Yeo Xiong Wei, Jonathan" userId="ac2b658e-7ce1-44bb-9f9f-bf4198ceaa29" providerId="ADAL" clId="{B3D021AC-0075-49B1-8DF8-9F6562ECA9D9}" dt="2023-09-18T03:15:18.529" v="2"/>
        <pc:sldMkLst>
          <pc:docMk/>
          <pc:sldMk cId="180175659" sldId="324"/>
        </pc:sldMkLst>
        <pc:inkChg chg="add">
          <ac:chgData name="Yeo Xiong Wei, Jonathan" userId="ac2b658e-7ce1-44bb-9f9f-bf4198ceaa29" providerId="ADAL" clId="{B3D021AC-0075-49B1-8DF8-9F6562ECA9D9}" dt="2023-09-18T03:15:18.529" v="2"/>
          <ac:inkMkLst>
            <pc:docMk/>
            <pc:sldMk cId="180175659" sldId="324"/>
            <ac:inkMk id="3" creationId="{3355E635-2834-4348-DC39-EFD6EB33A330}"/>
          </ac:inkMkLst>
        </pc:inkChg>
      </pc:sldChg>
      <pc:sldChg chg="addSp">
        <pc:chgData name="Yeo Xiong Wei, Jonathan" userId="ac2b658e-7ce1-44bb-9f9f-bf4198ceaa29" providerId="ADAL" clId="{B3D021AC-0075-49B1-8DF8-9F6562ECA9D9}" dt="2023-09-18T01:55:00.516" v="0"/>
        <pc:sldMkLst>
          <pc:docMk/>
          <pc:sldMk cId="279134021" sldId="399"/>
        </pc:sldMkLst>
        <pc:inkChg chg="add">
          <ac:chgData name="Yeo Xiong Wei, Jonathan" userId="ac2b658e-7ce1-44bb-9f9f-bf4198ceaa29" providerId="ADAL" clId="{B3D021AC-0075-49B1-8DF8-9F6562ECA9D9}" dt="2023-09-18T01:55:00.516" v="0"/>
          <ac:inkMkLst>
            <pc:docMk/>
            <pc:sldMk cId="279134021" sldId="399"/>
            <ac:inkMk id="2" creationId="{9A7F035E-82C1-C5A9-874B-5D870C671301}"/>
          </ac:inkMkLst>
        </pc:inkChg>
      </pc:sldChg>
      <pc:sldChg chg="addSp delSp modSp mod">
        <pc:chgData name="Yeo Xiong Wei, Jonathan" userId="ac2b658e-7ce1-44bb-9f9f-bf4198ceaa29" providerId="ADAL" clId="{B3D021AC-0075-49B1-8DF8-9F6562ECA9D9}" dt="2023-09-18T03:57:12.942" v="31" actId="20577"/>
        <pc:sldMkLst>
          <pc:docMk/>
          <pc:sldMk cId="3060003268" sldId="400"/>
        </pc:sldMkLst>
        <pc:spChg chg="mod">
          <ac:chgData name="Yeo Xiong Wei, Jonathan" userId="ac2b658e-7ce1-44bb-9f9f-bf4198ceaa29" providerId="ADAL" clId="{B3D021AC-0075-49B1-8DF8-9F6562ECA9D9}" dt="2023-09-18T03:57:12.942" v="31" actId="20577"/>
          <ac:spMkLst>
            <pc:docMk/>
            <pc:sldMk cId="3060003268" sldId="400"/>
            <ac:spMk id="25602" creationId="{00000000-0000-0000-0000-000000000000}"/>
          </ac:spMkLst>
        </pc:spChg>
        <pc:inkChg chg="add del">
          <ac:chgData name="Yeo Xiong Wei, Jonathan" userId="ac2b658e-7ce1-44bb-9f9f-bf4198ceaa29" providerId="ADAL" clId="{B3D021AC-0075-49B1-8DF8-9F6562ECA9D9}" dt="2023-09-18T03:57:11.210" v="29" actId="478"/>
          <ac:inkMkLst>
            <pc:docMk/>
            <pc:sldMk cId="3060003268" sldId="400"/>
            <ac:inkMk id="2" creationId="{65799A0B-A910-007A-D765-8AA99086BE4A}"/>
          </ac:inkMkLst>
        </pc:inkChg>
      </pc:sldChg>
      <pc:sldChg chg="addSp">
        <pc:chgData name="Yeo Xiong Wei, Jonathan" userId="ac2b658e-7ce1-44bb-9f9f-bf4198ceaa29" providerId="ADAL" clId="{B3D021AC-0075-49B1-8DF8-9F6562ECA9D9}" dt="2023-09-18T01:55:00.516" v="0"/>
        <pc:sldMkLst>
          <pc:docMk/>
          <pc:sldMk cId="76355555" sldId="401"/>
        </pc:sldMkLst>
        <pc:inkChg chg="add">
          <ac:chgData name="Yeo Xiong Wei, Jonathan" userId="ac2b658e-7ce1-44bb-9f9f-bf4198ceaa29" providerId="ADAL" clId="{B3D021AC-0075-49B1-8DF8-9F6562ECA9D9}" dt="2023-09-18T01:55:00.516" v="0"/>
          <ac:inkMkLst>
            <pc:docMk/>
            <pc:sldMk cId="76355555" sldId="401"/>
            <ac:inkMk id="2" creationId="{FFDC06A5-3881-F551-5D37-42B804E73B32}"/>
          </ac:inkMkLst>
        </pc:inkChg>
      </pc:sldChg>
      <pc:sldChg chg="addSp">
        <pc:chgData name="Yeo Xiong Wei, Jonathan" userId="ac2b658e-7ce1-44bb-9f9f-bf4198ceaa29" providerId="ADAL" clId="{B3D021AC-0075-49B1-8DF8-9F6562ECA9D9}" dt="2023-09-18T03:15:18.529" v="2"/>
        <pc:sldMkLst>
          <pc:docMk/>
          <pc:sldMk cId="1413307756" sldId="995"/>
        </pc:sldMkLst>
        <pc:inkChg chg="add">
          <ac:chgData name="Yeo Xiong Wei, Jonathan" userId="ac2b658e-7ce1-44bb-9f9f-bf4198ceaa29" providerId="ADAL" clId="{B3D021AC-0075-49B1-8DF8-9F6562ECA9D9}" dt="2023-09-18T03:15:18.529" v="2"/>
          <ac:inkMkLst>
            <pc:docMk/>
            <pc:sldMk cId="1413307756" sldId="995"/>
            <ac:inkMk id="3" creationId="{0B42D6C3-8DBC-3276-6A2E-B463E6581A98}"/>
          </ac:inkMkLst>
        </pc:inkChg>
      </pc:sldChg>
      <pc:sldChg chg="addSp delSp modSp mod">
        <pc:chgData name="Yeo Xiong Wei, Jonathan" userId="ac2b658e-7ce1-44bb-9f9f-bf4198ceaa29" providerId="ADAL" clId="{B3D021AC-0075-49B1-8DF8-9F6562ECA9D9}" dt="2023-09-18T03:56:06.457" v="18" actId="20577"/>
        <pc:sldMkLst>
          <pc:docMk/>
          <pc:sldMk cId="1314374014" sldId="997"/>
        </pc:sldMkLst>
        <pc:spChg chg="mod">
          <ac:chgData name="Yeo Xiong Wei, Jonathan" userId="ac2b658e-7ce1-44bb-9f9f-bf4198ceaa29" providerId="ADAL" clId="{B3D021AC-0075-49B1-8DF8-9F6562ECA9D9}" dt="2023-09-18T03:56:06.457" v="18" actId="20577"/>
          <ac:spMkLst>
            <pc:docMk/>
            <pc:sldMk cId="1314374014" sldId="997"/>
            <ac:spMk id="37890" creationId="{00000000-0000-0000-0000-000000000000}"/>
          </ac:spMkLst>
        </pc:spChg>
        <pc:inkChg chg="add del">
          <ac:chgData name="Yeo Xiong Wei, Jonathan" userId="ac2b658e-7ce1-44bb-9f9f-bf4198ceaa29" providerId="ADAL" clId="{B3D021AC-0075-49B1-8DF8-9F6562ECA9D9}" dt="2023-09-18T03:56:02.552" v="6" actId="478"/>
          <ac:inkMkLst>
            <pc:docMk/>
            <pc:sldMk cId="1314374014" sldId="997"/>
            <ac:inkMk id="3" creationId="{DDD32540-EE1E-BEBA-A433-EB941CD4D0E2}"/>
          </ac:inkMkLst>
        </pc:inkChg>
      </pc:sldChg>
      <pc:sldChg chg="addSp">
        <pc:chgData name="Yeo Xiong Wei, Jonathan" userId="ac2b658e-7ce1-44bb-9f9f-bf4198ceaa29" providerId="ADAL" clId="{B3D021AC-0075-49B1-8DF8-9F6562ECA9D9}" dt="2023-09-18T03:15:18.529" v="2"/>
        <pc:sldMkLst>
          <pc:docMk/>
          <pc:sldMk cId="608881800" sldId="998"/>
        </pc:sldMkLst>
        <pc:inkChg chg="add">
          <ac:chgData name="Yeo Xiong Wei, Jonathan" userId="ac2b658e-7ce1-44bb-9f9f-bf4198ceaa29" providerId="ADAL" clId="{B3D021AC-0075-49B1-8DF8-9F6562ECA9D9}" dt="2023-09-18T03:15:18.529" v="2"/>
          <ac:inkMkLst>
            <pc:docMk/>
            <pc:sldMk cId="608881800" sldId="998"/>
            <ac:inkMk id="3" creationId="{495A65DB-E8FF-2FF1-694F-69EE95A8726B}"/>
          </ac:inkMkLst>
        </pc:inkChg>
      </pc:sldChg>
      <pc:sldChg chg="addSp delSp modSp mod">
        <pc:chgData name="Yeo Xiong Wei, Jonathan" userId="ac2b658e-7ce1-44bb-9f9f-bf4198ceaa29" providerId="ADAL" clId="{B3D021AC-0075-49B1-8DF8-9F6562ECA9D9}" dt="2023-09-18T04:12:55.761" v="78" actId="207"/>
        <pc:sldMkLst>
          <pc:docMk/>
          <pc:sldMk cId="787323275" sldId="999"/>
        </pc:sldMkLst>
        <pc:spChg chg="mod">
          <ac:chgData name="Yeo Xiong Wei, Jonathan" userId="ac2b658e-7ce1-44bb-9f9f-bf4198ceaa29" providerId="ADAL" clId="{B3D021AC-0075-49B1-8DF8-9F6562ECA9D9}" dt="2023-09-18T04:12:55.761" v="78" actId="207"/>
          <ac:spMkLst>
            <pc:docMk/>
            <pc:sldMk cId="787323275" sldId="999"/>
            <ac:spMk id="37890" creationId="{00000000-0000-0000-0000-000000000000}"/>
          </ac:spMkLst>
        </pc:spChg>
        <pc:inkChg chg="add">
          <ac:chgData name="Yeo Xiong Wei, Jonathan" userId="ac2b658e-7ce1-44bb-9f9f-bf4198ceaa29" providerId="ADAL" clId="{B3D021AC-0075-49B1-8DF8-9F6562ECA9D9}" dt="2023-09-18T03:15:18.529" v="2"/>
          <ac:inkMkLst>
            <pc:docMk/>
            <pc:sldMk cId="787323275" sldId="999"/>
            <ac:inkMk id="4" creationId="{CD9DF7C5-9B23-59AD-217D-3ACEBCBB9166}"/>
          </ac:inkMkLst>
        </pc:inkChg>
        <pc:inkChg chg="add">
          <ac:chgData name="Yeo Xiong Wei, Jonathan" userId="ac2b658e-7ce1-44bb-9f9f-bf4198ceaa29" providerId="ADAL" clId="{B3D021AC-0075-49B1-8DF8-9F6562ECA9D9}" dt="2023-09-18T03:16:44.022" v="3" actId="9405"/>
          <ac:inkMkLst>
            <pc:docMk/>
            <pc:sldMk cId="787323275" sldId="999"/>
            <ac:inkMk id="5" creationId="{2F03BFA5-90C6-E3AE-3109-CC31D0EDE9D0}"/>
          </ac:inkMkLst>
        </pc:inkChg>
        <pc:inkChg chg="add del">
          <ac:chgData name="Yeo Xiong Wei, Jonathan" userId="ac2b658e-7ce1-44bb-9f9f-bf4198ceaa29" providerId="ADAL" clId="{B3D021AC-0075-49B1-8DF8-9F6562ECA9D9}" dt="2023-09-18T03:17:35.517" v="5" actId="9405"/>
          <ac:inkMkLst>
            <pc:docMk/>
            <pc:sldMk cId="787323275" sldId="999"/>
            <ac:inkMk id="6" creationId="{5D927191-5C45-7FBE-A1AC-9F0CC0726272}"/>
          </ac:inkMkLst>
        </pc:inkChg>
      </pc:sldChg>
      <pc:sldChg chg="addSp modSp">
        <pc:chgData name="Yeo Xiong Wei, Jonathan" userId="ac2b658e-7ce1-44bb-9f9f-bf4198ceaa29" providerId="ADAL" clId="{B3D021AC-0075-49B1-8DF8-9F6562ECA9D9}" dt="2023-09-18T04:13:05.536" v="82" actId="20577"/>
        <pc:sldMkLst>
          <pc:docMk/>
          <pc:sldMk cId="3915780247" sldId="1000"/>
        </pc:sldMkLst>
        <pc:spChg chg="mod">
          <ac:chgData name="Yeo Xiong Wei, Jonathan" userId="ac2b658e-7ce1-44bb-9f9f-bf4198ceaa29" providerId="ADAL" clId="{B3D021AC-0075-49B1-8DF8-9F6562ECA9D9}" dt="2023-09-18T04:13:05.536" v="82" actId="20577"/>
          <ac:spMkLst>
            <pc:docMk/>
            <pc:sldMk cId="3915780247" sldId="1000"/>
            <ac:spMk id="37890" creationId="{00000000-0000-0000-0000-000000000000}"/>
          </ac:spMkLst>
        </pc:spChg>
        <pc:inkChg chg="add">
          <ac:chgData name="Yeo Xiong Wei, Jonathan" userId="ac2b658e-7ce1-44bb-9f9f-bf4198ceaa29" providerId="ADAL" clId="{B3D021AC-0075-49B1-8DF8-9F6562ECA9D9}" dt="2023-09-18T03:15:18.529" v="2"/>
          <ac:inkMkLst>
            <pc:docMk/>
            <pc:sldMk cId="3915780247" sldId="1000"/>
            <ac:inkMk id="4" creationId="{D749FD6F-250E-A511-3E24-F5018E7349B7}"/>
          </ac:inkMkLst>
        </pc:inkChg>
      </pc:sldChg>
      <pc:sldChg chg="addSp">
        <pc:chgData name="Yeo Xiong Wei, Jonathan" userId="ac2b658e-7ce1-44bb-9f9f-bf4198ceaa29" providerId="ADAL" clId="{B3D021AC-0075-49B1-8DF8-9F6562ECA9D9}" dt="2023-09-18T03:15:18.529" v="2"/>
        <pc:sldMkLst>
          <pc:docMk/>
          <pc:sldMk cId="2691748010" sldId="1001"/>
        </pc:sldMkLst>
        <pc:inkChg chg="add">
          <ac:chgData name="Yeo Xiong Wei, Jonathan" userId="ac2b658e-7ce1-44bb-9f9f-bf4198ceaa29" providerId="ADAL" clId="{B3D021AC-0075-49B1-8DF8-9F6562ECA9D9}" dt="2023-09-18T03:15:18.529" v="2"/>
          <ac:inkMkLst>
            <pc:docMk/>
            <pc:sldMk cId="2691748010" sldId="1001"/>
            <ac:inkMk id="3" creationId="{E5E5A5FF-B984-2276-F547-69EB597EF3C8}"/>
          </ac:inkMkLst>
        </pc:inkChg>
      </pc:sldChg>
      <pc:sldChg chg="addSp">
        <pc:chgData name="Yeo Xiong Wei, Jonathan" userId="ac2b658e-7ce1-44bb-9f9f-bf4198ceaa29" providerId="ADAL" clId="{B3D021AC-0075-49B1-8DF8-9F6562ECA9D9}" dt="2023-09-18T03:15:18.529" v="2"/>
        <pc:sldMkLst>
          <pc:docMk/>
          <pc:sldMk cId="889467151" sldId="1003"/>
        </pc:sldMkLst>
        <pc:inkChg chg="add">
          <ac:chgData name="Yeo Xiong Wei, Jonathan" userId="ac2b658e-7ce1-44bb-9f9f-bf4198ceaa29" providerId="ADAL" clId="{B3D021AC-0075-49B1-8DF8-9F6562ECA9D9}" dt="2023-09-18T03:15:18.529" v="2"/>
          <ac:inkMkLst>
            <pc:docMk/>
            <pc:sldMk cId="889467151" sldId="1003"/>
            <ac:inkMk id="3" creationId="{08B2E530-C4B2-1DE1-C8E6-739AA2E76CE6}"/>
          </ac:inkMkLst>
        </pc:inkChg>
      </pc:sldChg>
      <pc:sldChg chg="addSp">
        <pc:chgData name="Yeo Xiong Wei, Jonathan" userId="ac2b658e-7ce1-44bb-9f9f-bf4198ceaa29" providerId="ADAL" clId="{B3D021AC-0075-49B1-8DF8-9F6562ECA9D9}" dt="2023-09-18T03:15:18.529" v="2"/>
        <pc:sldMkLst>
          <pc:docMk/>
          <pc:sldMk cId="2319082909" sldId="1004"/>
        </pc:sldMkLst>
        <pc:inkChg chg="add">
          <ac:chgData name="Yeo Xiong Wei, Jonathan" userId="ac2b658e-7ce1-44bb-9f9f-bf4198ceaa29" providerId="ADAL" clId="{B3D021AC-0075-49B1-8DF8-9F6562ECA9D9}" dt="2023-09-18T03:15:18.529" v="2"/>
          <ac:inkMkLst>
            <pc:docMk/>
            <pc:sldMk cId="2319082909" sldId="1004"/>
            <ac:inkMk id="3" creationId="{F2D8F87A-763D-D797-44C4-759F641D1B23}"/>
          </ac:inkMkLst>
        </pc:inkChg>
      </pc:sldChg>
      <pc:sldChg chg="addSp">
        <pc:chgData name="Yeo Xiong Wei, Jonathan" userId="ac2b658e-7ce1-44bb-9f9f-bf4198ceaa29" providerId="ADAL" clId="{B3D021AC-0075-49B1-8DF8-9F6562ECA9D9}" dt="2023-09-18T03:15:18.529" v="2"/>
        <pc:sldMkLst>
          <pc:docMk/>
          <pc:sldMk cId="365071390" sldId="1005"/>
        </pc:sldMkLst>
        <pc:inkChg chg="add">
          <ac:chgData name="Yeo Xiong Wei, Jonathan" userId="ac2b658e-7ce1-44bb-9f9f-bf4198ceaa29" providerId="ADAL" clId="{B3D021AC-0075-49B1-8DF8-9F6562ECA9D9}" dt="2023-09-18T03:15:18.529" v="2"/>
          <ac:inkMkLst>
            <pc:docMk/>
            <pc:sldMk cId="365071390" sldId="1005"/>
            <ac:inkMk id="3" creationId="{C1DC3A85-D3A1-E46B-E9D8-32D011F68395}"/>
          </ac:inkMkLst>
        </pc:inkChg>
      </pc:sldChg>
      <pc:sldChg chg="addSp">
        <pc:chgData name="Yeo Xiong Wei, Jonathan" userId="ac2b658e-7ce1-44bb-9f9f-bf4198ceaa29" providerId="ADAL" clId="{B3D021AC-0075-49B1-8DF8-9F6562ECA9D9}" dt="2023-09-18T03:15:18.529" v="2"/>
        <pc:sldMkLst>
          <pc:docMk/>
          <pc:sldMk cId="1165093964" sldId="1006"/>
        </pc:sldMkLst>
        <pc:inkChg chg="add">
          <ac:chgData name="Yeo Xiong Wei, Jonathan" userId="ac2b658e-7ce1-44bb-9f9f-bf4198ceaa29" providerId="ADAL" clId="{B3D021AC-0075-49B1-8DF8-9F6562ECA9D9}" dt="2023-09-18T01:55:00.516" v="0"/>
          <ac:inkMkLst>
            <pc:docMk/>
            <pc:sldMk cId="1165093964" sldId="1006"/>
            <ac:inkMk id="3" creationId="{5834C915-43B0-601F-5869-9D2131436C90}"/>
          </ac:inkMkLst>
        </pc:inkChg>
        <pc:inkChg chg="add">
          <ac:chgData name="Yeo Xiong Wei, Jonathan" userId="ac2b658e-7ce1-44bb-9f9f-bf4198ceaa29" providerId="ADAL" clId="{B3D021AC-0075-49B1-8DF8-9F6562ECA9D9}" dt="2023-09-18T03:15:18.529" v="2"/>
          <ac:inkMkLst>
            <pc:docMk/>
            <pc:sldMk cId="1165093964" sldId="1006"/>
            <ac:inkMk id="5" creationId="{43A609A5-9A81-3143-EF7C-38A45A352503}"/>
          </ac:inkMkLst>
        </pc:inkChg>
      </pc:sldChg>
      <pc:sldChg chg="addSp">
        <pc:chgData name="Yeo Xiong Wei, Jonathan" userId="ac2b658e-7ce1-44bb-9f9f-bf4198ceaa29" providerId="ADAL" clId="{B3D021AC-0075-49B1-8DF8-9F6562ECA9D9}" dt="2023-09-18T03:15:18.529" v="2"/>
        <pc:sldMkLst>
          <pc:docMk/>
          <pc:sldMk cId="2706441205" sldId="1007"/>
        </pc:sldMkLst>
        <pc:inkChg chg="add">
          <ac:chgData name="Yeo Xiong Wei, Jonathan" userId="ac2b658e-7ce1-44bb-9f9f-bf4198ceaa29" providerId="ADAL" clId="{B3D021AC-0075-49B1-8DF8-9F6562ECA9D9}" dt="2023-09-18T03:15:18.529" v="2"/>
          <ac:inkMkLst>
            <pc:docMk/>
            <pc:sldMk cId="2706441205" sldId="1007"/>
            <ac:inkMk id="3" creationId="{014EC28E-8079-9ACA-B06E-F5C628282171}"/>
          </ac:inkMkLst>
        </pc:inkChg>
      </pc:sldChg>
      <pc:sldChg chg="addSp">
        <pc:chgData name="Yeo Xiong Wei, Jonathan" userId="ac2b658e-7ce1-44bb-9f9f-bf4198ceaa29" providerId="ADAL" clId="{B3D021AC-0075-49B1-8DF8-9F6562ECA9D9}" dt="2023-09-18T03:15:18.529" v="2"/>
        <pc:sldMkLst>
          <pc:docMk/>
          <pc:sldMk cId="3149683769" sldId="1008"/>
        </pc:sldMkLst>
        <pc:inkChg chg="add">
          <ac:chgData name="Yeo Xiong Wei, Jonathan" userId="ac2b658e-7ce1-44bb-9f9f-bf4198ceaa29" providerId="ADAL" clId="{B3D021AC-0075-49B1-8DF8-9F6562ECA9D9}" dt="2023-09-18T03:15:18.529" v="2"/>
          <ac:inkMkLst>
            <pc:docMk/>
            <pc:sldMk cId="3149683769" sldId="1008"/>
            <ac:inkMk id="3" creationId="{3EA6DD4C-7D1E-BBAF-3F2C-2DD9F83E7F0A}"/>
          </ac:inkMkLst>
        </pc:inkChg>
      </pc:sldChg>
      <pc:sldChg chg="addSp">
        <pc:chgData name="Yeo Xiong Wei, Jonathan" userId="ac2b658e-7ce1-44bb-9f9f-bf4198ceaa29" providerId="ADAL" clId="{B3D021AC-0075-49B1-8DF8-9F6562ECA9D9}" dt="2023-09-18T03:15:18.529" v="2"/>
        <pc:sldMkLst>
          <pc:docMk/>
          <pc:sldMk cId="3000790214" sldId="1014"/>
        </pc:sldMkLst>
        <pc:inkChg chg="add">
          <ac:chgData name="Yeo Xiong Wei, Jonathan" userId="ac2b658e-7ce1-44bb-9f9f-bf4198ceaa29" providerId="ADAL" clId="{B3D021AC-0075-49B1-8DF8-9F6562ECA9D9}" dt="2023-09-18T03:15:18.529" v="2"/>
          <ac:inkMkLst>
            <pc:docMk/>
            <pc:sldMk cId="3000790214" sldId="1014"/>
            <ac:inkMk id="3" creationId="{17FFC5BD-28CB-C477-5AD0-6333B6B50DB8}"/>
          </ac:inkMkLst>
        </pc:inkChg>
      </pc:sldChg>
      <pc:sldChg chg="addSp modSp mod">
        <pc:chgData name="Yeo Xiong Wei, Jonathan" userId="ac2b658e-7ce1-44bb-9f9f-bf4198ceaa29" providerId="ADAL" clId="{B3D021AC-0075-49B1-8DF8-9F6562ECA9D9}" dt="2023-09-18T03:56:41.878" v="24" actId="20577"/>
        <pc:sldMkLst>
          <pc:docMk/>
          <pc:sldMk cId="109330092" sldId="1015"/>
        </pc:sldMkLst>
        <pc:spChg chg="mod">
          <ac:chgData name="Yeo Xiong Wei, Jonathan" userId="ac2b658e-7ce1-44bb-9f9f-bf4198ceaa29" providerId="ADAL" clId="{B3D021AC-0075-49B1-8DF8-9F6562ECA9D9}" dt="2023-09-18T03:56:41.878" v="24" actId="20577"/>
          <ac:spMkLst>
            <pc:docMk/>
            <pc:sldMk cId="109330092" sldId="1015"/>
            <ac:spMk id="37890" creationId="{00000000-0000-0000-0000-000000000000}"/>
          </ac:spMkLst>
        </pc:spChg>
        <pc:inkChg chg="add">
          <ac:chgData name="Yeo Xiong Wei, Jonathan" userId="ac2b658e-7ce1-44bb-9f9f-bf4198ceaa29" providerId="ADAL" clId="{B3D021AC-0075-49B1-8DF8-9F6562ECA9D9}" dt="2023-09-18T03:15:18.529" v="2"/>
          <ac:inkMkLst>
            <pc:docMk/>
            <pc:sldMk cId="109330092" sldId="1015"/>
            <ac:inkMk id="3" creationId="{834702CD-6D39-8F29-F445-2EBB901C3B8F}"/>
          </ac:inkMkLst>
        </pc:inkChg>
      </pc:sldChg>
      <pc:sldChg chg="addSp new">
        <pc:chgData name="Yeo Xiong Wei, Jonathan" userId="ac2b658e-7ce1-44bb-9f9f-bf4198ceaa29" providerId="ADAL" clId="{B3D021AC-0075-49B1-8DF8-9F6562ECA9D9}" dt="2023-09-18T03:15:18.529" v="2"/>
        <pc:sldMkLst>
          <pc:docMk/>
          <pc:sldMk cId="3942195358" sldId="1016"/>
        </pc:sldMkLst>
        <pc:inkChg chg="add">
          <ac:chgData name="Yeo Xiong Wei, Jonathan" userId="ac2b658e-7ce1-44bb-9f9f-bf4198ceaa29" providerId="ADAL" clId="{B3D021AC-0075-49B1-8DF8-9F6562ECA9D9}" dt="2023-09-18T03:15:18.529" v="2"/>
          <ac:inkMkLst>
            <pc:docMk/>
            <pc:sldMk cId="3942195358" sldId="1016"/>
            <ac:inkMk id="5" creationId="{23AA0636-6AF0-5D91-3EBF-905F1517D0A9}"/>
          </ac:inkMkLst>
        </pc:inkChg>
      </pc:sldChg>
    </pc:docChg>
  </pc:docChgLst>
  <pc:docChgLst>
    <pc:chgData name="Yeo Xiong Wei, Jonathan" userId="ac2b658e-7ce1-44bb-9f9f-bf4198ceaa29" providerId="ADAL" clId="{4DCB8CB6-CB39-448D-9F2C-0EE9C440490E}"/>
    <pc:docChg chg="undo custSel modSld">
      <pc:chgData name="Yeo Xiong Wei, Jonathan" userId="ac2b658e-7ce1-44bb-9f9f-bf4198ceaa29" providerId="ADAL" clId="{4DCB8CB6-CB39-448D-9F2C-0EE9C440490E}" dt="2024-09-19T09:40:45.903" v="1290"/>
      <pc:docMkLst>
        <pc:docMk/>
      </pc:docMkLst>
      <pc:sldChg chg="addSp modSp mod">
        <pc:chgData name="Yeo Xiong Wei, Jonathan" userId="ac2b658e-7ce1-44bb-9f9f-bf4198ceaa29" providerId="ADAL" clId="{4DCB8CB6-CB39-448D-9F2C-0EE9C440490E}" dt="2024-09-19T09:30:04.418" v="1233"/>
        <pc:sldMkLst>
          <pc:docMk/>
          <pc:sldMk cId="2055298615" sldId="299"/>
        </pc:sldMkLst>
        <pc:spChg chg="add mod ord">
          <ac:chgData name="Yeo Xiong Wei, Jonathan" userId="ac2b658e-7ce1-44bb-9f9f-bf4198ceaa29" providerId="ADAL" clId="{4DCB8CB6-CB39-448D-9F2C-0EE9C440490E}" dt="2024-09-12T04:01:47.197" v="191" actId="167"/>
          <ac:spMkLst>
            <pc:docMk/>
            <pc:sldMk cId="2055298615" sldId="299"/>
            <ac:spMk id="3" creationId="{BC433FDC-AC66-1459-3543-B161607FF7B9}"/>
          </ac:spMkLst>
        </pc:spChg>
        <pc:inkChg chg="add">
          <ac:chgData name="Yeo Xiong Wei, Jonathan" userId="ac2b658e-7ce1-44bb-9f9f-bf4198ceaa29" providerId="ADAL" clId="{4DCB8CB6-CB39-448D-9F2C-0EE9C440490E}" dt="2024-09-19T09:30:04.418" v="1233"/>
          <ac:inkMkLst>
            <pc:docMk/>
            <pc:sldMk cId="2055298615" sldId="299"/>
            <ac:inkMk id="3" creationId="{9240B391-3F3C-7D54-1880-9734B03BD795}"/>
          </ac:inkMkLst>
        </pc:inkChg>
      </pc:sldChg>
      <pc:sldChg chg="addSp">
        <pc:chgData name="Yeo Xiong Wei, Jonathan" userId="ac2b658e-7ce1-44bb-9f9f-bf4198ceaa29" providerId="ADAL" clId="{4DCB8CB6-CB39-448D-9F2C-0EE9C440490E}" dt="2024-09-19T09:30:04.418" v="1233"/>
        <pc:sldMkLst>
          <pc:docMk/>
          <pc:sldMk cId="194946728" sldId="300"/>
        </pc:sldMkLst>
        <pc:inkChg chg="add">
          <ac:chgData name="Yeo Xiong Wei, Jonathan" userId="ac2b658e-7ce1-44bb-9f9f-bf4198ceaa29" providerId="ADAL" clId="{4DCB8CB6-CB39-448D-9F2C-0EE9C440490E}" dt="2024-09-19T09:30:04.418" v="1233"/>
          <ac:inkMkLst>
            <pc:docMk/>
            <pc:sldMk cId="194946728" sldId="300"/>
            <ac:inkMk id="2" creationId="{F5649FFC-0BD6-7A0E-E834-0418B949AABE}"/>
          </ac:inkMkLst>
        </pc:inkChg>
      </pc:sldChg>
      <pc:sldChg chg="addSp">
        <pc:chgData name="Yeo Xiong Wei, Jonathan" userId="ac2b658e-7ce1-44bb-9f9f-bf4198ceaa29" providerId="ADAL" clId="{4DCB8CB6-CB39-448D-9F2C-0EE9C440490E}" dt="2024-09-19T09:30:04.418" v="1233"/>
        <pc:sldMkLst>
          <pc:docMk/>
          <pc:sldMk cId="2559563713" sldId="301"/>
        </pc:sldMkLst>
        <pc:inkChg chg="add">
          <ac:chgData name="Yeo Xiong Wei, Jonathan" userId="ac2b658e-7ce1-44bb-9f9f-bf4198ceaa29" providerId="ADAL" clId="{4DCB8CB6-CB39-448D-9F2C-0EE9C440490E}" dt="2024-09-19T09:30:04.418" v="1233"/>
          <ac:inkMkLst>
            <pc:docMk/>
            <pc:sldMk cId="2559563713" sldId="301"/>
            <ac:inkMk id="2" creationId="{B3B6492B-7EE9-A3B9-7CD4-C87D9667EC8E}"/>
          </ac:inkMkLst>
        </pc:inkChg>
      </pc:sldChg>
      <pc:sldChg chg="addSp">
        <pc:chgData name="Yeo Xiong Wei, Jonathan" userId="ac2b658e-7ce1-44bb-9f9f-bf4198ceaa29" providerId="ADAL" clId="{4DCB8CB6-CB39-448D-9F2C-0EE9C440490E}" dt="2024-09-19T09:30:04.418" v="1233"/>
        <pc:sldMkLst>
          <pc:docMk/>
          <pc:sldMk cId="2533036614" sldId="302"/>
        </pc:sldMkLst>
        <pc:inkChg chg="add">
          <ac:chgData name="Yeo Xiong Wei, Jonathan" userId="ac2b658e-7ce1-44bb-9f9f-bf4198ceaa29" providerId="ADAL" clId="{4DCB8CB6-CB39-448D-9F2C-0EE9C440490E}" dt="2024-09-19T09:30:04.418" v="1233"/>
          <ac:inkMkLst>
            <pc:docMk/>
            <pc:sldMk cId="2533036614" sldId="302"/>
            <ac:inkMk id="2" creationId="{BE20039D-FE45-F267-9B72-D2E1EA569E4F}"/>
          </ac:inkMkLst>
        </pc:inkChg>
      </pc:sldChg>
      <pc:sldChg chg="addSp modSp">
        <pc:chgData name="Yeo Xiong Wei, Jonathan" userId="ac2b658e-7ce1-44bb-9f9f-bf4198ceaa29" providerId="ADAL" clId="{4DCB8CB6-CB39-448D-9F2C-0EE9C440490E}" dt="2024-09-19T09:30:04.418" v="1233"/>
        <pc:sldMkLst>
          <pc:docMk/>
          <pc:sldMk cId="921258357" sldId="304"/>
        </pc:sldMkLst>
        <pc:spChg chg="mod">
          <ac:chgData name="Yeo Xiong Wei, Jonathan" userId="ac2b658e-7ce1-44bb-9f9f-bf4198ceaa29" providerId="ADAL" clId="{4DCB8CB6-CB39-448D-9F2C-0EE9C440490E}" dt="2024-09-12T04:03:17.515" v="194" actId="20577"/>
          <ac:spMkLst>
            <pc:docMk/>
            <pc:sldMk cId="921258357" sldId="304"/>
            <ac:spMk id="31746" creationId="{00000000-0000-0000-0000-000000000000}"/>
          </ac:spMkLst>
        </pc:spChg>
        <pc:inkChg chg="add">
          <ac:chgData name="Yeo Xiong Wei, Jonathan" userId="ac2b658e-7ce1-44bb-9f9f-bf4198ceaa29" providerId="ADAL" clId="{4DCB8CB6-CB39-448D-9F2C-0EE9C440490E}" dt="2024-09-19T09:30:04.418" v="1233"/>
          <ac:inkMkLst>
            <pc:docMk/>
            <pc:sldMk cId="921258357" sldId="304"/>
            <ac:inkMk id="2" creationId="{C068C090-1E85-003D-496D-AE2118C79EDC}"/>
          </ac:inkMkLst>
        </pc:inkChg>
      </pc:sldChg>
      <pc:sldChg chg="addSp modSp">
        <pc:chgData name="Yeo Xiong Wei, Jonathan" userId="ac2b658e-7ce1-44bb-9f9f-bf4198ceaa29" providerId="ADAL" clId="{4DCB8CB6-CB39-448D-9F2C-0EE9C440490E}" dt="2024-09-19T09:30:04.418" v="1233"/>
        <pc:sldMkLst>
          <pc:docMk/>
          <pc:sldMk cId="2500070018" sldId="306"/>
        </pc:sldMkLst>
        <pc:spChg chg="mod">
          <ac:chgData name="Yeo Xiong Wei, Jonathan" userId="ac2b658e-7ce1-44bb-9f9f-bf4198ceaa29" providerId="ADAL" clId="{4DCB8CB6-CB39-448D-9F2C-0EE9C440490E}" dt="2024-09-12T04:03:52.905" v="212" actId="113"/>
          <ac:spMkLst>
            <pc:docMk/>
            <pc:sldMk cId="2500070018" sldId="306"/>
            <ac:spMk id="33794" creationId="{00000000-0000-0000-0000-000000000000}"/>
          </ac:spMkLst>
        </pc:spChg>
        <pc:inkChg chg="add">
          <ac:chgData name="Yeo Xiong Wei, Jonathan" userId="ac2b658e-7ce1-44bb-9f9f-bf4198ceaa29" providerId="ADAL" clId="{4DCB8CB6-CB39-448D-9F2C-0EE9C440490E}" dt="2024-09-19T09:30:04.418" v="1233"/>
          <ac:inkMkLst>
            <pc:docMk/>
            <pc:sldMk cId="2500070018" sldId="306"/>
            <ac:inkMk id="2" creationId="{DE336EF0-1628-8C9B-940B-AE9616C14150}"/>
          </ac:inkMkLst>
        </pc:inkChg>
      </pc:sldChg>
      <pc:sldChg chg="addSp">
        <pc:chgData name="Yeo Xiong Wei, Jonathan" userId="ac2b658e-7ce1-44bb-9f9f-bf4198ceaa29" providerId="ADAL" clId="{4DCB8CB6-CB39-448D-9F2C-0EE9C440490E}" dt="2024-09-19T09:30:04.418" v="1233"/>
        <pc:sldMkLst>
          <pc:docMk/>
          <pc:sldMk cId="1453085163" sldId="307"/>
        </pc:sldMkLst>
        <pc:inkChg chg="add">
          <ac:chgData name="Yeo Xiong Wei, Jonathan" userId="ac2b658e-7ce1-44bb-9f9f-bf4198ceaa29" providerId="ADAL" clId="{4DCB8CB6-CB39-448D-9F2C-0EE9C440490E}" dt="2024-09-19T09:30:04.418" v="1233"/>
          <ac:inkMkLst>
            <pc:docMk/>
            <pc:sldMk cId="1453085163" sldId="307"/>
            <ac:inkMk id="4" creationId="{43D2ACB4-97EB-DCC3-034F-771D8F4B55B5}"/>
          </ac:inkMkLst>
        </pc:inkChg>
      </pc:sldChg>
      <pc:sldChg chg="addSp modSp">
        <pc:chgData name="Yeo Xiong Wei, Jonathan" userId="ac2b658e-7ce1-44bb-9f9f-bf4198ceaa29" providerId="ADAL" clId="{4DCB8CB6-CB39-448D-9F2C-0EE9C440490E}" dt="2024-09-19T09:30:04.418" v="1233"/>
        <pc:sldMkLst>
          <pc:docMk/>
          <pc:sldMk cId="501130367" sldId="308"/>
        </pc:sldMkLst>
        <pc:spChg chg="mod">
          <ac:chgData name="Yeo Xiong Wei, Jonathan" userId="ac2b658e-7ce1-44bb-9f9f-bf4198ceaa29" providerId="ADAL" clId="{4DCB8CB6-CB39-448D-9F2C-0EE9C440490E}" dt="2024-09-12T04:04:47.533" v="224" actId="20577"/>
          <ac:spMkLst>
            <pc:docMk/>
            <pc:sldMk cId="501130367" sldId="308"/>
            <ac:spMk id="35842" creationId="{00000000-0000-0000-0000-000000000000}"/>
          </ac:spMkLst>
        </pc:spChg>
        <pc:inkChg chg="add">
          <ac:chgData name="Yeo Xiong Wei, Jonathan" userId="ac2b658e-7ce1-44bb-9f9f-bf4198ceaa29" providerId="ADAL" clId="{4DCB8CB6-CB39-448D-9F2C-0EE9C440490E}" dt="2024-09-19T09:30:04.418" v="1233"/>
          <ac:inkMkLst>
            <pc:docMk/>
            <pc:sldMk cId="501130367" sldId="308"/>
            <ac:inkMk id="2" creationId="{1FF9F1CE-AE00-F33A-BAED-ACFA5D50E06D}"/>
          </ac:inkMkLst>
        </pc:inkChg>
      </pc:sldChg>
      <pc:sldChg chg="addSp modSp mod modAnim">
        <pc:chgData name="Yeo Xiong Wei, Jonathan" userId="ac2b658e-7ce1-44bb-9f9f-bf4198ceaa29" providerId="ADAL" clId="{4DCB8CB6-CB39-448D-9F2C-0EE9C440490E}" dt="2024-09-19T09:30:04.418" v="1233"/>
        <pc:sldMkLst>
          <pc:docMk/>
          <pc:sldMk cId="2974126842" sldId="310"/>
        </pc:sldMkLst>
        <pc:spChg chg="mod">
          <ac:chgData name="Yeo Xiong Wei, Jonathan" userId="ac2b658e-7ce1-44bb-9f9f-bf4198ceaa29" providerId="ADAL" clId="{4DCB8CB6-CB39-448D-9F2C-0EE9C440490E}" dt="2024-09-12T04:04:56.298" v="228" actId="113"/>
          <ac:spMkLst>
            <pc:docMk/>
            <pc:sldMk cId="2974126842" sldId="310"/>
            <ac:spMk id="37890" creationId="{00000000-0000-0000-0000-000000000000}"/>
          </ac:spMkLst>
        </pc:spChg>
        <pc:inkChg chg="add">
          <ac:chgData name="Yeo Xiong Wei, Jonathan" userId="ac2b658e-7ce1-44bb-9f9f-bf4198ceaa29" providerId="ADAL" clId="{4DCB8CB6-CB39-448D-9F2C-0EE9C440490E}" dt="2024-09-19T09:30:04.418" v="1233"/>
          <ac:inkMkLst>
            <pc:docMk/>
            <pc:sldMk cId="2974126842" sldId="310"/>
            <ac:inkMk id="2" creationId="{3F61EE61-495F-2227-B5A4-900770F5788F}"/>
          </ac:inkMkLst>
        </pc:inkChg>
      </pc:sldChg>
      <pc:sldChg chg="addSp modSp">
        <pc:chgData name="Yeo Xiong Wei, Jonathan" userId="ac2b658e-7ce1-44bb-9f9f-bf4198ceaa29" providerId="ADAL" clId="{4DCB8CB6-CB39-448D-9F2C-0EE9C440490E}" dt="2024-09-19T09:30:04.418" v="1233"/>
        <pc:sldMkLst>
          <pc:docMk/>
          <pc:sldMk cId="2458732272" sldId="312"/>
        </pc:sldMkLst>
        <pc:spChg chg="mod">
          <ac:chgData name="Yeo Xiong Wei, Jonathan" userId="ac2b658e-7ce1-44bb-9f9f-bf4198ceaa29" providerId="ADAL" clId="{4DCB8CB6-CB39-448D-9F2C-0EE9C440490E}" dt="2024-09-12T04:05:25.338" v="230" actId="113"/>
          <ac:spMkLst>
            <pc:docMk/>
            <pc:sldMk cId="2458732272" sldId="312"/>
            <ac:spMk id="39938" creationId="{00000000-0000-0000-0000-000000000000}"/>
          </ac:spMkLst>
        </pc:spChg>
        <pc:inkChg chg="add">
          <ac:chgData name="Yeo Xiong Wei, Jonathan" userId="ac2b658e-7ce1-44bb-9f9f-bf4198ceaa29" providerId="ADAL" clId="{4DCB8CB6-CB39-448D-9F2C-0EE9C440490E}" dt="2024-09-19T09:30:04.418" v="1233"/>
          <ac:inkMkLst>
            <pc:docMk/>
            <pc:sldMk cId="2458732272" sldId="312"/>
            <ac:inkMk id="2" creationId="{C279EF96-C17D-9ACB-D3A3-F6AE963D5623}"/>
          </ac:inkMkLst>
        </pc:inkChg>
      </pc:sldChg>
      <pc:sldChg chg="addSp delSp modSp mod">
        <pc:chgData name="Yeo Xiong Wei, Jonathan" userId="ac2b658e-7ce1-44bb-9f9f-bf4198ceaa29" providerId="ADAL" clId="{4DCB8CB6-CB39-448D-9F2C-0EE9C440490E}" dt="2024-09-19T09:40:45.903" v="1290"/>
        <pc:sldMkLst>
          <pc:docMk/>
          <pc:sldMk cId="2087933839" sldId="313"/>
        </pc:sldMkLst>
        <pc:grpChg chg="del mod">
          <ac:chgData name="Yeo Xiong Wei, Jonathan" userId="ac2b658e-7ce1-44bb-9f9f-bf4198ceaa29" providerId="ADAL" clId="{4DCB8CB6-CB39-448D-9F2C-0EE9C440490E}" dt="2024-09-19T09:39:34.340" v="1252"/>
          <ac:grpSpMkLst>
            <pc:docMk/>
            <pc:sldMk cId="2087933839" sldId="313"/>
            <ac:grpSpMk id="9" creationId="{B539A42C-FB52-ECF2-24DD-AA3945CBDBDA}"/>
          </ac:grpSpMkLst>
        </pc:grpChg>
        <pc:grpChg chg="del mod">
          <ac:chgData name="Yeo Xiong Wei, Jonathan" userId="ac2b658e-7ce1-44bb-9f9f-bf4198ceaa29" providerId="ADAL" clId="{4DCB8CB6-CB39-448D-9F2C-0EE9C440490E}" dt="2024-09-19T09:40:41.118" v="1287"/>
          <ac:grpSpMkLst>
            <pc:docMk/>
            <pc:sldMk cId="2087933839" sldId="313"/>
            <ac:grpSpMk id="22" creationId="{ED65331F-3B11-ADFE-876E-7F6CE4FB0088}"/>
          </ac:grpSpMkLst>
        </pc:grpChg>
        <pc:grpChg chg="mod">
          <ac:chgData name="Yeo Xiong Wei, Jonathan" userId="ac2b658e-7ce1-44bb-9f9f-bf4198ceaa29" providerId="ADAL" clId="{4DCB8CB6-CB39-448D-9F2C-0EE9C440490E}" dt="2024-09-19T09:40:15.855" v="1265"/>
          <ac:grpSpMkLst>
            <pc:docMk/>
            <pc:sldMk cId="2087933839" sldId="313"/>
            <ac:grpSpMk id="35" creationId="{68EAD975-0312-395A-B3AF-681E4D7C599C}"/>
          </ac:grpSpMkLst>
        </pc:grpChg>
        <pc:grpChg chg="mod">
          <ac:chgData name="Yeo Xiong Wei, Jonathan" userId="ac2b658e-7ce1-44bb-9f9f-bf4198ceaa29" providerId="ADAL" clId="{4DCB8CB6-CB39-448D-9F2C-0EE9C440490E}" dt="2024-09-19T09:40:15.855" v="1265"/>
          <ac:grpSpMkLst>
            <pc:docMk/>
            <pc:sldMk cId="2087933839" sldId="313"/>
            <ac:grpSpMk id="36" creationId="{11CC5F97-6C5F-07D5-2E5E-5540D857DF0E}"/>
          </ac:grpSpMkLst>
        </pc:grpChg>
        <pc:grpChg chg="mod">
          <ac:chgData name="Yeo Xiong Wei, Jonathan" userId="ac2b658e-7ce1-44bb-9f9f-bf4198ceaa29" providerId="ADAL" clId="{4DCB8CB6-CB39-448D-9F2C-0EE9C440490E}" dt="2024-09-19T09:40:15.855" v="1265"/>
          <ac:grpSpMkLst>
            <pc:docMk/>
            <pc:sldMk cId="2087933839" sldId="313"/>
            <ac:grpSpMk id="37" creationId="{B121ED9A-62A6-8D84-700B-F65F3C8EF537}"/>
          </ac:grpSpMkLst>
        </pc:grpChg>
        <pc:grpChg chg="del mod">
          <ac:chgData name="Yeo Xiong Wei, Jonathan" userId="ac2b658e-7ce1-44bb-9f9f-bf4198ceaa29" providerId="ADAL" clId="{4DCB8CB6-CB39-448D-9F2C-0EE9C440490E}" dt="2024-09-19T09:40:33.070" v="1279"/>
          <ac:grpSpMkLst>
            <pc:docMk/>
            <pc:sldMk cId="2087933839" sldId="313"/>
            <ac:grpSpMk id="44" creationId="{0741B48F-12B2-C0A4-EA85-AF3C878068D9}"/>
          </ac:grpSpMkLst>
        </pc:grpChg>
        <pc:grpChg chg="del mod">
          <ac:chgData name="Yeo Xiong Wei, Jonathan" userId="ac2b658e-7ce1-44bb-9f9f-bf4198ceaa29" providerId="ADAL" clId="{4DCB8CB6-CB39-448D-9F2C-0EE9C440490E}" dt="2024-09-19T09:40:41.118" v="1287"/>
          <ac:grpSpMkLst>
            <pc:docMk/>
            <pc:sldMk cId="2087933839" sldId="313"/>
            <ac:grpSpMk id="51" creationId="{5BE7808A-C0D6-0198-F7A8-82E2A2881944}"/>
          </ac:grpSpMkLst>
        </pc:grpChg>
        <pc:grpChg chg="del mod">
          <ac:chgData name="Yeo Xiong Wei, Jonathan" userId="ac2b658e-7ce1-44bb-9f9f-bf4198ceaa29" providerId="ADAL" clId="{4DCB8CB6-CB39-448D-9F2C-0EE9C440490E}" dt="2024-09-19T09:40:45.903" v="1290"/>
          <ac:grpSpMkLst>
            <pc:docMk/>
            <pc:sldMk cId="2087933839" sldId="313"/>
            <ac:grpSpMk id="59" creationId="{2655EE27-881D-A35B-498C-551BB8737D3E}"/>
          </ac:grpSpMkLst>
        </pc:grpChg>
        <pc:grpChg chg="mod">
          <ac:chgData name="Yeo Xiong Wei, Jonathan" userId="ac2b658e-7ce1-44bb-9f9f-bf4198ceaa29" providerId="ADAL" clId="{4DCB8CB6-CB39-448D-9F2C-0EE9C440490E}" dt="2024-09-19T09:40:45.903" v="1290"/>
          <ac:grpSpMkLst>
            <pc:docMk/>
            <pc:sldMk cId="2087933839" sldId="313"/>
            <ac:grpSpMk id="62" creationId="{6480EAA1-CBA4-F361-CD57-C544578D75A7}"/>
          </ac:grpSpMkLst>
        </pc:grpChg>
        <pc:inkChg chg="add">
          <ac:chgData name="Yeo Xiong Wei, Jonathan" userId="ac2b658e-7ce1-44bb-9f9f-bf4198ceaa29" providerId="ADAL" clId="{4DCB8CB6-CB39-448D-9F2C-0EE9C440490E}" dt="2024-09-19T09:30:04.418" v="1233"/>
          <ac:inkMkLst>
            <pc:docMk/>
            <pc:sldMk cId="2087933839" sldId="313"/>
            <ac:inkMk id="2" creationId="{18CFCCA2-910A-3B1C-0430-E0BFC39AE022}"/>
          </ac:inkMkLst>
        </pc:inkChg>
        <pc:inkChg chg="add mod">
          <ac:chgData name="Yeo Xiong Wei, Jonathan" userId="ac2b658e-7ce1-44bb-9f9f-bf4198ceaa29" providerId="ADAL" clId="{4DCB8CB6-CB39-448D-9F2C-0EE9C440490E}" dt="2024-09-19T09:40:45.903" v="1290"/>
          <ac:inkMkLst>
            <pc:docMk/>
            <pc:sldMk cId="2087933839" sldId="313"/>
            <ac:inkMk id="4" creationId="{76FD4B04-55AD-A2B2-E20E-F1CD2ABEF3B9}"/>
          </ac:inkMkLst>
        </pc:inkChg>
        <pc:inkChg chg="add mod">
          <ac:chgData name="Yeo Xiong Wei, Jonathan" userId="ac2b658e-7ce1-44bb-9f9f-bf4198ceaa29" providerId="ADAL" clId="{4DCB8CB6-CB39-448D-9F2C-0EE9C440490E}" dt="2024-09-19T09:40:45.903" v="1290"/>
          <ac:inkMkLst>
            <pc:docMk/>
            <pc:sldMk cId="2087933839" sldId="313"/>
            <ac:inkMk id="5" creationId="{500C8561-9C42-3591-8CDC-8BE12870F92D}"/>
          </ac:inkMkLst>
        </pc:inkChg>
        <pc:inkChg chg="add mod">
          <ac:chgData name="Yeo Xiong Wei, Jonathan" userId="ac2b658e-7ce1-44bb-9f9f-bf4198ceaa29" providerId="ADAL" clId="{4DCB8CB6-CB39-448D-9F2C-0EE9C440490E}" dt="2024-09-19T09:40:45.903" v="1290"/>
          <ac:inkMkLst>
            <pc:docMk/>
            <pc:sldMk cId="2087933839" sldId="313"/>
            <ac:inkMk id="6" creationId="{A76E9F6E-13B4-0854-532F-25A345EC4AFD}"/>
          </ac:inkMkLst>
        </pc:inkChg>
        <pc:inkChg chg="add mod">
          <ac:chgData name="Yeo Xiong Wei, Jonathan" userId="ac2b658e-7ce1-44bb-9f9f-bf4198ceaa29" providerId="ADAL" clId="{4DCB8CB6-CB39-448D-9F2C-0EE9C440490E}" dt="2024-09-19T09:40:45.903" v="1290"/>
          <ac:inkMkLst>
            <pc:docMk/>
            <pc:sldMk cId="2087933839" sldId="313"/>
            <ac:inkMk id="7" creationId="{D53385E3-14BC-68F6-5BC9-225463544AA8}"/>
          </ac:inkMkLst>
        </pc:inkChg>
        <pc:inkChg chg="add mod">
          <ac:chgData name="Yeo Xiong Wei, Jonathan" userId="ac2b658e-7ce1-44bb-9f9f-bf4198ceaa29" providerId="ADAL" clId="{4DCB8CB6-CB39-448D-9F2C-0EE9C440490E}" dt="2024-09-19T09:40:45.903" v="1290"/>
          <ac:inkMkLst>
            <pc:docMk/>
            <pc:sldMk cId="2087933839" sldId="313"/>
            <ac:inkMk id="8" creationId="{FFA63550-505A-5EDA-AAD7-2B6ECF9D9363}"/>
          </ac:inkMkLst>
        </pc:inkChg>
        <pc:inkChg chg="add mod">
          <ac:chgData name="Yeo Xiong Wei, Jonathan" userId="ac2b658e-7ce1-44bb-9f9f-bf4198ceaa29" providerId="ADAL" clId="{4DCB8CB6-CB39-448D-9F2C-0EE9C440490E}" dt="2024-09-19T09:40:45.903" v="1290"/>
          <ac:inkMkLst>
            <pc:docMk/>
            <pc:sldMk cId="2087933839" sldId="313"/>
            <ac:inkMk id="10" creationId="{C912A294-F21D-07CD-A89F-20FAAA639B75}"/>
          </ac:inkMkLst>
        </pc:inkChg>
        <pc:inkChg chg="add mod">
          <ac:chgData name="Yeo Xiong Wei, Jonathan" userId="ac2b658e-7ce1-44bb-9f9f-bf4198ceaa29" providerId="ADAL" clId="{4DCB8CB6-CB39-448D-9F2C-0EE9C440490E}" dt="2024-09-19T09:40:45.903" v="1290"/>
          <ac:inkMkLst>
            <pc:docMk/>
            <pc:sldMk cId="2087933839" sldId="313"/>
            <ac:inkMk id="11" creationId="{E9B227E2-C577-65A7-E41B-4C5309D9F35A}"/>
          </ac:inkMkLst>
        </pc:inkChg>
        <pc:inkChg chg="add mod">
          <ac:chgData name="Yeo Xiong Wei, Jonathan" userId="ac2b658e-7ce1-44bb-9f9f-bf4198ceaa29" providerId="ADAL" clId="{4DCB8CB6-CB39-448D-9F2C-0EE9C440490E}" dt="2024-09-19T09:40:45.903" v="1290"/>
          <ac:inkMkLst>
            <pc:docMk/>
            <pc:sldMk cId="2087933839" sldId="313"/>
            <ac:inkMk id="12" creationId="{86FDAF9B-FB89-84A5-8F1F-17C99F82910C}"/>
          </ac:inkMkLst>
        </pc:inkChg>
        <pc:inkChg chg="add mod">
          <ac:chgData name="Yeo Xiong Wei, Jonathan" userId="ac2b658e-7ce1-44bb-9f9f-bf4198ceaa29" providerId="ADAL" clId="{4DCB8CB6-CB39-448D-9F2C-0EE9C440490E}" dt="2024-09-19T09:40:45.903" v="1290"/>
          <ac:inkMkLst>
            <pc:docMk/>
            <pc:sldMk cId="2087933839" sldId="313"/>
            <ac:inkMk id="13" creationId="{4F5E7E12-9274-B1A0-C1D5-B829B81CC231}"/>
          </ac:inkMkLst>
        </pc:inkChg>
        <pc:inkChg chg="add mod">
          <ac:chgData name="Yeo Xiong Wei, Jonathan" userId="ac2b658e-7ce1-44bb-9f9f-bf4198ceaa29" providerId="ADAL" clId="{4DCB8CB6-CB39-448D-9F2C-0EE9C440490E}" dt="2024-09-19T09:40:45.903" v="1290"/>
          <ac:inkMkLst>
            <pc:docMk/>
            <pc:sldMk cId="2087933839" sldId="313"/>
            <ac:inkMk id="14" creationId="{4EB67890-58AB-D110-6BA9-32544849F196}"/>
          </ac:inkMkLst>
        </pc:inkChg>
        <pc:inkChg chg="add mod">
          <ac:chgData name="Yeo Xiong Wei, Jonathan" userId="ac2b658e-7ce1-44bb-9f9f-bf4198ceaa29" providerId="ADAL" clId="{4DCB8CB6-CB39-448D-9F2C-0EE9C440490E}" dt="2024-09-19T09:40:45.903" v="1290"/>
          <ac:inkMkLst>
            <pc:docMk/>
            <pc:sldMk cId="2087933839" sldId="313"/>
            <ac:inkMk id="15" creationId="{23682FCC-484A-C415-5D15-78A04D76117C}"/>
          </ac:inkMkLst>
        </pc:inkChg>
        <pc:inkChg chg="add mod">
          <ac:chgData name="Yeo Xiong Wei, Jonathan" userId="ac2b658e-7ce1-44bb-9f9f-bf4198ceaa29" providerId="ADAL" clId="{4DCB8CB6-CB39-448D-9F2C-0EE9C440490E}" dt="2024-09-19T09:40:45.903" v="1290"/>
          <ac:inkMkLst>
            <pc:docMk/>
            <pc:sldMk cId="2087933839" sldId="313"/>
            <ac:inkMk id="16" creationId="{E7CE7431-29E3-2E86-66C5-614041CFC82E}"/>
          </ac:inkMkLst>
        </pc:inkChg>
        <pc:inkChg chg="add mod">
          <ac:chgData name="Yeo Xiong Wei, Jonathan" userId="ac2b658e-7ce1-44bb-9f9f-bf4198ceaa29" providerId="ADAL" clId="{4DCB8CB6-CB39-448D-9F2C-0EE9C440490E}" dt="2024-09-19T09:40:45.903" v="1290"/>
          <ac:inkMkLst>
            <pc:docMk/>
            <pc:sldMk cId="2087933839" sldId="313"/>
            <ac:inkMk id="17" creationId="{71FCE6AF-FDBA-29A6-D2BC-0E39CC6506D5}"/>
          </ac:inkMkLst>
        </pc:inkChg>
        <pc:inkChg chg="add mod">
          <ac:chgData name="Yeo Xiong Wei, Jonathan" userId="ac2b658e-7ce1-44bb-9f9f-bf4198ceaa29" providerId="ADAL" clId="{4DCB8CB6-CB39-448D-9F2C-0EE9C440490E}" dt="2024-09-19T09:40:45.903" v="1290"/>
          <ac:inkMkLst>
            <pc:docMk/>
            <pc:sldMk cId="2087933839" sldId="313"/>
            <ac:inkMk id="18" creationId="{704200C1-C887-EB2E-BBE0-F3993E5E05E8}"/>
          </ac:inkMkLst>
        </pc:inkChg>
        <pc:inkChg chg="add mod">
          <ac:chgData name="Yeo Xiong Wei, Jonathan" userId="ac2b658e-7ce1-44bb-9f9f-bf4198ceaa29" providerId="ADAL" clId="{4DCB8CB6-CB39-448D-9F2C-0EE9C440490E}" dt="2024-09-19T09:40:45.903" v="1290"/>
          <ac:inkMkLst>
            <pc:docMk/>
            <pc:sldMk cId="2087933839" sldId="313"/>
            <ac:inkMk id="19" creationId="{ABD5CC2C-BE3D-75FE-040F-6D39E9EF24D2}"/>
          </ac:inkMkLst>
        </pc:inkChg>
        <pc:inkChg chg="add mod">
          <ac:chgData name="Yeo Xiong Wei, Jonathan" userId="ac2b658e-7ce1-44bb-9f9f-bf4198ceaa29" providerId="ADAL" clId="{4DCB8CB6-CB39-448D-9F2C-0EE9C440490E}" dt="2024-09-19T09:40:45.903" v="1290"/>
          <ac:inkMkLst>
            <pc:docMk/>
            <pc:sldMk cId="2087933839" sldId="313"/>
            <ac:inkMk id="20" creationId="{DE78B7E8-961E-C5F2-5676-0DF3C03E8F77}"/>
          </ac:inkMkLst>
        </pc:inkChg>
        <pc:inkChg chg="add mod">
          <ac:chgData name="Yeo Xiong Wei, Jonathan" userId="ac2b658e-7ce1-44bb-9f9f-bf4198ceaa29" providerId="ADAL" clId="{4DCB8CB6-CB39-448D-9F2C-0EE9C440490E}" dt="2024-09-19T09:40:45.903" v="1290"/>
          <ac:inkMkLst>
            <pc:docMk/>
            <pc:sldMk cId="2087933839" sldId="313"/>
            <ac:inkMk id="21" creationId="{800E8AB0-8EBB-4730-1556-BADF633669AA}"/>
          </ac:inkMkLst>
        </pc:inkChg>
        <pc:inkChg chg="add mod">
          <ac:chgData name="Yeo Xiong Wei, Jonathan" userId="ac2b658e-7ce1-44bb-9f9f-bf4198ceaa29" providerId="ADAL" clId="{4DCB8CB6-CB39-448D-9F2C-0EE9C440490E}" dt="2024-09-19T09:40:15.855" v="1265"/>
          <ac:inkMkLst>
            <pc:docMk/>
            <pc:sldMk cId="2087933839" sldId="313"/>
            <ac:inkMk id="23" creationId="{F4AC556E-3F89-0F53-6878-0CB2CD05B913}"/>
          </ac:inkMkLst>
        </pc:inkChg>
        <pc:inkChg chg="add mod">
          <ac:chgData name="Yeo Xiong Wei, Jonathan" userId="ac2b658e-7ce1-44bb-9f9f-bf4198ceaa29" providerId="ADAL" clId="{4DCB8CB6-CB39-448D-9F2C-0EE9C440490E}" dt="2024-09-19T09:40:15.855" v="1265"/>
          <ac:inkMkLst>
            <pc:docMk/>
            <pc:sldMk cId="2087933839" sldId="313"/>
            <ac:inkMk id="24" creationId="{1487CB11-E759-4D14-5723-69526AE33CCC}"/>
          </ac:inkMkLst>
        </pc:inkChg>
        <pc:inkChg chg="add mod">
          <ac:chgData name="Yeo Xiong Wei, Jonathan" userId="ac2b658e-7ce1-44bb-9f9f-bf4198ceaa29" providerId="ADAL" clId="{4DCB8CB6-CB39-448D-9F2C-0EE9C440490E}" dt="2024-09-19T09:40:15.855" v="1265"/>
          <ac:inkMkLst>
            <pc:docMk/>
            <pc:sldMk cId="2087933839" sldId="313"/>
            <ac:inkMk id="25" creationId="{4AFFF918-2081-F680-2619-7A56F51E166D}"/>
          </ac:inkMkLst>
        </pc:inkChg>
        <pc:inkChg chg="add mod">
          <ac:chgData name="Yeo Xiong Wei, Jonathan" userId="ac2b658e-7ce1-44bb-9f9f-bf4198ceaa29" providerId="ADAL" clId="{4DCB8CB6-CB39-448D-9F2C-0EE9C440490E}" dt="2024-09-19T09:40:15.855" v="1265"/>
          <ac:inkMkLst>
            <pc:docMk/>
            <pc:sldMk cId="2087933839" sldId="313"/>
            <ac:inkMk id="26" creationId="{831FD610-B44A-90E3-3DDF-73D664E778FA}"/>
          </ac:inkMkLst>
        </pc:inkChg>
        <pc:inkChg chg="add mod">
          <ac:chgData name="Yeo Xiong Wei, Jonathan" userId="ac2b658e-7ce1-44bb-9f9f-bf4198ceaa29" providerId="ADAL" clId="{4DCB8CB6-CB39-448D-9F2C-0EE9C440490E}" dt="2024-09-19T09:40:15.855" v="1265"/>
          <ac:inkMkLst>
            <pc:docMk/>
            <pc:sldMk cId="2087933839" sldId="313"/>
            <ac:inkMk id="27" creationId="{B5B5543A-B962-E254-F0DA-29139ACD22CA}"/>
          </ac:inkMkLst>
        </pc:inkChg>
        <pc:inkChg chg="add mod">
          <ac:chgData name="Yeo Xiong Wei, Jonathan" userId="ac2b658e-7ce1-44bb-9f9f-bf4198ceaa29" providerId="ADAL" clId="{4DCB8CB6-CB39-448D-9F2C-0EE9C440490E}" dt="2024-09-19T09:40:15.855" v="1265"/>
          <ac:inkMkLst>
            <pc:docMk/>
            <pc:sldMk cId="2087933839" sldId="313"/>
            <ac:inkMk id="28" creationId="{058D1F0D-AAA3-6D7A-C31B-1347AFAEFDC6}"/>
          </ac:inkMkLst>
        </pc:inkChg>
        <pc:inkChg chg="add mod">
          <ac:chgData name="Yeo Xiong Wei, Jonathan" userId="ac2b658e-7ce1-44bb-9f9f-bf4198ceaa29" providerId="ADAL" clId="{4DCB8CB6-CB39-448D-9F2C-0EE9C440490E}" dt="2024-09-19T09:40:15.855" v="1265"/>
          <ac:inkMkLst>
            <pc:docMk/>
            <pc:sldMk cId="2087933839" sldId="313"/>
            <ac:inkMk id="29" creationId="{B086CA02-832A-43E4-4FB8-9454849FD98D}"/>
          </ac:inkMkLst>
        </pc:inkChg>
        <pc:inkChg chg="add mod">
          <ac:chgData name="Yeo Xiong Wei, Jonathan" userId="ac2b658e-7ce1-44bb-9f9f-bf4198ceaa29" providerId="ADAL" clId="{4DCB8CB6-CB39-448D-9F2C-0EE9C440490E}" dt="2024-09-19T09:40:15.855" v="1265"/>
          <ac:inkMkLst>
            <pc:docMk/>
            <pc:sldMk cId="2087933839" sldId="313"/>
            <ac:inkMk id="30" creationId="{C5D4B725-B524-3709-1623-A64D790C9636}"/>
          </ac:inkMkLst>
        </pc:inkChg>
        <pc:inkChg chg="add mod">
          <ac:chgData name="Yeo Xiong Wei, Jonathan" userId="ac2b658e-7ce1-44bb-9f9f-bf4198ceaa29" providerId="ADAL" clId="{4DCB8CB6-CB39-448D-9F2C-0EE9C440490E}" dt="2024-09-19T09:40:15.855" v="1265"/>
          <ac:inkMkLst>
            <pc:docMk/>
            <pc:sldMk cId="2087933839" sldId="313"/>
            <ac:inkMk id="31" creationId="{DC9F3F36-1C9D-813E-F72B-C81F25C4D86D}"/>
          </ac:inkMkLst>
        </pc:inkChg>
        <pc:inkChg chg="add mod">
          <ac:chgData name="Yeo Xiong Wei, Jonathan" userId="ac2b658e-7ce1-44bb-9f9f-bf4198ceaa29" providerId="ADAL" clId="{4DCB8CB6-CB39-448D-9F2C-0EE9C440490E}" dt="2024-09-19T09:40:15.855" v="1265"/>
          <ac:inkMkLst>
            <pc:docMk/>
            <pc:sldMk cId="2087933839" sldId="313"/>
            <ac:inkMk id="32" creationId="{2122A61B-E5BA-3BCE-0D84-6C755E0FADD5}"/>
          </ac:inkMkLst>
        </pc:inkChg>
        <pc:inkChg chg="add mod">
          <ac:chgData name="Yeo Xiong Wei, Jonathan" userId="ac2b658e-7ce1-44bb-9f9f-bf4198ceaa29" providerId="ADAL" clId="{4DCB8CB6-CB39-448D-9F2C-0EE9C440490E}" dt="2024-09-19T09:40:15.855" v="1265"/>
          <ac:inkMkLst>
            <pc:docMk/>
            <pc:sldMk cId="2087933839" sldId="313"/>
            <ac:inkMk id="33" creationId="{9BF269B9-9AAE-86B9-5B02-459CC34B67E4}"/>
          </ac:inkMkLst>
        </pc:inkChg>
        <pc:inkChg chg="add mod">
          <ac:chgData name="Yeo Xiong Wei, Jonathan" userId="ac2b658e-7ce1-44bb-9f9f-bf4198ceaa29" providerId="ADAL" clId="{4DCB8CB6-CB39-448D-9F2C-0EE9C440490E}" dt="2024-09-19T09:40:15.855" v="1265"/>
          <ac:inkMkLst>
            <pc:docMk/>
            <pc:sldMk cId="2087933839" sldId="313"/>
            <ac:inkMk id="34" creationId="{A2A4FE50-DE15-8B4A-FB14-FC9E3FFAA30E}"/>
          </ac:inkMkLst>
        </pc:inkChg>
        <pc:inkChg chg="add">
          <ac:chgData name="Yeo Xiong Wei, Jonathan" userId="ac2b658e-7ce1-44bb-9f9f-bf4198ceaa29" providerId="ADAL" clId="{4DCB8CB6-CB39-448D-9F2C-0EE9C440490E}" dt="2024-09-19T09:40:19.981" v="1266" actId="9405"/>
          <ac:inkMkLst>
            <pc:docMk/>
            <pc:sldMk cId="2087933839" sldId="313"/>
            <ac:inkMk id="38" creationId="{ACEF59A1-C1EF-C6D6-2BF6-E3CD587CC8C3}"/>
          </ac:inkMkLst>
        </pc:inkChg>
        <pc:inkChg chg="add mod">
          <ac:chgData name="Yeo Xiong Wei, Jonathan" userId="ac2b658e-7ce1-44bb-9f9f-bf4198ceaa29" providerId="ADAL" clId="{4DCB8CB6-CB39-448D-9F2C-0EE9C440490E}" dt="2024-09-19T09:40:45.903" v="1290"/>
          <ac:inkMkLst>
            <pc:docMk/>
            <pc:sldMk cId="2087933839" sldId="313"/>
            <ac:inkMk id="39" creationId="{D164E9B7-F826-D8A8-A1E4-27469645F1CE}"/>
          </ac:inkMkLst>
        </pc:inkChg>
        <pc:inkChg chg="add mod">
          <ac:chgData name="Yeo Xiong Wei, Jonathan" userId="ac2b658e-7ce1-44bb-9f9f-bf4198ceaa29" providerId="ADAL" clId="{4DCB8CB6-CB39-448D-9F2C-0EE9C440490E}" dt="2024-09-19T09:40:45.903" v="1290"/>
          <ac:inkMkLst>
            <pc:docMk/>
            <pc:sldMk cId="2087933839" sldId="313"/>
            <ac:inkMk id="40" creationId="{5653B266-05E2-A961-E693-AD8123D193F3}"/>
          </ac:inkMkLst>
        </pc:inkChg>
        <pc:inkChg chg="add mod">
          <ac:chgData name="Yeo Xiong Wei, Jonathan" userId="ac2b658e-7ce1-44bb-9f9f-bf4198ceaa29" providerId="ADAL" clId="{4DCB8CB6-CB39-448D-9F2C-0EE9C440490E}" dt="2024-09-19T09:40:45.903" v="1290"/>
          <ac:inkMkLst>
            <pc:docMk/>
            <pc:sldMk cId="2087933839" sldId="313"/>
            <ac:inkMk id="41" creationId="{D3880F0A-2205-D31F-19C0-DC54D976AD3D}"/>
          </ac:inkMkLst>
        </pc:inkChg>
        <pc:inkChg chg="add mod">
          <ac:chgData name="Yeo Xiong Wei, Jonathan" userId="ac2b658e-7ce1-44bb-9f9f-bf4198ceaa29" providerId="ADAL" clId="{4DCB8CB6-CB39-448D-9F2C-0EE9C440490E}" dt="2024-09-19T09:40:45.903" v="1290"/>
          <ac:inkMkLst>
            <pc:docMk/>
            <pc:sldMk cId="2087933839" sldId="313"/>
            <ac:inkMk id="42" creationId="{48031BE2-81F6-A646-E9D4-95E658F741F3}"/>
          </ac:inkMkLst>
        </pc:inkChg>
        <pc:inkChg chg="add mod">
          <ac:chgData name="Yeo Xiong Wei, Jonathan" userId="ac2b658e-7ce1-44bb-9f9f-bf4198ceaa29" providerId="ADAL" clId="{4DCB8CB6-CB39-448D-9F2C-0EE9C440490E}" dt="2024-09-19T09:40:45.903" v="1290"/>
          <ac:inkMkLst>
            <pc:docMk/>
            <pc:sldMk cId="2087933839" sldId="313"/>
            <ac:inkMk id="43" creationId="{BC0DF975-A82D-476F-470F-C336D7CE3043}"/>
          </ac:inkMkLst>
        </pc:inkChg>
        <pc:inkChg chg="add mod">
          <ac:chgData name="Yeo Xiong Wei, Jonathan" userId="ac2b658e-7ce1-44bb-9f9f-bf4198ceaa29" providerId="ADAL" clId="{4DCB8CB6-CB39-448D-9F2C-0EE9C440490E}" dt="2024-09-19T09:40:45.903" v="1290"/>
          <ac:inkMkLst>
            <pc:docMk/>
            <pc:sldMk cId="2087933839" sldId="313"/>
            <ac:inkMk id="45" creationId="{47172223-A044-C9C1-ED1B-5B46E0A746E0}"/>
          </ac:inkMkLst>
        </pc:inkChg>
        <pc:inkChg chg="add mod">
          <ac:chgData name="Yeo Xiong Wei, Jonathan" userId="ac2b658e-7ce1-44bb-9f9f-bf4198ceaa29" providerId="ADAL" clId="{4DCB8CB6-CB39-448D-9F2C-0EE9C440490E}" dt="2024-09-19T09:40:45.903" v="1290"/>
          <ac:inkMkLst>
            <pc:docMk/>
            <pc:sldMk cId="2087933839" sldId="313"/>
            <ac:inkMk id="46" creationId="{D13250D6-1BC8-E4B9-451F-FAD2C27909B6}"/>
          </ac:inkMkLst>
        </pc:inkChg>
        <pc:inkChg chg="add mod">
          <ac:chgData name="Yeo Xiong Wei, Jonathan" userId="ac2b658e-7ce1-44bb-9f9f-bf4198ceaa29" providerId="ADAL" clId="{4DCB8CB6-CB39-448D-9F2C-0EE9C440490E}" dt="2024-09-19T09:40:45.903" v="1290"/>
          <ac:inkMkLst>
            <pc:docMk/>
            <pc:sldMk cId="2087933839" sldId="313"/>
            <ac:inkMk id="47" creationId="{BE88CEC7-A91D-C7BC-BC27-7D6A5A526F04}"/>
          </ac:inkMkLst>
        </pc:inkChg>
        <pc:inkChg chg="add mod">
          <ac:chgData name="Yeo Xiong Wei, Jonathan" userId="ac2b658e-7ce1-44bb-9f9f-bf4198ceaa29" providerId="ADAL" clId="{4DCB8CB6-CB39-448D-9F2C-0EE9C440490E}" dt="2024-09-19T09:40:45.903" v="1290"/>
          <ac:inkMkLst>
            <pc:docMk/>
            <pc:sldMk cId="2087933839" sldId="313"/>
            <ac:inkMk id="48" creationId="{77DFF58A-5599-4618-7C14-3C7C5A8154F0}"/>
          </ac:inkMkLst>
        </pc:inkChg>
        <pc:inkChg chg="add mod">
          <ac:chgData name="Yeo Xiong Wei, Jonathan" userId="ac2b658e-7ce1-44bb-9f9f-bf4198ceaa29" providerId="ADAL" clId="{4DCB8CB6-CB39-448D-9F2C-0EE9C440490E}" dt="2024-09-19T09:40:45.903" v="1290"/>
          <ac:inkMkLst>
            <pc:docMk/>
            <pc:sldMk cId="2087933839" sldId="313"/>
            <ac:inkMk id="49" creationId="{E013FA00-05FF-3870-94CE-2B40A536617C}"/>
          </ac:inkMkLst>
        </pc:inkChg>
        <pc:inkChg chg="add mod">
          <ac:chgData name="Yeo Xiong Wei, Jonathan" userId="ac2b658e-7ce1-44bb-9f9f-bf4198ceaa29" providerId="ADAL" clId="{4DCB8CB6-CB39-448D-9F2C-0EE9C440490E}" dt="2024-09-19T09:40:45.903" v="1290"/>
          <ac:inkMkLst>
            <pc:docMk/>
            <pc:sldMk cId="2087933839" sldId="313"/>
            <ac:inkMk id="50" creationId="{7A79C432-D788-BBBB-941F-7F55C7130DA4}"/>
          </ac:inkMkLst>
        </pc:inkChg>
        <pc:inkChg chg="add mod">
          <ac:chgData name="Yeo Xiong Wei, Jonathan" userId="ac2b658e-7ce1-44bb-9f9f-bf4198ceaa29" providerId="ADAL" clId="{4DCB8CB6-CB39-448D-9F2C-0EE9C440490E}" dt="2024-09-19T09:40:45.903" v="1290"/>
          <ac:inkMkLst>
            <pc:docMk/>
            <pc:sldMk cId="2087933839" sldId="313"/>
            <ac:inkMk id="52" creationId="{E319403D-A4D5-6750-961B-534F5BD0A37B}"/>
          </ac:inkMkLst>
        </pc:inkChg>
        <pc:inkChg chg="add mod">
          <ac:chgData name="Yeo Xiong Wei, Jonathan" userId="ac2b658e-7ce1-44bb-9f9f-bf4198ceaa29" providerId="ADAL" clId="{4DCB8CB6-CB39-448D-9F2C-0EE9C440490E}" dt="2024-09-19T09:40:45.903" v="1290"/>
          <ac:inkMkLst>
            <pc:docMk/>
            <pc:sldMk cId="2087933839" sldId="313"/>
            <ac:inkMk id="53" creationId="{7C018E05-74EA-3E4F-01FF-B231F7A214E5}"/>
          </ac:inkMkLst>
        </pc:inkChg>
        <pc:inkChg chg="add mod">
          <ac:chgData name="Yeo Xiong Wei, Jonathan" userId="ac2b658e-7ce1-44bb-9f9f-bf4198ceaa29" providerId="ADAL" clId="{4DCB8CB6-CB39-448D-9F2C-0EE9C440490E}" dt="2024-09-19T09:40:45.903" v="1290"/>
          <ac:inkMkLst>
            <pc:docMk/>
            <pc:sldMk cId="2087933839" sldId="313"/>
            <ac:inkMk id="54" creationId="{52937845-A6E0-F5EC-4993-A252EAB6FEA4}"/>
          </ac:inkMkLst>
        </pc:inkChg>
        <pc:inkChg chg="add mod">
          <ac:chgData name="Yeo Xiong Wei, Jonathan" userId="ac2b658e-7ce1-44bb-9f9f-bf4198ceaa29" providerId="ADAL" clId="{4DCB8CB6-CB39-448D-9F2C-0EE9C440490E}" dt="2024-09-19T09:40:45.903" v="1290"/>
          <ac:inkMkLst>
            <pc:docMk/>
            <pc:sldMk cId="2087933839" sldId="313"/>
            <ac:inkMk id="55" creationId="{33734EB7-E898-0B3C-6BBF-C4730656C9D9}"/>
          </ac:inkMkLst>
        </pc:inkChg>
        <pc:inkChg chg="add mod">
          <ac:chgData name="Yeo Xiong Wei, Jonathan" userId="ac2b658e-7ce1-44bb-9f9f-bf4198ceaa29" providerId="ADAL" clId="{4DCB8CB6-CB39-448D-9F2C-0EE9C440490E}" dt="2024-09-19T09:40:45.903" v="1290"/>
          <ac:inkMkLst>
            <pc:docMk/>
            <pc:sldMk cId="2087933839" sldId="313"/>
            <ac:inkMk id="56" creationId="{0C3CBC06-0492-5FDD-CAFF-18BEE2053AEE}"/>
          </ac:inkMkLst>
        </pc:inkChg>
        <pc:inkChg chg="add mod">
          <ac:chgData name="Yeo Xiong Wei, Jonathan" userId="ac2b658e-7ce1-44bb-9f9f-bf4198ceaa29" providerId="ADAL" clId="{4DCB8CB6-CB39-448D-9F2C-0EE9C440490E}" dt="2024-09-19T09:40:45.903" v="1290"/>
          <ac:inkMkLst>
            <pc:docMk/>
            <pc:sldMk cId="2087933839" sldId="313"/>
            <ac:inkMk id="57" creationId="{5EAC7B63-CF38-9136-ED7C-45AB67D8ABAC}"/>
          </ac:inkMkLst>
        </pc:inkChg>
        <pc:inkChg chg="add mod">
          <ac:chgData name="Yeo Xiong Wei, Jonathan" userId="ac2b658e-7ce1-44bb-9f9f-bf4198ceaa29" providerId="ADAL" clId="{4DCB8CB6-CB39-448D-9F2C-0EE9C440490E}" dt="2024-09-19T09:40:45.903" v="1290"/>
          <ac:inkMkLst>
            <pc:docMk/>
            <pc:sldMk cId="2087933839" sldId="313"/>
            <ac:inkMk id="58" creationId="{B8A0A8C0-C742-66E7-724F-266ED01A622D}"/>
          </ac:inkMkLst>
        </pc:inkChg>
        <pc:inkChg chg="add mod">
          <ac:chgData name="Yeo Xiong Wei, Jonathan" userId="ac2b658e-7ce1-44bb-9f9f-bf4198ceaa29" providerId="ADAL" clId="{4DCB8CB6-CB39-448D-9F2C-0EE9C440490E}" dt="2024-09-19T09:40:45.903" v="1290"/>
          <ac:inkMkLst>
            <pc:docMk/>
            <pc:sldMk cId="2087933839" sldId="313"/>
            <ac:inkMk id="60" creationId="{4F9B2538-6A79-7D24-640D-A30487EEB214}"/>
          </ac:inkMkLst>
        </pc:inkChg>
        <pc:inkChg chg="add mod">
          <ac:chgData name="Yeo Xiong Wei, Jonathan" userId="ac2b658e-7ce1-44bb-9f9f-bf4198ceaa29" providerId="ADAL" clId="{4DCB8CB6-CB39-448D-9F2C-0EE9C440490E}" dt="2024-09-19T09:40:45.903" v="1290"/>
          <ac:inkMkLst>
            <pc:docMk/>
            <pc:sldMk cId="2087933839" sldId="313"/>
            <ac:inkMk id="61" creationId="{BC71CF2E-BA2D-050C-1961-91FBD4D7E597}"/>
          </ac:inkMkLst>
        </pc:inkChg>
      </pc:sldChg>
      <pc:sldChg chg="addSp">
        <pc:chgData name="Yeo Xiong Wei, Jonathan" userId="ac2b658e-7ce1-44bb-9f9f-bf4198ceaa29" providerId="ADAL" clId="{4DCB8CB6-CB39-448D-9F2C-0EE9C440490E}" dt="2024-09-19T09:30:04.418" v="1233"/>
        <pc:sldMkLst>
          <pc:docMk/>
          <pc:sldMk cId="180175659" sldId="324"/>
        </pc:sldMkLst>
        <pc:inkChg chg="add">
          <ac:chgData name="Yeo Xiong Wei, Jonathan" userId="ac2b658e-7ce1-44bb-9f9f-bf4198ceaa29" providerId="ADAL" clId="{4DCB8CB6-CB39-448D-9F2C-0EE9C440490E}" dt="2024-09-19T09:30:04.418" v="1233"/>
          <ac:inkMkLst>
            <pc:docMk/>
            <pc:sldMk cId="180175659" sldId="324"/>
            <ac:inkMk id="2" creationId="{3D7EFF91-7EAA-2C68-2BCD-8C3A0ADD8947}"/>
          </ac:inkMkLst>
        </pc:inkChg>
      </pc:sldChg>
      <pc:sldChg chg="modSp">
        <pc:chgData name="Yeo Xiong Wei, Jonathan" userId="ac2b658e-7ce1-44bb-9f9f-bf4198ceaa29" providerId="ADAL" clId="{4DCB8CB6-CB39-448D-9F2C-0EE9C440490E}" dt="2024-09-12T02:46:05.364" v="13" actId="207"/>
        <pc:sldMkLst>
          <pc:docMk/>
          <pc:sldMk cId="1851068879" sldId="397"/>
        </pc:sldMkLst>
        <pc:spChg chg="mod">
          <ac:chgData name="Yeo Xiong Wei, Jonathan" userId="ac2b658e-7ce1-44bb-9f9f-bf4198ceaa29" providerId="ADAL" clId="{4DCB8CB6-CB39-448D-9F2C-0EE9C440490E}" dt="2024-09-12T02:46:05.364" v="13" actId="207"/>
          <ac:spMkLst>
            <pc:docMk/>
            <pc:sldMk cId="1851068879" sldId="397"/>
            <ac:spMk id="25602" creationId="{00000000-0000-0000-0000-000000000000}"/>
          </ac:spMkLst>
        </pc:spChg>
      </pc:sldChg>
      <pc:sldChg chg="modSp mod modAnim">
        <pc:chgData name="Yeo Xiong Wei, Jonathan" userId="ac2b658e-7ce1-44bb-9f9f-bf4198ceaa29" providerId="ADAL" clId="{4DCB8CB6-CB39-448D-9F2C-0EE9C440490E}" dt="2024-09-12T04:01:16.275" v="188" actId="20577"/>
        <pc:sldMkLst>
          <pc:docMk/>
          <pc:sldMk cId="3060003268" sldId="400"/>
        </pc:sldMkLst>
        <pc:spChg chg="mod">
          <ac:chgData name="Yeo Xiong Wei, Jonathan" userId="ac2b658e-7ce1-44bb-9f9f-bf4198ceaa29" providerId="ADAL" clId="{4DCB8CB6-CB39-448D-9F2C-0EE9C440490E}" dt="2024-09-12T04:01:16.275" v="188" actId="20577"/>
          <ac:spMkLst>
            <pc:docMk/>
            <pc:sldMk cId="3060003268" sldId="400"/>
            <ac:spMk id="25602" creationId="{00000000-0000-0000-0000-000000000000}"/>
          </ac:spMkLst>
        </pc:spChg>
      </pc:sldChg>
      <pc:sldChg chg="modSp">
        <pc:chgData name="Yeo Xiong Wei, Jonathan" userId="ac2b658e-7ce1-44bb-9f9f-bf4198ceaa29" providerId="ADAL" clId="{4DCB8CB6-CB39-448D-9F2C-0EE9C440490E}" dt="2024-09-12T02:47:15.430" v="16" actId="403"/>
        <pc:sldMkLst>
          <pc:docMk/>
          <pc:sldMk cId="76355555" sldId="401"/>
        </pc:sldMkLst>
        <pc:spChg chg="mod">
          <ac:chgData name="Yeo Xiong Wei, Jonathan" userId="ac2b658e-7ce1-44bb-9f9f-bf4198ceaa29" providerId="ADAL" clId="{4DCB8CB6-CB39-448D-9F2C-0EE9C440490E}" dt="2024-09-12T02:47:15.430" v="16" actId="403"/>
          <ac:spMkLst>
            <pc:docMk/>
            <pc:sldMk cId="76355555" sldId="401"/>
            <ac:spMk id="25602" creationId="{00000000-0000-0000-0000-000000000000}"/>
          </ac:spMkLst>
        </pc:spChg>
      </pc:sldChg>
      <pc:sldChg chg="addSp modSp mod addAnim delAnim modAnim">
        <pc:chgData name="Yeo Xiong Wei, Jonathan" userId="ac2b658e-7ce1-44bb-9f9f-bf4198ceaa29" providerId="ADAL" clId="{4DCB8CB6-CB39-448D-9F2C-0EE9C440490E}" dt="2024-09-19T09:30:04.418" v="1233"/>
        <pc:sldMkLst>
          <pc:docMk/>
          <pc:sldMk cId="1413307756" sldId="995"/>
        </pc:sldMkLst>
        <pc:spChg chg="mod">
          <ac:chgData name="Yeo Xiong Wei, Jonathan" userId="ac2b658e-7ce1-44bb-9f9f-bf4198ceaa29" providerId="ADAL" clId="{4DCB8CB6-CB39-448D-9F2C-0EE9C440490E}" dt="2024-09-12T04:13:02.157" v="611" actId="20577"/>
          <ac:spMkLst>
            <pc:docMk/>
            <pc:sldMk cId="1413307756" sldId="995"/>
            <ac:spMk id="37890" creationId="{00000000-0000-0000-0000-000000000000}"/>
          </ac:spMkLst>
        </pc:spChg>
        <pc:inkChg chg="add">
          <ac:chgData name="Yeo Xiong Wei, Jonathan" userId="ac2b658e-7ce1-44bb-9f9f-bf4198ceaa29" providerId="ADAL" clId="{4DCB8CB6-CB39-448D-9F2C-0EE9C440490E}" dt="2024-09-19T09:30:04.418" v="1233"/>
          <ac:inkMkLst>
            <pc:docMk/>
            <pc:sldMk cId="1413307756" sldId="995"/>
            <ac:inkMk id="4" creationId="{A5E3A9A5-56DA-8BD0-F31F-952730D4985C}"/>
          </ac:inkMkLst>
        </pc:inkChg>
      </pc:sldChg>
      <pc:sldChg chg="addSp">
        <pc:chgData name="Yeo Xiong Wei, Jonathan" userId="ac2b658e-7ce1-44bb-9f9f-bf4198ceaa29" providerId="ADAL" clId="{4DCB8CB6-CB39-448D-9F2C-0EE9C440490E}" dt="2024-09-19T09:30:04.418" v="1233"/>
        <pc:sldMkLst>
          <pc:docMk/>
          <pc:sldMk cId="1314374014" sldId="997"/>
        </pc:sldMkLst>
        <pc:inkChg chg="add">
          <ac:chgData name="Yeo Xiong Wei, Jonathan" userId="ac2b658e-7ce1-44bb-9f9f-bf4198ceaa29" providerId="ADAL" clId="{4DCB8CB6-CB39-448D-9F2C-0EE9C440490E}" dt="2024-09-19T09:30:04.418" v="1233"/>
          <ac:inkMkLst>
            <pc:docMk/>
            <pc:sldMk cId="1314374014" sldId="997"/>
            <ac:inkMk id="4" creationId="{CDF99C87-524E-C585-D446-C9D5F97F7924}"/>
          </ac:inkMkLst>
        </pc:inkChg>
      </pc:sldChg>
      <pc:sldChg chg="addSp">
        <pc:chgData name="Yeo Xiong Wei, Jonathan" userId="ac2b658e-7ce1-44bb-9f9f-bf4198ceaa29" providerId="ADAL" clId="{4DCB8CB6-CB39-448D-9F2C-0EE9C440490E}" dt="2024-09-19T09:30:04.418" v="1233"/>
        <pc:sldMkLst>
          <pc:docMk/>
          <pc:sldMk cId="608881800" sldId="998"/>
        </pc:sldMkLst>
        <pc:inkChg chg="add">
          <ac:chgData name="Yeo Xiong Wei, Jonathan" userId="ac2b658e-7ce1-44bb-9f9f-bf4198ceaa29" providerId="ADAL" clId="{4DCB8CB6-CB39-448D-9F2C-0EE9C440490E}" dt="2024-09-19T09:30:04.418" v="1233"/>
          <ac:inkMkLst>
            <pc:docMk/>
            <pc:sldMk cId="608881800" sldId="998"/>
            <ac:inkMk id="4" creationId="{7257251F-0DD2-F143-7217-746FA355120E}"/>
          </ac:inkMkLst>
        </pc:inkChg>
      </pc:sldChg>
      <pc:sldChg chg="addSp">
        <pc:chgData name="Yeo Xiong Wei, Jonathan" userId="ac2b658e-7ce1-44bb-9f9f-bf4198ceaa29" providerId="ADAL" clId="{4DCB8CB6-CB39-448D-9F2C-0EE9C440490E}" dt="2024-09-19T09:30:04.418" v="1233"/>
        <pc:sldMkLst>
          <pc:docMk/>
          <pc:sldMk cId="787323275" sldId="999"/>
        </pc:sldMkLst>
        <pc:inkChg chg="add">
          <ac:chgData name="Yeo Xiong Wei, Jonathan" userId="ac2b658e-7ce1-44bb-9f9f-bf4198ceaa29" providerId="ADAL" clId="{4DCB8CB6-CB39-448D-9F2C-0EE9C440490E}" dt="2024-09-19T09:30:04.418" v="1233"/>
          <ac:inkMkLst>
            <pc:docMk/>
            <pc:sldMk cId="787323275" sldId="999"/>
            <ac:inkMk id="2" creationId="{64B83F4D-D1A3-E945-8A85-5B2CE970A2A0}"/>
          </ac:inkMkLst>
        </pc:inkChg>
      </pc:sldChg>
      <pc:sldChg chg="addSp">
        <pc:chgData name="Yeo Xiong Wei, Jonathan" userId="ac2b658e-7ce1-44bb-9f9f-bf4198ceaa29" providerId="ADAL" clId="{4DCB8CB6-CB39-448D-9F2C-0EE9C440490E}" dt="2024-09-19T09:30:04.418" v="1233"/>
        <pc:sldMkLst>
          <pc:docMk/>
          <pc:sldMk cId="3915780247" sldId="1000"/>
        </pc:sldMkLst>
        <pc:inkChg chg="add">
          <ac:chgData name="Yeo Xiong Wei, Jonathan" userId="ac2b658e-7ce1-44bb-9f9f-bf4198ceaa29" providerId="ADAL" clId="{4DCB8CB6-CB39-448D-9F2C-0EE9C440490E}" dt="2024-09-19T09:30:04.418" v="1233"/>
          <ac:inkMkLst>
            <pc:docMk/>
            <pc:sldMk cId="3915780247" sldId="1000"/>
            <ac:inkMk id="2" creationId="{7C29634B-4815-8684-9107-B4E6A5C8F1B1}"/>
          </ac:inkMkLst>
        </pc:inkChg>
      </pc:sldChg>
      <pc:sldChg chg="addSp modSp modAnim">
        <pc:chgData name="Yeo Xiong Wei, Jonathan" userId="ac2b658e-7ce1-44bb-9f9f-bf4198ceaa29" providerId="ADAL" clId="{4DCB8CB6-CB39-448D-9F2C-0EE9C440490E}" dt="2024-09-19T09:30:04.418" v="1233"/>
        <pc:sldMkLst>
          <pc:docMk/>
          <pc:sldMk cId="889467151" sldId="1003"/>
        </pc:sldMkLst>
        <pc:spChg chg="mod">
          <ac:chgData name="Yeo Xiong Wei, Jonathan" userId="ac2b658e-7ce1-44bb-9f9f-bf4198ceaa29" providerId="ADAL" clId="{4DCB8CB6-CB39-448D-9F2C-0EE9C440490E}" dt="2024-09-12T04:16:24.047" v="630" actId="20577"/>
          <ac:spMkLst>
            <pc:docMk/>
            <pc:sldMk cId="889467151" sldId="1003"/>
            <ac:spMk id="52226" creationId="{00000000-0000-0000-0000-000000000000}"/>
          </ac:spMkLst>
        </pc:spChg>
        <pc:inkChg chg="add">
          <ac:chgData name="Yeo Xiong Wei, Jonathan" userId="ac2b658e-7ce1-44bb-9f9f-bf4198ceaa29" providerId="ADAL" clId="{4DCB8CB6-CB39-448D-9F2C-0EE9C440490E}" dt="2024-09-19T09:30:04.418" v="1233"/>
          <ac:inkMkLst>
            <pc:docMk/>
            <pc:sldMk cId="889467151" sldId="1003"/>
            <ac:inkMk id="4" creationId="{C6B0D567-6403-511C-9549-D58A862F4245}"/>
          </ac:inkMkLst>
        </pc:inkChg>
      </pc:sldChg>
      <pc:sldChg chg="addSp">
        <pc:chgData name="Yeo Xiong Wei, Jonathan" userId="ac2b658e-7ce1-44bb-9f9f-bf4198ceaa29" providerId="ADAL" clId="{4DCB8CB6-CB39-448D-9F2C-0EE9C440490E}" dt="2024-09-19T09:30:04.418" v="1233"/>
        <pc:sldMkLst>
          <pc:docMk/>
          <pc:sldMk cId="2319082909" sldId="1004"/>
        </pc:sldMkLst>
        <pc:inkChg chg="add">
          <ac:chgData name="Yeo Xiong Wei, Jonathan" userId="ac2b658e-7ce1-44bb-9f9f-bf4198ceaa29" providerId="ADAL" clId="{4DCB8CB6-CB39-448D-9F2C-0EE9C440490E}" dt="2024-09-19T09:30:04.418" v="1233"/>
          <ac:inkMkLst>
            <pc:docMk/>
            <pc:sldMk cId="2319082909" sldId="1004"/>
            <ac:inkMk id="2" creationId="{082F5AEC-3AB0-C329-E605-6FE8311CEBD5}"/>
          </ac:inkMkLst>
        </pc:inkChg>
      </pc:sldChg>
      <pc:sldChg chg="addSp modSp">
        <pc:chgData name="Yeo Xiong Wei, Jonathan" userId="ac2b658e-7ce1-44bb-9f9f-bf4198ceaa29" providerId="ADAL" clId="{4DCB8CB6-CB39-448D-9F2C-0EE9C440490E}" dt="2024-09-19T09:30:04.418" v="1233"/>
        <pc:sldMkLst>
          <pc:docMk/>
          <pc:sldMk cId="365071390" sldId="1005"/>
        </pc:sldMkLst>
        <pc:spChg chg="mod">
          <ac:chgData name="Yeo Xiong Wei, Jonathan" userId="ac2b658e-7ce1-44bb-9f9f-bf4198ceaa29" providerId="ADAL" clId="{4DCB8CB6-CB39-448D-9F2C-0EE9C440490E}" dt="2024-09-12T04:10:36.845" v="541" actId="114"/>
          <ac:spMkLst>
            <pc:docMk/>
            <pc:sldMk cId="365071390" sldId="1005"/>
            <ac:spMk id="35842" creationId="{00000000-0000-0000-0000-000000000000}"/>
          </ac:spMkLst>
        </pc:spChg>
        <pc:inkChg chg="add">
          <ac:chgData name="Yeo Xiong Wei, Jonathan" userId="ac2b658e-7ce1-44bb-9f9f-bf4198ceaa29" providerId="ADAL" clId="{4DCB8CB6-CB39-448D-9F2C-0EE9C440490E}" dt="2024-09-19T09:30:04.418" v="1233"/>
          <ac:inkMkLst>
            <pc:docMk/>
            <pc:sldMk cId="365071390" sldId="1005"/>
            <ac:inkMk id="2" creationId="{7853A890-1350-1BB5-242C-02BD84DEB007}"/>
          </ac:inkMkLst>
        </pc:inkChg>
      </pc:sldChg>
      <pc:sldChg chg="addSp modSp mod">
        <pc:chgData name="Yeo Xiong Wei, Jonathan" userId="ac2b658e-7ce1-44bb-9f9f-bf4198ceaa29" providerId="ADAL" clId="{4DCB8CB6-CB39-448D-9F2C-0EE9C440490E}" dt="2024-09-19T09:30:04.418" v="1233"/>
        <pc:sldMkLst>
          <pc:docMk/>
          <pc:sldMk cId="1165093964" sldId="1006"/>
        </pc:sldMkLst>
        <pc:spChg chg="mod">
          <ac:chgData name="Yeo Xiong Wei, Jonathan" userId="ac2b658e-7ce1-44bb-9f9f-bf4198ceaa29" providerId="ADAL" clId="{4DCB8CB6-CB39-448D-9F2C-0EE9C440490E}" dt="2024-09-19T04:10:31.100" v="1232" actId="20577"/>
          <ac:spMkLst>
            <pc:docMk/>
            <pc:sldMk cId="1165093964" sldId="1006"/>
            <ac:spMk id="28674" creationId="{00000000-0000-0000-0000-000000000000}"/>
          </ac:spMkLst>
        </pc:spChg>
        <pc:inkChg chg="add">
          <ac:chgData name="Yeo Xiong Wei, Jonathan" userId="ac2b658e-7ce1-44bb-9f9f-bf4198ceaa29" providerId="ADAL" clId="{4DCB8CB6-CB39-448D-9F2C-0EE9C440490E}" dt="2024-09-19T09:30:04.418" v="1233"/>
          <ac:inkMkLst>
            <pc:docMk/>
            <pc:sldMk cId="1165093964" sldId="1006"/>
            <ac:inkMk id="2" creationId="{FB27FB8A-9708-7939-887D-0373CB823814}"/>
          </ac:inkMkLst>
        </pc:inkChg>
      </pc:sldChg>
      <pc:sldChg chg="addSp modSp mod">
        <pc:chgData name="Yeo Xiong Wei, Jonathan" userId="ac2b658e-7ce1-44bb-9f9f-bf4198ceaa29" providerId="ADAL" clId="{4DCB8CB6-CB39-448D-9F2C-0EE9C440490E}" dt="2024-09-19T09:30:04.418" v="1233"/>
        <pc:sldMkLst>
          <pc:docMk/>
          <pc:sldMk cId="2706441205" sldId="1007"/>
        </pc:sldMkLst>
        <pc:spChg chg="mod">
          <ac:chgData name="Yeo Xiong Wei, Jonathan" userId="ac2b658e-7ce1-44bb-9f9f-bf4198ceaa29" providerId="ADAL" clId="{4DCB8CB6-CB39-448D-9F2C-0EE9C440490E}" dt="2024-09-12T04:09:34.339" v="481" actId="207"/>
          <ac:spMkLst>
            <pc:docMk/>
            <pc:sldMk cId="2706441205" sldId="1007"/>
            <ac:spMk id="39938" creationId="{00000000-0000-0000-0000-000000000000}"/>
          </ac:spMkLst>
        </pc:spChg>
        <pc:inkChg chg="add">
          <ac:chgData name="Yeo Xiong Wei, Jonathan" userId="ac2b658e-7ce1-44bb-9f9f-bf4198ceaa29" providerId="ADAL" clId="{4DCB8CB6-CB39-448D-9F2C-0EE9C440490E}" dt="2024-09-19T09:30:04.418" v="1233"/>
          <ac:inkMkLst>
            <pc:docMk/>
            <pc:sldMk cId="2706441205" sldId="1007"/>
            <ac:inkMk id="4" creationId="{B3686462-A982-11D7-97F6-A84E04F10928}"/>
          </ac:inkMkLst>
        </pc:inkChg>
      </pc:sldChg>
      <pc:sldChg chg="modSp mod">
        <pc:chgData name="Yeo Xiong Wei, Jonathan" userId="ac2b658e-7ce1-44bb-9f9f-bf4198ceaa29" providerId="ADAL" clId="{4DCB8CB6-CB39-448D-9F2C-0EE9C440490E}" dt="2024-09-12T04:20:32.714" v="1178" actId="404"/>
        <pc:sldMkLst>
          <pc:docMk/>
          <pc:sldMk cId="3149683769" sldId="1008"/>
        </pc:sldMkLst>
        <pc:spChg chg="mod">
          <ac:chgData name="Yeo Xiong Wei, Jonathan" userId="ac2b658e-7ce1-44bb-9f9f-bf4198ceaa29" providerId="ADAL" clId="{4DCB8CB6-CB39-448D-9F2C-0EE9C440490E}" dt="2024-09-12T04:16:33.900" v="655" actId="20577"/>
          <ac:spMkLst>
            <pc:docMk/>
            <pc:sldMk cId="3149683769" sldId="1008"/>
            <ac:spMk id="52225" creationId="{00000000-0000-0000-0000-000000000000}"/>
          </ac:spMkLst>
        </pc:spChg>
        <pc:spChg chg="mod">
          <ac:chgData name="Yeo Xiong Wei, Jonathan" userId="ac2b658e-7ce1-44bb-9f9f-bf4198ceaa29" providerId="ADAL" clId="{4DCB8CB6-CB39-448D-9F2C-0EE9C440490E}" dt="2024-09-12T04:20:32.714" v="1178" actId="404"/>
          <ac:spMkLst>
            <pc:docMk/>
            <pc:sldMk cId="3149683769" sldId="1008"/>
            <ac:spMk id="52226" creationId="{00000000-0000-0000-0000-000000000000}"/>
          </ac:spMkLst>
        </pc:spChg>
      </pc:sldChg>
      <pc:sldChg chg="modSp mod">
        <pc:chgData name="Yeo Xiong Wei, Jonathan" userId="ac2b658e-7ce1-44bb-9f9f-bf4198ceaa29" providerId="ADAL" clId="{4DCB8CB6-CB39-448D-9F2C-0EE9C440490E}" dt="2024-09-12T02:37:52.712" v="11" actId="6549"/>
        <pc:sldMkLst>
          <pc:docMk/>
          <pc:sldMk cId="1878877627" sldId="1010"/>
        </pc:sldMkLst>
        <pc:spChg chg="mod">
          <ac:chgData name="Yeo Xiong Wei, Jonathan" userId="ac2b658e-7ce1-44bb-9f9f-bf4198ceaa29" providerId="ADAL" clId="{4DCB8CB6-CB39-448D-9F2C-0EE9C440490E}" dt="2024-09-12T02:37:52.712" v="11" actId="6549"/>
          <ac:spMkLst>
            <pc:docMk/>
            <pc:sldMk cId="1878877627" sldId="1010"/>
            <ac:spMk id="25602" creationId="{00000000-0000-0000-0000-000000000000}"/>
          </ac:spMkLst>
        </pc:spChg>
      </pc:sldChg>
      <pc:sldChg chg="addSp">
        <pc:chgData name="Yeo Xiong Wei, Jonathan" userId="ac2b658e-7ce1-44bb-9f9f-bf4198ceaa29" providerId="ADAL" clId="{4DCB8CB6-CB39-448D-9F2C-0EE9C440490E}" dt="2024-09-19T09:30:04.418" v="1233"/>
        <pc:sldMkLst>
          <pc:docMk/>
          <pc:sldMk cId="3831470527" sldId="1012"/>
        </pc:sldMkLst>
        <pc:inkChg chg="add">
          <ac:chgData name="Yeo Xiong Wei, Jonathan" userId="ac2b658e-7ce1-44bb-9f9f-bf4198ceaa29" providerId="ADAL" clId="{4DCB8CB6-CB39-448D-9F2C-0EE9C440490E}" dt="2024-09-19T09:30:04.418" v="1233"/>
          <ac:inkMkLst>
            <pc:docMk/>
            <pc:sldMk cId="3831470527" sldId="1012"/>
            <ac:inkMk id="3" creationId="{FB3BCC61-F8EC-27F2-3CDC-160FA9FE9A38}"/>
          </ac:inkMkLst>
        </pc:inkChg>
      </pc:sldChg>
      <pc:sldChg chg="addSp modSp mod">
        <pc:chgData name="Yeo Xiong Wei, Jonathan" userId="ac2b658e-7ce1-44bb-9f9f-bf4198ceaa29" providerId="ADAL" clId="{4DCB8CB6-CB39-448D-9F2C-0EE9C440490E}" dt="2024-09-19T09:30:04.418" v="1233"/>
        <pc:sldMkLst>
          <pc:docMk/>
          <pc:sldMk cId="3000790214" sldId="1014"/>
        </pc:sldMkLst>
        <pc:spChg chg="mod">
          <ac:chgData name="Yeo Xiong Wei, Jonathan" userId="ac2b658e-7ce1-44bb-9f9f-bf4198ceaa29" providerId="ADAL" clId="{4DCB8CB6-CB39-448D-9F2C-0EE9C440490E}" dt="2024-09-19T04:10:05.049" v="1204" actId="20577"/>
          <ac:spMkLst>
            <pc:docMk/>
            <pc:sldMk cId="3000790214" sldId="1014"/>
            <ac:spMk id="28674" creationId="{00000000-0000-0000-0000-000000000000}"/>
          </ac:spMkLst>
        </pc:spChg>
        <pc:inkChg chg="add">
          <ac:chgData name="Yeo Xiong Wei, Jonathan" userId="ac2b658e-7ce1-44bb-9f9f-bf4198ceaa29" providerId="ADAL" clId="{4DCB8CB6-CB39-448D-9F2C-0EE9C440490E}" dt="2024-09-19T09:30:04.418" v="1233"/>
          <ac:inkMkLst>
            <pc:docMk/>
            <pc:sldMk cId="3000790214" sldId="1014"/>
            <ac:inkMk id="2" creationId="{EFC171F7-DCF4-09FB-5C47-64CC107A9C7D}"/>
          </ac:inkMkLst>
        </pc:inkChg>
      </pc:sldChg>
      <pc:sldChg chg="addSp">
        <pc:chgData name="Yeo Xiong Wei, Jonathan" userId="ac2b658e-7ce1-44bb-9f9f-bf4198ceaa29" providerId="ADAL" clId="{4DCB8CB6-CB39-448D-9F2C-0EE9C440490E}" dt="2024-09-19T09:30:04.418" v="1233"/>
        <pc:sldMkLst>
          <pc:docMk/>
          <pc:sldMk cId="109330092" sldId="1015"/>
        </pc:sldMkLst>
        <pc:inkChg chg="add">
          <ac:chgData name="Yeo Xiong Wei, Jonathan" userId="ac2b658e-7ce1-44bb-9f9f-bf4198ceaa29" providerId="ADAL" clId="{4DCB8CB6-CB39-448D-9F2C-0EE9C440490E}" dt="2024-09-19T09:30:04.418" v="1233"/>
          <ac:inkMkLst>
            <pc:docMk/>
            <pc:sldMk cId="109330092" sldId="1015"/>
            <ac:inkMk id="2" creationId="{EAEDBCD3-7863-9448-671D-2831F69B2E26}"/>
          </ac:inkMkLst>
        </pc:inkChg>
      </pc:sldChg>
      <pc:sldChg chg="addSp">
        <pc:chgData name="Yeo Xiong Wei, Jonathan" userId="ac2b658e-7ce1-44bb-9f9f-bf4198ceaa29" providerId="ADAL" clId="{4DCB8CB6-CB39-448D-9F2C-0EE9C440490E}" dt="2024-09-19T09:30:04.418" v="1233"/>
        <pc:sldMkLst>
          <pc:docMk/>
          <pc:sldMk cId="3746288624" sldId="1017"/>
        </pc:sldMkLst>
        <pc:inkChg chg="add">
          <ac:chgData name="Yeo Xiong Wei, Jonathan" userId="ac2b658e-7ce1-44bb-9f9f-bf4198ceaa29" providerId="ADAL" clId="{4DCB8CB6-CB39-448D-9F2C-0EE9C440490E}" dt="2024-09-19T09:30:04.418" v="1233"/>
          <ac:inkMkLst>
            <pc:docMk/>
            <pc:sldMk cId="3746288624" sldId="1017"/>
            <ac:inkMk id="2" creationId="{EB691773-E7A3-5704-A821-6B8713528795}"/>
          </ac:inkMkLst>
        </pc:inkChg>
      </pc:sldChg>
      <pc:sldChg chg="addSp">
        <pc:chgData name="Yeo Xiong Wei, Jonathan" userId="ac2b658e-7ce1-44bb-9f9f-bf4198ceaa29" providerId="ADAL" clId="{4DCB8CB6-CB39-448D-9F2C-0EE9C440490E}" dt="2024-09-19T09:30:04.418" v="1233"/>
        <pc:sldMkLst>
          <pc:docMk/>
          <pc:sldMk cId="203895082" sldId="1018"/>
        </pc:sldMkLst>
        <pc:inkChg chg="add">
          <ac:chgData name="Yeo Xiong Wei, Jonathan" userId="ac2b658e-7ce1-44bb-9f9f-bf4198ceaa29" providerId="ADAL" clId="{4DCB8CB6-CB39-448D-9F2C-0EE9C440490E}" dt="2024-09-19T09:30:04.418" v="1233"/>
          <ac:inkMkLst>
            <pc:docMk/>
            <pc:sldMk cId="203895082" sldId="1018"/>
            <ac:inkMk id="2" creationId="{29CDF2C1-0F6B-1249-4BF4-72C49ACF39D7}"/>
          </ac:inkMkLst>
        </pc:inkChg>
      </pc:sldChg>
      <pc:sldChg chg="addSp modSp">
        <pc:chgData name="Yeo Xiong Wei, Jonathan" userId="ac2b658e-7ce1-44bb-9f9f-bf4198ceaa29" providerId="ADAL" clId="{4DCB8CB6-CB39-448D-9F2C-0EE9C440490E}" dt="2024-09-19T09:30:04.418" v="1233"/>
        <pc:sldMkLst>
          <pc:docMk/>
          <pc:sldMk cId="1635627987" sldId="1019"/>
        </pc:sldMkLst>
        <pc:spChg chg="mod">
          <ac:chgData name="Yeo Xiong Wei, Jonathan" userId="ac2b658e-7ce1-44bb-9f9f-bf4198ceaa29" providerId="ADAL" clId="{4DCB8CB6-CB39-448D-9F2C-0EE9C440490E}" dt="2024-09-12T04:15:38.231" v="619" actId="404"/>
          <ac:spMkLst>
            <pc:docMk/>
            <pc:sldMk cId="1635627987" sldId="1019"/>
            <ac:spMk id="41986" creationId="{00000000-0000-0000-0000-000000000000}"/>
          </ac:spMkLst>
        </pc:spChg>
        <pc:inkChg chg="add">
          <ac:chgData name="Yeo Xiong Wei, Jonathan" userId="ac2b658e-7ce1-44bb-9f9f-bf4198ceaa29" providerId="ADAL" clId="{4DCB8CB6-CB39-448D-9F2C-0EE9C440490E}" dt="2024-09-19T09:30:04.418" v="1233"/>
          <ac:inkMkLst>
            <pc:docMk/>
            <pc:sldMk cId="1635627987" sldId="1019"/>
            <ac:inkMk id="3" creationId="{33077328-5AA0-6619-50C4-4FB887EE096A}"/>
          </ac:inkMkLst>
        </pc:inkChg>
      </pc:sldChg>
      <pc:sldChg chg="addSp modSp mod">
        <pc:chgData name="Yeo Xiong Wei, Jonathan" userId="ac2b658e-7ce1-44bb-9f9f-bf4198ceaa29" providerId="ADAL" clId="{4DCB8CB6-CB39-448D-9F2C-0EE9C440490E}" dt="2024-09-19T09:30:04.418" v="1233"/>
        <pc:sldMkLst>
          <pc:docMk/>
          <pc:sldMk cId="819820129" sldId="1020"/>
        </pc:sldMkLst>
        <pc:spChg chg="mod">
          <ac:chgData name="Yeo Xiong Wei, Jonathan" userId="ac2b658e-7ce1-44bb-9f9f-bf4198ceaa29" providerId="ADAL" clId="{4DCB8CB6-CB39-448D-9F2C-0EE9C440490E}" dt="2024-09-12T04:15:19.031" v="613" actId="113"/>
          <ac:spMkLst>
            <pc:docMk/>
            <pc:sldMk cId="819820129" sldId="1020"/>
            <ac:spMk id="41986" creationId="{00000000-0000-0000-0000-000000000000}"/>
          </ac:spMkLst>
        </pc:spChg>
        <pc:inkChg chg="add">
          <ac:chgData name="Yeo Xiong Wei, Jonathan" userId="ac2b658e-7ce1-44bb-9f9f-bf4198ceaa29" providerId="ADAL" clId="{4DCB8CB6-CB39-448D-9F2C-0EE9C440490E}" dt="2024-09-19T09:30:04.418" v="1233"/>
          <ac:inkMkLst>
            <pc:docMk/>
            <pc:sldMk cId="819820129" sldId="1020"/>
            <ac:inkMk id="2" creationId="{5A9FD9D6-340E-753E-5765-21ACCE8F075E}"/>
          </ac:inkMkLst>
        </pc:inkChg>
      </pc:sldChg>
      <pc:sldChg chg="addSp">
        <pc:chgData name="Yeo Xiong Wei, Jonathan" userId="ac2b658e-7ce1-44bb-9f9f-bf4198ceaa29" providerId="ADAL" clId="{4DCB8CB6-CB39-448D-9F2C-0EE9C440490E}" dt="2024-09-19T09:30:04.418" v="1233"/>
        <pc:sldMkLst>
          <pc:docMk/>
          <pc:sldMk cId="2566034624" sldId="1022"/>
        </pc:sldMkLst>
        <pc:inkChg chg="add">
          <ac:chgData name="Yeo Xiong Wei, Jonathan" userId="ac2b658e-7ce1-44bb-9f9f-bf4198ceaa29" providerId="ADAL" clId="{4DCB8CB6-CB39-448D-9F2C-0EE9C440490E}" dt="2024-09-19T09:30:04.418" v="1233"/>
          <ac:inkMkLst>
            <pc:docMk/>
            <pc:sldMk cId="2566034624" sldId="1022"/>
            <ac:inkMk id="3" creationId="{8CB2370D-CBE7-2E02-C0F2-D0569FBC5A28}"/>
          </ac:inkMkLst>
        </pc:inkChg>
      </pc:sldChg>
    </pc:docChg>
  </pc:docChgLst>
  <pc:docChgLst>
    <pc:chgData name="Yeo Xiong Wei, Jonathan" userId="ac2b658e-7ce1-44bb-9f9f-bf4198ceaa29" providerId="ADAL" clId="{057E1EFB-CB22-4DDD-9A2F-2A58B3C27E25}"/>
    <pc:docChg chg="custSel delSld modSld">
      <pc:chgData name="Yeo Xiong Wei, Jonathan" userId="ac2b658e-7ce1-44bb-9f9f-bf4198ceaa29" providerId="ADAL" clId="{057E1EFB-CB22-4DDD-9A2F-2A58B3C27E25}" dt="2023-09-17T03:02:19.550" v="1479" actId="6549"/>
      <pc:docMkLst>
        <pc:docMk/>
      </pc:docMkLst>
      <pc:sldChg chg="delSp modSp mod modNotesTx">
        <pc:chgData name="Yeo Xiong Wei, Jonathan" userId="ac2b658e-7ce1-44bb-9f9f-bf4198ceaa29" providerId="ADAL" clId="{057E1EFB-CB22-4DDD-9A2F-2A58B3C27E25}" dt="2023-09-13T09:41:07.661" v="837" actId="20577"/>
        <pc:sldMkLst>
          <pc:docMk/>
          <pc:sldMk cId="2055298615" sldId="299"/>
        </pc:sldMkLst>
        <pc:spChg chg="del">
          <ac:chgData name="Yeo Xiong Wei, Jonathan" userId="ac2b658e-7ce1-44bb-9f9f-bf4198ceaa29" providerId="ADAL" clId="{057E1EFB-CB22-4DDD-9A2F-2A58B3C27E25}" dt="2023-09-13T09:20:32.049" v="462" actId="478"/>
          <ac:spMkLst>
            <pc:docMk/>
            <pc:sldMk cId="2055298615" sldId="299"/>
            <ac:spMk id="2" creationId="{00000000-0000-0000-0000-000000000000}"/>
          </ac:spMkLst>
        </pc:spChg>
        <pc:spChg chg="mod">
          <ac:chgData name="Yeo Xiong Wei, Jonathan" userId="ac2b658e-7ce1-44bb-9f9f-bf4198ceaa29" providerId="ADAL" clId="{057E1EFB-CB22-4DDD-9A2F-2A58B3C27E25}" dt="2023-09-13T09:40:49.065" v="737" actId="114"/>
          <ac:spMkLst>
            <pc:docMk/>
            <pc:sldMk cId="2055298615" sldId="299"/>
            <ac:spMk id="26626" creationId="{00000000-0000-0000-0000-000000000000}"/>
          </ac:spMkLst>
        </pc:spChg>
      </pc:sldChg>
      <pc:sldChg chg="modSp mod">
        <pc:chgData name="Yeo Xiong Wei, Jonathan" userId="ac2b658e-7ce1-44bb-9f9f-bf4198ceaa29" providerId="ADAL" clId="{057E1EFB-CB22-4DDD-9A2F-2A58B3C27E25}" dt="2023-09-13T09:21:25.587" v="468" actId="404"/>
        <pc:sldMkLst>
          <pc:docMk/>
          <pc:sldMk cId="194946728" sldId="300"/>
        </pc:sldMkLst>
        <pc:spChg chg="mod">
          <ac:chgData name="Yeo Xiong Wei, Jonathan" userId="ac2b658e-7ce1-44bb-9f9f-bf4198ceaa29" providerId="ADAL" clId="{057E1EFB-CB22-4DDD-9A2F-2A58B3C27E25}" dt="2023-09-13T09:21:25.587" v="468" actId="404"/>
          <ac:spMkLst>
            <pc:docMk/>
            <pc:sldMk cId="194946728" sldId="300"/>
            <ac:spMk id="27650" creationId="{00000000-0000-0000-0000-000000000000}"/>
          </ac:spMkLst>
        </pc:spChg>
      </pc:sldChg>
      <pc:sldChg chg="modSp mod">
        <pc:chgData name="Yeo Xiong Wei, Jonathan" userId="ac2b658e-7ce1-44bb-9f9f-bf4198ceaa29" providerId="ADAL" clId="{057E1EFB-CB22-4DDD-9A2F-2A58B3C27E25}" dt="2023-09-13T09:21:32.494" v="469" actId="404"/>
        <pc:sldMkLst>
          <pc:docMk/>
          <pc:sldMk cId="2559563713" sldId="301"/>
        </pc:sldMkLst>
        <pc:spChg chg="mod">
          <ac:chgData name="Yeo Xiong Wei, Jonathan" userId="ac2b658e-7ce1-44bb-9f9f-bf4198ceaa29" providerId="ADAL" clId="{057E1EFB-CB22-4DDD-9A2F-2A58B3C27E25}" dt="2023-09-13T09:21:32.494" v="469" actId="404"/>
          <ac:spMkLst>
            <pc:docMk/>
            <pc:sldMk cId="2559563713" sldId="301"/>
            <ac:spMk id="28674" creationId="{00000000-0000-0000-0000-000000000000}"/>
          </ac:spMkLst>
        </pc:spChg>
      </pc:sldChg>
      <pc:sldChg chg="modSp mod">
        <pc:chgData name="Yeo Xiong Wei, Jonathan" userId="ac2b658e-7ce1-44bb-9f9f-bf4198ceaa29" providerId="ADAL" clId="{057E1EFB-CB22-4DDD-9A2F-2A58B3C27E25}" dt="2023-09-13T09:21:21.232" v="467" actId="404"/>
        <pc:sldMkLst>
          <pc:docMk/>
          <pc:sldMk cId="2533036614" sldId="302"/>
        </pc:sldMkLst>
        <pc:spChg chg="mod">
          <ac:chgData name="Yeo Xiong Wei, Jonathan" userId="ac2b658e-7ce1-44bb-9f9f-bf4198ceaa29" providerId="ADAL" clId="{057E1EFB-CB22-4DDD-9A2F-2A58B3C27E25}" dt="2023-09-13T09:21:21.232" v="467" actId="404"/>
          <ac:spMkLst>
            <pc:docMk/>
            <pc:sldMk cId="2533036614" sldId="302"/>
            <ac:spMk id="29698" creationId="{00000000-0000-0000-0000-000000000000}"/>
          </ac:spMkLst>
        </pc:spChg>
      </pc:sldChg>
      <pc:sldChg chg="modSp">
        <pc:chgData name="Yeo Xiong Wei, Jonathan" userId="ac2b658e-7ce1-44bb-9f9f-bf4198ceaa29" providerId="ADAL" clId="{057E1EFB-CB22-4DDD-9A2F-2A58B3C27E25}" dt="2023-09-13T09:27:50.640" v="493" actId="20577"/>
        <pc:sldMkLst>
          <pc:docMk/>
          <pc:sldMk cId="921258357" sldId="304"/>
        </pc:sldMkLst>
        <pc:spChg chg="mod">
          <ac:chgData name="Yeo Xiong Wei, Jonathan" userId="ac2b658e-7ce1-44bb-9f9f-bf4198ceaa29" providerId="ADAL" clId="{057E1EFB-CB22-4DDD-9A2F-2A58B3C27E25}" dt="2023-09-13T09:27:50.640" v="493" actId="20577"/>
          <ac:spMkLst>
            <pc:docMk/>
            <pc:sldMk cId="921258357" sldId="304"/>
            <ac:spMk id="31746" creationId="{00000000-0000-0000-0000-000000000000}"/>
          </ac:spMkLst>
        </pc:spChg>
      </pc:sldChg>
      <pc:sldChg chg="modSp modAnim modNotesTx">
        <pc:chgData name="Yeo Xiong Wei, Jonathan" userId="ac2b658e-7ce1-44bb-9f9f-bf4198ceaa29" providerId="ADAL" clId="{057E1EFB-CB22-4DDD-9A2F-2A58B3C27E25}" dt="2023-09-17T02:54:16.108" v="1123" actId="20577"/>
        <pc:sldMkLst>
          <pc:docMk/>
          <pc:sldMk cId="2500070018" sldId="306"/>
        </pc:sldMkLst>
        <pc:spChg chg="mod">
          <ac:chgData name="Yeo Xiong Wei, Jonathan" userId="ac2b658e-7ce1-44bb-9f9f-bf4198ceaa29" providerId="ADAL" clId="{057E1EFB-CB22-4DDD-9A2F-2A58B3C27E25}" dt="2023-09-17T02:53:42.606" v="1020" actId="113"/>
          <ac:spMkLst>
            <pc:docMk/>
            <pc:sldMk cId="2500070018" sldId="306"/>
            <ac:spMk id="33794" creationId="{00000000-0000-0000-0000-000000000000}"/>
          </ac:spMkLst>
        </pc:spChg>
      </pc:sldChg>
      <pc:sldChg chg="modSp">
        <pc:chgData name="Yeo Xiong Wei, Jonathan" userId="ac2b658e-7ce1-44bb-9f9f-bf4198ceaa29" providerId="ADAL" clId="{057E1EFB-CB22-4DDD-9A2F-2A58B3C27E25}" dt="2023-09-17T02:54:37.941" v="1126" actId="20577"/>
        <pc:sldMkLst>
          <pc:docMk/>
          <pc:sldMk cId="1453085163" sldId="307"/>
        </pc:sldMkLst>
        <pc:spChg chg="mod">
          <ac:chgData name="Yeo Xiong Wei, Jonathan" userId="ac2b658e-7ce1-44bb-9f9f-bf4198ceaa29" providerId="ADAL" clId="{057E1EFB-CB22-4DDD-9A2F-2A58B3C27E25}" dt="2023-09-17T02:54:37.941" v="1126" actId="20577"/>
          <ac:spMkLst>
            <pc:docMk/>
            <pc:sldMk cId="1453085163" sldId="307"/>
            <ac:spMk id="34818" creationId="{00000000-0000-0000-0000-000000000000}"/>
          </ac:spMkLst>
        </pc:spChg>
      </pc:sldChg>
      <pc:sldChg chg="modSp">
        <pc:chgData name="Yeo Xiong Wei, Jonathan" userId="ac2b658e-7ce1-44bb-9f9f-bf4198ceaa29" providerId="ADAL" clId="{057E1EFB-CB22-4DDD-9A2F-2A58B3C27E25}" dt="2023-09-13T09:28:12.733" v="499" actId="404"/>
        <pc:sldMkLst>
          <pc:docMk/>
          <pc:sldMk cId="501130367" sldId="308"/>
        </pc:sldMkLst>
        <pc:spChg chg="mod">
          <ac:chgData name="Yeo Xiong Wei, Jonathan" userId="ac2b658e-7ce1-44bb-9f9f-bf4198ceaa29" providerId="ADAL" clId="{057E1EFB-CB22-4DDD-9A2F-2A58B3C27E25}" dt="2023-09-13T09:28:12.733" v="499" actId="404"/>
          <ac:spMkLst>
            <pc:docMk/>
            <pc:sldMk cId="501130367" sldId="308"/>
            <ac:spMk id="35842" creationId="{00000000-0000-0000-0000-000000000000}"/>
          </ac:spMkLst>
        </pc:spChg>
      </pc:sldChg>
      <pc:sldChg chg="modSp">
        <pc:chgData name="Yeo Xiong Wei, Jonathan" userId="ac2b658e-7ce1-44bb-9f9f-bf4198ceaa29" providerId="ADAL" clId="{057E1EFB-CB22-4DDD-9A2F-2A58B3C27E25}" dt="2023-09-17T02:55:10.110" v="1128" actId="114"/>
        <pc:sldMkLst>
          <pc:docMk/>
          <pc:sldMk cId="2974126842" sldId="310"/>
        </pc:sldMkLst>
        <pc:spChg chg="mod">
          <ac:chgData name="Yeo Xiong Wei, Jonathan" userId="ac2b658e-7ce1-44bb-9f9f-bf4198ceaa29" providerId="ADAL" clId="{057E1EFB-CB22-4DDD-9A2F-2A58B3C27E25}" dt="2023-09-17T02:55:10.110" v="1128" actId="114"/>
          <ac:spMkLst>
            <pc:docMk/>
            <pc:sldMk cId="2974126842" sldId="310"/>
            <ac:spMk id="37890" creationId="{00000000-0000-0000-0000-000000000000}"/>
          </ac:spMkLst>
        </pc:spChg>
      </pc:sldChg>
      <pc:sldChg chg="modSp">
        <pc:chgData name="Yeo Xiong Wei, Jonathan" userId="ac2b658e-7ce1-44bb-9f9f-bf4198ceaa29" providerId="ADAL" clId="{057E1EFB-CB22-4DDD-9A2F-2A58B3C27E25}" dt="2023-09-13T09:29:50.431" v="502" actId="404"/>
        <pc:sldMkLst>
          <pc:docMk/>
          <pc:sldMk cId="2458732272" sldId="312"/>
        </pc:sldMkLst>
        <pc:spChg chg="mod">
          <ac:chgData name="Yeo Xiong Wei, Jonathan" userId="ac2b658e-7ce1-44bb-9f9f-bf4198ceaa29" providerId="ADAL" clId="{057E1EFB-CB22-4DDD-9A2F-2A58B3C27E25}" dt="2023-09-13T09:29:50.431" v="502" actId="404"/>
          <ac:spMkLst>
            <pc:docMk/>
            <pc:sldMk cId="2458732272" sldId="312"/>
            <ac:spMk id="39938" creationId="{00000000-0000-0000-0000-000000000000}"/>
          </ac:spMkLst>
        </pc:spChg>
      </pc:sldChg>
      <pc:sldChg chg="modSp modAnim">
        <pc:chgData name="Yeo Xiong Wei, Jonathan" userId="ac2b658e-7ce1-44bb-9f9f-bf4198ceaa29" providerId="ADAL" clId="{057E1EFB-CB22-4DDD-9A2F-2A58B3C27E25}" dt="2023-09-17T02:57:56.498" v="1130" actId="114"/>
        <pc:sldMkLst>
          <pc:docMk/>
          <pc:sldMk cId="2087933839" sldId="313"/>
        </pc:sldMkLst>
        <pc:spChg chg="mod">
          <ac:chgData name="Yeo Xiong Wei, Jonathan" userId="ac2b658e-7ce1-44bb-9f9f-bf4198ceaa29" providerId="ADAL" clId="{057E1EFB-CB22-4DDD-9A2F-2A58B3C27E25}" dt="2023-09-17T02:57:56.498" v="1130" actId="114"/>
          <ac:spMkLst>
            <pc:docMk/>
            <pc:sldMk cId="2087933839" sldId="313"/>
            <ac:spMk id="40962" creationId="{00000000-0000-0000-0000-000000000000}"/>
          </ac:spMkLst>
        </pc:spChg>
      </pc:sldChg>
      <pc:sldChg chg="modSp mod modAnim">
        <pc:chgData name="Yeo Xiong Wei, Jonathan" userId="ac2b658e-7ce1-44bb-9f9f-bf4198ceaa29" providerId="ADAL" clId="{057E1EFB-CB22-4DDD-9A2F-2A58B3C27E25}" dt="2023-09-17T02:58:32.550" v="1131"/>
        <pc:sldMkLst>
          <pc:docMk/>
          <pc:sldMk cId="3501213718" sldId="314"/>
        </pc:sldMkLst>
        <pc:spChg chg="mod">
          <ac:chgData name="Yeo Xiong Wei, Jonathan" userId="ac2b658e-7ce1-44bb-9f9f-bf4198ceaa29" providerId="ADAL" clId="{057E1EFB-CB22-4DDD-9A2F-2A58B3C27E25}" dt="2023-09-13T09:45:11.630" v="944" actId="20577"/>
          <ac:spMkLst>
            <pc:docMk/>
            <pc:sldMk cId="3501213718" sldId="314"/>
            <ac:spMk id="41986" creationId="{00000000-0000-0000-0000-000000000000}"/>
          </ac:spMkLst>
        </pc:spChg>
      </pc:sldChg>
      <pc:sldChg chg="modSp mod">
        <pc:chgData name="Yeo Xiong Wei, Jonathan" userId="ac2b658e-7ce1-44bb-9f9f-bf4198ceaa29" providerId="ADAL" clId="{057E1EFB-CB22-4DDD-9A2F-2A58B3C27E25}" dt="2023-09-17T02:59:45.855" v="1137" actId="207"/>
        <pc:sldMkLst>
          <pc:docMk/>
          <pc:sldMk cId="180175659" sldId="324"/>
        </pc:sldMkLst>
        <pc:spChg chg="mod">
          <ac:chgData name="Yeo Xiong Wei, Jonathan" userId="ac2b658e-7ce1-44bb-9f9f-bf4198ceaa29" providerId="ADAL" clId="{057E1EFB-CB22-4DDD-9A2F-2A58B3C27E25}" dt="2023-09-17T02:59:45.855" v="1137" actId="207"/>
          <ac:spMkLst>
            <pc:docMk/>
            <pc:sldMk cId="180175659" sldId="324"/>
            <ac:spMk id="52226" creationId="{00000000-0000-0000-0000-000000000000}"/>
          </ac:spMkLst>
        </pc:spChg>
      </pc:sldChg>
      <pc:sldChg chg="delSp modSp mod modAnim modNotesTx">
        <pc:chgData name="Yeo Xiong Wei, Jonathan" userId="ac2b658e-7ce1-44bb-9f9f-bf4198ceaa29" providerId="ADAL" clId="{057E1EFB-CB22-4DDD-9A2F-2A58B3C27E25}" dt="2023-09-13T09:20:17.469" v="459" actId="478"/>
        <pc:sldMkLst>
          <pc:docMk/>
          <pc:sldMk cId="1851068879" sldId="397"/>
        </pc:sldMkLst>
        <pc:spChg chg="del">
          <ac:chgData name="Yeo Xiong Wei, Jonathan" userId="ac2b658e-7ce1-44bb-9f9f-bf4198ceaa29" providerId="ADAL" clId="{057E1EFB-CB22-4DDD-9A2F-2A58B3C27E25}" dt="2023-09-13T09:20:17.469" v="459" actId="478"/>
          <ac:spMkLst>
            <pc:docMk/>
            <pc:sldMk cId="1851068879" sldId="397"/>
            <ac:spMk id="2" creationId="{00000000-0000-0000-0000-000000000000}"/>
          </ac:spMkLst>
        </pc:spChg>
        <pc:spChg chg="mod">
          <ac:chgData name="Yeo Xiong Wei, Jonathan" userId="ac2b658e-7ce1-44bb-9f9f-bf4198ceaa29" providerId="ADAL" clId="{057E1EFB-CB22-4DDD-9A2F-2A58B3C27E25}" dt="2023-09-13T09:18:31.980" v="440" actId="207"/>
          <ac:spMkLst>
            <pc:docMk/>
            <pc:sldMk cId="1851068879" sldId="397"/>
            <ac:spMk id="25602" creationId="{00000000-0000-0000-0000-000000000000}"/>
          </ac:spMkLst>
        </pc:spChg>
      </pc:sldChg>
      <pc:sldChg chg="delSp modSp mod">
        <pc:chgData name="Yeo Xiong Wei, Jonathan" userId="ac2b658e-7ce1-44bb-9f9f-bf4198ceaa29" providerId="ADAL" clId="{057E1EFB-CB22-4DDD-9A2F-2A58B3C27E25}" dt="2023-09-13T09:20:05.308" v="457" actId="478"/>
        <pc:sldMkLst>
          <pc:docMk/>
          <pc:sldMk cId="279134021" sldId="399"/>
        </pc:sldMkLst>
        <pc:spChg chg="del">
          <ac:chgData name="Yeo Xiong Wei, Jonathan" userId="ac2b658e-7ce1-44bb-9f9f-bf4198ceaa29" providerId="ADAL" clId="{057E1EFB-CB22-4DDD-9A2F-2A58B3C27E25}" dt="2023-09-13T09:20:05.308" v="457" actId="478"/>
          <ac:spMkLst>
            <pc:docMk/>
            <pc:sldMk cId="279134021" sldId="399"/>
            <ac:spMk id="2" creationId="{00000000-0000-0000-0000-000000000000}"/>
          </ac:spMkLst>
        </pc:spChg>
        <pc:spChg chg="mod">
          <ac:chgData name="Yeo Xiong Wei, Jonathan" userId="ac2b658e-7ce1-44bb-9f9f-bf4198ceaa29" providerId="ADAL" clId="{057E1EFB-CB22-4DDD-9A2F-2A58B3C27E25}" dt="2023-09-13T09:19:19.917" v="443" actId="207"/>
          <ac:spMkLst>
            <pc:docMk/>
            <pc:sldMk cId="279134021" sldId="399"/>
            <ac:spMk id="25602" creationId="{00000000-0000-0000-0000-000000000000}"/>
          </ac:spMkLst>
        </pc:spChg>
      </pc:sldChg>
      <pc:sldChg chg="delSp modSp mod">
        <pc:chgData name="Yeo Xiong Wei, Jonathan" userId="ac2b658e-7ce1-44bb-9f9f-bf4198ceaa29" providerId="ADAL" clId="{057E1EFB-CB22-4DDD-9A2F-2A58B3C27E25}" dt="2023-09-13T09:20:57.628" v="463" actId="114"/>
        <pc:sldMkLst>
          <pc:docMk/>
          <pc:sldMk cId="3060003268" sldId="400"/>
        </pc:sldMkLst>
        <pc:spChg chg="del">
          <ac:chgData name="Yeo Xiong Wei, Jonathan" userId="ac2b658e-7ce1-44bb-9f9f-bf4198ceaa29" providerId="ADAL" clId="{057E1EFB-CB22-4DDD-9A2F-2A58B3C27E25}" dt="2023-09-13T09:20:01.937" v="456" actId="478"/>
          <ac:spMkLst>
            <pc:docMk/>
            <pc:sldMk cId="3060003268" sldId="400"/>
            <ac:spMk id="2" creationId="{00000000-0000-0000-0000-000000000000}"/>
          </ac:spMkLst>
        </pc:spChg>
        <pc:spChg chg="mod">
          <ac:chgData name="Yeo Xiong Wei, Jonathan" userId="ac2b658e-7ce1-44bb-9f9f-bf4198ceaa29" providerId="ADAL" clId="{057E1EFB-CB22-4DDD-9A2F-2A58B3C27E25}" dt="2023-09-13T09:20:57.628" v="463" actId="114"/>
          <ac:spMkLst>
            <pc:docMk/>
            <pc:sldMk cId="3060003268" sldId="400"/>
            <ac:spMk id="25602" creationId="{00000000-0000-0000-0000-000000000000}"/>
          </ac:spMkLst>
        </pc:spChg>
      </pc:sldChg>
      <pc:sldChg chg="delSp modSp mod">
        <pc:chgData name="Yeo Xiong Wei, Jonathan" userId="ac2b658e-7ce1-44bb-9f9f-bf4198ceaa29" providerId="ADAL" clId="{057E1EFB-CB22-4DDD-9A2F-2A58B3C27E25}" dt="2023-09-13T09:20:25.543" v="461" actId="478"/>
        <pc:sldMkLst>
          <pc:docMk/>
          <pc:sldMk cId="76355555" sldId="401"/>
        </pc:sldMkLst>
        <pc:spChg chg="del">
          <ac:chgData name="Yeo Xiong Wei, Jonathan" userId="ac2b658e-7ce1-44bb-9f9f-bf4198ceaa29" providerId="ADAL" clId="{057E1EFB-CB22-4DDD-9A2F-2A58B3C27E25}" dt="2023-09-13T09:20:25.543" v="461" actId="478"/>
          <ac:spMkLst>
            <pc:docMk/>
            <pc:sldMk cId="76355555" sldId="401"/>
            <ac:spMk id="2" creationId="{00000000-0000-0000-0000-000000000000}"/>
          </ac:spMkLst>
        </pc:spChg>
        <pc:spChg chg="mod">
          <ac:chgData name="Yeo Xiong Wei, Jonathan" userId="ac2b658e-7ce1-44bb-9f9f-bf4198ceaa29" providerId="ADAL" clId="{057E1EFB-CB22-4DDD-9A2F-2A58B3C27E25}" dt="2023-09-13T09:19:49.343" v="448" actId="20577"/>
          <ac:spMkLst>
            <pc:docMk/>
            <pc:sldMk cId="76355555" sldId="401"/>
            <ac:spMk id="25602" creationId="{00000000-0000-0000-0000-000000000000}"/>
          </ac:spMkLst>
        </pc:spChg>
      </pc:sldChg>
      <pc:sldChg chg="modAnim">
        <pc:chgData name="Yeo Xiong Wei, Jonathan" userId="ac2b658e-7ce1-44bb-9f9f-bf4198ceaa29" providerId="ADAL" clId="{057E1EFB-CB22-4DDD-9A2F-2A58B3C27E25}" dt="2023-09-13T09:33:55.864" v="524"/>
        <pc:sldMkLst>
          <pc:docMk/>
          <pc:sldMk cId="1413307756" sldId="995"/>
        </pc:sldMkLst>
      </pc:sldChg>
      <pc:sldChg chg="modSp mod modAnim modNotesTx">
        <pc:chgData name="Yeo Xiong Wei, Jonathan" userId="ac2b658e-7ce1-44bb-9f9f-bf4198ceaa29" providerId="ADAL" clId="{057E1EFB-CB22-4DDD-9A2F-2A58B3C27E25}" dt="2023-09-17T03:02:19.550" v="1479" actId="6549"/>
        <pc:sldMkLst>
          <pc:docMk/>
          <pc:sldMk cId="608881800" sldId="998"/>
        </pc:sldMkLst>
        <pc:spChg chg="mod">
          <ac:chgData name="Yeo Xiong Wei, Jonathan" userId="ac2b658e-7ce1-44bb-9f9f-bf4198ceaa29" providerId="ADAL" clId="{057E1EFB-CB22-4DDD-9A2F-2A58B3C27E25}" dt="2023-09-17T03:02:19.550" v="1479" actId="6549"/>
          <ac:spMkLst>
            <pc:docMk/>
            <pc:sldMk cId="608881800" sldId="998"/>
            <ac:spMk id="37890" creationId="{00000000-0000-0000-0000-000000000000}"/>
          </ac:spMkLst>
        </pc:spChg>
      </pc:sldChg>
      <pc:sldChg chg="modSp mod modAnim">
        <pc:chgData name="Yeo Xiong Wei, Jonathan" userId="ac2b658e-7ce1-44bb-9f9f-bf4198ceaa29" providerId="ADAL" clId="{057E1EFB-CB22-4DDD-9A2F-2A58B3C27E25}" dt="2023-09-17T02:58:47.387" v="1134"/>
        <pc:sldMkLst>
          <pc:docMk/>
          <pc:sldMk cId="2691748010" sldId="1001"/>
        </pc:sldMkLst>
        <pc:spChg chg="mod">
          <ac:chgData name="Yeo Xiong Wei, Jonathan" userId="ac2b658e-7ce1-44bb-9f9f-bf4198ceaa29" providerId="ADAL" clId="{057E1EFB-CB22-4DDD-9A2F-2A58B3C27E25}" dt="2023-09-13T09:45:53.917" v="994" actId="403"/>
          <ac:spMkLst>
            <pc:docMk/>
            <pc:sldMk cId="2691748010" sldId="1001"/>
            <ac:spMk id="41986" creationId="{00000000-0000-0000-0000-000000000000}"/>
          </ac:spMkLst>
        </pc:spChg>
      </pc:sldChg>
      <pc:sldChg chg="modSp">
        <pc:chgData name="Yeo Xiong Wei, Jonathan" userId="ac2b658e-7ce1-44bb-9f9f-bf4198ceaa29" providerId="ADAL" clId="{057E1EFB-CB22-4DDD-9A2F-2A58B3C27E25}" dt="2023-09-17T02:59:05.567" v="1135" actId="207"/>
        <pc:sldMkLst>
          <pc:docMk/>
          <pc:sldMk cId="889467151" sldId="1003"/>
        </pc:sldMkLst>
        <pc:spChg chg="mod">
          <ac:chgData name="Yeo Xiong Wei, Jonathan" userId="ac2b658e-7ce1-44bb-9f9f-bf4198ceaa29" providerId="ADAL" clId="{057E1EFB-CB22-4DDD-9A2F-2A58B3C27E25}" dt="2023-09-17T02:59:05.567" v="1135" actId="207"/>
          <ac:spMkLst>
            <pc:docMk/>
            <pc:sldMk cId="889467151" sldId="1003"/>
            <ac:spMk id="52226" creationId="{00000000-0000-0000-0000-000000000000}"/>
          </ac:spMkLst>
        </pc:spChg>
      </pc:sldChg>
      <pc:sldChg chg="modSp">
        <pc:chgData name="Yeo Xiong Wei, Jonathan" userId="ac2b658e-7ce1-44bb-9f9f-bf4198ceaa29" providerId="ADAL" clId="{057E1EFB-CB22-4DDD-9A2F-2A58B3C27E25}" dt="2023-09-13T09:32:02.787" v="509" actId="113"/>
        <pc:sldMkLst>
          <pc:docMk/>
          <pc:sldMk cId="2319082909" sldId="1004"/>
        </pc:sldMkLst>
        <pc:spChg chg="mod">
          <ac:chgData name="Yeo Xiong Wei, Jonathan" userId="ac2b658e-7ce1-44bb-9f9f-bf4198ceaa29" providerId="ADAL" clId="{057E1EFB-CB22-4DDD-9A2F-2A58B3C27E25}" dt="2023-09-13T09:32:02.787" v="509" actId="113"/>
          <ac:spMkLst>
            <pc:docMk/>
            <pc:sldMk cId="2319082909" sldId="1004"/>
            <ac:spMk id="39938" creationId="{00000000-0000-0000-0000-000000000000}"/>
          </ac:spMkLst>
        </pc:spChg>
      </pc:sldChg>
      <pc:sldChg chg="modSp mod modAnim">
        <pc:chgData name="Yeo Xiong Wei, Jonathan" userId="ac2b658e-7ce1-44bb-9f9f-bf4198ceaa29" providerId="ADAL" clId="{057E1EFB-CB22-4DDD-9A2F-2A58B3C27E25}" dt="2023-09-13T09:31:56.045" v="508"/>
        <pc:sldMkLst>
          <pc:docMk/>
          <pc:sldMk cId="365071390" sldId="1005"/>
        </pc:sldMkLst>
        <pc:spChg chg="mod">
          <ac:chgData name="Yeo Xiong Wei, Jonathan" userId="ac2b658e-7ce1-44bb-9f9f-bf4198ceaa29" providerId="ADAL" clId="{057E1EFB-CB22-4DDD-9A2F-2A58B3C27E25}" dt="2023-09-13T09:30:12.422" v="506" actId="20577"/>
          <ac:spMkLst>
            <pc:docMk/>
            <pc:sldMk cId="365071390" sldId="1005"/>
            <ac:spMk id="35842" creationId="{00000000-0000-0000-0000-000000000000}"/>
          </ac:spMkLst>
        </pc:spChg>
      </pc:sldChg>
      <pc:sldChg chg="modSp mod modNotesTx">
        <pc:chgData name="Yeo Xiong Wei, Jonathan" userId="ac2b658e-7ce1-44bb-9f9f-bf4198ceaa29" providerId="ADAL" clId="{057E1EFB-CB22-4DDD-9A2F-2A58B3C27E25}" dt="2023-09-17T02:52:39.622" v="1003" actId="20577"/>
        <pc:sldMkLst>
          <pc:docMk/>
          <pc:sldMk cId="1165093964" sldId="1006"/>
        </pc:sldMkLst>
        <pc:spChg chg="mod">
          <ac:chgData name="Yeo Xiong Wei, Jonathan" userId="ac2b658e-7ce1-44bb-9f9f-bf4198ceaa29" providerId="ADAL" clId="{057E1EFB-CB22-4DDD-9A2F-2A58B3C27E25}" dt="2023-09-17T02:52:22.246" v="1002" actId="113"/>
          <ac:spMkLst>
            <pc:docMk/>
            <pc:sldMk cId="1165093964" sldId="1006"/>
            <ac:spMk id="28674" creationId="{00000000-0000-0000-0000-000000000000}"/>
          </ac:spMkLst>
        </pc:spChg>
      </pc:sldChg>
      <pc:sldChg chg="modSp mod">
        <pc:chgData name="Yeo Xiong Wei, Jonathan" userId="ac2b658e-7ce1-44bb-9f9f-bf4198ceaa29" providerId="ADAL" clId="{057E1EFB-CB22-4DDD-9A2F-2A58B3C27E25}" dt="2023-09-13T09:32:16.822" v="510" actId="113"/>
        <pc:sldMkLst>
          <pc:docMk/>
          <pc:sldMk cId="2706441205" sldId="1007"/>
        </pc:sldMkLst>
        <pc:spChg chg="mod">
          <ac:chgData name="Yeo Xiong Wei, Jonathan" userId="ac2b658e-7ce1-44bb-9f9f-bf4198ceaa29" providerId="ADAL" clId="{057E1EFB-CB22-4DDD-9A2F-2A58B3C27E25}" dt="2023-09-13T09:32:16.822" v="510" actId="113"/>
          <ac:spMkLst>
            <pc:docMk/>
            <pc:sldMk cId="2706441205" sldId="1007"/>
            <ac:spMk id="39938" creationId="{00000000-0000-0000-0000-000000000000}"/>
          </ac:spMkLst>
        </pc:spChg>
      </pc:sldChg>
      <pc:sldChg chg="modSp mod">
        <pc:chgData name="Yeo Xiong Wei, Jonathan" userId="ac2b658e-7ce1-44bb-9f9f-bf4198ceaa29" providerId="ADAL" clId="{057E1EFB-CB22-4DDD-9A2F-2A58B3C27E25}" dt="2023-09-13T09:46:47.752" v="1000" actId="404"/>
        <pc:sldMkLst>
          <pc:docMk/>
          <pc:sldMk cId="3149683769" sldId="1008"/>
        </pc:sldMkLst>
        <pc:spChg chg="mod">
          <ac:chgData name="Yeo Xiong Wei, Jonathan" userId="ac2b658e-7ce1-44bb-9f9f-bf4198ceaa29" providerId="ADAL" clId="{057E1EFB-CB22-4DDD-9A2F-2A58B3C27E25}" dt="2023-09-13T09:46:47.752" v="1000" actId="404"/>
          <ac:spMkLst>
            <pc:docMk/>
            <pc:sldMk cId="3149683769" sldId="1008"/>
            <ac:spMk id="52226" creationId="{00000000-0000-0000-0000-000000000000}"/>
          </ac:spMkLst>
        </pc:spChg>
      </pc:sldChg>
      <pc:sldChg chg="modSp del mod">
        <pc:chgData name="Yeo Xiong Wei, Jonathan" userId="ac2b658e-7ce1-44bb-9f9f-bf4198ceaa29" providerId="ADAL" clId="{057E1EFB-CB22-4DDD-9A2F-2A58B3C27E25}" dt="2023-09-13T09:46:31.307" v="996" actId="47"/>
        <pc:sldMkLst>
          <pc:docMk/>
          <pc:sldMk cId="3281041436" sldId="1009"/>
        </pc:sldMkLst>
        <pc:spChg chg="mod">
          <ac:chgData name="Yeo Xiong Wei, Jonathan" userId="ac2b658e-7ce1-44bb-9f9f-bf4198ceaa29" providerId="ADAL" clId="{057E1EFB-CB22-4DDD-9A2F-2A58B3C27E25}" dt="2023-09-13T09:46:04.865" v="995" actId="6549"/>
          <ac:spMkLst>
            <pc:docMk/>
            <pc:sldMk cId="3281041436" sldId="1009"/>
            <ac:spMk id="28674" creationId="{00000000-0000-0000-0000-000000000000}"/>
          </ac:spMkLst>
        </pc:spChg>
      </pc:sldChg>
      <pc:sldChg chg="delSp modSp mod">
        <pc:chgData name="Yeo Xiong Wei, Jonathan" userId="ac2b658e-7ce1-44bb-9f9f-bf4198ceaa29" providerId="ADAL" clId="{057E1EFB-CB22-4DDD-9A2F-2A58B3C27E25}" dt="2023-09-13T09:20:13.454" v="458" actId="478"/>
        <pc:sldMkLst>
          <pc:docMk/>
          <pc:sldMk cId="1878877627" sldId="1010"/>
        </pc:sldMkLst>
        <pc:spChg chg="del">
          <ac:chgData name="Yeo Xiong Wei, Jonathan" userId="ac2b658e-7ce1-44bb-9f9f-bf4198ceaa29" providerId="ADAL" clId="{057E1EFB-CB22-4DDD-9A2F-2A58B3C27E25}" dt="2023-09-13T09:20:13.454" v="458" actId="478"/>
          <ac:spMkLst>
            <pc:docMk/>
            <pc:sldMk cId="1878877627" sldId="1010"/>
            <ac:spMk id="2" creationId="{00000000-0000-0000-0000-000000000000}"/>
          </ac:spMkLst>
        </pc:spChg>
        <pc:spChg chg="mod">
          <ac:chgData name="Yeo Xiong Wei, Jonathan" userId="ac2b658e-7ce1-44bb-9f9f-bf4198ceaa29" providerId="ADAL" clId="{057E1EFB-CB22-4DDD-9A2F-2A58B3C27E25}" dt="2023-09-13T09:13:51.096" v="86" actId="20577"/>
          <ac:spMkLst>
            <pc:docMk/>
            <pc:sldMk cId="1878877627" sldId="1010"/>
            <ac:spMk id="25602" creationId="{00000000-0000-0000-0000-000000000000}"/>
          </ac:spMkLst>
        </pc:spChg>
      </pc:sldChg>
      <pc:sldChg chg="delSp mod">
        <pc:chgData name="Yeo Xiong Wei, Jonathan" userId="ac2b658e-7ce1-44bb-9f9f-bf4198ceaa29" providerId="ADAL" clId="{057E1EFB-CB22-4DDD-9A2F-2A58B3C27E25}" dt="2023-09-13T09:20:21.183" v="460" actId="478"/>
        <pc:sldMkLst>
          <pc:docMk/>
          <pc:sldMk cId="3831470527" sldId="1012"/>
        </pc:sldMkLst>
        <pc:spChg chg="del">
          <ac:chgData name="Yeo Xiong Wei, Jonathan" userId="ac2b658e-7ce1-44bb-9f9f-bf4198ceaa29" providerId="ADAL" clId="{057E1EFB-CB22-4DDD-9A2F-2A58B3C27E25}" dt="2023-09-13T09:20:21.183" v="460" actId="478"/>
          <ac:spMkLst>
            <pc:docMk/>
            <pc:sldMk cId="3831470527" sldId="1012"/>
            <ac:spMk id="2" creationId="{00000000-0000-0000-0000-000000000000}"/>
          </ac:spMkLst>
        </pc:spChg>
      </pc:sldChg>
      <pc:sldChg chg="modSp mod">
        <pc:chgData name="Yeo Xiong Wei, Jonathan" userId="ac2b658e-7ce1-44bb-9f9f-bf4198ceaa29" providerId="ADAL" clId="{057E1EFB-CB22-4DDD-9A2F-2A58B3C27E25}" dt="2023-09-13T09:33:30.836" v="522" actId="115"/>
        <pc:sldMkLst>
          <pc:docMk/>
          <pc:sldMk cId="3000790214" sldId="1014"/>
        </pc:sldMkLst>
        <pc:spChg chg="mod">
          <ac:chgData name="Yeo Xiong Wei, Jonathan" userId="ac2b658e-7ce1-44bb-9f9f-bf4198ceaa29" providerId="ADAL" clId="{057E1EFB-CB22-4DDD-9A2F-2A58B3C27E25}" dt="2023-09-13T09:33:30.836" v="522" actId="115"/>
          <ac:spMkLst>
            <pc:docMk/>
            <pc:sldMk cId="3000790214" sldId="1014"/>
            <ac:spMk id="28674" creationId="{00000000-0000-0000-0000-000000000000}"/>
          </ac:spMkLst>
        </pc:spChg>
      </pc:sldChg>
      <pc:sldChg chg="modSp mod">
        <pc:chgData name="Yeo Xiong Wei, Jonathan" userId="ac2b658e-7ce1-44bb-9f9f-bf4198ceaa29" providerId="ADAL" clId="{057E1EFB-CB22-4DDD-9A2F-2A58B3C27E25}" dt="2023-09-17T02:56:44.049" v="1129" actId="207"/>
        <pc:sldMkLst>
          <pc:docMk/>
          <pc:sldMk cId="109330092" sldId="1015"/>
        </pc:sldMkLst>
        <pc:spChg chg="mod">
          <ac:chgData name="Yeo Xiong Wei, Jonathan" userId="ac2b658e-7ce1-44bb-9f9f-bf4198ceaa29" providerId="ADAL" clId="{057E1EFB-CB22-4DDD-9A2F-2A58B3C27E25}" dt="2023-09-17T02:56:44.049" v="1129" actId="207"/>
          <ac:spMkLst>
            <pc:docMk/>
            <pc:sldMk cId="109330092" sldId="1015"/>
            <ac:spMk id="37890" creationId="{00000000-0000-0000-0000-000000000000}"/>
          </ac:spMkLst>
        </pc:spChg>
      </pc:sldChg>
    </pc:docChg>
  </pc:docChgLst>
  <pc:docChgLst>
    <pc:chgData name="Yeo Xiong Wei, Jonathan" userId="ac2b658e-7ce1-44bb-9f9f-bf4198ceaa29" providerId="ADAL" clId="{B23C9593-45B4-4C1F-9948-0087E1F4C58D}"/>
    <pc:docChg chg="undo custSel addSld delSld modSld sldOrd">
      <pc:chgData name="Yeo Xiong Wei, Jonathan" userId="ac2b658e-7ce1-44bb-9f9f-bf4198ceaa29" providerId="ADAL" clId="{B23C9593-45B4-4C1F-9948-0087E1F4C58D}" dt="2022-02-23T11:02:29.866" v="12429" actId="20577"/>
      <pc:docMkLst>
        <pc:docMk/>
      </pc:docMkLst>
      <pc:sldChg chg="modSp mod">
        <pc:chgData name="Yeo Xiong Wei, Jonathan" userId="ac2b658e-7ce1-44bb-9f9f-bf4198ceaa29" providerId="ADAL" clId="{B23C9593-45B4-4C1F-9948-0087E1F4C58D}" dt="2022-02-23T05:32:26.011" v="18" actId="1076"/>
        <pc:sldMkLst>
          <pc:docMk/>
          <pc:sldMk cId="3333402940" sldId="256"/>
        </pc:sldMkLst>
        <pc:spChg chg="mod">
          <ac:chgData name="Yeo Xiong Wei, Jonathan" userId="ac2b658e-7ce1-44bb-9f9f-bf4198ceaa29" providerId="ADAL" clId="{B23C9593-45B4-4C1F-9948-0087E1F4C58D}" dt="2022-02-23T05:32:26.011" v="18" actId="1076"/>
          <ac:spMkLst>
            <pc:docMk/>
            <pc:sldMk cId="3333402940" sldId="256"/>
            <ac:spMk id="2" creationId="{DA38B41C-C5F3-44B9-92FB-11A602519026}"/>
          </ac:spMkLst>
        </pc:spChg>
      </pc:sldChg>
      <pc:sldChg chg="del">
        <pc:chgData name="Yeo Xiong Wei, Jonathan" userId="ac2b658e-7ce1-44bb-9f9f-bf4198ceaa29" providerId="ADAL" clId="{B23C9593-45B4-4C1F-9948-0087E1F4C58D}" dt="2022-02-23T05:31:58.136" v="6" actId="47"/>
        <pc:sldMkLst>
          <pc:docMk/>
          <pc:sldMk cId="1577996073" sldId="257"/>
        </pc:sldMkLst>
      </pc:sldChg>
      <pc:sldChg chg="del">
        <pc:chgData name="Yeo Xiong Wei, Jonathan" userId="ac2b658e-7ce1-44bb-9f9f-bf4198ceaa29" providerId="ADAL" clId="{B23C9593-45B4-4C1F-9948-0087E1F4C58D}" dt="2022-02-23T05:31:58.136" v="6" actId="47"/>
        <pc:sldMkLst>
          <pc:docMk/>
          <pc:sldMk cId="323702170" sldId="258"/>
        </pc:sldMkLst>
      </pc:sldChg>
      <pc:sldChg chg="del">
        <pc:chgData name="Yeo Xiong Wei, Jonathan" userId="ac2b658e-7ce1-44bb-9f9f-bf4198ceaa29" providerId="ADAL" clId="{B23C9593-45B4-4C1F-9948-0087E1F4C58D}" dt="2022-02-23T05:31:58.136" v="6" actId="47"/>
        <pc:sldMkLst>
          <pc:docMk/>
          <pc:sldMk cId="2624820659" sldId="259"/>
        </pc:sldMkLst>
      </pc:sldChg>
      <pc:sldChg chg="del">
        <pc:chgData name="Yeo Xiong Wei, Jonathan" userId="ac2b658e-7ce1-44bb-9f9f-bf4198ceaa29" providerId="ADAL" clId="{B23C9593-45B4-4C1F-9948-0087E1F4C58D}" dt="2022-02-23T05:31:58.136" v="6" actId="47"/>
        <pc:sldMkLst>
          <pc:docMk/>
          <pc:sldMk cId="2732225696" sldId="261"/>
        </pc:sldMkLst>
      </pc:sldChg>
      <pc:sldChg chg="del">
        <pc:chgData name="Yeo Xiong Wei, Jonathan" userId="ac2b658e-7ce1-44bb-9f9f-bf4198ceaa29" providerId="ADAL" clId="{B23C9593-45B4-4C1F-9948-0087E1F4C58D}" dt="2022-02-23T05:31:58.136" v="6" actId="47"/>
        <pc:sldMkLst>
          <pc:docMk/>
          <pc:sldMk cId="6007653" sldId="262"/>
        </pc:sldMkLst>
      </pc:sldChg>
      <pc:sldChg chg="del">
        <pc:chgData name="Yeo Xiong Wei, Jonathan" userId="ac2b658e-7ce1-44bb-9f9f-bf4198ceaa29" providerId="ADAL" clId="{B23C9593-45B4-4C1F-9948-0087E1F4C58D}" dt="2022-02-23T05:31:58.136" v="6" actId="47"/>
        <pc:sldMkLst>
          <pc:docMk/>
          <pc:sldMk cId="2917991908" sldId="263"/>
        </pc:sldMkLst>
      </pc:sldChg>
      <pc:sldChg chg="del">
        <pc:chgData name="Yeo Xiong Wei, Jonathan" userId="ac2b658e-7ce1-44bb-9f9f-bf4198ceaa29" providerId="ADAL" clId="{B23C9593-45B4-4C1F-9948-0087E1F4C58D}" dt="2022-02-23T05:31:58.136" v="6" actId="47"/>
        <pc:sldMkLst>
          <pc:docMk/>
          <pc:sldMk cId="521648139" sldId="266"/>
        </pc:sldMkLst>
      </pc:sldChg>
      <pc:sldChg chg="del">
        <pc:chgData name="Yeo Xiong Wei, Jonathan" userId="ac2b658e-7ce1-44bb-9f9f-bf4198ceaa29" providerId="ADAL" clId="{B23C9593-45B4-4C1F-9948-0087E1F4C58D}" dt="2022-02-23T05:31:58.136" v="6" actId="47"/>
        <pc:sldMkLst>
          <pc:docMk/>
          <pc:sldMk cId="908580859" sldId="267"/>
        </pc:sldMkLst>
      </pc:sldChg>
      <pc:sldChg chg="del">
        <pc:chgData name="Yeo Xiong Wei, Jonathan" userId="ac2b658e-7ce1-44bb-9f9f-bf4198ceaa29" providerId="ADAL" clId="{B23C9593-45B4-4C1F-9948-0087E1F4C58D}" dt="2022-02-23T05:31:58.136" v="6" actId="47"/>
        <pc:sldMkLst>
          <pc:docMk/>
          <pc:sldMk cId="2090325226" sldId="268"/>
        </pc:sldMkLst>
      </pc:sldChg>
      <pc:sldChg chg="add del">
        <pc:chgData name="Yeo Xiong Wei, Jonathan" userId="ac2b658e-7ce1-44bb-9f9f-bf4198ceaa29" providerId="ADAL" clId="{B23C9593-45B4-4C1F-9948-0087E1F4C58D}" dt="2022-02-23T07:25:32.604" v="8256" actId="47"/>
        <pc:sldMkLst>
          <pc:docMk/>
          <pc:sldMk cId="1757574941" sldId="295"/>
        </pc:sldMkLst>
      </pc:sldChg>
      <pc:sldChg chg="modSp add del mod">
        <pc:chgData name="Yeo Xiong Wei, Jonathan" userId="ac2b658e-7ce1-44bb-9f9f-bf4198ceaa29" providerId="ADAL" clId="{B23C9593-45B4-4C1F-9948-0087E1F4C58D}" dt="2022-02-23T07:25:43.549" v="8257" actId="47"/>
        <pc:sldMkLst>
          <pc:docMk/>
          <pc:sldMk cId="552523791" sldId="298"/>
        </pc:sldMkLst>
        <pc:spChg chg="mod">
          <ac:chgData name="Yeo Xiong Wei, Jonathan" userId="ac2b658e-7ce1-44bb-9f9f-bf4198ceaa29" providerId="ADAL" clId="{B23C9593-45B4-4C1F-9948-0087E1F4C58D}" dt="2022-02-23T05:35:19.870" v="314" actId="20577"/>
          <ac:spMkLst>
            <pc:docMk/>
            <pc:sldMk cId="552523791" sldId="298"/>
            <ac:spMk id="25601" creationId="{00000000-0000-0000-0000-000000000000}"/>
          </ac:spMkLst>
        </pc:spChg>
        <pc:spChg chg="mod">
          <ac:chgData name="Yeo Xiong Wei, Jonathan" userId="ac2b658e-7ce1-44bb-9f9f-bf4198ceaa29" providerId="ADAL" clId="{B23C9593-45B4-4C1F-9948-0087E1F4C58D}" dt="2022-02-23T05:35:56.751" v="419" actId="20577"/>
          <ac:spMkLst>
            <pc:docMk/>
            <pc:sldMk cId="552523791" sldId="298"/>
            <ac:spMk id="25602" creationId="{00000000-0000-0000-0000-000000000000}"/>
          </ac:spMkLst>
        </pc:spChg>
      </pc:sldChg>
      <pc:sldChg chg="modSp add mod">
        <pc:chgData name="Yeo Xiong Wei, Jonathan" userId="ac2b658e-7ce1-44bb-9f9f-bf4198ceaa29" providerId="ADAL" clId="{B23C9593-45B4-4C1F-9948-0087E1F4C58D}" dt="2022-02-23T06:55:00.997" v="5425" actId="6549"/>
        <pc:sldMkLst>
          <pc:docMk/>
          <pc:sldMk cId="2055298615" sldId="299"/>
        </pc:sldMkLst>
        <pc:spChg chg="mod">
          <ac:chgData name="Yeo Xiong Wei, Jonathan" userId="ac2b658e-7ce1-44bb-9f9f-bf4198ceaa29" providerId="ADAL" clId="{B23C9593-45B4-4C1F-9948-0087E1F4C58D}" dt="2022-02-23T06:15:07.123" v="3346" actId="6549"/>
          <ac:spMkLst>
            <pc:docMk/>
            <pc:sldMk cId="2055298615" sldId="299"/>
            <ac:spMk id="26625" creationId="{00000000-0000-0000-0000-000000000000}"/>
          </ac:spMkLst>
        </pc:spChg>
        <pc:spChg chg="mod">
          <ac:chgData name="Yeo Xiong Wei, Jonathan" userId="ac2b658e-7ce1-44bb-9f9f-bf4198ceaa29" providerId="ADAL" clId="{B23C9593-45B4-4C1F-9948-0087E1F4C58D}" dt="2022-02-23T06:55:00.997" v="5425" actId="6549"/>
          <ac:spMkLst>
            <pc:docMk/>
            <pc:sldMk cId="2055298615" sldId="299"/>
            <ac:spMk id="26626" creationId="{00000000-0000-0000-0000-000000000000}"/>
          </ac:spMkLst>
        </pc:spChg>
      </pc:sldChg>
      <pc:sldChg chg="modSp add mod">
        <pc:chgData name="Yeo Xiong Wei, Jonathan" userId="ac2b658e-7ce1-44bb-9f9f-bf4198ceaa29" providerId="ADAL" clId="{B23C9593-45B4-4C1F-9948-0087E1F4C58D}" dt="2022-02-23T06:17:26.642" v="3576" actId="20577"/>
        <pc:sldMkLst>
          <pc:docMk/>
          <pc:sldMk cId="194946728" sldId="300"/>
        </pc:sldMkLst>
        <pc:spChg chg="mod">
          <ac:chgData name="Yeo Xiong Wei, Jonathan" userId="ac2b658e-7ce1-44bb-9f9f-bf4198ceaa29" providerId="ADAL" clId="{B23C9593-45B4-4C1F-9948-0087E1F4C58D}" dt="2022-02-23T06:17:14.956" v="3567" actId="20577"/>
          <ac:spMkLst>
            <pc:docMk/>
            <pc:sldMk cId="194946728" sldId="300"/>
            <ac:spMk id="27649" creationId="{00000000-0000-0000-0000-000000000000}"/>
          </ac:spMkLst>
        </pc:spChg>
        <pc:spChg chg="mod">
          <ac:chgData name="Yeo Xiong Wei, Jonathan" userId="ac2b658e-7ce1-44bb-9f9f-bf4198ceaa29" providerId="ADAL" clId="{B23C9593-45B4-4C1F-9948-0087E1F4C58D}" dt="2022-02-23T06:17:26.642" v="3576" actId="20577"/>
          <ac:spMkLst>
            <pc:docMk/>
            <pc:sldMk cId="194946728" sldId="300"/>
            <ac:spMk id="27650" creationId="{00000000-0000-0000-0000-000000000000}"/>
          </ac:spMkLst>
        </pc:spChg>
      </pc:sldChg>
      <pc:sldChg chg="modSp add mod">
        <pc:chgData name="Yeo Xiong Wei, Jonathan" userId="ac2b658e-7ce1-44bb-9f9f-bf4198ceaa29" providerId="ADAL" clId="{B23C9593-45B4-4C1F-9948-0087E1F4C58D}" dt="2022-02-23T06:19:07.987" v="3657" actId="20577"/>
        <pc:sldMkLst>
          <pc:docMk/>
          <pc:sldMk cId="2559563713" sldId="301"/>
        </pc:sldMkLst>
        <pc:spChg chg="mod">
          <ac:chgData name="Yeo Xiong Wei, Jonathan" userId="ac2b658e-7ce1-44bb-9f9f-bf4198ceaa29" providerId="ADAL" clId="{B23C9593-45B4-4C1F-9948-0087E1F4C58D}" dt="2022-02-23T06:18:55.275" v="3647" actId="20577"/>
          <ac:spMkLst>
            <pc:docMk/>
            <pc:sldMk cId="2559563713" sldId="301"/>
            <ac:spMk id="28673" creationId="{00000000-0000-0000-0000-000000000000}"/>
          </ac:spMkLst>
        </pc:spChg>
        <pc:spChg chg="mod">
          <ac:chgData name="Yeo Xiong Wei, Jonathan" userId="ac2b658e-7ce1-44bb-9f9f-bf4198ceaa29" providerId="ADAL" clId="{B23C9593-45B4-4C1F-9948-0087E1F4C58D}" dt="2022-02-23T06:19:07.987" v="3657" actId="20577"/>
          <ac:spMkLst>
            <pc:docMk/>
            <pc:sldMk cId="2559563713" sldId="301"/>
            <ac:spMk id="28674" creationId="{00000000-0000-0000-0000-000000000000}"/>
          </ac:spMkLst>
        </pc:spChg>
      </pc:sldChg>
      <pc:sldChg chg="modSp add mod ord">
        <pc:chgData name="Yeo Xiong Wei, Jonathan" userId="ac2b658e-7ce1-44bb-9f9f-bf4198ceaa29" providerId="ADAL" clId="{B23C9593-45B4-4C1F-9948-0087E1F4C58D}" dt="2022-02-23T06:18:21.675" v="3642" actId="20577"/>
        <pc:sldMkLst>
          <pc:docMk/>
          <pc:sldMk cId="2533036614" sldId="302"/>
        </pc:sldMkLst>
        <pc:spChg chg="mod">
          <ac:chgData name="Yeo Xiong Wei, Jonathan" userId="ac2b658e-7ce1-44bb-9f9f-bf4198ceaa29" providerId="ADAL" clId="{B23C9593-45B4-4C1F-9948-0087E1F4C58D}" dt="2022-02-23T06:17:47.955" v="3606" actId="6549"/>
          <ac:spMkLst>
            <pc:docMk/>
            <pc:sldMk cId="2533036614" sldId="302"/>
            <ac:spMk id="29697" creationId="{00000000-0000-0000-0000-000000000000}"/>
          </ac:spMkLst>
        </pc:spChg>
        <pc:spChg chg="mod">
          <ac:chgData name="Yeo Xiong Wei, Jonathan" userId="ac2b658e-7ce1-44bb-9f9f-bf4198ceaa29" providerId="ADAL" clId="{B23C9593-45B4-4C1F-9948-0087E1F4C58D}" dt="2022-02-23T06:18:21.675" v="3642" actId="20577"/>
          <ac:spMkLst>
            <pc:docMk/>
            <pc:sldMk cId="2533036614" sldId="302"/>
            <ac:spMk id="29698" creationId="{00000000-0000-0000-0000-000000000000}"/>
          </ac:spMkLst>
        </pc:spChg>
      </pc:sldChg>
      <pc:sldChg chg="modSp add del mod">
        <pc:chgData name="Yeo Xiong Wei, Jonathan" userId="ac2b658e-7ce1-44bb-9f9f-bf4198ceaa29" providerId="ADAL" clId="{B23C9593-45B4-4C1F-9948-0087E1F4C58D}" dt="2022-02-23T06:20:33.186" v="3665" actId="47"/>
        <pc:sldMkLst>
          <pc:docMk/>
          <pc:sldMk cId="2280236336" sldId="303"/>
        </pc:sldMkLst>
        <pc:spChg chg="mod">
          <ac:chgData name="Yeo Xiong Wei, Jonathan" userId="ac2b658e-7ce1-44bb-9f9f-bf4198ceaa29" providerId="ADAL" clId="{B23C9593-45B4-4C1F-9948-0087E1F4C58D}" dt="2022-02-23T05:31:44.082" v="1" actId="27636"/>
          <ac:spMkLst>
            <pc:docMk/>
            <pc:sldMk cId="2280236336" sldId="303"/>
            <ac:spMk id="30721" creationId="{00000000-0000-0000-0000-000000000000}"/>
          </ac:spMkLst>
        </pc:spChg>
      </pc:sldChg>
      <pc:sldChg chg="modSp add mod">
        <pc:chgData name="Yeo Xiong Wei, Jonathan" userId="ac2b658e-7ce1-44bb-9f9f-bf4198ceaa29" providerId="ADAL" clId="{B23C9593-45B4-4C1F-9948-0087E1F4C58D}" dt="2022-02-23T06:25:48.626" v="4088" actId="20577"/>
        <pc:sldMkLst>
          <pc:docMk/>
          <pc:sldMk cId="921258357" sldId="304"/>
        </pc:sldMkLst>
        <pc:spChg chg="mod">
          <ac:chgData name="Yeo Xiong Wei, Jonathan" userId="ac2b658e-7ce1-44bb-9f9f-bf4198ceaa29" providerId="ADAL" clId="{B23C9593-45B4-4C1F-9948-0087E1F4C58D}" dt="2022-02-23T06:24:17.174" v="3889" actId="20577"/>
          <ac:spMkLst>
            <pc:docMk/>
            <pc:sldMk cId="921258357" sldId="304"/>
            <ac:spMk id="31745" creationId="{00000000-0000-0000-0000-000000000000}"/>
          </ac:spMkLst>
        </pc:spChg>
        <pc:spChg chg="mod">
          <ac:chgData name="Yeo Xiong Wei, Jonathan" userId="ac2b658e-7ce1-44bb-9f9f-bf4198ceaa29" providerId="ADAL" clId="{B23C9593-45B4-4C1F-9948-0087E1F4C58D}" dt="2022-02-23T06:25:48.626" v="4088" actId="20577"/>
          <ac:spMkLst>
            <pc:docMk/>
            <pc:sldMk cId="921258357" sldId="304"/>
            <ac:spMk id="31746" creationId="{00000000-0000-0000-0000-000000000000}"/>
          </ac:spMkLst>
        </pc:spChg>
      </pc:sldChg>
      <pc:sldChg chg="add del">
        <pc:chgData name="Yeo Xiong Wei, Jonathan" userId="ac2b658e-7ce1-44bb-9f9f-bf4198ceaa29" providerId="ADAL" clId="{B23C9593-45B4-4C1F-9948-0087E1F4C58D}" dt="2022-02-23T06:25:54.402" v="4089" actId="47"/>
        <pc:sldMkLst>
          <pc:docMk/>
          <pc:sldMk cId="2763347277" sldId="305"/>
        </pc:sldMkLst>
      </pc:sldChg>
      <pc:sldChg chg="modSp add mod">
        <pc:chgData name="Yeo Xiong Wei, Jonathan" userId="ac2b658e-7ce1-44bb-9f9f-bf4198ceaa29" providerId="ADAL" clId="{B23C9593-45B4-4C1F-9948-0087E1F4C58D}" dt="2022-02-23T06:41:35.863" v="4798" actId="21"/>
        <pc:sldMkLst>
          <pc:docMk/>
          <pc:sldMk cId="2500070018" sldId="306"/>
        </pc:sldMkLst>
        <pc:spChg chg="mod">
          <ac:chgData name="Yeo Xiong Wei, Jonathan" userId="ac2b658e-7ce1-44bb-9f9f-bf4198ceaa29" providerId="ADAL" clId="{B23C9593-45B4-4C1F-9948-0087E1F4C58D}" dt="2022-02-23T06:26:32.122" v="4111" actId="20577"/>
          <ac:spMkLst>
            <pc:docMk/>
            <pc:sldMk cId="2500070018" sldId="306"/>
            <ac:spMk id="33793" creationId="{00000000-0000-0000-0000-000000000000}"/>
          </ac:spMkLst>
        </pc:spChg>
        <pc:spChg chg="mod">
          <ac:chgData name="Yeo Xiong Wei, Jonathan" userId="ac2b658e-7ce1-44bb-9f9f-bf4198ceaa29" providerId="ADAL" clId="{B23C9593-45B4-4C1F-9948-0087E1F4C58D}" dt="2022-02-23T06:41:35.863" v="4798" actId="21"/>
          <ac:spMkLst>
            <pc:docMk/>
            <pc:sldMk cId="2500070018" sldId="306"/>
            <ac:spMk id="33794" creationId="{00000000-0000-0000-0000-000000000000}"/>
          </ac:spMkLst>
        </pc:spChg>
      </pc:sldChg>
      <pc:sldChg chg="modSp add mod">
        <pc:chgData name="Yeo Xiong Wei, Jonathan" userId="ac2b658e-7ce1-44bb-9f9f-bf4198ceaa29" providerId="ADAL" clId="{B23C9593-45B4-4C1F-9948-0087E1F4C58D}" dt="2022-02-23T06:42:22.297" v="4886" actId="113"/>
        <pc:sldMkLst>
          <pc:docMk/>
          <pc:sldMk cId="1453085163" sldId="307"/>
        </pc:sldMkLst>
        <pc:spChg chg="mod">
          <ac:chgData name="Yeo Xiong Wei, Jonathan" userId="ac2b658e-7ce1-44bb-9f9f-bf4198ceaa29" providerId="ADAL" clId="{B23C9593-45B4-4C1F-9948-0087E1F4C58D}" dt="2022-02-23T06:41:58.481" v="4816" actId="20577"/>
          <ac:spMkLst>
            <pc:docMk/>
            <pc:sldMk cId="1453085163" sldId="307"/>
            <ac:spMk id="34817" creationId="{00000000-0000-0000-0000-000000000000}"/>
          </ac:spMkLst>
        </pc:spChg>
        <pc:spChg chg="mod">
          <ac:chgData name="Yeo Xiong Wei, Jonathan" userId="ac2b658e-7ce1-44bb-9f9f-bf4198ceaa29" providerId="ADAL" clId="{B23C9593-45B4-4C1F-9948-0087E1F4C58D}" dt="2022-02-23T06:42:22.297" v="4886" actId="113"/>
          <ac:spMkLst>
            <pc:docMk/>
            <pc:sldMk cId="1453085163" sldId="307"/>
            <ac:spMk id="34818" creationId="{00000000-0000-0000-0000-000000000000}"/>
          </ac:spMkLst>
        </pc:spChg>
      </pc:sldChg>
      <pc:sldChg chg="modSp add mod">
        <pc:chgData name="Yeo Xiong Wei, Jonathan" userId="ac2b658e-7ce1-44bb-9f9f-bf4198ceaa29" providerId="ADAL" clId="{B23C9593-45B4-4C1F-9948-0087E1F4C58D}" dt="2022-02-23T06:44:23.942" v="4920"/>
        <pc:sldMkLst>
          <pc:docMk/>
          <pc:sldMk cId="501130367" sldId="308"/>
        </pc:sldMkLst>
        <pc:spChg chg="mod">
          <ac:chgData name="Yeo Xiong Wei, Jonathan" userId="ac2b658e-7ce1-44bb-9f9f-bf4198ceaa29" providerId="ADAL" clId="{B23C9593-45B4-4C1F-9948-0087E1F4C58D}" dt="2022-02-23T06:44:12.323" v="4917" actId="20577"/>
          <ac:spMkLst>
            <pc:docMk/>
            <pc:sldMk cId="501130367" sldId="308"/>
            <ac:spMk id="35841" creationId="{00000000-0000-0000-0000-000000000000}"/>
          </ac:spMkLst>
        </pc:spChg>
        <pc:spChg chg="mod">
          <ac:chgData name="Yeo Xiong Wei, Jonathan" userId="ac2b658e-7ce1-44bb-9f9f-bf4198ceaa29" providerId="ADAL" clId="{B23C9593-45B4-4C1F-9948-0087E1F4C58D}" dt="2022-02-23T06:44:23.942" v="4920"/>
          <ac:spMkLst>
            <pc:docMk/>
            <pc:sldMk cId="501130367" sldId="308"/>
            <ac:spMk id="35842" creationId="{00000000-0000-0000-0000-000000000000}"/>
          </ac:spMkLst>
        </pc:spChg>
      </pc:sldChg>
      <pc:sldChg chg="add del">
        <pc:chgData name="Yeo Xiong Wei, Jonathan" userId="ac2b658e-7ce1-44bb-9f9f-bf4198ceaa29" providerId="ADAL" clId="{B23C9593-45B4-4C1F-9948-0087E1F4C58D}" dt="2022-02-23T06:44:38.210" v="4921" actId="47"/>
        <pc:sldMkLst>
          <pc:docMk/>
          <pc:sldMk cId="4284896666" sldId="309"/>
        </pc:sldMkLst>
      </pc:sldChg>
      <pc:sldChg chg="modSp add mod">
        <pc:chgData name="Yeo Xiong Wei, Jonathan" userId="ac2b658e-7ce1-44bb-9f9f-bf4198ceaa29" providerId="ADAL" clId="{B23C9593-45B4-4C1F-9948-0087E1F4C58D}" dt="2022-02-23T06:47:14.505" v="5165" actId="114"/>
        <pc:sldMkLst>
          <pc:docMk/>
          <pc:sldMk cId="2974126842" sldId="310"/>
        </pc:sldMkLst>
        <pc:spChg chg="mod">
          <ac:chgData name="Yeo Xiong Wei, Jonathan" userId="ac2b658e-7ce1-44bb-9f9f-bf4198ceaa29" providerId="ADAL" clId="{B23C9593-45B4-4C1F-9948-0087E1F4C58D}" dt="2022-02-23T06:44:42.429" v="4922" actId="20577"/>
          <ac:spMkLst>
            <pc:docMk/>
            <pc:sldMk cId="2974126842" sldId="310"/>
            <ac:spMk id="37889" creationId="{00000000-0000-0000-0000-000000000000}"/>
          </ac:spMkLst>
        </pc:spChg>
        <pc:spChg chg="mod">
          <ac:chgData name="Yeo Xiong Wei, Jonathan" userId="ac2b658e-7ce1-44bb-9f9f-bf4198ceaa29" providerId="ADAL" clId="{B23C9593-45B4-4C1F-9948-0087E1F4C58D}" dt="2022-02-23T06:47:14.505" v="5165" actId="114"/>
          <ac:spMkLst>
            <pc:docMk/>
            <pc:sldMk cId="2974126842" sldId="310"/>
            <ac:spMk id="37890" creationId="{00000000-0000-0000-0000-000000000000}"/>
          </ac:spMkLst>
        </pc:spChg>
      </pc:sldChg>
      <pc:sldChg chg="add del">
        <pc:chgData name="Yeo Xiong Wei, Jonathan" userId="ac2b658e-7ce1-44bb-9f9f-bf4198ceaa29" providerId="ADAL" clId="{B23C9593-45B4-4C1F-9948-0087E1F4C58D}" dt="2022-02-23T06:45:02.850" v="4928" actId="47"/>
        <pc:sldMkLst>
          <pc:docMk/>
          <pc:sldMk cId="2435651645" sldId="311"/>
        </pc:sldMkLst>
      </pc:sldChg>
      <pc:sldChg chg="modSp add mod">
        <pc:chgData name="Yeo Xiong Wei, Jonathan" userId="ac2b658e-7ce1-44bb-9f9f-bf4198ceaa29" providerId="ADAL" clId="{B23C9593-45B4-4C1F-9948-0087E1F4C58D}" dt="2022-02-23T10:42:31.392" v="11260" actId="15"/>
        <pc:sldMkLst>
          <pc:docMk/>
          <pc:sldMk cId="2458732272" sldId="312"/>
        </pc:sldMkLst>
        <pc:spChg chg="mod">
          <ac:chgData name="Yeo Xiong Wei, Jonathan" userId="ac2b658e-7ce1-44bb-9f9f-bf4198ceaa29" providerId="ADAL" clId="{B23C9593-45B4-4C1F-9948-0087E1F4C58D}" dt="2022-02-23T06:48:18.885" v="5166" actId="20577"/>
          <ac:spMkLst>
            <pc:docMk/>
            <pc:sldMk cId="2458732272" sldId="312"/>
            <ac:spMk id="39937" creationId="{00000000-0000-0000-0000-000000000000}"/>
          </ac:spMkLst>
        </pc:spChg>
        <pc:spChg chg="mod">
          <ac:chgData name="Yeo Xiong Wei, Jonathan" userId="ac2b658e-7ce1-44bb-9f9f-bf4198ceaa29" providerId="ADAL" clId="{B23C9593-45B4-4C1F-9948-0087E1F4C58D}" dt="2022-02-23T10:42:31.392" v="11260" actId="15"/>
          <ac:spMkLst>
            <pc:docMk/>
            <pc:sldMk cId="2458732272" sldId="312"/>
            <ac:spMk id="39938" creationId="{00000000-0000-0000-0000-000000000000}"/>
          </ac:spMkLst>
        </pc:spChg>
      </pc:sldChg>
      <pc:sldChg chg="modSp add mod">
        <pc:chgData name="Yeo Xiong Wei, Jonathan" userId="ac2b658e-7ce1-44bb-9f9f-bf4198ceaa29" providerId="ADAL" clId="{B23C9593-45B4-4C1F-9948-0087E1F4C58D}" dt="2022-02-23T10:06:11.343" v="9111" actId="20577"/>
        <pc:sldMkLst>
          <pc:docMk/>
          <pc:sldMk cId="2087933839" sldId="313"/>
        </pc:sldMkLst>
        <pc:spChg chg="mod">
          <ac:chgData name="Yeo Xiong Wei, Jonathan" userId="ac2b658e-7ce1-44bb-9f9f-bf4198ceaa29" providerId="ADAL" clId="{B23C9593-45B4-4C1F-9948-0087E1F4C58D}" dt="2022-02-23T10:06:07.246" v="9107" actId="20577"/>
          <ac:spMkLst>
            <pc:docMk/>
            <pc:sldMk cId="2087933839" sldId="313"/>
            <ac:spMk id="40961" creationId="{00000000-0000-0000-0000-000000000000}"/>
          </ac:spMkLst>
        </pc:spChg>
        <pc:spChg chg="mod">
          <ac:chgData name="Yeo Xiong Wei, Jonathan" userId="ac2b658e-7ce1-44bb-9f9f-bf4198ceaa29" providerId="ADAL" clId="{B23C9593-45B4-4C1F-9948-0087E1F4C58D}" dt="2022-02-23T10:06:11.343" v="9111" actId="20577"/>
          <ac:spMkLst>
            <pc:docMk/>
            <pc:sldMk cId="2087933839" sldId="313"/>
            <ac:spMk id="40962" creationId="{00000000-0000-0000-0000-000000000000}"/>
          </ac:spMkLst>
        </pc:spChg>
      </pc:sldChg>
      <pc:sldChg chg="delSp modSp add mod">
        <pc:chgData name="Yeo Xiong Wei, Jonathan" userId="ac2b658e-7ce1-44bb-9f9f-bf4198ceaa29" providerId="ADAL" clId="{B23C9593-45B4-4C1F-9948-0087E1F4C58D}" dt="2022-02-23T10:07:10.711" v="9169" actId="20577"/>
        <pc:sldMkLst>
          <pc:docMk/>
          <pc:sldMk cId="3501213718" sldId="314"/>
        </pc:sldMkLst>
        <pc:spChg chg="del mod">
          <ac:chgData name="Yeo Xiong Wei, Jonathan" userId="ac2b658e-7ce1-44bb-9f9f-bf4198ceaa29" providerId="ADAL" clId="{B23C9593-45B4-4C1F-9948-0087E1F4C58D}" dt="2022-02-23T10:06:49.958" v="9142" actId="478"/>
          <ac:spMkLst>
            <pc:docMk/>
            <pc:sldMk cId="3501213718" sldId="314"/>
            <ac:spMk id="3" creationId="{00000000-0000-0000-0000-000000000000}"/>
          </ac:spMkLst>
        </pc:spChg>
        <pc:spChg chg="mod">
          <ac:chgData name="Yeo Xiong Wei, Jonathan" userId="ac2b658e-7ce1-44bb-9f9f-bf4198ceaa29" providerId="ADAL" clId="{B23C9593-45B4-4C1F-9948-0087E1F4C58D}" dt="2022-02-23T10:07:10.711" v="9169" actId="20577"/>
          <ac:spMkLst>
            <pc:docMk/>
            <pc:sldMk cId="3501213718" sldId="314"/>
            <ac:spMk id="41985" creationId="{00000000-0000-0000-0000-000000000000}"/>
          </ac:spMkLst>
        </pc:spChg>
        <pc:spChg chg="mod">
          <ac:chgData name="Yeo Xiong Wei, Jonathan" userId="ac2b658e-7ce1-44bb-9f9f-bf4198ceaa29" providerId="ADAL" clId="{B23C9593-45B4-4C1F-9948-0087E1F4C58D}" dt="2022-02-23T10:06:53.261" v="9145" actId="27636"/>
          <ac:spMkLst>
            <pc:docMk/>
            <pc:sldMk cId="3501213718" sldId="314"/>
            <ac:spMk id="41986" creationId="{00000000-0000-0000-0000-000000000000}"/>
          </ac:spMkLst>
        </pc:spChg>
        <pc:picChg chg="del mod">
          <ac:chgData name="Yeo Xiong Wei, Jonathan" userId="ac2b658e-7ce1-44bb-9f9f-bf4198ceaa29" providerId="ADAL" clId="{B23C9593-45B4-4C1F-9948-0087E1F4C58D}" dt="2022-02-23T10:06:50.942" v="9143" actId="478"/>
          <ac:picMkLst>
            <pc:docMk/>
            <pc:sldMk cId="3501213718" sldId="314"/>
            <ac:picMk id="1026" creationId="{00000000-0000-0000-0000-000000000000}"/>
          </ac:picMkLst>
        </pc:picChg>
      </pc:sldChg>
      <pc:sldChg chg="modSp add del mod">
        <pc:chgData name="Yeo Xiong Wei, Jonathan" userId="ac2b658e-7ce1-44bb-9f9f-bf4198ceaa29" providerId="ADAL" clId="{B23C9593-45B4-4C1F-9948-0087E1F4C58D}" dt="2022-02-23T10:09:45.165" v="9223" actId="47"/>
        <pc:sldMkLst>
          <pc:docMk/>
          <pc:sldMk cId="324690270" sldId="316"/>
        </pc:sldMkLst>
        <pc:spChg chg="mod">
          <ac:chgData name="Yeo Xiong Wei, Jonathan" userId="ac2b658e-7ce1-44bb-9f9f-bf4198ceaa29" providerId="ADAL" clId="{B23C9593-45B4-4C1F-9948-0087E1F4C58D}" dt="2022-02-23T07:10:41.160" v="7059" actId="1076"/>
          <ac:spMkLst>
            <pc:docMk/>
            <pc:sldMk cId="324690270" sldId="316"/>
            <ac:spMk id="3" creationId="{00000000-0000-0000-0000-000000000000}"/>
          </ac:spMkLst>
        </pc:spChg>
        <pc:spChg chg="mod">
          <ac:chgData name="Yeo Xiong Wei, Jonathan" userId="ac2b658e-7ce1-44bb-9f9f-bf4198ceaa29" providerId="ADAL" clId="{B23C9593-45B4-4C1F-9948-0087E1F4C58D}" dt="2022-02-23T07:10:43.583" v="7060" actId="6549"/>
          <ac:spMkLst>
            <pc:docMk/>
            <pc:sldMk cId="324690270" sldId="316"/>
            <ac:spMk id="44033" creationId="{00000000-0000-0000-0000-000000000000}"/>
          </ac:spMkLst>
        </pc:spChg>
        <pc:spChg chg="mod">
          <ac:chgData name="Yeo Xiong Wei, Jonathan" userId="ac2b658e-7ce1-44bb-9f9f-bf4198ceaa29" providerId="ADAL" clId="{B23C9593-45B4-4C1F-9948-0087E1F4C58D}" dt="2022-02-23T10:08:27.966" v="9177" actId="27636"/>
          <ac:spMkLst>
            <pc:docMk/>
            <pc:sldMk cId="324690270" sldId="316"/>
            <ac:spMk id="44034" creationId="{00000000-0000-0000-0000-000000000000}"/>
          </ac:spMkLst>
        </pc:spChg>
        <pc:picChg chg="mod">
          <ac:chgData name="Yeo Xiong Wei, Jonathan" userId="ac2b658e-7ce1-44bb-9f9f-bf4198ceaa29" providerId="ADAL" clId="{B23C9593-45B4-4C1F-9948-0087E1F4C58D}" dt="2022-02-23T07:11:15.038" v="7087" actId="1076"/>
          <ac:picMkLst>
            <pc:docMk/>
            <pc:sldMk cId="324690270" sldId="316"/>
            <ac:picMk id="2051" creationId="{00000000-0000-0000-0000-000000000000}"/>
          </ac:picMkLst>
        </pc:picChg>
      </pc:sldChg>
      <pc:sldChg chg="add del">
        <pc:chgData name="Yeo Xiong Wei, Jonathan" userId="ac2b658e-7ce1-44bb-9f9f-bf4198ceaa29" providerId="ADAL" clId="{B23C9593-45B4-4C1F-9948-0087E1F4C58D}" dt="2022-02-23T07:11:23.328" v="7090" actId="47"/>
        <pc:sldMkLst>
          <pc:docMk/>
          <pc:sldMk cId="3268589206" sldId="318"/>
        </pc:sldMkLst>
      </pc:sldChg>
      <pc:sldChg chg="add del">
        <pc:chgData name="Yeo Xiong Wei, Jonathan" userId="ac2b658e-7ce1-44bb-9f9f-bf4198ceaa29" providerId="ADAL" clId="{B23C9593-45B4-4C1F-9948-0087E1F4C58D}" dt="2022-02-23T07:11:37.183" v="7091" actId="47"/>
        <pc:sldMkLst>
          <pc:docMk/>
          <pc:sldMk cId="348014692" sldId="319"/>
        </pc:sldMkLst>
      </pc:sldChg>
      <pc:sldChg chg="modSp add del mod">
        <pc:chgData name="Yeo Xiong Wei, Jonathan" userId="ac2b658e-7ce1-44bb-9f9f-bf4198ceaa29" providerId="ADAL" clId="{B23C9593-45B4-4C1F-9948-0087E1F4C58D}" dt="2022-02-23T07:11:37.183" v="7091" actId="47"/>
        <pc:sldMkLst>
          <pc:docMk/>
          <pc:sldMk cId="1720382582" sldId="320"/>
        </pc:sldMkLst>
        <pc:spChg chg="mod">
          <ac:chgData name="Yeo Xiong Wei, Jonathan" userId="ac2b658e-7ce1-44bb-9f9f-bf4198ceaa29" providerId="ADAL" clId="{B23C9593-45B4-4C1F-9948-0087E1F4C58D}" dt="2022-02-23T05:31:44.132" v="4" actId="27636"/>
          <ac:spMkLst>
            <pc:docMk/>
            <pc:sldMk cId="1720382582" sldId="320"/>
            <ac:spMk id="48130" creationId="{00000000-0000-0000-0000-000000000000}"/>
          </ac:spMkLst>
        </pc:spChg>
      </pc:sldChg>
      <pc:sldChg chg="modSp add del mod">
        <pc:chgData name="Yeo Xiong Wei, Jonathan" userId="ac2b658e-7ce1-44bb-9f9f-bf4198ceaa29" providerId="ADAL" clId="{B23C9593-45B4-4C1F-9948-0087E1F4C58D}" dt="2022-02-23T07:11:37.183" v="7091" actId="47"/>
        <pc:sldMkLst>
          <pc:docMk/>
          <pc:sldMk cId="2694050804" sldId="322"/>
        </pc:sldMkLst>
        <pc:spChg chg="mod">
          <ac:chgData name="Yeo Xiong Wei, Jonathan" userId="ac2b658e-7ce1-44bb-9f9f-bf4198ceaa29" providerId="ADAL" clId="{B23C9593-45B4-4C1F-9948-0087E1F4C58D}" dt="2022-02-23T05:31:44.137" v="5" actId="27636"/>
          <ac:spMkLst>
            <pc:docMk/>
            <pc:sldMk cId="2694050804" sldId="322"/>
            <ac:spMk id="50178" creationId="{00000000-0000-0000-0000-000000000000}"/>
          </ac:spMkLst>
        </pc:spChg>
      </pc:sldChg>
      <pc:sldChg chg="add del">
        <pc:chgData name="Yeo Xiong Wei, Jonathan" userId="ac2b658e-7ce1-44bb-9f9f-bf4198ceaa29" providerId="ADAL" clId="{B23C9593-45B4-4C1F-9948-0087E1F4C58D}" dt="2022-02-23T07:11:37.183" v="7091" actId="47"/>
        <pc:sldMkLst>
          <pc:docMk/>
          <pc:sldMk cId="368076421" sldId="323"/>
        </pc:sldMkLst>
      </pc:sldChg>
      <pc:sldChg chg="delSp modSp add mod">
        <pc:chgData name="Yeo Xiong Wei, Jonathan" userId="ac2b658e-7ce1-44bb-9f9f-bf4198ceaa29" providerId="ADAL" clId="{B23C9593-45B4-4C1F-9948-0087E1F4C58D}" dt="2022-02-23T10:27:16.244" v="10012" actId="20577"/>
        <pc:sldMkLst>
          <pc:docMk/>
          <pc:sldMk cId="180175659" sldId="324"/>
        </pc:sldMkLst>
        <pc:spChg chg="mod">
          <ac:chgData name="Yeo Xiong Wei, Jonathan" userId="ac2b658e-7ce1-44bb-9f9f-bf4198ceaa29" providerId="ADAL" clId="{B23C9593-45B4-4C1F-9948-0087E1F4C58D}" dt="2022-02-23T10:16:32.293" v="9598" actId="6549"/>
          <ac:spMkLst>
            <pc:docMk/>
            <pc:sldMk cId="180175659" sldId="324"/>
            <ac:spMk id="52225" creationId="{00000000-0000-0000-0000-000000000000}"/>
          </ac:spMkLst>
        </pc:spChg>
        <pc:spChg chg="mod">
          <ac:chgData name="Yeo Xiong Wei, Jonathan" userId="ac2b658e-7ce1-44bb-9f9f-bf4198ceaa29" providerId="ADAL" clId="{B23C9593-45B4-4C1F-9948-0087E1F4C58D}" dt="2022-02-23T10:27:16.244" v="10012" actId="20577"/>
          <ac:spMkLst>
            <pc:docMk/>
            <pc:sldMk cId="180175659" sldId="324"/>
            <ac:spMk id="52226" creationId="{00000000-0000-0000-0000-000000000000}"/>
          </ac:spMkLst>
        </pc:spChg>
        <pc:picChg chg="del">
          <ac:chgData name="Yeo Xiong Wei, Jonathan" userId="ac2b658e-7ce1-44bb-9f9f-bf4198ceaa29" providerId="ADAL" clId="{B23C9593-45B4-4C1F-9948-0087E1F4C58D}" dt="2022-02-23T10:13:04.982" v="9460" actId="478"/>
          <ac:picMkLst>
            <pc:docMk/>
            <pc:sldMk cId="180175659" sldId="324"/>
            <ac:picMk id="4" creationId="{6410BBBA-25E1-7041-8445-52A627AC24B6}"/>
          </ac:picMkLst>
        </pc:picChg>
        <pc:picChg chg="del">
          <ac:chgData name="Yeo Xiong Wei, Jonathan" userId="ac2b658e-7ce1-44bb-9f9f-bf4198ceaa29" providerId="ADAL" clId="{B23C9593-45B4-4C1F-9948-0087E1F4C58D}" dt="2022-02-23T10:13:06.350" v="9461" actId="478"/>
          <ac:picMkLst>
            <pc:docMk/>
            <pc:sldMk cId="180175659" sldId="324"/>
            <ac:picMk id="6" creationId="{2A7CD561-857F-574F-8D38-A6C974056DA1}"/>
          </ac:picMkLst>
        </pc:picChg>
      </pc:sldChg>
      <pc:sldChg chg="modSp add del mod">
        <pc:chgData name="Yeo Xiong Wei, Jonathan" userId="ac2b658e-7ce1-44bb-9f9f-bf4198ceaa29" providerId="ADAL" clId="{B23C9593-45B4-4C1F-9948-0087E1F4C58D}" dt="2022-02-23T10:11:22.030" v="9389" actId="20577"/>
        <pc:sldMkLst>
          <pc:docMk/>
          <pc:sldMk cId="2786838010" sldId="396"/>
        </pc:sldMkLst>
        <pc:spChg chg="mod">
          <ac:chgData name="Yeo Xiong Wei, Jonathan" userId="ac2b658e-7ce1-44bb-9f9f-bf4198ceaa29" providerId="ADAL" clId="{B23C9593-45B4-4C1F-9948-0087E1F4C58D}" dt="2022-02-23T10:11:22.030" v="9389" actId="20577"/>
          <ac:spMkLst>
            <pc:docMk/>
            <pc:sldMk cId="2786838010" sldId="396"/>
            <ac:spMk id="124930" creationId="{00000000-0000-0000-0000-000000000000}"/>
          </ac:spMkLst>
        </pc:spChg>
      </pc:sldChg>
      <pc:sldChg chg="modSp add mod">
        <pc:chgData name="Yeo Xiong Wei, Jonathan" userId="ac2b658e-7ce1-44bb-9f9f-bf4198ceaa29" providerId="ADAL" clId="{B23C9593-45B4-4C1F-9948-0087E1F4C58D}" dt="2022-02-23T05:58:40.844" v="2213" actId="21"/>
        <pc:sldMkLst>
          <pc:docMk/>
          <pc:sldMk cId="1851068879" sldId="397"/>
        </pc:sldMkLst>
        <pc:spChg chg="mod">
          <ac:chgData name="Yeo Xiong Wei, Jonathan" userId="ac2b658e-7ce1-44bb-9f9f-bf4198ceaa29" providerId="ADAL" clId="{B23C9593-45B4-4C1F-9948-0087E1F4C58D}" dt="2022-02-23T05:44:02.662" v="656" actId="20577"/>
          <ac:spMkLst>
            <pc:docMk/>
            <pc:sldMk cId="1851068879" sldId="397"/>
            <ac:spMk id="25601" creationId="{00000000-0000-0000-0000-000000000000}"/>
          </ac:spMkLst>
        </pc:spChg>
        <pc:spChg chg="mod">
          <ac:chgData name="Yeo Xiong Wei, Jonathan" userId="ac2b658e-7ce1-44bb-9f9f-bf4198ceaa29" providerId="ADAL" clId="{B23C9593-45B4-4C1F-9948-0087E1F4C58D}" dt="2022-02-23T05:58:40.844" v="2213" actId="21"/>
          <ac:spMkLst>
            <pc:docMk/>
            <pc:sldMk cId="1851068879" sldId="397"/>
            <ac:spMk id="25602" creationId="{00000000-0000-0000-0000-000000000000}"/>
          </ac:spMkLst>
        </pc:spChg>
      </pc:sldChg>
      <pc:sldChg chg="del">
        <pc:chgData name="Yeo Xiong Wei, Jonathan" userId="ac2b658e-7ce1-44bb-9f9f-bf4198ceaa29" providerId="ADAL" clId="{B23C9593-45B4-4C1F-9948-0087E1F4C58D}" dt="2022-02-23T05:31:58.136" v="6" actId="47"/>
        <pc:sldMkLst>
          <pc:docMk/>
          <pc:sldMk cId="2420303229" sldId="398"/>
        </pc:sldMkLst>
      </pc:sldChg>
      <pc:sldChg chg="modSp add mod">
        <pc:chgData name="Yeo Xiong Wei, Jonathan" userId="ac2b658e-7ce1-44bb-9f9f-bf4198ceaa29" providerId="ADAL" clId="{B23C9593-45B4-4C1F-9948-0087E1F4C58D}" dt="2022-02-23T05:54:32.630" v="1707" actId="20577"/>
        <pc:sldMkLst>
          <pc:docMk/>
          <pc:sldMk cId="3367227212" sldId="398"/>
        </pc:sldMkLst>
        <pc:spChg chg="mod">
          <ac:chgData name="Yeo Xiong Wei, Jonathan" userId="ac2b658e-7ce1-44bb-9f9f-bf4198ceaa29" providerId="ADAL" clId="{B23C9593-45B4-4C1F-9948-0087E1F4C58D}" dt="2022-02-23T05:48:10.766" v="1290" actId="20577"/>
          <ac:spMkLst>
            <pc:docMk/>
            <pc:sldMk cId="3367227212" sldId="398"/>
            <ac:spMk id="25601" creationId="{00000000-0000-0000-0000-000000000000}"/>
          </ac:spMkLst>
        </pc:spChg>
        <pc:spChg chg="mod">
          <ac:chgData name="Yeo Xiong Wei, Jonathan" userId="ac2b658e-7ce1-44bb-9f9f-bf4198ceaa29" providerId="ADAL" clId="{B23C9593-45B4-4C1F-9948-0087E1F4C58D}" dt="2022-02-23T05:54:32.630" v="1707" actId="20577"/>
          <ac:spMkLst>
            <pc:docMk/>
            <pc:sldMk cId="3367227212" sldId="398"/>
            <ac:spMk id="25602" creationId="{00000000-0000-0000-0000-000000000000}"/>
          </ac:spMkLst>
        </pc:spChg>
      </pc:sldChg>
      <pc:sldChg chg="modSp add mod">
        <pc:chgData name="Yeo Xiong Wei, Jonathan" userId="ac2b658e-7ce1-44bb-9f9f-bf4198ceaa29" providerId="ADAL" clId="{B23C9593-45B4-4C1F-9948-0087E1F4C58D}" dt="2022-02-23T06:04:39.893" v="2692" actId="113"/>
        <pc:sldMkLst>
          <pc:docMk/>
          <pc:sldMk cId="279134021" sldId="399"/>
        </pc:sldMkLst>
        <pc:spChg chg="mod">
          <ac:chgData name="Yeo Xiong Wei, Jonathan" userId="ac2b658e-7ce1-44bb-9f9f-bf4198ceaa29" providerId="ADAL" clId="{B23C9593-45B4-4C1F-9948-0087E1F4C58D}" dt="2022-02-23T05:54:52.372" v="1723" actId="20577"/>
          <ac:spMkLst>
            <pc:docMk/>
            <pc:sldMk cId="279134021" sldId="399"/>
            <ac:spMk id="25601" creationId="{00000000-0000-0000-0000-000000000000}"/>
          </ac:spMkLst>
        </pc:spChg>
        <pc:spChg chg="mod">
          <ac:chgData name="Yeo Xiong Wei, Jonathan" userId="ac2b658e-7ce1-44bb-9f9f-bf4198ceaa29" providerId="ADAL" clId="{B23C9593-45B4-4C1F-9948-0087E1F4C58D}" dt="2022-02-23T06:04:39.893" v="2692" actId="113"/>
          <ac:spMkLst>
            <pc:docMk/>
            <pc:sldMk cId="279134021" sldId="399"/>
            <ac:spMk id="25602" creationId="{00000000-0000-0000-0000-000000000000}"/>
          </ac:spMkLst>
        </pc:spChg>
      </pc:sldChg>
      <pc:sldChg chg="del">
        <pc:chgData name="Yeo Xiong Wei, Jonathan" userId="ac2b658e-7ce1-44bb-9f9f-bf4198ceaa29" providerId="ADAL" clId="{B23C9593-45B4-4C1F-9948-0087E1F4C58D}" dt="2022-02-23T05:31:58.136" v="6" actId="47"/>
        <pc:sldMkLst>
          <pc:docMk/>
          <pc:sldMk cId="3934663697" sldId="399"/>
        </pc:sldMkLst>
      </pc:sldChg>
      <pc:sldChg chg="modSp add mod ord">
        <pc:chgData name="Yeo Xiong Wei, Jonathan" userId="ac2b658e-7ce1-44bb-9f9f-bf4198ceaa29" providerId="ADAL" clId="{B23C9593-45B4-4C1F-9948-0087E1F4C58D}" dt="2022-02-23T06:08:30.642" v="3168"/>
        <pc:sldMkLst>
          <pc:docMk/>
          <pc:sldMk cId="3060003268" sldId="400"/>
        </pc:sldMkLst>
        <pc:spChg chg="mod">
          <ac:chgData name="Yeo Xiong Wei, Jonathan" userId="ac2b658e-7ce1-44bb-9f9f-bf4198ceaa29" providerId="ADAL" clId="{B23C9593-45B4-4C1F-9948-0087E1F4C58D}" dt="2022-02-23T05:58:36.613" v="2212" actId="20577"/>
          <ac:spMkLst>
            <pc:docMk/>
            <pc:sldMk cId="3060003268" sldId="400"/>
            <ac:spMk id="25601" creationId="{00000000-0000-0000-0000-000000000000}"/>
          </ac:spMkLst>
        </pc:spChg>
        <pc:spChg chg="mod">
          <ac:chgData name="Yeo Xiong Wei, Jonathan" userId="ac2b658e-7ce1-44bb-9f9f-bf4198ceaa29" providerId="ADAL" clId="{B23C9593-45B4-4C1F-9948-0087E1F4C58D}" dt="2022-02-23T06:08:15.653" v="3166" actId="20577"/>
          <ac:spMkLst>
            <pc:docMk/>
            <pc:sldMk cId="3060003268" sldId="400"/>
            <ac:spMk id="25602" creationId="{00000000-0000-0000-0000-000000000000}"/>
          </ac:spMkLst>
        </pc:spChg>
      </pc:sldChg>
      <pc:sldChg chg="del">
        <pc:chgData name="Yeo Xiong Wei, Jonathan" userId="ac2b658e-7ce1-44bb-9f9f-bf4198ceaa29" providerId="ADAL" clId="{B23C9593-45B4-4C1F-9948-0087E1F4C58D}" dt="2022-02-23T05:31:58.136" v="6" actId="47"/>
        <pc:sldMkLst>
          <pc:docMk/>
          <pc:sldMk cId="3558677788" sldId="400"/>
        </pc:sldMkLst>
      </pc:sldChg>
      <pc:sldChg chg="modSp add mod">
        <pc:chgData name="Yeo Xiong Wei, Jonathan" userId="ac2b658e-7ce1-44bb-9f9f-bf4198ceaa29" providerId="ADAL" clId="{B23C9593-45B4-4C1F-9948-0087E1F4C58D}" dt="2022-02-23T06:14:36.540" v="3319" actId="20577"/>
        <pc:sldMkLst>
          <pc:docMk/>
          <pc:sldMk cId="76355555" sldId="401"/>
        </pc:sldMkLst>
        <pc:spChg chg="mod">
          <ac:chgData name="Yeo Xiong Wei, Jonathan" userId="ac2b658e-7ce1-44bb-9f9f-bf4198ceaa29" providerId="ADAL" clId="{B23C9593-45B4-4C1F-9948-0087E1F4C58D}" dt="2022-02-23T06:04:51.148" v="2698" actId="20577"/>
          <ac:spMkLst>
            <pc:docMk/>
            <pc:sldMk cId="76355555" sldId="401"/>
            <ac:spMk id="25601" creationId="{00000000-0000-0000-0000-000000000000}"/>
          </ac:spMkLst>
        </pc:spChg>
        <pc:spChg chg="mod">
          <ac:chgData name="Yeo Xiong Wei, Jonathan" userId="ac2b658e-7ce1-44bb-9f9f-bf4198ceaa29" providerId="ADAL" clId="{B23C9593-45B4-4C1F-9948-0087E1F4C58D}" dt="2022-02-23T06:14:36.540" v="3319" actId="20577"/>
          <ac:spMkLst>
            <pc:docMk/>
            <pc:sldMk cId="76355555" sldId="401"/>
            <ac:spMk id="25602" creationId="{00000000-0000-0000-0000-000000000000}"/>
          </ac:spMkLst>
        </pc:spChg>
      </pc:sldChg>
      <pc:sldChg chg="addSp delSp modSp new del mod">
        <pc:chgData name="Yeo Xiong Wei, Jonathan" userId="ac2b658e-7ce1-44bb-9f9f-bf4198ceaa29" providerId="ADAL" clId="{B23C9593-45B4-4C1F-9948-0087E1F4C58D}" dt="2022-02-23T06:22:27.477" v="3744" actId="47"/>
        <pc:sldMkLst>
          <pc:docMk/>
          <pc:sldMk cId="2751884866" sldId="402"/>
        </pc:sldMkLst>
        <pc:spChg chg="del">
          <ac:chgData name="Yeo Xiong Wei, Jonathan" userId="ac2b658e-7ce1-44bb-9f9f-bf4198ceaa29" providerId="ADAL" clId="{B23C9593-45B4-4C1F-9948-0087E1F4C58D}" dt="2022-02-23T06:21:43.237" v="3667" actId="478"/>
          <ac:spMkLst>
            <pc:docMk/>
            <pc:sldMk cId="2751884866" sldId="402"/>
            <ac:spMk id="2" creationId="{57F83203-80AA-45D6-B35B-B327F18225E6}"/>
          </ac:spMkLst>
        </pc:spChg>
        <pc:spChg chg="del">
          <ac:chgData name="Yeo Xiong Wei, Jonathan" userId="ac2b658e-7ce1-44bb-9f9f-bf4198ceaa29" providerId="ADAL" clId="{B23C9593-45B4-4C1F-9948-0087E1F4C58D}" dt="2022-02-23T06:21:44.171" v="3668" actId="478"/>
          <ac:spMkLst>
            <pc:docMk/>
            <pc:sldMk cId="2751884866" sldId="402"/>
            <ac:spMk id="3" creationId="{827D23F7-B8B6-4834-9CDF-565BBBD2C568}"/>
          </ac:spMkLst>
        </pc:spChg>
        <pc:spChg chg="add del mod">
          <ac:chgData name="Yeo Xiong Wei, Jonathan" userId="ac2b658e-7ce1-44bb-9f9f-bf4198ceaa29" providerId="ADAL" clId="{B23C9593-45B4-4C1F-9948-0087E1F4C58D}" dt="2022-02-23T06:22:12.122" v="3742" actId="478"/>
          <ac:spMkLst>
            <pc:docMk/>
            <pc:sldMk cId="2751884866" sldId="402"/>
            <ac:spMk id="5" creationId="{40BF64CD-AFA4-4315-9598-D0935F06EDFD}"/>
          </ac:spMkLst>
        </pc:spChg>
      </pc:sldChg>
      <pc:sldChg chg="del">
        <pc:chgData name="Yeo Xiong Wei, Jonathan" userId="ac2b658e-7ce1-44bb-9f9f-bf4198ceaa29" providerId="ADAL" clId="{B23C9593-45B4-4C1F-9948-0087E1F4C58D}" dt="2022-02-23T05:31:58.136" v="6" actId="47"/>
        <pc:sldMkLst>
          <pc:docMk/>
          <pc:sldMk cId="3421103426" sldId="403"/>
        </pc:sldMkLst>
      </pc:sldChg>
      <pc:sldChg chg="del">
        <pc:chgData name="Yeo Xiong Wei, Jonathan" userId="ac2b658e-7ce1-44bb-9f9f-bf4198ceaa29" providerId="ADAL" clId="{B23C9593-45B4-4C1F-9948-0087E1F4C58D}" dt="2022-02-23T05:31:58.136" v="6" actId="47"/>
        <pc:sldMkLst>
          <pc:docMk/>
          <pc:sldMk cId="3542244236" sldId="405"/>
        </pc:sldMkLst>
      </pc:sldChg>
      <pc:sldChg chg="del">
        <pc:chgData name="Yeo Xiong Wei, Jonathan" userId="ac2b658e-7ce1-44bb-9f9f-bf4198ceaa29" providerId="ADAL" clId="{B23C9593-45B4-4C1F-9948-0087E1F4C58D}" dt="2022-02-23T05:31:58.136" v="6" actId="47"/>
        <pc:sldMkLst>
          <pc:docMk/>
          <pc:sldMk cId="1910679387" sldId="406"/>
        </pc:sldMkLst>
      </pc:sldChg>
      <pc:sldChg chg="del">
        <pc:chgData name="Yeo Xiong Wei, Jonathan" userId="ac2b658e-7ce1-44bb-9f9f-bf4198ceaa29" providerId="ADAL" clId="{B23C9593-45B4-4C1F-9948-0087E1F4C58D}" dt="2022-02-23T05:31:58.136" v="6" actId="47"/>
        <pc:sldMkLst>
          <pc:docMk/>
          <pc:sldMk cId="2307157780" sldId="407"/>
        </pc:sldMkLst>
      </pc:sldChg>
      <pc:sldChg chg="del">
        <pc:chgData name="Yeo Xiong Wei, Jonathan" userId="ac2b658e-7ce1-44bb-9f9f-bf4198ceaa29" providerId="ADAL" clId="{B23C9593-45B4-4C1F-9948-0087E1F4C58D}" dt="2022-02-23T05:31:58.136" v="6" actId="47"/>
        <pc:sldMkLst>
          <pc:docMk/>
          <pc:sldMk cId="896693958" sldId="408"/>
        </pc:sldMkLst>
      </pc:sldChg>
      <pc:sldChg chg="del">
        <pc:chgData name="Yeo Xiong Wei, Jonathan" userId="ac2b658e-7ce1-44bb-9f9f-bf4198ceaa29" providerId="ADAL" clId="{B23C9593-45B4-4C1F-9948-0087E1F4C58D}" dt="2022-02-23T05:31:58.136" v="6" actId="47"/>
        <pc:sldMkLst>
          <pc:docMk/>
          <pc:sldMk cId="169008789" sldId="409"/>
        </pc:sldMkLst>
      </pc:sldChg>
      <pc:sldChg chg="del">
        <pc:chgData name="Yeo Xiong Wei, Jonathan" userId="ac2b658e-7ce1-44bb-9f9f-bf4198ceaa29" providerId="ADAL" clId="{B23C9593-45B4-4C1F-9948-0087E1F4C58D}" dt="2022-02-23T05:31:58.136" v="6" actId="47"/>
        <pc:sldMkLst>
          <pc:docMk/>
          <pc:sldMk cId="769071989" sldId="410"/>
        </pc:sldMkLst>
      </pc:sldChg>
      <pc:sldChg chg="del">
        <pc:chgData name="Yeo Xiong Wei, Jonathan" userId="ac2b658e-7ce1-44bb-9f9f-bf4198ceaa29" providerId="ADAL" clId="{B23C9593-45B4-4C1F-9948-0087E1F4C58D}" dt="2022-02-23T05:31:58.136" v="6" actId="47"/>
        <pc:sldMkLst>
          <pc:docMk/>
          <pc:sldMk cId="128893773" sldId="411"/>
        </pc:sldMkLst>
      </pc:sldChg>
      <pc:sldChg chg="del">
        <pc:chgData name="Yeo Xiong Wei, Jonathan" userId="ac2b658e-7ce1-44bb-9f9f-bf4198ceaa29" providerId="ADAL" clId="{B23C9593-45B4-4C1F-9948-0087E1F4C58D}" dt="2022-02-23T05:31:58.136" v="6" actId="47"/>
        <pc:sldMkLst>
          <pc:docMk/>
          <pc:sldMk cId="2995093410" sldId="412"/>
        </pc:sldMkLst>
      </pc:sldChg>
      <pc:sldChg chg="del">
        <pc:chgData name="Yeo Xiong Wei, Jonathan" userId="ac2b658e-7ce1-44bb-9f9f-bf4198ceaa29" providerId="ADAL" clId="{B23C9593-45B4-4C1F-9948-0087E1F4C58D}" dt="2022-02-23T05:31:58.136" v="6" actId="47"/>
        <pc:sldMkLst>
          <pc:docMk/>
          <pc:sldMk cId="2574581050" sldId="413"/>
        </pc:sldMkLst>
      </pc:sldChg>
      <pc:sldChg chg="del">
        <pc:chgData name="Yeo Xiong Wei, Jonathan" userId="ac2b658e-7ce1-44bb-9f9f-bf4198ceaa29" providerId="ADAL" clId="{B23C9593-45B4-4C1F-9948-0087E1F4C58D}" dt="2022-02-23T05:31:58.136" v="6" actId="47"/>
        <pc:sldMkLst>
          <pc:docMk/>
          <pc:sldMk cId="2271291014" sldId="414"/>
        </pc:sldMkLst>
      </pc:sldChg>
      <pc:sldChg chg="del">
        <pc:chgData name="Yeo Xiong Wei, Jonathan" userId="ac2b658e-7ce1-44bb-9f9f-bf4198ceaa29" providerId="ADAL" clId="{B23C9593-45B4-4C1F-9948-0087E1F4C58D}" dt="2022-02-23T05:31:58.136" v="6" actId="47"/>
        <pc:sldMkLst>
          <pc:docMk/>
          <pc:sldMk cId="4146181364" sldId="415"/>
        </pc:sldMkLst>
      </pc:sldChg>
      <pc:sldChg chg="del">
        <pc:chgData name="Yeo Xiong Wei, Jonathan" userId="ac2b658e-7ce1-44bb-9f9f-bf4198ceaa29" providerId="ADAL" clId="{B23C9593-45B4-4C1F-9948-0087E1F4C58D}" dt="2022-02-23T05:31:58.136" v="6" actId="47"/>
        <pc:sldMkLst>
          <pc:docMk/>
          <pc:sldMk cId="278165" sldId="416"/>
        </pc:sldMkLst>
      </pc:sldChg>
      <pc:sldChg chg="del">
        <pc:chgData name="Yeo Xiong Wei, Jonathan" userId="ac2b658e-7ce1-44bb-9f9f-bf4198ceaa29" providerId="ADAL" clId="{B23C9593-45B4-4C1F-9948-0087E1F4C58D}" dt="2022-02-23T05:31:58.136" v="6" actId="47"/>
        <pc:sldMkLst>
          <pc:docMk/>
          <pc:sldMk cId="2370088996" sldId="417"/>
        </pc:sldMkLst>
      </pc:sldChg>
      <pc:sldChg chg="del">
        <pc:chgData name="Yeo Xiong Wei, Jonathan" userId="ac2b658e-7ce1-44bb-9f9f-bf4198ceaa29" providerId="ADAL" clId="{B23C9593-45B4-4C1F-9948-0087E1F4C58D}" dt="2022-02-23T05:31:58.136" v="6" actId="47"/>
        <pc:sldMkLst>
          <pc:docMk/>
          <pc:sldMk cId="3660608342" sldId="418"/>
        </pc:sldMkLst>
      </pc:sldChg>
      <pc:sldChg chg="modSp add mod">
        <pc:chgData name="Yeo Xiong Wei, Jonathan" userId="ac2b658e-7ce1-44bb-9f9f-bf4198ceaa29" providerId="ADAL" clId="{B23C9593-45B4-4C1F-9948-0087E1F4C58D}" dt="2022-02-23T06:23:05.964" v="3872" actId="5793"/>
        <pc:sldMkLst>
          <pc:docMk/>
          <pc:sldMk cId="627690055" sldId="987"/>
        </pc:sldMkLst>
        <pc:spChg chg="mod">
          <ac:chgData name="Yeo Xiong Wei, Jonathan" userId="ac2b658e-7ce1-44bb-9f9f-bf4198ceaa29" providerId="ADAL" clId="{B23C9593-45B4-4C1F-9948-0087E1F4C58D}" dt="2022-02-23T06:23:05.964" v="3872" actId="5793"/>
          <ac:spMkLst>
            <pc:docMk/>
            <pc:sldMk cId="627690055" sldId="987"/>
            <ac:spMk id="2" creationId="{EAE8B178-01C8-4DCD-B46E-160FEEC9F757}"/>
          </ac:spMkLst>
        </pc:spChg>
      </pc:sldChg>
      <pc:sldChg chg="modSp add mod">
        <pc:chgData name="Yeo Xiong Wei, Jonathan" userId="ac2b658e-7ce1-44bb-9f9f-bf4198ceaa29" providerId="ADAL" clId="{B23C9593-45B4-4C1F-9948-0087E1F4C58D}" dt="2022-02-23T06:24:10.643" v="3888" actId="20577"/>
        <pc:sldMkLst>
          <pc:docMk/>
          <pc:sldMk cId="1402013163" sldId="988"/>
        </pc:sldMkLst>
        <pc:spChg chg="mod">
          <ac:chgData name="Yeo Xiong Wei, Jonathan" userId="ac2b658e-7ce1-44bb-9f9f-bf4198ceaa29" providerId="ADAL" clId="{B23C9593-45B4-4C1F-9948-0087E1F4C58D}" dt="2022-02-23T06:24:10.643" v="3888" actId="20577"/>
          <ac:spMkLst>
            <pc:docMk/>
            <pc:sldMk cId="1402013163" sldId="988"/>
            <ac:spMk id="2" creationId="{EAE8B178-01C8-4DCD-B46E-160FEEC9F757}"/>
          </ac:spMkLst>
        </pc:spChg>
      </pc:sldChg>
      <pc:sldChg chg="modSp add mod">
        <pc:chgData name="Yeo Xiong Wei, Jonathan" userId="ac2b658e-7ce1-44bb-9f9f-bf4198ceaa29" providerId="ADAL" clId="{B23C9593-45B4-4C1F-9948-0087E1F4C58D}" dt="2022-02-23T06:26:24.323" v="4108" actId="20577"/>
        <pc:sldMkLst>
          <pc:docMk/>
          <pc:sldMk cId="518114417" sldId="989"/>
        </pc:sldMkLst>
        <pc:spChg chg="mod">
          <ac:chgData name="Yeo Xiong Wei, Jonathan" userId="ac2b658e-7ce1-44bb-9f9f-bf4198ceaa29" providerId="ADAL" clId="{B23C9593-45B4-4C1F-9948-0087E1F4C58D}" dt="2022-02-23T06:26:24.323" v="4108" actId="20577"/>
          <ac:spMkLst>
            <pc:docMk/>
            <pc:sldMk cId="518114417" sldId="989"/>
            <ac:spMk id="2" creationId="{EAE8B178-01C8-4DCD-B46E-160FEEC9F757}"/>
          </ac:spMkLst>
        </pc:spChg>
      </pc:sldChg>
      <pc:sldChg chg="modSp add mod">
        <pc:chgData name="Yeo Xiong Wei, Jonathan" userId="ac2b658e-7ce1-44bb-9f9f-bf4198ceaa29" providerId="ADAL" clId="{B23C9593-45B4-4C1F-9948-0087E1F4C58D}" dt="2022-02-23T06:44:01.569" v="4916" actId="20577"/>
        <pc:sldMkLst>
          <pc:docMk/>
          <pc:sldMk cId="4184611179" sldId="990"/>
        </pc:sldMkLst>
        <pc:spChg chg="mod">
          <ac:chgData name="Yeo Xiong Wei, Jonathan" userId="ac2b658e-7ce1-44bb-9f9f-bf4198ceaa29" providerId="ADAL" clId="{B23C9593-45B4-4C1F-9948-0087E1F4C58D}" dt="2022-02-23T06:44:01.569" v="4916" actId="20577"/>
          <ac:spMkLst>
            <pc:docMk/>
            <pc:sldMk cId="4184611179" sldId="990"/>
            <ac:spMk id="2" creationId="{EAE8B178-01C8-4DCD-B46E-160FEEC9F757}"/>
          </ac:spMkLst>
        </pc:spChg>
      </pc:sldChg>
      <pc:sldChg chg="add del">
        <pc:chgData name="Yeo Xiong Wei, Jonathan" userId="ac2b658e-7ce1-44bb-9f9f-bf4198ceaa29" providerId="ADAL" clId="{B23C9593-45B4-4C1F-9948-0087E1F4C58D}" dt="2022-02-23T06:58:29.032" v="5435" actId="47"/>
        <pc:sldMkLst>
          <pc:docMk/>
          <pc:sldMk cId="2199308374" sldId="991"/>
        </pc:sldMkLst>
      </pc:sldChg>
      <pc:sldChg chg="add del">
        <pc:chgData name="Yeo Xiong Wei, Jonathan" userId="ac2b658e-7ce1-44bb-9f9f-bf4198ceaa29" providerId="ADAL" clId="{B23C9593-45B4-4C1F-9948-0087E1F4C58D}" dt="2022-02-23T06:58:51.058" v="5453" actId="47"/>
        <pc:sldMkLst>
          <pc:docMk/>
          <pc:sldMk cId="714093853" sldId="992"/>
        </pc:sldMkLst>
      </pc:sldChg>
      <pc:sldChg chg="addSp delSp modSp add del mod">
        <pc:chgData name="Yeo Xiong Wei, Jonathan" userId="ac2b658e-7ce1-44bb-9f9f-bf4198ceaa29" providerId="ADAL" clId="{B23C9593-45B4-4C1F-9948-0087E1F4C58D}" dt="2022-02-23T10:42:06.136" v="11249" actId="47"/>
        <pc:sldMkLst>
          <pc:docMk/>
          <pc:sldMk cId="3022442325" sldId="993"/>
        </pc:sldMkLst>
        <pc:spChg chg="add del mod">
          <ac:chgData name="Yeo Xiong Wei, Jonathan" userId="ac2b658e-7ce1-44bb-9f9f-bf4198ceaa29" providerId="ADAL" clId="{B23C9593-45B4-4C1F-9948-0087E1F4C58D}" dt="2022-02-23T10:31:13.060" v="10340" actId="478"/>
          <ac:spMkLst>
            <pc:docMk/>
            <pc:sldMk cId="3022442325" sldId="993"/>
            <ac:spMk id="6" creationId="{56FD26B8-F359-4AF9-8D65-1F5E3796A2BE}"/>
          </ac:spMkLst>
        </pc:spChg>
        <pc:spChg chg="add mod">
          <ac:chgData name="Yeo Xiong Wei, Jonathan" userId="ac2b658e-7ce1-44bb-9f9f-bf4198ceaa29" providerId="ADAL" clId="{B23C9593-45B4-4C1F-9948-0087E1F4C58D}" dt="2022-02-23T06:58:42.519" v="5451" actId="1076"/>
          <ac:spMkLst>
            <pc:docMk/>
            <pc:sldMk cId="3022442325" sldId="993"/>
            <ac:spMk id="7" creationId="{F4DE4B98-3833-4897-969A-8E47BB5C2426}"/>
          </ac:spMkLst>
        </pc:spChg>
        <pc:spChg chg="add mod">
          <ac:chgData name="Yeo Xiong Wei, Jonathan" userId="ac2b658e-7ce1-44bb-9f9f-bf4198ceaa29" providerId="ADAL" clId="{B23C9593-45B4-4C1F-9948-0087E1F4C58D}" dt="2022-02-23T10:31:18.853" v="10342" actId="1076"/>
          <ac:spMkLst>
            <pc:docMk/>
            <pc:sldMk cId="3022442325" sldId="993"/>
            <ac:spMk id="9" creationId="{B3F35F4B-13D5-4032-A6DA-1017ACC3B236}"/>
          </ac:spMkLst>
        </pc:spChg>
        <pc:spChg chg="add mod">
          <ac:chgData name="Yeo Xiong Wei, Jonathan" userId="ac2b658e-7ce1-44bb-9f9f-bf4198ceaa29" providerId="ADAL" clId="{B23C9593-45B4-4C1F-9948-0087E1F4C58D}" dt="2022-02-23T06:58:42.519" v="5451" actId="1076"/>
          <ac:spMkLst>
            <pc:docMk/>
            <pc:sldMk cId="3022442325" sldId="993"/>
            <ac:spMk id="11" creationId="{DBF82D1E-D122-4A7B-B845-4AD3B2C98102}"/>
          </ac:spMkLst>
        </pc:spChg>
        <pc:spChg chg="add mod">
          <ac:chgData name="Yeo Xiong Wei, Jonathan" userId="ac2b658e-7ce1-44bb-9f9f-bf4198ceaa29" providerId="ADAL" clId="{B23C9593-45B4-4C1F-9948-0087E1F4C58D}" dt="2022-02-23T06:58:42.519" v="5451" actId="1076"/>
          <ac:spMkLst>
            <pc:docMk/>
            <pc:sldMk cId="3022442325" sldId="993"/>
            <ac:spMk id="13" creationId="{074C0613-C4B3-4DD4-B42D-E7D94608749E}"/>
          </ac:spMkLst>
        </pc:spChg>
        <pc:spChg chg="add mod">
          <ac:chgData name="Yeo Xiong Wei, Jonathan" userId="ac2b658e-7ce1-44bb-9f9f-bf4198ceaa29" providerId="ADAL" clId="{B23C9593-45B4-4C1F-9948-0087E1F4C58D}" dt="2022-02-23T06:58:42.519" v="5451" actId="1076"/>
          <ac:spMkLst>
            <pc:docMk/>
            <pc:sldMk cId="3022442325" sldId="993"/>
            <ac:spMk id="15" creationId="{D37DDF08-8CA9-42F0-8166-84CBFA07BAE9}"/>
          </ac:spMkLst>
        </pc:spChg>
        <pc:spChg chg="mod">
          <ac:chgData name="Yeo Xiong Wei, Jonathan" userId="ac2b658e-7ce1-44bb-9f9f-bf4198ceaa29" providerId="ADAL" clId="{B23C9593-45B4-4C1F-9948-0087E1F4C58D}" dt="2022-02-23T06:51:01.863" v="5424" actId="20577"/>
          <ac:spMkLst>
            <pc:docMk/>
            <pc:sldMk cId="3022442325" sldId="993"/>
            <ac:spMk id="39937" creationId="{00000000-0000-0000-0000-000000000000}"/>
          </ac:spMkLst>
        </pc:spChg>
        <pc:spChg chg="mod">
          <ac:chgData name="Yeo Xiong Wei, Jonathan" userId="ac2b658e-7ce1-44bb-9f9f-bf4198ceaa29" providerId="ADAL" clId="{B23C9593-45B4-4C1F-9948-0087E1F4C58D}" dt="2022-02-23T10:33:50.002" v="10518" actId="20577"/>
          <ac:spMkLst>
            <pc:docMk/>
            <pc:sldMk cId="3022442325" sldId="993"/>
            <ac:spMk id="39938" creationId="{00000000-0000-0000-0000-000000000000}"/>
          </ac:spMkLst>
        </pc:spChg>
        <pc:picChg chg="add del mod">
          <ac:chgData name="Yeo Xiong Wei, Jonathan" userId="ac2b658e-7ce1-44bb-9f9f-bf4198ceaa29" providerId="ADAL" clId="{B23C9593-45B4-4C1F-9948-0087E1F4C58D}" dt="2022-02-23T10:30:38.628" v="10286" actId="478"/>
          <ac:picMkLst>
            <pc:docMk/>
            <pc:sldMk cId="3022442325" sldId="993"/>
            <ac:picMk id="5" creationId="{59055515-4622-410A-817B-17956873F16A}"/>
          </ac:picMkLst>
        </pc:picChg>
        <pc:picChg chg="add mod">
          <ac:chgData name="Yeo Xiong Wei, Jonathan" userId="ac2b658e-7ce1-44bb-9f9f-bf4198ceaa29" providerId="ADAL" clId="{B23C9593-45B4-4C1F-9948-0087E1F4C58D}" dt="2022-02-23T06:58:42.519" v="5451" actId="1076"/>
          <ac:picMkLst>
            <pc:docMk/>
            <pc:sldMk cId="3022442325" sldId="993"/>
            <ac:picMk id="8" creationId="{0C8E0F86-7B5F-4530-82AB-C05B98AC38AB}"/>
          </ac:picMkLst>
        </pc:picChg>
        <pc:picChg chg="add mod">
          <ac:chgData name="Yeo Xiong Wei, Jonathan" userId="ac2b658e-7ce1-44bb-9f9f-bf4198ceaa29" providerId="ADAL" clId="{B23C9593-45B4-4C1F-9948-0087E1F4C58D}" dt="2022-02-23T06:58:42.519" v="5451" actId="1076"/>
          <ac:picMkLst>
            <pc:docMk/>
            <pc:sldMk cId="3022442325" sldId="993"/>
            <ac:picMk id="10" creationId="{4374DD43-A19F-4432-9E9C-E984391EE27B}"/>
          </ac:picMkLst>
        </pc:picChg>
        <pc:picChg chg="add mod">
          <ac:chgData name="Yeo Xiong Wei, Jonathan" userId="ac2b658e-7ce1-44bb-9f9f-bf4198ceaa29" providerId="ADAL" clId="{B23C9593-45B4-4C1F-9948-0087E1F4C58D}" dt="2022-02-23T06:58:42.519" v="5451" actId="1076"/>
          <ac:picMkLst>
            <pc:docMk/>
            <pc:sldMk cId="3022442325" sldId="993"/>
            <ac:picMk id="12" creationId="{DE85DCF4-CEAF-4E4A-8323-8B13AEFCD8EA}"/>
          </ac:picMkLst>
        </pc:picChg>
        <pc:picChg chg="add mod">
          <ac:chgData name="Yeo Xiong Wei, Jonathan" userId="ac2b658e-7ce1-44bb-9f9f-bf4198ceaa29" providerId="ADAL" clId="{B23C9593-45B4-4C1F-9948-0087E1F4C58D}" dt="2022-02-23T06:58:42.519" v="5451" actId="1076"/>
          <ac:picMkLst>
            <pc:docMk/>
            <pc:sldMk cId="3022442325" sldId="993"/>
            <ac:picMk id="14" creationId="{A232B932-2908-4921-83A5-E661B693B4FC}"/>
          </ac:picMkLst>
        </pc:picChg>
      </pc:sldChg>
      <pc:sldChg chg="modSp add del mod">
        <pc:chgData name="Yeo Xiong Wei, Jonathan" userId="ac2b658e-7ce1-44bb-9f9f-bf4198ceaa29" providerId="ADAL" clId="{B23C9593-45B4-4C1F-9948-0087E1F4C58D}" dt="2022-02-23T06:59:31.377" v="5495" actId="47"/>
        <pc:sldMkLst>
          <pc:docMk/>
          <pc:sldMk cId="2108861597" sldId="994"/>
        </pc:sldMkLst>
        <pc:spChg chg="mod">
          <ac:chgData name="Yeo Xiong Wei, Jonathan" userId="ac2b658e-7ce1-44bb-9f9f-bf4198ceaa29" providerId="ADAL" clId="{B23C9593-45B4-4C1F-9948-0087E1F4C58D}" dt="2022-02-23T06:59:25.121" v="5492" actId="20577"/>
          <ac:spMkLst>
            <pc:docMk/>
            <pc:sldMk cId="2108861597" sldId="994"/>
            <ac:spMk id="39937" creationId="{00000000-0000-0000-0000-000000000000}"/>
          </ac:spMkLst>
        </pc:spChg>
      </pc:sldChg>
      <pc:sldChg chg="modSp add mod">
        <pc:chgData name="Yeo Xiong Wei, Jonathan" userId="ac2b658e-7ce1-44bb-9f9f-bf4198ceaa29" providerId="ADAL" clId="{B23C9593-45B4-4C1F-9948-0087E1F4C58D}" dt="2022-02-23T09:36:44.386" v="8490" actId="20577"/>
        <pc:sldMkLst>
          <pc:docMk/>
          <pc:sldMk cId="1413307756" sldId="995"/>
        </pc:sldMkLst>
        <pc:spChg chg="mod">
          <ac:chgData name="Yeo Xiong Wei, Jonathan" userId="ac2b658e-7ce1-44bb-9f9f-bf4198ceaa29" providerId="ADAL" clId="{B23C9593-45B4-4C1F-9948-0087E1F4C58D}" dt="2022-02-23T07:05:13.303" v="6490" actId="20577"/>
          <ac:spMkLst>
            <pc:docMk/>
            <pc:sldMk cId="1413307756" sldId="995"/>
            <ac:spMk id="37889" creationId="{00000000-0000-0000-0000-000000000000}"/>
          </ac:spMkLst>
        </pc:spChg>
        <pc:spChg chg="mod">
          <ac:chgData name="Yeo Xiong Wei, Jonathan" userId="ac2b658e-7ce1-44bb-9f9f-bf4198ceaa29" providerId="ADAL" clId="{B23C9593-45B4-4C1F-9948-0087E1F4C58D}" dt="2022-02-23T09:36:44.386" v="8490" actId="20577"/>
          <ac:spMkLst>
            <pc:docMk/>
            <pc:sldMk cId="1413307756" sldId="995"/>
            <ac:spMk id="37890" creationId="{00000000-0000-0000-0000-000000000000}"/>
          </ac:spMkLst>
        </pc:spChg>
      </pc:sldChg>
      <pc:sldChg chg="modSp add mod">
        <pc:chgData name="Yeo Xiong Wei, Jonathan" userId="ac2b658e-7ce1-44bb-9f9f-bf4198ceaa29" providerId="ADAL" clId="{B23C9593-45B4-4C1F-9948-0087E1F4C58D}" dt="2022-02-23T07:04:58.398" v="6468" actId="20577"/>
        <pc:sldMkLst>
          <pc:docMk/>
          <pc:sldMk cId="3163597971" sldId="996"/>
        </pc:sldMkLst>
        <pc:spChg chg="mod">
          <ac:chgData name="Yeo Xiong Wei, Jonathan" userId="ac2b658e-7ce1-44bb-9f9f-bf4198ceaa29" providerId="ADAL" clId="{B23C9593-45B4-4C1F-9948-0087E1F4C58D}" dt="2022-02-23T07:04:58.398" v="6468" actId="20577"/>
          <ac:spMkLst>
            <pc:docMk/>
            <pc:sldMk cId="3163597971" sldId="996"/>
            <ac:spMk id="2" creationId="{EAE8B178-01C8-4DCD-B46E-160FEEC9F757}"/>
          </ac:spMkLst>
        </pc:spChg>
      </pc:sldChg>
      <pc:sldChg chg="modSp add mod ord">
        <pc:chgData name="Yeo Xiong Wei, Jonathan" userId="ac2b658e-7ce1-44bb-9f9f-bf4198ceaa29" providerId="ADAL" clId="{B23C9593-45B4-4C1F-9948-0087E1F4C58D}" dt="2022-02-23T10:05:46.543" v="9069" actId="20577"/>
        <pc:sldMkLst>
          <pc:docMk/>
          <pc:sldMk cId="1314374014" sldId="997"/>
        </pc:sldMkLst>
        <pc:spChg chg="mod">
          <ac:chgData name="Yeo Xiong Wei, Jonathan" userId="ac2b658e-7ce1-44bb-9f9f-bf4198ceaa29" providerId="ADAL" clId="{B23C9593-45B4-4C1F-9948-0087E1F4C58D}" dt="2022-02-23T07:15:48.974" v="7190" actId="20577"/>
          <ac:spMkLst>
            <pc:docMk/>
            <pc:sldMk cId="1314374014" sldId="997"/>
            <ac:spMk id="37889" creationId="{00000000-0000-0000-0000-000000000000}"/>
          </ac:spMkLst>
        </pc:spChg>
        <pc:spChg chg="mod">
          <ac:chgData name="Yeo Xiong Wei, Jonathan" userId="ac2b658e-7ce1-44bb-9f9f-bf4198ceaa29" providerId="ADAL" clId="{B23C9593-45B4-4C1F-9948-0087E1F4C58D}" dt="2022-02-23T10:05:46.543" v="9069" actId="20577"/>
          <ac:spMkLst>
            <pc:docMk/>
            <pc:sldMk cId="1314374014" sldId="997"/>
            <ac:spMk id="37890" creationId="{00000000-0000-0000-0000-000000000000}"/>
          </ac:spMkLst>
        </pc:spChg>
      </pc:sldChg>
      <pc:sldChg chg="add del">
        <pc:chgData name="Yeo Xiong Wei, Jonathan" userId="ac2b658e-7ce1-44bb-9f9f-bf4198ceaa29" providerId="ADAL" clId="{B23C9593-45B4-4C1F-9948-0087E1F4C58D}" dt="2022-02-23T07:22:04.051" v="7757"/>
        <pc:sldMkLst>
          <pc:docMk/>
          <pc:sldMk cId="554958276" sldId="998"/>
        </pc:sldMkLst>
      </pc:sldChg>
      <pc:sldChg chg="addSp delSp modSp add mod ord">
        <pc:chgData name="Yeo Xiong Wei, Jonathan" userId="ac2b658e-7ce1-44bb-9f9f-bf4198ceaa29" providerId="ADAL" clId="{B23C9593-45B4-4C1F-9948-0087E1F4C58D}" dt="2022-02-23T10:05:19.072" v="9037" actId="20577"/>
        <pc:sldMkLst>
          <pc:docMk/>
          <pc:sldMk cId="608881800" sldId="998"/>
        </pc:sldMkLst>
        <pc:spChg chg="add del">
          <ac:chgData name="Yeo Xiong Wei, Jonathan" userId="ac2b658e-7ce1-44bb-9f9f-bf4198ceaa29" providerId="ADAL" clId="{B23C9593-45B4-4C1F-9948-0087E1F4C58D}" dt="2022-02-23T10:04:43.604" v="8922" actId="22"/>
          <ac:spMkLst>
            <pc:docMk/>
            <pc:sldMk cId="608881800" sldId="998"/>
            <ac:spMk id="6" creationId="{BC18BE5D-D8E8-44E0-9E32-40CE20810788}"/>
          </ac:spMkLst>
        </pc:spChg>
        <pc:spChg chg="mod">
          <ac:chgData name="Yeo Xiong Wei, Jonathan" userId="ac2b658e-7ce1-44bb-9f9f-bf4198ceaa29" providerId="ADAL" clId="{B23C9593-45B4-4C1F-9948-0087E1F4C58D}" dt="2022-02-23T10:05:19.072" v="9037" actId="20577"/>
          <ac:spMkLst>
            <pc:docMk/>
            <pc:sldMk cId="608881800" sldId="998"/>
            <ac:spMk id="37890" creationId="{00000000-0000-0000-0000-000000000000}"/>
          </ac:spMkLst>
        </pc:spChg>
      </pc:sldChg>
      <pc:sldChg chg="modSp add mod">
        <pc:chgData name="Yeo Xiong Wei, Jonathan" userId="ac2b658e-7ce1-44bb-9f9f-bf4198ceaa29" providerId="ADAL" clId="{B23C9593-45B4-4C1F-9948-0087E1F4C58D}" dt="2022-02-23T10:05:35.007" v="9040" actId="20577"/>
        <pc:sldMkLst>
          <pc:docMk/>
          <pc:sldMk cId="787323275" sldId="999"/>
        </pc:sldMkLst>
        <pc:spChg chg="mod">
          <ac:chgData name="Yeo Xiong Wei, Jonathan" userId="ac2b658e-7ce1-44bb-9f9f-bf4198ceaa29" providerId="ADAL" clId="{B23C9593-45B4-4C1F-9948-0087E1F4C58D}" dt="2022-02-23T10:05:35.007" v="9040" actId="20577"/>
          <ac:spMkLst>
            <pc:docMk/>
            <pc:sldMk cId="787323275" sldId="999"/>
            <ac:spMk id="37890" creationId="{00000000-0000-0000-0000-000000000000}"/>
          </ac:spMkLst>
        </pc:spChg>
      </pc:sldChg>
      <pc:sldChg chg="modSp add mod">
        <pc:chgData name="Yeo Xiong Wei, Jonathan" userId="ac2b658e-7ce1-44bb-9f9f-bf4198ceaa29" providerId="ADAL" clId="{B23C9593-45B4-4C1F-9948-0087E1F4C58D}" dt="2022-02-23T10:04:00.304" v="8915" actId="20577"/>
        <pc:sldMkLst>
          <pc:docMk/>
          <pc:sldMk cId="3915780247" sldId="1000"/>
        </pc:sldMkLst>
        <pc:spChg chg="mod">
          <ac:chgData name="Yeo Xiong Wei, Jonathan" userId="ac2b658e-7ce1-44bb-9f9f-bf4198ceaa29" providerId="ADAL" clId="{B23C9593-45B4-4C1F-9948-0087E1F4C58D}" dt="2022-02-23T10:04:00.304" v="8915" actId="20577"/>
          <ac:spMkLst>
            <pc:docMk/>
            <pc:sldMk cId="3915780247" sldId="1000"/>
            <ac:spMk id="37890" creationId="{00000000-0000-0000-0000-000000000000}"/>
          </ac:spMkLst>
        </pc:spChg>
      </pc:sldChg>
      <pc:sldChg chg="modSp add mod">
        <pc:chgData name="Yeo Xiong Wei, Jonathan" userId="ac2b658e-7ce1-44bb-9f9f-bf4198ceaa29" providerId="ADAL" clId="{B23C9593-45B4-4C1F-9948-0087E1F4C58D}" dt="2022-02-23T10:12:31.110" v="9416" actId="20577"/>
        <pc:sldMkLst>
          <pc:docMk/>
          <pc:sldMk cId="2691748010" sldId="1001"/>
        </pc:sldMkLst>
        <pc:spChg chg="mod">
          <ac:chgData name="Yeo Xiong Wei, Jonathan" userId="ac2b658e-7ce1-44bb-9f9f-bf4198ceaa29" providerId="ADAL" clId="{B23C9593-45B4-4C1F-9948-0087E1F4C58D}" dt="2022-02-23T10:07:56.398" v="9175" actId="20577"/>
          <ac:spMkLst>
            <pc:docMk/>
            <pc:sldMk cId="2691748010" sldId="1001"/>
            <ac:spMk id="41985" creationId="{00000000-0000-0000-0000-000000000000}"/>
          </ac:spMkLst>
        </pc:spChg>
        <pc:spChg chg="mod">
          <ac:chgData name="Yeo Xiong Wei, Jonathan" userId="ac2b658e-7ce1-44bb-9f9f-bf4198ceaa29" providerId="ADAL" clId="{B23C9593-45B4-4C1F-9948-0087E1F4C58D}" dt="2022-02-23T10:12:31.110" v="9416" actId="20577"/>
          <ac:spMkLst>
            <pc:docMk/>
            <pc:sldMk cId="2691748010" sldId="1001"/>
            <ac:spMk id="41986" creationId="{00000000-0000-0000-0000-000000000000}"/>
          </ac:spMkLst>
        </pc:spChg>
      </pc:sldChg>
      <pc:sldChg chg="modSp add mod">
        <pc:chgData name="Yeo Xiong Wei, Jonathan" userId="ac2b658e-7ce1-44bb-9f9f-bf4198ceaa29" providerId="ADAL" clId="{B23C9593-45B4-4C1F-9948-0087E1F4C58D}" dt="2022-02-23T10:12:53.285" v="9458" actId="20577"/>
        <pc:sldMkLst>
          <pc:docMk/>
          <pc:sldMk cId="2719750064" sldId="1002"/>
        </pc:sldMkLst>
        <pc:spChg chg="mod">
          <ac:chgData name="Yeo Xiong Wei, Jonathan" userId="ac2b658e-7ce1-44bb-9f9f-bf4198ceaa29" providerId="ADAL" clId="{B23C9593-45B4-4C1F-9948-0087E1F4C58D}" dt="2022-02-23T10:12:53.285" v="9458" actId="20577"/>
          <ac:spMkLst>
            <pc:docMk/>
            <pc:sldMk cId="2719750064" sldId="1002"/>
            <ac:spMk id="2" creationId="{EAE8B178-01C8-4DCD-B46E-160FEEC9F757}"/>
          </ac:spMkLst>
        </pc:spChg>
      </pc:sldChg>
      <pc:sldChg chg="modSp add mod">
        <pc:chgData name="Yeo Xiong Wei, Jonathan" userId="ac2b658e-7ce1-44bb-9f9f-bf4198ceaa29" providerId="ADAL" clId="{B23C9593-45B4-4C1F-9948-0087E1F4C58D}" dt="2022-02-23T10:28:58.006" v="10205" actId="20577"/>
        <pc:sldMkLst>
          <pc:docMk/>
          <pc:sldMk cId="889467151" sldId="1003"/>
        </pc:sldMkLst>
        <pc:spChg chg="mod">
          <ac:chgData name="Yeo Xiong Wei, Jonathan" userId="ac2b658e-7ce1-44bb-9f9f-bf4198ceaa29" providerId="ADAL" clId="{B23C9593-45B4-4C1F-9948-0087E1F4C58D}" dt="2022-02-23T10:28:58.006" v="10205" actId="20577"/>
          <ac:spMkLst>
            <pc:docMk/>
            <pc:sldMk cId="889467151" sldId="1003"/>
            <ac:spMk id="52226" creationId="{00000000-0000-0000-0000-000000000000}"/>
          </ac:spMkLst>
        </pc:spChg>
      </pc:sldChg>
      <pc:sldChg chg="delSp modSp add mod ord">
        <pc:chgData name="Yeo Xiong Wei, Jonathan" userId="ac2b658e-7ce1-44bb-9f9f-bf4198ceaa29" providerId="ADAL" clId="{B23C9593-45B4-4C1F-9948-0087E1F4C58D}" dt="2022-02-23T10:42:40.723" v="11280" actId="20577"/>
        <pc:sldMkLst>
          <pc:docMk/>
          <pc:sldMk cId="2319082909" sldId="1004"/>
        </pc:sldMkLst>
        <pc:spChg chg="del mod">
          <ac:chgData name="Yeo Xiong Wei, Jonathan" userId="ac2b658e-7ce1-44bb-9f9f-bf4198ceaa29" providerId="ADAL" clId="{B23C9593-45B4-4C1F-9948-0087E1F4C58D}" dt="2022-02-23T10:31:33.395" v="10350" actId="478"/>
          <ac:spMkLst>
            <pc:docMk/>
            <pc:sldMk cId="2319082909" sldId="1004"/>
            <ac:spMk id="7" creationId="{F4DE4B98-3833-4897-969A-8E47BB5C2426}"/>
          </ac:spMkLst>
        </pc:spChg>
        <pc:spChg chg="del">
          <ac:chgData name="Yeo Xiong Wei, Jonathan" userId="ac2b658e-7ce1-44bb-9f9f-bf4198ceaa29" providerId="ADAL" clId="{B23C9593-45B4-4C1F-9948-0087E1F4C58D}" dt="2022-02-23T10:31:28.643" v="10346" actId="478"/>
          <ac:spMkLst>
            <pc:docMk/>
            <pc:sldMk cId="2319082909" sldId="1004"/>
            <ac:spMk id="9" creationId="{B3F35F4B-13D5-4032-A6DA-1017ACC3B236}"/>
          </ac:spMkLst>
        </pc:spChg>
        <pc:spChg chg="del">
          <ac:chgData name="Yeo Xiong Wei, Jonathan" userId="ac2b658e-7ce1-44bb-9f9f-bf4198ceaa29" providerId="ADAL" clId="{B23C9593-45B4-4C1F-9948-0087E1F4C58D}" dt="2022-02-23T10:31:35.748" v="10351" actId="478"/>
          <ac:spMkLst>
            <pc:docMk/>
            <pc:sldMk cId="2319082909" sldId="1004"/>
            <ac:spMk id="11" creationId="{DBF82D1E-D122-4A7B-B845-4AD3B2C98102}"/>
          </ac:spMkLst>
        </pc:spChg>
        <pc:spChg chg="del mod">
          <ac:chgData name="Yeo Xiong Wei, Jonathan" userId="ac2b658e-7ce1-44bb-9f9f-bf4198ceaa29" providerId="ADAL" clId="{B23C9593-45B4-4C1F-9948-0087E1F4C58D}" dt="2022-02-23T10:31:27.453" v="10345" actId="478"/>
          <ac:spMkLst>
            <pc:docMk/>
            <pc:sldMk cId="2319082909" sldId="1004"/>
            <ac:spMk id="13" creationId="{074C0613-C4B3-4DD4-B42D-E7D94608749E}"/>
          </ac:spMkLst>
        </pc:spChg>
        <pc:spChg chg="del">
          <ac:chgData name="Yeo Xiong Wei, Jonathan" userId="ac2b658e-7ce1-44bb-9f9f-bf4198ceaa29" providerId="ADAL" clId="{B23C9593-45B4-4C1F-9948-0087E1F4C58D}" dt="2022-02-23T10:31:37.791" v="10352" actId="478"/>
          <ac:spMkLst>
            <pc:docMk/>
            <pc:sldMk cId="2319082909" sldId="1004"/>
            <ac:spMk id="15" creationId="{D37DDF08-8CA9-42F0-8166-84CBFA07BAE9}"/>
          </ac:spMkLst>
        </pc:spChg>
        <pc:spChg chg="mod">
          <ac:chgData name="Yeo Xiong Wei, Jonathan" userId="ac2b658e-7ce1-44bb-9f9f-bf4198ceaa29" providerId="ADAL" clId="{B23C9593-45B4-4C1F-9948-0087E1F4C58D}" dt="2022-02-23T10:42:40.723" v="11280" actId="20577"/>
          <ac:spMkLst>
            <pc:docMk/>
            <pc:sldMk cId="2319082909" sldId="1004"/>
            <ac:spMk id="39938" creationId="{00000000-0000-0000-0000-000000000000}"/>
          </ac:spMkLst>
        </pc:spChg>
        <pc:picChg chg="del">
          <ac:chgData name="Yeo Xiong Wei, Jonathan" userId="ac2b658e-7ce1-44bb-9f9f-bf4198ceaa29" providerId="ADAL" clId="{B23C9593-45B4-4C1F-9948-0087E1F4C58D}" dt="2022-02-23T10:31:29.750" v="10347" actId="478"/>
          <ac:picMkLst>
            <pc:docMk/>
            <pc:sldMk cId="2319082909" sldId="1004"/>
            <ac:picMk id="8" creationId="{0C8E0F86-7B5F-4530-82AB-C05B98AC38AB}"/>
          </ac:picMkLst>
        </pc:picChg>
        <pc:picChg chg="del">
          <ac:chgData name="Yeo Xiong Wei, Jonathan" userId="ac2b658e-7ce1-44bb-9f9f-bf4198ceaa29" providerId="ADAL" clId="{B23C9593-45B4-4C1F-9948-0087E1F4C58D}" dt="2022-02-23T10:31:41.511" v="10354" actId="478"/>
          <ac:picMkLst>
            <pc:docMk/>
            <pc:sldMk cId="2319082909" sldId="1004"/>
            <ac:picMk id="10" creationId="{4374DD43-A19F-4432-9E9C-E984391EE27B}"/>
          </ac:picMkLst>
        </pc:picChg>
        <pc:picChg chg="del">
          <ac:chgData name="Yeo Xiong Wei, Jonathan" userId="ac2b658e-7ce1-44bb-9f9f-bf4198ceaa29" providerId="ADAL" clId="{B23C9593-45B4-4C1F-9948-0087E1F4C58D}" dt="2022-02-23T10:31:31.541" v="10348" actId="478"/>
          <ac:picMkLst>
            <pc:docMk/>
            <pc:sldMk cId="2319082909" sldId="1004"/>
            <ac:picMk id="12" creationId="{DE85DCF4-CEAF-4E4A-8323-8B13AEFCD8EA}"/>
          </ac:picMkLst>
        </pc:picChg>
        <pc:picChg chg="del">
          <ac:chgData name="Yeo Xiong Wei, Jonathan" userId="ac2b658e-7ce1-44bb-9f9f-bf4198ceaa29" providerId="ADAL" clId="{B23C9593-45B4-4C1F-9948-0087E1F4C58D}" dt="2022-02-23T10:31:40.659" v="10353" actId="478"/>
          <ac:picMkLst>
            <pc:docMk/>
            <pc:sldMk cId="2319082909" sldId="1004"/>
            <ac:picMk id="14" creationId="{A232B932-2908-4921-83A5-E661B693B4FC}"/>
          </ac:picMkLst>
        </pc:picChg>
      </pc:sldChg>
      <pc:sldChg chg="modSp add mod">
        <pc:chgData name="Yeo Xiong Wei, Jonathan" userId="ac2b658e-7ce1-44bb-9f9f-bf4198ceaa29" providerId="ADAL" clId="{B23C9593-45B4-4C1F-9948-0087E1F4C58D}" dt="2022-02-23T11:02:29.866" v="12429" actId="20577"/>
        <pc:sldMkLst>
          <pc:docMk/>
          <pc:sldMk cId="365071390" sldId="1005"/>
        </pc:sldMkLst>
        <pc:spChg chg="mod">
          <ac:chgData name="Yeo Xiong Wei, Jonathan" userId="ac2b658e-7ce1-44bb-9f9f-bf4198ceaa29" providerId="ADAL" clId="{B23C9593-45B4-4C1F-9948-0087E1F4C58D}" dt="2022-02-23T11:02:29.866" v="12429" actId="20577"/>
          <ac:spMkLst>
            <pc:docMk/>
            <pc:sldMk cId="365071390" sldId="1005"/>
            <ac:spMk id="35842" creationId="{00000000-0000-0000-0000-000000000000}"/>
          </ac:spMkLst>
        </pc:spChg>
      </pc:sldChg>
    </pc:docChg>
  </pc:docChgLst>
  <pc:docChgLst>
    <pc:chgData name="Yeo Xiong Wei, Jonathan" userId="ac2b658e-7ce1-44bb-9f9f-bf4198ceaa29" providerId="ADAL" clId="{2A0CDCAD-DD71-4A6E-840F-FF66134B6F3A}"/>
    <pc:docChg chg="undo custSel addSld delSld modSld sldOrd">
      <pc:chgData name="Yeo Xiong Wei, Jonathan" userId="ac2b658e-7ce1-44bb-9f9f-bf4198ceaa29" providerId="ADAL" clId="{2A0CDCAD-DD71-4A6E-840F-FF66134B6F3A}" dt="2022-06-24T07:16:35.378" v="5231" actId="20577"/>
      <pc:docMkLst>
        <pc:docMk/>
      </pc:docMkLst>
      <pc:sldChg chg="modSp mod">
        <pc:chgData name="Yeo Xiong Wei, Jonathan" userId="ac2b658e-7ce1-44bb-9f9f-bf4198ceaa29" providerId="ADAL" clId="{2A0CDCAD-DD71-4A6E-840F-FF66134B6F3A}" dt="2022-06-24T06:14:25.534" v="1656" actId="255"/>
        <pc:sldMkLst>
          <pc:docMk/>
          <pc:sldMk cId="2055298615" sldId="299"/>
        </pc:sldMkLst>
        <pc:spChg chg="mod">
          <ac:chgData name="Yeo Xiong Wei, Jonathan" userId="ac2b658e-7ce1-44bb-9f9f-bf4198ceaa29" providerId="ADAL" clId="{2A0CDCAD-DD71-4A6E-840F-FF66134B6F3A}" dt="2022-06-24T06:14:25.534" v="1656" actId="255"/>
          <ac:spMkLst>
            <pc:docMk/>
            <pc:sldMk cId="2055298615" sldId="299"/>
            <ac:spMk id="26626" creationId="{00000000-0000-0000-0000-000000000000}"/>
          </ac:spMkLst>
        </pc:spChg>
      </pc:sldChg>
      <pc:sldChg chg="modSp mod">
        <pc:chgData name="Yeo Xiong Wei, Jonathan" userId="ac2b658e-7ce1-44bb-9f9f-bf4198ceaa29" providerId="ADAL" clId="{2A0CDCAD-DD71-4A6E-840F-FF66134B6F3A}" dt="2022-06-24T06:16:35.930" v="1731" actId="115"/>
        <pc:sldMkLst>
          <pc:docMk/>
          <pc:sldMk cId="194946728" sldId="300"/>
        </pc:sldMkLst>
        <pc:spChg chg="mod">
          <ac:chgData name="Yeo Xiong Wei, Jonathan" userId="ac2b658e-7ce1-44bb-9f9f-bf4198ceaa29" providerId="ADAL" clId="{2A0CDCAD-DD71-4A6E-840F-FF66134B6F3A}" dt="2022-06-24T06:16:35.930" v="1731" actId="115"/>
          <ac:spMkLst>
            <pc:docMk/>
            <pc:sldMk cId="194946728" sldId="300"/>
            <ac:spMk id="27650" creationId="{00000000-0000-0000-0000-000000000000}"/>
          </ac:spMkLst>
        </pc:spChg>
      </pc:sldChg>
      <pc:sldChg chg="modSp mod">
        <pc:chgData name="Yeo Xiong Wei, Jonathan" userId="ac2b658e-7ce1-44bb-9f9f-bf4198ceaa29" providerId="ADAL" clId="{2A0CDCAD-DD71-4A6E-840F-FF66134B6F3A}" dt="2022-06-24T06:16:54.791" v="1765" actId="20577"/>
        <pc:sldMkLst>
          <pc:docMk/>
          <pc:sldMk cId="2559563713" sldId="301"/>
        </pc:sldMkLst>
        <pc:spChg chg="mod">
          <ac:chgData name="Yeo Xiong Wei, Jonathan" userId="ac2b658e-7ce1-44bb-9f9f-bf4198ceaa29" providerId="ADAL" clId="{2A0CDCAD-DD71-4A6E-840F-FF66134B6F3A}" dt="2022-06-24T06:16:54.791" v="1765" actId="20577"/>
          <ac:spMkLst>
            <pc:docMk/>
            <pc:sldMk cId="2559563713" sldId="301"/>
            <ac:spMk id="28674" creationId="{00000000-0000-0000-0000-000000000000}"/>
          </ac:spMkLst>
        </pc:spChg>
      </pc:sldChg>
      <pc:sldChg chg="modSp mod">
        <pc:chgData name="Yeo Xiong Wei, Jonathan" userId="ac2b658e-7ce1-44bb-9f9f-bf4198ceaa29" providerId="ADAL" clId="{2A0CDCAD-DD71-4A6E-840F-FF66134B6F3A}" dt="2022-06-24T06:13:46.391" v="1647" actId="255"/>
        <pc:sldMkLst>
          <pc:docMk/>
          <pc:sldMk cId="2533036614" sldId="302"/>
        </pc:sldMkLst>
        <pc:spChg chg="mod">
          <ac:chgData name="Yeo Xiong Wei, Jonathan" userId="ac2b658e-7ce1-44bb-9f9f-bf4198ceaa29" providerId="ADAL" clId="{2A0CDCAD-DD71-4A6E-840F-FF66134B6F3A}" dt="2022-06-24T06:13:46.391" v="1647" actId="255"/>
          <ac:spMkLst>
            <pc:docMk/>
            <pc:sldMk cId="2533036614" sldId="302"/>
            <ac:spMk id="29698" creationId="{00000000-0000-0000-0000-000000000000}"/>
          </ac:spMkLst>
        </pc:spChg>
      </pc:sldChg>
      <pc:sldChg chg="modSp mod">
        <pc:chgData name="Yeo Xiong Wei, Jonathan" userId="ac2b658e-7ce1-44bb-9f9f-bf4198ceaa29" providerId="ADAL" clId="{2A0CDCAD-DD71-4A6E-840F-FF66134B6F3A}" dt="2022-06-24T06:18:09.854" v="1781" actId="20577"/>
        <pc:sldMkLst>
          <pc:docMk/>
          <pc:sldMk cId="921258357" sldId="304"/>
        </pc:sldMkLst>
        <pc:spChg chg="mod">
          <ac:chgData name="Yeo Xiong Wei, Jonathan" userId="ac2b658e-7ce1-44bb-9f9f-bf4198ceaa29" providerId="ADAL" clId="{2A0CDCAD-DD71-4A6E-840F-FF66134B6F3A}" dt="2022-06-24T06:18:09.854" v="1781" actId="20577"/>
          <ac:spMkLst>
            <pc:docMk/>
            <pc:sldMk cId="921258357" sldId="304"/>
            <ac:spMk id="31746" creationId="{00000000-0000-0000-0000-000000000000}"/>
          </ac:spMkLst>
        </pc:spChg>
      </pc:sldChg>
      <pc:sldChg chg="modSp mod">
        <pc:chgData name="Yeo Xiong Wei, Jonathan" userId="ac2b658e-7ce1-44bb-9f9f-bf4198ceaa29" providerId="ADAL" clId="{2A0CDCAD-DD71-4A6E-840F-FF66134B6F3A}" dt="2022-06-24T06:19:19.585" v="1793" actId="404"/>
        <pc:sldMkLst>
          <pc:docMk/>
          <pc:sldMk cId="2500070018" sldId="306"/>
        </pc:sldMkLst>
        <pc:spChg chg="mod">
          <ac:chgData name="Yeo Xiong Wei, Jonathan" userId="ac2b658e-7ce1-44bb-9f9f-bf4198ceaa29" providerId="ADAL" clId="{2A0CDCAD-DD71-4A6E-840F-FF66134B6F3A}" dt="2022-06-24T06:19:19.585" v="1793" actId="404"/>
          <ac:spMkLst>
            <pc:docMk/>
            <pc:sldMk cId="2500070018" sldId="306"/>
            <ac:spMk id="33794" creationId="{00000000-0000-0000-0000-000000000000}"/>
          </ac:spMkLst>
        </pc:spChg>
      </pc:sldChg>
      <pc:sldChg chg="modSp mod">
        <pc:chgData name="Yeo Xiong Wei, Jonathan" userId="ac2b658e-7ce1-44bb-9f9f-bf4198ceaa29" providerId="ADAL" clId="{2A0CDCAD-DD71-4A6E-840F-FF66134B6F3A}" dt="2022-06-24T06:23:19.957" v="2076" actId="20577"/>
        <pc:sldMkLst>
          <pc:docMk/>
          <pc:sldMk cId="1453085163" sldId="307"/>
        </pc:sldMkLst>
        <pc:spChg chg="mod">
          <ac:chgData name="Yeo Xiong Wei, Jonathan" userId="ac2b658e-7ce1-44bb-9f9f-bf4198ceaa29" providerId="ADAL" clId="{2A0CDCAD-DD71-4A6E-840F-FF66134B6F3A}" dt="2022-06-24T06:23:19.957" v="2076" actId="20577"/>
          <ac:spMkLst>
            <pc:docMk/>
            <pc:sldMk cId="1453085163" sldId="307"/>
            <ac:spMk id="34818" creationId="{00000000-0000-0000-0000-000000000000}"/>
          </ac:spMkLst>
        </pc:spChg>
      </pc:sldChg>
      <pc:sldChg chg="modSp mod">
        <pc:chgData name="Yeo Xiong Wei, Jonathan" userId="ac2b658e-7ce1-44bb-9f9f-bf4198ceaa29" providerId="ADAL" clId="{2A0CDCAD-DD71-4A6E-840F-FF66134B6F3A}" dt="2022-06-24T06:24:34.345" v="2173" actId="403"/>
        <pc:sldMkLst>
          <pc:docMk/>
          <pc:sldMk cId="501130367" sldId="308"/>
        </pc:sldMkLst>
        <pc:spChg chg="mod">
          <ac:chgData name="Yeo Xiong Wei, Jonathan" userId="ac2b658e-7ce1-44bb-9f9f-bf4198ceaa29" providerId="ADAL" clId="{2A0CDCAD-DD71-4A6E-840F-FF66134B6F3A}" dt="2022-06-24T06:24:34.345" v="2173" actId="403"/>
          <ac:spMkLst>
            <pc:docMk/>
            <pc:sldMk cId="501130367" sldId="308"/>
            <ac:spMk id="35842" creationId="{00000000-0000-0000-0000-000000000000}"/>
          </ac:spMkLst>
        </pc:spChg>
      </pc:sldChg>
      <pc:sldChg chg="modSp mod">
        <pc:chgData name="Yeo Xiong Wei, Jonathan" userId="ac2b658e-7ce1-44bb-9f9f-bf4198ceaa29" providerId="ADAL" clId="{2A0CDCAD-DD71-4A6E-840F-FF66134B6F3A}" dt="2022-06-24T06:26:29.245" v="2184" actId="113"/>
        <pc:sldMkLst>
          <pc:docMk/>
          <pc:sldMk cId="2974126842" sldId="310"/>
        </pc:sldMkLst>
        <pc:spChg chg="mod">
          <ac:chgData name="Yeo Xiong Wei, Jonathan" userId="ac2b658e-7ce1-44bb-9f9f-bf4198ceaa29" providerId="ADAL" clId="{2A0CDCAD-DD71-4A6E-840F-FF66134B6F3A}" dt="2022-06-24T06:26:29.245" v="2184" actId="113"/>
          <ac:spMkLst>
            <pc:docMk/>
            <pc:sldMk cId="2974126842" sldId="310"/>
            <ac:spMk id="37890" creationId="{00000000-0000-0000-0000-000000000000}"/>
          </ac:spMkLst>
        </pc:spChg>
      </pc:sldChg>
      <pc:sldChg chg="modSp mod">
        <pc:chgData name="Yeo Xiong Wei, Jonathan" userId="ac2b658e-7ce1-44bb-9f9f-bf4198ceaa29" providerId="ADAL" clId="{2A0CDCAD-DD71-4A6E-840F-FF66134B6F3A}" dt="2022-06-24T06:35:15.326" v="2608" actId="20577"/>
        <pc:sldMkLst>
          <pc:docMk/>
          <pc:sldMk cId="2458732272" sldId="312"/>
        </pc:sldMkLst>
        <pc:spChg chg="mod">
          <ac:chgData name="Yeo Xiong Wei, Jonathan" userId="ac2b658e-7ce1-44bb-9f9f-bf4198ceaa29" providerId="ADAL" clId="{2A0CDCAD-DD71-4A6E-840F-FF66134B6F3A}" dt="2022-06-24T06:35:15.326" v="2608" actId="20577"/>
          <ac:spMkLst>
            <pc:docMk/>
            <pc:sldMk cId="2458732272" sldId="312"/>
            <ac:spMk id="39938" creationId="{00000000-0000-0000-0000-000000000000}"/>
          </ac:spMkLst>
        </pc:spChg>
      </pc:sldChg>
      <pc:sldChg chg="modSp mod">
        <pc:chgData name="Yeo Xiong Wei, Jonathan" userId="ac2b658e-7ce1-44bb-9f9f-bf4198ceaa29" providerId="ADAL" clId="{2A0CDCAD-DD71-4A6E-840F-FF66134B6F3A}" dt="2022-06-24T06:56:23.462" v="4118" actId="20577"/>
        <pc:sldMkLst>
          <pc:docMk/>
          <pc:sldMk cId="2087933839" sldId="313"/>
        </pc:sldMkLst>
        <pc:spChg chg="mod">
          <ac:chgData name="Yeo Xiong Wei, Jonathan" userId="ac2b658e-7ce1-44bb-9f9f-bf4198ceaa29" providerId="ADAL" clId="{2A0CDCAD-DD71-4A6E-840F-FF66134B6F3A}" dt="2022-06-24T06:56:23.462" v="4118" actId="20577"/>
          <ac:spMkLst>
            <pc:docMk/>
            <pc:sldMk cId="2087933839" sldId="313"/>
            <ac:spMk id="40962" creationId="{00000000-0000-0000-0000-000000000000}"/>
          </ac:spMkLst>
        </pc:spChg>
      </pc:sldChg>
      <pc:sldChg chg="modSp mod">
        <pc:chgData name="Yeo Xiong Wei, Jonathan" userId="ac2b658e-7ce1-44bb-9f9f-bf4198ceaa29" providerId="ADAL" clId="{2A0CDCAD-DD71-4A6E-840F-FF66134B6F3A}" dt="2022-06-24T06:56:45.052" v="4129" actId="20577"/>
        <pc:sldMkLst>
          <pc:docMk/>
          <pc:sldMk cId="3501213718" sldId="314"/>
        </pc:sldMkLst>
        <pc:spChg chg="mod">
          <ac:chgData name="Yeo Xiong Wei, Jonathan" userId="ac2b658e-7ce1-44bb-9f9f-bf4198ceaa29" providerId="ADAL" clId="{2A0CDCAD-DD71-4A6E-840F-FF66134B6F3A}" dt="2022-06-24T06:56:45.052" v="4129" actId="20577"/>
          <ac:spMkLst>
            <pc:docMk/>
            <pc:sldMk cId="3501213718" sldId="314"/>
            <ac:spMk id="41986" creationId="{00000000-0000-0000-0000-000000000000}"/>
          </ac:spMkLst>
        </pc:spChg>
      </pc:sldChg>
      <pc:sldChg chg="modSp mod">
        <pc:chgData name="Yeo Xiong Wei, Jonathan" userId="ac2b658e-7ce1-44bb-9f9f-bf4198ceaa29" providerId="ADAL" clId="{2A0CDCAD-DD71-4A6E-840F-FF66134B6F3A}" dt="2022-06-24T07:00:31.352" v="4172" actId="404"/>
        <pc:sldMkLst>
          <pc:docMk/>
          <pc:sldMk cId="180175659" sldId="324"/>
        </pc:sldMkLst>
        <pc:spChg chg="mod">
          <ac:chgData name="Yeo Xiong Wei, Jonathan" userId="ac2b658e-7ce1-44bb-9f9f-bf4198ceaa29" providerId="ADAL" clId="{2A0CDCAD-DD71-4A6E-840F-FF66134B6F3A}" dt="2022-06-24T07:00:31.352" v="4172" actId="404"/>
          <ac:spMkLst>
            <pc:docMk/>
            <pc:sldMk cId="180175659" sldId="324"/>
            <ac:spMk id="52226" creationId="{00000000-0000-0000-0000-000000000000}"/>
          </ac:spMkLst>
        </pc:spChg>
      </pc:sldChg>
      <pc:sldChg chg="modSp mod">
        <pc:chgData name="Yeo Xiong Wei, Jonathan" userId="ac2b658e-7ce1-44bb-9f9f-bf4198ceaa29" providerId="ADAL" clId="{2A0CDCAD-DD71-4A6E-840F-FF66134B6F3A}" dt="2022-06-24T06:05:26.600" v="786" actId="20577"/>
        <pc:sldMkLst>
          <pc:docMk/>
          <pc:sldMk cId="1851068879" sldId="397"/>
        </pc:sldMkLst>
        <pc:spChg chg="mod">
          <ac:chgData name="Yeo Xiong Wei, Jonathan" userId="ac2b658e-7ce1-44bb-9f9f-bf4198ceaa29" providerId="ADAL" clId="{2A0CDCAD-DD71-4A6E-840F-FF66134B6F3A}" dt="2022-06-24T05:59:32.424" v="259" actId="20577"/>
          <ac:spMkLst>
            <pc:docMk/>
            <pc:sldMk cId="1851068879" sldId="397"/>
            <ac:spMk id="25601" creationId="{00000000-0000-0000-0000-000000000000}"/>
          </ac:spMkLst>
        </pc:spChg>
        <pc:spChg chg="mod">
          <ac:chgData name="Yeo Xiong Wei, Jonathan" userId="ac2b658e-7ce1-44bb-9f9f-bf4198ceaa29" providerId="ADAL" clId="{2A0CDCAD-DD71-4A6E-840F-FF66134B6F3A}" dt="2022-06-24T06:05:26.600" v="786" actId="20577"/>
          <ac:spMkLst>
            <pc:docMk/>
            <pc:sldMk cId="1851068879" sldId="397"/>
            <ac:spMk id="25602" creationId="{00000000-0000-0000-0000-000000000000}"/>
          </ac:spMkLst>
        </pc:spChg>
      </pc:sldChg>
      <pc:sldChg chg="modSp del mod">
        <pc:chgData name="Yeo Xiong Wei, Jonathan" userId="ac2b658e-7ce1-44bb-9f9f-bf4198ceaa29" providerId="ADAL" clId="{2A0CDCAD-DD71-4A6E-840F-FF66134B6F3A}" dt="2022-06-24T06:02:10.423" v="469" actId="47"/>
        <pc:sldMkLst>
          <pc:docMk/>
          <pc:sldMk cId="3367227212" sldId="398"/>
        </pc:sldMkLst>
        <pc:spChg chg="mod">
          <ac:chgData name="Yeo Xiong Wei, Jonathan" userId="ac2b658e-7ce1-44bb-9f9f-bf4198ceaa29" providerId="ADAL" clId="{2A0CDCAD-DD71-4A6E-840F-FF66134B6F3A}" dt="2022-06-24T06:00:59.648" v="393" actId="404"/>
          <ac:spMkLst>
            <pc:docMk/>
            <pc:sldMk cId="3367227212" sldId="398"/>
            <ac:spMk id="25602" creationId="{00000000-0000-0000-0000-000000000000}"/>
          </ac:spMkLst>
        </pc:spChg>
      </pc:sldChg>
      <pc:sldChg chg="modSp mod">
        <pc:chgData name="Yeo Xiong Wei, Jonathan" userId="ac2b658e-7ce1-44bb-9f9f-bf4198ceaa29" providerId="ADAL" clId="{2A0CDCAD-DD71-4A6E-840F-FF66134B6F3A}" dt="2022-06-24T06:10:13.176" v="1462" actId="20577"/>
        <pc:sldMkLst>
          <pc:docMk/>
          <pc:sldMk cId="279134021" sldId="399"/>
        </pc:sldMkLst>
        <pc:spChg chg="mod">
          <ac:chgData name="Yeo Xiong Wei, Jonathan" userId="ac2b658e-7ce1-44bb-9f9f-bf4198ceaa29" providerId="ADAL" clId="{2A0CDCAD-DD71-4A6E-840F-FF66134B6F3A}" dt="2022-06-24T06:10:13.176" v="1462" actId="20577"/>
          <ac:spMkLst>
            <pc:docMk/>
            <pc:sldMk cId="279134021" sldId="399"/>
            <ac:spMk id="25602" creationId="{00000000-0000-0000-0000-000000000000}"/>
          </ac:spMkLst>
        </pc:spChg>
      </pc:sldChg>
      <pc:sldChg chg="modSp mod modNotesTx">
        <pc:chgData name="Yeo Xiong Wei, Jonathan" userId="ac2b658e-7ce1-44bb-9f9f-bf4198ceaa29" providerId="ADAL" clId="{2A0CDCAD-DD71-4A6E-840F-FF66134B6F3A}" dt="2022-06-24T06:14:02.896" v="1651" actId="255"/>
        <pc:sldMkLst>
          <pc:docMk/>
          <pc:sldMk cId="3060003268" sldId="400"/>
        </pc:sldMkLst>
        <pc:spChg chg="mod">
          <ac:chgData name="Yeo Xiong Wei, Jonathan" userId="ac2b658e-7ce1-44bb-9f9f-bf4198ceaa29" providerId="ADAL" clId="{2A0CDCAD-DD71-4A6E-840F-FF66134B6F3A}" dt="2022-06-24T06:04:11.232" v="621" actId="20577"/>
          <ac:spMkLst>
            <pc:docMk/>
            <pc:sldMk cId="3060003268" sldId="400"/>
            <ac:spMk id="25601" creationId="{00000000-0000-0000-0000-000000000000}"/>
          </ac:spMkLst>
        </pc:spChg>
        <pc:spChg chg="mod">
          <ac:chgData name="Yeo Xiong Wei, Jonathan" userId="ac2b658e-7ce1-44bb-9f9f-bf4198ceaa29" providerId="ADAL" clId="{2A0CDCAD-DD71-4A6E-840F-FF66134B6F3A}" dt="2022-06-24T06:14:02.896" v="1651" actId="255"/>
          <ac:spMkLst>
            <pc:docMk/>
            <pc:sldMk cId="3060003268" sldId="400"/>
            <ac:spMk id="25602" creationId="{00000000-0000-0000-0000-000000000000}"/>
          </ac:spMkLst>
        </pc:spChg>
      </pc:sldChg>
      <pc:sldChg chg="modSp mod ord">
        <pc:chgData name="Yeo Xiong Wei, Jonathan" userId="ac2b658e-7ce1-44bb-9f9f-bf4198ceaa29" providerId="ADAL" clId="{2A0CDCAD-DD71-4A6E-840F-FF66134B6F3A}" dt="2022-06-24T06:10:20.888" v="1464"/>
        <pc:sldMkLst>
          <pc:docMk/>
          <pc:sldMk cId="76355555" sldId="401"/>
        </pc:sldMkLst>
        <pc:spChg chg="mod">
          <ac:chgData name="Yeo Xiong Wei, Jonathan" userId="ac2b658e-7ce1-44bb-9f9f-bf4198ceaa29" providerId="ADAL" clId="{2A0CDCAD-DD71-4A6E-840F-FF66134B6F3A}" dt="2022-06-24T06:10:06.385" v="1461" actId="113"/>
          <ac:spMkLst>
            <pc:docMk/>
            <pc:sldMk cId="76355555" sldId="401"/>
            <ac:spMk id="25602" creationId="{00000000-0000-0000-0000-000000000000}"/>
          </ac:spMkLst>
        </pc:spChg>
      </pc:sldChg>
      <pc:sldChg chg="modSp mod">
        <pc:chgData name="Yeo Xiong Wei, Jonathan" userId="ac2b658e-7ce1-44bb-9f9f-bf4198ceaa29" providerId="ADAL" clId="{2A0CDCAD-DD71-4A6E-840F-FF66134B6F3A}" dt="2022-06-24T07:16:35.378" v="5231" actId="20577"/>
        <pc:sldMkLst>
          <pc:docMk/>
          <pc:sldMk cId="1413307756" sldId="995"/>
        </pc:sldMkLst>
        <pc:spChg chg="mod">
          <ac:chgData name="Yeo Xiong Wei, Jonathan" userId="ac2b658e-7ce1-44bb-9f9f-bf4198ceaa29" providerId="ADAL" clId="{2A0CDCAD-DD71-4A6E-840F-FF66134B6F3A}" dt="2022-06-24T07:16:35.378" v="5231" actId="20577"/>
          <ac:spMkLst>
            <pc:docMk/>
            <pc:sldMk cId="1413307756" sldId="995"/>
            <ac:spMk id="37889" creationId="{00000000-0000-0000-0000-000000000000}"/>
          </ac:spMkLst>
        </pc:spChg>
        <pc:spChg chg="mod">
          <ac:chgData name="Yeo Xiong Wei, Jonathan" userId="ac2b658e-7ce1-44bb-9f9f-bf4198ceaa29" providerId="ADAL" clId="{2A0CDCAD-DD71-4A6E-840F-FF66134B6F3A}" dt="2022-06-24T06:46:04.215" v="3548" actId="20577"/>
          <ac:spMkLst>
            <pc:docMk/>
            <pc:sldMk cId="1413307756" sldId="995"/>
            <ac:spMk id="37890" creationId="{00000000-0000-0000-0000-000000000000}"/>
          </ac:spMkLst>
        </pc:spChg>
      </pc:sldChg>
      <pc:sldChg chg="modSp mod">
        <pc:chgData name="Yeo Xiong Wei, Jonathan" userId="ac2b658e-7ce1-44bb-9f9f-bf4198ceaa29" providerId="ADAL" clId="{2A0CDCAD-DD71-4A6E-840F-FF66134B6F3A}" dt="2022-06-24T07:11:24.195" v="4786" actId="20577"/>
        <pc:sldMkLst>
          <pc:docMk/>
          <pc:sldMk cId="1314374014" sldId="997"/>
        </pc:sldMkLst>
        <pc:spChg chg="mod">
          <ac:chgData name="Yeo Xiong Wei, Jonathan" userId="ac2b658e-7ce1-44bb-9f9f-bf4198ceaa29" providerId="ADAL" clId="{2A0CDCAD-DD71-4A6E-840F-FF66134B6F3A}" dt="2022-06-24T06:50:14.216" v="3990"/>
          <ac:spMkLst>
            <pc:docMk/>
            <pc:sldMk cId="1314374014" sldId="997"/>
            <ac:spMk id="37889" creationId="{00000000-0000-0000-0000-000000000000}"/>
          </ac:spMkLst>
        </pc:spChg>
        <pc:spChg chg="mod">
          <ac:chgData name="Yeo Xiong Wei, Jonathan" userId="ac2b658e-7ce1-44bb-9f9f-bf4198ceaa29" providerId="ADAL" clId="{2A0CDCAD-DD71-4A6E-840F-FF66134B6F3A}" dt="2022-06-24T07:11:24.195" v="4786" actId="20577"/>
          <ac:spMkLst>
            <pc:docMk/>
            <pc:sldMk cId="1314374014" sldId="997"/>
            <ac:spMk id="37890" creationId="{00000000-0000-0000-0000-000000000000}"/>
          </ac:spMkLst>
        </pc:spChg>
      </pc:sldChg>
      <pc:sldChg chg="modSp mod">
        <pc:chgData name="Yeo Xiong Wei, Jonathan" userId="ac2b658e-7ce1-44bb-9f9f-bf4198ceaa29" providerId="ADAL" clId="{2A0CDCAD-DD71-4A6E-840F-FF66134B6F3A}" dt="2022-06-24T06:49:08.732" v="3911" actId="20577"/>
        <pc:sldMkLst>
          <pc:docMk/>
          <pc:sldMk cId="608881800" sldId="998"/>
        </pc:sldMkLst>
        <pc:spChg chg="mod">
          <ac:chgData name="Yeo Xiong Wei, Jonathan" userId="ac2b658e-7ce1-44bb-9f9f-bf4198ceaa29" providerId="ADAL" clId="{2A0CDCAD-DD71-4A6E-840F-FF66134B6F3A}" dt="2022-06-24T06:46:44.356" v="3559" actId="1076"/>
          <ac:spMkLst>
            <pc:docMk/>
            <pc:sldMk cId="608881800" sldId="998"/>
            <ac:spMk id="37889" creationId="{00000000-0000-0000-0000-000000000000}"/>
          </ac:spMkLst>
        </pc:spChg>
        <pc:spChg chg="mod">
          <ac:chgData name="Yeo Xiong Wei, Jonathan" userId="ac2b658e-7ce1-44bb-9f9f-bf4198ceaa29" providerId="ADAL" clId="{2A0CDCAD-DD71-4A6E-840F-FF66134B6F3A}" dt="2022-06-24T06:49:08.732" v="3911" actId="20577"/>
          <ac:spMkLst>
            <pc:docMk/>
            <pc:sldMk cId="608881800" sldId="998"/>
            <ac:spMk id="37890" creationId="{00000000-0000-0000-0000-000000000000}"/>
          </ac:spMkLst>
        </pc:spChg>
      </pc:sldChg>
      <pc:sldChg chg="modSp mod modNotesTx">
        <pc:chgData name="Yeo Xiong Wei, Jonathan" userId="ac2b658e-7ce1-44bb-9f9f-bf4198ceaa29" providerId="ADAL" clId="{2A0CDCAD-DD71-4A6E-840F-FF66134B6F3A}" dt="2022-06-24T06:54:54.655" v="4081" actId="20577"/>
        <pc:sldMkLst>
          <pc:docMk/>
          <pc:sldMk cId="787323275" sldId="999"/>
        </pc:sldMkLst>
        <pc:spChg chg="mod">
          <ac:chgData name="Yeo Xiong Wei, Jonathan" userId="ac2b658e-7ce1-44bb-9f9f-bf4198ceaa29" providerId="ADAL" clId="{2A0CDCAD-DD71-4A6E-840F-FF66134B6F3A}" dt="2022-06-24T06:50:07.248" v="3988"/>
          <ac:spMkLst>
            <pc:docMk/>
            <pc:sldMk cId="787323275" sldId="999"/>
            <ac:spMk id="37889" creationId="{00000000-0000-0000-0000-000000000000}"/>
          </ac:spMkLst>
        </pc:spChg>
        <pc:spChg chg="mod">
          <ac:chgData name="Yeo Xiong Wei, Jonathan" userId="ac2b658e-7ce1-44bb-9f9f-bf4198ceaa29" providerId="ADAL" clId="{2A0CDCAD-DD71-4A6E-840F-FF66134B6F3A}" dt="2022-06-24T06:54:54.655" v="4081" actId="20577"/>
          <ac:spMkLst>
            <pc:docMk/>
            <pc:sldMk cId="787323275" sldId="999"/>
            <ac:spMk id="37890" creationId="{00000000-0000-0000-0000-000000000000}"/>
          </ac:spMkLst>
        </pc:spChg>
      </pc:sldChg>
      <pc:sldChg chg="modSp mod">
        <pc:chgData name="Yeo Xiong Wei, Jonathan" userId="ac2b658e-7ce1-44bb-9f9f-bf4198ceaa29" providerId="ADAL" clId="{2A0CDCAD-DD71-4A6E-840F-FF66134B6F3A}" dt="2022-06-24T06:55:01.972" v="4083" actId="207"/>
        <pc:sldMkLst>
          <pc:docMk/>
          <pc:sldMk cId="3915780247" sldId="1000"/>
        </pc:sldMkLst>
        <pc:spChg chg="mod">
          <ac:chgData name="Yeo Xiong Wei, Jonathan" userId="ac2b658e-7ce1-44bb-9f9f-bf4198ceaa29" providerId="ADAL" clId="{2A0CDCAD-DD71-4A6E-840F-FF66134B6F3A}" dt="2022-06-24T06:50:08.952" v="3989"/>
          <ac:spMkLst>
            <pc:docMk/>
            <pc:sldMk cId="3915780247" sldId="1000"/>
            <ac:spMk id="37889" creationId="{00000000-0000-0000-0000-000000000000}"/>
          </ac:spMkLst>
        </pc:spChg>
        <pc:spChg chg="mod">
          <ac:chgData name="Yeo Xiong Wei, Jonathan" userId="ac2b658e-7ce1-44bb-9f9f-bf4198ceaa29" providerId="ADAL" clId="{2A0CDCAD-DD71-4A6E-840F-FF66134B6F3A}" dt="2022-06-24T06:55:01.972" v="4083" actId="207"/>
          <ac:spMkLst>
            <pc:docMk/>
            <pc:sldMk cId="3915780247" sldId="1000"/>
            <ac:spMk id="37890" creationId="{00000000-0000-0000-0000-000000000000}"/>
          </ac:spMkLst>
        </pc:spChg>
      </pc:sldChg>
      <pc:sldChg chg="modSp mod modNotesTx">
        <pc:chgData name="Yeo Xiong Wei, Jonathan" userId="ac2b658e-7ce1-44bb-9f9f-bf4198ceaa29" providerId="ADAL" clId="{2A0CDCAD-DD71-4A6E-840F-FF66134B6F3A}" dt="2022-06-24T07:14:43.162" v="5011" actId="20577"/>
        <pc:sldMkLst>
          <pc:docMk/>
          <pc:sldMk cId="2691748010" sldId="1001"/>
        </pc:sldMkLst>
        <pc:spChg chg="mod">
          <ac:chgData name="Yeo Xiong Wei, Jonathan" userId="ac2b658e-7ce1-44bb-9f9f-bf4198ceaa29" providerId="ADAL" clId="{2A0CDCAD-DD71-4A6E-840F-FF66134B6F3A}" dt="2022-06-24T07:13:27.726" v="4823" actId="21"/>
          <ac:spMkLst>
            <pc:docMk/>
            <pc:sldMk cId="2691748010" sldId="1001"/>
            <ac:spMk id="41986" creationId="{00000000-0000-0000-0000-000000000000}"/>
          </ac:spMkLst>
        </pc:spChg>
      </pc:sldChg>
      <pc:sldChg chg="modSp mod">
        <pc:chgData name="Yeo Xiong Wei, Jonathan" userId="ac2b658e-7ce1-44bb-9f9f-bf4198ceaa29" providerId="ADAL" clId="{2A0CDCAD-DD71-4A6E-840F-FF66134B6F3A}" dt="2022-06-24T07:01:07.863" v="4181" actId="404"/>
        <pc:sldMkLst>
          <pc:docMk/>
          <pc:sldMk cId="889467151" sldId="1003"/>
        </pc:sldMkLst>
        <pc:spChg chg="mod">
          <ac:chgData name="Yeo Xiong Wei, Jonathan" userId="ac2b658e-7ce1-44bb-9f9f-bf4198ceaa29" providerId="ADAL" clId="{2A0CDCAD-DD71-4A6E-840F-FF66134B6F3A}" dt="2022-06-24T07:01:07.863" v="4181" actId="404"/>
          <ac:spMkLst>
            <pc:docMk/>
            <pc:sldMk cId="889467151" sldId="1003"/>
            <ac:spMk id="52226" creationId="{00000000-0000-0000-0000-000000000000}"/>
          </ac:spMkLst>
        </pc:spChg>
      </pc:sldChg>
      <pc:sldChg chg="modSp mod modNotesTx">
        <pc:chgData name="Yeo Xiong Wei, Jonathan" userId="ac2b658e-7ce1-44bb-9f9f-bf4198ceaa29" providerId="ADAL" clId="{2A0CDCAD-DD71-4A6E-840F-FF66134B6F3A}" dt="2022-06-24T06:44:46.296" v="3444" actId="6549"/>
        <pc:sldMkLst>
          <pc:docMk/>
          <pc:sldMk cId="2319082909" sldId="1004"/>
        </pc:sldMkLst>
        <pc:spChg chg="mod">
          <ac:chgData name="Yeo Xiong Wei, Jonathan" userId="ac2b658e-7ce1-44bb-9f9f-bf4198ceaa29" providerId="ADAL" clId="{2A0CDCAD-DD71-4A6E-840F-FF66134B6F3A}" dt="2022-06-24T06:44:46.296" v="3444" actId="6549"/>
          <ac:spMkLst>
            <pc:docMk/>
            <pc:sldMk cId="2319082909" sldId="1004"/>
            <ac:spMk id="39938" creationId="{00000000-0000-0000-0000-000000000000}"/>
          </ac:spMkLst>
        </pc:spChg>
      </pc:sldChg>
      <pc:sldChg chg="modSp mod">
        <pc:chgData name="Yeo Xiong Wei, Jonathan" userId="ac2b658e-7ce1-44bb-9f9f-bf4198ceaa29" providerId="ADAL" clId="{2A0CDCAD-DD71-4A6E-840F-FF66134B6F3A}" dt="2022-06-24T06:44:02.910" v="3442" actId="113"/>
        <pc:sldMkLst>
          <pc:docMk/>
          <pc:sldMk cId="365071390" sldId="1005"/>
        </pc:sldMkLst>
        <pc:spChg chg="mod">
          <ac:chgData name="Yeo Xiong Wei, Jonathan" userId="ac2b658e-7ce1-44bb-9f9f-bf4198ceaa29" providerId="ADAL" clId="{2A0CDCAD-DD71-4A6E-840F-FF66134B6F3A}" dt="2022-06-24T06:43:45.557" v="3439" actId="20577"/>
          <ac:spMkLst>
            <pc:docMk/>
            <pc:sldMk cId="365071390" sldId="1005"/>
            <ac:spMk id="35841" creationId="{00000000-0000-0000-0000-000000000000}"/>
          </ac:spMkLst>
        </pc:spChg>
        <pc:spChg chg="mod">
          <ac:chgData name="Yeo Xiong Wei, Jonathan" userId="ac2b658e-7ce1-44bb-9f9f-bf4198ceaa29" providerId="ADAL" clId="{2A0CDCAD-DD71-4A6E-840F-FF66134B6F3A}" dt="2022-06-24T06:44:02.910" v="3442" actId="113"/>
          <ac:spMkLst>
            <pc:docMk/>
            <pc:sldMk cId="365071390" sldId="1005"/>
            <ac:spMk id="35842" creationId="{00000000-0000-0000-0000-000000000000}"/>
          </ac:spMkLst>
        </pc:spChg>
      </pc:sldChg>
      <pc:sldChg chg="modSp add mod">
        <pc:chgData name="Yeo Xiong Wei, Jonathan" userId="ac2b658e-7ce1-44bb-9f9f-bf4198ceaa29" providerId="ADAL" clId="{2A0CDCAD-DD71-4A6E-840F-FF66134B6F3A}" dt="2022-06-24T06:12:55.613" v="1641" actId="404"/>
        <pc:sldMkLst>
          <pc:docMk/>
          <pc:sldMk cId="1165093964" sldId="1006"/>
        </pc:sldMkLst>
        <pc:spChg chg="mod">
          <ac:chgData name="Yeo Xiong Wei, Jonathan" userId="ac2b658e-7ce1-44bb-9f9f-bf4198ceaa29" providerId="ADAL" clId="{2A0CDCAD-DD71-4A6E-840F-FF66134B6F3A}" dt="2022-06-24T06:12:12.422" v="1510" actId="20577"/>
          <ac:spMkLst>
            <pc:docMk/>
            <pc:sldMk cId="1165093964" sldId="1006"/>
            <ac:spMk id="28673" creationId="{00000000-0000-0000-0000-000000000000}"/>
          </ac:spMkLst>
        </pc:spChg>
        <pc:spChg chg="mod">
          <ac:chgData name="Yeo Xiong Wei, Jonathan" userId="ac2b658e-7ce1-44bb-9f9f-bf4198ceaa29" providerId="ADAL" clId="{2A0CDCAD-DD71-4A6E-840F-FF66134B6F3A}" dt="2022-06-24T06:12:55.613" v="1641" actId="404"/>
          <ac:spMkLst>
            <pc:docMk/>
            <pc:sldMk cId="1165093964" sldId="1006"/>
            <ac:spMk id="28674" creationId="{00000000-0000-0000-0000-000000000000}"/>
          </ac:spMkLst>
        </pc:spChg>
      </pc:sldChg>
      <pc:sldChg chg="add del">
        <pc:chgData name="Yeo Xiong Wei, Jonathan" userId="ac2b658e-7ce1-44bb-9f9f-bf4198ceaa29" providerId="ADAL" clId="{2A0CDCAD-DD71-4A6E-840F-FF66134B6F3A}" dt="2022-06-24T06:12:05.373" v="1490"/>
        <pc:sldMkLst>
          <pc:docMk/>
          <pc:sldMk cId="3033269734" sldId="1006"/>
        </pc:sldMkLst>
      </pc:sldChg>
      <pc:sldChg chg="modSp add mod">
        <pc:chgData name="Yeo Xiong Wei, Jonathan" userId="ac2b658e-7ce1-44bb-9f9f-bf4198ceaa29" providerId="ADAL" clId="{2A0CDCAD-DD71-4A6E-840F-FF66134B6F3A}" dt="2022-06-24T06:43:09.026" v="3427" actId="20577"/>
        <pc:sldMkLst>
          <pc:docMk/>
          <pc:sldMk cId="2706441205" sldId="1007"/>
        </pc:sldMkLst>
        <pc:spChg chg="mod">
          <ac:chgData name="Yeo Xiong Wei, Jonathan" userId="ac2b658e-7ce1-44bb-9f9f-bf4198ceaa29" providerId="ADAL" clId="{2A0CDCAD-DD71-4A6E-840F-FF66134B6F3A}" dt="2022-06-24T06:43:09.026" v="3427" actId="20577"/>
          <ac:spMkLst>
            <pc:docMk/>
            <pc:sldMk cId="2706441205" sldId="1007"/>
            <ac:spMk id="39938" creationId="{00000000-0000-0000-0000-000000000000}"/>
          </ac:spMkLst>
        </pc:spChg>
      </pc:sldChg>
      <pc:sldChg chg="modSp add mod">
        <pc:chgData name="Yeo Xiong Wei, Jonathan" userId="ac2b658e-7ce1-44bb-9f9f-bf4198ceaa29" providerId="ADAL" clId="{2A0CDCAD-DD71-4A6E-840F-FF66134B6F3A}" dt="2022-06-24T07:16:04.339" v="5189" actId="20577"/>
        <pc:sldMkLst>
          <pc:docMk/>
          <pc:sldMk cId="3149683769" sldId="1008"/>
        </pc:sldMkLst>
        <pc:spChg chg="mod">
          <ac:chgData name="Yeo Xiong Wei, Jonathan" userId="ac2b658e-7ce1-44bb-9f9f-bf4198ceaa29" providerId="ADAL" clId="{2A0CDCAD-DD71-4A6E-840F-FF66134B6F3A}" dt="2022-06-24T07:01:26.435" v="4189" actId="20577"/>
          <ac:spMkLst>
            <pc:docMk/>
            <pc:sldMk cId="3149683769" sldId="1008"/>
            <ac:spMk id="52225" creationId="{00000000-0000-0000-0000-000000000000}"/>
          </ac:spMkLst>
        </pc:spChg>
        <pc:spChg chg="mod">
          <ac:chgData name="Yeo Xiong Wei, Jonathan" userId="ac2b658e-7ce1-44bb-9f9f-bf4198ceaa29" providerId="ADAL" clId="{2A0CDCAD-DD71-4A6E-840F-FF66134B6F3A}" dt="2022-06-24T07:16:04.339" v="5189" actId="20577"/>
          <ac:spMkLst>
            <pc:docMk/>
            <pc:sldMk cId="3149683769" sldId="1008"/>
            <ac:spMk id="52226" creationId="{00000000-0000-0000-0000-000000000000}"/>
          </ac:spMkLst>
        </pc:spChg>
      </pc:sldChg>
    </pc:docChg>
  </pc:docChgLst>
  <pc:docChgLst>
    <pc:chgData name="Yeo Xiong Wei, Jonathan" userId="ac2b658e-7ce1-44bb-9f9f-bf4198ceaa29" providerId="ADAL" clId="{D9BA708F-E906-4345-82E2-BE408DC8A136}"/>
    <pc:docChg chg="modSld">
      <pc:chgData name="Yeo Xiong Wei, Jonathan" userId="ac2b658e-7ce1-44bb-9f9f-bf4198ceaa29" providerId="ADAL" clId="{D9BA708F-E906-4345-82E2-BE408DC8A136}" dt="2022-08-05T04:03:44.476" v="7" actId="20577"/>
      <pc:docMkLst>
        <pc:docMk/>
      </pc:docMkLst>
      <pc:sldChg chg="modSp mod">
        <pc:chgData name="Yeo Xiong Wei, Jonathan" userId="ac2b658e-7ce1-44bb-9f9f-bf4198ceaa29" providerId="ADAL" clId="{D9BA708F-E906-4345-82E2-BE408DC8A136}" dt="2022-07-25T05:20:04.110" v="0" actId="113"/>
        <pc:sldMkLst>
          <pc:docMk/>
          <pc:sldMk cId="1851068879" sldId="397"/>
        </pc:sldMkLst>
        <pc:spChg chg="mod">
          <ac:chgData name="Yeo Xiong Wei, Jonathan" userId="ac2b658e-7ce1-44bb-9f9f-bf4198ceaa29" providerId="ADAL" clId="{D9BA708F-E906-4345-82E2-BE408DC8A136}" dt="2022-07-25T05:20:04.110" v="0" actId="113"/>
          <ac:spMkLst>
            <pc:docMk/>
            <pc:sldMk cId="1851068879" sldId="397"/>
            <ac:spMk id="25602" creationId="{00000000-0000-0000-0000-000000000000}"/>
          </ac:spMkLst>
        </pc:spChg>
      </pc:sldChg>
      <pc:sldChg chg="modSp">
        <pc:chgData name="Yeo Xiong Wei, Jonathan" userId="ac2b658e-7ce1-44bb-9f9f-bf4198ceaa29" providerId="ADAL" clId="{D9BA708F-E906-4345-82E2-BE408DC8A136}" dt="2022-08-05T04:03:44.476" v="7" actId="20577"/>
        <pc:sldMkLst>
          <pc:docMk/>
          <pc:sldMk cId="608881800" sldId="998"/>
        </pc:sldMkLst>
        <pc:spChg chg="mod">
          <ac:chgData name="Yeo Xiong Wei, Jonathan" userId="ac2b658e-7ce1-44bb-9f9f-bf4198ceaa29" providerId="ADAL" clId="{D9BA708F-E906-4345-82E2-BE408DC8A136}" dt="2022-08-05T04:03:44.476" v="7" actId="20577"/>
          <ac:spMkLst>
            <pc:docMk/>
            <pc:sldMk cId="608881800" sldId="998"/>
            <ac:spMk id="37890" creationId="{00000000-0000-0000-0000-000000000000}"/>
          </ac:spMkLst>
        </pc:spChg>
      </pc:sldChg>
    </pc:docChg>
  </pc:docChgLst>
  <pc:docChgLst>
    <pc:chgData name="Yeo Xiong Wei, Jonathan" userId="ac2b658e-7ce1-44bb-9f9f-bf4198ceaa29" providerId="ADAL" clId="{6B32886E-23D8-4DFB-AD21-9BC09DD965A5}"/>
    <pc:docChg chg="undo redo custSel addSld delSld modSld sldOrd">
      <pc:chgData name="Yeo Xiong Wei, Jonathan" userId="ac2b658e-7ce1-44bb-9f9f-bf4198ceaa29" providerId="ADAL" clId="{6B32886E-23D8-4DFB-AD21-9BC09DD965A5}" dt="2024-09-18T09:12:13.429" v="2601"/>
      <pc:docMkLst>
        <pc:docMk/>
      </pc:docMkLst>
      <pc:sldChg chg="addSp delSp modSp mod">
        <pc:chgData name="Yeo Xiong Wei, Jonathan" userId="ac2b658e-7ce1-44bb-9f9f-bf4198ceaa29" providerId="ADAL" clId="{6B32886E-23D8-4DFB-AD21-9BC09DD965A5}" dt="2024-09-13T03:41:11.950" v="485" actId="1076"/>
        <pc:sldMkLst>
          <pc:docMk/>
          <pc:sldMk cId="2055298615" sldId="299"/>
        </pc:sldMkLst>
        <pc:spChg chg="del mod">
          <ac:chgData name="Yeo Xiong Wei, Jonathan" userId="ac2b658e-7ce1-44bb-9f9f-bf4198ceaa29" providerId="ADAL" clId="{6B32886E-23D8-4DFB-AD21-9BC09DD965A5}" dt="2024-09-13T03:33:38.325" v="226" actId="478"/>
          <ac:spMkLst>
            <pc:docMk/>
            <pc:sldMk cId="2055298615" sldId="299"/>
            <ac:spMk id="3" creationId="{BC433FDC-AC66-1459-3543-B161607FF7B9}"/>
          </ac:spMkLst>
        </pc:spChg>
        <pc:spChg chg="add mod ord">
          <ac:chgData name="Yeo Xiong Wei, Jonathan" userId="ac2b658e-7ce1-44bb-9f9f-bf4198ceaa29" providerId="ADAL" clId="{6B32886E-23D8-4DFB-AD21-9BC09DD965A5}" dt="2024-09-13T03:41:11.950" v="485" actId="1076"/>
          <ac:spMkLst>
            <pc:docMk/>
            <pc:sldMk cId="2055298615" sldId="299"/>
            <ac:spMk id="4" creationId="{D325F708-BD07-7741-B5D9-0B5EC6A5C0B9}"/>
          </ac:spMkLst>
        </pc:spChg>
        <pc:spChg chg="mod">
          <ac:chgData name="Yeo Xiong Wei, Jonathan" userId="ac2b658e-7ce1-44bb-9f9f-bf4198ceaa29" providerId="ADAL" clId="{6B32886E-23D8-4DFB-AD21-9BC09DD965A5}" dt="2024-09-13T03:30:20.494" v="85" actId="114"/>
          <ac:spMkLst>
            <pc:docMk/>
            <pc:sldMk cId="2055298615" sldId="299"/>
            <ac:spMk id="26625" creationId="{00000000-0000-0000-0000-000000000000}"/>
          </ac:spMkLst>
        </pc:spChg>
        <pc:spChg chg="mod">
          <ac:chgData name="Yeo Xiong Wei, Jonathan" userId="ac2b658e-7ce1-44bb-9f9f-bf4198ceaa29" providerId="ADAL" clId="{6B32886E-23D8-4DFB-AD21-9BC09DD965A5}" dt="2024-09-13T03:41:06.159" v="484" actId="27636"/>
          <ac:spMkLst>
            <pc:docMk/>
            <pc:sldMk cId="2055298615" sldId="299"/>
            <ac:spMk id="26626" creationId="{00000000-0000-0000-0000-000000000000}"/>
          </ac:spMkLst>
        </pc:spChg>
      </pc:sldChg>
      <pc:sldChg chg="modSp mod">
        <pc:chgData name="Yeo Xiong Wei, Jonathan" userId="ac2b658e-7ce1-44bb-9f9f-bf4198ceaa29" providerId="ADAL" clId="{6B32886E-23D8-4DFB-AD21-9BC09DD965A5}" dt="2024-09-13T03:43:33.062" v="594" actId="20577"/>
        <pc:sldMkLst>
          <pc:docMk/>
          <pc:sldMk cId="194946728" sldId="300"/>
        </pc:sldMkLst>
        <pc:spChg chg="mod">
          <ac:chgData name="Yeo Xiong Wei, Jonathan" userId="ac2b658e-7ce1-44bb-9f9f-bf4198ceaa29" providerId="ADAL" clId="{6B32886E-23D8-4DFB-AD21-9BC09DD965A5}" dt="2024-09-13T03:43:33.062" v="594" actId="20577"/>
          <ac:spMkLst>
            <pc:docMk/>
            <pc:sldMk cId="194946728" sldId="300"/>
            <ac:spMk id="27650" creationId="{00000000-0000-0000-0000-000000000000}"/>
          </ac:spMkLst>
        </pc:spChg>
      </pc:sldChg>
      <pc:sldChg chg="modSp mod">
        <pc:chgData name="Yeo Xiong Wei, Jonathan" userId="ac2b658e-7ce1-44bb-9f9f-bf4198ceaa29" providerId="ADAL" clId="{6B32886E-23D8-4DFB-AD21-9BC09DD965A5}" dt="2024-09-13T03:43:41.232" v="596"/>
        <pc:sldMkLst>
          <pc:docMk/>
          <pc:sldMk cId="2559563713" sldId="301"/>
        </pc:sldMkLst>
        <pc:spChg chg="mod">
          <ac:chgData name="Yeo Xiong Wei, Jonathan" userId="ac2b658e-7ce1-44bb-9f9f-bf4198ceaa29" providerId="ADAL" clId="{6B32886E-23D8-4DFB-AD21-9BC09DD965A5}" dt="2024-09-13T03:37:36.546" v="442" actId="20577"/>
          <ac:spMkLst>
            <pc:docMk/>
            <pc:sldMk cId="2559563713" sldId="301"/>
            <ac:spMk id="28673" creationId="{00000000-0000-0000-0000-000000000000}"/>
          </ac:spMkLst>
        </pc:spChg>
        <pc:spChg chg="mod">
          <ac:chgData name="Yeo Xiong Wei, Jonathan" userId="ac2b658e-7ce1-44bb-9f9f-bf4198ceaa29" providerId="ADAL" clId="{6B32886E-23D8-4DFB-AD21-9BC09DD965A5}" dt="2024-09-13T03:43:41.232" v="596"/>
          <ac:spMkLst>
            <pc:docMk/>
            <pc:sldMk cId="2559563713" sldId="301"/>
            <ac:spMk id="28674" creationId="{00000000-0000-0000-0000-000000000000}"/>
          </ac:spMkLst>
        </pc:spChg>
      </pc:sldChg>
      <pc:sldChg chg="modSp mod">
        <pc:chgData name="Yeo Xiong Wei, Jonathan" userId="ac2b658e-7ce1-44bb-9f9f-bf4198ceaa29" providerId="ADAL" clId="{6B32886E-23D8-4DFB-AD21-9BC09DD965A5}" dt="2024-09-13T03:41:55.990" v="496" actId="20577"/>
        <pc:sldMkLst>
          <pc:docMk/>
          <pc:sldMk cId="2533036614" sldId="302"/>
        </pc:sldMkLst>
        <pc:spChg chg="mod">
          <ac:chgData name="Yeo Xiong Wei, Jonathan" userId="ac2b658e-7ce1-44bb-9f9f-bf4198ceaa29" providerId="ADAL" clId="{6B32886E-23D8-4DFB-AD21-9BC09DD965A5}" dt="2024-09-13T03:30:38.314" v="95" actId="20577"/>
          <ac:spMkLst>
            <pc:docMk/>
            <pc:sldMk cId="2533036614" sldId="302"/>
            <ac:spMk id="29697" creationId="{00000000-0000-0000-0000-000000000000}"/>
          </ac:spMkLst>
        </pc:spChg>
        <pc:spChg chg="mod">
          <ac:chgData name="Yeo Xiong Wei, Jonathan" userId="ac2b658e-7ce1-44bb-9f9f-bf4198ceaa29" providerId="ADAL" clId="{6B32886E-23D8-4DFB-AD21-9BC09DD965A5}" dt="2024-09-13T03:41:55.990" v="496" actId="20577"/>
          <ac:spMkLst>
            <pc:docMk/>
            <pc:sldMk cId="2533036614" sldId="302"/>
            <ac:spMk id="29698" creationId="{00000000-0000-0000-0000-000000000000}"/>
          </ac:spMkLst>
        </pc:spChg>
      </pc:sldChg>
      <pc:sldChg chg="modSp mod addAnim delAnim modAnim">
        <pc:chgData name="Yeo Xiong Wei, Jonathan" userId="ac2b658e-7ce1-44bb-9f9f-bf4198ceaa29" providerId="ADAL" clId="{6B32886E-23D8-4DFB-AD21-9BC09DD965A5}" dt="2024-09-13T04:18:06.883" v="1098" actId="20577"/>
        <pc:sldMkLst>
          <pc:docMk/>
          <pc:sldMk cId="921258357" sldId="304"/>
        </pc:sldMkLst>
        <pc:spChg chg="mod">
          <ac:chgData name="Yeo Xiong Wei, Jonathan" userId="ac2b658e-7ce1-44bb-9f9f-bf4198ceaa29" providerId="ADAL" clId="{6B32886E-23D8-4DFB-AD21-9BC09DD965A5}" dt="2024-09-13T04:17:53.252" v="1060" actId="14100"/>
          <ac:spMkLst>
            <pc:docMk/>
            <pc:sldMk cId="921258357" sldId="304"/>
            <ac:spMk id="4" creationId="{729AE88C-1805-E578-0C01-CC38BCE0C088}"/>
          </ac:spMkLst>
        </pc:spChg>
        <pc:spChg chg="mod">
          <ac:chgData name="Yeo Xiong Wei, Jonathan" userId="ac2b658e-7ce1-44bb-9f9f-bf4198ceaa29" providerId="ADAL" clId="{6B32886E-23D8-4DFB-AD21-9BC09DD965A5}" dt="2024-09-13T04:18:06.883" v="1098" actId="20577"/>
          <ac:spMkLst>
            <pc:docMk/>
            <pc:sldMk cId="921258357" sldId="304"/>
            <ac:spMk id="31746" creationId="{00000000-0000-0000-0000-000000000000}"/>
          </ac:spMkLst>
        </pc:spChg>
      </pc:sldChg>
      <pc:sldChg chg="modSp">
        <pc:chgData name="Yeo Xiong Wei, Jonathan" userId="ac2b658e-7ce1-44bb-9f9f-bf4198ceaa29" providerId="ADAL" clId="{6B32886E-23D8-4DFB-AD21-9BC09DD965A5}" dt="2024-09-13T04:20:04.516" v="1172" actId="6549"/>
        <pc:sldMkLst>
          <pc:docMk/>
          <pc:sldMk cId="2500070018" sldId="306"/>
        </pc:sldMkLst>
        <pc:spChg chg="mod">
          <ac:chgData name="Yeo Xiong Wei, Jonathan" userId="ac2b658e-7ce1-44bb-9f9f-bf4198ceaa29" providerId="ADAL" clId="{6B32886E-23D8-4DFB-AD21-9BC09DD965A5}" dt="2024-09-13T04:20:04.516" v="1172" actId="6549"/>
          <ac:spMkLst>
            <pc:docMk/>
            <pc:sldMk cId="2500070018" sldId="306"/>
            <ac:spMk id="33794" creationId="{00000000-0000-0000-0000-000000000000}"/>
          </ac:spMkLst>
        </pc:spChg>
      </pc:sldChg>
      <pc:sldChg chg="modSp mod">
        <pc:chgData name="Yeo Xiong Wei, Jonathan" userId="ac2b658e-7ce1-44bb-9f9f-bf4198ceaa29" providerId="ADAL" clId="{6B32886E-23D8-4DFB-AD21-9BC09DD965A5}" dt="2024-09-13T04:33:51.403" v="1773" actId="20577"/>
        <pc:sldMkLst>
          <pc:docMk/>
          <pc:sldMk cId="1453085163" sldId="307"/>
        </pc:sldMkLst>
        <pc:spChg chg="mod">
          <ac:chgData name="Yeo Xiong Wei, Jonathan" userId="ac2b658e-7ce1-44bb-9f9f-bf4198ceaa29" providerId="ADAL" clId="{6B32886E-23D8-4DFB-AD21-9BC09DD965A5}" dt="2024-09-13T04:33:51.403" v="1773" actId="20577"/>
          <ac:spMkLst>
            <pc:docMk/>
            <pc:sldMk cId="1453085163" sldId="307"/>
            <ac:spMk id="34818" creationId="{00000000-0000-0000-0000-000000000000}"/>
          </ac:spMkLst>
        </pc:spChg>
      </pc:sldChg>
      <pc:sldChg chg="modSp mod modAnim">
        <pc:chgData name="Yeo Xiong Wei, Jonathan" userId="ac2b658e-7ce1-44bb-9f9f-bf4198ceaa29" providerId="ADAL" clId="{6B32886E-23D8-4DFB-AD21-9BC09DD965A5}" dt="2024-09-13T04:31:43.594" v="1676" actId="20577"/>
        <pc:sldMkLst>
          <pc:docMk/>
          <pc:sldMk cId="501130367" sldId="308"/>
        </pc:sldMkLst>
        <pc:spChg chg="mod">
          <ac:chgData name="Yeo Xiong Wei, Jonathan" userId="ac2b658e-7ce1-44bb-9f9f-bf4198ceaa29" providerId="ADAL" clId="{6B32886E-23D8-4DFB-AD21-9BC09DD965A5}" dt="2024-09-13T04:31:43.594" v="1676" actId="20577"/>
          <ac:spMkLst>
            <pc:docMk/>
            <pc:sldMk cId="501130367" sldId="308"/>
            <ac:spMk id="35842" creationId="{00000000-0000-0000-0000-000000000000}"/>
          </ac:spMkLst>
        </pc:spChg>
      </pc:sldChg>
      <pc:sldChg chg="modSp modAnim">
        <pc:chgData name="Yeo Xiong Wei, Jonathan" userId="ac2b658e-7ce1-44bb-9f9f-bf4198ceaa29" providerId="ADAL" clId="{6B32886E-23D8-4DFB-AD21-9BC09DD965A5}" dt="2024-09-13T04:32:56.985" v="1745" actId="20577"/>
        <pc:sldMkLst>
          <pc:docMk/>
          <pc:sldMk cId="2974126842" sldId="310"/>
        </pc:sldMkLst>
        <pc:spChg chg="mod">
          <ac:chgData name="Yeo Xiong Wei, Jonathan" userId="ac2b658e-7ce1-44bb-9f9f-bf4198ceaa29" providerId="ADAL" clId="{6B32886E-23D8-4DFB-AD21-9BC09DD965A5}" dt="2024-09-13T04:32:56.985" v="1745" actId="20577"/>
          <ac:spMkLst>
            <pc:docMk/>
            <pc:sldMk cId="2974126842" sldId="310"/>
            <ac:spMk id="37890" creationId="{00000000-0000-0000-0000-000000000000}"/>
          </ac:spMkLst>
        </pc:spChg>
      </pc:sldChg>
      <pc:sldChg chg="modSp">
        <pc:chgData name="Yeo Xiong Wei, Jonathan" userId="ac2b658e-7ce1-44bb-9f9f-bf4198ceaa29" providerId="ADAL" clId="{6B32886E-23D8-4DFB-AD21-9BC09DD965A5}" dt="2024-09-13T04:29:48.406" v="1664" actId="20577"/>
        <pc:sldMkLst>
          <pc:docMk/>
          <pc:sldMk cId="2458732272" sldId="312"/>
        </pc:sldMkLst>
        <pc:spChg chg="mod">
          <ac:chgData name="Yeo Xiong Wei, Jonathan" userId="ac2b658e-7ce1-44bb-9f9f-bf4198ceaa29" providerId="ADAL" clId="{6B32886E-23D8-4DFB-AD21-9BC09DD965A5}" dt="2024-09-13T04:29:48.406" v="1664" actId="20577"/>
          <ac:spMkLst>
            <pc:docMk/>
            <pc:sldMk cId="2458732272" sldId="312"/>
            <ac:spMk id="39938" creationId="{00000000-0000-0000-0000-000000000000}"/>
          </ac:spMkLst>
        </pc:spChg>
      </pc:sldChg>
      <pc:sldChg chg="modSp mod">
        <pc:chgData name="Yeo Xiong Wei, Jonathan" userId="ac2b658e-7ce1-44bb-9f9f-bf4198ceaa29" providerId="ADAL" clId="{6B32886E-23D8-4DFB-AD21-9BC09DD965A5}" dt="2024-09-13T04:54:06.912" v="2557" actId="20577"/>
        <pc:sldMkLst>
          <pc:docMk/>
          <pc:sldMk cId="180175659" sldId="324"/>
        </pc:sldMkLst>
        <pc:spChg chg="mod">
          <ac:chgData name="Yeo Xiong Wei, Jonathan" userId="ac2b658e-7ce1-44bb-9f9f-bf4198ceaa29" providerId="ADAL" clId="{6B32886E-23D8-4DFB-AD21-9BC09DD965A5}" dt="2024-09-13T04:54:06.912" v="2557" actId="20577"/>
          <ac:spMkLst>
            <pc:docMk/>
            <pc:sldMk cId="180175659" sldId="324"/>
            <ac:spMk id="52226" creationId="{00000000-0000-0000-0000-000000000000}"/>
          </ac:spMkLst>
        </pc:spChg>
      </pc:sldChg>
      <pc:sldChg chg="modSp mod">
        <pc:chgData name="Yeo Xiong Wei, Jonathan" userId="ac2b658e-7ce1-44bb-9f9f-bf4198ceaa29" providerId="ADAL" clId="{6B32886E-23D8-4DFB-AD21-9BC09DD965A5}" dt="2024-09-13T04:52:34.442" v="2532" actId="20577"/>
        <pc:sldMkLst>
          <pc:docMk/>
          <pc:sldMk cId="2786838010" sldId="396"/>
        </pc:sldMkLst>
        <pc:spChg chg="mod">
          <ac:chgData name="Yeo Xiong Wei, Jonathan" userId="ac2b658e-7ce1-44bb-9f9f-bf4198ceaa29" providerId="ADAL" clId="{6B32886E-23D8-4DFB-AD21-9BC09DD965A5}" dt="2024-09-13T04:52:34.442" v="2532" actId="20577"/>
          <ac:spMkLst>
            <pc:docMk/>
            <pc:sldMk cId="2786838010" sldId="396"/>
            <ac:spMk id="124930" creationId="{00000000-0000-0000-0000-000000000000}"/>
          </ac:spMkLst>
        </pc:spChg>
      </pc:sldChg>
      <pc:sldChg chg="modSp">
        <pc:chgData name="Yeo Xiong Wei, Jonathan" userId="ac2b658e-7ce1-44bb-9f9f-bf4198ceaa29" providerId="ADAL" clId="{6B32886E-23D8-4DFB-AD21-9BC09DD965A5}" dt="2024-09-13T03:15:30.834" v="1" actId="403"/>
        <pc:sldMkLst>
          <pc:docMk/>
          <pc:sldMk cId="1851068879" sldId="397"/>
        </pc:sldMkLst>
        <pc:spChg chg="mod">
          <ac:chgData name="Yeo Xiong Wei, Jonathan" userId="ac2b658e-7ce1-44bb-9f9f-bf4198ceaa29" providerId="ADAL" clId="{6B32886E-23D8-4DFB-AD21-9BC09DD965A5}" dt="2024-09-13T03:15:30.834" v="1" actId="403"/>
          <ac:spMkLst>
            <pc:docMk/>
            <pc:sldMk cId="1851068879" sldId="397"/>
            <ac:spMk id="25602" creationId="{00000000-0000-0000-0000-000000000000}"/>
          </ac:spMkLst>
        </pc:spChg>
      </pc:sldChg>
      <pc:sldChg chg="modSp del">
        <pc:chgData name="Yeo Xiong Wei, Jonathan" userId="ac2b658e-7ce1-44bb-9f9f-bf4198ceaa29" providerId="ADAL" clId="{6B32886E-23D8-4DFB-AD21-9BC09DD965A5}" dt="2024-09-13T03:26:39.200" v="32" actId="47"/>
        <pc:sldMkLst>
          <pc:docMk/>
          <pc:sldMk cId="279134021" sldId="399"/>
        </pc:sldMkLst>
        <pc:spChg chg="mod">
          <ac:chgData name="Yeo Xiong Wei, Jonathan" userId="ac2b658e-7ce1-44bb-9f9f-bf4198ceaa29" providerId="ADAL" clId="{6B32886E-23D8-4DFB-AD21-9BC09DD965A5}" dt="2024-09-13T03:24:59.682" v="22" actId="20577"/>
          <ac:spMkLst>
            <pc:docMk/>
            <pc:sldMk cId="279134021" sldId="399"/>
            <ac:spMk id="25602" creationId="{00000000-0000-0000-0000-000000000000}"/>
          </ac:spMkLst>
        </pc:spChg>
      </pc:sldChg>
      <pc:sldChg chg="del">
        <pc:chgData name="Yeo Xiong Wei, Jonathan" userId="ac2b658e-7ce1-44bb-9f9f-bf4198ceaa29" providerId="ADAL" clId="{6B32886E-23D8-4DFB-AD21-9BC09DD965A5}" dt="2024-09-13T03:29:41.919" v="75" actId="47"/>
        <pc:sldMkLst>
          <pc:docMk/>
          <pc:sldMk cId="3060003268" sldId="400"/>
        </pc:sldMkLst>
      </pc:sldChg>
      <pc:sldChg chg="modSp">
        <pc:chgData name="Yeo Xiong Wei, Jonathan" userId="ac2b658e-7ce1-44bb-9f9f-bf4198ceaa29" providerId="ADAL" clId="{6B32886E-23D8-4DFB-AD21-9BC09DD965A5}" dt="2024-09-13T04:34:24.639" v="1774" actId="113"/>
        <pc:sldMkLst>
          <pc:docMk/>
          <pc:sldMk cId="1413307756" sldId="995"/>
        </pc:sldMkLst>
        <pc:spChg chg="mod">
          <ac:chgData name="Yeo Xiong Wei, Jonathan" userId="ac2b658e-7ce1-44bb-9f9f-bf4198ceaa29" providerId="ADAL" clId="{6B32886E-23D8-4DFB-AD21-9BC09DD965A5}" dt="2024-09-13T04:34:24.639" v="1774" actId="113"/>
          <ac:spMkLst>
            <pc:docMk/>
            <pc:sldMk cId="1413307756" sldId="995"/>
            <ac:spMk id="37890" creationId="{00000000-0000-0000-0000-000000000000}"/>
          </ac:spMkLst>
        </pc:spChg>
      </pc:sldChg>
      <pc:sldChg chg="modSp">
        <pc:chgData name="Yeo Xiong Wei, Jonathan" userId="ac2b658e-7ce1-44bb-9f9f-bf4198ceaa29" providerId="ADAL" clId="{6B32886E-23D8-4DFB-AD21-9BC09DD965A5}" dt="2024-09-13T04:35:20.056" v="1797" actId="20577"/>
        <pc:sldMkLst>
          <pc:docMk/>
          <pc:sldMk cId="1314374014" sldId="997"/>
        </pc:sldMkLst>
        <pc:spChg chg="mod">
          <ac:chgData name="Yeo Xiong Wei, Jonathan" userId="ac2b658e-7ce1-44bb-9f9f-bf4198ceaa29" providerId="ADAL" clId="{6B32886E-23D8-4DFB-AD21-9BC09DD965A5}" dt="2024-09-13T04:35:20.056" v="1797" actId="20577"/>
          <ac:spMkLst>
            <pc:docMk/>
            <pc:sldMk cId="1314374014" sldId="997"/>
            <ac:spMk id="37890" creationId="{00000000-0000-0000-0000-000000000000}"/>
          </ac:spMkLst>
        </pc:spChg>
      </pc:sldChg>
      <pc:sldChg chg="addSp modSp mod">
        <pc:chgData name="Yeo Xiong Wei, Jonathan" userId="ac2b658e-7ce1-44bb-9f9f-bf4198ceaa29" providerId="ADAL" clId="{6B32886E-23D8-4DFB-AD21-9BC09DD965A5}" dt="2024-09-13T04:44:08.448" v="2295" actId="14100"/>
        <pc:sldMkLst>
          <pc:docMk/>
          <pc:sldMk cId="608881800" sldId="998"/>
        </pc:sldMkLst>
        <pc:spChg chg="add mod ord">
          <ac:chgData name="Yeo Xiong Wei, Jonathan" userId="ac2b658e-7ce1-44bb-9f9f-bf4198ceaa29" providerId="ADAL" clId="{6B32886E-23D8-4DFB-AD21-9BC09DD965A5}" dt="2024-09-13T04:44:08.448" v="2295" actId="14100"/>
          <ac:spMkLst>
            <pc:docMk/>
            <pc:sldMk cId="608881800" sldId="998"/>
            <ac:spMk id="2" creationId="{138D55B6-FC2E-F98D-C392-6B8C2E66E0B3}"/>
          </ac:spMkLst>
        </pc:spChg>
        <pc:spChg chg="mod">
          <ac:chgData name="Yeo Xiong Wei, Jonathan" userId="ac2b658e-7ce1-44bb-9f9f-bf4198ceaa29" providerId="ADAL" clId="{6B32886E-23D8-4DFB-AD21-9BC09DD965A5}" dt="2024-09-13T04:43:52.429" v="2291" actId="207"/>
          <ac:spMkLst>
            <pc:docMk/>
            <pc:sldMk cId="608881800" sldId="998"/>
            <ac:spMk id="37890" creationId="{00000000-0000-0000-0000-000000000000}"/>
          </ac:spMkLst>
        </pc:spChg>
      </pc:sldChg>
      <pc:sldChg chg="addSp modSp mod modAnim">
        <pc:chgData name="Yeo Xiong Wei, Jonathan" userId="ac2b658e-7ce1-44bb-9f9f-bf4198ceaa29" providerId="ADAL" clId="{6B32886E-23D8-4DFB-AD21-9BC09DD965A5}" dt="2024-09-13T04:52:01.548" v="2511" actId="207"/>
        <pc:sldMkLst>
          <pc:docMk/>
          <pc:sldMk cId="889467151" sldId="1003"/>
        </pc:sldMkLst>
        <pc:spChg chg="add mod ord">
          <ac:chgData name="Yeo Xiong Wei, Jonathan" userId="ac2b658e-7ce1-44bb-9f9f-bf4198ceaa29" providerId="ADAL" clId="{6B32886E-23D8-4DFB-AD21-9BC09DD965A5}" dt="2024-09-13T04:45:44.748" v="2352" actId="167"/>
          <ac:spMkLst>
            <pc:docMk/>
            <pc:sldMk cId="889467151" sldId="1003"/>
            <ac:spMk id="2" creationId="{41964240-11C0-ECDD-2D58-1673F24588EB}"/>
          </ac:spMkLst>
        </pc:spChg>
        <pc:spChg chg="mod">
          <ac:chgData name="Yeo Xiong Wei, Jonathan" userId="ac2b658e-7ce1-44bb-9f9f-bf4198ceaa29" providerId="ADAL" clId="{6B32886E-23D8-4DFB-AD21-9BC09DD965A5}" dt="2024-09-13T04:52:01.548" v="2511" actId="207"/>
          <ac:spMkLst>
            <pc:docMk/>
            <pc:sldMk cId="889467151" sldId="1003"/>
            <ac:spMk id="52226" creationId="{00000000-0000-0000-0000-000000000000}"/>
          </ac:spMkLst>
        </pc:spChg>
      </pc:sldChg>
      <pc:sldChg chg="modSp mod">
        <pc:chgData name="Yeo Xiong Wei, Jonathan" userId="ac2b658e-7ce1-44bb-9f9f-bf4198ceaa29" providerId="ADAL" clId="{6B32886E-23D8-4DFB-AD21-9BC09DD965A5}" dt="2024-09-13T04:08:01.520" v="838" actId="113"/>
        <pc:sldMkLst>
          <pc:docMk/>
          <pc:sldMk cId="1165093964" sldId="1006"/>
        </pc:sldMkLst>
        <pc:spChg chg="mod">
          <ac:chgData name="Yeo Xiong Wei, Jonathan" userId="ac2b658e-7ce1-44bb-9f9f-bf4198ceaa29" providerId="ADAL" clId="{6B32886E-23D8-4DFB-AD21-9BC09DD965A5}" dt="2024-09-13T04:08:01.520" v="838" actId="113"/>
          <ac:spMkLst>
            <pc:docMk/>
            <pc:sldMk cId="1165093964" sldId="1006"/>
            <ac:spMk id="28674" creationId="{00000000-0000-0000-0000-000000000000}"/>
          </ac:spMkLst>
        </pc:spChg>
      </pc:sldChg>
      <pc:sldChg chg="addSp modSp mod">
        <pc:chgData name="Yeo Xiong Wei, Jonathan" userId="ac2b658e-7ce1-44bb-9f9f-bf4198ceaa29" providerId="ADAL" clId="{6B32886E-23D8-4DFB-AD21-9BC09DD965A5}" dt="2024-09-13T04:45:22.851" v="2348" actId="1076"/>
        <pc:sldMkLst>
          <pc:docMk/>
          <pc:sldMk cId="2706441205" sldId="1007"/>
        </pc:sldMkLst>
        <pc:spChg chg="add mod ord">
          <ac:chgData name="Yeo Xiong Wei, Jonathan" userId="ac2b658e-7ce1-44bb-9f9f-bf4198ceaa29" providerId="ADAL" clId="{6B32886E-23D8-4DFB-AD21-9BC09DD965A5}" dt="2024-09-13T04:45:22.851" v="2348" actId="1076"/>
          <ac:spMkLst>
            <pc:docMk/>
            <pc:sldMk cId="2706441205" sldId="1007"/>
            <ac:spMk id="2" creationId="{CC1E5843-6356-4A08-C092-887328DBC470}"/>
          </ac:spMkLst>
        </pc:spChg>
        <pc:spChg chg="mod">
          <ac:chgData name="Yeo Xiong Wei, Jonathan" userId="ac2b658e-7ce1-44bb-9f9f-bf4198ceaa29" providerId="ADAL" clId="{6B32886E-23D8-4DFB-AD21-9BC09DD965A5}" dt="2024-09-13T04:45:13.058" v="2345" actId="207"/>
          <ac:spMkLst>
            <pc:docMk/>
            <pc:sldMk cId="2706441205" sldId="1007"/>
            <ac:spMk id="39938" creationId="{00000000-0000-0000-0000-000000000000}"/>
          </ac:spMkLst>
        </pc:spChg>
      </pc:sldChg>
      <pc:sldChg chg="modSp add del mod ord">
        <pc:chgData name="Yeo Xiong Wei, Jonathan" userId="ac2b658e-7ce1-44bb-9f9f-bf4198ceaa29" providerId="ADAL" clId="{6B32886E-23D8-4DFB-AD21-9BC09DD965A5}" dt="2024-09-18T09:09:55.627" v="2598" actId="20577"/>
        <pc:sldMkLst>
          <pc:docMk/>
          <pc:sldMk cId="1878877627" sldId="1010"/>
        </pc:sldMkLst>
        <pc:spChg chg="mod">
          <ac:chgData name="Yeo Xiong Wei, Jonathan" userId="ac2b658e-7ce1-44bb-9f9f-bf4198ceaa29" providerId="ADAL" clId="{6B32886E-23D8-4DFB-AD21-9BC09DD965A5}" dt="2024-09-18T09:09:55.627" v="2598" actId="20577"/>
          <ac:spMkLst>
            <pc:docMk/>
            <pc:sldMk cId="1878877627" sldId="1010"/>
            <ac:spMk id="25602" creationId="{00000000-0000-0000-0000-000000000000}"/>
          </ac:spMkLst>
        </pc:spChg>
      </pc:sldChg>
      <pc:sldChg chg="modSp">
        <pc:chgData name="Yeo Xiong Wei, Jonathan" userId="ac2b658e-7ce1-44bb-9f9f-bf4198ceaa29" providerId="ADAL" clId="{6B32886E-23D8-4DFB-AD21-9BC09DD965A5}" dt="2024-09-13T03:16:45.266" v="19" actId="114"/>
        <pc:sldMkLst>
          <pc:docMk/>
          <pc:sldMk cId="3831470527" sldId="1012"/>
        </pc:sldMkLst>
        <pc:spChg chg="mod">
          <ac:chgData name="Yeo Xiong Wei, Jonathan" userId="ac2b658e-7ce1-44bb-9f9f-bf4198ceaa29" providerId="ADAL" clId="{6B32886E-23D8-4DFB-AD21-9BC09DD965A5}" dt="2024-09-13T03:16:45.266" v="19" actId="114"/>
          <ac:spMkLst>
            <pc:docMk/>
            <pc:sldMk cId="3831470527" sldId="1012"/>
            <ac:spMk id="25602" creationId="{00000000-0000-0000-0000-000000000000}"/>
          </ac:spMkLst>
        </pc:spChg>
      </pc:sldChg>
      <pc:sldChg chg="ord">
        <pc:chgData name="Yeo Xiong Wei, Jonathan" userId="ac2b658e-7ce1-44bb-9f9f-bf4198ceaa29" providerId="ADAL" clId="{6B32886E-23D8-4DFB-AD21-9BC09DD965A5}" dt="2024-09-18T09:12:13.429" v="2601"/>
        <pc:sldMkLst>
          <pc:docMk/>
          <pc:sldMk cId="3000790214" sldId="1014"/>
        </pc:sldMkLst>
      </pc:sldChg>
      <pc:sldChg chg="modSp mod modAnim">
        <pc:chgData name="Yeo Xiong Wei, Jonathan" userId="ac2b658e-7ce1-44bb-9f9f-bf4198ceaa29" providerId="ADAL" clId="{6B32886E-23D8-4DFB-AD21-9BC09DD965A5}" dt="2024-09-13T04:42:12.751" v="2219"/>
        <pc:sldMkLst>
          <pc:docMk/>
          <pc:sldMk cId="1635627987" sldId="1019"/>
        </pc:sldMkLst>
        <pc:spChg chg="mod">
          <ac:chgData name="Yeo Xiong Wei, Jonathan" userId="ac2b658e-7ce1-44bb-9f9f-bf4198ceaa29" providerId="ADAL" clId="{6B32886E-23D8-4DFB-AD21-9BC09DD965A5}" dt="2024-09-13T04:42:12.751" v="2219"/>
          <ac:spMkLst>
            <pc:docMk/>
            <pc:sldMk cId="1635627987" sldId="1019"/>
            <ac:spMk id="41986" creationId="{00000000-0000-0000-0000-000000000000}"/>
          </ac:spMkLst>
        </pc:spChg>
      </pc:sldChg>
      <pc:sldChg chg="delSp modSp mod">
        <pc:chgData name="Yeo Xiong Wei, Jonathan" userId="ac2b658e-7ce1-44bb-9f9f-bf4198ceaa29" providerId="ADAL" clId="{6B32886E-23D8-4DFB-AD21-9BC09DD965A5}" dt="2024-09-18T09:11:37.177" v="2599" actId="478"/>
        <pc:sldMkLst>
          <pc:docMk/>
          <pc:sldMk cId="819820129" sldId="1020"/>
        </pc:sldMkLst>
        <pc:spChg chg="del">
          <ac:chgData name="Yeo Xiong Wei, Jonathan" userId="ac2b658e-7ce1-44bb-9f9f-bf4198ceaa29" providerId="ADAL" clId="{6B32886E-23D8-4DFB-AD21-9BC09DD965A5}" dt="2024-09-18T09:11:37.177" v="2599" actId="478"/>
          <ac:spMkLst>
            <pc:docMk/>
            <pc:sldMk cId="819820129" sldId="1020"/>
            <ac:spMk id="2" creationId="{00000000-0000-0000-0000-000000000000}"/>
          </ac:spMkLst>
        </pc:spChg>
        <pc:spChg chg="mod">
          <ac:chgData name="Yeo Xiong Wei, Jonathan" userId="ac2b658e-7ce1-44bb-9f9f-bf4198ceaa29" providerId="ADAL" clId="{6B32886E-23D8-4DFB-AD21-9BC09DD965A5}" dt="2024-09-13T04:41:18.512" v="2133" actId="20577"/>
          <ac:spMkLst>
            <pc:docMk/>
            <pc:sldMk cId="819820129" sldId="1020"/>
            <ac:spMk id="41986" creationId="{00000000-0000-0000-0000-000000000000}"/>
          </ac:spMkLst>
        </pc:spChg>
      </pc:sldChg>
      <pc:sldChg chg="modSp add mod modAnim">
        <pc:chgData name="Yeo Xiong Wei, Jonathan" userId="ac2b658e-7ce1-44bb-9f9f-bf4198ceaa29" providerId="ADAL" clId="{6B32886E-23D8-4DFB-AD21-9BC09DD965A5}" dt="2024-09-13T03:26:55.513" v="41" actId="12"/>
        <pc:sldMkLst>
          <pc:docMk/>
          <pc:sldMk cId="2705891735" sldId="1021"/>
        </pc:sldMkLst>
        <pc:spChg chg="mod">
          <ac:chgData name="Yeo Xiong Wei, Jonathan" userId="ac2b658e-7ce1-44bb-9f9f-bf4198ceaa29" providerId="ADAL" clId="{6B32886E-23D8-4DFB-AD21-9BC09DD965A5}" dt="2024-09-13T03:26:13.854" v="24"/>
          <ac:spMkLst>
            <pc:docMk/>
            <pc:sldMk cId="2705891735" sldId="1021"/>
            <ac:spMk id="25601" creationId="{00000000-0000-0000-0000-000000000000}"/>
          </ac:spMkLst>
        </pc:spChg>
        <pc:spChg chg="mod">
          <ac:chgData name="Yeo Xiong Wei, Jonathan" userId="ac2b658e-7ce1-44bb-9f9f-bf4198ceaa29" providerId="ADAL" clId="{6B32886E-23D8-4DFB-AD21-9BC09DD965A5}" dt="2024-09-13T03:26:55.513" v="41" actId="12"/>
          <ac:spMkLst>
            <pc:docMk/>
            <pc:sldMk cId="2705891735" sldId="1021"/>
            <ac:spMk id="25602" creationId="{00000000-0000-0000-0000-000000000000}"/>
          </ac:spMkLst>
        </pc:spChg>
      </pc:sldChg>
      <pc:sldChg chg="modSp add mod modAnim">
        <pc:chgData name="Yeo Xiong Wei, Jonathan" userId="ac2b658e-7ce1-44bb-9f9f-bf4198ceaa29" providerId="ADAL" clId="{6B32886E-23D8-4DFB-AD21-9BC09DD965A5}" dt="2024-09-13T03:29:55.418" v="79" actId="207"/>
        <pc:sldMkLst>
          <pc:docMk/>
          <pc:sldMk cId="2566034624" sldId="1022"/>
        </pc:sldMkLst>
        <pc:spChg chg="mod">
          <ac:chgData name="Yeo Xiong Wei, Jonathan" userId="ac2b658e-7ce1-44bb-9f9f-bf4198ceaa29" providerId="ADAL" clId="{6B32886E-23D8-4DFB-AD21-9BC09DD965A5}" dt="2024-09-13T03:28:24.432" v="43"/>
          <ac:spMkLst>
            <pc:docMk/>
            <pc:sldMk cId="2566034624" sldId="1022"/>
            <ac:spMk id="25601" creationId="{00000000-0000-0000-0000-000000000000}"/>
          </ac:spMkLst>
        </pc:spChg>
        <pc:spChg chg="mod">
          <ac:chgData name="Yeo Xiong Wei, Jonathan" userId="ac2b658e-7ce1-44bb-9f9f-bf4198ceaa29" providerId="ADAL" clId="{6B32886E-23D8-4DFB-AD21-9BC09DD965A5}" dt="2024-09-13T03:29:55.418" v="79" actId="207"/>
          <ac:spMkLst>
            <pc:docMk/>
            <pc:sldMk cId="2566034624" sldId="1022"/>
            <ac:spMk id="25602" creationId="{00000000-0000-0000-0000-000000000000}"/>
          </ac:spMkLst>
        </pc:spChg>
      </pc:sldChg>
    </pc:docChg>
  </pc:docChgLst>
  <pc:docChgLst>
    <pc:chgData name="Yeo Xiong Wei, Jonathan" userId="ac2b658e-7ce1-44bb-9f9f-bf4198ceaa29" providerId="ADAL" clId="{85D5F774-D34D-4923-8B2E-C35FA7189B52}"/>
    <pc:docChg chg="custSel modSld">
      <pc:chgData name="Yeo Xiong Wei, Jonathan" userId="ac2b658e-7ce1-44bb-9f9f-bf4198ceaa29" providerId="ADAL" clId="{85D5F774-D34D-4923-8B2E-C35FA7189B52}" dt="2024-09-19T09:49:19.595" v="118" actId="20577"/>
      <pc:docMkLst>
        <pc:docMk/>
      </pc:docMkLst>
      <pc:sldChg chg="modSp mod">
        <pc:chgData name="Yeo Xiong Wei, Jonathan" userId="ac2b658e-7ce1-44bb-9f9f-bf4198ceaa29" providerId="ADAL" clId="{85D5F774-D34D-4923-8B2E-C35FA7189B52}" dt="2024-09-19T09:49:19.595" v="118" actId="20577"/>
        <pc:sldMkLst>
          <pc:docMk/>
          <pc:sldMk cId="819820129" sldId="1020"/>
        </pc:sldMkLst>
        <pc:spChg chg="mod">
          <ac:chgData name="Yeo Xiong Wei, Jonathan" userId="ac2b658e-7ce1-44bb-9f9f-bf4198ceaa29" providerId="ADAL" clId="{85D5F774-D34D-4923-8B2E-C35FA7189B52}" dt="2024-09-19T09:49:19.595" v="118" actId="20577"/>
          <ac:spMkLst>
            <pc:docMk/>
            <pc:sldMk cId="819820129" sldId="1020"/>
            <ac:spMk id="41986" creationId="{00000000-0000-0000-0000-000000000000}"/>
          </ac:spMkLst>
        </pc:spChg>
      </pc:sldChg>
    </pc:docChg>
  </pc:docChgLst>
  <pc:docChgLst>
    <pc:chgData name="Yeo Xiong Wei, Jonathan" userId="ac2b658e-7ce1-44bb-9f9f-bf4198ceaa29" providerId="ADAL" clId="{C0B45BF6-00A9-4817-B8E0-AAF3B9578B42}"/>
    <pc:docChg chg="undo custSel addSld delSld modSld">
      <pc:chgData name="Yeo Xiong Wei, Jonathan" userId="ac2b658e-7ce1-44bb-9f9f-bf4198ceaa29" providerId="ADAL" clId="{C0B45BF6-00A9-4817-B8E0-AAF3B9578B42}" dt="2023-06-30T08:33:44.736" v="4289" actId="255"/>
      <pc:docMkLst>
        <pc:docMk/>
      </pc:docMkLst>
      <pc:sldChg chg="modSp modAnim">
        <pc:chgData name="Yeo Xiong Wei, Jonathan" userId="ac2b658e-7ce1-44bb-9f9f-bf4198ceaa29" providerId="ADAL" clId="{C0B45BF6-00A9-4817-B8E0-AAF3B9578B42}" dt="2023-06-23T09:11:46.002" v="3002" actId="20577"/>
        <pc:sldMkLst>
          <pc:docMk/>
          <pc:sldMk cId="2500070018" sldId="306"/>
        </pc:sldMkLst>
        <pc:spChg chg="mod">
          <ac:chgData name="Yeo Xiong Wei, Jonathan" userId="ac2b658e-7ce1-44bb-9f9f-bf4198ceaa29" providerId="ADAL" clId="{C0B45BF6-00A9-4817-B8E0-AAF3B9578B42}" dt="2023-06-23T09:11:46.002" v="3002" actId="20577"/>
          <ac:spMkLst>
            <pc:docMk/>
            <pc:sldMk cId="2500070018" sldId="306"/>
            <ac:spMk id="33794" creationId="{00000000-0000-0000-0000-000000000000}"/>
          </ac:spMkLst>
        </pc:spChg>
      </pc:sldChg>
      <pc:sldChg chg="modSp">
        <pc:chgData name="Yeo Xiong Wei, Jonathan" userId="ac2b658e-7ce1-44bb-9f9f-bf4198ceaa29" providerId="ADAL" clId="{C0B45BF6-00A9-4817-B8E0-AAF3B9578B42}" dt="2023-06-23T09:10:05.269" v="2819" actId="20577"/>
        <pc:sldMkLst>
          <pc:docMk/>
          <pc:sldMk cId="1453085163" sldId="307"/>
        </pc:sldMkLst>
        <pc:spChg chg="mod">
          <ac:chgData name="Yeo Xiong Wei, Jonathan" userId="ac2b658e-7ce1-44bb-9f9f-bf4198ceaa29" providerId="ADAL" clId="{C0B45BF6-00A9-4817-B8E0-AAF3B9578B42}" dt="2023-06-23T09:10:05.269" v="2819" actId="20577"/>
          <ac:spMkLst>
            <pc:docMk/>
            <pc:sldMk cId="1453085163" sldId="307"/>
            <ac:spMk id="34818" creationId="{00000000-0000-0000-0000-000000000000}"/>
          </ac:spMkLst>
        </pc:spChg>
      </pc:sldChg>
      <pc:sldChg chg="modSp mod modAnim">
        <pc:chgData name="Yeo Xiong Wei, Jonathan" userId="ac2b658e-7ce1-44bb-9f9f-bf4198ceaa29" providerId="ADAL" clId="{C0B45BF6-00A9-4817-B8E0-AAF3B9578B42}" dt="2023-06-23T08:20:06.793" v="1794" actId="20577"/>
        <pc:sldMkLst>
          <pc:docMk/>
          <pc:sldMk cId="2458732272" sldId="312"/>
        </pc:sldMkLst>
        <pc:spChg chg="mod">
          <ac:chgData name="Yeo Xiong Wei, Jonathan" userId="ac2b658e-7ce1-44bb-9f9f-bf4198ceaa29" providerId="ADAL" clId="{C0B45BF6-00A9-4817-B8E0-AAF3B9578B42}" dt="2023-06-23T08:20:06.793" v="1794" actId="20577"/>
          <ac:spMkLst>
            <pc:docMk/>
            <pc:sldMk cId="2458732272" sldId="312"/>
            <ac:spMk id="39938" creationId="{00000000-0000-0000-0000-000000000000}"/>
          </ac:spMkLst>
        </pc:spChg>
      </pc:sldChg>
      <pc:sldChg chg="modSp">
        <pc:chgData name="Yeo Xiong Wei, Jonathan" userId="ac2b658e-7ce1-44bb-9f9f-bf4198ceaa29" providerId="ADAL" clId="{C0B45BF6-00A9-4817-B8E0-AAF3B9578B42}" dt="2023-06-23T09:10:44.856" v="2872" actId="20577"/>
        <pc:sldMkLst>
          <pc:docMk/>
          <pc:sldMk cId="2087933839" sldId="313"/>
        </pc:sldMkLst>
        <pc:spChg chg="mod">
          <ac:chgData name="Yeo Xiong Wei, Jonathan" userId="ac2b658e-7ce1-44bb-9f9f-bf4198ceaa29" providerId="ADAL" clId="{C0B45BF6-00A9-4817-B8E0-AAF3B9578B42}" dt="2023-06-23T09:10:44.856" v="2872" actId="20577"/>
          <ac:spMkLst>
            <pc:docMk/>
            <pc:sldMk cId="2087933839" sldId="313"/>
            <ac:spMk id="40962" creationId="{00000000-0000-0000-0000-000000000000}"/>
          </ac:spMkLst>
        </pc:spChg>
      </pc:sldChg>
      <pc:sldChg chg="modSp mod">
        <pc:chgData name="Yeo Xiong Wei, Jonathan" userId="ac2b658e-7ce1-44bb-9f9f-bf4198ceaa29" providerId="ADAL" clId="{C0B45BF6-00A9-4817-B8E0-AAF3B9578B42}" dt="2023-06-30T08:33:44.736" v="4289" actId="255"/>
        <pc:sldMkLst>
          <pc:docMk/>
          <pc:sldMk cId="2786838010" sldId="396"/>
        </pc:sldMkLst>
        <pc:spChg chg="mod">
          <ac:chgData name="Yeo Xiong Wei, Jonathan" userId="ac2b658e-7ce1-44bb-9f9f-bf4198ceaa29" providerId="ADAL" clId="{C0B45BF6-00A9-4817-B8E0-AAF3B9578B42}" dt="2023-06-30T08:33:44.736" v="4289" actId="255"/>
          <ac:spMkLst>
            <pc:docMk/>
            <pc:sldMk cId="2786838010" sldId="396"/>
            <ac:spMk id="124930" creationId="{00000000-0000-0000-0000-000000000000}"/>
          </ac:spMkLst>
        </pc:spChg>
      </pc:sldChg>
      <pc:sldChg chg="modSp mod modAnim">
        <pc:chgData name="Yeo Xiong Wei, Jonathan" userId="ac2b658e-7ce1-44bb-9f9f-bf4198ceaa29" providerId="ADAL" clId="{C0B45BF6-00A9-4817-B8E0-AAF3B9578B42}" dt="2023-06-23T08:18:00.378" v="1679" actId="21"/>
        <pc:sldMkLst>
          <pc:docMk/>
          <pc:sldMk cId="1851068879" sldId="397"/>
        </pc:sldMkLst>
        <pc:spChg chg="mod">
          <ac:chgData name="Yeo Xiong Wei, Jonathan" userId="ac2b658e-7ce1-44bb-9f9f-bf4198ceaa29" providerId="ADAL" clId="{C0B45BF6-00A9-4817-B8E0-AAF3B9578B42}" dt="2023-06-23T08:18:00.378" v="1679" actId="21"/>
          <ac:spMkLst>
            <pc:docMk/>
            <pc:sldMk cId="1851068879" sldId="397"/>
            <ac:spMk id="25602" creationId="{00000000-0000-0000-0000-000000000000}"/>
          </ac:spMkLst>
        </pc:spChg>
      </pc:sldChg>
      <pc:sldChg chg="modSp">
        <pc:chgData name="Yeo Xiong Wei, Jonathan" userId="ac2b658e-7ce1-44bb-9f9f-bf4198ceaa29" providerId="ADAL" clId="{C0B45BF6-00A9-4817-B8E0-AAF3B9578B42}" dt="2023-06-23T07:42:35.349" v="4" actId="113"/>
        <pc:sldMkLst>
          <pc:docMk/>
          <pc:sldMk cId="279134021" sldId="399"/>
        </pc:sldMkLst>
        <pc:spChg chg="mod">
          <ac:chgData name="Yeo Xiong Wei, Jonathan" userId="ac2b658e-7ce1-44bb-9f9f-bf4198ceaa29" providerId="ADAL" clId="{C0B45BF6-00A9-4817-B8E0-AAF3B9578B42}" dt="2023-06-23T07:42:35.349" v="4" actId="113"/>
          <ac:spMkLst>
            <pc:docMk/>
            <pc:sldMk cId="279134021" sldId="399"/>
            <ac:spMk id="25602" creationId="{00000000-0000-0000-0000-000000000000}"/>
          </ac:spMkLst>
        </pc:spChg>
      </pc:sldChg>
      <pc:sldChg chg="modSp modAnim">
        <pc:chgData name="Yeo Xiong Wei, Jonathan" userId="ac2b658e-7ce1-44bb-9f9f-bf4198ceaa29" providerId="ADAL" clId="{C0B45BF6-00A9-4817-B8E0-AAF3B9578B42}" dt="2023-06-30T03:01:09.533" v="4258" actId="113"/>
        <pc:sldMkLst>
          <pc:docMk/>
          <pc:sldMk cId="1413307756" sldId="995"/>
        </pc:sldMkLst>
        <pc:spChg chg="mod">
          <ac:chgData name="Yeo Xiong Wei, Jonathan" userId="ac2b658e-7ce1-44bb-9f9f-bf4198ceaa29" providerId="ADAL" clId="{C0B45BF6-00A9-4817-B8E0-AAF3B9578B42}" dt="2023-06-30T03:01:09.533" v="4258" actId="113"/>
          <ac:spMkLst>
            <pc:docMk/>
            <pc:sldMk cId="1413307756" sldId="995"/>
            <ac:spMk id="37890" creationId="{00000000-0000-0000-0000-000000000000}"/>
          </ac:spMkLst>
        </pc:spChg>
      </pc:sldChg>
      <pc:sldChg chg="modSp mod">
        <pc:chgData name="Yeo Xiong Wei, Jonathan" userId="ac2b658e-7ce1-44bb-9f9f-bf4198ceaa29" providerId="ADAL" clId="{C0B45BF6-00A9-4817-B8E0-AAF3B9578B42}" dt="2023-06-23T09:10:17.831" v="2826" actId="20577"/>
        <pc:sldMkLst>
          <pc:docMk/>
          <pc:sldMk cId="3163597971" sldId="996"/>
        </pc:sldMkLst>
        <pc:spChg chg="mod">
          <ac:chgData name="Yeo Xiong Wei, Jonathan" userId="ac2b658e-7ce1-44bb-9f9f-bf4198ceaa29" providerId="ADAL" clId="{C0B45BF6-00A9-4817-B8E0-AAF3B9578B42}" dt="2023-06-23T09:10:17.831" v="2826" actId="20577"/>
          <ac:spMkLst>
            <pc:docMk/>
            <pc:sldMk cId="3163597971" sldId="996"/>
            <ac:spMk id="2" creationId="{EAE8B178-01C8-4DCD-B46E-160FEEC9F757}"/>
          </ac:spMkLst>
        </pc:spChg>
      </pc:sldChg>
      <pc:sldChg chg="modSp mod addAnim delAnim modAnim">
        <pc:chgData name="Yeo Xiong Wei, Jonathan" userId="ac2b658e-7ce1-44bb-9f9f-bf4198ceaa29" providerId="ADAL" clId="{C0B45BF6-00A9-4817-B8E0-AAF3B9578B42}" dt="2023-06-23T08:57:07.861" v="2360" actId="20577"/>
        <pc:sldMkLst>
          <pc:docMk/>
          <pc:sldMk cId="1314374014" sldId="997"/>
        </pc:sldMkLst>
        <pc:spChg chg="mod">
          <ac:chgData name="Yeo Xiong Wei, Jonathan" userId="ac2b658e-7ce1-44bb-9f9f-bf4198ceaa29" providerId="ADAL" clId="{C0B45BF6-00A9-4817-B8E0-AAF3B9578B42}" dt="2023-06-23T08:57:07.861" v="2360" actId="20577"/>
          <ac:spMkLst>
            <pc:docMk/>
            <pc:sldMk cId="1314374014" sldId="997"/>
            <ac:spMk id="37890" creationId="{00000000-0000-0000-0000-000000000000}"/>
          </ac:spMkLst>
        </pc:spChg>
      </pc:sldChg>
      <pc:sldChg chg="modSp mod">
        <pc:chgData name="Yeo Xiong Wei, Jonathan" userId="ac2b658e-7ce1-44bb-9f9f-bf4198ceaa29" providerId="ADAL" clId="{C0B45BF6-00A9-4817-B8E0-AAF3B9578B42}" dt="2023-06-23T08:39:58.583" v="2024" actId="20577"/>
        <pc:sldMkLst>
          <pc:docMk/>
          <pc:sldMk cId="608881800" sldId="998"/>
        </pc:sldMkLst>
        <pc:spChg chg="mod">
          <ac:chgData name="Yeo Xiong Wei, Jonathan" userId="ac2b658e-7ce1-44bb-9f9f-bf4198ceaa29" providerId="ADAL" clId="{C0B45BF6-00A9-4817-B8E0-AAF3B9578B42}" dt="2023-06-23T08:39:58.583" v="2024" actId="20577"/>
          <ac:spMkLst>
            <pc:docMk/>
            <pc:sldMk cId="608881800" sldId="998"/>
            <ac:spMk id="37890" creationId="{00000000-0000-0000-0000-000000000000}"/>
          </ac:spMkLst>
        </pc:spChg>
      </pc:sldChg>
      <pc:sldChg chg="addSp modSp mod modAnim modNotesTx">
        <pc:chgData name="Yeo Xiong Wei, Jonathan" userId="ac2b658e-7ce1-44bb-9f9f-bf4198ceaa29" providerId="ADAL" clId="{C0B45BF6-00A9-4817-B8E0-AAF3B9578B42}" dt="2023-06-30T02:58:31.263" v="4187" actId="207"/>
        <pc:sldMkLst>
          <pc:docMk/>
          <pc:sldMk cId="787323275" sldId="999"/>
        </pc:sldMkLst>
        <pc:spChg chg="add mod">
          <ac:chgData name="Yeo Xiong Wei, Jonathan" userId="ac2b658e-7ce1-44bb-9f9f-bf4198ceaa29" providerId="ADAL" clId="{C0B45BF6-00A9-4817-B8E0-AAF3B9578B42}" dt="2023-06-30T02:58:31.263" v="4187" actId="207"/>
          <ac:spMkLst>
            <pc:docMk/>
            <pc:sldMk cId="787323275" sldId="999"/>
            <ac:spMk id="3" creationId="{23FD3400-2294-EDBA-3213-9A8EA931F5AB}"/>
          </ac:spMkLst>
        </pc:spChg>
        <pc:spChg chg="mod">
          <ac:chgData name="Yeo Xiong Wei, Jonathan" userId="ac2b658e-7ce1-44bb-9f9f-bf4198ceaa29" providerId="ADAL" clId="{C0B45BF6-00A9-4817-B8E0-AAF3B9578B42}" dt="2023-06-30T02:55:54.411" v="4075" actId="20577"/>
          <ac:spMkLst>
            <pc:docMk/>
            <pc:sldMk cId="787323275" sldId="999"/>
            <ac:spMk id="37890" creationId="{00000000-0000-0000-0000-000000000000}"/>
          </ac:spMkLst>
        </pc:spChg>
      </pc:sldChg>
      <pc:sldChg chg="addSp modSp mod modAnim modNotesTx">
        <pc:chgData name="Yeo Xiong Wei, Jonathan" userId="ac2b658e-7ce1-44bb-9f9f-bf4198ceaa29" providerId="ADAL" clId="{C0B45BF6-00A9-4817-B8E0-AAF3B9578B42}" dt="2023-06-30T02:59:14.477" v="4229" actId="1076"/>
        <pc:sldMkLst>
          <pc:docMk/>
          <pc:sldMk cId="3915780247" sldId="1000"/>
        </pc:sldMkLst>
        <pc:spChg chg="add mod">
          <ac:chgData name="Yeo Xiong Wei, Jonathan" userId="ac2b658e-7ce1-44bb-9f9f-bf4198ceaa29" providerId="ADAL" clId="{C0B45BF6-00A9-4817-B8E0-AAF3B9578B42}" dt="2023-06-30T02:59:14.477" v="4229" actId="1076"/>
          <ac:spMkLst>
            <pc:docMk/>
            <pc:sldMk cId="3915780247" sldId="1000"/>
            <ac:spMk id="3" creationId="{62ABB02A-CC42-BB82-EE85-6C9D35D51266}"/>
          </ac:spMkLst>
        </pc:spChg>
        <pc:spChg chg="mod">
          <ac:chgData name="Yeo Xiong Wei, Jonathan" userId="ac2b658e-7ce1-44bb-9f9f-bf4198ceaa29" providerId="ADAL" clId="{C0B45BF6-00A9-4817-B8E0-AAF3B9578B42}" dt="2023-06-30T02:53:49.774" v="4016" actId="20577"/>
          <ac:spMkLst>
            <pc:docMk/>
            <pc:sldMk cId="3915780247" sldId="1000"/>
            <ac:spMk id="37890" creationId="{00000000-0000-0000-0000-000000000000}"/>
          </ac:spMkLst>
        </pc:spChg>
      </pc:sldChg>
      <pc:sldChg chg="modSp mod">
        <pc:chgData name="Yeo Xiong Wei, Jonathan" userId="ac2b658e-7ce1-44bb-9f9f-bf4198ceaa29" providerId="ADAL" clId="{C0B45BF6-00A9-4817-B8E0-AAF3B9578B42}" dt="2023-06-23T09:10:54.413" v="2886" actId="20577"/>
        <pc:sldMkLst>
          <pc:docMk/>
          <pc:sldMk cId="2691748010" sldId="1001"/>
        </pc:sldMkLst>
        <pc:spChg chg="mod">
          <ac:chgData name="Yeo Xiong Wei, Jonathan" userId="ac2b658e-7ce1-44bb-9f9f-bf4198ceaa29" providerId="ADAL" clId="{C0B45BF6-00A9-4817-B8E0-AAF3B9578B42}" dt="2023-06-23T09:10:54.413" v="2886" actId="20577"/>
          <ac:spMkLst>
            <pc:docMk/>
            <pc:sldMk cId="2691748010" sldId="1001"/>
            <ac:spMk id="41986" creationId="{00000000-0000-0000-0000-000000000000}"/>
          </ac:spMkLst>
        </pc:spChg>
      </pc:sldChg>
      <pc:sldChg chg="modSp">
        <pc:chgData name="Yeo Xiong Wei, Jonathan" userId="ac2b658e-7ce1-44bb-9f9f-bf4198ceaa29" providerId="ADAL" clId="{C0B45BF6-00A9-4817-B8E0-AAF3B9578B42}" dt="2023-06-23T08:19:35.972" v="1719" actId="20577"/>
        <pc:sldMkLst>
          <pc:docMk/>
          <pc:sldMk cId="2319082909" sldId="1004"/>
        </pc:sldMkLst>
        <pc:spChg chg="mod">
          <ac:chgData name="Yeo Xiong Wei, Jonathan" userId="ac2b658e-7ce1-44bb-9f9f-bf4198ceaa29" providerId="ADAL" clId="{C0B45BF6-00A9-4817-B8E0-AAF3B9578B42}" dt="2023-06-23T08:19:35.972" v="1719" actId="20577"/>
          <ac:spMkLst>
            <pc:docMk/>
            <pc:sldMk cId="2319082909" sldId="1004"/>
            <ac:spMk id="39938" creationId="{00000000-0000-0000-0000-000000000000}"/>
          </ac:spMkLst>
        </pc:spChg>
      </pc:sldChg>
      <pc:sldChg chg="modSp mod">
        <pc:chgData name="Yeo Xiong Wei, Jonathan" userId="ac2b658e-7ce1-44bb-9f9f-bf4198ceaa29" providerId="ADAL" clId="{C0B45BF6-00A9-4817-B8E0-AAF3B9578B42}" dt="2023-06-23T09:12:24.677" v="3004" actId="5793"/>
        <pc:sldMkLst>
          <pc:docMk/>
          <pc:sldMk cId="3149683769" sldId="1008"/>
        </pc:sldMkLst>
        <pc:spChg chg="mod">
          <ac:chgData name="Yeo Xiong Wei, Jonathan" userId="ac2b658e-7ce1-44bb-9f9f-bf4198ceaa29" providerId="ADAL" clId="{C0B45BF6-00A9-4817-B8E0-AAF3B9578B42}" dt="2023-06-23T09:12:24.677" v="3004" actId="5793"/>
          <ac:spMkLst>
            <pc:docMk/>
            <pc:sldMk cId="3149683769" sldId="1008"/>
            <ac:spMk id="52226" creationId="{00000000-0000-0000-0000-000000000000}"/>
          </ac:spMkLst>
        </pc:spChg>
      </pc:sldChg>
      <pc:sldChg chg="modSp mod">
        <pc:chgData name="Yeo Xiong Wei, Jonathan" userId="ac2b658e-7ce1-44bb-9f9f-bf4198ceaa29" providerId="ADAL" clId="{C0B45BF6-00A9-4817-B8E0-AAF3B9578B42}" dt="2023-06-23T09:09:18.880" v="2749" actId="20577"/>
        <pc:sldMkLst>
          <pc:docMk/>
          <pc:sldMk cId="3281041436" sldId="1009"/>
        </pc:sldMkLst>
        <pc:spChg chg="mod">
          <ac:chgData name="Yeo Xiong Wei, Jonathan" userId="ac2b658e-7ce1-44bb-9f9f-bf4198ceaa29" providerId="ADAL" clId="{C0B45BF6-00A9-4817-B8E0-AAF3B9578B42}" dt="2023-06-23T09:05:49.655" v="2517" actId="20577"/>
          <ac:spMkLst>
            <pc:docMk/>
            <pc:sldMk cId="3281041436" sldId="1009"/>
            <ac:spMk id="28673" creationId="{00000000-0000-0000-0000-000000000000}"/>
          </ac:spMkLst>
        </pc:spChg>
        <pc:spChg chg="mod">
          <ac:chgData name="Yeo Xiong Wei, Jonathan" userId="ac2b658e-7ce1-44bb-9f9f-bf4198ceaa29" providerId="ADAL" clId="{C0B45BF6-00A9-4817-B8E0-AAF3B9578B42}" dt="2023-06-23T09:09:18.880" v="2749" actId="20577"/>
          <ac:spMkLst>
            <pc:docMk/>
            <pc:sldMk cId="3281041436" sldId="1009"/>
            <ac:spMk id="28674" creationId="{00000000-0000-0000-0000-000000000000}"/>
          </ac:spMkLst>
        </pc:spChg>
      </pc:sldChg>
      <pc:sldChg chg="modSp mod">
        <pc:chgData name="Yeo Xiong Wei, Jonathan" userId="ac2b658e-7ce1-44bb-9f9f-bf4198ceaa29" providerId="ADAL" clId="{C0B45BF6-00A9-4817-B8E0-AAF3B9578B42}" dt="2023-06-23T09:14:12.589" v="3223" actId="6549"/>
        <pc:sldMkLst>
          <pc:docMk/>
          <pc:sldMk cId="1878877627" sldId="1010"/>
        </pc:sldMkLst>
        <pc:spChg chg="mod">
          <ac:chgData name="Yeo Xiong Wei, Jonathan" userId="ac2b658e-7ce1-44bb-9f9f-bf4198ceaa29" providerId="ADAL" clId="{C0B45BF6-00A9-4817-B8E0-AAF3B9578B42}" dt="2023-06-23T09:14:12.589" v="3223" actId="6549"/>
          <ac:spMkLst>
            <pc:docMk/>
            <pc:sldMk cId="1878877627" sldId="1010"/>
            <ac:spMk id="25602" creationId="{00000000-0000-0000-0000-000000000000}"/>
          </ac:spMkLst>
        </pc:spChg>
      </pc:sldChg>
      <pc:sldChg chg="modSp add del mod">
        <pc:chgData name="Yeo Xiong Wei, Jonathan" userId="ac2b658e-7ce1-44bb-9f9f-bf4198ceaa29" providerId="ADAL" clId="{C0B45BF6-00A9-4817-B8E0-AAF3B9578B42}" dt="2023-06-23T08:06:09.604" v="1028" actId="2696"/>
        <pc:sldMkLst>
          <pc:docMk/>
          <pc:sldMk cId="2347756300" sldId="1011"/>
        </pc:sldMkLst>
        <pc:spChg chg="mod">
          <ac:chgData name="Yeo Xiong Wei, Jonathan" userId="ac2b658e-7ce1-44bb-9f9f-bf4198ceaa29" providerId="ADAL" clId="{C0B45BF6-00A9-4817-B8E0-AAF3B9578B42}" dt="2023-06-23T08:01:41.807" v="1027" actId="207"/>
          <ac:spMkLst>
            <pc:docMk/>
            <pc:sldMk cId="2347756300" sldId="1011"/>
            <ac:spMk id="52226" creationId="{00000000-0000-0000-0000-000000000000}"/>
          </ac:spMkLst>
        </pc:spChg>
      </pc:sldChg>
      <pc:sldChg chg="modSp add del mod">
        <pc:chgData name="Yeo Xiong Wei, Jonathan" userId="ac2b658e-7ce1-44bb-9f9f-bf4198ceaa29" providerId="ADAL" clId="{C0B45BF6-00A9-4817-B8E0-AAF3B9578B42}" dt="2023-06-23T08:18:25.059" v="1708" actId="47"/>
        <pc:sldMkLst>
          <pc:docMk/>
          <pc:sldMk cId="2898264109" sldId="1011"/>
        </pc:sldMkLst>
        <pc:spChg chg="mod">
          <ac:chgData name="Yeo Xiong Wei, Jonathan" userId="ac2b658e-7ce1-44bb-9f9f-bf4198ceaa29" providerId="ADAL" clId="{C0B45BF6-00A9-4817-B8E0-AAF3B9578B42}" dt="2023-06-23T08:06:22.935" v="1049" actId="20577"/>
          <ac:spMkLst>
            <pc:docMk/>
            <pc:sldMk cId="2898264109" sldId="1011"/>
            <ac:spMk id="52225" creationId="{00000000-0000-0000-0000-000000000000}"/>
          </ac:spMkLst>
        </pc:spChg>
        <pc:spChg chg="mod">
          <ac:chgData name="Yeo Xiong Wei, Jonathan" userId="ac2b658e-7ce1-44bb-9f9f-bf4198ceaa29" providerId="ADAL" clId="{C0B45BF6-00A9-4817-B8E0-AAF3B9578B42}" dt="2023-06-23T08:06:45.588" v="1052" actId="21"/>
          <ac:spMkLst>
            <pc:docMk/>
            <pc:sldMk cId="2898264109" sldId="1011"/>
            <ac:spMk id="52226" creationId="{00000000-0000-0000-0000-000000000000}"/>
          </ac:spMkLst>
        </pc:spChg>
      </pc:sldChg>
      <pc:sldChg chg="modSp add">
        <pc:chgData name="Yeo Xiong Wei, Jonathan" userId="ac2b658e-7ce1-44bb-9f9f-bf4198ceaa29" providerId="ADAL" clId="{C0B45BF6-00A9-4817-B8E0-AAF3B9578B42}" dt="2023-06-23T08:18:17.396" v="1707" actId="20577"/>
        <pc:sldMkLst>
          <pc:docMk/>
          <pc:sldMk cId="3831470527" sldId="1012"/>
        </pc:sldMkLst>
        <pc:spChg chg="mod">
          <ac:chgData name="Yeo Xiong Wei, Jonathan" userId="ac2b658e-7ce1-44bb-9f9f-bf4198ceaa29" providerId="ADAL" clId="{C0B45BF6-00A9-4817-B8E0-AAF3B9578B42}" dt="2023-06-23T08:18:17.396" v="1707" actId="20577"/>
          <ac:spMkLst>
            <pc:docMk/>
            <pc:sldMk cId="3831470527" sldId="1012"/>
            <ac:spMk id="25602" creationId="{00000000-0000-0000-0000-000000000000}"/>
          </ac:spMkLst>
        </pc:spChg>
      </pc:sldChg>
      <pc:sldChg chg="add del">
        <pc:chgData name="Yeo Xiong Wei, Jonathan" userId="ac2b658e-7ce1-44bb-9f9f-bf4198ceaa29" providerId="ADAL" clId="{C0B45BF6-00A9-4817-B8E0-AAF3B9578B42}" dt="2023-06-23T09:12:41.390" v="3005" actId="47"/>
        <pc:sldMkLst>
          <pc:docMk/>
          <pc:sldMk cId="1740009292" sldId="1013"/>
        </pc:sldMkLst>
      </pc:sldChg>
      <pc:sldChg chg="modSp add mod">
        <pc:chgData name="Yeo Xiong Wei, Jonathan" userId="ac2b658e-7ce1-44bb-9f9f-bf4198ceaa29" providerId="ADAL" clId="{C0B45BF6-00A9-4817-B8E0-AAF3B9578B42}" dt="2023-06-23T09:05:40.262" v="2515" actId="20577"/>
        <pc:sldMkLst>
          <pc:docMk/>
          <pc:sldMk cId="3000790214" sldId="1014"/>
        </pc:sldMkLst>
        <pc:spChg chg="mod">
          <ac:chgData name="Yeo Xiong Wei, Jonathan" userId="ac2b658e-7ce1-44bb-9f9f-bf4198ceaa29" providerId="ADAL" clId="{C0B45BF6-00A9-4817-B8E0-AAF3B9578B42}" dt="2023-06-23T09:05:40.262" v="2515" actId="20577"/>
          <ac:spMkLst>
            <pc:docMk/>
            <pc:sldMk cId="3000790214" sldId="1014"/>
            <ac:spMk id="28674" creationId="{00000000-0000-0000-0000-000000000000}"/>
          </ac:spMkLst>
        </pc:spChg>
      </pc:sldChg>
      <pc:sldChg chg="modSp add mod">
        <pc:chgData name="Yeo Xiong Wei, Jonathan" userId="ac2b658e-7ce1-44bb-9f9f-bf4198ceaa29" providerId="ADAL" clId="{C0B45BF6-00A9-4817-B8E0-AAF3B9578B42}" dt="2023-06-30T02:52:00.896" v="3979" actId="403"/>
        <pc:sldMkLst>
          <pc:docMk/>
          <pc:sldMk cId="109330092" sldId="1015"/>
        </pc:sldMkLst>
        <pc:spChg chg="mod">
          <ac:chgData name="Yeo Xiong Wei, Jonathan" userId="ac2b658e-7ce1-44bb-9f9f-bf4198ceaa29" providerId="ADAL" clId="{C0B45BF6-00A9-4817-B8E0-AAF3B9578B42}" dt="2023-06-30T02:40:53.253" v="3276" actId="20577"/>
          <ac:spMkLst>
            <pc:docMk/>
            <pc:sldMk cId="109330092" sldId="1015"/>
            <ac:spMk id="37889" creationId="{00000000-0000-0000-0000-000000000000}"/>
          </ac:spMkLst>
        </pc:spChg>
        <pc:spChg chg="mod">
          <ac:chgData name="Yeo Xiong Wei, Jonathan" userId="ac2b658e-7ce1-44bb-9f9f-bf4198ceaa29" providerId="ADAL" clId="{C0B45BF6-00A9-4817-B8E0-AAF3B9578B42}" dt="2023-06-30T02:52:00.896" v="3979" actId="403"/>
          <ac:spMkLst>
            <pc:docMk/>
            <pc:sldMk cId="109330092" sldId="1015"/>
            <ac:spMk id="3789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54A846-86D9-4C2E-9A6B-E70A18F16F10}" type="datetimeFigureOut">
              <a:rPr lang="en-GB" smtClean="0"/>
              <a:t>24/09/2024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F8B3C4-8ACE-42AD-9C01-5FD16B65E732}" type="slidenum">
              <a:rPr lang="en-GB" smtClean="0"/>
              <a:t>‹#›</a:t>
            </a:fld>
            <a:endParaRPr lang="en-GB"/>
          </a:p>
        </p:txBody>
      </p:sp>
    </p:spTree>
    <p:extLst>
      <p:ext uri="{BB962C8B-B14F-4D97-AF65-F5344CB8AC3E}">
        <p14:creationId xmlns:p14="http://schemas.microsoft.com/office/powerpoint/2010/main" val="635461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C09B7F-E93B-5E41-8803-6FBF9202B12C}" type="slidenum">
              <a:rPr lang="en-US" smtClean="0"/>
              <a:pPr/>
              <a:t>1</a:t>
            </a:fld>
            <a:endParaRPr lang="en-US"/>
          </a:p>
        </p:txBody>
      </p:sp>
    </p:spTree>
    <p:extLst>
      <p:ext uri="{BB962C8B-B14F-4D97-AF65-F5344CB8AC3E}">
        <p14:creationId xmlns:p14="http://schemas.microsoft.com/office/powerpoint/2010/main" val="2330019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C09B7F-E93B-5E41-8803-6FBF9202B12C}" type="slidenum">
              <a:rPr lang="en-US" smtClean="0"/>
              <a:pPr/>
              <a:t>3</a:t>
            </a:fld>
            <a:endParaRPr lang="en-US"/>
          </a:p>
        </p:txBody>
      </p:sp>
    </p:spTree>
    <p:extLst>
      <p:ext uri="{BB962C8B-B14F-4D97-AF65-F5344CB8AC3E}">
        <p14:creationId xmlns:p14="http://schemas.microsoft.com/office/powerpoint/2010/main" val="4225169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Auctions are not only conducted on single items, but sets of items and can have multiple bids.</a:t>
            </a:r>
          </a:p>
        </p:txBody>
      </p:sp>
      <p:sp>
        <p:nvSpPr>
          <p:cNvPr id="4" name="Slide Number Placeholder 3"/>
          <p:cNvSpPr>
            <a:spLocks noGrp="1"/>
          </p:cNvSpPr>
          <p:nvPr>
            <p:ph type="sldNum" sz="quarter" idx="10"/>
          </p:nvPr>
        </p:nvSpPr>
        <p:spPr/>
        <p:txBody>
          <a:bodyPr/>
          <a:lstStyle/>
          <a:p>
            <a:fld id="{CEC09B7F-E93B-5E41-8803-6FBF9202B12C}" type="slidenum">
              <a:rPr lang="en-US" smtClean="0"/>
              <a:pPr/>
              <a:t>4</a:t>
            </a:fld>
            <a:endParaRPr lang="en-US"/>
          </a:p>
        </p:txBody>
      </p:sp>
    </p:spTree>
    <p:extLst>
      <p:ext uri="{BB962C8B-B14F-4D97-AF65-F5344CB8AC3E}">
        <p14:creationId xmlns:p14="http://schemas.microsoft.com/office/powerpoint/2010/main" val="1453964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C09B7F-E93B-5E41-8803-6FBF9202B12C}" type="slidenum">
              <a:rPr lang="en-US" smtClean="0"/>
              <a:pPr/>
              <a:t>5</a:t>
            </a:fld>
            <a:endParaRPr lang="en-US"/>
          </a:p>
        </p:txBody>
      </p:sp>
    </p:spTree>
    <p:extLst>
      <p:ext uri="{BB962C8B-B14F-4D97-AF65-F5344CB8AC3E}">
        <p14:creationId xmlns:p14="http://schemas.microsoft.com/office/powerpoint/2010/main" val="5504487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C09B7F-E93B-5E41-8803-6FBF9202B12C}" type="slidenum">
              <a:rPr lang="en-US" smtClean="0"/>
              <a:pPr/>
              <a:t>6</a:t>
            </a:fld>
            <a:endParaRPr lang="en-US"/>
          </a:p>
        </p:txBody>
      </p:sp>
    </p:spTree>
    <p:extLst>
      <p:ext uri="{BB962C8B-B14F-4D97-AF65-F5344CB8AC3E}">
        <p14:creationId xmlns:p14="http://schemas.microsoft.com/office/powerpoint/2010/main" val="22936641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Auctions are not only conducted on single items, but sets of items and can have multiple bids.</a:t>
            </a:r>
          </a:p>
        </p:txBody>
      </p:sp>
      <p:sp>
        <p:nvSpPr>
          <p:cNvPr id="4" name="Slide Number Placeholder 3"/>
          <p:cNvSpPr>
            <a:spLocks noGrp="1"/>
          </p:cNvSpPr>
          <p:nvPr>
            <p:ph type="sldNum" sz="quarter" idx="10"/>
          </p:nvPr>
        </p:nvSpPr>
        <p:spPr/>
        <p:txBody>
          <a:bodyPr/>
          <a:lstStyle/>
          <a:p>
            <a:fld id="{CEC09B7F-E93B-5E41-8803-6FBF9202B12C}" type="slidenum">
              <a:rPr lang="en-US" smtClean="0"/>
              <a:pPr/>
              <a:t>7</a:t>
            </a:fld>
            <a:endParaRPr lang="en-US"/>
          </a:p>
        </p:txBody>
      </p:sp>
    </p:spTree>
    <p:extLst>
      <p:ext uri="{BB962C8B-B14F-4D97-AF65-F5344CB8AC3E}">
        <p14:creationId xmlns:p14="http://schemas.microsoft.com/office/powerpoint/2010/main" val="10417228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There are possible variations of the increment of bids, but we focus on the simplest scenario.</a:t>
            </a:r>
          </a:p>
        </p:txBody>
      </p:sp>
      <p:sp>
        <p:nvSpPr>
          <p:cNvPr id="4" name="Slide Number Placeholder 3"/>
          <p:cNvSpPr>
            <a:spLocks noGrp="1"/>
          </p:cNvSpPr>
          <p:nvPr>
            <p:ph type="sldNum" sz="quarter" idx="5"/>
          </p:nvPr>
        </p:nvSpPr>
        <p:spPr/>
        <p:txBody>
          <a:bodyPr/>
          <a:lstStyle/>
          <a:p>
            <a:fld id="{32F8B3C4-8ACE-42AD-9C01-5FD16B65E732}" type="slidenum">
              <a:rPr lang="en-GB" smtClean="0"/>
              <a:t>9</a:t>
            </a:fld>
            <a:endParaRPr lang="en-GB"/>
          </a:p>
        </p:txBody>
      </p:sp>
    </p:spTree>
    <p:extLst>
      <p:ext uri="{BB962C8B-B14F-4D97-AF65-F5344CB8AC3E}">
        <p14:creationId xmlns:p14="http://schemas.microsoft.com/office/powerpoint/2010/main" val="25796517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essentially </a:t>
            </a:r>
            <a:r>
              <a:rPr lang="en-US" err="1"/>
              <a:t>Ebay</a:t>
            </a:r>
            <a:r>
              <a:rPr lang="en-US"/>
              <a:t>.</a:t>
            </a:r>
          </a:p>
        </p:txBody>
      </p:sp>
      <p:sp>
        <p:nvSpPr>
          <p:cNvPr id="4" name="Slide Number Placeholder 3"/>
          <p:cNvSpPr>
            <a:spLocks noGrp="1"/>
          </p:cNvSpPr>
          <p:nvPr>
            <p:ph type="sldNum" sz="quarter" idx="10"/>
          </p:nvPr>
        </p:nvSpPr>
        <p:spPr/>
        <p:txBody>
          <a:bodyPr/>
          <a:lstStyle/>
          <a:p>
            <a:fld id="{CEC09B7F-E93B-5E41-8803-6FBF9202B12C}" type="slidenum">
              <a:rPr lang="en-US" smtClean="0"/>
              <a:pPr/>
              <a:t>12</a:t>
            </a:fld>
            <a:endParaRPr lang="en-US"/>
          </a:p>
        </p:txBody>
      </p:sp>
    </p:spTree>
    <p:extLst>
      <p:ext uri="{BB962C8B-B14F-4D97-AF65-F5344CB8AC3E}">
        <p14:creationId xmlns:p14="http://schemas.microsoft.com/office/powerpoint/2010/main" val="39167060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C09B7F-E93B-5E41-8803-6FBF9202B12C}" type="slidenum">
              <a:rPr lang="en-US" smtClean="0"/>
              <a:pPr/>
              <a:t>13</a:t>
            </a:fld>
            <a:endParaRPr lang="en-US"/>
          </a:p>
        </p:txBody>
      </p:sp>
    </p:spTree>
    <p:extLst>
      <p:ext uri="{BB962C8B-B14F-4D97-AF65-F5344CB8AC3E}">
        <p14:creationId xmlns:p14="http://schemas.microsoft.com/office/powerpoint/2010/main" val="1215138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An example of PB auctions is the sale of collectables with artistic value.</a:t>
            </a:r>
          </a:p>
          <a:p>
            <a:r>
              <a:rPr lang="en-SG"/>
              <a:t>An example of CV auctions is the sale of an oil field.</a:t>
            </a:r>
          </a:p>
        </p:txBody>
      </p:sp>
      <p:sp>
        <p:nvSpPr>
          <p:cNvPr id="4" name="Slide Number Placeholder 3"/>
          <p:cNvSpPr>
            <a:spLocks noGrp="1"/>
          </p:cNvSpPr>
          <p:nvPr>
            <p:ph type="sldNum" sz="quarter" idx="5"/>
          </p:nvPr>
        </p:nvSpPr>
        <p:spPr/>
        <p:txBody>
          <a:bodyPr/>
          <a:lstStyle/>
          <a:p>
            <a:fld id="{32F8B3C4-8ACE-42AD-9C01-5FD16B65E732}" type="slidenum">
              <a:rPr lang="en-GB" smtClean="0"/>
              <a:t>15</a:t>
            </a:fld>
            <a:endParaRPr lang="en-GB"/>
          </a:p>
        </p:txBody>
      </p:sp>
    </p:spTree>
    <p:extLst>
      <p:ext uri="{BB962C8B-B14F-4D97-AF65-F5344CB8AC3E}">
        <p14:creationId xmlns:p14="http://schemas.microsoft.com/office/powerpoint/2010/main" val="6651197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Zero value means that will always prefer selling off the item.</a:t>
            </a:r>
            <a:endParaRPr lang="en-SG"/>
          </a:p>
        </p:txBody>
      </p:sp>
      <p:sp>
        <p:nvSpPr>
          <p:cNvPr id="4" name="Slide Number Placeholder 3"/>
          <p:cNvSpPr>
            <a:spLocks noGrp="1"/>
          </p:cNvSpPr>
          <p:nvPr>
            <p:ph type="sldNum" sz="quarter" idx="5"/>
          </p:nvPr>
        </p:nvSpPr>
        <p:spPr/>
        <p:txBody>
          <a:bodyPr/>
          <a:lstStyle/>
          <a:p>
            <a:fld id="{32F8B3C4-8ACE-42AD-9C01-5FD16B65E732}" type="slidenum">
              <a:rPr lang="en-GB" smtClean="0"/>
              <a:t>17</a:t>
            </a:fld>
            <a:endParaRPr lang="en-GB"/>
          </a:p>
        </p:txBody>
      </p:sp>
    </p:spTree>
    <p:extLst>
      <p:ext uri="{BB962C8B-B14F-4D97-AF65-F5344CB8AC3E}">
        <p14:creationId xmlns:p14="http://schemas.microsoft.com/office/powerpoint/2010/main" val="16044948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There are probabilities here due to different types.</a:t>
            </a:r>
          </a:p>
        </p:txBody>
      </p:sp>
      <p:sp>
        <p:nvSpPr>
          <p:cNvPr id="4" name="Slide Number Placeholder 3"/>
          <p:cNvSpPr>
            <a:spLocks noGrp="1"/>
          </p:cNvSpPr>
          <p:nvPr>
            <p:ph type="sldNum" sz="quarter" idx="5"/>
          </p:nvPr>
        </p:nvSpPr>
        <p:spPr/>
        <p:txBody>
          <a:bodyPr/>
          <a:lstStyle/>
          <a:p>
            <a:fld id="{32F8B3C4-8ACE-42AD-9C01-5FD16B65E732}" type="slidenum">
              <a:rPr lang="en-GB" smtClean="0"/>
              <a:t>23</a:t>
            </a:fld>
            <a:endParaRPr lang="en-GB"/>
          </a:p>
        </p:txBody>
      </p:sp>
    </p:spTree>
    <p:extLst>
      <p:ext uri="{BB962C8B-B14F-4D97-AF65-F5344CB8AC3E}">
        <p14:creationId xmlns:p14="http://schemas.microsoft.com/office/powerpoint/2010/main" val="18097023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There are probabilities here due to different types.</a:t>
            </a:r>
          </a:p>
        </p:txBody>
      </p:sp>
      <p:sp>
        <p:nvSpPr>
          <p:cNvPr id="4" name="Slide Number Placeholder 3"/>
          <p:cNvSpPr>
            <a:spLocks noGrp="1"/>
          </p:cNvSpPr>
          <p:nvPr>
            <p:ph type="sldNum" sz="quarter" idx="5"/>
          </p:nvPr>
        </p:nvSpPr>
        <p:spPr/>
        <p:txBody>
          <a:bodyPr/>
          <a:lstStyle/>
          <a:p>
            <a:fld id="{32F8B3C4-8ACE-42AD-9C01-5FD16B65E732}" type="slidenum">
              <a:rPr lang="en-GB" smtClean="0"/>
              <a:t>24</a:t>
            </a:fld>
            <a:endParaRPr lang="en-GB"/>
          </a:p>
        </p:txBody>
      </p:sp>
    </p:spTree>
    <p:extLst>
      <p:ext uri="{BB962C8B-B14F-4D97-AF65-F5344CB8AC3E}">
        <p14:creationId xmlns:p14="http://schemas.microsoft.com/office/powerpoint/2010/main" val="1084056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N increases, more likely that will have someone in between one’s bid and valuation.</a:t>
            </a:r>
            <a:endParaRPr lang="en-SG"/>
          </a:p>
        </p:txBody>
      </p:sp>
      <p:sp>
        <p:nvSpPr>
          <p:cNvPr id="4" name="Slide Number Placeholder 3"/>
          <p:cNvSpPr>
            <a:spLocks noGrp="1"/>
          </p:cNvSpPr>
          <p:nvPr>
            <p:ph type="sldNum" sz="quarter" idx="5"/>
          </p:nvPr>
        </p:nvSpPr>
        <p:spPr/>
        <p:txBody>
          <a:bodyPr/>
          <a:lstStyle/>
          <a:p>
            <a:fld id="{32F8B3C4-8ACE-42AD-9C01-5FD16B65E732}" type="slidenum">
              <a:rPr lang="en-GB" smtClean="0"/>
              <a:t>28</a:t>
            </a:fld>
            <a:endParaRPr lang="en-GB"/>
          </a:p>
        </p:txBody>
      </p:sp>
    </p:spTree>
    <p:extLst>
      <p:ext uri="{BB962C8B-B14F-4D97-AF65-F5344CB8AC3E}">
        <p14:creationId xmlns:p14="http://schemas.microsoft.com/office/powerpoint/2010/main" val="1169005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F(x) for the first order statistic is the probability that the highest value is less or equal to x.</a:t>
            </a:r>
          </a:p>
        </p:txBody>
      </p:sp>
      <p:sp>
        <p:nvSpPr>
          <p:cNvPr id="4" name="Slide Number Placeholder 3"/>
          <p:cNvSpPr>
            <a:spLocks noGrp="1"/>
          </p:cNvSpPr>
          <p:nvPr>
            <p:ph type="sldNum" sz="quarter" idx="5"/>
          </p:nvPr>
        </p:nvSpPr>
        <p:spPr/>
        <p:txBody>
          <a:bodyPr/>
          <a:lstStyle/>
          <a:p>
            <a:fld id="{32F8B3C4-8ACE-42AD-9C01-5FD16B65E732}" type="slidenum">
              <a:rPr lang="en-GB" smtClean="0"/>
              <a:t>29</a:t>
            </a:fld>
            <a:endParaRPr lang="en-GB"/>
          </a:p>
        </p:txBody>
      </p:sp>
    </p:spTree>
    <p:extLst>
      <p:ext uri="{BB962C8B-B14F-4D97-AF65-F5344CB8AC3E}">
        <p14:creationId xmlns:p14="http://schemas.microsoft.com/office/powerpoint/2010/main" val="29242315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32F8B3C4-8ACE-42AD-9C01-5FD16B65E732}" type="slidenum">
              <a:rPr lang="en-GB" smtClean="0"/>
              <a:t>30</a:t>
            </a:fld>
            <a:endParaRPr lang="en-GB"/>
          </a:p>
        </p:txBody>
      </p:sp>
    </p:spTree>
    <p:extLst>
      <p:ext uri="{BB962C8B-B14F-4D97-AF65-F5344CB8AC3E}">
        <p14:creationId xmlns:p14="http://schemas.microsoft.com/office/powerpoint/2010/main" val="15386348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32F8B3C4-8ACE-42AD-9C01-5FD16B65E732}" type="slidenum">
              <a:rPr lang="en-GB" smtClean="0"/>
              <a:t>31</a:t>
            </a:fld>
            <a:endParaRPr lang="en-GB"/>
          </a:p>
        </p:txBody>
      </p:sp>
    </p:spTree>
    <p:extLst>
      <p:ext uri="{BB962C8B-B14F-4D97-AF65-F5344CB8AC3E}">
        <p14:creationId xmlns:p14="http://schemas.microsoft.com/office/powerpoint/2010/main" val="33393396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32F8B3C4-8ACE-42AD-9C01-5FD16B65E732}" type="slidenum">
              <a:rPr lang="en-GB" smtClean="0"/>
              <a:t>32</a:t>
            </a:fld>
            <a:endParaRPr lang="en-GB"/>
          </a:p>
        </p:txBody>
      </p:sp>
    </p:spTree>
    <p:extLst>
      <p:ext uri="{BB962C8B-B14F-4D97-AF65-F5344CB8AC3E}">
        <p14:creationId xmlns:p14="http://schemas.microsoft.com/office/powerpoint/2010/main" val="41072260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32F8B3C4-8ACE-42AD-9C01-5FD16B65E732}" type="slidenum">
              <a:rPr lang="en-GB" smtClean="0"/>
              <a:t>33</a:t>
            </a:fld>
            <a:endParaRPr lang="en-GB"/>
          </a:p>
        </p:txBody>
      </p:sp>
    </p:spTree>
    <p:extLst>
      <p:ext uri="{BB962C8B-B14F-4D97-AF65-F5344CB8AC3E}">
        <p14:creationId xmlns:p14="http://schemas.microsoft.com/office/powerpoint/2010/main" val="8113920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One implication of this is that amongst these equivalent auctions, the ease of understanding the rules might be the determining factor for which is chosen.</a:t>
            </a:r>
          </a:p>
          <a:p>
            <a:r>
              <a:rPr lang="en-SG"/>
              <a:t>For example, we often see the 1</a:t>
            </a:r>
            <a:r>
              <a:rPr lang="en-SG" baseline="30000"/>
              <a:t>st</a:t>
            </a:r>
            <a:r>
              <a:rPr lang="en-SG"/>
              <a:t> price auction used in consumer auction markets like </a:t>
            </a:r>
            <a:r>
              <a:rPr lang="en-SG" err="1"/>
              <a:t>ebay</a:t>
            </a:r>
            <a:r>
              <a:rPr lang="en-SG"/>
              <a:t>.</a:t>
            </a:r>
          </a:p>
          <a:p>
            <a:endParaRPr lang="en-SG"/>
          </a:p>
        </p:txBody>
      </p:sp>
      <p:sp>
        <p:nvSpPr>
          <p:cNvPr id="4" name="Slide Number Placeholder 3"/>
          <p:cNvSpPr>
            <a:spLocks noGrp="1"/>
          </p:cNvSpPr>
          <p:nvPr>
            <p:ph type="sldNum" sz="quarter" idx="5"/>
          </p:nvPr>
        </p:nvSpPr>
        <p:spPr/>
        <p:txBody>
          <a:bodyPr/>
          <a:lstStyle/>
          <a:p>
            <a:fld id="{32F8B3C4-8ACE-42AD-9C01-5FD16B65E732}" type="slidenum">
              <a:rPr lang="en-GB" smtClean="0"/>
              <a:t>34</a:t>
            </a:fld>
            <a:endParaRPr lang="en-GB"/>
          </a:p>
        </p:txBody>
      </p:sp>
    </p:spTree>
    <p:extLst>
      <p:ext uri="{BB962C8B-B14F-4D97-AF65-F5344CB8AC3E}">
        <p14:creationId xmlns:p14="http://schemas.microsoft.com/office/powerpoint/2010/main" val="10911983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32F8B3C4-8ACE-42AD-9C01-5FD16B65E732}" type="slidenum">
              <a:rPr lang="en-GB" smtClean="0"/>
              <a:t>35</a:t>
            </a:fld>
            <a:endParaRPr lang="en-GB"/>
          </a:p>
        </p:txBody>
      </p:sp>
    </p:spTree>
    <p:extLst>
      <p:ext uri="{BB962C8B-B14F-4D97-AF65-F5344CB8AC3E}">
        <p14:creationId xmlns:p14="http://schemas.microsoft.com/office/powerpoint/2010/main" val="12555464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If higher valuation moves first, then sequence will be:</a:t>
            </a:r>
            <a:br>
              <a:rPr lang="en-SG"/>
            </a:br>
            <a:r>
              <a:rPr lang="en-SG"/>
              <a:t>1, 2, 3, 4,….</a:t>
            </a:r>
          </a:p>
          <a:p>
            <a:r>
              <a:rPr lang="en-SG"/>
              <a:t>H,L, H, L….</a:t>
            </a:r>
          </a:p>
          <a:p>
            <a:endParaRPr lang="en-SG"/>
          </a:p>
        </p:txBody>
      </p:sp>
      <p:sp>
        <p:nvSpPr>
          <p:cNvPr id="4" name="Slide Number Placeholder 3"/>
          <p:cNvSpPr>
            <a:spLocks noGrp="1"/>
          </p:cNvSpPr>
          <p:nvPr>
            <p:ph type="sldNum" sz="quarter" idx="5"/>
          </p:nvPr>
        </p:nvSpPr>
        <p:spPr/>
        <p:txBody>
          <a:bodyPr/>
          <a:lstStyle/>
          <a:p>
            <a:fld id="{32F8B3C4-8ACE-42AD-9C01-5FD16B65E732}" type="slidenum">
              <a:rPr lang="en-GB" smtClean="0"/>
              <a:t>36</a:t>
            </a:fld>
            <a:endParaRPr lang="en-GB"/>
          </a:p>
        </p:txBody>
      </p:sp>
    </p:spTree>
    <p:extLst>
      <p:ext uri="{BB962C8B-B14F-4D97-AF65-F5344CB8AC3E}">
        <p14:creationId xmlns:p14="http://schemas.microsoft.com/office/powerpoint/2010/main" val="6797517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a:p>
        </p:txBody>
      </p:sp>
      <p:sp>
        <p:nvSpPr>
          <p:cNvPr id="4" name="Slide Number Placeholder 3"/>
          <p:cNvSpPr>
            <a:spLocks noGrp="1"/>
          </p:cNvSpPr>
          <p:nvPr>
            <p:ph type="sldNum" sz="quarter" idx="5"/>
          </p:nvPr>
        </p:nvSpPr>
        <p:spPr/>
        <p:txBody>
          <a:bodyPr/>
          <a:lstStyle/>
          <a:p>
            <a:fld id="{32F8B3C4-8ACE-42AD-9C01-5FD16B65E732}" type="slidenum">
              <a:rPr lang="en-GB" smtClean="0"/>
              <a:t>37</a:t>
            </a:fld>
            <a:endParaRPr lang="en-GB"/>
          </a:p>
        </p:txBody>
      </p:sp>
    </p:spTree>
    <p:extLst>
      <p:ext uri="{BB962C8B-B14F-4D97-AF65-F5344CB8AC3E}">
        <p14:creationId xmlns:p14="http://schemas.microsoft.com/office/powerpoint/2010/main" val="7388448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C09B7F-E93B-5E41-8803-6FBF9202B12C}" type="slidenum">
              <a:rPr lang="en-US" smtClean="0"/>
              <a:pPr/>
              <a:t>38</a:t>
            </a:fld>
            <a:endParaRPr lang="en-US"/>
          </a:p>
        </p:txBody>
      </p:sp>
    </p:spTree>
    <p:extLst>
      <p:ext uri="{BB962C8B-B14F-4D97-AF65-F5344CB8AC3E}">
        <p14:creationId xmlns:p14="http://schemas.microsoft.com/office/powerpoint/2010/main" val="20865853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08BC1-882B-449F-801E-FC506FA89C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8D15ABD-55BB-458F-8A65-CB93270822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CE7C012-3436-4F69-8CA7-BE794410BD0B}"/>
              </a:ext>
            </a:extLst>
          </p:cNvPr>
          <p:cNvSpPr>
            <a:spLocks noGrp="1"/>
          </p:cNvSpPr>
          <p:nvPr>
            <p:ph type="dt" sz="half" idx="10"/>
          </p:nvPr>
        </p:nvSpPr>
        <p:spPr/>
        <p:txBody>
          <a:bodyPr/>
          <a:lstStyle/>
          <a:p>
            <a:fld id="{22CEC40F-7807-4C94-8336-D1835F715986}" type="datetime1">
              <a:rPr lang="en-GB" smtClean="0"/>
              <a:t>24/09/2024</a:t>
            </a:fld>
            <a:endParaRPr lang="en-GB"/>
          </a:p>
        </p:txBody>
      </p:sp>
      <p:sp>
        <p:nvSpPr>
          <p:cNvPr id="5" name="Footer Placeholder 4">
            <a:extLst>
              <a:ext uri="{FF2B5EF4-FFF2-40B4-BE49-F238E27FC236}">
                <a16:creationId xmlns:a16="http://schemas.microsoft.com/office/drawing/2014/main" id="{2DCBCF48-DDC9-4FA7-92C9-66396A40A57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22484B6-F8C6-4E3D-80D8-80FC0DE62FE0}"/>
              </a:ext>
            </a:extLst>
          </p:cNvPr>
          <p:cNvSpPr>
            <a:spLocks noGrp="1"/>
          </p:cNvSpPr>
          <p:nvPr>
            <p:ph type="sldNum" sz="quarter" idx="12"/>
          </p:nvPr>
        </p:nvSpPr>
        <p:spPr/>
        <p:txBody>
          <a:bodyPr/>
          <a:lstStyle/>
          <a:p>
            <a:fld id="{F094D3FE-586B-47BD-AB77-64C19248A5CB}" type="slidenum">
              <a:rPr lang="en-GB" smtClean="0"/>
              <a:t>‹#›</a:t>
            </a:fld>
            <a:endParaRPr lang="en-GB"/>
          </a:p>
        </p:txBody>
      </p:sp>
    </p:spTree>
    <p:extLst>
      <p:ext uri="{BB962C8B-B14F-4D97-AF65-F5344CB8AC3E}">
        <p14:creationId xmlns:p14="http://schemas.microsoft.com/office/powerpoint/2010/main" val="1338779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6C670-4CD2-442A-8E45-97A3A165695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136128B-C0E4-48CB-96CF-C6667567BD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AC43155-EB69-4970-9761-F2EB9CFC1AFF}"/>
              </a:ext>
            </a:extLst>
          </p:cNvPr>
          <p:cNvSpPr>
            <a:spLocks noGrp="1"/>
          </p:cNvSpPr>
          <p:nvPr>
            <p:ph type="dt" sz="half" idx="10"/>
          </p:nvPr>
        </p:nvSpPr>
        <p:spPr/>
        <p:txBody>
          <a:bodyPr/>
          <a:lstStyle/>
          <a:p>
            <a:fld id="{29BD33C8-919B-46B1-929B-D605CB420915}" type="datetime1">
              <a:rPr lang="en-GB" smtClean="0"/>
              <a:t>24/09/2024</a:t>
            </a:fld>
            <a:endParaRPr lang="en-GB"/>
          </a:p>
        </p:txBody>
      </p:sp>
      <p:sp>
        <p:nvSpPr>
          <p:cNvPr id="5" name="Footer Placeholder 4">
            <a:extLst>
              <a:ext uri="{FF2B5EF4-FFF2-40B4-BE49-F238E27FC236}">
                <a16:creationId xmlns:a16="http://schemas.microsoft.com/office/drawing/2014/main" id="{021AAE79-DF86-4EF5-B446-B896E0325F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C7AFE2-AB1A-43EF-BD2E-D720AE2840E0}"/>
              </a:ext>
            </a:extLst>
          </p:cNvPr>
          <p:cNvSpPr>
            <a:spLocks noGrp="1"/>
          </p:cNvSpPr>
          <p:nvPr>
            <p:ph type="sldNum" sz="quarter" idx="12"/>
          </p:nvPr>
        </p:nvSpPr>
        <p:spPr/>
        <p:txBody>
          <a:bodyPr/>
          <a:lstStyle/>
          <a:p>
            <a:fld id="{F094D3FE-586B-47BD-AB77-64C19248A5CB}" type="slidenum">
              <a:rPr lang="en-GB" smtClean="0"/>
              <a:t>‹#›</a:t>
            </a:fld>
            <a:endParaRPr lang="en-GB"/>
          </a:p>
        </p:txBody>
      </p:sp>
    </p:spTree>
    <p:extLst>
      <p:ext uri="{BB962C8B-B14F-4D97-AF65-F5344CB8AC3E}">
        <p14:creationId xmlns:p14="http://schemas.microsoft.com/office/powerpoint/2010/main" val="692363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92854-3DCE-45B7-B6F9-646AEB1016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DFFD467-76FF-4110-9DEC-E7403312B4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B6E40E-5829-4AFB-ADD5-3273FDA84947}"/>
              </a:ext>
            </a:extLst>
          </p:cNvPr>
          <p:cNvSpPr>
            <a:spLocks noGrp="1"/>
          </p:cNvSpPr>
          <p:nvPr>
            <p:ph type="dt" sz="half" idx="10"/>
          </p:nvPr>
        </p:nvSpPr>
        <p:spPr/>
        <p:txBody>
          <a:bodyPr/>
          <a:lstStyle/>
          <a:p>
            <a:fld id="{7AD47CA1-8F67-4066-94CC-2CB7E8F7F736}" type="datetime1">
              <a:rPr lang="en-GB" smtClean="0"/>
              <a:t>24/09/2024</a:t>
            </a:fld>
            <a:endParaRPr lang="en-GB"/>
          </a:p>
        </p:txBody>
      </p:sp>
      <p:sp>
        <p:nvSpPr>
          <p:cNvPr id="5" name="Footer Placeholder 4">
            <a:extLst>
              <a:ext uri="{FF2B5EF4-FFF2-40B4-BE49-F238E27FC236}">
                <a16:creationId xmlns:a16="http://schemas.microsoft.com/office/drawing/2014/main" id="{AF1B9B27-B659-4778-B1FE-E6657CE7B67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CEEDA01-7BEC-41C7-B4E0-C97DF3CE24E5}"/>
              </a:ext>
            </a:extLst>
          </p:cNvPr>
          <p:cNvSpPr>
            <a:spLocks noGrp="1"/>
          </p:cNvSpPr>
          <p:nvPr>
            <p:ph type="sldNum" sz="quarter" idx="12"/>
          </p:nvPr>
        </p:nvSpPr>
        <p:spPr/>
        <p:txBody>
          <a:bodyPr/>
          <a:lstStyle/>
          <a:p>
            <a:fld id="{F094D3FE-586B-47BD-AB77-64C19248A5CB}" type="slidenum">
              <a:rPr lang="en-GB" smtClean="0"/>
              <a:t>‹#›</a:t>
            </a:fld>
            <a:endParaRPr lang="en-GB"/>
          </a:p>
        </p:txBody>
      </p:sp>
    </p:spTree>
    <p:extLst>
      <p:ext uri="{BB962C8B-B14F-4D97-AF65-F5344CB8AC3E}">
        <p14:creationId xmlns:p14="http://schemas.microsoft.com/office/powerpoint/2010/main" val="501287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DAF95-0A6D-4E25-A940-B3E3EE92AB9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F3CA0C4-8487-4C79-AB56-DBB726EF08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480CB58-1BE6-4914-BCC7-29F7772566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FEF6B51-055D-483A-BFCE-8B69029D7EA5}"/>
              </a:ext>
            </a:extLst>
          </p:cNvPr>
          <p:cNvSpPr>
            <a:spLocks noGrp="1"/>
          </p:cNvSpPr>
          <p:nvPr>
            <p:ph type="dt" sz="half" idx="10"/>
          </p:nvPr>
        </p:nvSpPr>
        <p:spPr/>
        <p:txBody>
          <a:bodyPr/>
          <a:lstStyle/>
          <a:p>
            <a:fld id="{9877CB81-4FD1-4986-8E28-0915137B514C}" type="datetime1">
              <a:rPr lang="en-GB" smtClean="0"/>
              <a:t>24/09/2024</a:t>
            </a:fld>
            <a:endParaRPr lang="en-GB"/>
          </a:p>
        </p:txBody>
      </p:sp>
      <p:sp>
        <p:nvSpPr>
          <p:cNvPr id="6" name="Footer Placeholder 5">
            <a:extLst>
              <a:ext uri="{FF2B5EF4-FFF2-40B4-BE49-F238E27FC236}">
                <a16:creationId xmlns:a16="http://schemas.microsoft.com/office/drawing/2014/main" id="{9A1294C1-7F55-49EB-9A29-D7B7F79F5E0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E7FD492-D083-4D0A-B43D-8EAE1C04850D}"/>
              </a:ext>
            </a:extLst>
          </p:cNvPr>
          <p:cNvSpPr>
            <a:spLocks noGrp="1"/>
          </p:cNvSpPr>
          <p:nvPr>
            <p:ph type="sldNum" sz="quarter" idx="12"/>
          </p:nvPr>
        </p:nvSpPr>
        <p:spPr/>
        <p:txBody>
          <a:bodyPr/>
          <a:lstStyle/>
          <a:p>
            <a:fld id="{F094D3FE-586B-47BD-AB77-64C19248A5CB}" type="slidenum">
              <a:rPr lang="en-GB" smtClean="0"/>
              <a:t>‹#›</a:t>
            </a:fld>
            <a:endParaRPr lang="en-GB"/>
          </a:p>
        </p:txBody>
      </p:sp>
    </p:spTree>
    <p:extLst>
      <p:ext uri="{BB962C8B-B14F-4D97-AF65-F5344CB8AC3E}">
        <p14:creationId xmlns:p14="http://schemas.microsoft.com/office/powerpoint/2010/main" val="22839776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A5455-723A-4C68-A4CF-5BA61312018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A29598D-AEE3-48EA-BF57-2FE6E0396C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0B3C39-958F-4927-AB17-41F68D5DB0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80FA1F8-5191-4B21-965A-683B9F4D01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A52D04-D1E3-4D31-B37A-1B4C0C19F0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A5C4FC9-217C-4FE3-8016-9D6D80D0503C}"/>
              </a:ext>
            </a:extLst>
          </p:cNvPr>
          <p:cNvSpPr>
            <a:spLocks noGrp="1"/>
          </p:cNvSpPr>
          <p:nvPr>
            <p:ph type="dt" sz="half" idx="10"/>
          </p:nvPr>
        </p:nvSpPr>
        <p:spPr/>
        <p:txBody>
          <a:bodyPr/>
          <a:lstStyle/>
          <a:p>
            <a:fld id="{DDD77513-AC98-4141-9426-BD95E0A3A957}" type="datetime1">
              <a:rPr lang="en-GB" smtClean="0"/>
              <a:t>24/09/2024</a:t>
            </a:fld>
            <a:endParaRPr lang="en-GB"/>
          </a:p>
        </p:txBody>
      </p:sp>
      <p:sp>
        <p:nvSpPr>
          <p:cNvPr id="8" name="Footer Placeholder 7">
            <a:extLst>
              <a:ext uri="{FF2B5EF4-FFF2-40B4-BE49-F238E27FC236}">
                <a16:creationId xmlns:a16="http://schemas.microsoft.com/office/drawing/2014/main" id="{193C7FE0-95A4-4976-BBBC-84771E5EE2C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391A915-AF08-4F69-80FF-0CCFB457F6E9}"/>
              </a:ext>
            </a:extLst>
          </p:cNvPr>
          <p:cNvSpPr>
            <a:spLocks noGrp="1"/>
          </p:cNvSpPr>
          <p:nvPr>
            <p:ph type="sldNum" sz="quarter" idx="12"/>
          </p:nvPr>
        </p:nvSpPr>
        <p:spPr/>
        <p:txBody>
          <a:bodyPr/>
          <a:lstStyle/>
          <a:p>
            <a:fld id="{F094D3FE-586B-47BD-AB77-64C19248A5CB}" type="slidenum">
              <a:rPr lang="en-GB" smtClean="0"/>
              <a:t>‹#›</a:t>
            </a:fld>
            <a:endParaRPr lang="en-GB"/>
          </a:p>
        </p:txBody>
      </p:sp>
    </p:spTree>
    <p:extLst>
      <p:ext uri="{BB962C8B-B14F-4D97-AF65-F5344CB8AC3E}">
        <p14:creationId xmlns:p14="http://schemas.microsoft.com/office/powerpoint/2010/main" val="4288388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F0B7B-EAB4-419E-B7BF-68DD90368EB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02E5A2B-8FAF-41CC-B49B-1D6776D5E7EB}"/>
              </a:ext>
            </a:extLst>
          </p:cNvPr>
          <p:cNvSpPr>
            <a:spLocks noGrp="1"/>
          </p:cNvSpPr>
          <p:nvPr>
            <p:ph type="dt" sz="half" idx="10"/>
          </p:nvPr>
        </p:nvSpPr>
        <p:spPr/>
        <p:txBody>
          <a:bodyPr/>
          <a:lstStyle/>
          <a:p>
            <a:fld id="{C6342BA0-CA43-44DC-83AC-486FC3063673}" type="datetime1">
              <a:rPr lang="en-GB" smtClean="0"/>
              <a:t>24/09/2024</a:t>
            </a:fld>
            <a:endParaRPr lang="en-GB"/>
          </a:p>
        </p:txBody>
      </p:sp>
      <p:sp>
        <p:nvSpPr>
          <p:cNvPr id="4" name="Footer Placeholder 3">
            <a:extLst>
              <a:ext uri="{FF2B5EF4-FFF2-40B4-BE49-F238E27FC236}">
                <a16:creationId xmlns:a16="http://schemas.microsoft.com/office/drawing/2014/main" id="{F4CD8183-ED13-4AFC-ACFA-6DFEB467476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5708590-7D63-43FA-98B4-AF97F549E840}"/>
              </a:ext>
            </a:extLst>
          </p:cNvPr>
          <p:cNvSpPr>
            <a:spLocks noGrp="1"/>
          </p:cNvSpPr>
          <p:nvPr>
            <p:ph type="sldNum" sz="quarter" idx="12"/>
          </p:nvPr>
        </p:nvSpPr>
        <p:spPr/>
        <p:txBody>
          <a:bodyPr/>
          <a:lstStyle/>
          <a:p>
            <a:fld id="{F094D3FE-586B-47BD-AB77-64C19248A5CB}" type="slidenum">
              <a:rPr lang="en-GB" smtClean="0"/>
              <a:t>‹#›</a:t>
            </a:fld>
            <a:endParaRPr lang="en-GB"/>
          </a:p>
        </p:txBody>
      </p:sp>
    </p:spTree>
    <p:extLst>
      <p:ext uri="{BB962C8B-B14F-4D97-AF65-F5344CB8AC3E}">
        <p14:creationId xmlns:p14="http://schemas.microsoft.com/office/powerpoint/2010/main" val="2791630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C2652E-AE9C-44FF-8834-8D5A20698C90}"/>
              </a:ext>
            </a:extLst>
          </p:cNvPr>
          <p:cNvSpPr>
            <a:spLocks noGrp="1"/>
          </p:cNvSpPr>
          <p:nvPr>
            <p:ph type="dt" sz="half" idx="10"/>
          </p:nvPr>
        </p:nvSpPr>
        <p:spPr/>
        <p:txBody>
          <a:bodyPr/>
          <a:lstStyle/>
          <a:p>
            <a:fld id="{BCE2AE80-DC43-4B00-9F95-8B99303240BB}" type="datetime1">
              <a:rPr lang="en-GB" smtClean="0"/>
              <a:t>24/09/2024</a:t>
            </a:fld>
            <a:endParaRPr lang="en-GB"/>
          </a:p>
        </p:txBody>
      </p:sp>
      <p:sp>
        <p:nvSpPr>
          <p:cNvPr id="3" name="Footer Placeholder 2">
            <a:extLst>
              <a:ext uri="{FF2B5EF4-FFF2-40B4-BE49-F238E27FC236}">
                <a16:creationId xmlns:a16="http://schemas.microsoft.com/office/drawing/2014/main" id="{987B3352-B892-4308-A360-5EAB75CC8FF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E445B2F-7961-4A85-8FFA-FD8CCF5400BE}"/>
              </a:ext>
            </a:extLst>
          </p:cNvPr>
          <p:cNvSpPr>
            <a:spLocks noGrp="1"/>
          </p:cNvSpPr>
          <p:nvPr>
            <p:ph type="sldNum" sz="quarter" idx="12"/>
          </p:nvPr>
        </p:nvSpPr>
        <p:spPr/>
        <p:txBody>
          <a:bodyPr/>
          <a:lstStyle/>
          <a:p>
            <a:fld id="{F094D3FE-586B-47BD-AB77-64C19248A5CB}" type="slidenum">
              <a:rPr lang="en-GB" smtClean="0"/>
              <a:t>‹#›</a:t>
            </a:fld>
            <a:endParaRPr lang="en-GB"/>
          </a:p>
        </p:txBody>
      </p:sp>
    </p:spTree>
    <p:extLst>
      <p:ext uri="{BB962C8B-B14F-4D97-AF65-F5344CB8AC3E}">
        <p14:creationId xmlns:p14="http://schemas.microsoft.com/office/powerpoint/2010/main" val="4146884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6BD84-42BC-4553-B70A-BE2BD00BDF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AB1D328-1D78-4AB5-BA2C-F89D34806B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BA9C67B-53CE-4A2E-B4FD-23893FB142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3E16DC-88B8-4739-8ECC-648B436FE3FB}"/>
              </a:ext>
            </a:extLst>
          </p:cNvPr>
          <p:cNvSpPr>
            <a:spLocks noGrp="1"/>
          </p:cNvSpPr>
          <p:nvPr>
            <p:ph type="dt" sz="half" idx="10"/>
          </p:nvPr>
        </p:nvSpPr>
        <p:spPr/>
        <p:txBody>
          <a:bodyPr/>
          <a:lstStyle/>
          <a:p>
            <a:fld id="{F8BD87A3-8B8B-4070-9B23-16B5C93BA274}" type="datetime1">
              <a:rPr lang="en-GB" smtClean="0"/>
              <a:t>24/09/2024</a:t>
            </a:fld>
            <a:endParaRPr lang="en-GB"/>
          </a:p>
        </p:txBody>
      </p:sp>
      <p:sp>
        <p:nvSpPr>
          <p:cNvPr id="6" name="Footer Placeholder 5">
            <a:extLst>
              <a:ext uri="{FF2B5EF4-FFF2-40B4-BE49-F238E27FC236}">
                <a16:creationId xmlns:a16="http://schemas.microsoft.com/office/drawing/2014/main" id="{C07DE0B1-911D-4625-A242-E983C1855F2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633ABDB-0E30-4E2E-BAC2-F358DAA85EDD}"/>
              </a:ext>
            </a:extLst>
          </p:cNvPr>
          <p:cNvSpPr>
            <a:spLocks noGrp="1"/>
          </p:cNvSpPr>
          <p:nvPr>
            <p:ph type="sldNum" sz="quarter" idx="12"/>
          </p:nvPr>
        </p:nvSpPr>
        <p:spPr/>
        <p:txBody>
          <a:bodyPr/>
          <a:lstStyle/>
          <a:p>
            <a:fld id="{F094D3FE-586B-47BD-AB77-64C19248A5CB}" type="slidenum">
              <a:rPr lang="en-GB" smtClean="0"/>
              <a:t>‹#›</a:t>
            </a:fld>
            <a:endParaRPr lang="en-GB"/>
          </a:p>
        </p:txBody>
      </p:sp>
    </p:spTree>
    <p:extLst>
      <p:ext uri="{BB962C8B-B14F-4D97-AF65-F5344CB8AC3E}">
        <p14:creationId xmlns:p14="http://schemas.microsoft.com/office/powerpoint/2010/main" val="3315146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630AB-AFA9-4B01-BC9B-0E8AB06950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803FCAC-8DE9-42A6-9D73-3CA1171A97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5DCA42A-EA16-4502-BFC4-93A537C75F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2BB89E-127B-43F7-8BF5-B2DE1CE2255C}"/>
              </a:ext>
            </a:extLst>
          </p:cNvPr>
          <p:cNvSpPr>
            <a:spLocks noGrp="1"/>
          </p:cNvSpPr>
          <p:nvPr>
            <p:ph type="dt" sz="half" idx="10"/>
          </p:nvPr>
        </p:nvSpPr>
        <p:spPr/>
        <p:txBody>
          <a:bodyPr/>
          <a:lstStyle/>
          <a:p>
            <a:fld id="{AFD6291F-0CDC-42D4-AC41-2FAC180B2494}" type="datetime1">
              <a:rPr lang="en-GB" smtClean="0"/>
              <a:t>24/09/2024</a:t>
            </a:fld>
            <a:endParaRPr lang="en-GB"/>
          </a:p>
        </p:txBody>
      </p:sp>
      <p:sp>
        <p:nvSpPr>
          <p:cNvPr id="6" name="Footer Placeholder 5">
            <a:extLst>
              <a:ext uri="{FF2B5EF4-FFF2-40B4-BE49-F238E27FC236}">
                <a16:creationId xmlns:a16="http://schemas.microsoft.com/office/drawing/2014/main" id="{7C4C2054-1B59-447F-9F3B-0204E64C097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5A87593-FD63-4D98-90F2-4815C234AA50}"/>
              </a:ext>
            </a:extLst>
          </p:cNvPr>
          <p:cNvSpPr>
            <a:spLocks noGrp="1"/>
          </p:cNvSpPr>
          <p:nvPr>
            <p:ph type="sldNum" sz="quarter" idx="12"/>
          </p:nvPr>
        </p:nvSpPr>
        <p:spPr/>
        <p:txBody>
          <a:bodyPr/>
          <a:lstStyle/>
          <a:p>
            <a:fld id="{F094D3FE-586B-47BD-AB77-64C19248A5CB}" type="slidenum">
              <a:rPr lang="en-GB" smtClean="0"/>
              <a:t>‹#›</a:t>
            </a:fld>
            <a:endParaRPr lang="en-GB"/>
          </a:p>
        </p:txBody>
      </p:sp>
    </p:spTree>
    <p:extLst>
      <p:ext uri="{BB962C8B-B14F-4D97-AF65-F5344CB8AC3E}">
        <p14:creationId xmlns:p14="http://schemas.microsoft.com/office/powerpoint/2010/main" val="801509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B5610-2CD7-4798-8D9D-F158C414F85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1938F6D-BF8F-4178-B448-C021888C07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1BA54E2-4D54-4DD1-9EBA-22C3E5228B07}"/>
              </a:ext>
            </a:extLst>
          </p:cNvPr>
          <p:cNvSpPr>
            <a:spLocks noGrp="1"/>
          </p:cNvSpPr>
          <p:nvPr>
            <p:ph type="dt" sz="half" idx="10"/>
          </p:nvPr>
        </p:nvSpPr>
        <p:spPr/>
        <p:txBody>
          <a:bodyPr/>
          <a:lstStyle/>
          <a:p>
            <a:fld id="{B2970F62-B2AB-4423-89D4-4C5A972DC4AF}" type="datetime1">
              <a:rPr lang="en-GB" smtClean="0"/>
              <a:t>24/09/2024</a:t>
            </a:fld>
            <a:endParaRPr lang="en-GB"/>
          </a:p>
        </p:txBody>
      </p:sp>
      <p:sp>
        <p:nvSpPr>
          <p:cNvPr id="5" name="Footer Placeholder 4">
            <a:extLst>
              <a:ext uri="{FF2B5EF4-FFF2-40B4-BE49-F238E27FC236}">
                <a16:creationId xmlns:a16="http://schemas.microsoft.com/office/drawing/2014/main" id="{5AE5C95C-902B-47E6-A9B8-B2FE59353E5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B0562A2-BDCF-41E6-8CEE-512D94BA8F8A}"/>
              </a:ext>
            </a:extLst>
          </p:cNvPr>
          <p:cNvSpPr>
            <a:spLocks noGrp="1"/>
          </p:cNvSpPr>
          <p:nvPr>
            <p:ph type="sldNum" sz="quarter" idx="12"/>
          </p:nvPr>
        </p:nvSpPr>
        <p:spPr/>
        <p:txBody>
          <a:bodyPr/>
          <a:lstStyle/>
          <a:p>
            <a:fld id="{F094D3FE-586B-47BD-AB77-64C19248A5CB}" type="slidenum">
              <a:rPr lang="en-GB" smtClean="0"/>
              <a:t>‹#›</a:t>
            </a:fld>
            <a:endParaRPr lang="en-GB"/>
          </a:p>
        </p:txBody>
      </p:sp>
    </p:spTree>
    <p:extLst>
      <p:ext uri="{BB962C8B-B14F-4D97-AF65-F5344CB8AC3E}">
        <p14:creationId xmlns:p14="http://schemas.microsoft.com/office/powerpoint/2010/main" val="4256594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EF53F5-4993-4051-9CD1-EAED73E0910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1F4BFD9-1805-4C0E-9171-00428E674D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1903E98-5556-46A0-BEFB-2D3BAA16A7EC}"/>
              </a:ext>
            </a:extLst>
          </p:cNvPr>
          <p:cNvSpPr>
            <a:spLocks noGrp="1"/>
          </p:cNvSpPr>
          <p:nvPr>
            <p:ph type="dt" sz="half" idx="10"/>
          </p:nvPr>
        </p:nvSpPr>
        <p:spPr/>
        <p:txBody>
          <a:bodyPr/>
          <a:lstStyle/>
          <a:p>
            <a:fld id="{4AF903FB-6F29-42B6-AC49-DC7E1FA501CA}" type="datetime1">
              <a:rPr lang="en-GB" smtClean="0"/>
              <a:t>24/09/2024</a:t>
            </a:fld>
            <a:endParaRPr lang="en-GB"/>
          </a:p>
        </p:txBody>
      </p:sp>
      <p:sp>
        <p:nvSpPr>
          <p:cNvPr id="5" name="Footer Placeholder 4">
            <a:extLst>
              <a:ext uri="{FF2B5EF4-FFF2-40B4-BE49-F238E27FC236}">
                <a16:creationId xmlns:a16="http://schemas.microsoft.com/office/drawing/2014/main" id="{11FFE491-C662-4A0B-976C-7C57FEEDE0F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E34B500-6320-47E8-B0C2-D3ACE124C4B4}"/>
              </a:ext>
            </a:extLst>
          </p:cNvPr>
          <p:cNvSpPr>
            <a:spLocks noGrp="1"/>
          </p:cNvSpPr>
          <p:nvPr>
            <p:ph type="sldNum" sz="quarter" idx="12"/>
          </p:nvPr>
        </p:nvSpPr>
        <p:spPr/>
        <p:txBody>
          <a:bodyPr/>
          <a:lstStyle/>
          <a:p>
            <a:fld id="{F094D3FE-586B-47BD-AB77-64C19248A5CB}" type="slidenum">
              <a:rPr lang="en-GB" smtClean="0"/>
              <a:t>‹#›</a:t>
            </a:fld>
            <a:endParaRPr lang="en-GB"/>
          </a:p>
        </p:txBody>
      </p:sp>
    </p:spTree>
    <p:extLst>
      <p:ext uri="{BB962C8B-B14F-4D97-AF65-F5344CB8AC3E}">
        <p14:creationId xmlns:p14="http://schemas.microsoft.com/office/powerpoint/2010/main" val="260228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6A97107-8608-D872-3107-5B494B10E60F}"/>
              </a:ext>
            </a:extLst>
          </p:cNvPr>
          <p:cNvSpPr/>
          <p:nvPr userDrawn="1"/>
        </p:nvSpPr>
        <p:spPr>
          <a:xfrm>
            <a:off x="0" y="6455377"/>
            <a:ext cx="12192000" cy="183417"/>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Diamond 7">
            <a:extLst>
              <a:ext uri="{FF2B5EF4-FFF2-40B4-BE49-F238E27FC236}">
                <a16:creationId xmlns:a16="http://schemas.microsoft.com/office/drawing/2014/main" id="{53695AA4-2268-F65B-A6E7-83C8D80334BB}"/>
              </a:ext>
            </a:extLst>
          </p:cNvPr>
          <p:cNvSpPr/>
          <p:nvPr userDrawn="1"/>
        </p:nvSpPr>
        <p:spPr>
          <a:xfrm>
            <a:off x="10746288" y="6257076"/>
            <a:ext cx="939452" cy="563671"/>
          </a:xfrm>
          <a:prstGeom prst="diamond">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 name="Title Placeholder 1">
            <a:extLst>
              <a:ext uri="{FF2B5EF4-FFF2-40B4-BE49-F238E27FC236}">
                <a16:creationId xmlns:a16="http://schemas.microsoft.com/office/drawing/2014/main" id="{C6A0CAA5-4782-4DE8-BDE6-15B32FE258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75D0D8A-9F82-497D-9212-FF3EB5F81E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B523370-BF75-4FFC-834A-D62A415086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1F36D6-8134-4199-90AE-760C917578D7}" type="datetime1">
              <a:rPr lang="en-GB" smtClean="0"/>
              <a:t>24/09/2024</a:t>
            </a:fld>
            <a:endParaRPr lang="en-GB"/>
          </a:p>
        </p:txBody>
      </p:sp>
      <p:sp>
        <p:nvSpPr>
          <p:cNvPr id="5" name="Footer Placeholder 4">
            <a:extLst>
              <a:ext uri="{FF2B5EF4-FFF2-40B4-BE49-F238E27FC236}">
                <a16:creationId xmlns:a16="http://schemas.microsoft.com/office/drawing/2014/main" id="{C07732C5-E6C4-4014-8ABC-FEE3F64B79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0B16C4FF-4AD1-41C0-BCB3-D6B8C85111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a:solidFill>
                  <a:schemeClr val="bg1"/>
                </a:solidFill>
              </a:defRPr>
            </a:lvl1pPr>
          </a:lstStyle>
          <a:p>
            <a:fld id="{F094D3FE-586B-47BD-AB77-64C19248A5CB}" type="slidenum">
              <a:rPr lang="en-GB" smtClean="0"/>
              <a:pPr/>
              <a:t>‹#›</a:t>
            </a:fld>
            <a:endParaRPr lang="en-GB" dirty="0"/>
          </a:p>
        </p:txBody>
      </p:sp>
    </p:spTree>
    <p:extLst>
      <p:ext uri="{BB962C8B-B14F-4D97-AF65-F5344CB8AC3E}">
        <p14:creationId xmlns:p14="http://schemas.microsoft.com/office/powerpoint/2010/main" val="5828515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news.stanford.edu/2020/11/19/bid-picture-nobel-prize-winners-explain-auction-theory-collaboratio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p:txBody>
          <a:bodyPr/>
          <a:lstStyle/>
          <a:p>
            <a:r>
              <a:rPr lang="en-US" altLang="en-US" dirty="0" err="1"/>
              <a:t>Bisemester</a:t>
            </a:r>
            <a:r>
              <a:rPr lang="en-US" altLang="en-US" dirty="0"/>
              <a:t> Test 1</a:t>
            </a:r>
          </a:p>
        </p:txBody>
      </p:sp>
      <p:sp>
        <p:nvSpPr>
          <p:cNvPr id="25602" name="Rectangle 3"/>
          <p:cNvSpPr>
            <a:spLocks noGrp="1" noChangeArrowheads="1"/>
          </p:cNvSpPr>
          <p:nvPr>
            <p:ph idx="1"/>
          </p:nvPr>
        </p:nvSpPr>
        <p:spPr>
          <a:xfrm>
            <a:off x="838199" y="1456791"/>
            <a:ext cx="10411047" cy="4755473"/>
          </a:xfrm>
        </p:spPr>
        <p:txBody>
          <a:bodyPr>
            <a:normAutofit/>
          </a:bodyPr>
          <a:lstStyle/>
          <a:p>
            <a:r>
              <a:rPr lang="en-GB" altLang="en-US" sz="2200" dirty="0"/>
              <a:t>26</a:t>
            </a:r>
            <a:r>
              <a:rPr lang="en-GB" altLang="en-US" sz="2200" baseline="30000" dirty="0"/>
              <a:t>th</a:t>
            </a:r>
            <a:r>
              <a:rPr lang="en-GB" altLang="en-US" sz="2200" dirty="0"/>
              <a:t> September, Thursday, 15:30 – 16:45, covers Lecture 1 to Lecture 6.</a:t>
            </a:r>
          </a:p>
          <a:p>
            <a:r>
              <a:rPr lang="en-GB" altLang="en-US" sz="2200" dirty="0"/>
              <a:t>Report 15 mins before for admin procedures.</a:t>
            </a:r>
          </a:p>
          <a:p>
            <a:pPr lvl="1"/>
            <a:r>
              <a:rPr lang="en-GB" altLang="en-US" sz="2000" b="1" dirty="0"/>
              <a:t>T1 – T4 report to LT22</a:t>
            </a:r>
          </a:p>
          <a:p>
            <a:pPr lvl="1"/>
            <a:r>
              <a:rPr lang="en-GB" altLang="en-US" sz="2000" b="1" dirty="0"/>
              <a:t>T5 – T8 report to LT25</a:t>
            </a:r>
          </a:p>
          <a:p>
            <a:endParaRPr lang="en-GB" altLang="en-US" sz="2200" dirty="0"/>
          </a:p>
          <a:p>
            <a:r>
              <a:rPr lang="en-GB" altLang="en-US" sz="2200" dirty="0"/>
              <a:t>Only 1 retake of </a:t>
            </a:r>
            <a:r>
              <a:rPr lang="en-GB" altLang="en-US" sz="2200" dirty="0" err="1"/>
              <a:t>bisemester</a:t>
            </a:r>
            <a:r>
              <a:rPr lang="en-GB" altLang="en-US" sz="2200" dirty="0"/>
              <a:t> test for those who submit an official letter to UG office.</a:t>
            </a:r>
          </a:p>
          <a:p>
            <a:r>
              <a:rPr lang="en-GB" altLang="en-US" sz="2200" b="1" dirty="0"/>
              <a:t>No other retakes: will get 0 if miss retake.</a:t>
            </a:r>
          </a:p>
          <a:p>
            <a:pPr lvl="1"/>
            <a:endParaRPr lang="en-US" altLang="en-US" sz="1600" dirty="0"/>
          </a:p>
          <a:p>
            <a:pPr marL="342900" indent="-342900" eaLnBrk="1" hangingPunct="1">
              <a:spcBef>
                <a:spcPts val="1600"/>
              </a:spcBef>
              <a:buFont typeface="Arial" panose="020B0604020202020204" pitchFamily="34" charset="0"/>
              <a:buChar char="•"/>
            </a:pPr>
            <a:endParaRPr lang="en-US" altLang="en-US" sz="2200" dirty="0"/>
          </a:p>
        </p:txBody>
      </p:sp>
    </p:spTree>
    <p:extLst>
      <p:ext uri="{BB962C8B-B14F-4D97-AF65-F5344CB8AC3E}">
        <p14:creationId xmlns:p14="http://schemas.microsoft.com/office/powerpoint/2010/main" val="18788776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descr="A colorful lines in a white background&#10;&#10;Description automatically generated with medium confidence">
            <a:extLst>
              <a:ext uri="{FF2B5EF4-FFF2-40B4-BE49-F238E27FC236}">
                <a16:creationId xmlns:a16="http://schemas.microsoft.com/office/drawing/2014/main" id="{7D4D76A6-1134-2CD4-5849-B4DF1B674011}"/>
              </a:ext>
            </a:extLst>
          </p:cNvPr>
          <p:cNvPicPr>
            <a:picLocks noChangeAspect="1"/>
          </p:cNvPicPr>
          <p:nvPr/>
        </p:nvPicPr>
        <p:blipFill rotWithShape="1">
          <a:blip r:embed="rId2"/>
          <a:srcRect l="364" r="5519" b="-1"/>
          <a:stretch/>
        </p:blipFill>
        <p:spPr>
          <a:xfrm>
            <a:off x="2522358" y="10"/>
            <a:ext cx="9669642" cy="6857990"/>
          </a:xfrm>
          <a:prstGeom prst="rect">
            <a:avLst/>
          </a:prstGeom>
        </p:spPr>
      </p:pic>
      <p:sp>
        <p:nvSpPr>
          <p:cNvPr id="27" name="Rectangle 26">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A38B41C-C5F3-44B9-92FB-11A602519026}"/>
              </a:ext>
            </a:extLst>
          </p:cNvPr>
          <p:cNvSpPr>
            <a:spLocks noGrp="1"/>
          </p:cNvSpPr>
          <p:nvPr>
            <p:ph type="ctrTitle"/>
          </p:nvPr>
        </p:nvSpPr>
        <p:spPr>
          <a:xfrm>
            <a:off x="859462" y="471777"/>
            <a:ext cx="3973385" cy="3692028"/>
          </a:xfrm>
          <a:noFill/>
        </p:spPr>
        <p:txBody>
          <a:bodyPr>
            <a:normAutofit/>
          </a:bodyPr>
          <a:lstStyle/>
          <a:p>
            <a:pPr algn="l"/>
            <a:r>
              <a:rPr lang="en-US" sz="5200" b="1" dirty="0"/>
              <a:t>Auctions</a:t>
            </a:r>
            <a:endParaRPr lang="en-GB" sz="5200" b="1" dirty="0"/>
          </a:p>
        </p:txBody>
      </p:sp>
      <p:sp>
        <p:nvSpPr>
          <p:cNvPr id="3" name="Subtitle 2">
            <a:extLst>
              <a:ext uri="{FF2B5EF4-FFF2-40B4-BE49-F238E27FC236}">
                <a16:creationId xmlns:a16="http://schemas.microsoft.com/office/drawing/2014/main" id="{998871C3-F454-4764-88F0-979E1F37639F}"/>
              </a:ext>
            </a:extLst>
          </p:cNvPr>
          <p:cNvSpPr>
            <a:spLocks noGrp="1"/>
          </p:cNvSpPr>
          <p:nvPr>
            <p:ph type="subTitle" idx="1"/>
          </p:nvPr>
        </p:nvSpPr>
        <p:spPr>
          <a:xfrm>
            <a:off x="859463" y="4357564"/>
            <a:ext cx="3973386" cy="1485319"/>
          </a:xfrm>
          <a:noFill/>
        </p:spPr>
        <p:txBody>
          <a:bodyPr>
            <a:normAutofit/>
          </a:bodyPr>
          <a:lstStyle/>
          <a:p>
            <a:pPr algn="l"/>
            <a:r>
              <a:rPr lang="en-GB" sz="2000" dirty="0"/>
              <a:t>HE3001, Microeconomics 3</a:t>
            </a:r>
            <a:br>
              <a:rPr lang="en-GB" sz="2000" dirty="0"/>
            </a:br>
            <a:r>
              <a:rPr lang="en-GB" sz="2000" dirty="0"/>
              <a:t>Nanyang Technological University</a:t>
            </a:r>
          </a:p>
        </p:txBody>
      </p:sp>
      <p:sp>
        <p:nvSpPr>
          <p:cNvPr id="4" name="Slide Number Placeholder 3">
            <a:extLst>
              <a:ext uri="{FF2B5EF4-FFF2-40B4-BE49-F238E27FC236}">
                <a16:creationId xmlns:a16="http://schemas.microsoft.com/office/drawing/2014/main" id="{1758DF55-7935-42BB-9357-48DC09961C16}"/>
              </a:ext>
            </a:extLst>
          </p:cNvPr>
          <p:cNvSpPr>
            <a:spLocks noGrp="1"/>
          </p:cNvSpPr>
          <p:nvPr>
            <p:ph type="sldNum" sz="quarter" idx="12"/>
          </p:nvPr>
        </p:nvSpPr>
        <p:spPr>
          <a:xfrm>
            <a:off x="8610600" y="6356350"/>
            <a:ext cx="2743200" cy="365125"/>
          </a:xfrm>
        </p:spPr>
        <p:txBody>
          <a:bodyPr>
            <a:normAutofit/>
          </a:bodyPr>
          <a:lstStyle/>
          <a:p>
            <a:pPr>
              <a:spcAft>
                <a:spcPts val="600"/>
              </a:spcAft>
            </a:pPr>
            <a:fld id="{F094D3FE-586B-47BD-AB77-64C19248A5CB}" type="slidenum">
              <a:rPr lang="en-GB">
                <a:solidFill>
                  <a:srgbClr val="FFFFFF"/>
                </a:solidFill>
              </a:rPr>
              <a:pPr>
                <a:spcAft>
                  <a:spcPts val="600"/>
                </a:spcAft>
              </a:pPr>
              <a:t>2</a:t>
            </a:fld>
            <a:endParaRPr lang="en-GB">
              <a:solidFill>
                <a:srgbClr val="FFFFFF"/>
              </a:solidFill>
            </a:endParaRPr>
          </a:p>
        </p:txBody>
      </p:sp>
    </p:spTree>
    <p:extLst>
      <p:ext uri="{BB962C8B-B14F-4D97-AF65-F5344CB8AC3E}">
        <p14:creationId xmlns:p14="http://schemas.microsoft.com/office/powerpoint/2010/main" val="3333402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p:txBody>
          <a:bodyPr/>
          <a:lstStyle/>
          <a:p>
            <a:r>
              <a:rPr lang="en-US" altLang="en-US"/>
              <a:t>Introduction</a:t>
            </a:r>
          </a:p>
        </p:txBody>
      </p:sp>
      <p:sp>
        <p:nvSpPr>
          <p:cNvPr id="25602" name="Rectangle 3"/>
          <p:cNvSpPr>
            <a:spLocks noGrp="1" noChangeArrowheads="1"/>
          </p:cNvSpPr>
          <p:nvPr>
            <p:ph idx="1"/>
          </p:nvPr>
        </p:nvSpPr>
        <p:spPr>
          <a:xfrm>
            <a:off x="838199" y="1456791"/>
            <a:ext cx="10411047" cy="4755473"/>
          </a:xfrm>
        </p:spPr>
        <p:txBody>
          <a:bodyPr>
            <a:normAutofit/>
          </a:bodyPr>
          <a:lstStyle/>
          <a:p>
            <a:pPr eaLnBrk="1" hangingPunct="1"/>
            <a:endParaRPr lang="en-GB" altLang="en-US" sz="2000" dirty="0"/>
          </a:p>
          <a:p>
            <a:pPr eaLnBrk="1" hangingPunct="1"/>
            <a:r>
              <a:rPr lang="en-GB" altLang="en-US" sz="2000" dirty="0"/>
              <a:t>An </a:t>
            </a:r>
            <a:r>
              <a:rPr lang="en-GB" altLang="en-US" sz="2000" b="1" dirty="0"/>
              <a:t>auction</a:t>
            </a:r>
            <a:r>
              <a:rPr lang="en-GB" altLang="en-US" sz="2000" dirty="0"/>
              <a:t> is a process which involves the taking of bids, and a subsequent allocation of goods. </a:t>
            </a:r>
          </a:p>
          <a:p>
            <a:pPr lvl="1"/>
            <a:r>
              <a:rPr lang="en-US" altLang="en-US" sz="1800" dirty="0"/>
              <a:t>The study of auctions is more generally related to </a:t>
            </a:r>
            <a:r>
              <a:rPr lang="en-US" altLang="en-US" sz="1800" b="1" dirty="0">
                <a:solidFill>
                  <a:srgbClr val="0000FF"/>
                </a:solidFill>
              </a:rPr>
              <a:t>mechanism design</a:t>
            </a:r>
            <a:r>
              <a:rPr lang="en-US" altLang="en-US" sz="1800" b="1" dirty="0"/>
              <a:t>.</a:t>
            </a:r>
          </a:p>
          <a:p>
            <a:endParaRPr lang="en-US" altLang="en-US" sz="2000" b="1" dirty="0"/>
          </a:p>
          <a:p>
            <a:r>
              <a:rPr lang="en-US" altLang="en-US" sz="2000" b="1" dirty="0">
                <a:solidFill>
                  <a:schemeClr val="tx1"/>
                </a:solidFill>
              </a:rPr>
              <a:t>Mechanism design: What kind of structure to implement to achieve particular outcomes?</a:t>
            </a:r>
            <a:endParaRPr lang="en-US" altLang="en-US" sz="1800" b="1" dirty="0">
              <a:solidFill>
                <a:schemeClr val="tx1"/>
              </a:solidFill>
            </a:endParaRPr>
          </a:p>
          <a:p>
            <a:pPr lvl="1"/>
            <a:r>
              <a:rPr lang="en-GB" altLang="en-US" sz="1800" dirty="0"/>
              <a:t>HE2001: social decision mechanisms like the </a:t>
            </a:r>
            <a:r>
              <a:rPr lang="en-GB" altLang="en-US" sz="1800" dirty="0" err="1"/>
              <a:t>Borda</a:t>
            </a:r>
            <a:r>
              <a:rPr lang="en-GB" altLang="en-US" sz="1800" dirty="0"/>
              <a:t>-count which decide on a social choice.</a:t>
            </a:r>
          </a:p>
          <a:p>
            <a:pPr lvl="1"/>
            <a:r>
              <a:rPr lang="en-GB" altLang="en-US" sz="1800" dirty="0"/>
              <a:t>Last week: incentives which decide on a (conditional) payment distribution.</a:t>
            </a:r>
          </a:p>
          <a:p>
            <a:pPr lvl="1"/>
            <a:endParaRPr lang="en-GB" altLang="en-US" sz="1600" dirty="0"/>
          </a:p>
          <a:p>
            <a:r>
              <a:rPr lang="en-GB" altLang="en-US" sz="2000" dirty="0"/>
              <a:t>They are particularly applicable in settings where there is incomplete information about something we want to base our allocations on.</a:t>
            </a:r>
          </a:p>
          <a:p>
            <a:pPr lvl="1"/>
            <a:r>
              <a:rPr lang="en-GB" altLang="en-US" sz="1800" dirty="0"/>
              <a:t>E.g. for social choice: no information on people’s preferences..</a:t>
            </a:r>
          </a:p>
          <a:p>
            <a:pPr eaLnBrk="1" hangingPunct="1"/>
            <a:endParaRPr lang="en-US" altLang="en-US" sz="2000" dirty="0"/>
          </a:p>
          <a:p>
            <a:pPr lvl="2"/>
            <a:endParaRPr lang="en-GB" altLang="en-US" sz="1200" dirty="0"/>
          </a:p>
          <a:p>
            <a:pPr lvl="1"/>
            <a:endParaRPr lang="en-US" altLang="en-US" sz="1600" dirty="0"/>
          </a:p>
          <a:p>
            <a:pPr lvl="1"/>
            <a:endParaRPr lang="en-US" altLang="en-US" sz="1600" dirty="0"/>
          </a:p>
          <a:p>
            <a:pPr marL="342900" indent="-342900" eaLnBrk="1" hangingPunct="1">
              <a:spcBef>
                <a:spcPts val="1600"/>
              </a:spcBef>
              <a:buFont typeface="Arial" panose="020B0604020202020204" pitchFamily="34" charset="0"/>
              <a:buChar char="•"/>
            </a:pPr>
            <a:endParaRPr lang="en-US" altLang="en-US" sz="2200" dirty="0"/>
          </a:p>
        </p:txBody>
      </p:sp>
      <p:sp>
        <p:nvSpPr>
          <p:cNvPr id="2" name="Slide Number Placeholder 1">
            <a:extLst>
              <a:ext uri="{FF2B5EF4-FFF2-40B4-BE49-F238E27FC236}">
                <a16:creationId xmlns:a16="http://schemas.microsoft.com/office/drawing/2014/main" id="{4602FC12-A332-D2F6-307F-B894C28FF5AF}"/>
              </a:ext>
            </a:extLst>
          </p:cNvPr>
          <p:cNvSpPr>
            <a:spLocks noGrp="1"/>
          </p:cNvSpPr>
          <p:nvPr>
            <p:ph type="sldNum" sz="quarter" idx="12"/>
          </p:nvPr>
        </p:nvSpPr>
        <p:spPr/>
        <p:txBody>
          <a:bodyPr/>
          <a:lstStyle/>
          <a:p>
            <a:fld id="{F094D3FE-586B-47BD-AB77-64C19248A5CB}" type="slidenum">
              <a:rPr lang="en-GB" smtClean="0"/>
              <a:t>3</a:t>
            </a:fld>
            <a:endParaRPr lang="en-GB"/>
          </a:p>
        </p:txBody>
      </p:sp>
    </p:spTree>
    <p:extLst>
      <p:ext uri="{BB962C8B-B14F-4D97-AF65-F5344CB8AC3E}">
        <p14:creationId xmlns:p14="http://schemas.microsoft.com/office/powerpoint/2010/main" val="1851068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0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60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02">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60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p:txBody>
          <a:bodyPr/>
          <a:lstStyle/>
          <a:p>
            <a:r>
              <a:rPr lang="en-US" altLang="en-US"/>
              <a:t>Introduction</a:t>
            </a:r>
          </a:p>
        </p:txBody>
      </p:sp>
      <p:sp>
        <p:nvSpPr>
          <p:cNvPr id="25602" name="Rectangle 3"/>
          <p:cNvSpPr>
            <a:spLocks noGrp="1" noChangeArrowheads="1"/>
          </p:cNvSpPr>
          <p:nvPr>
            <p:ph idx="1"/>
          </p:nvPr>
        </p:nvSpPr>
        <p:spPr>
          <a:xfrm>
            <a:off x="838199" y="1456791"/>
            <a:ext cx="10411047" cy="4755473"/>
          </a:xfrm>
        </p:spPr>
        <p:txBody>
          <a:bodyPr>
            <a:normAutofit/>
          </a:bodyPr>
          <a:lstStyle/>
          <a:p>
            <a:pPr eaLnBrk="1" hangingPunct="1"/>
            <a:endParaRPr lang="en-US" altLang="en-US" sz="2200" dirty="0"/>
          </a:p>
          <a:p>
            <a:pPr marL="0" indent="0" eaLnBrk="1" hangingPunct="1">
              <a:buNone/>
            </a:pPr>
            <a:r>
              <a:rPr lang="en-US" altLang="en-US" sz="2200" b="1" dirty="0"/>
              <a:t>Why use auctions?</a:t>
            </a:r>
          </a:p>
          <a:p>
            <a:pPr eaLnBrk="1" hangingPunct="1"/>
            <a:r>
              <a:rPr lang="en-US" altLang="en-US" sz="2000" dirty="0"/>
              <a:t>Resources are scarce, and we want to allocate resources to the “right” place.</a:t>
            </a:r>
          </a:p>
          <a:p>
            <a:pPr lvl="1"/>
            <a:r>
              <a:rPr lang="en-US" altLang="en-US" sz="1800" dirty="0"/>
              <a:t>What is considered the “right” place can depend on various factors, for which there is </a:t>
            </a:r>
            <a:r>
              <a:rPr lang="en-US" altLang="en-US" sz="1800" b="1" dirty="0">
                <a:solidFill>
                  <a:srgbClr val="0000FF"/>
                </a:solidFill>
              </a:rPr>
              <a:t>incomplete and asymmetric information</a:t>
            </a:r>
            <a:r>
              <a:rPr lang="en-US" altLang="en-US" sz="1800" dirty="0"/>
              <a:t>.</a:t>
            </a:r>
          </a:p>
          <a:p>
            <a:pPr eaLnBrk="1" hangingPunct="1"/>
            <a:endParaRPr lang="en-US" altLang="en-US" sz="2000" dirty="0"/>
          </a:p>
          <a:p>
            <a:pPr eaLnBrk="1" hangingPunct="1"/>
            <a:r>
              <a:rPr lang="en-US" altLang="en-US" sz="2000" dirty="0"/>
              <a:t>Auctions can help us with doing this resource allocation, by helping us (indirectly) </a:t>
            </a:r>
            <a:r>
              <a:rPr lang="en-US" altLang="en-US" sz="2000" b="1" dirty="0"/>
              <a:t>discover such information</a:t>
            </a:r>
            <a:r>
              <a:rPr lang="en-US" altLang="en-US" sz="2000" dirty="0"/>
              <a:t> through proper incentives.</a:t>
            </a:r>
          </a:p>
          <a:p>
            <a:pPr lvl="1"/>
            <a:r>
              <a:rPr lang="en-US" altLang="en-US" sz="1800" i="1" dirty="0"/>
              <a:t>Private Sector</a:t>
            </a:r>
            <a:r>
              <a:rPr lang="en-US" altLang="en-US" sz="1800" dirty="0"/>
              <a:t>: </a:t>
            </a:r>
            <a:r>
              <a:rPr lang="en-US" altLang="en-US" sz="1800" dirty="0" err="1"/>
              <a:t>Ebay</a:t>
            </a:r>
            <a:r>
              <a:rPr lang="en-US" altLang="en-US" sz="1800" dirty="0"/>
              <a:t>, Stock Markets, Real Estate Sales … </a:t>
            </a:r>
            <a:br>
              <a:rPr lang="en-US" altLang="en-US" sz="1800" dirty="0"/>
            </a:br>
            <a:r>
              <a:rPr lang="en-US" altLang="en-US" sz="1800" i="1" dirty="0"/>
              <a:t>Public Sector</a:t>
            </a:r>
            <a:r>
              <a:rPr lang="en-US" altLang="en-US" sz="1800" dirty="0"/>
              <a:t>: </a:t>
            </a:r>
            <a:r>
              <a:rPr lang="en-GB" altLang="en-US" sz="1800" dirty="0"/>
              <a:t>Government sales of resources, Network Bandwidth, Radio Spectrum allocation…</a:t>
            </a:r>
          </a:p>
          <a:p>
            <a:pPr lvl="1"/>
            <a:endParaRPr lang="en-GB" altLang="en-US" sz="1600" dirty="0"/>
          </a:p>
          <a:p>
            <a:pPr lvl="1"/>
            <a:endParaRPr lang="en-US" altLang="en-US" sz="1600" dirty="0"/>
          </a:p>
          <a:p>
            <a:pPr lvl="1"/>
            <a:endParaRPr lang="en-US" altLang="en-US" sz="1600" dirty="0"/>
          </a:p>
          <a:p>
            <a:pPr marL="342900" indent="-342900" eaLnBrk="1" hangingPunct="1">
              <a:spcBef>
                <a:spcPts val="1600"/>
              </a:spcBef>
              <a:buFont typeface="Arial" panose="020B0604020202020204" pitchFamily="34" charset="0"/>
              <a:buChar char="•"/>
            </a:pPr>
            <a:endParaRPr lang="en-US" altLang="en-US" sz="2200" dirty="0"/>
          </a:p>
        </p:txBody>
      </p:sp>
      <p:sp>
        <p:nvSpPr>
          <p:cNvPr id="2" name="Slide Number Placeholder 1">
            <a:extLst>
              <a:ext uri="{FF2B5EF4-FFF2-40B4-BE49-F238E27FC236}">
                <a16:creationId xmlns:a16="http://schemas.microsoft.com/office/drawing/2014/main" id="{2DFA74CC-A2F7-E47D-C1AB-D3B438F61B79}"/>
              </a:ext>
            </a:extLst>
          </p:cNvPr>
          <p:cNvSpPr>
            <a:spLocks noGrp="1"/>
          </p:cNvSpPr>
          <p:nvPr>
            <p:ph type="sldNum" sz="quarter" idx="12"/>
          </p:nvPr>
        </p:nvSpPr>
        <p:spPr/>
        <p:txBody>
          <a:bodyPr/>
          <a:lstStyle/>
          <a:p>
            <a:fld id="{F094D3FE-586B-47BD-AB77-64C19248A5CB}" type="slidenum">
              <a:rPr lang="en-GB" smtClean="0"/>
              <a:t>4</a:t>
            </a:fld>
            <a:endParaRPr lang="en-GB"/>
          </a:p>
        </p:txBody>
      </p:sp>
    </p:spTree>
    <p:extLst>
      <p:ext uri="{BB962C8B-B14F-4D97-AF65-F5344CB8AC3E}">
        <p14:creationId xmlns:p14="http://schemas.microsoft.com/office/powerpoint/2010/main" val="3831470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02">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602">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60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p:txBody>
          <a:bodyPr/>
          <a:lstStyle/>
          <a:p>
            <a:r>
              <a:rPr lang="en-US" altLang="en-US" dirty="0"/>
              <a:t>Structure of Auctions</a:t>
            </a:r>
          </a:p>
        </p:txBody>
      </p:sp>
      <p:sp>
        <p:nvSpPr>
          <p:cNvPr id="25602" name="Rectangle 3"/>
          <p:cNvSpPr>
            <a:spLocks noGrp="1" noChangeArrowheads="1"/>
          </p:cNvSpPr>
          <p:nvPr>
            <p:ph idx="1"/>
          </p:nvPr>
        </p:nvSpPr>
        <p:spPr>
          <a:xfrm>
            <a:off x="838199" y="1456791"/>
            <a:ext cx="10411047" cy="4755473"/>
          </a:xfrm>
        </p:spPr>
        <p:txBody>
          <a:bodyPr>
            <a:normAutofit/>
          </a:bodyPr>
          <a:lstStyle/>
          <a:p>
            <a:pPr eaLnBrk="1" hangingPunct="1"/>
            <a:endParaRPr lang="en-GB" altLang="en-US" sz="2000" dirty="0"/>
          </a:p>
          <a:p>
            <a:r>
              <a:rPr lang="en-US" altLang="en-US" sz="2000" dirty="0"/>
              <a:t>Auctions have a simple structure:</a:t>
            </a:r>
          </a:p>
          <a:p>
            <a:pPr lvl="1"/>
            <a:r>
              <a:rPr lang="en-US" altLang="en-US" sz="2000" dirty="0"/>
              <a:t>Bidders who want some good and have preferences over it. </a:t>
            </a:r>
          </a:p>
          <a:p>
            <a:pPr lvl="1"/>
            <a:r>
              <a:rPr lang="en-US" altLang="en-US" sz="2000" dirty="0"/>
              <a:t>An auctioneer who is trying to allocate the good.</a:t>
            </a:r>
          </a:p>
          <a:p>
            <a:endParaRPr lang="en-US" altLang="en-US" sz="2000" dirty="0"/>
          </a:p>
          <a:p>
            <a:r>
              <a:rPr lang="en-US" altLang="en-US" sz="2000" dirty="0"/>
              <a:t>Bidders submit </a:t>
            </a:r>
            <a:r>
              <a:rPr lang="en-US" altLang="en-US" sz="2000" b="1" dirty="0">
                <a:solidFill>
                  <a:srgbClr val="0000FF"/>
                </a:solidFill>
              </a:rPr>
              <a:t>bids</a:t>
            </a:r>
            <a:r>
              <a:rPr lang="en-US" altLang="en-US" sz="2000" dirty="0"/>
              <a:t> and based on the </a:t>
            </a:r>
            <a:r>
              <a:rPr lang="en-US" altLang="en-US" sz="2000" b="1" dirty="0">
                <a:solidFill>
                  <a:srgbClr val="0000FF"/>
                </a:solidFill>
              </a:rPr>
              <a:t>rules of the auction</a:t>
            </a:r>
            <a:r>
              <a:rPr lang="en-US" altLang="en-US" sz="2000" dirty="0"/>
              <a:t>, </a:t>
            </a:r>
          </a:p>
          <a:p>
            <a:pPr marL="914400" lvl="1" indent="-457200">
              <a:buFont typeface="+mj-lt"/>
              <a:buAutoNum type="arabicPeriod"/>
            </a:pPr>
            <a:r>
              <a:rPr lang="en-US" altLang="en-US" sz="2000" dirty="0"/>
              <a:t>An allocation of the good is decided.</a:t>
            </a:r>
          </a:p>
          <a:p>
            <a:pPr marL="914400" lvl="1" indent="-457200">
              <a:buFont typeface="+mj-lt"/>
              <a:buAutoNum type="arabicPeriod"/>
            </a:pPr>
            <a:r>
              <a:rPr lang="en-US" altLang="en-US" sz="2000" dirty="0"/>
              <a:t>Payments each bidder must make are determined.</a:t>
            </a:r>
          </a:p>
          <a:p>
            <a:pPr eaLnBrk="1" hangingPunct="1"/>
            <a:endParaRPr lang="en-US" altLang="en-US" sz="2000" dirty="0"/>
          </a:p>
          <a:p>
            <a:pPr lvl="2"/>
            <a:endParaRPr lang="en-GB" altLang="en-US" sz="1200" dirty="0"/>
          </a:p>
          <a:p>
            <a:pPr lvl="1"/>
            <a:endParaRPr lang="en-US" altLang="en-US" sz="1600" dirty="0"/>
          </a:p>
          <a:p>
            <a:pPr lvl="1"/>
            <a:endParaRPr lang="en-US" altLang="en-US" sz="1600" dirty="0"/>
          </a:p>
          <a:p>
            <a:pPr marL="342900" indent="-342900" eaLnBrk="1" hangingPunct="1">
              <a:spcBef>
                <a:spcPts val="1600"/>
              </a:spcBef>
              <a:buFont typeface="Arial" panose="020B0604020202020204" pitchFamily="34" charset="0"/>
              <a:buChar char="•"/>
            </a:pPr>
            <a:endParaRPr lang="en-US" altLang="en-US" sz="2200" dirty="0"/>
          </a:p>
        </p:txBody>
      </p:sp>
      <p:sp>
        <p:nvSpPr>
          <p:cNvPr id="2" name="Slide Number Placeholder 1">
            <a:extLst>
              <a:ext uri="{FF2B5EF4-FFF2-40B4-BE49-F238E27FC236}">
                <a16:creationId xmlns:a16="http://schemas.microsoft.com/office/drawing/2014/main" id="{4602FC12-A332-D2F6-307F-B894C28FF5AF}"/>
              </a:ext>
            </a:extLst>
          </p:cNvPr>
          <p:cNvSpPr>
            <a:spLocks noGrp="1"/>
          </p:cNvSpPr>
          <p:nvPr>
            <p:ph type="sldNum" sz="quarter" idx="12"/>
          </p:nvPr>
        </p:nvSpPr>
        <p:spPr/>
        <p:txBody>
          <a:bodyPr/>
          <a:lstStyle/>
          <a:p>
            <a:fld id="{F094D3FE-586B-47BD-AB77-64C19248A5CB}" type="slidenum">
              <a:rPr lang="en-GB" smtClean="0"/>
              <a:t>5</a:t>
            </a:fld>
            <a:endParaRPr lang="en-GB"/>
          </a:p>
        </p:txBody>
      </p:sp>
    </p:spTree>
    <p:extLst>
      <p:ext uri="{BB962C8B-B14F-4D97-AF65-F5344CB8AC3E}">
        <p14:creationId xmlns:p14="http://schemas.microsoft.com/office/powerpoint/2010/main" val="2705891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25D2FE0-307A-0BF1-8EE9-CAF3062A9766}"/>
              </a:ext>
            </a:extLst>
          </p:cNvPr>
          <p:cNvSpPr/>
          <p:nvPr/>
        </p:nvSpPr>
        <p:spPr>
          <a:xfrm>
            <a:off x="695673" y="1791297"/>
            <a:ext cx="10515600" cy="274704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601" name="Rectangle 2"/>
          <p:cNvSpPr>
            <a:spLocks noGrp="1" noChangeArrowheads="1"/>
          </p:cNvSpPr>
          <p:nvPr>
            <p:ph type="title"/>
          </p:nvPr>
        </p:nvSpPr>
        <p:spPr/>
        <p:txBody>
          <a:bodyPr/>
          <a:lstStyle/>
          <a:p>
            <a:r>
              <a:rPr lang="en-US" altLang="en-US"/>
              <a:t>Rules of Auctions</a:t>
            </a:r>
          </a:p>
        </p:txBody>
      </p:sp>
      <p:sp>
        <p:nvSpPr>
          <p:cNvPr id="25602" name="Rectangle 3"/>
          <p:cNvSpPr>
            <a:spLocks noGrp="1" noChangeArrowheads="1"/>
          </p:cNvSpPr>
          <p:nvPr>
            <p:ph idx="1"/>
          </p:nvPr>
        </p:nvSpPr>
        <p:spPr>
          <a:xfrm>
            <a:off x="838199" y="1456791"/>
            <a:ext cx="10411047" cy="4755473"/>
          </a:xfrm>
        </p:spPr>
        <p:txBody>
          <a:bodyPr>
            <a:normAutofit/>
          </a:bodyPr>
          <a:lstStyle/>
          <a:p>
            <a:pPr marL="342900" indent="-342900" eaLnBrk="1" hangingPunct="1">
              <a:spcBef>
                <a:spcPts val="1600"/>
              </a:spcBef>
              <a:buFont typeface="Arial" panose="020B0604020202020204" pitchFamily="34" charset="0"/>
              <a:buChar char="•"/>
            </a:pPr>
            <a:endParaRPr lang="en-US" altLang="en-US" sz="2000" dirty="0"/>
          </a:p>
          <a:p>
            <a:pPr marL="342900" indent="-342900" eaLnBrk="1" hangingPunct="1">
              <a:spcBef>
                <a:spcPts val="1600"/>
              </a:spcBef>
              <a:buFont typeface="Arial" panose="020B0604020202020204" pitchFamily="34" charset="0"/>
              <a:buChar char="•"/>
            </a:pPr>
            <a:r>
              <a:rPr lang="en-US" altLang="en-US" sz="2000" dirty="0"/>
              <a:t>Auctions can be defined by three kind of rules:</a:t>
            </a:r>
          </a:p>
          <a:p>
            <a:pPr marL="800100" lvl="1" indent="-342900">
              <a:spcBef>
                <a:spcPts val="1600"/>
              </a:spcBef>
            </a:pPr>
            <a:r>
              <a:rPr lang="en-US" altLang="en-US" sz="1800" dirty="0"/>
              <a:t>Rules for </a:t>
            </a:r>
            <a:r>
              <a:rPr lang="en-US" altLang="en-US" sz="1800" b="1" dirty="0">
                <a:solidFill>
                  <a:srgbClr val="0000FF"/>
                </a:solidFill>
              </a:rPr>
              <a:t>bidding</a:t>
            </a:r>
            <a:br>
              <a:rPr lang="en-US" altLang="en-US" sz="1800" b="1" dirty="0"/>
            </a:br>
            <a:r>
              <a:rPr lang="en-US" altLang="en-US" sz="1600" dirty="0" err="1"/>
              <a:t>E.g</a:t>
            </a:r>
            <a:r>
              <a:rPr lang="en-US" altLang="en-US" sz="1600" dirty="0"/>
              <a:t> who can bid, what kinds of bids can be made, whether bids expire, can be withdrawn, or replaced etc.</a:t>
            </a:r>
            <a:endParaRPr lang="en-US" altLang="en-US" sz="1400" dirty="0"/>
          </a:p>
          <a:p>
            <a:pPr marL="800100" lvl="1" indent="-342900">
              <a:spcBef>
                <a:spcPts val="1600"/>
              </a:spcBef>
            </a:pPr>
            <a:r>
              <a:rPr lang="en-US" altLang="en-US" sz="1800" dirty="0"/>
              <a:t>Rules for </a:t>
            </a:r>
            <a:r>
              <a:rPr lang="en-US" altLang="en-US" sz="1800" b="1" dirty="0">
                <a:solidFill>
                  <a:srgbClr val="0000FF"/>
                </a:solidFill>
              </a:rPr>
              <a:t>what information is revealed</a:t>
            </a:r>
            <a:br>
              <a:rPr lang="en-US" altLang="en-US" sz="1800" b="1" dirty="0"/>
            </a:br>
            <a:r>
              <a:rPr lang="en-US" altLang="en-US" sz="1600" dirty="0"/>
              <a:t>E.g. are bids revealed, when are they revealed etc.</a:t>
            </a:r>
            <a:endParaRPr lang="en-US" altLang="en-US" sz="1400" dirty="0"/>
          </a:p>
          <a:p>
            <a:pPr marL="800100" lvl="1" indent="-342900">
              <a:spcBef>
                <a:spcPts val="1600"/>
              </a:spcBef>
            </a:pPr>
            <a:r>
              <a:rPr lang="en-US" altLang="en-US" sz="1800" dirty="0"/>
              <a:t>Rules for </a:t>
            </a:r>
            <a:r>
              <a:rPr lang="en-US" altLang="en-US" sz="1800" b="1" dirty="0">
                <a:solidFill>
                  <a:srgbClr val="0000FF"/>
                </a:solidFill>
              </a:rPr>
              <a:t>clearing</a:t>
            </a:r>
            <a:br>
              <a:rPr lang="en-US" altLang="en-US" sz="1800" b="1" dirty="0"/>
            </a:br>
            <a:r>
              <a:rPr lang="en-US" altLang="en-US" sz="1600" dirty="0"/>
              <a:t>When does the auction stop, who is allocated the good(s), who pays what etc.</a:t>
            </a:r>
          </a:p>
          <a:p>
            <a:pPr marL="1257300" lvl="2" indent="-342900">
              <a:spcBef>
                <a:spcPts val="1600"/>
              </a:spcBef>
            </a:pPr>
            <a:endParaRPr lang="en-US" altLang="en-US" sz="1400" dirty="0"/>
          </a:p>
          <a:p>
            <a:pPr marL="0" indent="0">
              <a:spcBef>
                <a:spcPts val="1600"/>
              </a:spcBef>
              <a:buNone/>
            </a:pPr>
            <a:r>
              <a:rPr lang="en-US" altLang="en-US" sz="2000" dirty="0"/>
              <a:t>In this lecture, we will examine some simple auctions..</a:t>
            </a:r>
          </a:p>
          <a:p>
            <a:pPr marL="0" indent="0">
              <a:spcBef>
                <a:spcPts val="1600"/>
              </a:spcBef>
              <a:buNone/>
            </a:pPr>
            <a:endParaRPr lang="en-US" altLang="en-US" sz="2000" dirty="0"/>
          </a:p>
        </p:txBody>
      </p:sp>
      <p:sp>
        <p:nvSpPr>
          <p:cNvPr id="2" name="Slide Number Placeholder 1">
            <a:extLst>
              <a:ext uri="{FF2B5EF4-FFF2-40B4-BE49-F238E27FC236}">
                <a16:creationId xmlns:a16="http://schemas.microsoft.com/office/drawing/2014/main" id="{ECC41414-BAD9-9CF8-D1FC-7127EEB69C66}"/>
              </a:ext>
            </a:extLst>
          </p:cNvPr>
          <p:cNvSpPr>
            <a:spLocks noGrp="1"/>
          </p:cNvSpPr>
          <p:nvPr>
            <p:ph type="sldNum" sz="quarter" idx="12"/>
          </p:nvPr>
        </p:nvSpPr>
        <p:spPr/>
        <p:txBody>
          <a:bodyPr/>
          <a:lstStyle/>
          <a:p>
            <a:fld id="{F094D3FE-586B-47BD-AB77-64C19248A5CB}" type="slidenum">
              <a:rPr lang="en-GB" smtClean="0"/>
              <a:t>6</a:t>
            </a:fld>
            <a:endParaRPr lang="en-GB"/>
          </a:p>
        </p:txBody>
      </p:sp>
    </p:spTree>
    <p:extLst>
      <p:ext uri="{BB962C8B-B14F-4D97-AF65-F5344CB8AC3E}">
        <p14:creationId xmlns:p14="http://schemas.microsoft.com/office/powerpoint/2010/main" val="76355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p:txBody>
          <a:bodyPr/>
          <a:lstStyle/>
          <a:p>
            <a:r>
              <a:rPr lang="en-US" altLang="en-US" dirty="0"/>
              <a:t>Auctions and Game Theory</a:t>
            </a:r>
          </a:p>
        </p:txBody>
      </p:sp>
      <p:sp>
        <p:nvSpPr>
          <p:cNvPr id="25602" name="Rectangle 3"/>
          <p:cNvSpPr>
            <a:spLocks noGrp="1" noChangeArrowheads="1"/>
          </p:cNvSpPr>
          <p:nvPr>
            <p:ph idx="1"/>
          </p:nvPr>
        </p:nvSpPr>
        <p:spPr>
          <a:xfrm>
            <a:off x="838199" y="1456791"/>
            <a:ext cx="10411047" cy="4755473"/>
          </a:xfrm>
        </p:spPr>
        <p:txBody>
          <a:bodyPr>
            <a:normAutofit/>
          </a:bodyPr>
          <a:lstStyle/>
          <a:p>
            <a:pPr eaLnBrk="1" hangingPunct="1"/>
            <a:endParaRPr lang="en-US" altLang="en-US" sz="2000" dirty="0"/>
          </a:p>
          <a:p>
            <a:r>
              <a:rPr lang="en-US" altLang="en-US" sz="2000" dirty="0"/>
              <a:t>Auctions are an example of a </a:t>
            </a:r>
            <a:r>
              <a:rPr lang="en-US" altLang="en-US" sz="2000" b="1" dirty="0">
                <a:solidFill>
                  <a:srgbClr val="0000FF"/>
                </a:solidFill>
              </a:rPr>
              <a:t>game of incomplete information</a:t>
            </a:r>
            <a:r>
              <a:rPr lang="en-US" altLang="en-US" sz="2000" dirty="0"/>
              <a:t>.</a:t>
            </a:r>
          </a:p>
          <a:p>
            <a:pPr lvl="1"/>
            <a:r>
              <a:rPr lang="en-US" altLang="en-US" sz="1800" dirty="0"/>
              <a:t>Bids are the strategies of bidders.</a:t>
            </a:r>
          </a:p>
          <a:p>
            <a:pPr lvl="1"/>
            <a:r>
              <a:rPr lang="en-US" altLang="en-US" sz="1800" dirty="0"/>
              <a:t>Bidders have different types (e.g. preferences) which determine their payoffs.</a:t>
            </a:r>
          </a:p>
          <a:p>
            <a:pPr lvl="1"/>
            <a:r>
              <a:rPr lang="en-US" altLang="en-US" sz="1800" dirty="0"/>
              <a:t>There are beliefs about what types are present.</a:t>
            </a:r>
          </a:p>
          <a:p>
            <a:pPr marL="0" indent="0">
              <a:buNone/>
            </a:pPr>
            <a:endParaRPr lang="en-US" altLang="en-US" sz="2000" dirty="0"/>
          </a:p>
          <a:p>
            <a:r>
              <a:rPr lang="en-US" altLang="en-US" sz="2000" dirty="0"/>
              <a:t>We can solve for the </a:t>
            </a:r>
            <a:r>
              <a:rPr lang="en-US" altLang="en-US" sz="2000" b="1" dirty="0">
                <a:solidFill>
                  <a:srgbClr val="0000FF"/>
                </a:solidFill>
              </a:rPr>
              <a:t>Bayesian Nash Equilibria </a:t>
            </a:r>
            <a:r>
              <a:rPr lang="en-US" altLang="en-US" sz="2000" dirty="0"/>
              <a:t>of such games.</a:t>
            </a:r>
          </a:p>
          <a:p>
            <a:pPr lvl="1"/>
            <a:r>
              <a:rPr lang="en-US" altLang="en-US" sz="1800" dirty="0"/>
              <a:t>Strategies are best responses to beliefs and others’ strategies. </a:t>
            </a:r>
          </a:p>
          <a:p>
            <a:pPr lvl="1"/>
            <a:r>
              <a:rPr lang="en-US" altLang="en-US" sz="1800" dirty="0"/>
              <a:t>These will be the likely outcome of auctions.</a:t>
            </a:r>
            <a:br>
              <a:rPr lang="en-US" altLang="en-US" sz="2000" dirty="0"/>
            </a:br>
            <a:endParaRPr lang="en-US" altLang="en-US" sz="2000" dirty="0"/>
          </a:p>
          <a:p>
            <a:pPr marL="0" indent="0">
              <a:buNone/>
            </a:pPr>
            <a:r>
              <a:rPr lang="en-US" altLang="en-US" sz="2000" b="1" dirty="0"/>
              <a:t>We will be focusing less on the exact specification of such equilibria, and more on the intuition, though it is useful to keep in mind our game theory concepts.</a:t>
            </a:r>
          </a:p>
          <a:p>
            <a:pPr lvl="1"/>
            <a:endParaRPr lang="en-GB" altLang="en-US" sz="1400" dirty="0"/>
          </a:p>
          <a:p>
            <a:pPr lvl="1"/>
            <a:endParaRPr lang="en-US" altLang="en-US" sz="1400" dirty="0"/>
          </a:p>
          <a:p>
            <a:pPr lvl="1"/>
            <a:endParaRPr lang="en-US" altLang="en-US" sz="1400" dirty="0"/>
          </a:p>
          <a:p>
            <a:pPr marL="342900" indent="-342900" eaLnBrk="1" hangingPunct="1">
              <a:spcBef>
                <a:spcPts val="1600"/>
              </a:spcBef>
              <a:buFont typeface="Arial" panose="020B0604020202020204" pitchFamily="34" charset="0"/>
              <a:buChar char="•"/>
            </a:pPr>
            <a:endParaRPr lang="en-US" altLang="en-US" sz="2000" dirty="0"/>
          </a:p>
        </p:txBody>
      </p:sp>
      <p:sp>
        <p:nvSpPr>
          <p:cNvPr id="2" name="Slide Number Placeholder 1">
            <a:extLst>
              <a:ext uri="{FF2B5EF4-FFF2-40B4-BE49-F238E27FC236}">
                <a16:creationId xmlns:a16="http://schemas.microsoft.com/office/drawing/2014/main" id="{2DFA74CC-A2F7-E47D-C1AB-D3B438F61B79}"/>
              </a:ext>
            </a:extLst>
          </p:cNvPr>
          <p:cNvSpPr>
            <a:spLocks noGrp="1"/>
          </p:cNvSpPr>
          <p:nvPr>
            <p:ph type="sldNum" sz="quarter" idx="12"/>
          </p:nvPr>
        </p:nvSpPr>
        <p:spPr/>
        <p:txBody>
          <a:bodyPr/>
          <a:lstStyle/>
          <a:p>
            <a:fld id="{F094D3FE-586B-47BD-AB77-64C19248A5CB}" type="slidenum">
              <a:rPr lang="en-GB" smtClean="0"/>
              <a:t>7</a:t>
            </a:fld>
            <a:endParaRPr lang="en-GB"/>
          </a:p>
        </p:txBody>
      </p:sp>
    </p:spTree>
    <p:extLst>
      <p:ext uri="{BB962C8B-B14F-4D97-AF65-F5344CB8AC3E}">
        <p14:creationId xmlns:p14="http://schemas.microsoft.com/office/powerpoint/2010/main" val="2566034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2">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02">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602">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0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8B178-01C8-4DCD-B46E-160FEEC9F757}"/>
              </a:ext>
            </a:extLst>
          </p:cNvPr>
          <p:cNvSpPr>
            <a:spLocks noGrp="1"/>
          </p:cNvSpPr>
          <p:nvPr>
            <p:ph type="title"/>
          </p:nvPr>
        </p:nvSpPr>
        <p:spPr>
          <a:xfrm>
            <a:off x="748259" y="2576174"/>
            <a:ext cx="10786672" cy="1325563"/>
          </a:xfrm>
        </p:spPr>
        <p:txBody>
          <a:bodyPr/>
          <a:lstStyle/>
          <a:p>
            <a:pPr algn="ctr"/>
            <a:r>
              <a:rPr lang="en-US"/>
              <a:t>Examples of Auctions</a:t>
            </a:r>
            <a:br>
              <a:rPr lang="en-US"/>
            </a:br>
            <a:r>
              <a:rPr lang="en-US"/>
              <a:t>(Different Rules)</a:t>
            </a:r>
            <a:endParaRPr lang="en-SG"/>
          </a:p>
        </p:txBody>
      </p:sp>
      <p:sp>
        <p:nvSpPr>
          <p:cNvPr id="4" name="Slide Number Placeholder 3">
            <a:extLst>
              <a:ext uri="{FF2B5EF4-FFF2-40B4-BE49-F238E27FC236}">
                <a16:creationId xmlns:a16="http://schemas.microsoft.com/office/drawing/2014/main" id="{E006C9B7-DF34-4648-B4D4-15F4079D495B}"/>
              </a:ext>
            </a:extLst>
          </p:cNvPr>
          <p:cNvSpPr>
            <a:spLocks noGrp="1"/>
          </p:cNvSpPr>
          <p:nvPr>
            <p:ph type="sldNum" sz="quarter" idx="12"/>
          </p:nvPr>
        </p:nvSpPr>
        <p:spPr/>
        <p:txBody>
          <a:bodyPr/>
          <a:lstStyle/>
          <a:p>
            <a:fld id="{76B9A820-3513-4286-A67F-71ACE25CC09A}" type="slidenum">
              <a:rPr lang="en-GB" smtClean="0"/>
              <a:t>8</a:t>
            </a:fld>
            <a:endParaRPr lang="en-GB"/>
          </a:p>
        </p:txBody>
      </p:sp>
    </p:spTree>
    <p:extLst>
      <p:ext uri="{BB962C8B-B14F-4D97-AF65-F5344CB8AC3E}">
        <p14:creationId xmlns:p14="http://schemas.microsoft.com/office/powerpoint/2010/main" val="627690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325F708-BD07-7741-B5D9-0B5EC6A5C0B9}"/>
              </a:ext>
            </a:extLst>
          </p:cNvPr>
          <p:cNvSpPr/>
          <p:nvPr/>
        </p:nvSpPr>
        <p:spPr>
          <a:xfrm>
            <a:off x="665180" y="5037337"/>
            <a:ext cx="10515600" cy="117492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6625" name="Rectangle 2"/>
          <p:cNvSpPr>
            <a:spLocks noGrp="1" noChangeArrowheads="1"/>
          </p:cNvSpPr>
          <p:nvPr>
            <p:ph type="title"/>
          </p:nvPr>
        </p:nvSpPr>
        <p:spPr/>
        <p:txBody>
          <a:bodyPr/>
          <a:lstStyle/>
          <a:p>
            <a:pPr eaLnBrk="1" hangingPunct="1"/>
            <a:r>
              <a:rPr lang="en-US" altLang="en-US" dirty="0"/>
              <a:t>English Auction </a:t>
            </a:r>
            <a:r>
              <a:rPr lang="en-US" altLang="en-US" i="1" dirty="0"/>
              <a:t>(</a:t>
            </a:r>
            <a:r>
              <a:rPr lang="en-US" altLang="en-US" sz="4400" i="1" dirty="0"/>
              <a:t>ascending price auction)</a:t>
            </a:r>
            <a:endParaRPr lang="en-US" altLang="en-US" i="1" dirty="0"/>
          </a:p>
        </p:txBody>
      </p:sp>
      <p:sp>
        <p:nvSpPr>
          <p:cNvPr id="26626" name="Rectangle 3"/>
          <p:cNvSpPr>
            <a:spLocks noGrp="1" noChangeArrowheads="1"/>
          </p:cNvSpPr>
          <p:nvPr>
            <p:ph idx="1"/>
          </p:nvPr>
        </p:nvSpPr>
        <p:spPr>
          <a:xfrm>
            <a:off x="838200" y="1456791"/>
            <a:ext cx="10240926" cy="4755473"/>
          </a:xfrm>
        </p:spPr>
        <p:txBody>
          <a:bodyPr>
            <a:normAutofit lnSpcReduction="10000"/>
          </a:bodyPr>
          <a:lstStyle/>
          <a:p>
            <a:endParaRPr lang="en-US" altLang="en-US" sz="2000" dirty="0"/>
          </a:p>
          <a:p>
            <a:pPr marL="457200" indent="-457200">
              <a:buFont typeface="+mj-lt"/>
              <a:buAutoNum type="arabicPeriod"/>
            </a:pPr>
            <a:r>
              <a:rPr lang="en-US" altLang="en-US" sz="2000" dirty="0"/>
              <a:t>Bids start at a </a:t>
            </a:r>
            <a:r>
              <a:rPr lang="en-US" altLang="en-US" sz="2000" dirty="0">
                <a:solidFill>
                  <a:schemeClr val="tx1"/>
                </a:solidFill>
              </a:rPr>
              <a:t>reserve price</a:t>
            </a:r>
            <a:r>
              <a:rPr lang="en-US" altLang="en-US" sz="2000" dirty="0"/>
              <a:t>.</a:t>
            </a:r>
          </a:p>
          <a:p>
            <a:pPr marL="800100" lvl="1" indent="-342900">
              <a:buFont typeface="+mj-lt"/>
              <a:buAutoNum type="arabicPeriod"/>
            </a:pPr>
            <a:endParaRPr lang="en-US" altLang="en-US" sz="1800" dirty="0"/>
          </a:p>
          <a:p>
            <a:pPr marL="457200" indent="-457200">
              <a:buFont typeface="+mj-lt"/>
              <a:buAutoNum type="arabicPeriod"/>
            </a:pPr>
            <a:r>
              <a:rPr lang="en-US" altLang="en-US" sz="2000" dirty="0"/>
              <a:t>Bids are (sequential) public announcements.</a:t>
            </a:r>
          </a:p>
          <a:p>
            <a:pPr lvl="1"/>
            <a:r>
              <a:rPr lang="en-US" altLang="en-US" sz="1800" i="1" dirty="0"/>
              <a:t>A new bid exceeds the previous bid by a fixed increment.</a:t>
            </a:r>
          </a:p>
          <a:p>
            <a:pPr marL="800100" lvl="1" indent="-342900">
              <a:buFont typeface="+mj-lt"/>
              <a:buAutoNum type="arabicPeriod"/>
            </a:pPr>
            <a:endParaRPr lang="en-US" altLang="en-US" sz="1800" dirty="0"/>
          </a:p>
          <a:p>
            <a:pPr marL="457200" indent="-457200">
              <a:buFont typeface="+mj-lt"/>
              <a:buAutoNum type="arabicPeriod"/>
            </a:pPr>
            <a:r>
              <a:rPr lang="en-US" altLang="en-US" sz="2000" dirty="0"/>
              <a:t>Bid price rises until there are no further bids;</a:t>
            </a:r>
          </a:p>
          <a:p>
            <a:pPr marL="457200" indent="-457200">
              <a:buFont typeface="+mj-lt"/>
              <a:buAutoNum type="arabicPeriod"/>
            </a:pPr>
            <a:endParaRPr lang="en-US" altLang="en-US" sz="2000" dirty="0"/>
          </a:p>
          <a:p>
            <a:pPr marL="457200" indent="-457200">
              <a:buFont typeface="+mj-lt"/>
              <a:buAutoNum type="arabicPeriod"/>
            </a:pPr>
            <a:r>
              <a:rPr lang="en-US" altLang="en-US" sz="2000" dirty="0"/>
              <a:t>The highest bid wins and the winner pays his bid.</a:t>
            </a:r>
          </a:p>
          <a:p>
            <a:endParaRPr lang="en-US" altLang="en-US" sz="2000" dirty="0"/>
          </a:p>
          <a:p>
            <a:endParaRPr lang="en-US" altLang="en-US" sz="2000" dirty="0"/>
          </a:p>
          <a:p>
            <a:r>
              <a:rPr lang="en-US" altLang="en-US" sz="2000" dirty="0"/>
              <a:t>A </a:t>
            </a:r>
            <a:r>
              <a:rPr lang="en-US" altLang="en-US" sz="2000" b="1" dirty="0">
                <a:solidFill>
                  <a:srgbClr val="0000FF"/>
                </a:solidFill>
              </a:rPr>
              <a:t>reserve price </a:t>
            </a:r>
            <a:r>
              <a:rPr lang="en-US" altLang="en-US" sz="2000" dirty="0"/>
              <a:t>is a seller-specified bid level below which no sale is made.</a:t>
            </a:r>
          </a:p>
          <a:p>
            <a:pPr lvl="1"/>
            <a:r>
              <a:rPr lang="en-US" altLang="en-US" sz="2000" dirty="0"/>
              <a:t>If set to zero, we say there is no reserve price.</a:t>
            </a:r>
          </a:p>
          <a:p>
            <a:endParaRPr lang="en-US" altLang="en-US" sz="2000" dirty="0"/>
          </a:p>
          <a:p>
            <a:endParaRPr lang="en-US" altLang="en-US" sz="2000" dirty="0"/>
          </a:p>
        </p:txBody>
      </p:sp>
      <p:sp>
        <p:nvSpPr>
          <p:cNvPr id="2" name="Slide Number Placeholder 1">
            <a:extLst>
              <a:ext uri="{FF2B5EF4-FFF2-40B4-BE49-F238E27FC236}">
                <a16:creationId xmlns:a16="http://schemas.microsoft.com/office/drawing/2014/main" id="{963A41DB-D7CE-816E-066D-A858A75AC349}"/>
              </a:ext>
            </a:extLst>
          </p:cNvPr>
          <p:cNvSpPr>
            <a:spLocks noGrp="1"/>
          </p:cNvSpPr>
          <p:nvPr>
            <p:ph type="sldNum" sz="quarter" idx="12"/>
          </p:nvPr>
        </p:nvSpPr>
        <p:spPr/>
        <p:txBody>
          <a:bodyPr/>
          <a:lstStyle/>
          <a:p>
            <a:fld id="{F094D3FE-586B-47BD-AB77-64C19248A5CB}" type="slidenum">
              <a:rPr lang="en-GB" smtClean="0"/>
              <a:t>9</a:t>
            </a:fld>
            <a:endParaRPr lang="en-GB"/>
          </a:p>
        </p:txBody>
      </p:sp>
    </p:spTree>
    <p:extLst>
      <p:ext uri="{BB962C8B-B14F-4D97-AF65-F5344CB8AC3E}">
        <p14:creationId xmlns:p14="http://schemas.microsoft.com/office/powerpoint/2010/main" val="2055298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p:txBody>
          <a:bodyPr/>
          <a:lstStyle/>
          <a:p>
            <a:pPr eaLnBrk="1" hangingPunct="1"/>
            <a:r>
              <a:rPr lang="en-US" altLang="en-US" dirty="0"/>
              <a:t>Dutch Auction </a:t>
            </a:r>
            <a:r>
              <a:rPr lang="en-US" altLang="en-US" i="1" dirty="0"/>
              <a:t>(de</a:t>
            </a:r>
            <a:r>
              <a:rPr lang="en-US" altLang="en-US" sz="4400" i="1" dirty="0"/>
              <a:t>scending price auction)</a:t>
            </a:r>
            <a:endParaRPr lang="en-US" altLang="en-US" dirty="0"/>
          </a:p>
        </p:txBody>
      </p:sp>
      <p:sp>
        <p:nvSpPr>
          <p:cNvPr id="29698" name="Rectangle 3"/>
          <p:cNvSpPr>
            <a:spLocks noGrp="1" noChangeArrowheads="1"/>
          </p:cNvSpPr>
          <p:nvPr>
            <p:ph idx="1"/>
          </p:nvPr>
        </p:nvSpPr>
        <p:spPr>
          <a:xfrm>
            <a:off x="838199" y="1456791"/>
            <a:ext cx="10315353" cy="4755473"/>
          </a:xfrm>
        </p:spPr>
        <p:txBody>
          <a:bodyPr>
            <a:normAutofit/>
          </a:bodyPr>
          <a:lstStyle/>
          <a:p>
            <a:endParaRPr lang="en-US" altLang="en-US" sz="2400" dirty="0"/>
          </a:p>
          <a:p>
            <a:pPr marL="457200" indent="-457200">
              <a:buFont typeface="+mj-lt"/>
              <a:buAutoNum type="arabicPeriod"/>
            </a:pPr>
            <a:r>
              <a:rPr lang="en-US" altLang="en-US" sz="2000" dirty="0"/>
              <a:t>Auctioneer (publicly) announces a high bid </a:t>
            </a:r>
          </a:p>
          <a:p>
            <a:pPr marL="457200" indent="-457200">
              <a:buFont typeface="+mj-lt"/>
              <a:buAutoNum type="arabicPeriod"/>
            </a:pPr>
            <a:endParaRPr lang="en-US" altLang="en-US" sz="2000" dirty="0"/>
          </a:p>
          <a:p>
            <a:pPr marL="457200" indent="-457200">
              <a:buFont typeface="+mj-lt"/>
              <a:buAutoNum type="arabicPeriod"/>
            </a:pPr>
            <a:r>
              <a:rPr lang="en-US" altLang="en-US" sz="2000" dirty="0"/>
              <a:t>He then gradually lowers the bid;</a:t>
            </a:r>
          </a:p>
          <a:p>
            <a:pPr marL="457200" indent="-457200">
              <a:buFont typeface="+mj-lt"/>
              <a:buAutoNum type="arabicPeriod"/>
            </a:pPr>
            <a:endParaRPr lang="en-US" altLang="en-US" sz="2000" dirty="0"/>
          </a:p>
          <a:p>
            <a:pPr marL="457200" indent="-457200">
              <a:lnSpc>
                <a:spcPct val="100000"/>
              </a:lnSpc>
              <a:buFont typeface="+mj-lt"/>
              <a:buAutoNum type="arabicPeriod"/>
            </a:pPr>
            <a:r>
              <a:rPr lang="en-US" altLang="en-US" sz="2000" dirty="0"/>
              <a:t>First buyer to accept wins and pays that price.</a:t>
            </a:r>
          </a:p>
          <a:p>
            <a:pPr marL="457200" indent="-457200">
              <a:lnSpc>
                <a:spcPct val="100000"/>
              </a:lnSpc>
              <a:buFont typeface="+mj-lt"/>
              <a:buAutoNum type="arabicPeriod"/>
            </a:pPr>
            <a:endParaRPr lang="en-US" altLang="en-US" sz="2000" dirty="0"/>
          </a:p>
          <a:p>
            <a:pPr marL="457200" indent="-457200">
              <a:lnSpc>
                <a:spcPct val="100000"/>
              </a:lnSpc>
              <a:buFont typeface="+mj-lt"/>
              <a:buAutoNum type="arabicPeriod"/>
            </a:pPr>
            <a:r>
              <a:rPr lang="en-US" altLang="en-US" sz="2000" dirty="0"/>
              <a:t>Lowering of bids ends at a reserve price (if any).</a:t>
            </a:r>
          </a:p>
          <a:p>
            <a:pPr>
              <a:lnSpc>
                <a:spcPct val="100000"/>
              </a:lnSpc>
            </a:pPr>
            <a:endParaRPr lang="en-US" altLang="en-US" sz="2000" dirty="0"/>
          </a:p>
          <a:p>
            <a:pPr>
              <a:lnSpc>
                <a:spcPct val="100000"/>
              </a:lnSpc>
            </a:pPr>
            <a:endParaRPr lang="en-US" altLang="en-US" sz="2000" dirty="0"/>
          </a:p>
          <a:p>
            <a:pPr>
              <a:lnSpc>
                <a:spcPct val="100000"/>
              </a:lnSpc>
            </a:pPr>
            <a:endParaRPr lang="en-US" altLang="en-US" sz="2000" dirty="0"/>
          </a:p>
          <a:p>
            <a:pPr>
              <a:lnSpc>
                <a:spcPct val="100000"/>
              </a:lnSpc>
            </a:pPr>
            <a:endParaRPr lang="en-US" altLang="en-US" sz="2000" dirty="0"/>
          </a:p>
          <a:p>
            <a:pPr>
              <a:lnSpc>
                <a:spcPct val="100000"/>
              </a:lnSpc>
            </a:pPr>
            <a:endParaRPr lang="en-US" altLang="en-US" sz="2000" dirty="0"/>
          </a:p>
        </p:txBody>
      </p:sp>
      <p:sp>
        <p:nvSpPr>
          <p:cNvPr id="3" name="Slide Number Placeholder 2">
            <a:extLst>
              <a:ext uri="{FF2B5EF4-FFF2-40B4-BE49-F238E27FC236}">
                <a16:creationId xmlns:a16="http://schemas.microsoft.com/office/drawing/2014/main" id="{8844D356-CEEC-740C-3F5D-769A7190463B}"/>
              </a:ext>
            </a:extLst>
          </p:cNvPr>
          <p:cNvSpPr>
            <a:spLocks noGrp="1"/>
          </p:cNvSpPr>
          <p:nvPr>
            <p:ph type="sldNum" sz="quarter" idx="12"/>
          </p:nvPr>
        </p:nvSpPr>
        <p:spPr/>
        <p:txBody>
          <a:bodyPr/>
          <a:lstStyle/>
          <a:p>
            <a:fld id="{F094D3FE-586B-47BD-AB77-64C19248A5CB}" type="slidenum">
              <a:rPr lang="en-GB" smtClean="0"/>
              <a:t>10</a:t>
            </a:fld>
            <a:endParaRPr lang="en-GB"/>
          </a:p>
        </p:txBody>
      </p:sp>
    </p:spTree>
    <p:extLst>
      <p:ext uri="{BB962C8B-B14F-4D97-AF65-F5344CB8AC3E}">
        <p14:creationId xmlns:p14="http://schemas.microsoft.com/office/powerpoint/2010/main" val="2533036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p:txBody>
          <a:bodyPr/>
          <a:lstStyle/>
          <a:p>
            <a:pPr eaLnBrk="1" hangingPunct="1"/>
            <a:r>
              <a:rPr lang="en-US" altLang="en-US"/>
              <a:t>Sealed-bid first-price auction</a:t>
            </a:r>
          </a:p>
        </p:txBody>
      </p:sp>
      <p:sp>
        <p:nvSpPr>
          <p:cNvPr id="27650" name="Rectangle 3"/>
          <p:cNvSpPr>
            <a:spLocks noGrp="1" noChangeArrowheads="1"/>
          </p:cNvSpPr>
          <p:nvPr>
            <p:ph idx="1"/>
          </p:nvPr>
        </p:nvSpPr>
        <p:spPr>
          <a:xfrm>
            <a:off x="838200" y="1456791"/>
            <a:ext cx="10294088" cy="4755473"/>
          </a:xfrm>
        </p:spPr>
        <p:txBody>
          <a:bodyPr>
            <a:normAutofit/>
          </a:bodyPr>
          <a:lstStyle/>
          <a:p>
            <a:endParaRPr lang="en-US" altLang="en-US" sz="2000" dirty="0"/>
          </a:p>
          <a:p>
            <a:pPr marL="457200" indent="-457200">
              <a:buFont typeface="+mj-lt"/>
              <a:buAutoNum type="arabicPeriod"/>
            </a:pPr>
            <a:r>
              <a:rPr lang="en-US" altLang="en-US" sz="2000" dirty="0"/>
              <a:t>Bids are private information.</a:t>
            </a:r>
          </a:p>
          <a:p>
            <a:pPr marL="457200" indent="-457200">
              <a:lnSpc>
                <a:spcPct val="100000"/>
              </a:lnSpc>
              <a:buFont typeface="+mj-lt"/>
              <a:buAutoNum type="arabicPeriod"/>
            </a:pPr>
            <a:endParaRPr lang="en-US" altLang="en-US" sz="2000" dirty="0"/>
          </a:p>
          <a:p>
            <a:pPr marL="457200" indent="-457200">
              <a:lnSpc>
                <a:spcPct val="100000"/>
              </a:lnSpc>
              <a:buFont typeface="+mj-lt"/>
              <a:buAutoNum type="arabicPeriod"/>
            </a:pPr>
            <a:r>
              <a:rPr lang="en-US" altLang="en-US" sz="2000" dirty="0"/>
              <a:t>Bids are made simultaneously by everyone participating.</a:t>
            </a:r>
          </a:p>
          <a:p>
            <a:pPr marL="457200" indent="-457200">
              <a:lnSpc>
                <a:spcPct val="100000"/>
              </a:lnSpc>
              <a:buFont typeface="+mj-lt"/>
              <a:buAutoNum type="arabicPeriod"/>
            </a:pPr>
            <a:endParaRPr lang="en-US" altLang="en-US" sz="2000" dirty="0"/>
          </a:p>
          <a:p>
            <a:pPr marL="457200" indent="-457200">
              <a:lnSpc>
                <a:spcPct val="100000"/>
              </a:lnSpc>
              <a:buFont typeface="+mj-lt"/>
              <a:buAutoNum type="arabicPeriod"/>
            </a:pPr>
            <a:r>
              <a:rPr lang="en-US" altLang="en-US" sz="2000" dirty="0"/>
              <a:t>The highest bid wins and the winner pays </a:t>
            </a:r>
            <a:r>
              <a:rPr lang="en-US" altLang="en-US" sz="2000" b="1" u="sng" dirty="0"/>
              <a:t>his bid</a:t>
            </a:r>
            <a:r>
              <a:rPr lang="en-US" altLang="en-US" sz="2000" dirty="0"/>
              <a:t>.</a:t>
            </a:r>
          </a:p>
          <a:p>
            <a:pPr marL="457200" indent="-457200">
              <a:lnSpc>
                <a:spcPct val="100000"/>
              </a:lnSpc>
              <a:buFont typeface="+mj-lt"/>
              <a:buAutoNum type="arabicPeriod"/>
            </a:pPr>
            <a:endParaRPr lang="en-US" altLang="en-US" sz="2000" dirty="0"/>
          </a:p>
          <a:p>
            <a:pPr>
              <a:lnSpc>
                <a:spcPct val="100000"/>
              </a:lnSpc>
            </a:pPr>
            <a:r>
              <a:rPr lang="en-US" altLang="en-US" sz="2000" dirty="0"/>
              <a:t>If there is a reserve price, bids must be at least this value. </a:t>
            </a:r>
            <a:br>
              <a:rPr lang="en-US" altLang="en-US" sz="2000" dirty="0"/>
            </a:br>
            <a:r>
              <a:rPr lang="en-US" altLang="en-US" sz="2000" dirty="0"/>
              <a:t>(Can treat the reserve price as a separate bid by the auctioneer)</a:t>
            </a:r>
          </a:p>
        </p:txBody>
      </p:sp>
      <p:sp>
        <p:nvSpPr>
          <p:cNvPr id="3" name="Slide Number Placeholder 2">
            <a:extLst>
              <a:ext uri="{FF2B5EF4-FFF2-40B4-BE49-F238E27FC236}">
                <a16:creationId xmlns:a16="http://schemas.microsoft.com/office/drawing/2014/main" id="{F1A91902-9A40-487D-B007-063974F373D5}"/>
              </a:ext>
            </a:extLst>
          </p:cNvPr>
          <p:cNvSpPr>
            <a:spLocks noGrp="1"/>
          </p:cNvSpPr>
          <p:nvPr>
            <p:ph type="sldNum" sz="quarter" idx="12"/>
          </p:nvPr>
        </p:nvSpPr>
        <p:spPr/>
        <p:txBody>
          <a:bodyPr/>
          <a:lstStyle/>
          <a:p>
            <a:fld id="{F094D3FE-586B-47BD-AB77-64C19248A5CB}" type="slidenum">
              <a:rPr lang="en-GB" smtClean="0"/>
              <a:t>11</a:t>
            </a:fld>
            <a:endParaRPr lang="en-GB"/>
          </a:p>
        </p:txBody>
      </p:sp>
    </p:spTree>
    <p:extLst>
      <p:ext uri="{BB962C8B-B14F-4D97-AF65-F5344CB8AC3E}">
        <p14:creationId xmlns:p14="http://schemas.microsoft.com/office/powerpoint/2010/main" val="194946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pPr eaLnBrk="1" hangingPunct="1"/>
            <a:r>
              <a:rPr lang="en-US" altLang="en-US" dirty="0"/>
              <a:t>Sealed-bid second-price auction</a:t>
            </a:r>
          </a:p>
        </p:txBody>
      </p:sp>
      <p:sp>
        <p:nvSpPr>
          <p:cNvPr id="28674" name="Rectangle 3"/>
          <p:cNvSpPr>
            <a:spLocks noGrp="1" noChangeArrowheads="1"/>
          </p:cNvSpPr>
          <p:nvPr>
            <p:ph idx="1"/>
          </p:nvPr>
        </p:nvSpPr>
        <p:spPr>
          <a:xfrm>
            <a:off x="838200" y="1456791"/>
            <a:ext cx="10283456" cy="4755473"/>
          </a:xfrm>
        </p:spPr>
        <p:txBody>
          <a:bodyPr>
            <a:normAutofit/>
          </a:bodyPr>
          <a:lstStyle/>
          <a:p>
            <a:endParaRPr lang="en-US" altLang="en-US" sz="2000" dirty="0"/>
          </a:p>
          <a:p>
            <a:pPr marL="457200" indent="-457200">
              <a:buFont typeface="+mj-lt"/>
              <a:buAutoNum type="arabicPeriod"/>
            </a:pPr>
            <a:r>
              <a:rPr lang="en-US" altLang="en-US" sz="2000" dirty="0"/>
              <a:t>Bids are private information.</a:t>
            </a:r>
          </a:p>
          <a:p>
            <a:pPr marL="457200" indent="-457200">
              <a:buFont typeface="+mj-lt"/>
              <a:buAutoNum type="arabicPeriod"/>
            </a:pPr>
            <a:endParaRPr lang="en-US" altLang="en-US" sz="2000" dirty="0"/>
          </a:p>
          <a:p>
            <a:pPr marL="457200" indent="-457200">
              <a:lnSpc>
                <a:spcPct val="100000"/>
              </a:lnSpc>
              <a:buFont typeface="+mj-lt"/>
              <a:buAutoNum type="arabicPeriod"/>
            </a:pPr>
            <a:r>
              <a:rPr lang="en-US" altLang="en-US" sz="2000" dirty="0"/>
              <a:t>Bids are made simultaneously by everyone participating.</a:t>
            </a:r>
          </a:p>
          <a:p>
            <a:pPr marL="457200" indent="-457200">
              <a:lnSpc>
                <a:spcPct val="100000"/>
              </a:lnSpc>
              <a:buFont typeface="+mj-lt"/>
              <a:buAutoNum type="arabicPeriod"/>
            </a:pPr>
            <a:endParaRPr lang="en-US" altLang="en-US" sz="2000" dirty="0"/>
          </a:p>
          <a:p>
            <a:pPr marL="457200" indent="-457200">
              <a:lnSpc>
                <a:spcPct val="100000"/>
              </a:lnSpc>
              <a:buFont typeface="+mj-lt"/>
              <a:buAutoNum type="arabicPeriod"/>
            </a:pPr>
            <a:r>
              <a:rPr lang="en-US" altLang="en-US" sz="2000" dirty="0"/>
              <a:t>The highest bidder wins, and the winner pays the </a:t>
            </a:r>
            <a:r>
              <a:rPr lang="en-US" altLang="en-US" sz="2000" b="1" u="sng" dirty="0"/>
              <a:t>second-highest bid</a:t>
            </a:r>
            <a:r>
              <a:rPr lang="en-US" altLang="en-US" sz="2000" dirty="0"/>
              <a:t>.</a:t>
            </a:r>
          </a:p>
          <a:p>
            <a:pPr marL="0" indent="0">
              <a:lnSpc>
                <a:spcPct val="100000"/>
              </a:lnSpc>
              <a:buNone/>
            </a:pPr>
            <a:endParaRPr lang="en-US" altLang="en-US" sz="2000" dirty="0"/>
          </a:p>
          <a:p>
            <a:pPr>
              <a:lnSpc>
                <a:spcPct val="100000"/>
              </a:lnSpc>
            </a:pPr>
            <a:r>
              <a:rPr lang="en-US" altLang="en-US" sz="2000" dirty="0"/>
              <a:t>If there is a reserve price, bids must be at least this value.</a:t>
            </a:r>
            <a:br>
              <a:rPr lang="en-US" altLang="en-US" sz="2000" dirty="0"/>
            </a:br>
            <a:r>
              <a:rPr lang="en-US" altLang="en-US" sz="2000" dirty="0"/>
              <a:t>(Can treat the reserve price as a separate bid by the auctioneer)</a:t>
            </a:r>
          </a:p>
          <a:p>
            <a:pPr>
              <a:lnSpc>
                <a:spcPct val="100000"/>
              </a:lnSpc>
            </a:pPr>
            <a:endParaRPr lang="en-US" altLang="en-US" sz="2000" dirty="0"/>
          </a:p>
        </p:txBody>
      </p:sp>
      <p:sp>
        <p:nvSpPr>
          <p:cNvPr id="3" name="Slide Number Placeholder 2">
            <a:extLst>
              <a:ext uri="{FF2B5EF4-FFF2-40B4-BE49-F238E27FC236}">
                <a16:creationId xmlns:a16="http://schemas.microsoft.com/office/drawing/2014/main" id="{1D390914-7E9A-CF92-A6D0-92B7D41AB81F}"/>
              </a:ext>
            </a:extLst>
          </p:cNvPr>
          <p:cNvSpPr>
            <a:spLocks noGrp="1"/>
          </p:cNvSpPr>
          <p:nvPr>
            <p:ph type="sldNum" sz="quarter" idx="12"/>
          </p:nvPr>
        </p:nvSpPr>
        <p:spPr/>
        <p:txBody>
          <a:bodyPr/>
          <a:lstStyle/>
          <a:p>
            <a:fld id="{F094D3FE-586B-47BD-AB77-64C19248A5CB}" type="slidenum">
              <a:rPr lang="en-GB" smtClean="0"/>
              <a:t>12</a:t>
            </a:fld>
            <a:endParaRPr lang="en-GB"/>
          </a:p>
        </p:txBody>
      </p:sp>
    </p:spTree>
    <p:extLst>
      <p:ext uri="{BB962C8B-B14F-4D97-AF65-F5344CB8AC3E}">
        <p14:creationId xmlns:p14="http://schemas.microsoft.com/office/powerpoint/2010/main" val="25595637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pPr eaLnBrk="1" hangingPunct="1"/>
            <a:r>
              <a:rPr lang="en-US" altLang="en-US"/>
              <a:t>Review Questions 1</a:t>
            </a:r>
          </a:p>
        </p:txBody>
      </p:sp>
      <mc:AlternateContent xmlns:mc="http://schemas.openxmlformats.org/markup-compatibility/2006">
        <mc:Choice xmlns:a14="http://schemas.microsoft.com/office/drawing/2010/main" Requires="a14">
          <p:sp>
            <p:nvSpPr>
              <p:cNvPr id="28674" name="Rectangle 3"/>
              <p:cNvSpPr>
                <a:spLocks noGrp="1" noChangeArrowheads="1"/>
              </p:cNvSpPr>
              <p:nvPr>
                <p:ph idx="1"/>
              </p:nvPr>
            </p:nvSpPr>
            <p:spPr>
              <a:xfrm>
                <a:off x="838200" y="1456791"/>
                <a:ext cx="10515600" cy="4755473"/>
              </a:xfrm>
            </p:spPr>
            <p:txBody>
              <a:bodyPr>
                <a:normAutofit fontScale="92500" lnSpcReduction="20000"/>
              </a:bodyPr>
              <a:lstStyle/>
              <a:p>
                <a:pPr marL="0" indent="0">
                  <a:buNone/>
                </a:pPr>
                <a:r>
                  <a:rPr lang="en-US" altLang="en-US" sz="2000" dirty="0"/>
                  <a:t>Suppose we have 3 buyers with </a:t>
                </a:r>
                <a:r>
                  <a:rPr lang="en-US" altLang="en-US" sz="2000" b="1" u="sng" dirty="0"/>
                  <a:t>private</a:t>
                </a:r>
                <a:r>
                  <a:rPr lang="en-US" altLang="en-US" sz="2000" dirty="0"/>
                  <a:t> values </a:t>
                </a:r>
                <a14:m>
                  <m:oMath xmlns:m="http://schemas.openxmlformats.org/officeDocument/2006/math">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𝑉</m:t>
                        </m:r>
                      </m:e>
                      <m:sub>
                        <m:r>
                          <a:rPr lang="en-SG" altLang="en-US" sz="2000" b="0" i="1" smtClean="0">
                            <a:latin typeface="Cambria Math" panose="02040503050406030204" pitchFamily="18" charset="0"/>
                          </a:rPr>
                          <m:t>1</m:t>
                        </m:r>
                      </m:sub>
                    </m:sSub>
                    <m:r>
                      <a:rPr lang="en-SG" altLang="en-US" sz="2000" b="0" i="1" smtClean="0">
                        <a:latin typeface="Cambria Math" panose="02040503050406030204" pitchFamily="18" charset="0"/>
                      </a:rPr>
                      <m:t>=2, </m:t>
                    </m:r>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𝑉</m:t>
                        </m:r>
                      </m:e>
                      <m:sub>
                        <m:r>
                          <a:rPr lang="en-SG" altLang="en-US" sz="2000" b="0" i="1" smtClean="0">
                            <a:latin typeface="Cambria Math" panose="02040503050406030204" pitchFamily="18" charset="0"/>
                          </a:rPr>
                          <m:t>2</m:t>
                        </m:r>
                      </m:sub>
                    </m:sSub>
                    <m:r>
                      <a:rPr lang="en-SG" altLang="en-US" sz="2000" b="0" i="1" smtClean="0">
                        <a:latin typeface="Cambria Math" panose="02040503050406030204" pitchFamily="18" charset="0"/>
                      </a:rPr>
                      <m:t>=4, </m:t>
                    </m:r>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𝑉</m:t>
                        </m:r>
                      </m:e>
                      <m:sub>
                        <m:r>
                          <a:rPr lang="en-SG" altLang="en-US" sz="2000" b="0" i="1" smtClean="0">
                            <a:latin typeface="Cambria Math" panose="02040503050406030204" pitchFamily="18" charset="0"/>
                          </a:rPr>
                          <m:t>3</m:t>
                        </m:r>
                      </m:sub>
                    </m:sSub>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6</m:t>
                    </m:r>
                    <m:r>
                      <a:rPr lang="en-SG" altLang="en-US" sz="2000" b="0" i="1" smtClean="0">
                        <a:latin typeface="Cambria Math" panose="02040503050406030204" pitchFamily="18" charset="0"/>
                      </a:rPr>
                      <m:t> </m:t>
                    </m:r>
                  </m:oMath>
                </a14:m>
                <a:r>
                  <a:rPr lang="en-US" altLang="en-US" sz="2000" dirty="0"/>
                  <a:t>respectively.</a:t>
                </a:r>
              </a:p>
              <a:p>
                <a:pPr marL="0" indent="0">
                  <a:buNone/>
                </a:pPr>
                <a:r>
                  <a:rPr lang="en-US" altLang="en-US" sz="2000" dirty="0"/>
                  <a:t>(Each buyer does not know each others’ values)</a:t>
                </a:r>
              </a:p>
              <a:p>
                <a:pPr marL="457200" indent="-457200">
                  <a:buFont typeface="+mj-lt"/>
                  <a:buAutoNum type="arabicPeriod"/>
                </a:pPr>
                <a:endParaRPr lang="en-US" altLang="en-US" sz="2000" dirty="0"/>
              </a:p>
              <a:p>
                <a:pPr marL="0" indent="0">
                  <a:buNone/>
                </a:pPr>
                <a:r>
                  <a:rPr lang="en-US" altLang="en-US" sz="2000" b="1" dirty="0"/>
                  <a:t>If we conduct an English Auction with no reserve price and infinitely small bid raises </a:t>
                </a:r>
              </a:p>
              <a:p>
                <a:pPr marL="457200" indent="-457200">
                  <a:buFont typeface="+mj-lt"/>
                  <a:buAutoNum type="arabicPeriod"/>
                </a:pPr>
                <a:r>
                  <a:rPr lang="en-US" altLang="en-US" sz="2000" dirty="0"/>
                  <a:t>Who will get the item? Buyer 3</a:t>
                </a:r>
              </a:p>
              <a:p>
                <a:pPr marL="457200" indent="-457200">
                  <a:buFont typeface="+mj-lt"/>
                  <a:buAutoNum type="arabicPeriod"/>
                </a:pPr>
                <a:r>
                  <a:rPr lang="en-US" altLang="en-US" sz="2000" dirty="0"/>
                  <a:t>Can we predict the selling price in the above English Auction?  4</a:t>
                </a:r>
              </a:p>
              <a:p>
                <a:pPr marL="457200" indent="-457200">
                  <a:buFont typeface="+mj-lt"/>
                  <a:buAutoNum type="arabicPeriod"/>
                </a:pPr>
                <a:endParaRPr lang="en-US" altLang="en-US" sz="2000" b="1" dirty="0"/>
              </a:p>
              <a:p>
                <a:pPr marL="0" indent="0">
                  <a:buNone/>
                </a:pPr>
                <a:r>
                  <a:rPr lang="en-US" altLang="en-US" sz="2000" b="1" dirty="0"/>
                  <a:t>If we conduct a Dutch Auction with a starting price of 10 and no reserve price, </a:t>
                </a:r>
              </a:p>
              <a:p>
                <a:pPr marL="457200" indent="-457200">
                  <a:buFont typeface="+mj-lt"/>
                  <a:buAutoNum type="arabicPeriod" startAt="3"/>
                </a:pPr>
                <a:r>
                  <a:rPr lang="en-US" altLang="en-US" sz="2000" dirty="0"/>
                  <a:t>Who will get the item? Don’t know</a:t>
                </a:r>
              </a:p>
              <a:p>
                <a:pPr marL="457200" indent="-457200">
                  <a:buFont typeface="+mj-lt"/>
                  <a:buAutoNum type="arabicPeriod" startAt="3"/>
                </a:pPr>
                <a:r>
                  <a:rPr lang="en-US" altLang="en-US" sz="2000" dirty="0"/>
                  <a:t>Can we predict the selling price in the Dutch Auction? Don’t know</a:t>
                </a:r>
              </a:p>
              <a:p>
                <a:pPr marL="457200" indent="-457200">
                  <a:buFont typeface="+mj-lt"/>
                  <a:buAutoNum type="arabicPeriod" startAt="3"/>
                </a:pPr>
                <a:endParaRPr lang="en-US" altLang="en-US" sz="2000" dirty="0"/>
              </a:p>
              <a:p>
                <a:pPr marL="0" indent="0">
                  <a:buNone/>
                </a:pPr>
                <a:r>
                  <a:rPr lang="en-US" altLang="en-US" sz="2000" b="1" dirty="0"/>
                  <a:t>If a sealed-bid first price auction with no reserve price is used,</a:t>
                </a:r>
              </a:p>
              <a:p>
                <a:pPr marL="457200" indent="-457200">
                  <a:buFont typeface="+mj-lt"/>
                  <a:buAutoNum type="arabicPeriod" startAt="5"/>
                </a:pPr>
                <a:r>
                  <a:rPr lang="en-US" altLang="en-US" sz="2000" dirty="0"/>
                  <a:t>What range will the winning bid lie in? less than 6</a:t>
                </a:r>
                <a:br>
                  <a:rPr lang="en-US" altLang="en-US" sz="2000" dirty="0"/>
                </a:br>
                <a:endParaRPr lang="en-US" altLang="en-US" sz="2000" dirty="0"/>
              </a:p>
              <a:p>
                <a:pPr marL="0" indent="0">
                  <a:buNone/>
                </a:pPr>
                <a:endParaRPr lang="en-US" altLang="en-US" sz="2000" dirty="0"/>
              </a:p>
              <a:p>
                <a:endParaRPr lang="en-US" altLang="en-US" sz="2000" dirty="0"/>
              </a:p>
              <a:p>
                <a:endParaRPr lang="en-US" altLang="en-US" sz="2400" dirty="0"/>
              </a:p>
              <a:p>
                <a:endParaRPr lang="en-US" altLang="en-US" sz="2400" dirty="0"/>
              </a:p>
            </p:txBody>
          </p:sp>
        </mc:Choice>
        <mc:Fallback>
          <p:sp>
            <p:nvSpPr>
              <p:cNvPr id="28674" name="Rectangle 3"/>
              <p:cNvSpPr>
                <a:spLocks noGrp="1" noRot="1" noChangeAspect="1" noMove="1" noResize="1" noEditPoints="1" noAdjustHandles="1" noChangeArrowheads="1" noChangeShapeType="1" noTextEdit="1"/>
              </p:cNvSpPr>
              <p:nvPr>
                <p:ph idx="1"/>
              </p:nvPr>
            </p:nvSpPr>
            <p:spPr>
              <a:xfrm>
                <a:off x="838200" y="1456791"/>
                <a:ext cx="10515600" cy="4755473"/>
              </a:xfrm>
              <a:blipFill>
                <a:blip r:embed="rId3"/>
                <a:stretch>
                  <a:fillRect l="-580" t="-2179"/>
                </a:stretch>
              </a:blipFill>
            </p:spPr>
            <p:txBody>
              <a:bodyPr/>
              <a:lstStyle/>
              <a:p>
                <a:r>
                  <a:rPr lang="en-SG">
                    <a:noFill/>
                  </a:rPr>
                  <a:t> </a:t>
                </a:r>
              </a:p>
            </p:txBody>
          </p:sp>
        </mc:Fallback>
      </mc:AlternateContent>
      <p:pic>
        <p:nvPicPr>
          <p:cNvPr id="4" name="Picture 3">
            <a:extLst>
              <a:ext uri="{FF2B5EF4-FFF2-40B4-BE49-F238E27FC236}">
                <a16:creationId xmlns:a16="http://schemas.microsoft.com/office/drawing/2014/main" id="{72F08B57-7247-9511-6230-83F9F53DA281}"/>
              </a:ext>
            </a:extLst>
          </p:cNvPr>
          <p:cNvPicPr>
            <a:picLocks noChangeAspect="1"/>
          </p:cNvPicPr>
          <p:nvPr/>
        </p:nvPicPr>
        <p:blipFill>
          <a:blip r:embed="rId4"/>
          <a:stretch>
            <a:fillRect/>
          </a:stretch>
        </p:blipFill>
        <p:spPr>
          <a:xfrm>
            <a:off x="10383235" y="365125"/>
            <a:ext cx="1476842" cy="1452116"/>
          </a:xfrm>
          <a:prstGeom prst="rect">
            <a:avLst/>
          </a:prstGeom>
        </p:spPr>
      </p:pic>
      <p:sp>
        <p:nvSpPr>
          <p:cNvPr id="3" name="Slide Number Placeholder 2">
            <a:extLst>
              <a:ext uri="{FF2B5EF4-FFF2-40B4-BE49-F238E27FC236}">
                <a16:creationId xmlns:a16="http://schemas.microsoft.com/office/drawing/2014/main" id="{C203BC33-4020-C19B-42EA-FE4D6F134D59}"/>
              </a:ext>
            </a:extLst>
          </p:cNvPr>
          <p:cNvSpPr>
            <a:spLocks noGrp="1"/>
          </p:cNvSpPr>
          <p:nvPr>
            <p:ph type="sldNum" sz="quarter" idx="12"/>
          </p:nvPr>
        </p:nvSpPr>
        <p:spPr/>
        <p:txBody>
          <a:bodyPr/>
          <a:lstStyle/>
          <a:p>
            <a:fld id="{F094D3FE-586B-47BD-AB77-64C19248A5CB}" type="slidenum">
              <a:rPr lang="en-GB" smtClean="0"/>
              <a:t>13</a:t>
            </a:fld>
            <a:endParaRPr lang="en-GB"/>
          </a:p>
        </p:txBody>
      </p:sp>
    </p:spTree>
    <p:extLst>
      <p:ext uri="{BB962C8B-B14F-4D97-AF65-F5344CB8AC3E}">
        <p14:creationId xmlns:p14="http://schemas.microsoft.com/office/powerpoint/2010/main" val="1165093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8B178-01C8-4DCD-B46E-160FEEC9F757}"/>
              </a:ext>
            </a:extLst>
          </p:cNvPr>
          <p:cNvSpPr>
            <a:spLocks noGrp="1"/>
          </p:cNvSpPr>
          <p:nvPr>
            <p:ph type="title"/>
          </p:nvPr>
        </p:nvSpPr>
        <p:spPr>
          <a:xfrm>
            <a:off x="748259" y="2576174"/>
            <a:ext cx="10786672" cy="1325563"/>
          </a:xfrm>
        </p:spPr>
        <p:txBody>
          <a:bodyPr/>
          <a:lstStyle/>
          <a:p>
            <a:pPr algn="ctr"/>
            <a:r>
              <a:rPr lang="en-US"/>
              <a:t>Examples of Auctions</a:t>
            </a:r>
            <a:br>
              <a:rPr lang="en-US"/>
            </a:br>
            <a:r>
              <a:rPr lang="en-US"/>
              <a:t>(Different Types of Goods)</a:t>
            </a:r>
            <a:endParaRPr lang="en-SG"/>
          </a:p>
        </p:txBody>
      </p:sp>
      <p:sp>
        <p:nvSpPr>
          <p:cNvPr id="4" name="Slide Number Placeholder 3">
            <a:extLst>
              <a:ext uri="{FF2B5EF4-FFF2-40B4-BE49-F238E27FC236}">
                <a16:creationId xmlns:a16="http://schemas.microsoft.com/office/drawing/2014/main" id="{E006C9B7-DF34-4648-B4D4-15F4079D495B}"/>
              </a:ext>
            </a:extLst>
          </p:cNvPr>
          <p:cNvSpPr>
            <a:spLocks noGrp="1"/>
          </p:cNvSpPr>
          <p:nvPr>
            <p:ph type="sldNum" sz="quarter" idx="12"/>
          </p:nvPr>
        </p:nvSpPr>
        <p:spPr/>
        <p:txBody>
          <a:bodyPr/>
          <a:lstStyle/>
          <a:p>
            <a:fld id="{76B9A820-3513-4286-A67F-71ACE25CC09A}" type="slidenum">
              <a:rPr lang="en-GB" smtClean="0"/>
              <a:t>14</a:t>
            </a:fld>
            <a:endParaRPr lang="en-GB"/>
          </a:p>
        </p:txBody>
      </p:sp>
    </p:spTree>
    <p:extLst>
      <p:ext uri="{BB962C8B-B14F-4D97-AF65-F5344CB8AC3E}">
        <p14:creationId xmlns:p14="http://schemas.microsoft.com/office/powerpoint/2010/main" val="1402013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9AE88C-1805-E578-0C01-CC38BCE0C088}"/>
              </a:ext>
            </a:extLst>
          </p:cNvPr>
          <p:cNvSpPr/>
          <p:nvPr/>
        </p:nvSpPr>
        <p:spPr>
          <a:xfrm>
            <a:off x="695673" y="1312705"/>
            <a:ext cx="10515600" cy="359383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1745" name="Rectangle 2"/>
          <p:cNvSpPr>
            <a:spLocks noGrp="1" noChangeArrowheads="1"/>
          </p:cNvSpPr>
          <p:nvPr>
            <p:ph type="title"/>
          </p:nvPr>
        </p:nvSpPr>
        <p:spPr/>
        <p:txBody>
          <a:bodyPr/>
          <a:lstStyle/>
          <a:p>
            <a:pPr eaLnBrk="1" hangingPunct="1"/>
            <a:r>
              <a:rPr lang="en-US" altLang="en-US"/>
              <a:t>Economists</a:t>
            </a:r>
            <a:r>
              <a:rPr lang="ja-JP" altLang="en-US"/>
              <a:t>’</a:t>
            </a:r>
            <a:r>
              <a:rPr lang="en-US" altLang="ja-JP"/>
              <a:t> Classification of Auctions</a:t>
            </a:r>
            <a:endParaRPr lang="en-US" altLang="en-US"/>
          </a:p>
        </p:txBody>
      </p:sp>
      <p:sp>
        <p:nvSpPr>
          <p:cNvPr id="31746" name="Rectangle 3"/>
          <p:cNvSpPr>
            <a:spLocks noGrp="1" noChangeArrowheads="1"/>
          </p:cNvSpPr>
          <p:nvPr>
            <p:ph idx="1"/>
          </p:nvPr>
        </p:nvSpPr>
        <p:spPr>
          <a:xfrm>
            <a:off x="838200" y="1456791"/>
            <a:ext cx="10294088" cy="4755473"/>
          </a:xfrm>
        </p:spPr>
        <p:txBody>
          <a:bodyPr>
            <a:normAutofit/>
          </a:bodyPr>
          <a:lstStyle/>
          <a:p>
            <a:pPr eaLnBrk="1" hangingPunct="1"/>
            <a:r>
              <a:rPr lang="en-US" altLang="en-US" sz="2000" b="1" dirty="0">
                <a:solidFill>
                  <a:srgbClr val="0000FF"/>
                </a:solidFill>
              </a:rPr>
              <a:t>Private-value</a:t>
            </a:r>
            <a:r>
              <a:rPr lang="en-US" altLang="en-US" sz="2000" dirty="0"/>
              <a:t> auctions:</a:t>
            </a:r>
          </a:p>
          <a:p>
            <a:pPr lvl="1" eaLnBrk="1" hangingPunct="1">
              <a:lnSpc>
                <a:spcPct val="100000"/>
              </a:lnSpc>
            </a:pPr>
            <a:r>
              <a:rPr lang="en-US" altLang="en-US" sz="1800" dirty="0"/>
              <a:t>Every potential buyer knows her own valuation of the item for sale.</a:t>
            </a:r>
          </a:p>
          <a:p>
            <a:pPr lvl="1" eaLnBrk="1" hangingPunct="1">
              <a:lnSpc>
                <a:spcPct val="100000"/>
              </a:lnSpc>
            </a:pPr>
            <a:r>
              <a:rPr lang="en-US" altLang="en-US" sz="1800" dirty="0"/>
              <a:t>Individual valuations are (usually) assumed to be independent of each other.</a:t>
            </a:r>
          </a:p>
          <a:p>
            <a:pPr marL="457200" lvl="1" indent="0" eaLnBrk="1" hangingPunct="1">
              <a:lnSpc>
                <a:spcPct val="100000"/>
              </a:lnSpc>
              <a:buNone/>
            </a:pPr>
            <a:r>
              <a:rPr lang="en-US" altLang="en-US" sz="1600" i="1" dirty="0"/>
              <a:t>E.g. a bottle of vintage wine for own consumption.</a:t>
            </a:r>
          </a:p>
          <a:p>
            <a:pPr lvl="1" eaLnBrk="1" hangingPunct="1">
              <a:lnSpc>
                <a:spcPct val="100000"/>
              </a:lnSpc>
            </a:pPr>
            <a:endParaRPr lang="en-US" altLang="en-US" sz="2000" dirty="0"/>
          </a:p>
          <a:p>
            <a:pPr eaLnBrk="1" hangingPunct="1"/>
            <a:r>
              <a:rPr lang="en-US" altLang="en-US" sz="2000" b="1" dirty="0">
                <a:solidFill>
                  <a:srgbClr val="0000FF"/>
                </a:solidFill>
              </a:rPr>
              <a:t>Common-value</a:t>
            </a:r>
            <a:r>
              <a:rPr lang="en-US" altLang="en-US" sz="2000" dirty="0"/>
              <a:t> auctions:</a:t>
            </a:r>
          </a:p>
          <a:p>
            <a:pPr lvl="1" eaLnBrk="1" hangingPunct="1">
              <a:lnSpc>
                <a:spcPct val="100000"/>
              </a:lnSpc>
            </a:pPr>
            <a:r>
              <a:rPr lang="en-US" altLang="en-US" sz="1800" dirty="0"/>
              <a:t>Item for sale has the same value to every potential buyer.</a:t>
            </a:r>
          </a:p>
          <a:p>
            <a:pPr lvl="1" eaLnBrk="1" hangingPunct="1">
              <a:lnSpc>
                <a:spcPct val="100000"/>
              </a:lnSpc>
            </a:pPr>
            <a:r>
              <a:rPr lang="en-US" altLang="en-US" sz="1800" dirty="0"/>
              <a:t>Potential buyers differ in their own estimates of this common value.</a:t>
            </a:r>
          </a:p>
          <a:p>
            <a:pPr marL="457200" lvl="1" indent="0" eaLnBrk="1" hangingPunct="1">
              <a:lnSpc>
                <a:spcPct val="100000"/>
              </a:lnSpc>
              <a:buNone/>
            </a:pPr>
            <a:r>
              <a:rPr lang="en-US" altLang="en-US" sz="1600" i="1" dirty="0"/>
              <a:t>E.g. rights to oil drilling.</a:t>
            </a:r>
          </a:p>
          <a:p>
            <a:pPr>
              <a:lnSpc>
                <a:spcPct val="100000"/>
              </a:lnSpc>
            </a:pPr>
            <a:endParaRPr lang="en-US" altLang="en-US" sz="2000" dirty="0"/>
          </a:p>
          <a:p>
            <a:pPr>
              <a:lnSpc>
                <a:spcPct val="100000"/>
              </a:lnSpc>
            </a:pPr>
            <a:r>
              <a:rPr lang="en-US" altLang="en-US" sz="2000" dirty="0"/>
              <a:t>Depending on the type of item, can have different outcomes.</a:t>
            </a:r>
          </a:p>
          <a:p>
            <a:pPr lvl="1">
              <a:lnSpc>
                <a:spcPct val="100000"/>
              </a:lnSpc>
            </a:pPr>
            <a:r>
              <a:rPr lang="en-US" altLang="en-US" sz="1800" dirty="0"/>
              <a:t>We will mostly be considering private-value auctions which are more familiar. </a:t>
            </a:r>
          </a:p>
        </p:txBody>
      </p:sp>
      <p:sp>
        <p:nvSpPr>
          <p:cNvPr id="3" name="Slide Number Placeholder 2">
            <a:extLst>
              <a:ext uri="{FF2B5EF4-FFF2-40B4-BE49-F238E27FC236}">
                <a16:creationId xmlns:a16="http://schemas.microsoft.com/office/drawing/2014/main" id="{7B44D050-A27F-E489-5AAE-C700E5B3B8CE}"/>
              </a:ext>
            </a:extLst>
          </p:cNvPr>
          <p:cNvSpPr>
            <a:spLocks noGrp="1"/>
          </p:cNvSpPr>
          <p:nvPr>
            <p:ph type="sldNum" sz="quarter" idx="12"/>
          </p:nvPr>
        </p:nvSpPr>
        <p:spPr/>
        <p:txBody>
          <a:bodyPr/>
          <a:lstStyle/>
          <a:p>
            <a:fld id="{F094D3FE-586B-47BD-AB77-64C19248A5CB}" type="slidenum">
              <a:rPr lang="en-GB" smtClean="0"/>
              <a:t>15</a:t>
            </a:fld>
            <a:endParaRPr lang="en-GB"/>
          </a:p>
        </p:txBody>
      </p:sp>
    </p:spTree>
    <p:extLst>
      <p:ext uri="{BB962C8B-B14F-4D97-AF65-F5344CB8AC3E}">
        <p14:creationId xmlns:p14="http://schemas.microsoft.com/office/powerpoint/2010/main" val="921258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6">
                                            <p:txEl>
                                              <p:pRg st="11" end="1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74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8B178-01C8-4DCD-B46E-160FEEC9F757}"/>
              </a:ext>
            </a:extLst>
          </p:cNvPr>
          <p:cNvSpPr>
            <a:spLocks noGrp="1"/>
          </p:cNvSpPr>
          <p:nvPr>
            <p:ph type="title"/>
          </p:nvPr>
        </p:nvSpPr>
        <p:spPr>
          <a:xfrm>
            <a:off x="748259" y="2576174"/>
            <a:ext cx="10786672" cy="1325563"/>
          </a:xfrm>
        </p:spPr>
        <p:txBody>
          <a:bodyPr/>
          <a:lstStyle/>
          <a:p>
            <a:pPr algn="ctr"/>
            <a:r>
              <a:rPr lang="en-US"/>
              <a:t>Auction Design</a:t>
            </a:r>
            <a:endParaRPr lang="en-SG"/>
          </a:p>
        </p:txBody>
      </p:sp>
      <p:sp>
        <p:nvSpPr>
          <p:cNvPr id="4" name="Slide Number Placeholder 3">
            <a:extLst>
              <a:ext uri="{FF2B5EF4-FFF2-40B4-BE49-F238E27FC236}">
                <a16:creationId xmlns:a16="http://schemas.microsoft.com/office/drawing/2014/main" id="{E006C9B7-DF34-4648-B4D4-15F4079D495B}"/>
              </a:ext>
            </a:extLst>
          </p:cNvPr>
          <p:cNvSpPr>
            <a:spLocks noGrp="1"/>
          </p:cNvSpPr>
          <p:nvPr>
            <p:ph type="sldNum" sz="quarter" idx="12"/>
          </p:nvPr>
        </p:nvSpPr>
        <p:spPr/>
        <p:txBody>
          <a:bodyPr/>
          <a:lstStyle/>
          <a:p>
            <a:fld id="{76B9A820-3513-4286-A67F-71ACE25CC09A}" type="slidenum">
              <a:rPr lang="en-GB" smtClean="0"/>
              <a:t>16</a:t>
            </a:fld>
            <a:endParaRPr lang="en-GB"/>
          </a:p>
        </p:txBody>
      </p:sp>
    </p:spTree>
    <p:extLst>
      <p:ext uri="{BB962C8B-B14F-4D97-AF65-F5344CB8AC3E}">
        <p14:creationId xmlns:p14="http://schemas.microsoft.com/office/powerpoint/2010/main" val="518114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p:txBody>
          <a:bodyPr/>
          <a:lstStyle/>
          <a:p>
            <a:pPr eaLnBrk="1" hangingPunct="1"/>
            <a:r>
              <a:rPr lang="en-US" altLang="en-US"/>
              <a:t>Auction Design </a:t>
            </a:r>
          </a:p>
        </p:txBody>
      </p:sp>
      <mc:AlternateContent xmlns:mc="http://schemas.openxmlformats.org/markup-compatibility/2006" xmlns:a14="http://schemas.microsoft.com/office/drawing/2010/main">
        <mc:Choice Requires="a14">
          <p:sp>
            <p:nvSpPr>
              <p:cNvPr id="33794" name="Rectangle 3"/>
              <p:cNvSpPr>
                <a:spLocks noGrp="1" noChangeArrowheads="1"/>
              </p:cNvSpPr>
              <p:nvPr>
                <p:ph idx="1"/>
              </p:nvPr>
            </p:nvSpPr>
            <p:spPr>
              <a:xfrm>
                <a:off x="838199" y="1456791"/>
                <a:ext cx="10315353" cy="4755473"/>
              </a:xfrm>
            </p:spPr>
            <p:txBody>
              <a:bodyPr>
                <a:normAutofit/>
              </a:bodyPr>
              <a:lstStyle/>
              <a:p>
                <a:pPr eaLnBrk="1" hangingPunct="1"/>
                <a:endParaRPr lang="en-US" altLang="en-US" sz="2000" dirty="0"/>
              </a:p>
              <a:p>
                <a:pPr eaLnBrk="1" hangingPunct="1"/>
                <a:r>
                  <a:rPr lang="en-US" altLang="en-US" sz="2000" dirty="0"/>
                  <a:t>For simplicity, let us consider a single item to auction off, with </a:t>
                </a:r>
                <a14:m>
                  <m:oMath xmlns:m="http://schemas.openxmlformats.org/officeDocument/2006/math">
                    <m:r>
                      <a:rPr lang="en-US" altLang="en-US" sz="2000" i="1" dirty="0" smtClean="0">
                        <a:latin typeface="Cambria Math" panose="02040503050406030204" pitchFamily="18" charset="0"/>
                      </a:rPr>
                      <m:t>𝑛</m:t>
                    </m:r>
                  </m:oMath>
                </a14:m>
                <a:r>
                  <a:rPr lang="en-US" altLang="en-US" sz="2000" dirty="0"/>
                  <a:t> bidders with private values: </a:t>
                </a:r>
                <a14:m>
                  <m:oMath xmlns:m="http://schemas.openxmlformats.org/officeDocument/2006/math">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𝑣</m:t>
                        </m:r>
                      </m:e>
                      <m:sub>
                        <m:r>
                          <a:rPr lang="en-SG" altLang="en-US" sz="2000" b="0" i="1" smtClean="0">
                            <a:latin typeface="Cambria Math" panose="02040503050406030204" pitchFamily="18" charset="0"/>
                          </a:rPr>
                          <m:t>1</m:t>
                        </m:r>
                      </m:sub>
                    </m:sSub>
                    <m:r>
                      <a:rPr lang="en-SG" altLang="en-US" sz="2000" b="0" i="1" smtClean="0">
                        <a:latin typeface="Cambria Math" panose="02040503050406030204" pitchFamily="18" charset="0"/>
                      </a:rPr>
                      <m:t>,</m:t>
                    </m:r>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𝑣</m:t>
                        </m:r>
                      </m:e>
                      <m:sub>
                        <m:r>
                          <a:rPr lang="en-SG" altLang="en-US" sz="2000" b="0" i="1" smtClean="0">
                            <a:latin typeface="Cambria Math" panose="02040503050406030204" pitchFamily="18" charset="0"/>
                          </a:rPr>
                          <m:t>2</m:t>
                        </m:r>
                      </m:sub>
                    </m:sSub>
                    <m:r>
                      <a:rPr lang="en-SG" altLang="en-US" sz="2000" b="0" i="1" smtClean="0">
                        <a:latin typeface="Cambria Math" panose="02040503050406030204" pitchFamily="18" charset="0"/>
                      </a:rPr>
                      <m:t>,…</m:t>
                    </m:r>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𝑣</m:t>
                        </m:r>
                      </m:e>
                      <m:sub>
                        <m:r>
                          <a:rPr lang="en-SG" altLang="en-US" sz="2000" b="0" i="1" smtClean="0">
                            <a:latin typeface="Cambria Math" panose="02040503050406030204" pitchFamily="18" charset="0"/>
                          </a:rPr>
                          <m:t>𝑛</m:t>
                        </m:r>
                      </m:sub>
                    </m:sSub>
                  </m:oMath>
                </a14:m>
                <a:r>
                  <a:rPr lang="en-US" altLang="en-US" sz="2000" dirty="0"/>
                  <a:t>. </a:t>
                </a:r>
              </a:p>
              <a:p>
                <a:pPr eaLnBrk="1" hangingPunct="1"/>
                <a:endParaRPr lang="en-US" altLang="en-US" sz="2000" dirty="0"/>
              </a:p>
              <a:p>
                <a:pPr marL="0" indent="0" eaLnBrk="1" hangingPunct="1">
                  <a:buNone/>
                </a:pPr>
                <a:r>
                  <a:rPr lang="en-US" altLang="en-US" sz="2000" b="1" dirty="0"/>
                  <a:t>What kind of auction should we use?</a:t>
                </a:r>
              </a:p>
              <a:p>
                <a:pPr lvl="1"/>
                <a:endParaRPr lang="en-US" altLang="en-US" sz="2000" dirty="0"/>
              </a:p>
              <a:p>
                <a:r>
                  <a:rPr lang="en-US" altLang="en-US" sz="2000" dirty="0"/>
                  <a:t>Some possible criteria:</a:t>
                </a:r>
              </a:p>
              <a:p>
                <a:pPr lvl="1">
                  <a:lnSpc>
                    <a:spcPct val="100000"/>
                  </a:lnSpc>
                </a:pPr>
                <a:r>
                  <a:rPr lang="en-US" altLang="en-US" sz="1800" dirty="0"/>
                  <a:t>Pareto efficiency</a:t>
                </a:r>
              </a:p>
              <a:p>
                <a:pPr lvl="1">
                  <a:lnSpc>
                    <a:spcPct val="100000"/>
                  </a:lnSpc>
                </a:pPr>
                <a:r>
                  <a:rPr lang="en-US" altLang="en-US" sz="1800" dirty="0"/>
                  <a:t>Profit </a:t>
                </a:r>
                <a:r>
                  <a:rPr lang="en-US" altLang="en-US" sz="1800" dirty="0" err="1"/>
                  <a:t>maximisation</a:t>
                </a:r>
                <a:r>
                  <a:rPr lang="en-US" altLang="en-US" sz="1800" dirty="0"/>
                  <a:t> of the seller </a:t>
                </a:r>
                <a:br>
                  <a:rPr lang="en-US" altLang="en-US" sz="1800" dirty="0"/>
                </a:br>
                <a:endParaRPr lang="en-US" altLang="en-US" sz="1600" dirty="0"/>
              </a:p>
            </p:txBody>
          </p:sp>
        </mc:Choice>
        <mc:Fallback xmlns="">
          <p:sp>
            <p:nvSpPr>
              <p:cNvPr id="33794" name="Rectangle 3"/>
              <p:cNvSpPr>
                <a:spLocks noGrp="1" noRot="1" noChangeAspect="1" noMove="1" noResize="1" noEditPoints="1" noAdjustHandles="1" noChangeArrowheads="1" noChangeShapeType="1" noTextEdit="1"/>
              </p:cNvSpPr>
              <p:nvPr>
                <p:ph idx="1"/>
              </p:nvPr>
            </p:nvSpPr>
            <p:spPr>
              <a:xfrm>
                <a:off x="838199" y="1456791"/>
                <a:ext cx="10315353" cy="4755473"/>
              </a:xfrm>
              <a:blipFill>
                <a:blip r:embed="rId3"/>
                <a:stretch>
                  <a:fillRect l="-591"/>
                </a:stretch>
              </a:blipFill>
            </p:spPr>
            <p:txBody>
              <a:bodyPr/>
              <a:lstStyle/>
              <a:p>
                <a:r>
                  <a:rPr lang="en-SG">
                    <a:noFill/>
                  </a:rPr>
                  <a:t> </a:t>
                </a:r>
              </a:p>
            </p:txBody>
          </p:sp>
        </mc:Fallback>
      </mc:AlternateContent>
      <p:sp>
        <p:nvSpPr>
          <p:cNvPr id="3" name="Slide Number Placeholder 2">
            <a:extLst>
              <a:ext uri="{FF2B5EF4-FFF2-40B4-BE49-F238E27FC236}">
                <a16:creationId xmlns:a16="http://schemas.microsoft.com/office/drawing/2014/main" id="{2CDEBC9F-8981-0646-399A-8873E3712C7D}"/>
              </a:ext>
            </a:extLst>
          </p:cNvPr>
          <p:cNvSpPr>
            <a:spLocks noGrp="1"/>
          </p:cNvSpPr>
          <p:nvPr>
            <p:ph type="sldNum" sz="quarter" idx="12"/>
          </p:nvPr>
        </p:nvSpPr>
        <p:spPr/>
        <p:txBody>
          <a:bodyPr/>
          <a:lstStyle/>
          <a:p>
            <a:fld id="{F094D3FE-586B-47BD-AB77-64C19248A5CB}" type="slidenum">
              <a:rPr lang="en-GB" smtClean="0"/>
              <a:t>17</a:t>
            </a:fld>
            <a:endParaRPr lang="en-GB"/>
          </a:p>
        </p:txBody>
      </p:sp>
    </p:spTree>
    <p:extLst>
      <p:ext uri="{BB962C8B-B14F-4D97-AF65-F5344CB8AC3E}">
        <p14:creationId xmlns:p14="http://schemas.microsoft.com/office/powerpoint/2010/main" val="2500070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79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379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20EA715-F1C3-BE79-6123-8C49CD977881}"/>
              </a:ext>
            </a:extLst>
          </p:cNvPr>
          <p:cNvSpPr/>
          <p:nvPr/>
        </p:nvSpPr>
        <p:spPr>
          <a:xfrm>
            <a:off x="695673" y="1791296"/>
            <a:ext cx="10515600" cy="313412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4817" name="Rectangle 2"/>
          <p:cNvSpPr>
            <a:spLocks noGrp="1" noChangeArrowheads="1"/>
          </p:cNvSpPr>
          <p:nvPr>
            <p:ph type="title"/>
          </p:nvPr>
        </p:nvSpPr>
        <p:spPr/>
        <p:txBody>
          <a:bodyPr/>
          <a:lstStyle/>
          <a:p>
            <a:pPr eaLnBrk="1" hangingPunct="1"/>
            <a:r>
              <a:rPr lang="en-US" altLang="en-US"/>
              <a:t>Properties of an Auction</a:t>
            </a:r>
          </a:p>
        </p:txBody>
      </p:sp>
      <p:sp>
        <p:nvSpPr>
          <p:cNvPr id="34818" name="Rectangle 3"/>
          <p:cNvSpPr>
            <a:spLocks noGrp="1" noChangeArrowheads="1"/>
          </p:cNvSpPr>
          <p:nvPr>
            <p:ph idx="1"/>
          </p:nvPr>
        </p:nvSpPr>
        <p:spPr>
          <a:xfrm>
            <a:off x="838200" y="1456791"/>
            <a:ext cx="10209028" cy="4755473"/>
          </a:xfrm>
        </p:spPr>
        <p:txBody>
          <a:bodyPr>
            <a:normAutofit/>
          </a:bodyPr>
          <a:lstStyle/>
          <a:p>
            <a:pPr eaLnBrk="1" hangingPunct="1">
              <a:lnSpc>
                <a:spcPct val="100000"/>
              </a:lnSpc>
              <a:spcBef>
                <a:spcPts val="1200"/>
              </a:spcBef>
            </a:pPr>
            <a:endParaRPr lang="en-US" altLang="en-US" sz="2000" dirty="0"/>
          </a:p>
          <a:p>
            <a:pPr eaLnBrk="1" hangingPunct="1">
              <a:lnSpc>
                <a:spcPct val="100000"/>
              </a:lnSpc>
              <a:spcBef>
                <a:spcPts val="1200"/>
              </a:spcBef>
            </a:pPr>
            <a:r>
              <a:rPr lang="en-US" altLang="en-US" sz="2000" b="1" dirty="0">
                <a:solidFill>
                  <a:srgbClr val="0000FF"/>
                </a:solidFill>
              </a:rPr>
              <a:t>Efficiency</a:t>
            </a:r>
            <a:endParaRPr lang="en-US" altLang="en-US" sz="2000" dirty="0"/>
          </a:p>
          <a:p>
            <a:pPr lvl="1">
              <a:lnSpc>
                <a:spcPct val="100000"/>
              </a:lnSpc>
              <a:spcBef>
                <a:spcPts val="1200"/>
              </a:spcBef>
            </a:pPr>
            <a:r>
              <a:rPr lang="en-US" altLang="en-US" sz="1800" dirty="0"/>
              <a:t>An outcome of an auction is efficient if the item is allocated to the buyer with the highest valuation of the item.</a:t>
            </a:r>
          </a:p>
          <a:p>
            <a:pPr eaLnBrk="1" hangingPunct="1">
              <a:lnSpc>
                <a:spcPct val="100000"/>
              </a:lnSpc>
              <a:spcBef>
                <a:spcPts val="1200"/>
              </a:spcBef>
            </a:pPr>
            <a:endParaRPr lang="en-US" altLang="en-US" sz="2000" dirty="0"/>
          </a:p>
          <a:p>
            <a:pPr eaLnBrk="1" hangingPunct="1">
              <a:lnSpc>
                <a:spcPct val="100000"/>
              </a:lnSpc>
              <a:spcBef>
                <a:spcPts val="1200"/>
              </a:spcBef>
            </a:pPr>
            <a:r>
              <a:rPr lang="en-US" altLang="en-US" sz="2000" b="1" dirty="0">
                <a:solidFill>
                  <a:srgbClr val="0000FF"/>
                </a:solidFill>
              </a:rPr>
              <a:t>Profit </a:t>
            </a:r>
            <a:r>
              <a:rPr lang="en-US" altLang="en-US" sz="2000" b="1" dirty="0" err="1">
                <a:solidFill>
                  <a:srgbClr val="0000FF"/>
                </a:solidFill>
              </a:rPr>
              <a:t>Maximising</a:t>
            </a:r>
            <a:endParaRPr lang="en-US" altLang="en-US" sz="2000" dirty="0"/>
          </a:p>
          <a:p>
            <a:pPr lvl="1">
              <a:lnSpc>
                <a:spcPct val="100000"/>
              </a:lnSpc>
              <a:spcBef>
                <a:spcPts val="1200"/>
              </a:spcBef>
            </a:pPr>
            <a:r>
              <a:rPr lang="en-US" altLang="en-US" sz="1800" dirty="0"/>
              <a:t>An outcome of an auction is profit maximizing (from the perspective of the seller) if it </a:t>
            </a:r>
            <a:r>
              <a:rPr lang="en-US" altLang="en-US" sz="1800" dirty="0" err="1"/>
              <a:t>maximises</a:t>
            </a:r>
            <a:r>
              <a:rPr lang="en-US" altLang="en-US" sz="1800" dirty="0"/>
              <a:t> the seller’s expected revenue given his/her beliefs about the distribution of buyers’ valuations.  </a:t>
            </a:r>
            <a:br>
              <a:rPr lang="en-US" altLang="en-US" sz="1800" dirty="0"/>
            </a:br>
            <a:r>
              <a:rPr lang="en-US" altLang="en-US" sz="1800" dirty="0"/>
              <a:t>(Assume only sunk costs)</a:t>
            </a:r>
          </a:p>
          <a:p>
            <a:pPr lvl="1">
              <a:lnSpc>
                <a:spcPct val="100000"/>
              </a:lnSpc>
              <a:spcBef>
                <a:spcPts val="1200"/>
              </a:spcBef>
            </a:pPr>
            <a:endParaRPr lang="en-US" altLang="en-US" sz="1800" dirty="0"/>
          </a:p>
          <a:p>
            <a:pPr marL="0" indent="0">
              <a:lnSpc>
                <a:spcPct val="100000"/>
              </a:lnSpc>
              <a:spcBef>
                <a:spcPts val="1200"/>
              </a:spcBef>
              <a:buNone/>
            </a:pPr>
            <a:r>
              <a:rPr lang="en-US" altLang="en-US" sz="2000" b="1" dirty="0"/>
              <a:t>Let us now consider the previous examples of auctions and their properties..</a:t>
            </a:r>
          </a:p>
        </p:txBody>
      </p:sp>
      <p:sp>
        <p:nvSpPr>
          <p:cNvPr id="3" name="Slide Number Placeholder 2">
            <a:extLst>
              <a:ext uri="{FF2B5EF4-FFF2-40B4-BE49-F238E27FC236}">
                <a16:creationId xmlns:a16="http://schemas.microsoft.com/office/drawing/2014/main" id="{99C12889-0943-53E0-6CD8-8A563E7CCA13}"/>
              </a:ext>
            </a:extLst>
          </p:cNvPr>
          <p:cNvSpPr>
            <a:spLocks noGrp="1"/>
          </p:cNvSpPr>
          <p:nvPr>
            <p:ph type="sldNum" sz="quarter" idx="12"/>
          </p:nvPr>
        </p:nvSpPr>
        <p:spPr/>
        <p:txBody>
          <a:bodyPr/>
          <a:lstStyle/>
          <a:p>
            <a:fld id="{F094D3FE-586B-47BD-AB77-64C19248A5CB}" type="slidenum">
              <a:rPr lang="en-GB" smtClean="0"/>
              <a:t>18</a:t>
            </a:fld>
            <a:endParaRPr lang="en-GB"/>
          </a:p>
        </p:txBody>
      </p:sp>
    </p:spTree>
    <p:extLst>
      <p:ext uri="{BB962C8B-B14F-4D97-AF65-F5344CB8AC3E}">
        <p14:creationId xmlns:p14="http://schemas.microsoft.com/office/powerpoint/2010/main" val="14530851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8B178-01C8-4DCD-B46E-160FEEC9F757}"/>
              </a:ext>
            </a:extLst>
          </p:cNvPr>
          <p:cNvSpPr>
            <a:spLocks noGrp="1"/>
          </p:cNvSpPr>
          <p:nvPr>
            <p:ph type="title"/>
          </p:nvPr>
        </p:nvSpPr>
        <p:spPr>
          <a:xfrm>
            <a:off x="748259" y="2576174"/>
            <a:ext cx="10786672" cy="1325563"/>
          </a:xfrm>
        </p:spPr>
        <p:txBody>
          <a:bodyPr/>
          <a:lstStyle/>
          <a:p>
            <a:pPr algn="ctr"/>
            <a:r>
              <a:rPr lang="en-US"/>
              <a:t>Pareto Efficiency of Auctions</a:t>
            </a:r>
            <a:endParaRPr lang="en-SG"/>
          </a:p>
        </p:txBody>
      </p:sp>
      <p:sp>
        <p:nvSpPr>
          <p:cNvPr id="4" name="Slide Number Placeholder 3">
            <a:extLst>
              <a:ext uri="{FF2B5EF4-FFF2-40B4-BE49-F238E27FC236}">
                <a16:creationId xmlns:a16="http://schemas.microsoft.com/office/drawing/2014/main" id="{E006C9B7-DF34-4648-B4D4-15F4079D495B}"/>
              </a:ext>
            </a:extLst>
          </p:cNvPr>
          <p:cNvSpPr>
            <a:spLocks noGrp="1"/>
          </p:cNvSpPr>
          <p:nvPr>
            <p:ph type="sldNum" sz="quarter" idx="12"/>
          </p:nvPr>
        </p:nvSpPr>
        <p:spPr/>
        <p:txBody>
          <a:bodyPr/>
          <a:lstStyle/>
          <a:p>
            <a:fld id="{76B9A820-3513-4286-A67F-71ACE25CC09A}" type="slidenum">
              <a:rPr lang="en-GB" smtClean="0"/>
              <a:t>19</a:t>
            </a:fld>
            <a:endParaRPr lang="en-GB"/>
          </a:p>
        </p:txBody>
      </p:sp>
    </p:spTree>
    <p:extLst>
      <p:ext uri="{BB962C8B-B14F-4D97-AF65-F5344CB8AC3E}">
        <p14:creationId xmlns:p14="http://schemas.microsoft.com/office/powerpoint/2010/main" val="41846111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p:txBody>
          <a:bodyPr/>
          <a:lstStyle/>
          <a:p>
            <a:pPr eaLnBrk="1" hangingPunct="1"/>
            <a:r>
              <a:rPr lang="en-US" altLang="en-US"/>
              <a:t>Auctions and Efficiency</a:t>
            </a:r>
          </a:p>
        </p:txBody>
      </p:sp>
      <p:sp>
        <p:nvSpPr>
          <p:cNvPr id="35842" name="Rectangle 3"/>
          <p:cNvSpPr>
            <a:spLocks noGrp="1" noChangeArrowheads="1"/>
          </p:cNvSpPr>
          <p:nvPr>
            <p:ph idx="1"/>
          </p:nvPr>
        </p:nvSpPr>
        <p:spPr>
          <a:xfrm>
            <a:off x="838200" y="1456791"/>
            <a:ext cx="10368516" cy="4755473"/>
          </a:xfrm>
        </p:spPr>
        <p:txBody>
          <a:bodyPr>
            <a:normAutofit/>
          </a:bodyPr>
          <a:lstStyle/>
          <a:p>
            <a:pPr eaLnBrk="1" hangingPunct="1"/>
            <a:r>
              <a:rPr lang="en-US" altLang="en-US" sz="2000" dirty="0"/>
              <a:t>An </a:t>
            </a:r>
            <a:r>
              <a:rPr lang="en-US" altLang="en-US" sz="2000" u="sng" dirty="0"/>
              <a:t>English auction with no reserve price</a:t>
            </a:r>
            <a:r>
              <a:rPr lang="en-US" altLang="en-US" sz="2000" dirty="0"/>
              <a:t> is always efficient.</a:t>
            </a:r>
          </a:p>
          <a:p>
            <a:pPr lvl="1"/>
            <a:r>
              <a:rPr lang="en-US" altLang="en-US" sz="1800" dirty="0"/>
              <a:t>If a buyer with a low valuation were about to buy, the highest valuation buyer would bid higher.</a:t>
            </a:r>
          </a:p>
          <a:p>
            <a:pPr eaLnBrk="1" hangingPunct="1"/>
            <a:endParaRPr lang="en-US" altLang="en-US" sz="2000" dirty="0"/>
          </a:p>
          <a:p>
            <a:pPr eaLnBrk="1" hangingPunct="1"/>
            <a:endParaRPr lang="en-US" altLang="en-US" sz="2000" dirty="0"/>
          </a:p>
          <a:p>
            <a:pPr eaLnBrk="1" hangingPunct="1"/>
            <a:endParaRPr lang="en-US" altLang="en-US" sz="2000" dirty="0"/>
          </a:p>
          <a:p>
            <a:pPr eaLnBrk="1" hangingPunct="1"/>
            <a:endParaRPr lang="en-US" altLang="en-US" sz="2000" dirty="0"/>
          </a:p>
          <a:p>
            <a:r>
              <a:rPr lang="en-US" altLang="en-US" sz="2000" dirty="0"/>
              <a:t>An </a:t>
            </a:r>
            <a:r>
              <a:rPr lang="en-US" altLang="en-US" sz="2000" u="sng" dirty="0"/>
              <a:t>English auction with a reserve price</a:t>
            </a:r>
            <a:r>
              <a:rPr lang="en-US" altLang="en-US" sz="2000" dirty="0"/>
              <a:t> can be inefficient.</a:t>
            </a:r>
          </a:p>
          <a:p>
            <a:pPr lvl="1"/>
            <a:r>
              <a:rPr lang="en-US" altLang="en-US" sz="1800" dirty="0"/>
              <a:t>In the case where the reserve price is set above the highest buyer valuation (unknown to the seller), then the good will not be allocated and there are no gains to trade.</a:t>
            </a:r>
          </a:p>
          <a:p>
            <a:pPr marL="457200" lvl="1" indent="0">
              <a:buNone/>
            </a:pPr>
            <a:r>
              <a:rPr lang="en-US" altLang="en-US" sz="1800" b="1" dirty="0"/>
              <a:t>(Also holds for any auction with a reserve price)</a:t>
            </a:r>
          </a:p>
          <a:p>
            <a:pPr eaLnBrk="1" hangingPunct="1"/>
            <a:endParaRPr lang="en-US" altLang="en-US" sz="2000" dirty="0"/>
          </a:p>
        </p:txBody>
      </p:sp>
      <p:sp>
        <p:nvSpPr>
          <p:cNvPr id="3" name="Slide Number Placeholder 2">
            <a:extLst>
              <a:ext uri="{FF2B5EF4-FFF2-40B4-BE49-F238E27FC236}">
                <a16:creationId xmlns:a16="http://schemas.microsoft.com/office/drawing/2014/main" id="{7C123FF3-1A57-1ACD-5123-A8ED88D043CD}"/>
              </a:ext>
            </a:extLst>
          </p:cNvPr>
          <p:cNvSpPr>
            <a:spLocks noGrp="1"/>
          </p:cNvSpPr>
          <p:nvPr>
            <p:ph type="sldNum" sz="quarter" idx="12"/>
          </p:nvPr>
        </p:nvSpPr>
        <p:spPr/>
        <p:txBody>
          <a:bodyPr/>
          <a:lstStyle/>
          <a:p>
            <a:fld id="{F094D3FE-586B-47BD-AB77-64C19248A5CB}" type="slidenum">
              <a:rPr lang="en-GB" smtClean="0"/>
              <a:t>20</a:t>
            </a:fld>
            <a:endParaRPr lang="en-GB"/>
          </a:p>
        </p:txBody>
      </p:sp>
    </p:spTree>
    <p:extLst>
      <p:ext uri="{BB962C8B-B14F-4D97-AF65-F5344CB8AC3E}">
        <p14:creationId xmlns:p14="http://schemas.microsoft.com/office/powerpoint/2010/main" val="501130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2">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42">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84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p:txBody>
          <a:bodyPr/>
          <a:lstStyle/>
          <a:p>
            <a:pPr eaLnBrk="1" hangingPunct="1"/>
            <a:r>
              <a:rPr lang="en-US" altLang="en-US"/>
              <a:t>Auctions and Efficiency</a:t>
            </a:r>
          </a:p>
        </p:txBody>
      </p:sp>
      <p:sp>
        <p:nvSpPr>
          <p:cNvPr id="37890" name="Rectangle 3"/>
          <p:cNvSpPr>
            <a:spLocks noGrp="1" noChangeArrowheads="1"/>
          </p:cNvSpPr>
          <p:nvPr>
            <p:ph idx="1"/>
          </p:nvPr>
        </p:nvSpPr>
        <p:spPr>
          <a:xfrm>
            <a:off x="838199" y="1456791"/>
            <a:ext cx="10389781" cy="4755473"/>
          </a:xfrm>
        </p:spPr>
        <p:txBody>
          <a:bodyPr>
            <a:normAutofit fontScale="92500" lnSpcReduction="10000"/>
          </a:bodyPr>
          <a:lstStyle/>
          <a:p>
            <a:r>
              <a:rPr lang="en-US" altLang="en-US" sz="2000" dirty="0"/>
              <a:t>A </a:t>
            </a:r>
            <a:r>
              <a:rPr lang="en-US" altLang="en-US" sz="2000" u="sng" dirty="0"/>
              <a:t>Dutch auction with no reserve price</a:t>
            </a:r>
            <a:r>
              <a:rPr lang="en-US" altLang="en-US" sz="2000" dirty="0"/>
              <a:t> can be inefficient.</a:t>
            </a:r>
          </a:p>
          <a:p>
            <a:pPr lvl="1"/>
            <a:r>
              <a:rPr lang="en-US" altLang="en-US" sz="1800" i="1" dirty="0"/>
              <a:t>No buyer knows other buyers</a:t>
            </a:r>
            <a:r>
              <a:rPr lang="ja-JP" altLang="en-US" sz="1800" i="1" dirty="0"/>
              <a:t>’</a:t>
            </a:r>
            <a:r>
              <a:rPr lang="en-US" altLang="ja-JP" sz="1800" i="1" dirty="0"/>
              <a:t> valuations</a:t>
            </a:r>
            <a:r>
              <a:rPr lang="en-US" altLang="ja-JP" sz="1800" dirty="0"/>
              <a:t>, so the highest-valuation buyer may delay too long and lose to another bidder.</a:t>
            </a:r>
          </a:p>
          <a:p>
            <a:pPr eaLnBrk="1" hangingPunct="1"/>
            <a:endParaRPr lang="en-US" altLang="en-US" sz="2000" dirty="0"/>
          </a:p>
          <a:p>
            <a:pPr eaLnBrk="1" hangingPunct="1"/>
            <a:endParaRPr lang="en-US" altLang="en-US" sz="2000" dirty="0"/>
          </a:p>
          <a:p>
            <a:pPr eaLnBrk="1" hangingPunct="1"/>
            <a:endParaRPr lang="en-US" altLang="en-US" sz="2000" dirty="0"/>
          </a:p>
          <a:p>
            <a:pPr eaLnBrk="1" hangingPunct="1"/>
            <a:endParaRPr lang="en-US" altLang="en-US" sz="2000" dirty="0"/>
          </a:p>
          <a:p>
            <a:r>
              <a:rPr lang="en-US" altLang="en-US" sz="2000" dirty="0"/>
              <a:t>A </a:t>
            </a:r>
            <a:r>
              <a:rPr lang="en-US" altLang="en-US" sz="2000" u="sng" dirty="0"/>
              <a:t>Sealed-bid first-price auction with no reserve price</a:t>
            </a:r>
            <a:r>
              <a:rPr lang="en-US" altLang="en-US" sz="2000" dirty="0"/>
              <a:t> can be inefficient.</a:t>
            </a:r>
          </a:p>
          <a:p>
            <a:pPr lvl="1"/>
            <a:r>
              <a:rPr lang="en-US" altLang="en-US" sz="1800" i="1" dirty="0"/>
              <a:t>No buyer knows other buyers</a:t>
            </a:r>
            <a:r>
              <a:rPr lang="ja-JP" altLang="en-US" sz="1800" i="1" dirty="0"/>
              <a:t>’</a:t>
            </a:r>
            <a:r>
              <a:rPr lang="en-US" altLang="ja-JP" sz="1800" i="1" dirty="0"/>
              <a:t> valuations</a:t>
            </a:r>
            <a:r>
              <a:rPr lang="en-US" altLang="ja-JP" sz="1800" dirty="0"/>
              <a:t>, so the highest valuation buyer may bid too low and lose to another bidder.</a:t>
            </a:r>
          </a:p>
          <a:p>
            <a:endParaRPr lang="en-US" altLang="en-US" sz="2000" dirty="0"/>
          </a:p>
          <a:p>
            <a:endParaRPr lang="en-US" altLang="en-US" sz="2000" dirty="0"/>
          </a:p>
          <a:p>
            <a:endParaRPr lang="en-US" altLang="en-US" sz="2000" dirty="0"/>
          </a:p>
          <a:p>
            <a:pPr marL="0" indent="0">
              <a:buNone/>
            </a:pPr>
            <a:r>
              <a:rPr lang="en-US" altLang="en-US" sz="2000" b="1" dirty="0"/>
              <a:t>Generally, if one’s bidding strategies depend on beliefs about other’s valuations, there is the possibility for inefficiency due to </a:t>
            </a:r>
            <a:r>
              <a:rPr lang="en-US" altLang="en-US" sz="2000" b="1" i="1" dirty="0">
                <a:solidFill>
                  <a:srgbClr val="0000FF"/>
                </a:solidFill>
              </a:rPr>
              <a:t>errors in beliefs</a:t>
            </a:r>
            <a:r>
              <a:rPr lang="en-US" altLang="en-US" sz="2000" b="1" dirty="0"/>
              <a:t>. (Less of a problem in the long run with learning)</a:t>
            </a:r>
          </a:p>
          <a:p>
            <a:pPr eaLnBrk="1" hangingPunct="1"/>
            <a:endParaRPr lang="en-US" altLang="en-US" sz="2000" dirty="0"/>
          </a:p>
        </p:txBody>
      </p:sp>
      <p:sp>
        <p:nvSpPr>
          <p:cNvPr id="3" name="Slide Number Placeholder 2">
            <a:extLst>
              <a:ext uri="{FF2B5EF4-FFF2-40B4-BE49-F238E27FC236}">
                <a16:creationId xmlns:a16="http://schemas.microsoft.com/office/drawing/2014/main" id="{A2B408CC-4080-01BF-7842-9FAC32B034BD}"/>
              </a:ext>
            </a:extLst>
          </p:cNvPr>
          <p:cNvSpPr>
            <a:spLocks noGrp="1"/>
          </p:cNvSpPr>
          <p:nvPr>
            <p:ph type="sldNum" sz="quarter" idx="12"/>
          </p:nvPr>
        </p:nvSpPr>
        <p:spPr/>
        <p:txBody>
          <a:bodyPr/>
          <a:lstStyle/>
          <a:p>
            <a:fld id="{F094D3FE-586B-47BD-AB77-64C19248A5CB}" type="slidenum">
              <a:rPr lang="en-GB" smtClean="0"/>
              <a:t>21</a:t>
            </a:fld>
            <a:endParaRPr lang="en-GB"/>
          </a:p>
        </p:txBody>
      </p:sp>
    </p:spTree>
    <p:extLst>
      <p:ext uri="{BB962C8B-B14F-4D97-AF65-F5344CB8AC3E}">
        <p14:creationId xmlns:p14="http://schemas.microsoft.com/office/powerpoint/2010/main" val="2974126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0">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890">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89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title"/>
          </p:nvPr>
        </p:nvSpPr>
        <p:spPr/>
        <p:txBody>
          <a:bodyPr/>
          <a:lstStyle/>
          <a:p>
            <a:pPr eaLnBrk="1" hangingPunct="1"/>
            <a:r>
              <a:rPr lang="en-US" altLang="en-US"/>
              <a:t>Auctions and Efficiency</a:t>
            </a:r>
          </a:p>
        </p:txBody>
      </p:sp>
      <p:sp>
        <p:nvSpPr>
          <p:cNvPr id="39938" name="Rectangle 3"/>
          <p:cNvSpPr>
            <a:spLocks noGrp="1" noChangeArrowheads="1"/>
          </p:cNvSpPr>
          <p:nvPr>
            <p:ph idx="1"/>
          </p:nvPr>
        </p:nvSpPr>
        <p:spPr>
          <a:xfrm>
            <a:off x="838199" y="1456791"/>
            <a:ext cx="10421679" cy="4755473"/>
          </a:xfrm>
        </p:spPr>
        <p:txBody>
          <a:bodyPr>
            <a:normAutofit/>
          </a:bodyPr>
          <a:lstStyle/>
          <a:p>
            <a:pPr eaLnBrk="1" hangingPunct="1"/>
            <a:endParaRPr lang="en-US" altLang="en-US" sz="2000" dirty="0"/>
          </a:p>
          <a:p>
            <a:pPr eaLnBrk="1" hangingPunct="1"/>
            <a:r>
              <a:rPr lang="en-US" altLang="en-US" sz="2000" dirty="0"/>
              <a:t>A sealed-bid second-price auction is however efficient </a:t>
            </a:r>
          </a:p>
          <a:p>
            <a:pPr lvl="1"/>
            <a:r>
              <a:rPr lang="en-US" altLang="en-US" sz="1800" dirty="0"/>
              <a:t>This occurs even though no buyer knows the other buyers</a:t>
            </a:r>
            <a:r>
              <a:rPr lang="ja-JP" altLang="en-US" sz="1800" dirty="0"/>
              <a:t>’</a:t>
            </a:r>
            <a:r>
              <a:rPr lang="en-US" altLang="ja-JP" sz="1800" dirty="0"/>
              <a:t> valuations!</a:t>
            </a:r>
          </a:p>
          <a:p>
            <a:pPr eaLnBrk="1" hangingPunct="1"/>
            <a:endParaRPr lang="en-US" altLang="ja-JP" sz="2000" dirty="0"/>
          </a:p>
          <a:p>
            <a:pPr eaLnBrk="1" hangingPunct="1"/>
            <a:r>
              <a:rPr lang="en-US" altLang="ja-JP" sz="2000" b="1" dirty="0"/>
              <a:t>Why? </a:t>
            </a:r>
            <a:r>
              <a:rPr lang="en-US" altLang="ja-JP" sz="2000" dirty="0"/>
              <a:t>Because bids do not depend on one’s beliefs! </a:t>
            </a:r>
          </a:p>
          <a:p>
            <a:pPr lvl="1"/>
            <a:r>
              <a:rPr lang="en-US" altLang="ja-JP" sz="1800" dirty="0"/>
              <a:t>It is a dominant strategy to state one’s true valuation.</a:t>
            </a:r>
          </a:p>
          <a:p>
            <a:pPr lvl="1"/>
            <a:endParaRPr lang="en-US" altLang="ja-JP" sz="1800" dirty="0"/>
          </a:p>
          <a:p>
            <a:pPr lvl="1"/>
            <a:endParaRPr lang="en-US" altLang="ja-JP" sz="1800" b="1" dirty="0"/>
          </a:p>
          <a:p>
            <a:pPr marL="0" indent="0">
              <a:buNone/>
            </a:pPr>
            <a:r>
              <a:rPr lang="en-US" altLang="ja-JP" sz="1800" b="1" dirty="0"/>
              <a:t>Let us consider a simple two bidder example…</a:t>
            </a:r>
          </a:p>
          <a:p>
            <a:pPr eaLnBrk="1" hangingPunct="1"/>
            <a:endParaRPr lang="en-US" altLang="en-US" sz="2000" dirty="0"/>
          </a:p>
          <a:p>
            <a:pPr marL="0" indent="0" eaLnBrk="1" hangingPunct="1">
              <a:buNone/>
            </a:pPr>
            <a:endParaRPr lang="en-US" altLang="en-US" sz="2000" dirty="0"/>
          </a:p>
          <a:p>
            <a:pPr eaLnBrk="1" hangingPunct="1"/>
            <a:endParaRPr lang="en-US" altLang="en-US" sz="2000" dirty="0"/>
          </a:p>
        </p:txBody>
      </p:sp>
      <p:sp>
        <p:nvSpPr>
          <p:cNvPr id="3" name="Slide Number Placeholder 2">
            <a:extLst>
              <a:ext uri="{FF2B5EF4-FFF2-40B4-BE49-F238E27FC236}">
                <a16:creationId xmlns:a16="http://schemas.microsoft.com/office/drawing/2014/main" id="{11BF92DE-8FC1-7063-4C4A-DD699FB9325B}"/>
              </a:ext>
            </a:extLst>
          </p:cNvPr>
          <p:cNvSpPr>
            <a:spLocks noGrp="1"/>
          </p:cNvSpPr>
          <p:nvPr>
            <p:ph type="sldNum" sz="quarter" idx="12"/>
          </p:nvPr>
        </p:nvSpPr>
        <p:spPr/>
        <p:txBody>
          <a:bodyPr/>
          <a:lstStyle/>
          <a:p>
            <a:fld id="{F094D3FE-586B-47BD-AB77-64C19248A5CB}" type="slidenum">
              <a:rPr lang="en-GB" smtClean="0"/>
              <a:t>22</a:t>
            </a:fld>
            <a:endParaRPr lang="en-GB"/>
          </a:p>
        </p:txBody>
      </p:sp>
    </p:spTree>
    <p:extLst>
      <p:ext uri="{BB962C8B-B14F-4D97-AF65-F5344CB8AC3E}">
        <p14:creationId xmlns:p14="http://schemas.microsoft.com/office/powerpoint/2010/main" val="2458732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3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938">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93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title"/>
          </p:nvPr>
        </p:nvSpPr>
        <p:spPr/>
        <p:txBody>
          <a:bodyPr/>
          <a:lstStyle/>
          <a:p>
            <a:pPr eaLnBrk="1" hangingPunct="1"/>
            <a:r>
              <a:rPr lang="en-US" altLang="en-US"/>
              <a:t>Truth Telling in Second Price Auction</a:t>
            </a:r>
          </a:p>
        </p:txBody>
      </p:sp>
      <mc:AlternateContent xmlns:mc="http://schemas.openxmlformats.org/markup-compatibility/2006" xmlns:a14="http://schemas.microsoft.com/office/drawing/2010/main">
        <mc:Choice Requires="a14">
          <p:sp>
            <p:nvSpPr>
              <p:cNvPr id="39938" name="Rectangle 3"/>
              <p:cNvSpPr>
                <a:spLocks noGrp="1" noChangeArrowheads="1"/>
              </p:cNvSpPr>
              <p:nvPr>
                <p:ph idx="1"/>
              </p:nvPr>
            </p:nvSpPr>
            <p:spPr>
              <a:xfrm>
                <a:off x="838199" y="1456791"/>
                <a:ext cx="10421679" cy="4899559"/>
              </a:xfrm>
            </p:spPr>
            <p:txBody>
              <a:bodyPr>
                <a:normAutofit/>
              </a:bodyPr>
              <a:lstStyle/>
              <a:p>
                <a:pPr marL="0" indent="0">
                  <a:buNone/>
                </a:pPr>
                <a:endParaRPr lang="en-US" altLang="en-US" sz="2000" dirty="0"/>
              </a:p>
              <a:p>
                <a:pPr marL="0" indent="0">
                  <a:buNone/>
                </a:pPr>
                <a:r>
                  <a:rPr lang="en-US" altLang="en-US" sz="2000" dirty="0"/>
                  <a:t>For example, consider two bidders with true valuations</a:t>
                </a:r>
                <a:r>
                  <a:rPr lang="en-US" altLang="en-US" sz="2000" spc="150" dirty="0"/>
                  <a:t> </a:t>
                </a:r>
                <a14:m>
                  <m:oMath xmlns:m="http://schemas.openxmlformats.org/officeDocument/2006/math">
                    <m:sSub>
                      <m:sSubPr>
                        <m:ctrlPr>
                          <a:rPr lang="en-SG" altLang="en-US" sz="2000" i="1" spc="150">
                            <a:latin typeface="Cambria Math" panose="02040503050406030204" pitchFamily="18" charset="0"/>
                          </a:rPr>
                        </m:ctrlPr>
                      </m:sSubPr>
                      <m:e>
                        <m:r>
                          <a:rPr lang="en-SG" altLang="en-US" sz="2000" i="1" spc="150">
                            <a:latin typeface="Cambria Math" panose="02040503050406030204" pitchFamily="18" charset="0"/>
                          </a:rPr>
                          <m:t>𝑣</m:t>
                        </m:r>
                      </m:e>
                      <m:sub>
                        <m:r>
                          <a:rPr lang="en-SG" altLang="en-US" sz="2000" i="1" spc="150">
                            <a:latin typeface="Cambria Math" panose="02040503050406030204" pitchFamily="18" charset="0"/>
                          </a:rPr>
                          <m:t>1</m:t>
                        </m:r>
                      </m:sub>
                    </m:sSub>
                  </m:oMath>
                </a14:m>
                <a:r>
                  <a:rPr lang="en-US" altLang="en-US" sz="2000" dirty="0"/>
                  <a:t> and </a:t>
                </a:r>
                <a14:m>
                  <m:oMath xmlns:m="http://schemas.openxmlformats.org/officeDocument/2006/math">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𝑣</m:t>
                        </m:r>
                      </m:e>
                      <m:sub>
                        <m:r>
                          <a:rPr lang="en-SG" altLang="en-US" sz="2000" i="1">
                            <a:latin typeface="Cambria Math" panose="02040503050406030204" pitchFamily="18" charset="0"/>
                          </a:rPr>
                          <m:t>2</m:t>
                        </m:r>
                      </m:sub>
                    </m:sSub>
                  </m:oMath>
                </a14:m>
                <a:r>
                  <a:rPr lang="en-US" altLang="en-US" sz="2000" dirty="0"/>
                  <a:t> who bid </a:t>
                </a:r>
                <a14:m>
                  <m:oMath xmlns:m="http://schemas.openxmlformats.org/officeDocument/2006/math">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𝑏</m:t>
                        </m:r>
                      </m:e>
                      <m:sub>
                        <m:r>
                          <a:rPr lang="en-SG" altLang="en-US" sz="2000" i="1">
                            <a:latin typeface="Cambria Math" panose="02040503050406030204" pitchFamily="18" charset="0"/>
                          </a:rPr>
                          <m:t>1</m:t>
                        </m:r>
                      </m:sub>
                    </m:sSub>
                  </m:oMath>
                </a14:m>
                <a:r>
                  <a:rPr lang="en-US" altLang="en-US" sz="2000" dirty="0"/>
                  <a:t> and </a:t>
                </a:r>
                <a14:m>
                  <m:oMath xmlns:m="http://schemas.openxmlformats.org/officeDocument/2006/math">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𝑏</m:t>
                        </m:r>
                      </m:e>
                      <m:sub>
                        <m:r>
                          <a:rPr lang="en-SG" altLang="en-US" sz="2000" i="1">
                            <a:latin typeface="Cambria Math" panose="02040503050406030204" pitchFamily="18" charset="0"/>
                          </a:rPr>
                          <m:t>2</m:t>
                        </m:r>
                      </m:sub>
                    </m:sSub>
                  </m:oMath>
                </a14:m>
                <a:r>
                  <a:rPr lang="en-US" altLang="en-US" sz="2000" dirty="0"/>
                  <a:t>.</a:t>
                </a:r>
              </a:p>
              <a:p>
                <a:endParaRPr lang="en-US" altLang="en-US" sz="2000" dirty="0"/>
              </a:p>
              <a:p>
                <a:r>
                  <a:rPr lang="en-US" altLang="en-US" sz="2000" dirty="0"/>
                  <a:t>What is the best response of bidder 1 to </a:t>
                </a:r>
                <a:r>
                  <a:rPr lang="en-US" altLang="en-US" sz="2000" u="sng" dirty="0"/>
                  <a:t>any bid </a:t>
                </a:r>
                <a14:m>
                  <m:oMath xmlns:m="http://schemas.openxmlformats.org/officeDocument/2006/math">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𝑏</m:t>
                        </m:r>
                      </m:e>
                      <m:sub>
                        <m:r>
                          <a:rPr lang="en-SG" altLang="en-US" sz="2000" b="0" i="1" smtClean="0">
                            <a:latin typeface="Cambria Math" panose="02040503050406030204" pitchFamily="18" charset="0"/>
                          </a:rPr>
                          <m:t>2</m:t>
                        </m:r>
                      </m:sub>
                    </m:sSub>
                  </m:oMath>
                </a14:m>
                <a:r>
                  <a:rPr lang="en-US" altLang="en-US" sz="2000" dirty="0"/>
                  <a:t> by bidder 2?</a:t>
                </a:r>
              </a:p>
              <a:p>
                <a:pPr marL="914400" lvl="1" indent="-457200">
                  <a:buFont typeface="+mj-lt"/>
                  <a:buAutoNum type="arabicPeriod"/>
                </a:pPr>
                <a:r>
                  <a:rPr lang="en-US" altLang="en-US" sz="1800" dirty="0"/>
                  <a:t>If </a:t>
                </a:r>
                <a14:m>
                  <m:oMath xmlns:m="http://schemas.openxmlformats.org/officeDocument/2006/math">
                    <m:sSub>
                      <m:sSubPr>
                        <m:ctrlPr>
                          <a:rPr lang="en-SG" altLang="en-US" sz="1800" b="0" i="1" smtClean="0">
                            <a:latin typeface="Cambria Math" panose="02040503050406030204" pitchFamily="18" charset="0"/>
                          </a:rPr>
                        </m:ctrlPr>
                      </m:sSubPr>
                      <m:e>
                        <m:r>
                          <a:rPr lang="en-SG" altLang="en-US" sz="1800" b="0" i="1" smtClean="0">
                            <a:latin typeface="Cambria Math" panose="02040503050406030204" pitchFamily="18" charset="0"/>
                          </a:rPr>
                          <m:t>𝑣</m:t>
                        </m:r>
                      </m:e>
                      <m:sub>
                        <m:r>
                          <a:rPr lang="en-SG" altLang="en-US" sz="1800" b="0" i="1" smtClean="0">
                            <a:latin typeface="Cambria Math" panose="02040503050406030204" pitchFamily="18" charset="0"/>
                          </a:rPr>
                          <m:t>1</m:t>
                        </m:r>
                      </m:sub>
                    </m:sSub>
                    <m:r>
                      <a:rPr lang="en-SG" altLang="en-US" sz="1800" b="0" i="1" smtClean="0">
                        <a:latin typeface="Cambria Math" panose="02040503050406030204" pitchFamily="18" charset="0"/>
                      </a:rPr>
                      <m:t>&gt;</m:t>
                    </m:r>
                    <m:sSub>
                      <m:sSubPr>
                        <m:ctrlPr>
                          <a:rPr lang="en-SG" altLang="en-US" sz="1800" b="0" i="1" smtClean="0">
                            <a:latin typeface="Cambria Math" panose="02040503050406030204" pitchFamily="18" charset="0"/>
                          </a:rPr>
                        </m:ctrlPr>
                      </m:sSubPr>
                      <m:e>
                        <m:r>
                          <a:rPr lang="en-SG" altLang="en-US" sz="1800" b="0" i="1" smtClean="0">
                            <a:latin typeface="Cambria Math" panose="02040503050406030204" pitchFamily="18" charset="0"/>
                          </a:rPr>
                          <m:t>𝑏</m:t>
                        </m:r>
                      </m:e>
                      <m:sub>
                        <m:r>
                          <a:rPr lang="en-SG" altLang="en-US" sz="1800" b="0" i="1" smtClean="0">
                            <a:latin typeface="Cambria Math" panose="02040503050406030204" pitchFamily="18" charset="0"/>
                          </a:rPr>
                          <m:t>2</m:t>
                        </m:r>
                      </m:sub>
                    </m:sSub>
                  </m:oMath>
                </a14:m>
                <a:r>
                  <a:rPr lang="en-US" altLang="en-US" sz="1800" dirty="0"/>
                  <a:t>, then setting </a:t>
                </a:r>
                <a14:m>
                  <m:oMath xmlns:m="http://schemas.openxmlformats.org/officeDocument/2006/math">
                    <m:sSub>
                      <m:sSubPr>
                        <m:ctrlPr>
                          <a:rPr lang="en-SG" altLang="en-US" sz="1800" b="0" i="1" smtClean="0">
                            <a:latin typeface="Cambria Math" panose="02040503050406030204" pitchFamily="18" charset="0"/>
                          </a:rPr>
                        </m:ctrlPr>
                      </m:sSubPr>
                      <m:e>
                        <m:r>
                          <a:rPr lang="en-SG" altLang="en-US" sz="1800" b="0" i="1" smtClean="0">
                            <a:latin typeface="Cambria Math" panose="02040503050406030204" pitchFamily="18" charset="0"/>
                          </a:rPr>
                          <m:t>𝑏</m:t>
                        </m:r>
                      </m:e>
                      <m:sub>
                        <m:r>
                          <a:rPr lang="en-SG" altLang="en-US" sz="1800" b="0" i="1" smtClean="0">
                            <a:latin typeface="Cambria Math" panose="02040503050406030204" pitchFamily="18" charset="0"/>
                          </a:rPr>
                          <m:t>1</m:t>
                        </m:r>
                      </m:sub>
                    </m:sSub>
                    <m:r>
                      <a:rPr lang="en-SG" altLang="en-US" sz="1800" b="0" i="1" smtClean="0">
                        <a:latin typeface="Cambria Math" panose="02040503050406030204" pitchFamily="18" charset="0"/>
                      </a:rPr>
                      <m:t>=</m:t>
                    </m:r>
                    <m:sSub>
                      <m:sSubPr>
                        <m:ctrlPr>
                          <a:rPr lang="en-SG" altLang="en-US" sz="1800" b="0" i="1" smtClean="0">
                            <a:latin typeface="Cambria Math" panose="02040503050406030204" pitchFamily="18" charset="0"/>
                          </a:rPr>
                        </m:ctrlPr>
                      </m:sSubPr>
                      <m:e>
                        <m:r>
                          <a:rPr lang="en-SG" altLang="en-US" sz="1800" b="0" i="1" smtClean="0">
                            <a:latin typeface="Cambria Math" panose="02040503050406030204" pitchFamily="18" charset="0"/>
                          </a:rPr>
                          <m:t>𝑣</m:t>
                        </m:r>
                      </m:e>
                      <m:sub>
                        <m:r>
                          <a:rPr lang="en-SG" altLang="en-US" sz="1800" b="0" i="1" smtClean="0">
                            <a:latin typeface="Cambria Math" panose="02040503050406030204" pitchFamily="18" charset="0"/>
                          </a:rPr>
                          <m:t>1</m:t>
                        </m:r>
                      </m:sub>
                    </m:sSub>
                  </m:oMath>
                </a14:m>
                <a:r>
                  <a:rPr lang="en-US" altLang="en-US" sz="1800" dirty="0"/>
                  <a:t> will result in a win and maximum positive payoff.</a:t>
                </a:r>
              </a:p>
              <a:p>
                <a:pPr marL="914400" lvl="1" indent="-457200">
                  <a:buFont typeface="+mj-lt"/>
                  <a:buAutoNum type="arabicPeriod"/>
                </a:pPr>
                <a:r>
                  <a:rPr lang="en-US" altLang="en-US" sz="1800" dirty="0"/>
                  <a:t>If </a:t>
                </a:r>
                <a14:m>
                  <m:oMath xmlns:m="http://schemas.openxmlformats.org/officeDocument/2006/math">
                    <m:sSub>
                      <m:sSubPr>
                        <m:ctrlPr>
                          <a:rPr lang="en-SG" altLang="en-US" sz="1800" b="0" i="1" smtClean="0">
                            <a:latin typeface="Cambria Math" panose="02040503050406030204" pitchFamily="18" charset="0"/>
                          </a:rPr>
                        </m:ctrlPr>
                      </m:sSubPr>
                      <m:e>
                        <m:r>
                          <a:rPr lang="en-SG" altLang="en-US" sz="1800" b="0" i="1" smtClean="0">
                            <a:latin typeface="Cambria Math" panose="02040503050406030204" pitchFamily="18" charset="0"/>
                          </a:rPr>
                          <m:t>𝑣</m:t>
                        </m:r>
                      </m:e>
                      <m:sub>
                        <m:r>
                          <a:rPr lang="en-SG" altLang="en-US" sz="1800" b="0" i="1" smtClean="0">
                            <a:latin typeface="Cambria Math" panose="02040503050406030204" pitchFamily="18" charset="0"/>
                          </a:rPr>
                          <m:t>1</m:t>
                        </m:r>
                      </m:sub>
                    </m:sSub>
                    <m:r>
                      <a:rPr lang="en-SG" altLang="en-US" sz="1800" b="0" i="1" smtClean="0">
                        <a:latin typeface="Cambria Math" panose="02040503050406030204" pitchFamily="18" charset="0"/>
                      </a:rPr>
                      <m:t>&lt;</m:t>
                    </m:r>
                    <m:sSub>
                      <m:sSubPr>
                        <m:ctrlPr>
                          <a:rPr lang="en-SG" altLang="en-US" sz="1800" b="0" i="1" smtClean="0">
                            <a:latin typeface="Cambria Math" panose="02040503050406030204" pitchFamily="18" charset="0"/>
                          </a:rPr>
                        </m:ctrlPr>
                      </m:sSubPr>
                      <m:e>
                        <m:r>
                          <a:rPr lang="en-SG" altLang="en-US" sz="1800" b="0" i="1" smtClean="0">
                            <a:latin typeface="Cambria Math" panose="02040503050406030204" pitchFamily="18" charset="0"/>
                          </a:rPr>
                          <m:t>𝑏</m:t>
                        </m:r>
                      </m:e>
                      <m:sub>
                        <m:r>
                          <a:rPr lang="en-SG" altLang="en-US" sz="1800" b="0" i="1" smtClean="0">
                            <a:latin typeface="Cambria Math" panose="02040503050406030204" pitchFamily="18" charset="0"/>
                          </a:rPr>
                          <m:t>2</m:t>
                        </m:r>
                      </m:sub>
                    </m:sSub>
                  </m:oMath>
                </a14:m>
                <a:r>
                  <a:rPr lang="en-US" altLang="en-US" sz="1800" dirty="0"/>
                  <a:t>, then setting </a:t>
                </a:r>
                <a14:m>
                  <m:oMath xmlns:m="http://schemas.openxmlformats.org/officeDocument/2006/math">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𝑏</m:t>
                        </m:r>
                      </m:e>
                      <m:sub>
                        <m:r>
                          <a:rPr lang="en-SG" altLang="en-US" sz="1800" i="1">
                            <a:latin typeface="Cambria Math" panose="02040503050406030204" pitchFamily="18" charset="0"/>
                          </a:rPr>
                          <m:t>1</m:t>
                        </m:r>
                      </m:sub>
                    </m:sSub>
                    <m:r>
                      <a:rPr lang="en-SG" altLang="en-US" sz="1800" i="1">
                        <a:latin typeface="Cambria Math" panose="02040503050406030204" pitchFamily="18" charset="0"/>
                      </a:rPr>
                      <m:t>=</m:t>
                    </m:r>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𝑣</m:t>
                        </m:r>
                      </m:e>
                      <m:sub>
                        <m:r>
                          <a:rPr lang="en-SG" altLang="en-US" sz="1800" i="1">
                            <a:latin typeface="Cambria Math" panose="02040503050406030204" pitchFamily="18" charset="0"/>
                          </a:rPr>
                          <m:t>1</m:t>
                        </m:r>
                      </m:sub>
                    </m:sSub>
                    <m:r>
                      <a:rPr lang="en-SG" altLang="en-US" sz="1800" i="1">
                        <a:latin typeface="Cambria Math" panose="02040503050406030204" pitchFamily="18" charset="0"/>
                      </a:rPr>
                      <m:t> </m:t>
                    </m:r>
                  </m:oMath>
                </a14:m>
                <a:r>
                  <a:rPr lang="en-US" altLang="en-US" sz="1800" dirty="0"/>
                  <a:t>will result in a loss and maximal zero payoff.</a:t>
                </a:r>
              </a:p>
              <a:p>
                <a:pPr marL="914400" lvl="1" indent="-457200">
                  <a:buFont typeface="+mj-lt"/>
                  <a:buAutoNum type="arabicPeriod"/>
                </a:pPr>
                <a:r>
                  <a:rPr lang="en-US" altLang="en-US" sz="1800" dirty="0"/>
                  <a:t>If </a:t>
                </a:r>
                <a14:m>
                  <m:oMath xmlns:m="http://schemas.openxmlformats.org/officeDocument/2006/math">
                    <m:sSub>
                      <m:sSubPr>
                        <m:ctrlPr>
                          <a:rPr lang="en-SG" altLang="en-US" sz="1800" b="0" i="1" smtClean="0">
                            <a:latin typeface="Cambria Math" panose="02040503050406030204" pitchFamily="18" charset="0"/>
                          </a:rPr>
                        </m:ctrlPr>
                      </m:sSubPr>
                      <m:e>
                        <m:r>
                          <a:rPr lang="en-SG" altLang="en-US" sz="1800" b="0" i="1" smtClean="0">
                            <a:latin typeface="Cambria Math" panose="02040503050406030204" pitchFamily="18" charset="0"/>
                          </a:rPr>
                          <m:t>𝑣</m:t>
                        </m:r>
                      </m:e>
                      <m:sub>
                        <m:r>
                          <a:rPr lang="en-SG" altLang="en-US" sz="1800" b="0" i="1" smtClean="0">
                            <a:latin typeface="Cambria Math" panose="02040503050406030204" pitchFamily="18" charset="0"/>
                          </a:rPr>
                          <m:t>1</m:t>
                        </m:r>
                      </m:sub>
                    </m:sSub>
                    <m:r>
                      <a:rPr lang="en-SG" altLang="en-US" sz="1800" b="0" i="1" smtClean="0">
                        <a:latin typeface="Cambria Math" panose="02040503050406030204" pitchFamily="18" charset="0"/>
                      </a:rPr>
                      <m:t>=</m:t>
                    </m:r>
                    <m:sSub>
                      <m:sSubPr>
                        <m:ctrlPr>
                          <a:rPr lang="en-SG" altLang="en-US" sz="1800" b="0" i="1" smtClean="0">
                            <a:latin typeface="Cambria Math" panose="02040503050406030204" pitchFamily="18" charset="0"/>
                          </a:rPr>
                        </m:ctrlPr>
                      </m:sSubPr>
                      <m:e>
                        <m:r>
                          <a:rPr lang="en-SG" altLang="en-US" sz="1800" b="0" i="1" smtClean="0">
                            <a:latin typeface="Cambria Math" panose="02040503050406030204" pitchFamily="18" charset="0"/>
                          </a:rPr>
                          <m:t>𝑏</m:t>
                        </m:r>
                      </m:e>
                      <m:sub>
                        <m:r>
                          <a:rPr lang="en-SG" altLang="en-US" sz="1800" b="0" i="1" smtClean="0">
                            <a:latin typeface="Cambria Math" panose="02040503050406030204" pitchFamily="18" charset="0"/>
                          </a:rPr>
                          <m:t>2</m:t>
                        </m:r>
                      </m:sub>
                    </m:sSub>
                    <m:r>
                      <a:rPr lang="en-SG" altLang="en-US" sz="1800" b="0" i="1" smtClean="0">
                        <a:latin typeface="Cambria Math" panose="02040503050406030204" pitchFamily="18" charset="0"/>
                      </a:rPr>
                      <m:t>,</m:t>
                    </m:r>
                  </m:oMath>
                </a14:m>
                <a:r>
                  <a:rPr lang="en-US" altLang="en-US" sz="1800" dirty="0"/>
                  <a:t> then any strategy gives a payoff of 0.  </a:t>
                </a:r>
                <a14:m>
                  <m:oMath xmlns:m="http://schemas.openxmlformats.org/officeDocument/2006/math">
                    <m:sSub>
                      <m:sSubPr>
                        <m:ctrlPr>
                          <a:rPr lang="en-SG" altLang="en-US" sz="1800" b="0" i="1" smtClean="0">
                            <a:latin typeface="Cambria Math" panose="02040503050406030204" pitchFamily="18" charset="0"/>
                          </a:rPr>
                        </m:ctrlPr>
                      </m:sSubPr>
                      <m:e>
                        <m:r>
                          <a:rPr lang="en-SG" altLang="en-US" sz="1800" b="0" i="1" smtClean="0">
                            <a:latin typeface="Cambria Math" panose="02040503050406030204" pitchFamily="18" charset="0"/>
                          </a:rPr>
                          <m:t>𝑏</m:t>
                        </m:r>
                      </m:e>
                      <m:sub>
                        <m:r>
                          <a:rPr lang="en-SG" altLang="en-US" sz="1800" b="0" i="1" smtClean="0">
                            <a:latin typeface="Cambria Math" panose="02040503050406030204" pitchFamily="18" charset="0"/>
                          </a:rPr>
                          <m:t>1</m:t>
                        </m:r>
                      </m:sub>
                    </m:sSub>
                    <m:r>
                      <a:rPr lang="en-SG" altLang="en-US" sz="1800" b="0" i="1" smtClean="0">
                        <a:latin typeface="Cambria Math" panose="02040503050406030204" pitchFamily="18" charset="0"/>
                      </a:rPr>
                      <m:t>=</m:t>
                    </m:r>
                    <m:sSub>
                      <m:sSubPr>
                        <m:ctrlPr>
                          <a:rPr lang="en-SG" altLang="en-US" sz="1800" b="0" i="1" smtClean="0">
                            <a:latin typeface="Cambria Math" panose="02040503050406030204" pitchFamily="18" charset="0"/>
                          </a:rPr>
                        </m:ctrlPr>
                      </m:sSubPr>
                      <m:e>
                        <m:r>
                          <a:rPr lang="en-SG" altLang="en-US" sz="1800" b="0" i="1" smtClean="0">
                            <a:latin typeface="Cambria Math" panose="02040503050406030204" pitchFamily="18" charset="0"/>
                          </a:rPr>
                          <m:t>𝑣</m:t>
                        </m:r>
                      </m:e>
                      <m:sub>
                        <m:r>
                          <a:rPr lang="en-SG" altLang="en-US" sz="1800" b="0" i="1" smtClean="0">
                            <a:latin typeface="Cambria Math" panose="02040503050406030204" pitchFamily="18" charset="0"/>
                          </a:rPr>
                          <m:t>1</m:t>
                        </m:r>
                      </m:sub>
                    </m:sSub>
                  </m:oMath>
                </a14:m>
                <a:r>
                  <a:rPr lang="en-US" altLang="en-US" sz="1800" dirty="0"/>
                  <a:t> hence results in a maximal payoff.</a:t>
                </a:r>
              </a:p>
              <a:p>
                <a:pPr lvl="1"/>
                <a:endParaRPr lang="en-US" altLang="en-US" sz="2000" dirty="0"/>
              </a:p>
              <a:p>
                <a:r>
                  <a:rPr lang="en-US" altLang="en-US" sz="2000" b="1" dirty="0"/>
                  <a:t>No matter what is the other’s strategy, telling the truth is a </a:t>
                </a:r>
                <a:r>
                  <a:rPr lang="en-US" altLang="en-US" sz="2000" b="1" i="1" u="sng" dirty="0">
                    <a:solidFill>
                      <a:srgbClr val="0000FF"/>
                    </a:solidFill>
                  </a:rPr>
                  <a:t>weakly dominant strategy</a:t>
                </a:r>
                <a:r>
                  <a:rPr lang="en-US" altLang="en-US" sz="2000" b="1" dirty="0"/>
                  <a:t>!</a:t>
                </a:r>
              </a:p>
              <a:p>
                <a:endParaRPr lang="en-US" altLang="en-US" sz="2000" dirty="0"/>
              </a:p>
              <a:p>
                <a:pPr marL="0" indent="0">
                  <a:buNone/>
                </a:pPr>
                <a:endParaRPr lang="en-US" altLang="en-US" sz="2000" dirty="0"/>
              </a:p>
              <a:p>
                <a:pPr eaLnBrk="1" hangingPunct="1"/>
                <a:endParaRPr lang="en-US" altLang="en-US" sz="2000" dirty="0"/>
              </a:p>
              <a:p>
                <a:pPr marL="0" indent="0">
                  <a:buNone/>
                </a:pPr>
                <a:endParaRPr lang="en-US" altLang="en-US" sz="2000" dirty="0"/>
              </a:p>
              <a:p>
                <a:pPr eaLnBrk="1" hangingPunct="1"/>
                <a:endParaRPr lang="en-US" altLang="en-US" sz="2000" dirty="0"/>
              </a:p>
            </p:txBody>
          </p:sp>
        </mc:Choice>
        <mc:Fallback xmlns="">
          <p:sp>
            <p:nvSpPr>
              <p:cNvPr id="39938" name="Rectangle 3"/>
              <p:cNvSpPr>
                <a:spLocks noGrp="1" noRot="1" noChangeAspect="1" noMove="1" noResize="1" noEditPoints="1" noAdjustHandles="1" noChangeArrowheads="1" noChangeShapeType="1" noTextEdit="1"/>
              </p:cNvSpPr>
              <p:nvPr>
                <p:ph idx="1"/>
              </p:nvPr>
            </p:nvSpPr>
            <p:spPr>
              <a:xfrm>
                <a:off x="838199" y="1456791"/>
                <a:ext cx="10421679" cy="4899559"/>
              </a:xfrm>
              <a:blipFill>
                <a:blip r:embed="rId3"/>
                <a:stretch>
                  <a:fillRect l="-585"/>
                </a:stretch>
              </a:blipFill>
            </p:spPr>
            <p:txBody>
              <a:bodyPr/>
              <a:lstStyle/>
              <a:p>
                <a:r>
                  <a:rPr lang="en-SG">
                    <a:noFill/>
                  </a:rPr>
                  <a:t> </a:t>
                </a:r>
              </a:p>
            </p:txBody>
          </p:sp>
        </mc:Fallback>
      </mc:AlternateContent>
      <p:sp>
        <p:nvSpPr>
          <p:cNvPr id="3" name="Slide Number Placeholder 2">
            <a:extLst>
              <a:ext uri="{FF2B5EF4-FFF2-40B4-BE49-F238E27FC236}">
                <a16:creationId xmlns:a16="http://schemas.microsoft.com/office/drawing/2014/main" id="{C49E6669-D2B8-E234-2AC9-6CA92BEEBC12}"/>
              </a:ext>
            </a:extLst>
          </p:cNvPr>
          <p:cNvSpPr>
            <a:spLocks noGrp="1"/>
          </p:cNvSpPr>
          <p:nvPr>
            <p:ph type="sldNum" sz="quarter" idx="12"/>
          </p:nvPr>
        </p:nvSpPr>
        <p:spPr/>
        <p:txBody>
          <a:bodyPr/>
          <a:lstStyle/>
          <a:p>
            <a:fld id="{F094D3FE-586B-47BD-AB77-64C19248A5CB}" type="slidenum">
              <a:rPr lang="en-GB" smtClean="0"/>
              <a:t>23</a:t>
            </a:fld>
            <a:endParaRPr lang="en-GB"/>
          </a:p>
        </p:txBody>
      </p:sp>
    </p:spTree>
    <p:extLst>
      <p:ext uri="{BB962C8B-B14F-4D97-AF65-F5344CB8AC3E}">
        <p14:creationId xmlns:p14="http://schemas.microsoft.com/office/powerpoint/2010/main" val="2319082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3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1E5843-6356-4A08-C092-887328DBC470}"/>
              </a:ext>
            </a:extLst>
          </p:cNvPr>
          <p:cNvSpPr/>
          <p:nvPr/>
        </p:nvSpPr>
        <p:spPr>
          <a:xfrm>
            <a:off x="709055" y="4308832"/>
            <a:ext cx="10515600" cy="95900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9937" name="Rectangle 2"/>
          <p:cNvSpPr>
            <a:spLocks noGrp="1" noChangeArrowheads="1"/>
          </p:cNvSpPr>
          <p:nvPr>
            <p:ph type="title"/>
          </p:nvPr>
        </p:nvSpPr>
        <p:spPr/>
        <p:txBody>
          <a:bodyPr/>
          <a:lstStyle/>
          <a:p>
            <a:pPr eaLnBrk="1" hangingPunct="1"/>
            <a:r>
              <a:rPr lang="en-US" altLang="en-US"/>
              <a:t>Truth Telling in Second Price Auction</a:t>
            </a:r>
          </a:p>
        </p:txBody>
      </p:sp>
      <mc:AlternateContent xmlns:mc="http://schemas.openxmlformats.org/markup-compatibility/2006" xmlns:a14="http://schemas.microsoft.com/office/drawing/2010/main">
        <mc:Choice Requires="a14">
          <p:sp>
            <p:nvSpPr>
              <p:cNvPr id="39938" name="Rectangle 3"/>
              <p:cNvSpPr>
                <a:spLocks noGrp="1" noChangeArrowheads="1"/>
              </p:cNvSpPr>
              <p:nvPr>
                <p:ph idx="1"/>
              </p:nvPr>
            </p:nvSpPr>
            <p:spPr>
              <a:xfrm>
                <a:off x="838199" y="1456791"/>
                <a:ext cx="10689078" cy="4899559"/>
              </a:xfrm>
            </p:spPr>
            <p:txBody>
              <a:bodyPr>
                <a:normAutofit/>
              </a:bodyPr>
              <a:lstStyle/>
              <a:p>
                <a:pPr marL="0" indent="0">
                  <a:buNone/>
                </a:pPr>
                <a:endParaRPr lang="en-US" altLang="en-US" sz="2000" b="1" dirty="0"/>
              </a:p>
              <a:p>
                <a:pPr marL="0" indent="0">
                  <a:buNone/>
                </a:pPr>
                <a:r>
                  <a:rPr lang="en-US" altLang="en-US" sz="2000" b="1" dirty="0"/>
                  <a:t>The previous result that truth telling </a:t>
                </a:r>
                <a:r>
                  <a:rPr lang="en-US" altLang="en-US" sz="2000" b="1" dirty="0" err="1"/>
                  <a:t>maximises</a:t>
                </a:r>
                <a:r>
                  <a:rPr lang="en-US" altLang="en-US" sz="2000" b="1" dirty="0"/>
                  <a:t> expected gains is very general.</a:t>
                </a:r>
              </a:p>
              <a:p>
                <a:pPr marL="0" indent="0">
                  <a:buNone/>
                </a:pPr>
                <a:endParaRPr lang="en-US" altLang="en-US" sz="2000" dirty="0"/>
              </a:p>
              <a:p>
                <a:r>
                  <a:rPr lang="en-US" altLang="en-US" sz="2000" dirty="0"/>
                  <a:t>Applies to cases with </a:t>
                </a:r>
                <a14:m>
                  <m:oMath xmlns:m="http://schemas.openxmlformats.org/officeDocument/2006/math">
                    <m:r>
                      <a:rPr lang="en-SG" altLang="en-US" sz="2000" b="0" i="1" smtClean="0">
                        <a:latin typeface="Cambria Math" panose="02040503050406030204" pitchFamily="18" charset="0"/>
                      </a:rPr>
                      <m:t>𝑁</m:t>
                    </m:r>
                    <m:r>
                      <a:rPr lang="en-SG" altLang="en-US" sz="2000" b="0" i="1" smtClean="0">
                        <a:latin typeface="Cambria Math" panose="02040503050406030204" pitchFamily="18" charset="0"/>
                      </a:rPr>
                      <m:t>&gt;2</m:t>
                    </m:r>
                  </m:oMath>
                </a14:m>
                <a:r>
                  <a:rPr lang="en-US" altLang="en-US" sz="2000" dirty="0"/>
                  <a:t> bidders.</a:t>
                </a:r>
              </a:p>
              <a:p>
                <a:endParaRPr lang="en-US" altLang="en-US" sz="2000" dirty="0"/>
              </a:p>
              <a:p>
                <a:r>
                  <a:rPr lang="en-US" altLang="en-US" sz="2000" dirty="0"/>
                  <a:t>Applies to cases where bidders believe that others have a </a:t>
                </a:r>
                <a:r>
                  <a:rPr lang="en-US" altLang="en-US" sz="2000" i="1" dirty="0"/>
                  <a:t>distribution</a:t>
                </a:r>
                <a:r>
                  <a:rPr lang="en-US" altLang="en-US" sz="2000" dirty="0"/>
                  <a:t> of valuations and bids.</a:t>
                </a:r>
              </a:p>
              <a:p>
                <a:pPr lvl="1"/>
                <a:endParaRPr lang="en-US" altLang="en-US" sz="1800" b="1" dirty="0">
                  <a:solidFill>
                    <a:srgbClr val="FF0000"/>
                  </a:solidFill>
                </a:endParaRPr>
              </a:p>
              <a:p>
                <a:pPr marL="0" indent="0">
                  <a:buNone/>
                </a:pPr>
                <a:endParaRPr lang="en-US" altLang="en-US" sz="2000" dirty="0"/>
              </a:p>
              <a:p>
                <a:r>
                  <a:rPr lang="en-US" altLang="en-US" sz="2000" dirty="0"/>
                  <a:t>For the second price auction, the </a:t>
                </a:r>
                <a:r>
                  <a:rPr lang="en-US" altLang="en-US" sz="2000" b="1" dirty="0">
                    <a:solidFill>
                      <a:srgbClr val="0000FF"/>
                    </a:solidFill>
                  </a:rPr>
                  <a:t>BNE is to bid </a:t>
                </a:r>
                <a14:m>
                  <m:oMath xmlns:m="http://schemas.openxmlformats.org/officeDocument/2006/math">
                    <m:sSub>
                      <m:sSubPr>
                        <m:ctrlPr>
                          <a:rPr lang="en-SG" altLang="en-US" sz="2000" b="1" i="1" smtClean="0">
                            <a:solidFill>
                              <a:srgbClr val="0000FF"/>
                            </a:solidFill>
                            <a:latin typeface="Cambria Math" panose="02040503050406030204" pitchFamily="18" charset="0"/>
                          </a:rPr>
                        </m:ctrlPr>
                      </m:sSubPr>
                      <m:e>
                        <m:r>
                          <a:rPr lang="en-SG" altLang="en-US" sz="2000" b="1" i="1" smtClean="0">
                            <a:solidFill>
                              <a:srgbClr val="0000FF"/>
                            </a:solidFill>
                            <a:latin typeface="Cambria Math" panose="02040503050406030204" pitchFamily="18" charset="0"/>
                          </a:rPr>
                          <m:t>𝒗</m:t>
                        </m:r>
                      </m:e>
                      <m:sub>
                        <m:r>
                          <a:rPr lang="en-SG" altLang="en-US" sz="2000" b="1" i="1" smtClean="0">
                            <a:solidFill>
                              <a:srgbClr val="0000FF"/>
                            </a:solidFill>
                            <a:latin typeface="Cambria Math" panose="02040503050406030204" pitchFamily="18" charset="0"/>
                          </a:rPr>
                          <m:t>𝒊</m:t>
                        </m:r>
                      </m:sub>
                    </m:sSub>
                  </m:oMath>
                </a14:m>
                <a:r>
                  <a:rPr lang="en-US" altLang="en-US" sz="2000" dirty="0">
                    <a:solidFill>
                      <a:schemeClr val="tx1"/>
                    </a:solidFill>
                  </a:rPr>
                  <a:t>, i.e. Truth Telling.</a:t>
                </a:r>
              </a:p>
              <a:p>
                <a:pPr marL="0" indent="0">
                  <a:buNone/>
                </a:pPr>
                <a:endParaRPr lang="en-US" altLang="en-US" sz="2000" dirty="0"/>
              </a:p>
              <a:p>
                <a:pPr eaLnBrk="1" hangingPunct="1"/>
                <a:endParaRPr lang="en-US" altLang="en-US" sz="2000" dirty="0"/>
              </a:p>
              <a:p>
                <a:pPr marL="0" indent="0">
                  <a:buNone/>
                </a:pPr>
                <a:endParaRPr lang="en-US" altLang="en-US" sz="2000" dirty="0"/>
              </a:p>
              <a:p>
                <a:pPr eaLnBrk="1" hangingPunct="1"/>
                <a:endParaRPr lang="en-US" altLang="en-US" sz="2000" dirty="0"/>
              </a:p>
            </p:txBody>
          </p:sp>
        </mc:Choice>
        <mc:Fallback xmlns="">
          <p:sp>
            <p:nvSpPr>
              <p:cNvPr id="39938" name="Rectangle 3"/>
              <p:cNvSpPr>
                <a:spLocks noGrp="1" noRot="1" noChangeAspect="1" noMove="1" noResize="1" noEditPoints="1" noAdjustHandles="1" noChangeArrowheads="1" noChangeShapeType="1" noTextEdit="1"/>
              </p:cNvSpPr>
              <p:nvPr>
                <p:ph idx="1"/>
              </p:nvPr>
            </p:nvSpPr>
            <p:spPr>
              <a:xfrm>
                <a:off x="838199" y="1456791"/>
                <a:ext cx="10689078" cy="4899559"/>
              </a:xfrm>
              <a:blipFill>
                <a:blip r:embed="rId3"/>
                <a:stretch>
                  <a:fillRect l="-570"/>
                </a:stretch>
              </a:blipFill>
            </p:spPr>
            <p:txBody>
              <a:bodyPr/>
              <a:lstStyle/>
              <a:p>
                <a:r>
                  <a:rPr lang="en-SG">
                    <a:noFill/>
                  </a:rPr>
                  <a:t> </a:t>
                </a:r>
              </a:p>
            </p:txBody>
          </p:sp>
        </mc:Fallback>
      </mc:AlternateContent>
      <p:sp>
        <p:nvSpPr>
          <p:cNvPr id="3" name="Slide Number Placeholder 2">
            <a:extLst>
              <a:ext uri="{FF2B5EF4-FFF2-40B4-BE49-F238E27FC236}">
                <a16:creationId xmlns:a16="http://schemas.microsoft.com/office/drawing/2014/main" id="{FA271867-7320-7E5F-137D-5DB3A961F2C0}"/>
              </a:ext>
            </a:extLst>
          </p:cNvPr>
          <p:cNvSpPr>
            <a:spLocks noGrp="1"/>
          </p:cNvSpPr>
          <p:nvPr>
            <p:ph type="sldNum" sz="quarter" idx="12"/>
          </p:nvPr>
        </p:nvSpPr>
        <p:spPr/>
        <p:txBody>
          <a:bodyPr/>
          <a:lstStyle/>
          <a:p>
            <a:fld id="{F094D3FE-586B-47BD-AB77-64C19248A5CB}" type="slidenum">
              <a:rPr lang="en-GB" smtClean="0"/>
              <a:t>24</a:t>
            </a:fld>
            <a:endParaRPr lang="en-GB"/>
          </a:p>
        </p:txBody>
      </p:sp>
    </p:spTree>
    <p:extLst>
      <p:ext uri="{BB962C8B-B14F-4D97-AF65-F5344CB8AC3E}">
        <p14:creationId xmlns:p14="http://schemas.microsoft.com/office/powerpoint/2010/main" val="27064412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p:txBody>
          <a:bodyPr/>
          <a:lstStyle/>
          <a:p>
            <a:pPr eaLnBrk="1" hangingPunct="1"/>
            <a:r>
              <a:rPr lang="en-US" altLang="en-US"/>
              <a:t>Comments</a:t>
            </a:r>
          </a:p>
        </p:txBody>
      </p:sp>
      <p:sp>
        <p:nvSpPr>
          <p:cNvPr id="35842" name="Rectangle 3"/>
          <p:cNvSpPr>
            <a:spLocks noGrp="1" noChangeArrowheads="1"/>
          </p:cNvSpPr>
          <p:nvPr>
            <p:ph idx="1"/>
          </p:nvPr>
        </p:nvSpPr>
        <p:spPr>
          <a:xfrm>
            <a:off x="838200" y="1456791"/>
            <a:ext cx="10368516" cy="4755473"/>
          </a:xfrm>
        </p:spPr>
        <p:txBody>
          <a:bodyPr>
            <a:normAutofit/>
          </a:bodyPr>
          <a:lstStyle/>
          <a:p>
            <a:pPr eaLnBrk="1" hangingPunct="1"/>
            <a:endParaRPr lang="en-US" altLang="en-US" sz="2000" dirty="0"/>
          </a:p>
          <a:p>
            <a:pPr eaLnBrk="1" hangingPunct="1"/>
            <a:r>
              <a:rPr lang="en-US" altLang="en-US" sz="2000" dirty="0"/>
              <a:t>Some of these auctions are very similar in terms of efficiency. </a:t>
            </a:r>
            <a:br>
              <a:rPr lang="en-US" altLang="en-US" sz="2000" dirty="0"/>
            </a:br>
            <a:r>
              <a:rPr lang="en-US" altLang="en-US" sz="2000" dirty="0"/>
              <a:t>This is because they are somewhat </a:t>
            </a:r>
            <a:r>
              <a:rPr lang="en-US" altLang="en-US" sz="2000" b="1" dirty="0">
                <a:solidFill>
                  <a:srgbClr val="FF0000"/>
                </a:solidFill>
              </a:rPr>
              <a:t>similar strategically</a:t>
            </a:r>
            <a:r>
              <a:rPr lang="en-US" altLang="en-US" sz="2000" dirty="0"/>
              <a:t>.</a:t>
            </a:r>
          </a:p>
          <a:p>
            <a:pPr eaLnBrk="1" hangingPunct="1"/>
            <a:endParaRPr lang="en-US" altLang="en-US" sz="2000" dirty="0"/>
          </a:p>
          <a:p>
            <a:pPr eaLnBrk="1" hangingPunct="1"/>
            <a:r>
              <a:rPr lang="en-US" altLang="en-US" sz="2000" dirty="0"/>
              <a:t>English Auction and Second Price Auction (w/o reserve price)</a:t>
            </a:r>
          </a:p>
          <a:p>
            <a:pPr lvl="1"/>
            <a:r>
              <a:rPr lang="en-US" altLang="en-US" sz="1800" dirty="0"/>
              <a:t>In English auction, will not raise bid beyond valuation. Bidders will drop out once bids exceed on valuation. Bidder with highest valuation wins and pays approximately the </a:t>
            </a:r>
            <a:r>
              <a:rPr lang="en-US" altLang="en-US" sz="1800" i="1" dirty="0"/>
              <a:t>second highest bidder’s amount</a:t>
            </a:r>
            <a:r>
              <a:rPr lang="en-US" altLang="en-US" sz="1800" dirty="0"/>
              <a:t>.</a:t>
            </a:r>
          </a:p>
          <a:p>
            <a:pPr lvl="1"/>
            <a:endParaRPr lang="en-US" altLang="en-US" sz="2000" dirty="0"/>
          </a:p>
          <a:p>
            <a:pPr eaLnBrk="1" hangingPunct="1"/>
            <a:r>
              <a:rPr lang="en-US" altLang="en-US" sz="2000" dirty="0"/>
              <a:t>Dutch Auction and First Price Auction </a:t>
            </a:r>
          </a:p>
          <a:p>
            <a:pPr lvl="1"/>
            <a:r>
              <a:rPr lang="en-US" altLang="en-US" sz="1800" dirty="0"/>
              <a:t>In Dutch auction, no one will accept if price is higher than valuation. A bidder will accept if price is lower than own valuation, but (minimally) higher than the beliefs about the next highest valuators bid.</a:t>
            </a:r>
          </a:p>
          <a:p>
            <a:pPr eaLnBrk="1" hangingPunct="1"/>
            <a:endParaRPr lang="en-US" altLang="en-US" sz="2000" dirty="0"/>
          </a:p>
          <a:p>
            <a:pPr eaLnBrk="1" hangingPunct="1"/>
            <a:endParaRPr lang="en-US" altLang="en-US" sz="2000" dirty="0"/>
          </a:p>
        </p:txBody>
      </p:sp>
      <p:sp>
        <p:nvSpPr>
          <p:cNvPr id="3" name="Slide Number Placeholder 2">
            <a:extLst>
              <a:ext uri="{FF2B5EF4-FFF2-40B4-BE49-F238E27FC236}">
                <a16:creationId xmlns:a16="http://schemas.microsoft.com/office/drawing/2014/main" id="{EEF5F86A-E2B0-6939-AA7F-E8B96672CC47}"/>
              </a:ext>
            </a:extLst>
          </p:cNvPr>
          <p:cNvSpPr>
            <a:spLocks noGrp="1"/>
          </p:cNvSpPr>
          <p:nvPr>
            <p:ph type="sldNum" sz="quarter" idx="12"/>
          </p:nvPr>
        </p:nvSpPr>
        <p:spPr/>
        <p:txBody>
          <a:bodyPr/>
          <a:lstStyle/>
          <a:p>
            <a:fld id="{F094D3FE-586B-47BD-AB77-64C19248A5CB}" type="slidenum">
              <a:rPr lang="en-GB" smtClean="0"/>
              <a:t>25</a:t>
            </a:fld>
            <a:endParaRPr lang="en-GB"/>
          </a:p>
        </p:txBody>
      </p:sp>
    </p:spTree>
    <p:extLst>
      <p:ext uri="{BB962C8B-B14F-4D97-AF65-F5344CB8AC3E}">
        <p14:creationId xmlns:p14="http://schemas.microsoft.com/office/powerpoint/2010/main" val="365071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42">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5842">
                                            <p:txEl>
                                              <p:pRg st="6" end="6"/>
                                            </p:txEl>
                                          </p:spTgt>
                                        </p:tgtEl>
                                        <p:attrNameLst>
                                          <p:attrName>style.visibility</p:attrName>
                                        </p:attrNameLst>
                                      </p:cBhvr>
                                      <p:to>
                                        <p:strVal val="visible"/>
                                      </p:to>
                                    </p:set>
                                    <p:animEffect transition="in" filter="fade">
                                      <p:cBhvr>
                                        <p:cTn id="13" dur="500"/>
                                        <p:tgtEl>
                                          <p:spTgt spid="35842">
                                            <p:txEl>
                                              <p:pRg st="6" end="6"/>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5842">
                                            <p:txEl>
                                              <p:pRg st="7" end="7"/>
                                            </p:txEl>
                                          </p:spTgt>
                                        </p:tgtEl>
                                        <p:attrNameLst>
                                          <p:attrName>style.visibility</p:attrName>
                                        </p:attrNameLst>
                                      </p:cBhvr>
                                      <p:to>
                                        <p:strVal val="visible"/>
                                      </p:to>
                                    </p:set>
                                    <p:animEffect transition="in" filter="fade">
                                      <p:cBhvr>
                                        <p:cTn id="16" dur="500"/>
                                        <p:tgtEl>
                                          <p:spTgt spid="3584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8B178-01C8-4DCD-B46E-160FEEC9F757}"/>
              </a:ext>
            </a:extLst>
          </p:cNvPr>
          <p:cNvSpPr>
            <a:spLocks noGrp="1"/>
          </p:cNvSpPr>
          <p:nvPr>
            <p:ph type="title"/>
          </p:nvPr>
        </p:nvSpPr>
        <p:spPr>
          <a:xfrm>
            <a:off x="748259" y="2576174"/>
            <a:ext cx="10786672" cy="1325563"/>
          </a:xfrm>
        </p:spPr>
        <p:txBody>
          <a:bodyPr/>
          <a:lstStyle/>
          <a:p>
            <a:pPr algn="ctr"/>
            <a:r>
              <a:rPr lang="en-US" err="1"/>
              <a:t>Maximising</a:t>
            </a:r>
            <a:r>
              <a:rPr lang="en-US"/>
              <a:t> Revenue using Auctions</a:t>
            </a:r>
            <a:endParaRPr lang="en-SG"/>
          </a:p>
        </p:txBody>
      </p:sp>
      <p:sp>
        <p:nvSpPr>
          <p:cNvPr id="4" name="Slide Number Placeholder 3">
            <a:extLst>
              <a:ext uri="{FF2B5EF4-FFF2-40B4-BE49-F238E27FC236}">
                <a16:creationId xmlns:a16="http://schemas.microsoft.com/office/drawing/2014/main" id="{E006C9B7-DF34-4648-B4D4-15F4079D495B}"/>
              </a:ext>
            </a:extLst>
          </p:cNvPr>
          <p:cNvSpPr>
            <a:spLocks noGrp="1"/>
          </p:cNvSpPr>
          <p:nvPr>
            <p:ph type="sldNum" sz="quarter" idx="12"/>
          </p:nvPr>
        </p:nvSpPr>
        <p:spPr/>
        <p:txBody>
          <a:bodyPr/>
          <a:lstStyle/>
          <a:p>
            <a:fld id="{76B9A820-3513-4286-A67F-71ACE25CC09A}" type="slidenum">
              <a:rPr lang="en-GB" smtClean="0"/>
              <a:t>26</a:t>
            </a:fld>
            <a:endParaRPr lang="en-GB"/>
          </a:p>
        </p:txBody>
      </p:sp>
    </p:spTree>
    <p:extLst>
      <p:ext uri="{BB962C8B-B14F-4D97-AF65-F5344CB8AC3E}">
        <p14:creationId xmlns:p14="http://schemas.microsoft.com/office/powerpoint/2010/main" val="31635979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CEA052-59CD-A227-BCA6-8131651791A0}"/>
              </a:ext>
            </a:extLst>
          </p:cNvPr>
          <p:cNvSpPr/>
          <p:nvPr/>
        </p:nvSpPr>
        <p:spPr>
          <a:xfrm>
            <a:off x="695673" y="2765523"/>
            <a:ext cx="10515600" cy="175598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889" name="Rectangle 2"/>
          <p:cNvSpPr>
            <a:spLocks noGrp="1" noChangeArrowheads="1"/>
          </p:cNvSpPr>
          <p:nvPr>
            <p:ph type="title"/>
          </p:nvPr>
        </p:nvSpPr>
        <p:spPr/>
        <p:txBody>
          <a:bodyPr/>
          <a:lstStyle/>
          <a:p>
            <a:pPr eaLnBrk="1" hangingPunct="1"/>
            <a:r>
              <a:rPr lang="en-US" altLang="en-US"/>
              <a:t>The Independent Private Value model</a:t>
            </a:r>
          </a:p>
        </p:txBody>
      </p:sp>
      <mc:AlternateContent xmlns:mc="http://schemas.openxmlformats.org/markup-compatibility/2006" xmlns:a14="http://schemas.microsoft.com/office/drawing/2010/main">
        <mc:Choice Requires="a14">
          <p:sp>
            <p:nvSpPr>
              <p:cNvPr id="37890" name="Rectangle 3"/>
              <p:cNvSpPr>
                <a:spLocks noGrp="1" noChangeArrowheads="1"/>
              </p:cNvSpPr>
              <p:nvPr>
                <p:ph idx="1"/>
              </p:nvPr>
            </p:nvSpPr>
            <p:spPr>
              <a:xfrm>
                <a:off x="838199" y="1456791"/>
                <a:ext cx="10389781" cy="4755473"/>
              </a:xfrm>
            </p:spPr>
            <p:txBody>
              <a:bodyPr>
                <a:normAutofit/>
              </a:bodyPr>
              <a:lstStyle/>
              <a:p>
                <a:pPr eaLnBrk="1" hangingPunct="1"/>
                <a:endParaRPr lang="en-US" altLang="en-US" sz="2000" dirty="0"/>
              </a:p>
              <a:p>
                <a:pPr eaLnBrk="1" hangingPunct="1"/>
                <a:r>
                  <a:rPr lang="en-US" altLang="en-US" sz="2000" dirty="0"/>
                  <a:t>In general, the seller’s expected revenue of an auction design depends on what are the likelihoods of each kind of buyer (from the seller’s perspective).</a:t>
                </a:r>
              </a:p>
              <a:p>
                <a:pPr eaLnBrk="1" hangingPunct="1"/>
                <a:endParaRPr lang="en-US" altLang="en-US" sz="2000" dirty="0"/>
              </a:p>
              <a:p>
                <a:pPr eaLnBrk="1" hangingPunct="1"/>
                <a:r>
                  <a:rPr lang="en-US" altLang="en-US" sz="2000" dirty="0"/>
                  <a:t>In auction theory, a common model is the </a:t>
                </a:r>
                <a:r>
                  <a:rPr lang="en-US" altLang="en-US" sz="2000" b="1" dirty="0">
                    <a:solidFill>
                      <a:srgbClr val="0000FF"/>
                    </a:solidFill>
                  </a:rPr>
                  <a:t>independent private value (IPV) </a:t>
                </a:r>
                <a:r>
                  <a:rPr lang="en-US" altLang="en-US" sz="2000" dirty="0"/>
                  <a:t>model.</a:t>
                </a:r>
              </a:p>
              <a:p>
                <a:pPr lvl="1"/>
                <a:r>
                  <a:rPr lang="en-US" altLang="en-US" sz="1800" dirty="0"/>
                  <a:t>It is assumed that buyers’ valuations are independently drawn from a common probability distribution, </a:t>
                </a:r>
                <a:r>
                  <a:rPr lang="en-US" altLang="en-US" sz="1800" b="1" dirty="0"/>
                  <a:t>here: uniform distribution </a:t>
                </a:r>
                <a14:m>
                  <m:oMath xmlns:m="http://schemas.openxmlformats.org/officeDocument/2006/math">
                    <m:r>
                      <a:rPr lang="en-SG" altLang="en-US" sz="1800" b="1" i="1" smtClean="0">
                        <a:latin typeface="Cambria Math" panose="02040503050406030204" pitchFamily="18" charset="0"/>
                      </a:rPr>
                      <m:t>[</m:t>
                    </m:r>
                    <m:r>
                      <a:rPr lang="en-SG" altLang="en-US" sz="1800" b="1" i="1" smtClean="0">
                        <a:latin typeface="Cambria Math" panose="02040503050406030204" pitchFamily="18" charset="0"/>
                      </a:rPr>
                      <m:t>𝟎</m:t>
                    </m:r>
                    <m:r>
                      <a:rPr lang="en-SG" altLang="en-US" sz="1800" b="1" i="1" smtClean="0">
                        <a:latin typeface="Cambria Math" panose="02040503050406030204" pitchFamily="18" charset="0"/>
                      </a:rPr>
                      <m:t>,</m:t>
                    </m:r>
                    <m:r>
                      <a:rPr lang="en-SG" altLang="en-US" sz="1800" b="1" i="1" smtClean="0">
                        <a:latin typeface="Cambria Math" panose="02040503050406030204" pitchFamily="18" charset="0"/>
                      </a:rPr>
                      <m:t>𝟏</m:t>
                    </m:r>
                    <m:r>
                      <a:rPr lang="en-SG" altLang="en-US" sz="1800" b="1" i="1" smtClean="0">
                        <a:latin typeface="Cambria Math" panose="02040503050406030204" pitchFamily="18" charset="0"/>
                      </a:rPr>
                      <m:t>]</m:t>
                    </m:r>
                  </m:oMath>
                </a14:m>
                <a:r>
                  <a:rPr lang="en-US" altLang="en-US" sz="1800" b="1" dirty="0"/>
                  <a:t> </a:t>
                </a:r>
              </a:p>
              <a:p>
                <a:pPr lvl="1"/>
                <a:r>
                  <a:rPr lang="en-US" altLang="en-US" sz="1800" dirty="0"/>
                  <a:t>This is common knowledge amongst everyone </a:t>
                </a:r>
                <a:r>
                  <a:rPr lang="en-US" altLang="en-US" sz="1800" b="1" i="1" dirty="0"/>
                  <a:t>(ignores possible mistakes in beliefs).</a:t>
                </a:r>
              </a:p>
              <a:p>
                <a:pPr lvl="1"/>
                <a:endParaRPr lang="en-US" altLang="en-US" sz="2000" dirty="0"/>
              </a:p>
              <a:p>
                <a:pPr marL="0" indent="0">
                  <a:buNone/>
                </a:pPr>
                <a:endParaRPr lang="en-US" altLang="en-US" sz="2000" b="1" dirty="0"/>
              </a:p>
              <a:p>
                <a:pPr marL="0" indent="0">
                  <a:buNone/>
                </a:pPr>
                <a:r>
                  <a:rPr lang="en-US" altLang="en-US" sz="2000" b="1" dirty="0"/>
                  <a:t>A somewhat surprising result is the </a:t>
                </a:r>
                <a:r>
                  <a:rPr lang="en-US" altLang="en-US" sz="2000" b="1" dirty="0">
                    <a:solidFill>
                      <a:srgbClr val="FF0000"/>
                    </a:solidFill>
                  </a:rPr>
                  <a:t>“Revenue Equivalence Theorem”: </a:t>
                </a:r>
                <a:r>
                  <a:rPr lang="en-US" altLang="en-US" sz="2000" b="1" dirty="0"/>
                  <a:t>as long as the rules satisfy certain criteria, revenue will stay the same! </a:t>
                </a:r>
                <a:endParaRPr lang="en-US" altLang="en-US" sz="2400" b="1" dirty="0">
                  <a:solidFill>
                    <a:srgbClr val="FF0000"/>
                  </a:solidFill>
                </a:endParaRPr>
              </a:p>
            </p:txBody>
          </p:sp>
        </mc:Choice>
        <mc:Fallback xmlns="">
          <p:sp>
            <p:nvSpPr>
              <p:cNvPr id="37890" name="Rectangle 3"/>
              <p:cNvSpPr>
                <a:spLocks noGrp="1" noRot="1" noChangeAspect="1" noMove="1" noResize="1" noEditPoints="1" noAdjustHandles="1" noChangeArrowheads="1" noChangeShapeType="1" noTextEdit="1"/>
              </p:cNvSpPr>
              <p:nvPr>
                <p:ph idx="1"/>
              </p:nvPr>
            </p:nvSpPr>
            <p:spPr>
              <a:xfrm>
                <a:off x="838199" y="1456791"/>
                <a:ext cx="10389781" cy="4755473"/>
              </a:xfrm>
              <a:blipFill>
                <a:blip r:embed="rId2"/>
                <a:stretch>
                  <a:fillRect l="-587" r="-59"/>
                </a:stretch>
              </a:blipFill>
            </p:spPr>
            <p:txBody>
              <a:bodyPr/>
              <a:lstStyle/>
              <a:p>
                <a:r>
                  <a:rPr lang="en-SG">
                    <a:noFill/>
                  </a:rPr>
                  <a:t> </a:t>
                </a:r>
              </a:p>
            </p:txBody>
          </p:sp>
        </mc:Fallback>
      </mc:AlternateContent>
      <p:sp>
        <p:nvSpPr>
          <p:cNvPr id="3" name="Slide Number Placeholder 2">
            <a:extLst>
              <a:ext uri="{FF2B5EF4-FFF2-40B4-BE49-F238E27FC236}">
                <a16:creationId xmlns:a16="http://schemas.microsoft.com/office/drawing/2014/main" id="{903E4907-7AA2-EF03-8699-76F95AF66CE1}"/>
              </a:ext>
            </a:extLst>
          </p:cNvPr>
          <p:cNvSpPr>
            <a:spLocks noGrp="1"/>
          </p:cNvSpPr>
          <p:nvPr>
            <p:ph type="sldNum" sz="quarter" idx="12"/>
          </p:nvPr>
        </p:nvSpPr>
        <p:spPr/>
        <p:txBody>
          <a:bodyPr/>
          <a:lstStyle/>
          <a:p>
            <a:fld id="{F094D3FE-586B-47BD-AB77-64C19248A5CB}" type="slidenum">
              <a:rPr lang="en-GB" smtClean="0"/>
              <a:t>27</a:t>
            </a:fld>
            <a:endParaRPr lang="en-GB"/>
          </a:p>
        </p:txBody>
      </p:sp>
    </p:spTree>
    <p:extLst>
      <p:ext uri="{BB962C8B-B14F-4D97-AF65-F5344CB8AC3E}">
        <p14:creationId xmlns:p14="http://schemas.microsoft.com/office/powerpoint/2010/main" val="1413307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890">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890">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89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38D55B6-FC2E-F98D-C392-6B8C2E66E0B3}"/>
              </a:ext>
            </a:extLst>
          </p:cNvPr>
          <p:cNvSpPr/>
          <p:nvPr/>
        </p:nvSpPr>
        <p:spPr>
          <a:xfrm>
            <a:off x="695673" y="2694134"/>
            <a:ext cx="10515600" cy="150318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889" name="Rectangle 2"/>
          <p:cNvSpPr>
            <a:spLocks noGrp="1" noChangeArrowheads="1"/>
          </p:cNvSpPr>
          <p:nvPr>
            <p:ph type="title"/>
          </p:nvPr>
        </p:nvSpPr>
        <p:spPr>
          <a:xfrm>
            <a:off x="838200" y="358091"/>
            <a:ext cx="10515600" cy="1325563"/>
          </a:xfrm>
        </p:spPr>
        <p:txBody>
          <a:bodyPr>
            <a:normAutofit/>
          </a:bodyPr>
          <a:lstStyle/>
          <a:p>
            <a:pPr eaLnBrk="1" hangingPunct="1"/>
            <a:r>
              <a:rPr lang="en-US" altLang="en-US"/>
              <a:t>Revenue Equivalence: 1</a:t>
            </a:r>
            <a:r>
              <a:rPr lang="en-US" altLang="en-US" baseline="30000"/>
              <a:t>st </a:t>
            </a:r>
            <a:r>
              <a:rPr lang="en-US" altLang="en-US"/>
              <a:t>&amp; 2</a:t>
            </a:r>
            <a:r>
              <a:rPr lang="en-US" altLang="en-US" baseline="30000"/>
              <a:t>nd</a:t>
            </a:r>
            <a:r>
              <a:rPr lang="en-US" altLang="en-US"/>
              <a:t> Price Auction</a:t>
            </a:r>
          </a:p>
        </p:txBody>
      </p:sp>
      <mc:AlternateContent xmlns:mc="http://schemas.openxmlformats.org/markup-compatibility/2006" xmlns:a14="http://schemas.microsoft.com/office/drawing/2010/main">
        <mc:Choice Requires="a14">
          <p:sp>
            <p:nvSpPr>
              <p:cNvPr id="37890" name="Rectangle 3"/>
              <p:cNvSpPr>
                <a:spLocks noGrp="1" noChangeArrowheads="1"/>
              </p:cNvSpPr>
              <p:nvPr>
                <p:ph idx="1"/>
              </p:nvPr>
            </p:nvSpPr>
            <p:spPr>
              <a:xfrm>
                <a:off x="838199" y="1943100"/>
                <a:ext cx="10389781" cy="4269164"/>
              </a:xfrm>
            </p:spPr>
            <p:txBody>
              <a:bodyPr>
                <a:normAutofit/>
              </a:bodyPr>
              <a:lstStyle/>
              <a:p>
                <a:pPr eaLnBrk="1" hangingPunct="1"/>
                <a:r>
                  <a:rPr lang="en-US" altLang="en-US" sz="2000" dirty="0"/>
                  <a:t>Previously for the second price auction, the BNE is to bid their true valuation </a:t>
                </a:r>
                <a14:m>
                  <m:oMath xmlns:m="http://schemas.openxmlformats.org/officeDocument/2006/math">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𝑣</m:t>
                        </m:r>
                      </m:e>
                      <m:sub>
                        <m:r>
                          <a:rPr lang="en-SG" altLang="en-US" sz="2000" b="0" i="1" smtClean="0">
                            <a:latin typeface="Cambria Math" panose="02040503050406030204" pitchFamily="18" charset="0"/>
                          </a:rPr>
                          <m:t>𝑖</m:t>
                        </m:r>
                      </m:sub>
                    </m:sSub>
                  </m:oMath>
                </a14:m>
                <a:r>
                  <a:rPr lang="en-US" altLang="en-US" sz="2000" dirty="0"/>
                  <a:t>.</a:t>
                </a:r>
              </a:p>
              <a:p>
                <a:pPr eaLnBrk="1" hangingPunct="1"/>
                <a:endParaRPr lang="en-US" altLang="en-US" sz="2000" dirty="0"/>
              </a:p>
              <a:p>
                <a:pPr eaLnBrk="1" hangingPunct="1"/>
                <a:r>
                  <a:rPr lang="en-US" altLang="en-US" sz="2000" dirty="0"/>
                  <a:t>For the first price auction, the </a:t>
                </a:r>
                <a:r>
                  <a:rPr lang="en-US" altLang="en-US" sz="2000" b="1" dirty="0">
                    <a:solidFill>
                      <a:srgbClr val="0000FF"/>
                    </a:solidFill>
                  </a:rPr>
                  <a:t>BNE is to bid </a:t>
                </a:r>
                <a14:m>
                  <m:oMath xmlns:m="http://schemas.openxmlformats.org/officeDocument/2006/math">
                    <m:f>
                      <m:fPr>
                        <m:ctrlPr>
                          <a:rPr lang="en-SG" altLang="en-US" sz="2000" b="1" i="1" smtClean="0">
                            <a:solidFill>
                              <a:srgbClr val="0000FF"/>
                            </a:solidFill>
                            <a:latin typeface="Cambria Math" panose="02040503050406030204" pitchFamily="18" charset="0"/>
                          </a:rPr>
                        </m:ctrlPr>
                      </m:fPr>
                      <m:num>
                        <m:r>
                          <a:rPr lang="en-SG" altLang="en-US" sz="2000" b="1" i="1" smtClean="0">
                            <a:solidFill>
                              <a:srgbClr val="0000FF"/>
                            </a:solidFill>
                            <a:latin typeface="Cambria Math" panose="02040503050406030204" pitchFamily="18" charset="0"/>
                          </a:rPr>
                          <m:t>𝑵</m:t>
                        </m:r>
                        <m:r>
                          <a:rPr lang="en-SG" altLang="en-US" sz="2000" b="1" i="1" smtClean="0">
                            <a:solidFill>
                              <a:srgbClr val="0000FF"/>
                            </a:solidFill>
                            <a:latin typeface="Cambria Math" panose="02040503050406030204" pitchFamily="18" charset="0"/>
                          </a:rPr>
                          <m:t>−</m:t>
                        </m:r>
                        <m:r>
                          <a:rPr lang="en-SG" altLang="en-US" sz="2000" b="1" i="1" smtClean="0">
                            <a:solidFill>
                              <a:srgbClr val="0000FF"/>
                            </a:solidFill>
                            <a:latin typeface="Cambria Math" panose="02040503050406030204" pitchFamily="18" charset="0"/>
                          </a:rPr>
                          <m:t>𝟏</m:t>
                        </m:r>
                      </m:num>
                      <m:den>
                        <m:r>
                          <a:rPr lang="en-SG" altLang="en-US" sz="2000" b="1" i="1" smtClean="0">
                            <a:solidFill>
                              <a:srgbClr val="0000FF"/>
                            </a:solidFill>
                            <a:latin typeface="Cambria Math" panose="02040503050406030204" pitchFamily="18" charset="0"/>
                          </a:rPr>
                          <m:t>𝑵</m:t>
                        </m:r>
                      </m:den>
                    </m:f>
                    <m:sSub>
                      <m:sSubPr>
                        <m:ctrlPr>
                          <a:rPr lang="en-SG" altLang="en-US" sz="2000" b="1" i="1" smtClean="0">
                            <a:solidFill>
                              <a:srgbClr val="0000FF"/>
                            </a:solidFill>
                            <a:latin typeface="Cambria Math" panose="02040503050406030204" pitchFamily="18" charset="0"/>
                          </a:rPr>
                        </m:ctrlPr>
                      </m:sSubPr>
                      <m:e>
                        <m:r>
                          <a:rPr lang="en-SG" altLang="en-US" sz="2000" b="1" i="1" smtClean="0">
                            <a:solidFill>
                              <a:srgbClr val="0000FF"/>
                            </a:solidFill>
                            <a:latin typeface="Cambria Math" panose="02040503050406030204" pitchFamily="18" charset="0"/>
                          </a:rPr>
                          <m:t>𝒗</m:t>
                        </m:r>
                      </m:e>
                      <m:sub>
                        <m:r>
                          <a:rPr lang="en-SG" altLang="en-US" sz="2000" b="1" i="1" smtClean="0">
                            <a:solidFill>
                              <a:srgbClr val="0000FF"/>
                            </a:solidFill>
                            <a:latin typeface="Cambria Math" panose="02040503050406030204" pitchFamily="18" charset="0"/>
                          </a:rPr>
                          <m:t>𝒊</m:t>
                        </m:r>
                      </m:sub>
                    </m:sSub>
                  </m:oMath>
                </a14:m>
                <a:r>
                  <a:rPr lang="en-US" altLang="en-US" sz="2000" dirty="0"/>
                  <a:t>. </a:t>
                </a:r>
              </a:p>
              <a:p>
                <a:pPr lvl="1"/>
                <a:r>
                  <a:rPr lang="en-US" altLang="en-US" sz="1800" u="sng" dirty="0"/>
                  <a:t>Lower than true valuation </a:t>
                </a:r>
                <a:r>
                  <a:rPr lang="en-US" altLang="en-US" sz="1800" dirty="0"/>
                  <a:t>because can sacrifice a bit of probability of winning for lower price paid. </a:t>
                </a:r>
                <a:br>
                  <a:rPr lang="en-US" altLang="en-US" sz="1800" dirty="0"/>
                </a:br>
                <a:r>
                  <a:rPr lang="en-US" altLang="en-US" sz="1800" i="1" dirty="0"/>
                  <a:t>(If bid true valuation, always get 0!) </a:t>
                </a:r>
              </a:p>
              <a:p>
                <a:pPr lvl="1"/>
                <a:r>
                  <a:rPr lang="en-US" altLang="en-US" sz="1800" dirty="0"/>
                  <a:t>Becomes close to the true value as </a:t>
                </a:r>
                <a14:m>
                  <m:oMath xmlns:m="http://schemas.openxmlformats.org/officeDocument/2006/math">
                    <m:r>
                      <a:rPr lang="en-US" altLang="en-US" sz="1800" b="0" i="1" smtClean="0">
                        <a:latin typeface="Cambria Math" panose="02040503050406030204" pitchFamily="18" charset="0"/>
                      </a:rPr>
                      <m:t>𝑁</m:t>
                    </m:r>
                  </m:oMath>
                </a14:m>
                <a:r>
                  <a:rPr lang="en-US" altLang="en-US" sz="1800" dirty="0"/>
                  <a:t> increases.</a:t>
                </a:r>
              </a:p>
              <a:p>
                <a:pPr eaLnBrk="1" hangingPunct="1"/>
                <a:endParaRPr lang="en-US" altLang="en-US" sz="2000" dirty="0"/>
              </a:p>
              <a:p>
                <a:pPr marL="0" indent="0" eaLnBrk="1" hangingPunct="1">
                  <a:buNone/>
                </a:pPr>
                <a:r>
                  <a:rPr lang="en-US" altLang="en-US" sz="2000" b="1" dirty="0"/>
                  <a:t>What is the expected revenue given these strategies?</a:t>
                </a:r>
              </a:p>
              <a:p>
                <a:pPr eaLnBrk="1" hangingPunct="1"/>
                <a:endParaRPr lang="en-US" altLang="en-US" sz="2000" dirty="0"/>
              </a:p>
              <a:p>
                <a:pPr eaLnBrk="1" hangingPunct="1"/>
                <a:endParaRPr lang="en-US" altLang="en-US" sz="2000" dirty="0"/>
              </a:p>
            </p:txBody>
          </p:sp>
        </mc:Choice>
        <mc:Fallback xmlns="">
          <p:sp>
            <p:nvSpPr>
              <p:cNvPr id="37890" name="Rectangle 3"/>
              <p:cNvSpPr>
                <a:spLocks noGrp="1" noRot="1" noChangeAspect="1" noMove="1" noResize="1" noEditPoints="1" noAdjustHandles="1" noChangeArrowheads="1" noChangeShapeType="1" noTextEdit="1"/>
              </p:cNvSpPr>
              <p:nvPr>
                <p:ph idx="1"/>
              </p:nvPr>
            </p:nvSpPr>
            <p:spPr>
              <a:xfrm>
                <a:off x="838199" y="1943100"/>
                <a:ext cx="10389781" cy="4269164"/>
              </a:xfrm>
              <a:blipFill>
                <a:blip r:embed="rId3"/>
                <a:stretch>
                  <a:fillRect l="-587" t="-1571"/>
                </a:stretch>
              </a:blipFill>
            </p:spPr>
            <p:txBody>
              <a:bodyPr/>
              <a:lstStyle/>
              <a:p>
                <a:r>
                  <a:rPr lang="en-SG">
                    <a:noFill/>
                  </a:rPr>
                  <a:t> </a:t>
                </a:r>
              </a:p>
            </p:txBody>
          </p:sp>
        </mc:Fallback>
      </mc:AlternateContent>
      <p:sp>
        <p:nvSpPr>
          <p:cNvPr id="3" name="Slide Number Placeholder 2">
            <a:extLst>
              <a:ext uri="{FF2B5EF4-FFF2-40B4-BE49-F238E27FC236}">
                <a16:creationId xmlns:a16="http://schemas.microsoft.com/office/drawing/2014/main" id="{6D727200-50D5-714D-B4D7-0F8A53B638E2}"/>
              </a:ext>
            </a:extLst>
          </p:cNvPr>
          <p:cNvSpPr>
            <a:spLocks noGrp="1"/>
          </p:cNvSpPr>
          <p:nvPr>
            <p:ph type="sldNum" sz="quarter" idx="12"/>
          </p:nvPr>
        </p:nvSpPr>
        <p:spPr/>
        <p:txBody>
          <a:bodyPr/>
          <a:lstStyle/>
          <a:p>
            <a:fld id="{F094D3FE-586B-47BD-AB77-64C19248A5CB}" type="slidenum">
              <a:rPr lang="en-GB" smtClean="0"/>
              <a:t>28</a:t>
            </a:fld>
            <a:endParaRPr lang="en-GB"/>
          </a:p>
        </p:txBody>
      </p:sp>
    </p:spTree>
    <p:extLst>
      <p:ext uri="{BB962C8B-B14F-4D97-AF65-F5344CB8AC3E}">
        <p14:creationId xmlns:p14="http://schemas.microsoft.com/office/powerpoint/2010/main" val="6088818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p:txBody>
          <a:bodyPr/>
          <a:lstStyle/>
          <a:p>
            <a:pPr eaLnBrk="1" hangingPunct="1"/>
            <a:r>
              <a:rPr lang="en-US" altLang="en-US"/>
              <a:t>Aside: Order Statistics</a:t>
            </a:r>
          </a:p>
        </p:txBody>
      </p:sp>
      <mc:AlternateContent xmlns:mc="http://schemas.openxmlformats.org/markup-compatibility/2006" xmlns:a14="http://schemas.microsoft.com/office/drawing/2010/main">
        <mc:Choice Requires="a14">
          <p:sp>
            <p:nvSpPr>
              <p:cNvPr id="37890" name="Rectangle 3"/>
              <p:cNvSpPr>
                <a:spLocks noGrp="1" noChangeArrowheads="1"/>
              </p:cNvSpPr>
              <p:nvPr>
                <p:ph idx="1"/>
              </p:nvPr>
            </p:nvSpPr>
            <p:spPr>
              <a:xfrm>
                <a:off x="838199" y="1943100"/>
                <a:ext cx="10389781" cy="4269164"/>
              </a:xfrm>
            </p:spPr>
            <p:txBody>
              <a:bodyPr>
                <a:normAutofit/>
              </a:bodyPr>
              <a:lstStyle/>
              <a:p>
                <a:pPr eaLnBrk="1" hangingPunct="1"/>
                <a:r>
                  <a:rPr lang="en-SG" altLang="en-US" sz="2000" dirty="0"/>
                  <a:t>Buyer’s valuations </a:t>
                </a:r>
                <a14:m>
                  <m:oMath xmlns:m="http://schemas.openxmlformats.org/officeDocument/2006/math">
                    <m:sSub>
                      <m:sSubPr>
                        <m:ctrlPr>
                          <a:rPr lang="en-GB" altLang="en-US" sz="2000" b="0" i="1" smtClean="0">
                            <a:latin typeface="Cambria Math" panose="02040503050406030204" pitchFamily="18" charset="0"/>
                          </a:rPr>
                        </m:ctrlPr>
                      </m:sSubPr>
                      <m:e>
                        <m:r>
                          <a:rPr lang="en-GB" altLang="en-US" sz="2000" b="0" i="1" smtClean="0">
                            <a:latin typeface="Cambria Math" panose="02040503050406030204" pitchFamily="18" charset="0"/>
                          </a:rPr>
                          <m:t>𝑣</m:t>
                        </m:r>
                      </m:e>
                      <m:sub>
                        <m:r>
                          <a:rPr lang="en-GB" altLang="en-US" sz="2000" b="0" i="1" smtClean="0">
                            <a:latin typeface="Cambria Math" panose="02040503050406030204" pitchFamily="18" charset="0"/>
                          </a:rPr>
                          <m:t>𝑖</m:t>
                        </m:r>
                      </m:sub>
                    </m:sSub>
                  </m:oMath>
                </a14:m>
                <a:r>
                  <a:rPr lang="en-SG" altLang="en-US" sz="2000" dirty="0"/>
                  <a:t> are random variables (to the seller) which follow a common statistical distribution </a:t>
                </a:r>
                <a14:m>
                  <m:oMath xmlns:m="http://schemas.openxmlformats.org/officeDocument/2006/math">
                    <m:r>
                      <a:rPr lang="en-GB" altLang="en-US" sz="2000" b="0" i="1" smtClean="0">
                        <a:latin typeface="Cambria Math" panose="02040503050406030204" pitchFamily="18" charset="0"/>
                      </a:rPr>
                      <m:t>𝑉</m:t>
                    </m:r>
                  </m:oMath>
                </a14:m>
                <a:r>
                  <a:rPr lang="en-SG" altLang="en-US" sz="2000" dirty="0"/>
                  <a:t>.</a:t>
                </a:r>
              </a:p>
              <a:p>
                <a:pPr eaLnBrk="1" hangingPunct="1"/>
                <a:endParaRPr lang="en-SG" altLang="en-US" sz="2000" dirty="0"/>
              </a:p>
              <a:p>
                <a:pPr eaLnBrk="1" hangingPunct="1"/>
                <a:r>
                  <a:rPr lang="en-SG" altLang="en-US" sz="2000" dirty="0"/>
                  <a:t>Consequently, the valuation at a particular rank also follows a statistical distribution. </a:t>
                </a:r>
              </a:p>
              <a:p>
                <a:pPr lvl="1"/>
                <a:r>
                  <a:rPr lang="en-SG" altLang="en-US" sz="1600" dirty="0"/>
                  <a:t>These are described by what we call </a:t>
                </a:r>
                <a:r>
                  <a:rPr lang="en-SG" altLang="en-US" sz="1800" b="1" dirty="0">
                    <a:solidFill>
                      <a:srgbClr val="0000FF"/>
                    </a:solidFill>
                  </a:rPr>
                  <a:t>order statistics</a:t>
                </a:r>
                <a:r>
                  <a:rPr lang="en-SG" altLang="en-US" sz="1600" dirty="0"/>
                  <a:t>.</a:t>
                </a:r>
              </a:p>
              <a:p>
                <a:pPr eaLnBrk="1" hangingPunct="1"/>
                <a:endParaRPr lang="en-SG" altLang="en-US" sz="2000" dirty="0"/>
              </a:p>
              <a:p>
                <a:pPr eaLnBrk="1" hangingPunct="1"/>
                <a:r>
                  <a:rPr lang="en-SG" altLang="en-US" sz="2000" dirty="0"/>
                  <a:t>The </a:t>
                </a:r>
                <a:r>
                  <a:rPr lang="en-SG" altLang="en-US" sz="2000" i="1" dirty="0"/>
                  <a:t>kth</a:t>
                </a:r>
                <a:r>
                  <a:rPr lang="en-SG" altLang="en-US" sz="2000" dirty="0"/>
                  <a:t> order statistic is the </a:t>
                </a:r>
                <a:r>
                  <a:rPr lang="en-SG" altLang="en-US" sz="2000" i="1" dirty="0"/>
                  <a:t>kth</a:t>
                </a:r>
                <a:r>
                  <a:rPr lang="en-SG" altLang="en-US" sz="2000" dirty="0"/>
                  <a:t> smallest value.</a:t>
                </a:r>
              </a:p>
              <a:p>
                <a:pPr lvl="1"/>
                <a:r>
                  <a:rPr lang="en-SG" altLang="en-US" sz="1800" dirty="0"/>
                  <a:t>With N buyers: </a:t>
                </a:r>
                <a:r>
                  <a:rPr lang="en-SG" altLang="en-US" sz="1800" i="1" dirty="0"/>
                  <a:t>Nth</a:t>
                </a:r>
                <a:r>
                  <a:rPr lang="en-SG" altLang="en-US" sz="1800" dirty="0"/>
                  <a:t> order statistic is the maximum; </a:t>
                </a:r>
                <a:r>
                  <a:rPr lang="en-SG" altLang="en-US" sz="1800" i="1" dirty="0"/>
                  <a:t>(N-1)</a:t>
                </a:r>
                <a:r>
                  <a:rPr lang="en-SG" altLang="en-US" sz="1800" i="1" dirty="0" err="1"/>
                  <a:t>th</a:t>
                </a:r>
                <a:r>
                  <a:rPr lang="en-SG" altLang="en-US" sz="1800" dirty="0"/>
                  <a:t> order statistic is the second largest.</a:t>
                </a:r>
              </a:p>
              <a:p>
                <a:pPr lvl="1"/>
                <a:endParaRPr lang="en-SG" altLang="en-US" sz="1600" dirty="0"/>
              </a:p>
              <a:p>
                <a:pPr eaLnBrk="1" hangingPunct="1"/>
                <a:endParaRPr lang="en-SG" altLang="en-US" sz="2000" dirty="0"/>
              </a:p>
              <a:p>
                <a:pPr eaLnBrk="1" hangingPunct="1"/>
                <a:endParaRPr lang="en-US" altLang="en-US" sz="2000" dirty="0"/>
              </a:p>
              <a:p>
                <a:pPr eaLnBrk="1" hangingPunct="1"/>
                <a:endParaRPr lang="en-US" altLang="en-US" sz="2000" dirty="0"/>
              </a:p>
              <a:p>
                <a:pPr eaLnBrk="1" hangingPunct="1"/>
                <a:endParaRPr lang="en-US" altLang="en-US" sz="2000" dirty="0"/>
              </a:p>
            </p:txBody>
          </p:sp>
        </mc:Choice>
        <mc:Fallback xmlns="">
          <p:sp>
            <p:nvSpPr>
              <p:cNvPr id="37890" name="Rectangle 3"/>
              <p:cNvSpPr>
                <a:spLocks noGrp="1" noRot="1" noChangeAspect="1" noMove="1" noResize="1" noEditPoints="1" noAdjustHandles="1" noChangeArrowheads="1" noChangeShapeType="1" noTextEdit="1"/>
              </p:cNvSpPr>
              <p:nvPr>
                <p:ph idx="1"/>
              </p:nvPr>
            </p:nvSpPr>
            <p:spPr>
              <a:xfrm>
                <a:off x="838199" y="1943100"/>
                <a:ext cx="10389781" cy="4269164"/>
              </a:xfrm>
              <a:blipFill>
                <a:blip r:embed="rId3"/>
                <a:stretch>
                  <a:fillRect l="-469" t="-1571"/>
                </a:stretch>
              </a:blipFill>
            </p:spPr>
            <p:txBody>
              <a:bodyPr/>
              <a:lstStyle/>
              <a:p>
                <a:r>
                  <a:rPr lang="en-SG">
                    <a:noFill/>
                  </a:rPr>
                  <a:t> </a:t>
                </a:r>
              </a:p>
            </p:txBody>
          </p:sp>
        </mc:Fallback>
      </mc:AlternateContent>
      <p:sp>
        <p:nvSpPr>
          <p:cNvPr id="3" name="Slide Number Placeholder 2">
            <a:extLst>
              <a:ext uri="{FF2B5EF4-FFF2-40B4-BE49-F238E27FC236}">
                <a16:creationId xmlns:a16="http://schemas.microsoft.com/office/drawing/2014/main" id="{4040E4A0-DF20-A1E7-E3D3-34DFD43E5CC3}"/>
              </a:ext>
            </a:extLst>
          </p:cNvPr>
          <p:cNvSpPr>
            <a:spLocks noGrp="1"/>
          </p:cNvSpPr>
          <p:nvPr>
            <p:ph type="sldNum" sz="quarter" idx="12"/>
          </p:nvPr>
        </p:nvSpPr>
        <p:spPr/>
        <p:txBody>
          <a:bodyPr/>
          <a:lstStyle/>
          <a:p>
            <a:fld id="{F094D3FE-586B-47BD-AB77-64C19248A5CB}" type="slidenum">
              <a:rPr lang="en-GB" smtClean="0"/>
              <a:t>29</a:t>
            </a:fld>
            <a:endParaRPr lang="en-GB"/>
          </a:p>
        </p:txBody>
      </p:sp>
    </p:spTree>
    <p:extLst>
      <p:ext uri="{BB962C8B-B14F-4D97-AF65-F5344CB8AC3E}">
        <p14:creationId xmlns:p14="http://schemas.microsoft.com/office/powerpoint/2010/main" val="1093300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p:txBody>
          <a:bodyPr/>
          <a:lstStyle/>
          <a:p>
            <a:pPr eaLnBrk="1" hangingPunct="1"/>
            <a:r>
              <a:rPr lang="en-US" altLang="en-US"/>
              <a:t>Revenue Equivalence: 1</a:t>
            </a:r>
            <a:r>
              <a:rPr lang="en-US" altLang="en-US" baseline="30000"/>
              <a:t>st </a:t>
            </a:r>
            <a:r>
              <a:rPr lang="en-US" altLang="en-US"/>
              <a:t>&amp; 2</a:t>
            </a:r>
            <a:r>
              <a:rPr lang="en-US" altLang="en-US" baseline="30000"/>
              <a:t>nd</a:t>
            </a:r>
            <a:r>
              <a:rPr lang="en-US" altLang="en-US"/>
              <a:t> Price Auction</a:t>
            </a:r>
          </a:p>
        </p:txBody>
      </p:sp>
      <mc:AlternateContent xmlns:mc="http://schemas.openxmlformats.org/markup-compatibility/2006" xmlns:a14="http://schemas.microsoft.com/office/drawing/2010/main">
        <mc:Choice Requires="a14">
          <p:sp>
            <p:nvSpPr>
              <p:cNvPr id="37890" name="Rectangle 3"/>
              <p:cNvSpPr>
                <a:spLocks noGrp="1" noChangeArrowheads="1"/>
              </p:cNvSpPr>
              <p:nvPr>
                <p:ph idx="1"/>
              </p:nvPr>
            </p:nvSpPr>
            <p:spPr>
              <a:xfrm>
                <a:off x="838199" y="1943100"/>
                <a:ext cx="10389781" cy="4269164"/>
              </a:xfrm>
            </p:spPr>
            <p:txBody>
              <a:bodyPr>
                <a:normAutofit/>
              </a:bodyPr>
              <a:lstStyle/>
              <a:p>
                <a:pPr eaLnBrk="1" hangingPunct="1"/>
                <a:r>
                  <a:rPr lang="en-SG" altLang="en-US" sz="2000" dirty="0"/>
                  <a:t>The seller’s expected revenue from the </a:t>
                </a:r>
                <a:r>
                  <a:rPr lang="en-SG" altLang="en-US" sz="2000" b="1" dirty="0"/>
                  <a:t>first price auction </a:t>
                </a:r>
                <a:r>
                  <a:rPr lang="en-SG" altLang="en-US" sz="2000" dirty="0"/>
                  <a:t>depends on the distribution of the </a:t>
                </a:r>
                <a:br>
                  <a:rPr lang="en-SG" altLang="en-US" sz="2000" dirty="0"/>
                </a:br>
                <a:r>
                  <a:rPr lang="en-SG" altLang="en-US" sz="2000" b="1" u="sng" dirty="0"/>
                  <a:t>Nth order statistic</a:t>
                </a:r>
                <a:r>
                  <a:rPr lang="en-SG" altLang="en-US" sz="2000" b="1" dirty="0"/>
                  <a:t> </a:t>
                </a:r>
                <a:r>
                  <a:rPr lang="en-SG" altLang="en-US" sz="2000" dirty="0">
                    <a:solidFill>
                      <a:srgbClr val="FF0000"/>
                    </a:solidFill>
                  </a:rPr>
                  <a:t>of bidder’s valuations</a:t>
                </a:r>
                <a:r>
                  <a:rPr lang="en-SG" altLang="en-US" sz="2000" dirty="0"/>
                  <a:t>.</a:t>
                </a:r>
                <a:r>
                  <a:rPr lang="en-SG" altLang="en-US" sz="2000" b="1" dirty="0"/>
                  <a:t> </a:t>
                </a:r>
              </a:p>
              <a:p>
                <a:pPr lvl="1"/>
                <a:r>
                  <a:rPr lang="en-SG" altLang="en-US" sz="1800" dirty="0"/>
                  <a:t>Why? The payment received depends on the largest bid!</a:t>
                </a:r>
              </a:p>
              <a:p>
                <a:pPr marL="0" indent="0" eaLnBrk="1" hangingPunct="1">
                  <a:buNone/>
                </a:pPr>
                <a:endParaRPr lang="en-SG" altLang="en-US" sz="2000" b="0" i="1" dirty="0">
                  <a:latin typeface="Cambria Math" panose="02040503050406030204" pitchFamily="18" charset="0"/>
                </a:endParaRPr>
              </a:p>
              <a:p>
                <a:pPr marL="0" indent="0" eaLnBrk="1" hangingPunct="1">
                  <a:buNone/>
                </a:pPr>
                <a14:m>
                  <m:oMathPara xmlns:m="http://schemas.openxmlformats.org/officeDocument/2006/math">
                    <m:oMathParaPr>
                      <m:jc m:val="centerGroup"/>
                    </m:oMathParaPr>
                    <m:oMath xmlns:m="http://schemas.openxmlformats.org/officeDocument/2006/math">
                      <m:r>
                        <a:rPr lang="en-SG" altLang="en-US" sz="2000" b="0" i="1" smtClean="0">
                          <a:latin typeface="Cambria Math" panose="02040503050406030204" pitchFamily="18" charset="0"/>
                        </a:rPr>
                        <m:t>𝐹</m:t>
                      </m:r>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𝑥</m:t>
                          </m:r>
                        </m:e>
                      </m:d>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𝑃</m:t>
                      </m:r>
                      <m:d>
                        <m:dPr>
                          <m:ctrlPr>
                            <a:rPr lang="en-SG" altLang="en-US" sz="2000" b="0" i="1" smtClean="0">
                              <a:latin typeface="Cambria Math" panose="02040503050406030204" pitchFamily="18" charset="0"/>
                            </a:rPr>
                          </m:ctrlPr>
                        </m:dPr>
                        <m:e>
                          <m:func>
                            <m:funcPr>
                              <m:ctrlPr>
                                <a:rPr lang="en-SG" altLang="en-US" sz="2000" b="0" i="1" smtClean="0">
                                  <a:latin typeface="Cambria Math" panose="02040503050406030204" pitchFamily="18" charset="0"/>
                                </a:rPr>
                              </m:ctrlPr>
                            </m:funcPr>
                            <m:fName>
                              <m:r>
                                <m:rPr>
                                  <m:sty m:val="p"/>
                                </m:rPr>
                                <a:rPr lang="en-SG" altLang="en-US" sz="2000" b="0" i="0" smtClean="0">
                                  <a:latin typeface="Cambria Math" panose="02040503050406030204" pitchFamily="18" charset="0"/>
                                </a:rPr>
                                <m:t>max</m:t>
                              </m:r>
                            </m:fName>
                            <m:e>
                              <m:d>
                                <m:dPr>
                                  <m:ctrlPr>
                                    <a:rPr lang="en-SG" altLang="en-US" sz="2000" b="0" i="1" smtClean="0">
                                      <a:latin typeface="Cambria Math" panose="02040503050406030204" pitchFamily="18" charset="0"/>
                                    </a:rPr>
                                  </m:ctrlPr>
                                </m:dPr>
                                <m:e>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𝑣</m:t>
                                      </m:r>
                                    </m:e>
                                    <m:sub>
                                      <m:r>
                                        <a:rPr lang="en-SG" altLang="en-US" sz="2000" b="0" i="1" smtClean="0">
                                          <a:latin typeface="Cambria Math" panose="02040503050406030204" pitchFamily="18" charset="0"/>
                                        </a:rPr>
                                        <m:t>𝑖</m:t>
                                      </m:r>
                                    </m:sub>
                                  </m:sSub>
                                </m:e>
                              </m:d>
                            </m:e>
                          </m:func>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𝑥</m:t>
                          </m:r>
                        </m:e>
                      </m:d>
                    </m:oMath>
                  </m:oMathPara>
                </a14:m>
                <a:endParaRPr lang="en-GB" altLang="en-US" sz="2000" b="0" dirty="0"/>
              </a:p>
              <a:p>
                <a:pPr marL="0" indent="0" eaLnBrk="1" hangingPunct="1">
                  <a:buNone/>
                </a:pPr>
                <a:endParaRPr lang="en-SG" altLang="en-US" sz="2000" b="0" dirty="0"/>
              </a:p>
              <a:p>
                <a:r>
                  <a:rPr lang="en-SG" altLang="en-US" sz="2000" dirty="0"/>
                  <a:t>In order for the maximum of </a:t>
                </a:r>
                <a14:m>
                  <m:oMath xmlns:m="http://schemas.openxmlformats.org/officeDocument/2006/math">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𝑣</m:t>
                        </m:r>
                      </m:e>
                      <m:sub>
                        <m:r>
                          <a:rPr lang="en-SG" altLang="en-US" sz="2000" b="0" i="1" smtClean="0">
                            <a:latin typeface="Cambria Math" panose="02040503050406030204" pitchFamily="18" charset="0"/>
                          </a:rPr>
                          <m:t>1</m:t>
                        </m:r>
                      </m:sub>
                    </m:sSub>
                  </m:oMath>
                </a14:m>
                <a:r>
                  <a:rPr lang="en-SG" altLang="en-US" sz="2000" dirty="0"/>
                  <a:t>, </a:t>
                </a:r>
                <a14:m>
                  <m:oMath xmlns:m="http://schemas.openxmlformats.org/officeDocument/2006/math">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𝑣</m:t>
                        </m:r>
                      </m:e>
                      <m:sub>
                        <m:r>
                          <a:rPr lang="en-SG" altLang="en-US" sz="2000" b="0" i="1" smtClean="0">
                            <a:latin typeface="Cambria Math" panose="02040503050406030204" pitchFamily="18" charset="0"/>
                          </a:rPr>
                          <m:t>2</m:t>
                        </m:r>
                      </m:sub>
                    </m:sSub>
                  </m:oMath>
                </a14:m>
                <a:r>
                  <a:rPr lang="en-SG" altLang="en-US" sz="2000" dirty="0"/>
                  <a:t>… </a:t>
                </a:r>
                <a14:m>
                  <m:oMath xmlns:m="http://schemas.openxmlformats.org/officeDocument/2006/math">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𝑣</m:t>
                        </m:r>
                      </m:e>
                      <m:sub>
                        <m:r>
                          <a:rPr lang="en-SG" altLang="en-US" sz="2000" b="0" i="1" smtClean="0">
                            <a:latin typeface="Cambria Math" panose="02040503050406030204" pitchFamily="18" charset="0"/>
                          </a:rPr>
                          <m:t>𝑁</m:t>
                        </m:r>
                      </m:sub>
                    </m:sSub>
                  </m:oMath>
                </a14:m>
                <a:r>
                  <a:rPr lang="en-SG" altLang="en-US" sz="2000" dirty="0"/>
                  <a:t> to be less than </a:t>
                </a:r>
                <a14:m>
                  <m:oMath xmlns:m="http://schemas.openxmlformats.org/officeDocument/2006/math">
                    <m:r>
                      <a:rPr lang="en-SG" altLang="en-US" sz="2000" b="0" i="1" smtClean="0">
                        <a:latin typeface="Cambria Math" panose="02040503050406030204" pitchFamily="18" charset="0"/>
                      </a:rPr>
                      <m:t>𝑥</m:t>
                    </m:r>
                  </m:oMath>
                </a14:m>
                <a:r>
                  <a:rPr lang="en-SG" altLang="en-US" sz="2000" dirty="0"/>
                  <a:t>, </a:t>
                </a:r>
                <a:r>
                  <a:rPr lang="en-SG" altLang="en-US" sz="2000" u="sng" dirty="0"/>
                  <a:t>all of them</a:t>
                </a:r>
                <a:r>
                  <a:rPr lang="en-SG" altLang="en-US" sz="2000" dirty="0"/>
                  <a:t> have to be less than </a:t>
                </a:r>
                <a14:m>
                  <m:oMath xmlns:m="http://schemas.openxmlformats.org/officeDocument/2006/math">
                    <m:r>
                      <a:rPr lang="en-SG" altLang="en-US" sz="2000" b="0" i="1" smtClean="0">
                        <a:latin typeface="Cambria Math" panose="02040503050406030204" pitchFamily="18" charset="0"/>
                      </a:rPr>
                      <m:t>𝑥</m:t>
                    </m:r>
                  </m:oMath>
                </a14:m>
                <a:r>
                  <a:rPr lang="en-SG" altLang="en-US" sz="2000" dirty="0"/>
                  <a:t>.</a:t>
                </a:r>
              </a:p>
              <a:p>
                <a:endParaRPr lang="en-SG" altLang="en-US" sz="2000" dirty="0"/>
              </a:p>
              <a:p>
                <a:r>
                  <a:rPr lang="en-SG" altLang="en-US" sz="2000" dirty="0"/>
                  <a:t>Hence, </a:t>
                </a:r>
                <a14:m>
                  <m:oMath xmlns:m="http://schemas.openxmlformats.org/officeDocument/2006/math">
                    <m:r>
                      <a:rPr lang="en-SG" altLang="en-US" sz="2000" b="0" i="1" smtClean="0">
                        <a:latin typeface="Cambria Math" panose="02040503050406030204" pitchFamily="18" charset="0"/>
                      </a:rPr>
                      <m:t>𝑃</m:t>
                    </m:r>
                    <m:d>
                      <m:dPr>
                        <m:ctrlPr>
                          <a:rPr lang="en-SG" altLang="en-US" sz="2000" b="0" i="1" smtClean="0">
                            <a:latin typeface="Cambria Math" panose="02040503050406030204" pitchFamily="18" charset="0"/>
                          </a:rPr>
                        </m:ctrlPr>
                      </m:dPr>
                      <m:e>
                        <m:func>
                          <m:funcPr>
                            <m:ctrlPr>
                              <a:rPr lang="en-SG" altLang="en-US" sz="2000" b="0" i="1" smtClean="0">
                                <a:latin typeface="Cambria Math" panose="02040503050406030204" pitchFamily="18" charset="0"/>
                              </a:rPr>
                            </m:ctrlPr>
                          </m:funcPr>
                          <m:fName>
                            <m:r>
                              <m:rPr>
                                <m:sty m:val="p"/>
                              </m:rPr>
                              <a:rPr lang="en-SG" altLang="en-US" sz="2000" b="0" i="0" smtClean="0">
                                <a:latin typeface="Cambria Math" panose="02040503050406030204" pitchFamily="18" charset="0"/>
                              </a:rPr>
                              <m:t>max</m:t>
                            </m:r>
                          </m:fName>
                          <m:e>
                            <m:d>
                              <m:dPr>
                                <m:ctrlPr>
                                  <a:rPr lang="en-SG" altLang="en-US" sz="2000" b="0" i="1" smtClean="0">
                                    <a:latin typeface="Cambria Math" panose="02040503050406030204" pitchFamily="18" charset="0"/>
                                  </a:rPr>
                                </m:ctrlPr>
                              </m:dPr>
                              <m:e>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𝑣</m:t>
                                    </m:r>
                                  </m:e>
                                  <m:sub>
                                    <m:r>
                                      <a:rPr lang="en-SG" altLang="en-US" sz="2000" b="0" i="1" smtClean="0">
                                        <a:latin typeface="Cambria Math" panose="02040503050406030204" pitchFamily="18" charset="0"/>
                                      </a:rPr>
                                      <m:t>𝑖</m:t>
                                    </m:r>
                                  </m:sub>
                                </m:sSub>
                              </m:e>
                            </m:d>
                          </m:e>
                        </m:func>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𝑥</m:t>
                        </m:r>
                      </m:e>
                    </m:d>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𝑃</m:t>
                    </m:r>
                    <m:d>
                      <m:dPr>
                        <m:ctrlPr>
                          <a:rPr lang="en-SG" altLang="en-US" sz="2000" b="0" i="1" smtClean="0">
                            <a:latin typeface="Cambria Math" panose="02040503050406030204" pitchFamily="18" charset="0"/>
                          </a:rPr>
                        </m:ctrlPr>
                      </m:dPr>
                      <m:e>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𝑣</m:t>
                            </m:r>
                          </m:e>
                          <m:sub>
                            <m:r>
                              <a:rPr lang="en-SG" altLang="en-US" sz="2000" b="0" i="1" smtClean="0">
                                <a:latin typeface="Cambria Math" panose="02040503050406030204" pitchFamily="18" charset="0"/>
                              </a:rPr>
                              <m:t>1</m:t>
                            </m:r>
                          </m:sub>
                        </m:sSub>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𝑥</m:t>
                        </m:r>
                      </m:e>
                    </m:d>
                    <m:r>
                      <a:rPr lang="en-SG" altLang="en-US" sz="2000" i="1">
                        <a:latin typeface="Cambria Math" panose="02040503050406030204" pitchFamily="18" charset="0"/>
                      </a:rPr>
                      <m:t>×</m:t>
                    </m:r>
                    <m:r>
                      <a:rPr lang="en-SG" altLang="en-US" sz="2000" i="1">
                        <a:latin typeface="Cambria Math" panose="02040503050406030204" pitchFamily="18" charset="0"/>
                      </a:rPr>
                      <m:t>𝑃</m:t>
                    </m:r>
                    <m:d>
                      <m:dPr>
                        <m:ctrlPr>
                          <a:rPr lang="en-SG" altLang="en-US" sz="2000" i="1">
                            <a:latin typeface="Cambria Math" panose="02040503050406030204" pitchFamily="18" charset="0"/>
                          </a:rPr>
                        </m:ctrlPr>
                      </m:dPr>
                      <m:e>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𝑣</m:t>
                            </m:r>
                          </m:e>
                          <m:sub>
                            <m:r>
                              <a:rPr lang="en-SG" altLang="en-US" sz="2000" b="0" i="1" smtClean="0">
                                <a:latin typeface="Cambria Math" panose="02040503050406030204" pitchFamily="18" charset="0"/>
                              </a:rPr>
                              <m:t>2</m:t>
                            </m:r>
                          </m:sub>
                        </m:sSub>
                        <m:r>
                          <a:rPr lang="en-SG" altLang="en-US" sz="2000" i="1">
                            <a:latin typeface="Cambria Math" panose="02040503050406030204" pitchFamily="18" charset="0"/>
                          </a:rPr>
                          <m:t>≤</m:t>
                        </m:r>
                        <m:r>
                          <a:rPr lang="en-SG" altLang="en-US" sz="2000" i="1">
                            <a:latin typeface="Cambria Math" panose="02040503050406030204" pitchFamily="18" charset="0"/>
                          </a:rPr>
                          <m:t>𝑥</m:t>
                        </m:r>
                      </m:e>
                    </m:d>
                    <m:r>
                      <a:rPr lang="en-SG" altLang="en-US" sz="2000" b="0" i="1" smtClean="0">
                        <a:latin typeface="Cambria Math" panose="02040503050406030204" pitchFamily="18" charset="0"/>
                      </a:rPr>
                      <m:t>…</m:t>
                    </m:r>
                    <m:r>
                      <a:rPr lang="en-SG" altLang="en-US" sz="2000" i="1">
                        <a:latin typeface="Cambria Math" panose="02040503050406030204" pitchFamily="18" charset="0"/>
                      </a:rPr>
                      <m:t>𝑃</m:t>
                    </m:r>
                    <m:d>
                      <m:dPr>
                        <m:ctrlPr>
                          <a:rPr lang="en-SG" altLang="en-US" sz="2000" i="1">
                            <a:latin typeface="Cambria Math" panose="02040503050406030204" pitchFamily="18" charset="0"/>
                          </a:rPr>
                        </m:ctrlPr>
                      </m:dPr>
                      <m:e>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𝑣</m:t>
                            </m:r>
                          </m:e>
                          <m:sub>
                            <m:r>
                              <a:rPr lang="en-SG" altLang="en-US" sz="2000" b="0" i="1" smtClean="0">
                                <a:latin typeface="Cambria Math" panose="02040503050406030204" pitchFamily="18" charset="0"/>
                              </a:rPr>
                              <m:t>𝑁</m:t>
                            </m:r>
                          </m:sub>
                        </m:sSub>
                        <m:r>
                          <a:rPr lang="en-SG" altLang="en-US" sz="2000" i="1">
                            <a:latin typeface="Cambria Math" panose="02040503050406030204" pitchFamily="18" charset="0"/>
                          </a:rPr>
                          <m:t>≤</m:t>
                        </m:r>
                        <m:r>
                          <a:rPr lang="en-SG" altLang="en-US" sz="2000" i="1">
                            <a:latin typeface="Cambria Math" panose="02040503050406030204" pitchFamily="18" charset="0"/>
                          </a:rPr>
                          <m:t>𝑥</m:t>
                        </m:r>
                      </m:e>
                    </m:d>
                    <m:r>
                      <a:rPr lang="en-SG" altLang="en-US" sz="2000" b="0" i="1" smtClean="0">
                        <a:latin typeface="Cambria Math" panose="02040503050406030204" pitchFamily="18" charset="0"/>
                      </a:rPr>
                      <m:t>=</m:t>
                    </m:r>
                    <m:sSup>
                      <m:sSupPr>
                        <m:ctrlPr>
                          <a:rPr lang="en-SG" altLang="en-US" sz="2000" b="0" i="1" smtClean="0">
                            <a:latin typeface="Cambria Math" panose="02040503050406030204" pitchFamily="18" charset="0"/>
                          </a:rPr>
                        </m:ctrlPr>
                      </m:sSupPr>
                      <m:e>
                        <m:r>
                          <a:rPr lang="en-SG" altLang="en-US" sz="2000" b="0" i="1" smtClean="0">
                            <a:latin typeface="Cambria Math" panose="02040503050406030204" pitchFamily="18" charset="0"/>
                          </a:rPr>
                          <m:t>𝑥</m:t>
                        </m:r>
                      </m:e>
                      <m:sup>
                        <m:r>
                          <a:rPr lang="en-SG" altLang="en-US" sz="2000" b="0" i="1" smtClean="0">
                            <a:latin typeface="Cambria Math" panose="02040503050406030204" pitchFamily="18" charset="0"/>
                          </a:rPr>
                          <m:t>𝑁</m:t>
                        </m:r>
                      </m:sup>
                    </m:sSup>
                  </m:oMath>
                </a14:m>
                <a:endParaRPr lang="en-SG" altLang="en-US" sz="2000" dirty="0"/>
              </a:p>
              <a:p>
                <a:endParaRPr lang="en-SG" altLang="en-US" sz="2000" dirty="0"/>
              </a:p>
              <a:p>
                <a:endParaRPr lang="en-SG" altLang="en-US" sz="2000" dirty="0"/>
              </a:p>
              <a:p>
                <a:pPr eaLnBrk="1" hangingPunct="1"/>
                <a:endParaRPr lang="en-US" altLang="en-US" sz="2000" dirty="0"/>
              </a:p>
              <a:p>
                <a:pPr eaLnBrk="1" hangingPunct="1"/>
                <a:endParaRPr lang="en-US" altLang="en-US" sz="2000" dirty="0"/>
              </a:p>
              <a:p>
                <a:pPr eaLnBrk="1" hangingPunct="1"/>
                <a:endParaRPr lang="en-US" altLang="en-US" sz="2000" dirty="0"/>
              </a:p>
            </p:txBody>
          </p:sp>
        </mc:Choice>
        <mc:Fallback xmlns="">
          <p:sp>
            <p:nvSpPr>
              <p:cNvPr id="37890" name="Rectangle 3"/>
              <p:cNvSpPr>
                <a:spLocks noGrp="1" noRot="1" noChangeAspect="1" noMove="1" noResize="1" noEditPoints="1" noAdjustHandles="1" noChangeArrowheads="1" noChangeShapeType="1" noTextEdit="1"/>
              </p:cNvSpPr>
              <p:nvPr>
                <p:ph idx="1"/>
              </p:nvPr>
            </p:nvSpPr>
            <p:spPr>
              <a:xfrm>
                <a:off x="838199" y="1943100"/>
                <a:ext cx="10389781" cy="4269164"/>
              </a:xfrm>
              <a:blipFill>
                <a:blip r:embed="rId3"/>
                <a:stretch>
                  <a:fillRect l="-469" t="-1571"/>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AB9E84A3-20A2-1987-0B47-7456917BEE0E}"/>
              </a:ext>
            </a:extLst>
          </p:cNvPr>
          <p:cNvSpPr>
            <a:spLocks noGrp="1"/>
          </p:cNvSpPr>
          <p:nvPr>
            <p:ph type="sldNum" sz="quarter" idx="12"/>
          </p:nvPr>
        </p:nvSpPr>
        <p:spPr/>
        <p:txBody>
          <a:bodyPr/>
          <a:lstStyle/>
          <a:p>
            <a:fld id="{F094D3FE-586B-47BD-AB77-64C19248A5CB}" type="slidenum">
              <a:rPr lang="en-GB" smtClean="0"/>
              <a:t>30</a:t>
            </a:fld>
            <a:endParaRPr lang="en-GB"/>
          </a:p>
        </p:txBody>
      </p:sp>
    </p:spTree>
    <p:extLst>
      <p:ext uri="{BB962C8B-B14F-4D97-AF65-F5344CB8AC3E}">
        <p14:creationId xmlns:p14="http://schemas.microsoft.com/office/powerpoint/2010/main" val="7873232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p:txBody>
          <a:bodyPr/>
          <a:lstStyle/>
          <a:p>
            <a:pPr eaLnBrk="1" hangingPunct="1"/>
            <a:r>
              <a:rPr lang="en-US" altLang="en-US"/>
              <a:t>Revenue Equivalence: 1</a:t>
            </a:r>
            <a:r>
              <a:rPr lang="en-US" altLang="en-US" baseline="30000"/>
              <a:t>st </a:t>
            </a:r>
            <a:r>
              <a:rPr lang="en-US" altLang="en-US"/>
              <a:t>&amp; 2</a:t>
            </a:r>
            <a:r>
              <a:rPr lang="en-US" altLang="en-US" baseline="30000"/>
              <a:t>nd</a:t>
            </a:r>
            <a:r>
              <a:rPr lang="en-US" altLang="en-US"/>
              <a:t> Price Auction</a:t>
            </a:r>
          </a:p>
        </p:txBody>
      </p:sp>
      <mc:AlternateContent xmlns:mc="http://schemas.openxmlformats.org/markup-compatibility/2006" xmlns:a14="http://schemas.microsoft.com/office/drawing/2010/main">
        <mc:Choice Requires="a14">
          <p:sp>
            <p:nvSpPr>
              <p:cNvPr id="37890" name="Rectangle 3"/>
              <p:cNvSpPr>
                <a:spLocks noGrp="1" noChangeArrowheads="1"/>
              </p:cNvSpPr>
              <p:nvPr>
                <p:ph idx="1"/>
              </p:nvPr>
            </p:nvSpPr>
            <p:spPr>
              <a:xfrm>
                <a:off x="838200" y="1790700"/>
                <a:ext cx="10605053" cy="4269164"/>
              </a:xfrm>
            </p:spPr>
            <p:txBody>
              <a:bodyPr>
                <a:normAutofit/>
              </a:bodyPr>
              <a:lstStyle/>
              <a:p>
                <a:pPr marL="0" indent="0">
                  <a:buNone/>
                </a:pPr>
                <a:r>
                  <a:rPr lang="en-SG" altLang="en-US" sz="2000" b="0" dirty="0"/>
                  <a:t>Recall that the expectation of a function </a:t>
                </a:r>
                <a14:m>
                  <m:oMath xmlns:m="http://schemas.openxmlformats.org/officeDocument/2006/math">
                    <m:r>
                      <a:rPr lang="en-SG" altLang="en-US" sz="2000" b="0" i="1" smtClean="0">
                        <a:latin typeface="Cambria Math" panose="02040503050406030204" pitchFamily="18" charset="0"/>
                      </a:rPr>
                      <m:t>𝐺</m:t>
                    </m:r>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𝑥</m:t>
                    </m:r>
                    <m:r>
                      <a:rPr lang="en-SG" altLang="en-US" sz="2000" b="0" i="1" smtClean="0">
                        <a:latin typeface="Cambria Math" panose="02040503050406030204" pitchFamily="18" charset="0"/>
                      </a:rPr>
                      <m:t>)</m:t>
                    </m:r>
                  </m:oMath>
                </a14:m>
                <a:r>
                  <a:rPr lang="en-SG" altLang="en-US" sz="2000" b="0" i="1" dirty="0"/>
                  <a:t> </a:t>
                </a:r>
                <a:r>
                  <a:rPr lang="en-SG" altLang="en-US" sz="2000" b="0" dirty="0"/>
                  <a:t>where </a:t>
                </a:r>
                <a14:m>
                  <m:oMath xmlns:m="http://schemas.openxmlformats.org/officeDocument/2006/math">
                    <m:r>
                      <m:rPr>
                        <m:sty m:val="p"/>
                      </m:rPr>
                      <a:rPr lang="en-SG" altLang="en-US" sz="2000" b="0" i="0" smtClean="0">
                        <a:latin typeface="Cambria Math" panose="02040503050406030204" pitchFamily="18" charset="0"/>
                      </a:rPr>
                      <m:t>x</m:t>
                    </m:r>
                  </m:oMath>
                </a14:m>
                <a:r>
                  <a:rPr lang="en-SG" altLang="en-US" sz="2000" b="0" dirty="0"/>
                  <a:t> has a probability distribution function </a:t>
                </a:r>
                <a14:m>
                  <m:oMath xmlns:m="http://schemas.openxmlformats.org/officeDocument/2006/math">
                    <m:r>
                      <a:rPr lang="en-SG" altLang="en-US" sz="2000" b="0" i="1" smtClean="0">
                        <a:latin typeface="Cambria Math" panose="02040503050406030204" pitchFamily="18" charset="0"/>
                      </a:rPr>
                      <m:t>𝑓</m:t>
                    </m:r>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𝑥</m:t>
                        </m:r>
                      </m:e>
                    </m:d>
                    <m:r>
                      <a:rPr lang="en-SG" altLang="en-US" sz="2000" b="0" i="1" smtClean="0">
                        <a:latin typeface="Cambria Math" panose="02040503050406030204" pitchFamily="18" charset="0"/>
                      </a:rPr>
                      <m:t> </m:t>
                    </m:r>
                  </m:oMath>
                </a14:m>
                <a:r>
                  <a:rPr lang="en-SG" altLang="en-US" sz="2000" b="0" dirty="0"/>
                  <a:t>is</a:t>
                </a:r>
              </a:p>
              <a:p>
                <a:pPr marL="0" indent="0">
                  <a:buNone/>
                </a:pPr>
                <a14:m>
                  <m:oMathPara xmlns:m="http://schemas.openxmlformats.org/officeDocument/2006/math">
                    <m:oMathParaPr>
                      <m:jc m:val="centerGroup"/>
                    </m:oMathParaPr>
                    <m:oMath xmlns:m="http://schemas.openxmlformats.org/officeDocument/2006/math">
                      <m:nary>
                        <m:naryPr>
                          <m:limLoc m:val="undOvr"/>
                          <m:subHide m:val="on"/>
                          <m:supHide m:val="on"/>
                          <m:ctrlPr>
                            <a:rPr lang="en-SG" altLang="en-US" sz="1800" i="1" smtClean="0">
                              <a:latin typeface="Cambria Math" panose="02040503050406030204" pitchFamily="18" charset="0"/>
                            </a:rPr>
                          </m:ctrlPr>
                        </m:naryPr>
                        <m:sub/>
                        <m:sup/>
                        <m:e>
                          <m:r>
                            <a:rPr lang="en-SG" altLang="en-US" sz="1800" b="0" i="1" smtClean="0">
                              <a:latin typeface="Cambria Math" panose="02040503050406030204" pitchFamily="18" charset="0"/>
                            </a:rPr>
                            <m:t>𝐺</m:t>
                          </m:r>
                          <m:r>
                            <a:rPr lang="en-SG" altLang="en-US" sz="1800" b="0" i="1" smtClean="0">
                              <a:latin typeface="Cambria Math" panose="02040503050406030204" pitchFamily="18" charset="0"/>
                            </a:rPr>
                            <m:t>(</m:t>
                          </m:r>
                          <m:r>
                            <a:rPr lang="en-SG" altLang="en-US" sz="1800" b="0" i="1" smtClean="0">
                              <a:latin typeface="Cambria Math" panose="02040503050406030204" pitchFamily="18" charset="0"/>
                            </a:rPr>
                            <m:t>𝑥</m:t>
                          </m:r>
                          <m:r>
                            <a:rPr lang="en-SG" altLang="en-US" sz="1800" b="0" i="1" smtClean="0">
                              <a:latin typeface="Cambria Math" panose="02040503050406030204" pitchFamily="18" charset="0"/>
                            </a:rPr>
                            <m:t>)</m:t>
                          </m:r>
                          <m:r>
                            <a:rPr lang="en-SG" altLang="en-US" sz="1800" i="1">
                              <a:latin typeface="Cambria Math" panose="02040503050406030204" pitchFamily="18" charset="0"/>
                            </a:rPr>
                            <m:t>𝑓</m:t>
                          </m:r>
                          <m:d>
                            <m:dPr>
                              <m:ctrlPr>
                                <a:rPr lang="en-SG" altLang="en-US" sz="1800" i="1">
                                  <a:latin typeface="Cambria Math" panose="02040503050406030204" pitchFamily="18" charset="0"/>
                                </a:rPr>
                              </m:ctrlPr>
                            </m:dPr>
                            <m:e>
                              <m:r>
                                <a:rPr lang="en-SG" altLang="en-US" sz="1800" i="1">
                                  <a:latin typeface="Cambria Math" panose="02040503050406030204" pitchFamily="18" charset="0"/>
                                </a:rPr>
                                <m:t>𝑥</m:t>
                              </m:r>
                            </m:e>
                          </m:d>
                          <m:r>
                            <a:rPr lang="en-SG" altLang="en-US" sz="1800" i="1">
                              <a:latin typeface="Cambria Math" panose="02040503050406030204" pitchFamily="18" charset="0"/>
                            </a:rPr>
                            <m:t>𝑑𝑥</m:t>
                          </m:r>
                        </m:e>
                      </m:nary>
                    </m:oMath>
                  </m:oMathPara>
                </a14:m>
                <a:endParaRPr lang="en-SG" altLang="en-US" sz="2000" b="0" i="1" dirty="0"/>
              </a:p>
              <a:p>
                <a:pPr marL="0" indent="0" eaLnBrk="1" hangingPunct="1">
                  <a:buNone/>
                </a:pPr>
                <a:endParaRPr lang="en-SG" altLang="en-US" sz="2000" b="0" i="1" dirty="0">
                  <a:latin typeface="Cambria Math" panose="02040503050406030204" pitchFamily="18" charset="0"/>
                </a:endParaRPr>
              </a:p>
              <a:p>
                <a:pPr marL="0" indent="0" eaLnBrk="1" hangingPunct="1">
                  <a:buNone/>
                </a:pPr>
                <a:r>
                  <a:rPr lang="en-SG" altLang="en-US" sz="2000" dirty="0"/>
                  <a:t>Expected revenue is the expectation of the winning (largest) bid </a:t>
                </a:r>
                <a14:m>
                  <m:oMath xmlns:m="http://schemas.openxmlformats.org/officeDocument/2006/math">
                    <m:f>
                      <m:fPr>
                        <m:ctrlPr>
                          <a:rPr lang="en-SG" altLang="en-US" sz="2000" b="0" i="1" smtClean="0">
                            <a:latin typeface="Cambria Math" panose="02040503050406030204" pitchFamily="18" charset="0"/>
                          </a:rPr>
                        </m:ctrlPr>
                      </m:fPr>
                      <m:num>
                        <m:r>
                          <a:rPr lang="en-SG" altLang="en-US" sz="2000" b="0" i="1" smtClean="0">
                            <a:latin typeface="Cambria Math" panose="02040503050406030204" pitchFamily="18" charset="0"/>
                          </a:rPr>
                          <m:t>𝑁</m:t>
                        </m:r>
                        <m:r>
                          <a:rPr lang="en-SG" altLang="en-US" sz="2000" b="0" i="1" smtClean="0">
                            <a:latin typeface="Cambria Math" panose="02040503050406030204" pitchFamily="18" charset="0"/>
                          </a:rPr>
                          <m:t>−1</m:t>
                        </m:r>
                      </m:num>
                      <m:den>
                        <m:r>
                          <a:rPr lang="en-SG" altLang="en-US" sz="2000" b="0" i="1" smtClean="0">
                            <a:latin typeface="Cambria Math" panose="02040503050406030204" pitchFamily="18" charset="0"/>
                          </a:rPr>
                          <m:t>𝑁</m:t>
                        </m:r>
                      </m:den>
                    </m:f>
                    <m:r>
                      <a:rPr lang="en-SG" altLang="en-US" sz="2000" b="0" i="1" smtClean="0">
                        <a:latin typeface="Cambria Math" panose="02040503050406030204" pitchFamily="18" charset="0"/>
                      </a:rPr>
                      <m:t>𝑥</m:t>
                    </m:r>
                  </m:oMath>
                </a14:m>
                <a:r>
                  <a:rPr lang="en-SG" altLang="en-US" sz="2000" b="0" i="1" dirty="0"/>
                  <a:t>, </a:t>
                </a:r>
                <a:r>
                  <a:rPr lang="en-SG" altLang="en-US" sz="2000" b="0" dirty="0"/>
                  <a:t>where</a:t>
                </a:r>
                <a:r>
                  <a:rPr lang="en-SG" altLang="en-US" sz="2000" b="0" i="1" dirty="0"/>
                  <a:t> </a:t>
                </a:r>
                <a14:m>
                  <m:oMath xmlns:m="http://schemas.openxmlformats.org/officeDocument/2006/math">
                    <m:r>
                      <a:rPr lang="en-SG" altLang="en-US" sz="2000" b="0" i="1" smtClean="0">
                        <a:latin typeface="Cambria Math" panose="02040503050406030204" pitchFamily="18" charset="0"/>
                      </a:rPr>
                      <m:t>𝑥</m:t>
                    </m:r>
                  </m:oMath>
                </a14:m>
                <a:r>
                  <a:rPr lang="en-SG" altLang="en-US" sz="2000" b="0" i="1" dirty="0"/>
                  <a:t> </a:t>
                </a:r>
                <a:r>
                  <a:rPr lang="en-SG" altLang="en-US" sz="2000" b="0" dirty="0"/>
                  <a:t>has the probability distribution function</a:t>
                </a:r>
                <a14:m>
                  <m:oMath xmlns:m="http://schemas.openxmlformats.org/officeDocument/2006/math">
                    <m:r>
                      <a:rPr lang="en-SG" altLang="en-US" sz="2000" b="0" i="1" smtClean="0">
                        <a:latin typeface="Cambria Math" panose="02040503050406030204" pitchFamily="18" charset="0"/>
                      </a:rPr>
                      <m:t> </m:t>
                    </m:r>
                    <m:r>
                      <a:rPr lang="en-SG" altLang="en-US" sz="2000" b="0" i="1" smtClean="0">
                        <a:latin typeface="Cambria Math" panose="02040503050406030204" pitchFamily="18" charset="0"/>
                      </a:rPr>
                      <m:t>𝑓</m:t>
                    </m:r>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𝑥</m:t>
                        </m:r>
                      </m:e>
                    </m:d>
                    <m:r>
                      <a:rPr lang="en-SG" altLang="en-US" sz="2000" b="0" i="1" smtClean="0">
                        <a:latin typeface="Cambria Math" panose="02040503050406030204" pitchFamily="18" charset="0"/>
                      </a:rPr>
                      <m:t>=</m:t>
                    </m:r>
                    <m:sSup>
                      <m:sSupPr>
                        <m:ctrlPr>
                          <a:rPr lang="en-SG" altLang="en-US" sz="2000" b="0" i="1" smtClean="0">
                            <a:latin typeface="Cambria Math" panose="02040503050406030204" pitchFamily="18" charset="0"/>
                          </a:rPr>
                        </m:ctrlPr>
                      </m:sSupPr>
                      <m:e>
                        <m:r>
                          <a:rPr lang="en-SG" altLang="en-US" sz="2000" b="0" i="1" smtClean="0">
                            <a:latin typeface="Cambria Math" panose="02040503050406030204" pitchFamily="18" charset="0"/>
                          </a:rPr>
                          <m:t>𝐹</m:t>
                        </m:r>
                      </m:e>
                      <m:sup>
                        <m:r>
                          <a:rPr lang="en-SG" altLang="en-US" sz="2000" b="0" i="1" smtClean="0">
                            <a:latin typeface="Cambria Math" panose="02040503050406030204" pitchFamily="18" charset="0"/>
                          </a:rPr>
                          <m:t>′</m:t>
                        </m:r>
                      </m:sup>
                    </m:sSup>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𝑥</m:t>
                        </m:r>
                      </m:e>
                    </m:d>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𝑁</m:t>
                    </m:r>
                    <m:sSup>
                      <m:sSupPr>
                        <m:ctrlPr>
                          <a:rPr lang="en-SG" altLang="en-US" sz="2000" b="0" i="1" smtClean="0">
                            <a:latin typeface="Cambria Math" panose="02040503050406030204" pitchFamily="18" charset="0"/>
                          </a:rPr>
                        </m:ctrlPr>
                      </m:sSupPr>
                      <m:e>
                        <m:r>
                          <a:rPr lang="en-SG" altLang="en-US" sz="2000" b="0" i="1" smtClean="0">
                            <a:latin typeface="Cambria Math" panose="02040503050406030204" pitchFamily="18" charset="0"/>
                          </a:rPr>
                          <m:t>𝑥</m:t>
                        </m:r>
                      </m:e>
                      <m:sup>
                        <m:r>
                          <a:rPr lang="en-SG" altLang="en-US" sz="2000" b="0" i="1" smtClean="0">
                            <a:latin typeface="Cambria Math" panose="02040503050406030204" pitchFamily="18" charset="0"/>
                          </a:rPr>
                          <m:t>𝑁</m:t>
                        </m:r>
                        <m:r>
                          <a:rPr lang="en-SG" altLang="en-US" sz="2000" b="0" i="1" smtClean="0">
                            <a:latin typeface="Cambria Math" panose="02040503050406030204" pitchFamily="18" charset="0"/>
                          </a:rPr>
                          <m:t>−1</m:t>
                        </m:r>
                      </m:sup>
                    </m:sSup>
                  </m:oMath>
                </a14:m>
                <a:r>
                  <a:rPr lang="en-SG" altLang="en-US" sz="2000" b="0" dirty="0"/>
                  <a:t>.</a:t>
                </a:r>
              </a:p>
              <a:p>
                <a:pPr marL="0" indent="0">
                  <a:buNone/>
                </a:pPr>
                <a:endParaRPr lang="en-SG" altLang="en-US" sz="20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SG" altLang="en-US" sz="2000" b="0" i="1" smtClean="0">
                          <a:latin typeface="Cambria Math" panose="02040503050406030204" pitchFamily="18" charset="0"/>
                        </a:rPr>
                        <m:t>𝐸𝑥𝑝𝑒𝑐𝑡𝑒𝑑</m:t>
                      </m:r>
                      <m:r>
                        <a:rPr lang="en-SG" altLang="en-US" sz="2000" b="0" i="1" smtClean="0">
                          <a:latin typeface="Cambria Math" panose="02040503050406030204" pitchFamily="18" charset="0"/>
                        </a:rPr>
                        <m:t> </m:t>
                      </m:r>
                      <m:r>
                        <a:rPr lang="en-SG" altLang="en-US" sz="2000" b="0" i="1" smtClean="0">
                          <a:latin typeface="Cambria Math" panose="02040503050406030204" pitchFamily="18" charset="0"/>
                        </a:rPr>
                        <m:t>𝑅𝑒𝑣𝑒𝑛𝑢𝑒</m:t>
                      </m:r>
                      <m:r>
                        <a:rPr lang="en-SG" altLang="en-US" sz="2000" b="0" i="1" smtClean="0">
                          <a:latin typeface="Cambria Math" panose="02040503050406030204" pitchFamily="18" charset="0"/>
                        </a:rPr>
                        <m:t>=</m:t>
                      </m:r>
                      <m:nary>
                        <m:naryPr>
                          <m:limLoc m:val="undOvr"/>
                          <m:subHide m:val="on"/>
                          <m:supHide m:val="on"/>
                          <m:ctrlPr>
                            <a:rPr lang="en-SG" altLang="en-US" sz="2000" b="0" i="1" smtClean="0">
                              <a:latin typeface="Cambria Math" panose="02040503050406030204" pitchFamily="18" charset="0"/>
                            </a:rPr>
                          </m:ctrlPr>
                        </m:naryPr>
                        <m:sub/>
                        <m:sup/>
                        <m:e>
                          <m:f>
                            <m:fPr>
                              <m:ctrlPr>
                                <a:rPr lang="en-SG" altLang="en-US" sz="2000" b="0" i="1" smtClean="0">
                                  <a:latin typeface="Cambria Math" panose="02040503050406030204" pitchFamily="18" charset="0"/>
                                </a:rPr>
                              </m:ctrlPr>
                            </m:fPr>
                            <m:num>
                              <m:r>
                                <a:rPr lang="en-SG" altLang="en-US" sz="2000" b="0" i="1" smtClean="0">
                                  <a:latin typeface="Cambria Math" panose="02040503050406030204" pitchFamily="18" charset="0"/>
                                </a:rPr>
                                <m:t>𝑁</m:t>
                              </m:r>
                              <m:r>
                                <a:rPr lang="en-SG" altLang="en-US" sz="2000" b="0" i="1" smtClean="0">
                                  <a:latin typeface="Cambria Math" panose="02040503050406030204" pitchFamily="18" charset="0"/>
                                </a:rPr>
                                <m:t>−1</m:t>
                              </m:r>
                            </m:num>
                            <m:den>
                              <m:r>
                                <a:rPr lang="en-SG" altLang="en-US" sz="2000" b="0" i="1" smtClean="0">
                                  <a:latin typeface="Cambria Math" panose="02040503050406030204" pitchFamily="18" charset="0"/>
                                </a:rPr>
                                <m:t>𝑁</m:t>
                              </m:r>
                            </m:den>
                          </m:f>
                          <m:r>
                            <a:rPr lang="en-SG" altLang="en-US" sz="2000" b="0" i="1" smtClean="0">
                              <a:latin typeface="Cambria Math" panose="02040503050406030204" pitchFamily="18" charset="0"/>
                            </a:rPr>
                            <m:t>𝑥𝑓</m:t>
                          </m:r>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𝑥</m:t>
                              </m:r>
                            </m:e>
                          </m:d>
                          <m:r>
                            <a:rPr lang="en-SG" altLang="en-US" sz="2000" b="0" i="1" smtClean="0">
                              <a:latin typeface="Cambria Math" panose="02040503050406030204" pitchFamily="18" charset="0"/>
                            </a:rPr>
                            <m:t>𝑑𝑥</m:t>
                          </m:r>
                        </m:e>
                      </m:nary>
                    </m:oMath>
                  </m:oMathPara>
                </a14:m>
                <a:endParaRPr lang="en-SG" altLang="en-US" sz="20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SG" altLang="en-US" sz="2000" b="0" i="1" smtClean="0">
                          <a:latin typeface="Cambria Math" panose="02040503050406030204" pitchFamily="18" charset="0"/>
                        </a:rPr>
                        <m:t>=</m:t>
                      </m:r>
                      <m:nary>
                        <m:naryPr>
                          <m:limLoc m:val="undOvr"/>
                          <m:subHide m:val="on"/>
                          <m:supHide m:val="on"/>
                          <m:ctrlPr>
                            <a:rPr lang="en-SG" altLang="en-US" sz="2000" i="1">
                              <a:latin typeface="Cambria Math" panose="02040503050406030204" pitchFamily="18" charset="0"/>
                            </a:rPr>
                          </m:ctrlPr>
                        </m:naryPr>
                        <m:sub/>
                        <m:sup/>
                        <m:e>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𝑁</m:t>
                              </m:r>
                              <m:r>
                                <a:rPr lang="en-SG" altLang="en-US" sz="2000" b="0" i="1" smtClean="0">
                                  <a:latin typeface="Cambria Math" panose="02040503050406030204" pitchFamily="18" charset="0"/>
                                </a:rPr>
                                <m:t>−1</m:t>
                              </m:r>
                            </m:e>
                          </m:d>
                          <m:sSup>
                            <m:sSupPr>
                              <m:ctrlPr>
                                <a:rPr lang="en-SG" altLang="en-US" sz="2000" b="0" i="1" smtClean="0">
                                  <a:latin typeface="Cambria Math" panose="02040503050406030204" pitchFamily="18" charset="0"/>
                                </a:rPr>
                              </m:ctrlPr>
                            </m:sSupPr>
                            <m:e>
                              <m:r>
                                <a:rPr lang="en-SG" altLang="en-US" sz="2000" b="0" i="1" smtClean="0">
                                  <a:latin typeface="Cambria Math" panose="02040503050406030204" pitchFamily="18" charset="0"/>
                                </a:rPr>
                                <m:t>𝑥</m:t>
                              </m:r>
                            </m:e>
                            <m:sup>
                              <m:r>
                                <a:rPr lang="en-SG" altLang="en-US" sz="2000" b="0" i="1" smtClean="0">
                                  <a:latin typeface="Cambria Math" panose="02040503050406030204" pitchFamily="18" charset="0"/>
                                </a:rPr>
                                <m:t>𝑁</m:t>
                              </m:r>
                            </m:sup>
                          </m:sSup>
                          <m:r>
                            <a:rPr lang="en-SG" altLang="en-US" sz="2000" i="1">
                              <a:latin typeface="Cambria Math" panose="02040503050406030204" pitchFamily="18" charset="0"/>
                            </a:rPr>
                            <m:t>𝑑𝑥</m:t>
                          </m:r>
                          <m:r>
                            <a:rPr lang="en-SG" altLang="en-US" sz="2000" b="0" i="1" smtClean="0">
                              <a:latin typeface="Cambria Math" panose="02040503050406030204" pitchFamily="18" charset="0"/>
                            </a:rPr>
                            <m:t>=</m:t>
                          </m:r>
                          <m:f>
                            <m:fPr>
                              <m:ctrlPr>
                                <a:rPr lang="en-SG" altLang="en-US" sz="2000" b="1" i="1" smtClean="0">
                                  <a:solidFill>
                                    <a:srgbClr val="0070C0"/>
                                  </a:solidFill>
                                  <a:latin typeface="Cambria Math" panose="02040503050406030204" pitchFamily="18" charset="0"/>
                                </a:rPr>
                              </m:ctrlPr>
                            </m:fPr>
                            <m:num>
                              <m:r>
                                <a:rPr lang="en-SG" altLang="en-US" sz="2000" b="1" i="1" smtClean="0">
                                  <a:solidFill>
                                    <a:srgbClr val="0070C0"/>
                                  </a:solidFill>
                                  <a:latin typeface="Cambria Math" panose="02040503050406030204" pitchFamily="18" charset="0"/>
                                </a:rPr>
                                <m:t>𝑵</m:t>
                              </m:r>
                              <m:r>
                                <a:rPr lang="en-SG" altLang="en-US" sz="2000" b="1" i="1" smtClean="0">
                                  <a:solidFill>
                                    <a:srgbClr val="0070C0"/>
                                  </a:solidFill>
                                  <a:latin typeface="Cambria Math" panose="02040503050406030204" pitchFamily="18" charset="0"/>
                                </a:rPr>
                                <m:t>−</m:t>
                              </m:r>
                              <m:r>
                                <a:rPr lang="en-SG" altLang="en-US" sz="2000" b="1" i="1" smtClean="0">
                                  <a:solidFill>
                                    <a:srgbClr val="0070C0"/>
                                  </a:solidFill>
                                  <a:latin typeface="Cambria Math" panose="02040503050406030204" pitchFamily="18" charset="0"/>
                                </a:rPr>
                                <m:t>𝟏</m:t>
                              </m:r>
                            </m:num>
                            <m:den>
                              <m:r>
                                <a:rPr lang="en-SG" altLang="en-US" sz="2000" b="1" i="1" smtClean="0">
                                  <a:solidFill>
                                    <a:srgbClr val="0070C0"/>
                                  </a:solidFill>
                                  <a:latin typeface="Cambria Math" panose="02040503050406030204" pitchFamily="18" charset="0"/>
                                </a:rPr>
                                <m:t>𝑵</m:t>
                              </m:r>
                              <m:r>
                                <a:rPr lang="en-SG" altLang="en-US" sz="2000" b="1" i="1" smtClean="0">
                                  <a:solidFill>
                                    <a:srgbClr val="0070C0"/>
                                  </a:solidFill>
                                  <a:latin typeface="Cambria Math" panose="02040503050406030204" pitchFamily="18" charset="0"/>
                                </a:rPr>
                                <m:t>+</m:t>
                              </m:r>
                              <m:r>
                                <a:rPr lang="en-SG" altLang="en-US" sz="2000" b="1" i="1" smtClean="0">
                                  <a:solidFill>
                                    <a:srgbClr val="0070C0"/>
                                  </a:solidFill>
                                  <a:latin typeface="Cambria Math" panose="02040503050406030204" pitchFamily="18" charset="0"/>
                                </a:rPr>
                                <m:t>𝟏</m:t>
                              </m:r>
                            </m:den>
                          </m:f>
                        </m:e>
                      </m:nary>
                    </m:oMath>
                  </m:oMathPara>
                </a14:m>
                <a:endParaRPr lang="en-SG" altLang="en-US" sz="2000" dirty="0"/>
              </a:p>
              <a:p>
                <a:pPr eaLnBrk="1" hangingPunct="1"/>
                <a:endParaRPr lang="en-SG" altLang="en-US" sz="2000" dirty="0"/>
              </a:p>
              <a:p>
                <a:pPr eaLnBrk="1" hangingPunct="1"/>
                <a:endParaRPr lang="en-US" altLang="en-US" sz="2000" dirty="0"/>
              </a:p>
              <a:p>
                <a:pPr eaLnBrk="1" hangingPunct="1"/>
                <a:endParaRPr lang="en-US" altLang="en-US" sz="2000" dirty="0"/>
              </a:p>
              <a:p>
                <a:pPr eaLnBrk="1" hangingPunct="1"/>
                <a:endParaRPr lang="en-US" altLang="en-US" sz="2000" dirty="0"/>
              </a:p>
            </p:txBody>
          </p:sp>
        </mc:Choice>
        <mc:Fallback xmlns="">
          <p:sp>
            <p:nvSpPr>
              <p:cNvPr id="37890" name="Rectangle 3"/>
              <p:cNvSpPr>
                <a:spLocks noGrp="1" noRot="1" noChangeAspect="1" noMove="1" noResize="1" noEditPoints="1" noAdjustHandles="1" noChangeArrowheads="1" noChangeShapeType="1" noTextEdit="1"/>
              </p:cNvSpPr>
              <p:nvPr>
                <p:ph idx="1"/>
              </p:nvPr>
            </p:nvSpPr>
            <p:spPr>
              <a:xfrm>
                <a:off x="838200" y="1790700"/>
                <a:ext cx="10605053" cy="4269164"/>
              </a:xfrm>
              <a:blipFill>
                <a:blip r:embed="rId3"/>
                <a:stretch>
                  <a:fillRect l="-633" t="-1571"/>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AB9E84A3-20A2-1987-0B47-7456917BEE0E}"/>
              </a:ext>
            </a:extLst>
          </p:cNvPr>
          <p:cNvSpPr>
            <a:spLocks noGrp="1"/>
          </p:cNvSpPr>
          <p:nvPr>
            <p:ph type="sldNum" sz="quarter" idx="12"/>
          </p:nvPr>
        </p:nvSpPr>
        <p:spPr/>
        <p:txBody>
          <a:bodyPr/>
          <a:lstStyle/>
          <a:p>
            <a:fld id="{F094D3FE-586B-47BD-AB77-64C19248A5CB}" type="slidenum">
              <a:rPr lang="en-GB" smtClean="0"/>
              <a:t>31</a:t>
            </a:fld>
            <a:endParaRPr lang="en-GB"/>
          </a:p>
        </p:txBody>
      </p:sp>
    </p:spTree>
    <p:extLst>
      <p:ext uri="{BB962C8B-B14F-4D97-AF65-F5344CB8AC3E}">
        <p14:creationId xmlns:p14="http://schemas.microsoft.com/office/powerpoint/2010/main" val="37462886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p:txBody>
          <a:bodyPr/>
          <a:lstStyle/>
          <a:p>
            <a:pPr eaLnBrk="1" hangingPunct="1"/>
            <a:r>
              <a:rPr lang="en-US" altLang="en-US"/>
              <a:t>Revenue Equivalence: 1</a:t>
            </a:r>
            <a:r>
              <a:rPr lang="en-US" altLang="en-US" baseline="30000"/>
              <a:t>st </a:t>
            </a:r>
            <a:r>
              <a:rPr lang="en-US" altLang="en-US"/>
              <a:t>&amp; 2</a:t>
            </a:r>
            <a:r>
              <a:rPr lang="en-US" altLang="en-US" baseline="30000"/>
              <a:t>nd</a:t>
            </a:r>
            <a:r>
              <a:rPr lang="en-US" altLang="en-US"/>
              <a:t> Price Auction</a:t>
            </a:r>
          </a:p>
        </p:txBody>
      </p:sp>
      <mc:AlternateContent xmlns:mc="http://schemas.openxmlformats.org/markup-compatibility/2006" xmlns:a14="http://schemas.microsoft.com/office/drawing/2010/main">
        <mc:Choice Requires="a14">
          <p:sp>
            <p:nvSpPr>
              <p:cNvPr id="37890" name="Rectangle 3"/>
              <p:cNvSpPr>
                <a:spLocks noGrp="1" noChangeArrowheads="1"/>
              </p:cNvSpPr>
              <p:nvPr>
                <p:ph idx="1"/>
              </p:nvPr>
            </p:nvSpPr>
            <p:spPr>
              <a:xfrm>
                <a:off x="838200" y="1790700"/>
                <a:ext cx="10389781" cy="4269164"/>
              </a:xfrm>
            </p:spPr>
            <p:txBody>
              <a:bodyPr>
                <a:normAutofit/>
              </a:bodyPr>
              <a:lstStyle/>
              <a:p>
                <a:r>
                  <a:rPr lang="en-SG" altLang="en-US" sz="2000" dirty="0"/>
                  <a:t>The seller’s expected revenue from </a:t>
                </a:r>
                <a:r>
                  <a:rPr lang="en-SG" altLang="en-US" sz="2000" b="1" dirty="0"/>
                  <a:t>the second price auction </a:t>
                </a:r>
                <a:r>
                  <a:rPr lang="en-SG" altLang="en-US" sz="2000" dirty="0"/>
                  <a:t>depends on the distribution of the </a:t>
                </a:r>
                <a:br>
                  <a:rPr lang="en-SG" altLang="en-US" sz="2000" dirty="0"/>
                </a:br>
                <a:r>
                  <a:rPr lang="en-SG" altLang="en-US" sz="2000" b="1" u="sng" dirty="0"/>
                  <a:t>(N-1)</a:t>
                </a:r>
                <a:r>
                  <a:rPr lang="en-SG" altLang="en-US" sz="2000" b="1" u="sng" dirty="0" err="1"/>
                  <a:t>th</a:t>
                </a:r>
                <a:r>
                  <a:rPr lang="en-SG" altLang="en-US" sz="2000" b="1" u="sng" dirty="0"/>
                  <a:t> order statistic</a:t>
                </a:r>
                <a:r>
                  <a:rPr lang="en-SG" altLang="en-US" sz="2000" b="1" dirty="0"/>
                  <a:t> </a:t>
                </a:r>
                <a:r>
                  <a:rPr lang="en-SG" altLang="en-US" sz="2000" dirty="0">
                    <a:solidFill>
                      <a:srgbClr val="FF0000"/>
                    </a:solidFill>
                  </a:rPr>
                  <a:t>of bidder’s valuations.</a:t>
                </a:r>
              </a:p>
              <a:p>
                <a:pPr lvl="1"/>
                <a:r>
                  <a:rPr lang="en-SG" altLang="en-US" sz="1800" dirty="0"/>
                  <a:t>Why? The payment received depends on the second largest bid!</a:t>
                </a:r>
              </a:p>
              <a:p>
                <a:pPr eaLnBrk="1" hangingPunct="1"/>
                <a:endParaRPr lang="en-SG" altLang="en-US" sz="2000" b="1" dirty="0"/>
              </a:p>
              <a:p>
                <a:pPr marL="0" indent="0">
                  <a:buNone/>
                </a:pPr>
                <a14:m>
                  <m:oMathPara xmlns:m="http://schemas.openxmlformats.org/officeDocument/2006/math">
                    <m:oMathParaPr>
                      <m:jc m:val="center"/>
                    </m:oMathParaPr>
                    <m:oMath xmlns:m="http://schemas.openxmlformats.org/officeDocument/2006/math">
                      <m:r>
                        <a:rPr lang="en-SG" altLang="en-US" sz="1800" b="0" i="1" smtClean="0">
                          <a:latin typeface="Cambria Math" panose="02040503050406030204" pitchFamily="18" charset="0"/>
                        </a:rPr>
                        <m:t>𝐹</m:t>
                      </m:r>
                      <m:d>
                        <m:dPr>
                          <m:ctrlPr>
                            <a:rPr lang="en-SG" altLang="en-US" sz="1800" b="0" i="1" smtClean="0">
                              <a:latin typeface="Cambria Math" panose="02040503050406030204" pitchFamily="18" charset="0"/>
                            </a:rPr>
                          </m:ctrlPr>
                        </m:dPr>
                        <m:e>
                          <m:r>
                            <a:rPr lang="en-SG" altLang="en-US" sz="1800" b="0" i="1" smtClean="0">
                              <a:latin typeface="Cambria Math" panose="02040503050406030204" pitchFamily="18" charset="0"/>
                            </a:rPr>
                            <m:t>𝑥</m:t>
                          </m:r>
                        </m:e>
                      </m:d>
                      <m:r>
                        <a:rPr lang="en-SG" altLang="en-US" sz="1800" b="0" i="1" smtClean="0">
                          <a:latin typeface="Cambria Math" panose="02040503050406030204" pitchFamily="18" charset="0"/>
                        </a:rPr>
                        <m:t>=</m:t>
                      </m:r>
                      <m:r>
                        <a:rPr lang="en-SG" altLang="en-US" sz="1800" b="0" i="1" smtClean="0">
                          <a:latin typeface="Cambria Math" panose="02040503050406030204" pitchFamily="18" charset="0"/>
                        </a:rPr>
                        <m:t>𝑃</m:t>
                      </m:r>
                      <m:d>
                        <m:dPr>
                          <m:ctrlPr>
                            <a:rPr lang="en-SG" altLang="en-US" sz="1800" b="0" i="1" smtClean="0">
                              <a:latin typeface="Cambria Math" panose="02040503050406030204" pitchFamily="18" charset="0"/>
                            </a:rPr>
                          </m:ctrlPr>
                        </m:dPr>
                        <m:e>
                          <m:func>
                            <m:funcPr>
                              <m:ctrlPr>
                                <a:rPr lang="en-SG" altLang="en-US" sz="1800" b="0" i="1" smtClean="0">
                                  <a:latin typeface="Cambria Math" panose="02040503050406030204" pitchFamily="18" charset="0"/>
                                </a:rPr>
                              </m:ctrlPr>
                            </m:funcPr>
                            <m:fName>
                              <m:r>
                                <a:rPr lang="en-SG" altLang="en-US" sz="1800" b="0" i="0" smtClean="0">
                                  <a:latin typeface="Cambria Math" panose="02040503050406030204" pitchFamily="18" charset="0"/>
                                </a:rPr>
                                <m:t>2</m:t>
                              </m:r>
                              <m:r>
                                <m:rPr>
                                  <m:sty m:val="p"/>
                                </m:rPr>
                                <a:rPr lang="en-SG" altLang="en-US" sz="1800" b="0" i="0" smtClean="0">
                                  <a:latin typeface="Cambria Math" panose="02040503050406030204" pitchFamily="18" charset="0"/>
                                </a:rPr>
                                <m:t>nd</m:t>
                              </m:r>
                              <m:r>
                                <a:rPr lang="en-SG" altLang="en-US" sz="1800" b="0" i="0" smtClean="0">
                                  <a:latin typeface="Cambria Math" panose="02040503050406030204" pitchFamily="18" charset="0"/>
                                </a:rPr>
                                <m:t> </m:t>
                              </m:r>
                              <m:r>
                                <m:rPr>
                                  <m:sty m:val="p"/>
                                </m:rPr>
                                <a:rPr lang="en-SG" altLang="en-US" sz="1800" b="0" i="0" smtClean="0">
                                  <a:latin typeface="Cambria Math" panose="02040503050406030204" pitchFamily="18" charset="0"/>
                                </a:rPr>
                                <m:t>highest</m:t>
                              </m:r>
                            </m:fName>
                            <m:e>
                              <m:d>
                                <m:dPr>
                                  <m:ctrlPr>
                                    <a:rPr lang="en-SG" altLang="en-US" sz="1800" b="0" i="1" smtClean="0">
                                      <a:latin typeface="Cambria Math" panose="02040503050406030204" pitchFamily="18" charset="0"/>
                                    </a:rPr>
                                  </m:ctrlPr>
                                </m:dPr>
                                <m:e>
                                  <m:sSub>
                                    <m:sSubPr>
                                      <m:ctrlPr>
                                        <a:rPr lang="en-SG" altLang="en-US" sz="1800" b="0" i="1" smtClean="0">
                                          <a:latin typeface="Cambria Math" panose="02040503050406030204" pitchFamily="18" charset="0"/>
                                        </a:rPr>
                                      </m:ctrlPr>
                                    </m:sSubPr>
                                    <m:e>
                                      <m:r>
                                        <a:rPr lang="en-SG" altLang="en-US" sz="1800" b="0" i="1" smtClean="0">
                                          <a:latin typeface="Cambria Math" panose="02040503050406030204" pitchFamily="18" charset="0"/>
                                        </a:rPr>
                                        <m:t>𝑣</m:t>
                                      </m:r>
                                    </m:e>
                                    <m:sub>
                                      <m:r>
                                        <a:rPr lang="en-SG" altLang="en-US" sz="1800" b="0" i="1" smtClean="0">
                                          <a:latin typeface="Cambria Math" panose="02040503050406030204" pitchFamily="18" charset="0"/>
                                        </a:rPr>
                                        <m:t>𝑖</m:t>
                                      </m:r>
                                    </m:sub>
                                  </m:sSub>
                                </m:e>
                              </m:d>
                            </m:e>
                          </m:func>
                          <m:r>
                            <a:rPr lang="en-SG" altLang="en-US" sz="1800" b="0" i="1" smtClean="0">
                              <a:latin typeface="Cambria Math" panose="02040503050406030204" pitchFamily="18" charset="0"/>
                            </a:rPr>
                            <m:t>≤</m:t>
                          </m:r>
                          <m:r>
                            <a:rPr lang="en-SG" altLang="en-US" sz="1800" b="0" i="1" smtClean="0">
                              <a:latin typeface="Cambria Math" panose="02040503050406030204" pitchFamily="18" charset="0"/>
                            </a:rPr>
                            <m:t>𝑥</m:t>
                          </m:r>
                        </m:e>
                      </m:d>
                    </m:oMath>
                  </m:oMathPara>
                </a14:m>
                <a:endParaRPr lang="en-SG" altLang="en-US" sz="1800" b="0" i="1" dirty="0">
                  <a:latin typeface="Cambria Math" panose="02040503050406030204" pitchFamily="18" charset="0"/>
                </a:endParaRPr>
              </a:p>
              <a:p>
                <a:pPr marL="0" indent="0">
                  <a:buNone/>
                </a:pPr>
                <a:endParaRPr lang="en-SG" altLang="en-US" sz="1800" b="0" i="1" dirty="0">
                  <a:latin typeface="Cambria Math" panose="02040503050406030204" pitchFamily="18" charset="0"/>
                </a:endParaRPr>
              </a:p>
              <a:p>
                <a:r>
                  <a:rPr lang="en-SG" altLang="en-US" sz="1800" dirty="0"/>
                  <a:t>In order for the 2</a:t>
                </a:r>
                <a:r>
                  <a:rPr lang="en-SG" altLang="en-US" sz="1800" baseline="30000" dirty="0"/>
                  <a:t>nd</a:t>
                </a:r>
                <a:r>
                  <a:rPr lang="en-SG" altLang="en-US" sz="1800" dirty="0"/>
                  <a:t> highest value of </a:t>
                </a:r>
                <a14:m>
                  <m:oMath xmlns:m="http://schemas.openxmlformats.org/officeDocument/2006/math">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𝑣</m:t>
                        </m:r>
                      </m:e>
                      <m:sub>
                        <m:r>
                          <a:rPr lang="en-SG" altLang="en-US" sz="1800" i="1">
                            <a:latin typeface="Cambria Math" panose="02040503050406030204" pitchFamily="18" charset="0"/>
                          </a:rPr>
                          <m:t>1</m:t>
                        </m:r>
                      </m:sub>
                    </m:sSub>
                  </m:oMath>
                </a14:m>
                <a:r>
                  <a:rPr lang="en-SG" altLang="en-US" sz="1800" dirty="0"/>
                  <a:t>, </a:t>
                </a:r>
                <a14:m>
                  <m:oMath xmlns:m="http://schemas.openxmlformats.org/officeDocument/2006/math">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𝑣</m:t>
                        </m:r>
                      </m:e>
                      <m:sub>
                        <m:r>
                          <a:rPr lang="en-SG" altLang="en-US" sz="1800" i="1">
                            <a:latin typeface="Cambria Math" panose="02040503050406030204" pitchFamily="18" charset="0"/>
                          </a:rPr>
                          <m:t>2</m:t>
                        </m:r>
                      </m:sub>
                    </m:sSub>
                  </m:oMath>
                </a14:m>
                <a:r>
                  <a:rPr lang="en-SG" altLang="en-US" sz="1800" dirty="0"/>
                  <a:t>… </a:t>
                </a:r>
                <a14:m>
                  <m:oMath xmlns:m="http://schemas.openxmlformats.org/officeDocument/2006/math">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𝑣</m:t>
                        </m:r>
                      </m:e>
                      <m:sub>
                        <m:r>
                          <a:rPr lang="en-SG" altLang="en-US" sz="1800" i="1">
                            <a:latin typeface="Cambria Math" panose="02040503050406030204" pitchFamily="18" charset="0"/>
                          </a:rPr>
                          <m:t>𝑁</m:t>
                        </m:r>
                      </m:sub>
                    </m:sSub>
                  </m:oMath>
                </a14:m>
                <a:r>
                  <a:rPr lang="en-SG" altLang="en-US" sz="1800" dirty="0"/>
                  <a:t> to be less than </a:t>
                </a:r>
                <a14:m>
                  <m:oMath xmlns:m="http://schemas.openxmlformats.org/officeDocument/2006/math">
                    <m:r>
                      <a:rPr lang="en-SG" altLang="en-US" sz="1800" i="1">
                        <a:latin typeface="Cambria Math" panose="02040503050406030204" pitchFamily="18" charset="0"/>
                      </a:rPr>
                      <m:t>𝑥</m:t>
                    </m:r>
                  </m:oMath>
                </a14:m>
                <a:r>
                  <a:rPr lang="en-SG" altLang="en-US" sz="1800" dirty="0"/>
                  <a:t>, either </a:t>
                </a:r>
                <a:r>
                  <a:rPr lang="en-SG" altLang="en-US" sz="1800" dirty="0" err="1"/>
                  <a:t>i</a:t>
                </a:r>
                <a:r>
                  <a:rPr lang="en-SG" altLang="en-US" sz="1800" dirty="0"/>
                  <a:t>) </a:t>
                </a:r>
                <a:r>
                  <a:rPr lang="en-SG" altLang="en-US" sz="1800" u="sng" dirty="0"/>
                  <a:t>all of them</a:t>
                </a:r>
                <a:r>
                  <a:rPr lang="en-SG" altLang="en-US" sz="1800" dirty="0"/>
                  <a:t> have to be less than </a:t>
                </a:r>
                <a14:m>
                  <m:oMath xmlns:m="http://schemas.openxmlformats.org/officeDocument/2006/math">
                    <m:r>
                      <a:rPr lang="en-SG" altLang="en-US" sz="1800" i="1">
                        <a:latin typeface="Cambria Math" panose="02040503050406030204" pitchFamily="18" charset="0"/>
                      </a:rPr>
                      <m:t>𝑥</m:t>
                    </m:r>
                    <m:r>
                      <a:rPr lang="en-SG" altLang="en-US" sz="1800" b="0" i="0" smtClean="0">
                        <a:latin typeface="Cambria Math" panose="02040503050406030204" pitchFamily="18" charset="0"/>
                      </a:rPr>
                      <m:t>,</m:t>
                    </m:r>
                  </m:oMath>
                </a14:m>
                <a:r>
                  <a:rPr lang="en-SG" altLang="en-US" sz="1800" dirty="0"/>
                  <a:t> OR ii) </a:t>
                </a:r>
                <a14:m>
                  <m:oMath xmlns:m="http://schemas.openxmlformats.org/officeDocument/2006/math">
                    <m:r>
                      <a:rPr lang="en-SG" altLang="en-US" sz="1800" b="0" i="1" smtClean="0">
                        <a:latin typeface="Cambria Math" panose="02040503050406030204" pitchFamily="18" charset="0"/>
                      </a:rPr>
                      <m:t>𝑁</m:t>
                    </m:r>
                    <m:r>
                      <a:rPr lang="en-SG" altLang="en-US" sz="1800" b="0" i="1" smtClean="0">
                        <a:latin typeface="Cambria Math" panose="02040503050406030204" pitchFamily="18" charset="0"/>
                      </a:rPr>
                      <m:t>−1</m:t>
                    </m:r>
                  </m:oMath>
                </a14:m>
                <a:r>
                  <a:rPr lang="en-SG" altLang="en-US" sz="1800" dirty="0"/>
                  <a:t> of them are less than </a:t>
                </a:r>
                <a14:m>
                  <m:oMath xmlns:m="http://schemas.openxmlformats.org/officeDocument/2006/math">
                    <m:r>
                      <a:rPr lang="en-SG" altLang="en-US" sz="1800" b="0" i="1" smtClean="0">
                        <a:latin typeface="Cambria Math" panose="02040503050406030204" pitchFamily="18" charset="0"/>
                      </a:rPr>
                      <m:t>𝑥</m:t>
                    </m:r>
                  </m:oMath>
                </a14:m>
                <a:r>
                  <a:rPr lang="en-SG" altLang="en-US" sz="1800" dirty="0"/>
                  <a:t> while one of them is </a:t>
                </a:r>
                <a14:m>
                  <m:oMath xmlns:m="http://schemas.openxmlformats.org/officeDocument/2006/math">
                    <m:r>
                      <a:rPr lang="en-SG" altLang="en-US" sz="1800" b="0" i="1" smtClean="0">
                        <a:latin typeface="Cambria Math" panose="02040503050406030204" pitchFamily="18" charset="0"/>
                      </a:rPr>
                      <m:t>&gt;</m:t>
                    </m:r>
                    <m:r>
                      <a:rPr lang="en-SG" altLang="en-US" sz="1800" b="0" i="1" smtClean="0">
                        <a:latin typeface="Cambria Math" panose="02040503050406030204" pitchFamily="18" charset="0"/>
                      </a:rPr>
                      <m:t>𝑥</m:t>
                    </m:r>
                  </m:oMath>
                </a14:m>
                <a:r>
                  <a:rPr lang="en-SG" altLang="en-US" sz="1800" dirty="0"/>
                  <a:t>.</a:t>
                </a:r>
              </a:p>
              <a:p>
                <a:endParaRPr lang="en-SG" altLang="en-US" sz="1800" b="0" i="1" dirty="0">
                  <a:latin typeface="Cambria Math" panose="02040503050406030204" pitchFamily="18" charset="0"/>
                </a:endParaRPr>
              </a:p>
              <a:p>
                <a:r>
                  <a:rPr lang="en-SG" altLang="en-US" sz="2000" b="0" dirty="0"/>
                  <a:t>Hence, </a:t>
                </a:r>
                <a14:m>
                  <m:oMath xmlns:m="http://schemas.openxmlformats.org/officeDocument/2006/math">
                    <m:r>
                      <a:rPr lang="en-SG" altLang="en-US" sz="2000" i="1">
                        <a:latin typeface="Cambria Math" panose="02040503050406030204" pitchFamily="18" charset="0"/>
                      </a:rPr>
                      <m:t>𝑃</m:t>
                    </m:r>
                    <m:d>
                      <m:dPr>
                        <m:ctrlPr>
                          <a:rPr lang="en-SG" altLang="en-US" sz="2000" i="1">
                            <a:latin typeface="Cambria Math" panose="02040503050406030204" pitchFamily="18" charset="0"/>
                          </a:rPr>
                        </m:ctrlPr>
                      </m:dPr>
                      <m:e>
                        <m:func>
                          <m:funcPr>
                            <m:ctrlPr>
                              <a:rPr lang="en-SG" altLang="en-US" sz="2000" i="1">
                                <a:latin typeface="Cambria Math" panose="02040503050406030204" pitchFamily="18" charset="0"/>
                              </a:rPr>
                            </m:ctrlPr>
                          </m:funcPr>
                          <m:fName>
                            <m:r>
                              <a:rPr lang="en-SG" altLang="en-US" sz="2000">
                                <a:latin typeface="Cambria Math" panose="02040503050406030204" pitchFamily="18" charset="0"/>
                              </a:rPr>
                              <m:t>2</m:t>
                            </m:r>
                            <m:r>
                              <m:rPr>
                                <m:sty m:val="p"/>
                              </m:rPr>
                              <a:rPr lang="en-SG" altLang="en-US" sz="2000">
                                <a:latin typeface="Cambria Math" panose="02040503050406030204" pitchFamily="18" charset="0"/>
                              </a:rPr>
                              <m:t>nd</m:t>
                            </m:r>
                            <m:r>
                              <a:rPr lang="en-SG" altLang="en-US" sz="2000">
                                <a:latin typeface="Cambria Math" panose="02040503050406030204" pitchFamily="18" charset="0"/>
                              </a:rPr>
                              <m:t> </m:t>
                            </m:r>
                            <m:r>
                              <m:rPr>
                                <m:sty m:val="p"/>
                              </m:rPr>
                              <a:rPr lang="en-SG" altLang="en-US" sz="2000">
                                <a:latin typeface="Cambria Math" panose="02040503050406030204" pitchFamily="18" charset="0"/>
                              </a:rPr>
                              <m:t>highest</m:t>
                            </m:r>
                          </m:fName>
                          <m:e>
                            <m:d>
                              <m:dPr>
                                <m:ctrlPr>
                                  <a:rPr lang="en-SG" altLang="en-US" sz="2000" i="1">
                                    <a:latin typeface="Cambria Math" panose="02040503050406030204" pitchFamily="18" charset="0"/>
                                  </a:rPr>
                                </m:ctrlPr>
                              </m:dPr>
                              <m:e>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𝑣</m:t>
                                    </m:r>
                                  </m:e>
                                  <m:sub>
                                    <m:r>
                                      <a:rPr lang="en-SG" altLang="en-US" sz="2000" i="1">
                                        <a:latin typeface="Cambria Math" panose="02040503050406030204" pitchFamily="18" charset="0"/>
                                      </a:rPr>
                                      <m:t>𝑖</m:t>
                                    </m:r>
                                  </m:sub>
                                </m:sSub>
                              </m:e>
                            </m:d>
                          </m:e>
                        </m:func>
                        <m:r>
                          <a:rPr lang="en-SG" altLang="en-US" sz="2000" i="1">
                            <a:latin typeface="Cambria Math" panose="02040503050406030204" pitchFamily="18" charset="0"/>
                          </a:rPr>
                          <m:t>≤</m:t>
                        </m:r>
                        <m:r>
                          <a:rPr lang="en-SG" altLang="en-US" sz="2000" i="1">
                            <a:latin typeface="Cambria Math" panose="02040503050406030204" pitchFamily="18" charset="0"/>
                          </a:rPr>
                          <m:t>𝑥</m:t>
                        </m:r>
                      </m:e>
                    </m:d>
                    <m:r>
                      <a:rPr lang="en-SG" altLang="en-US" sz="2000" b="0" i="1" smtClean="0">
                        <a:latin typeface="Cambria Math" panose="02040503050406030204" pitchFamily="18" charset="0"/>
                      </a:rPr>
                      <m:t>=</m:t>
                    </m:r>
                    <m:r>
                      <a:rPr lang="en-SG" altLang="en-US" sz="2000" i="1">
                        <a:latin typeface="Cambria Math" panose="02040503050406030204" pitchFamily="18" charset="0"/>
                      </a:rPr>
                      <m:t>𝑃</m:t>
                    </m:r>
                    <m:d>
                      <m:dPr>
                        <m:ctrlPr>
                          <a:rPr lang="en-SG" altLang="en-US" sz="2000" i="1">
                            <a:latin typeface="Cambria Math" panose="02040503050406030204" pitchFamily="18" charset="0"/>
                          </a:rPr>
                        </m:ctrlPr>
                      </m:dPr>
                      <m:e>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𝑣</m:t>
                            </m:r>
                          </m:e>
                          <m:sub>
                            <m:r>
                              <a:rPr lang="en-SG" altLang="en-US" sz="2000" i="1">
                                <a:latin typeface="Cambria Math" panose="02040503050406030204" pitchFamily="18" charset="0"/>
                              </a:rPr>
                              <m:t>1</m:t>
                            </m:r>
                          </m:sub>
                        </m:sSub>
                        <m:r>
                          <a:rPr lang="en-SG" altLang="en-US" sz="2000" i="1">
                            <a:latin typeface="Cambria Math" panose="02040503050406030204" pitchFamily="18" charset="0"/>
                          </a:rPr>
                          <m:t>≤</m:t>
                        </m:r>
                        <m:r>
                          <a:rPr lang="en-SG" altLang="en-US" sz="2000" i="1">
                            <a:latin typeface="Cambria Math" panose="02040503050406030204" pitchFamily="18" charset="0"/>
                          </a:rPr>
                          <m:t>𝑥</m:t>
                        </m:r>
                      </m:e>
                    </m:d>
                    <m:r>
                      <a:rPr lang="en-SG" altLang="en-US" sz="2000" i="1">
                        <a:latin typeface="Cambria Math" panose="02040503050406030204" pitchFamily="18" charset="0"/>
                      </a:rPr>
                      <m:t>×</m:t>
                    </m:r>
                    <m:r>
                      <a:rPr lang="en-SG" altLang="en-US" sz="2000" i="1">
                        <a:latin typeface="Cambria Math" panose="02040503050406030204" pitchFamily="18" charset="0"/>
                      </a:rPr>
                      <m:t>𝑃</m:t>
                    </m:r>
                    <m:d>
                      <m:dPr>
                        <m:ctrlPr>
                          <a:rPr lang="en-SG" altLang="en-US" sz="2000" i="1">
                            <a:latin typeface="Cambria Math" panose="02040503050406030204" pitchFamily="18" charset="0"/>
                          </a:rPr>
                        </m:ctrlPr>
                      </m:dPr>
                      <m:e>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𝑣</m:t>
                            </m:r>
                          </m:e>
                          <m:sub>
                            <m:r>
                              <a:rPr lang="en-SG" altLang="en-US" sz="2000" i="1">
                                <a:latin typeface="Cambria Math" panose="02040503050406030204" pitchFamily="18" charset="0"/>
                              </a:rPr>
                              <m:t>2</m:t>
                            </m:r>
                          </m:sub>
                        </m:sSub>
                        <m:r>
                          <a:rPr lang="en-SG" altLang="en-US" sz="2000" i="1">
                            <a:latin typeface="Cambria Math" panose="02040503050406030204" pitchFamily="18" charset="0"/>
                          </a:rPr>
                          <m:t>≤</m:t>
                        </m:r>
                        <m:r>
                          <a:rPr lang="en-SG" altLang="en-US" sz="2000" i="1">
                            <a:latin typeface="Cambria Math" panose="02040503050406030204" pitchFamily="18" charset="0"/>
                          </a:rPr>
                          <m:t>𝑥</m:t>
                        </m:r>
                      </m:e>
                    </m:d>
                    <m:r>
                      <a:rPr lang="en-SG" altLang="en-US" sz="2000" i="1">
                        <a:latin typeface="Cambria Math" panose="02040503050406030204" pitchFamily="18" charset="0"/>
                      </a:rPr>
                      <m:t>…</m:t>
                    </m:r>
                    <m:r>
                      <a:rPr lang="en-SG" altLang="en-US" sz="2000" i="1">
                        <a:latin typeface="Cambria Math" panose="02040503050406030204" pitchFamily="18" charset="0"/>
                      </a:rPr>
                      <m:t>𝑃</m:t>
                    </m:r>
                    <m:d>
                      <m:dPr>
                        <m:ctrlPr>
                          <a:rPr lang="en-SG" altLang="en-US" sz="2000" i="1">
                            <a:latin typeface="Cambria Math" panose="02040503050406030204" pitchFamily="18" charset="0"/>
                          </a:rPr>
                        </m:ctrlPr>
                      </m:dPr>
                      <m:e>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𝑣</m:t>
                            </m:r>
                          </m:e>
                          <m:sub>
                            <m:r>
                              <a:rPr lang="en-SG" altLang="en-US" sz="2000" i="1">
                                <a:latin typeface="Cambria Math" panose="02040503050406030204" pitchFamily="18" charset="0"/>
                              </a:rPr>
                              <m:t>𝑁</m:t>
                            </m:r>
                          </m:sub>
                        </m:sSub>
                        <m:r>
                          <a:rPr lang="en-SG" altLang="en-US" sz="2000" i="1">
                            <a:latin typeface="Cambria Math" panose="02040503050406030204" pitchFamily="18" charset="0"/>
                          </a:rPr>
                          <m:t>≤</m:t>
                        </m:r>
                        <m:r>
                          <a:rPr lang="en-SG" altLang="en-US" sz="2000" i="1">
                            <a:latin typeface="Cambria Math" panose="02040503050406030204" pitchFamily="18" charset="0"/>
                          </a:rPr>
                          <m:t>𝑥</m:t>
                        </m:r>
                      </m:e>
                    </m:d>
                    <m:r>
                      <a:rPr lang="en-SG" altLang="en-US" sz="2000" b="0" i="1" smtClean="0">
                        <a:latin typeface="Cambria Math" panose="02040503050406030204" pitchFamily="18" charset="0"/>
                      </a:rPr>
                      <m:t>+</m:t>
                    </m:r>
                  </m:oMath>
                </a14:m>
                <a:br>
                  <a:rPr lang="en-SG" altLang="en-US" sz="2000" b="0" i="1" dirty="0">
                    <a:latin typeface="Cambria Math" panose="02040503050406030204" pitchFamily="18" charset="0"/>
                  </a:rPr>
                </a:br>
                <a14:m>
                  <m:oMath xmlns:m="http://schemas.openxmlformats.org/officeDocument/2006/math">
                    <m:r>
                      <a:rPr lang="en-SG" altLang="en-US" sz="2000" i="1" smtClean="0">
                        <a:solidFill>
                          <a:srgbClr val="FF0000"/>
                        </a:solidFill>
                        <a:latin typeface="Cambria Math" panose="02040503050406030204" pitchFamily="18" charset="0"/>
                      </a:rPr>
                      <m:t>𝑃</m:t>
                    </m:r>
                    <m:d>
                      <m:dPr>
                        <m:ctrlPr>
                          <a:rPr lang="en-SG" altLang="en-US" sz="2000" i="1">
                            <a:solidFill>
                              <a:srgbClr val="FF0000"/>
                            </a:solidFill>
                            <a:latin typeface="Cambria Math" panose="02040503050406030204" pitchFamily="18" charset="0"/>
                          </a:rPr>
                        </m:ctrlPr>
                      </m:dPr>
                      <m:e>
                        <m:sSub>
                          <m:sSubPr>
                            <m:ctrlPr>
                              <a:rPr lang="en-SG" altLang="en-US" sz="2000" i="1">
                                <a:solidFill>
                                  <a:srgbClr val="FF0000"/>
                                </a:solidFill>
                                <a:latin typeface="Cambria Math" panose="02040503050406030204" pitchFamily="18" charset="0"/>
                              </a:rPr>
                            </m:ctrlPr>
                          </m:sSubPr>
                          <m:e>
                            <m:r>
                              <a:rPr lang="en-SG" altLang="en-US" sz="2000" i="1">
                                <a:solidFill>
                                  <a:srgbClr val="FF0000"/>
                                </a:solidFill>
                                <a:latin typeface="Cambria Math" panose="02040503050406030204" pitchFamily="18" charset="0"/>
                              </a:rPr>
                              <m:t>𝑣</m:t>
                            </m:r>
                          </m:e>
                          <m:sub>
                            <m:r>
                              <a:rPr lang="en-SG" altLang="en-US" sz="2000" i="1">
                                <a:solidFill>
                                  <a:srgbClr val="FF0000"/>
                                </a:solidFill>
                                <a:latin typeface="Cambria Math" panose="02040503050406030204" pitchFamily="18" charset="0"/>
                              </a:rPr>
                              <m:t>1</m:t>
                            </m:r>
                          </m:sub>
                        </m:sSub>
                        <m:r>
                          <a:rPr lang="en-SG" altLang="en-US" sz="2000" b="0" i="1" smtClean="0">
                            <a:solidFill>
                              <a:srgbClr val="FF0000"/>
                            </a:solidFill>
                            <a:latin typeface="Cambria Math" panose="02040503050406030204" pitchFamily="18" charset="0"/>
                          </a:rPr>
                          <m:t>&gt;</m:t>
                        </m:r>
                        <m:r>
                          <a:rPr lang="en-SG" altLang="en-US" sz="2000" i="1">
                            <a:solidFill>
                              <a:srgbClr val="FF0000"/>
                            </a:solidFill>
                            <a:latin typeface="Cambria Math" panose="02040503050406030204" pitchFamily="18" charset="0"/>
                          </a:rPr>
                          <m:t>𝑥</m:t>
                        </m:r>
                      </m:e>
                    </m:d>
                    <m:r>
                      <a:rPr lang="en-SG" altLang="en-US" sz="2000" i="1">
                        <a:latin typeface="Cambria Math" panose="02040503050406030204" pitchFamily="18" charset="0"/>
                      </a:rPr>
                      <m:t>×</m:t>
                    </m:r>
                    <m:r>
                      <a:rPr lang="en-SG" altLang="en-US" sz="2000" i="1">
                        <a:latin typeface="Cambria Math" panose="02040503050406030204" pitchFamily="18" charset="0"/>
                      </a:rPr>
                      <m:t>𝑃</m:t>
                    </m:r>
                    <m:d>
                      <m:dPr>
                        <m:ctrlPr>
                          <a:rPr lang="en-SG" altLang="en-US" sz="2000" i="1">
                            <a:latin typeface="Cambria Math" panose="02040503050406030204" pitchFamily="18" charset="0"/>
                          </a:rPr>
                        </m:ctrlPr>
                      </m:dPr>
                      <m:e>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𝑣</m:t>
                            </m:r>
                          </m:e>
                          <m:sub>
                            <m:r>
                              <a:rPr lang="en-SG" altLang="en-US" sz="2000" i="1">
                                <a:latin typeface="Cambria Math" panose="02040503050406030204" pitchFamily="18" charset="0"/>
                              </a:rPr>
                              <m:t>2</m:t>
                            </m:r>
                          </m:sub>
                        </m:sSub>
                        <m:r>
                          <a:rPr lang="en-SG" altLang="en-US" sz="2000" i="1">
                            <a:latin typeface="Cambria Math" panose="02040503050406030204" pitchFamily="18" charset="0"/>
                          </a:rPr>
                          <m:t>≤</m:t>
                        </m:r>
                        <m:r>
                          <a:rPr lang="en-SG" altLang="en-US" sz="2000" i="1">
                            <a:latin typeface="Cambria Math" panose="02040503050406030204" pitchFamily="18" charset="0"/>
                          </a:rPr>
                          <m:t>𝑥</m:t>
                        </m:r>
                      </m:e>
                    </m:d>
                    <m:r>
                      <a:rPr lang="en-SG" altLang="en-US" sz="2000" i="1">
                        <a:latin typeface="Cambria Math" panose="02040503050406030204" pitchFamily="18" charset="0"/>
                      </a:rPr>
                      <m:t>…</m:t>
                    </m:r>
                    <m:r>
                      <a:rPr lang="en-SG" altLang="en-US" sz="2000" i="1">
                        <a:latin typeface="Cambria Math" panose="02040503050406030204" pitchFamily="18" charset="0"/>
                      </a:rPr>
                      <m:t>𝑃</m:t>
                    </m:r>
                    <m:d>
                      <m:dPr>
                        <m:ctrlPr>
                          <a:rPr lang="en-SG" altLang="en-US" sz="2000" i="1">
                            <a:latin typeface="Cambria Math" panose="02040503050406030204" pitchFamily="18" charset="0"/>
                          </a:rPr>
                        </m:ctrlPr>
                      </m:dPr>
                      <m:e>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𝑣</m:t>
                            </m:r>
                          </m:e>
                          <m:sub>
                            <m:r>
                              <a:rPr lang="en-SG" altLang="en-US" sz="2000" i="1">
                                <a:latin typeface="Cambria Math" panose="02040503050406030204" pitchFamily="18" charset="0"/>
                              </a:rPr>
                              <m:t>𝑁</m:t>
                            </m:r>
                          </m:sub>
                        </m:sSub>
                        <m:r>
                          <a:rPr lang="en-SG" altLang="en-US" sz="2000" i="1">
                            <a:latin typeface="Cambria Math" panose="02040503050406030204" pitchFamily="18" charset="0"/>
                          </a:rPr>
                          <m:t>≤</m:t>
                        </m:r>
                        <m:r>
                          <a:rPr lang="en-SG" altLang="en-US" sz="2000" i="1">
                            <a:latin typeface="Cambria Math" panose="02040503050406030204" pitchFamily="18" charset="0"/>
                          </a:rPr>
                          <m:t>𝑥</m:t>
                        </m:r>
                      </m:e>
                    </m:d>
                    <m:r>
                      <a:rPr lang="en-SG" altLang="en-US" sz="2000" i="1">
                        <a:latin typeface="Cambria Math" panose="02040503050406030204" pitchFamily="18" charset="0"/>
                      </a:rPr>
                      <m:t>+</m:t>
                    </m:r>
                  </m:oMath>
                </a14:m>
                <a:r>
                  <a:rPr lang="en-SG" altLang="en-US" sz="2000" dirty="0"/>
                  <a:t> </a:t>
                </a:r>
                <a14:m>
                  <m:oMath xmlns:m="http://schemas.openxmlformats.org/officeDocument/2006/math">
                    <m:r>
                      <a:rPr lang="en-SG" altLang="en-US" sz="2000" i="1">
                        <a:latin typeface="Cambria Math" panose="02040503050406030204" pitchFamily="18" charset="0"/>
                      </a:rPr>
                      <m:t>𝑃</m:t>
                    </m:r>
                    <m:d>
                      <m:dPr>
                        <m:ctrlPr>
                          <a:rPr lang="en-SG" altLang="en-US" sz="2000" i="1">
                            <a:latin typeface="Cambria Math" panose="02040503050406030204" pitchFamily="18" charset="0"/>
                          </a:rPr>
                        </m:ctrlPr>
                      </m:dPr>
                      <m:e>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𝑣</m:t>
                            </m:r>
                          </m:e>
                          <m:sub>
                            <m:r>
                              <a:rPr lang="en-SG" altLang="en-US" sz="2000" i="1">
                                <a:latin typeface="Cambria Math" panose="02040503050406030204" pitchFamily="18" charset="0"/>
                              </a:rPr>
                              <m:t>1</m:t>
                            </m:r>
                          </m:sub>
                        </m:sSub>
                        <m:r>
                          <a:rPr lang="en-SG" altLang="en-US" sz="2000" i="1">
                            <a:latin typeface="Cambria Math" panose="02040503050406030204" pitchFamily="18" charset="0"/>
                          </a:rPr>
                          <m:t>≤</m:t>
                        </m:r>
                        <m:r>
                          <a:rPr lang="en-SG" altLang="en-US" sz="2000" i="1">
                            <a:latin typeface="Cambria Math" panose="02040503050406030204" pitchFamily="18" charset="0"/>
                          </a:rPr>
                          <m:t>𝑥</m:t>
                        </m:r>
                      </m:e>
                    </m:d>
                    <m:r>
                      <a:rPr lang="en-SG" altLang="en-US" sz="2000" i="1">
                        <a:latin typeface="Cambria Math" panose="02040503050406030204" pitchFamily="18" charset="0"/>
                      </a:rPr>
                      <m:t>×</m:t>
                    </m:r>
                    <m:r>
                      <a:rPr lang="en-SG" altLang="en-US" sz="2000" i="1" smtClean="0">
                        <a:solidFill>
                          <a:srgbClr val="FF0000"/>
                        </a:solidFill>
                        <a:latin typeface="Cambria Math" panose="02040503050406030204" pitchFamily="18" charset="0"/>
                      </a:rPr>
                      <m:t>𝑃</m:t>
                    </m:r>
                    <m:d>
                      <m:dPr>
                        <m:ctrlPr>
                          <a:rPr lang="en-SG" altLang="en-US" sz="2000" i="1">
                            <a:solidFill>
                              <a:srgbClr val="FF0000"/>
                            </a:solidFill>
                            <a:latin typeface="Cambria Math" panose="02040503050406030204" pitchFamily="18" charset="0"/>
                          </a:rPr>
                        </m:ctrlPr>
                      </m:dPr>
                      <m:e>
                        <m:sSub>
                          <m:sSubPr>
                            <m:ctrlPr>
                              <a:rPr lang="en-SG" altLang="en-US" sz="2000" i="1">
                                <a:solidFill>
                                  <a:srgbClr val="FF0000"/>
                                </a:solidFill>
                                <a:latin typeface="Cambria Math" panose="02040503050406030204" pitchFamily="18" charset="0"/>
                              </a:rPr>
                            </m:ctrlPr>
                          </m:sSubPr>
                          <m:e>
                            <m:r>
                              <a:rPr lang="en-SG" altLang="en-US" sz="2000" i="1">
                                <a:solidFill>
                                  <a:srgbClr val="FF0000"/>
                                </a:solidFill>
                                <a:latin typeface="Cambria Math" panose="02040503050406030204" pitchFamily="18" charset="0"/>
                              </a:rPr>
                              <m:t>𝑣</m:t>
                            </m:r>
                          </m:e>
                          <m:sub>
                            <m:r>
                              <a:rPr lang="en-SG" altLang="en-US" sz="2000" i="1">
                                <a:solidFill>
                                  <a:srgbClr val="FF0000"/>
                                </a:solidFill>
                                <a:latin typeface="Cambria Math" panose="02040503050406030204" pitchFamily="18" charset="0"/>
                              </a:rPr>
                              <m:t>2</m:t>
                            </m:r>
                          </m:sub>
                        </m:sSub>
                        <m:r>
                          <a:rPr lang="en-SG" altLang="en-US" sz="2000" b="0" i="1" smtClean="0">
                            <a:solidFill>
                              <a:srgbClr val="FF0000"/>
                            </a:solidFill>
                            <a:latin typeface="Cambria Math" panose="02040503050406030204" pitchFamily="18" charset="0"/>
                          </a:rPr>
                          <m:t>&gt;</m:t>
                        </m:r>
                        <m:r>
                          <a:rPr lang="en-SG" altLang="en-US" sz="2000" i="1">
                            <a:solidFill>
                              <a:srgbClr val="FF0000"/>
                            </a:solidFill>
                            <a:latin typeface="Cambria Math" panose="02040503050406030204" pitchFamily="18" charset="0"/>
                          </a:rPr>
                          <m:t>𝑥</m:t>
                        </m:r>
                      </m:e>
                    </m:d>
                    <m:r>
                      <a:rPr lang="en-SG" altLang="en-US" sz="2000" i="1">
                        <a:latin typeface="Cambria Math" panose="02040503050406030204" pitchFamily="18" charset="0"/>
                      </a:rPr>
                      <m:t>…</m:t>
                    </m:r>
                    <m:r>
                      <a:rPr lang="en-SG" altLang="en-US" sz="2000" i="1">
                        <a:latin typeface="Cambria Math" panose="02040503050406030204" pitchFamily="18" charset="0"/>
                      </a:rPr>
                      <m:t>𝑃</m:t>
                    </m:r>
                    <m:d>
                      <m:dPr>
                        <m:ctrlPr>
                          <a:rPr lang="en-SG" altLang="en-US" sz="2000" i="1">
                            <a:latin typeface="Cambria Math" panose="02040503050406030204" pitchFamily="18" charset="0"/>
                          </a:rPr>
                        </m:ctrlPr>
                      </m:dPr>
                      <m:e>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𝑣</m:t>
                            </m:r>
                          </m:e>
                          <m:sub>
                            <m:r>
                              <a:rPr lang="en-SG" altLang="en-US" sz="2000" i="1">
                                <a:latin typeface="Cambria Math" panose="02040503050406030204" pitchFamily="18" charset="0"/>
                              </a:rPr>
                              <m:t>𝑁</m:t>
                            </m:r>
                          </m:sub>
                        </m:sSub>
                        <m:r>
                          <a:rPr lang="en-SG" altLang="en-US" sz="2000" i="1">
                            <a:latin typeface="Cambria Math" panose="02040503050406030204" pitchFamily="18" charset="0"/>
                          </a:rPr>
                          <m:t>≤</m:t>
                        </m:r>
                        <m:r>
                          <a:rPr lang="en-SG" altLang="en-US" sz="2000" i="1">
                            <a:latin typeface="Cambria Math" panose="02040503050406030204" pitchFamily="18" charset="0"/>
                          </a:rPr>
                          <m:t>𝑥</m:t>
                        </m:r>
                      </m:e>
                    </m:d>
                    <m:r>
                      <a:rPr lang="en-SG" altLang="en-US" sz="2000" i="1">
                        <a:latin typeface="Cambria Math" panose="02040503050406030204" pitchFamily="18" charset="0"/>
                      </a:rPr>
                      <m:t>+</m:t>
                    </m:r>
                    <m:r>
                      <a:rPr lang="en-SG" altLang="en-US" sz="2000" b="0" i="1" smtClean="0">
                        <a:latin typeface="Cambria Math" panose="02040503050406030204" pitchFamily="18" charset="0"/>
                      </a:rPr>
                      <m:t>… </m:t>
                    </m:r>
                  </m:oMath>
                </a14:m>
                <a:br>
                  <a:rPr lang="en-SG" altLang="en-US" sz="2000" b="0" i="1" dirty="0">
                    <a:latin typeface="Cambria Math" panose="02040503050406030204" pitchFamily="18" charset="0"/>
                  </a:rPr>
                </a:br>
                <a14:m>
                  <m:oMath xmlns:m="http://schemas.openxmlformats.org/officeDocument/2006/math">
                    <m:r>
                      <a:rPr lang="en-SG" altLang="en-US" sz="2000" b="0" i="1" smtClean="0">
                        <a:latin typeface="Cambria Math" panose="02040503050406030204" pitchFamily="18" charset="0"/>
                      </a:rPr>
                      <m:t>=</m:t>
                    </m:r>
                    <m:sSup>
                      <m:sSupPr>
                        <m:ctrlPr>
                          <a:rPr lang="en-SG" altLang="en-US" sz="2000" i="1">
                            <a:latin typeface="Cambria Math" panose="02040503050406030204" pitchFamily="18" charset="0"/>
                          </a:rPr>
                        </m:ctrlPr>
                      </m:sSupPr>
                      <m:e>
                        <m:r>
                          <a:rPr lang="en-SG" altLang="en-US" sz="2000" i="1">
                            <a:latin typeface="Cambria Math" panose="02040503050406030204" pitchFamily="18" charset="0"/>
                          </a:rPr>
                          <m:t>𝑥</m:t>
                        </m:r>
                      </m:e>
                      <m:sup>
                        <m:r>
                          <a:rPr lang="en-SG" altLang="en-US" sz="2000" i="1">
                            <a:latin typeface="Cambria Math" panose="02040503050406030204" pitchFamily="18" charset="0"/>
                          </a:rPr>
                          <m:t>𝑁</m:t>
                        </m:r>
                      </m:sup>
                    </m:sSup>
                    <m:r>
                      <a:rPr lang="en-SG" altLang="en-US" sz="2000" b="0" i="1" smtClean="0">
                        <a:latin typeface="Cambria Math" panose="02040503050406030204" pitchFamily="18" charset="0"/>
                      </a:rPr>
                      <m:t>+</m:t>
                    </m:r>
                    <m:sSup>
                      <m:sSupPr>
                        <m:ctrlPr>
                          <a:rPr lang="en-SG" altLang="en-US" sz="2000" b="0" i="1" smtClean="0">
                            <a:latin typeface="Cambria Math" panose="02040503050406030204" pitchFamily="18" charset="0"/>
                          </a:rPr>
                        </m:ctrlPr>
                      </m:sSupPr>
                      <m:e>
                        <m:r>
                          <a:rPr lang="en-SG" altLang="en-US" sz="2000" b="0" i="1" smtClean="0">
                            <a:latin typeface="Cambria Math" panose="02040503050406030204" pitchFamily="18" charset="0"/>
                          </a:rPr>
                          <m:t> </m:t>
                        </m:r>
                        <m:r>
                          <a:rPr lang="en-SG" altLang="en-US" sz="2000" b="0" i="1" smtClean="0">
                            <a:latin typeface="Cambria Math" panose="02040503050406030204" pitchFamily="18" charset="0"/>
                          </a:rPr>
                          <m:t>𝑁𝑥</m:t>
                        </m:r>
                      </m:e>
                      <m:sup>
                        <m:r>
                          <a:rPr lang="en-SG" altLang="en-US" sz="2000" b="0" i="1" smtClean="0">
                            <a:latin typeface="Cambria Math" panose="02040503050406030204" pitchFamily="18" charset="0"/>
                          </a:rPr>
                          <m:t>𝑁</m:t>
                        </m:r>
                        <m:r>
                          <a:rPr lang="en-SG" altLang="en-US" sz="2000" b="0" i="1" smtClean="0">
                            <a:latin typeface="Cambria Math" panose="02040503050406030204" pitchFamily="18" charset="0"/>
                          </a:rPr>
                          <m:t>−1</m:t>
                        </m:r>
                      </m:sup>
                    </m:sSup>
                    <m:d>
                      <m:dPr>
                        <m:ctrlPr>
                          <a:rPr lang="en-SG" altLang="en-US" sz="2000" b="0" i="1" smtClean="0">
                            <a:latin typeface="Cambria Math" panose="02040503050406030204" pitchFamily="18" charset="0"/>
                          </a:rPr>
                        </m:ctrlPr>
                      </m:dPr>
                      <m:e>
                        <m:r>
                          <a:rPr lang="en-SG" altLang="en-US" sz="2000" b="0" i="1" smtClean="0">
                            <a:latin typeface="Cambria Math" panose="02040503050406030204" pitchFamily="18" charset="0"/>
                          </a:rPr>
                          <m:t>1−</m:t>
                        </m:r>
                        <m:r>
                          <a:rPr lang="en-SG" altLang="en-US" sz="2000" b="0" i="1" smtClean="0">
                            <a:latin typeface="Cambria Math" panose="02040503050406030204" pitchFamily="18" charset="0"/>
                          </a:rPr>
                          <m:t>𝑥</m:t>
                        </m:r>
                      </m:e>
                    </m:d>
                  </m:oMath>
                </a14:m>
                <a:endParaRPr lang="en-SG" altLang="en-US" sz="2000" b="0" dirty="0"/>
              </a:p>
              <a:p>
                <a:pPr marL="0" indent="0" eaLnBrk="1" hangingPunct="1">
                  <a:buNone/>
                </a:pPr>
                <a:endParaRPr lang="en-SG" altLang="en-US" sz="1800" b="0" dirty="0"/>
              </a:p>
              <a:p>
                <a:pPr marL="0" indent="0" eaLnBrk="1" hangingPunct="1">
                  <a:buNone/>
                </a:pPr>
                <a:endParaRPr lang="en-SG" altLang="en-US" sz="1800" b="0" dirty="0"/>
              </a:p>
              <a:p>
                <a:pPr eaLnBrk="1" hangingPunct="1"/>
                <a:endParaRPr lang="en-US" altLang="en-US" sz="2200" dirty="0"/>
              </a:p>
              <a:p>
                <a:pPr eaLnBrk="1" hangingPunct="1"/>
                <a:endParaRPr lang="en-US" altLang="en-US" sz="2200" dirty="0"/>
              </a:p>
            </p:txBody>
          </p:sp>
        </mc:Choice>
        <mc:Fallback xmlns="">
          <p:sp>
            <p:nvSpPr>
              <p:cNvPr id="37890" name="Rectangle 3"/>
              <p:cNvSpPr>
                <a:spLocks noGrp="1" noRot="1" noChangeAspect="1" noMove="1" noResize="1" noEditPoints="1" noAdjustHandles="1" noChangeArrowheads="1" noChangeShapeType="1" noTextEdit="1"/>
              </p:cNvSpPr>
              <p:nvPr>
                <p:ph idx="1"/>
              </p:nvPr>
            </p:nvSpPr>
            <p:spPr>
              <a:xfrm>
                <a:off x="838200" y="1790700"/>
                <a:ext cx="10389781" cy="4269164"/>
              </a:xfrm>
              <a:blipFill>
                <a:blip r:embed="rId3"/>
                <a:stretch>
                  <a:fillRect l="-528" t="-1571" r="-59"/>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A9EF96B6-BE0E-9A65-5A0C-68F1D11FA2A1}"/>
              </a:ext>
            </a:extLst>
          </p:cNvPr>
          <p:cNvSpPr>
            <a:spLocks noGrp="1"/>
          </p:cNvSpPr>
          <p:nvPr>
            <p:ph type="sldNum" sz="quarter" idx="12"/>
          </p:nvPr>
        </p:nvSpPr>
        <p:spPr/>
        <p:txBody>
          <a:bodyPr/>
          <a:lstStyle/>
          <a:p>
            <a:fld id="{F094D3FE-586B-47BD-AB77-64C19248A5CB}" type="slidenum">
              <a:rPr lang="en-GB" smtClean="0"/>
              <a:t>32</a:t>
            </a:fld>
            <a:endParaRPr lang="en-GB"/>
          </a:p>
        </p:txBody>
      </p:sp>
      <p:sp>
        <p:nvSpPr>
          <p:cNvPr id="5" name="TextBox 4">
            <a:extLst>
              <a:ext uri="{FF2B5EF4-FFF2-40B4-BE49-F238E27FC236}">
                <a16:creationId xmlns:a16="http://schemas.microsoft.com/office/drawing/2014/main" id="{158B19BB-793F-1978-FC21-C0A696AFF211}"/>
              </a:ext>
            </a:extLst>
          </p:cNvPr>
          <p:cNvSpPr txBox="1"/>
          <p:nvPr/>
        </p:nvSpPr>
        <p:spPr>
          <a:xfrm>
            <a:off x="10465736" y="5181600"/>
            <a:ext cx="888064" cy="369332"/>
          </a:xfrm>
          <a:prstGeom prst="rect">
            <a:avLst/>
          </a:prstGeom>
          <a:noFill/>
        </p:spPr>
        <p:txBody>
          <a:bodyPr wrap="none" rtlCol="0">
            <a:spAutoFit/>
          </a:bodyPr>
          <a:lstStyle/>
          <a:p>
            <a:r>
              <a:rPr lang="en-SG" dirty="0">
                <a:solidFill>
                  <a:srgbClr val="FF0000"/>
                </a:solidFill>
              </a:rPr>
              <a:t>N cases</a:t>
            </a:r>
          </a:p>
        </p:txBody>
      </p:sp>
      <p:cxnSp>
        <p:nvCxnSpPr>
          <p:cNvPr id="7" name="Straight Arrow Connector 6">
            <a:extLst>
              <a:ext uri="{FF2B5EF4-FFF2-40B4-BE49-F238E27FC236}">
                <a16:creationId xmlns:a16="http://schemas.microsoft.com/office/drawing/2014/main" id="{A597D156-1681-DFAE-769B-282C6AFA32F9}"/>
              </a:ext>
            </a:extLst>
          </p:cNvPr>
          <p:cNvCxnSpPr/>
          <p:nvPr/>
        </p:nvCxnSpPr>
        <p:spPr>
          <a:xfrm flipH="1">
            <a:off x="9982200" y="5372892"/>
            <a:ext cx="470453"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7802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p:txBody>
          <a:bodyPr/>
          <a:lstStyle/>
          <a:p>
            <a:pPr eaLnBrk="1" hangingPunct="1"/>
            <a:r>
              <a:rPr lang="en-US" altLang="en-US"/>
              <a:t>Revenue Equivalence: 1</a:t>
            </a:r>
            <a:r>
              <a:rPr lang="en-US" altLang="en-US" baseline="30000"/>
              <a:t>st </a:t>
            </a:r>
            <a:r>
              <a:rPr lang="en-US" altLang="en-US"/>
              <a:t>&amp; 2</a:t>
            </a:r>
            <a:r>
              <a:rPr lang="en-US" altLang="en-US" baseline="30000"/>
              <a:t>nd</a:t>
            </a:r>
            <a:r>
              <a:rPr lang="en-US" altLang="en-US"/>
              <a:t> Price Auction</a:t>
            </a:r>
          </a:p>
        </p:txBody>
      </p:sp>
      <mc:AlternateContent xmlns:mc="http://schemas.openxmlformats.org/markup-compatibility/2006" xmlns:a14="http://schemas.microsoft.com/office/drawing/2010/main">
        <mc:Choice Requires="a14">
          <p:sp>
            <p:nvSpPr>
              <p:cNvPr id="37890" name="Rectangle 3"/>
              <p:cNvSpPr>
                <a:spLocks noGrp="1" noChangeArrowheads="1"/>
              </p:cNvSpPr>
              <p:nvPr>
                <p:ph idx="1"/>
              </p:nvPr>
            </p:nvSpPr>
            <p:spPr>
              <a:xfrm>
                <a:off x="838199" y="1943100"/>
                <a:ext cx="10389781" cy="4269164"/>
              </a:xfrm>
            </p:spPr>
            <p:txBody>
              <a:bodyPr>
                <a:normAutofit/>
              </a:bodyPr>
              <a:lstStyle/>
              <a:p>
                <a:pPr marL="0" indent="0">
                  <a:buNone/>
                </a:pPr>
                <a:r>
                  <a:rPr lang="en-SG" altLang="en-US" sz="2000" dirty="0"/>
                  <a:t>Expected revenue is the expectation of the winning (largest) bid </a:t>
                </a:r>
                <a14:m>
                  <m:oMath xmlns:m="http://schemas.openxmlformats.org/officeDocument/2006/math">
                    <m:r>
                      <a:rPr lang="en-SG" altLang="en-US" sz="2000" b="0" i="1" smtClean="0">
                        <a:latin typeface="Cambria Math" panose="02040503050406030204" pitchFamily="18" charset="0"/>
                      </a:rPr>
                      <m:t>𝑥</m:t>
                    </m:r>
                  </m:oMath>
                </a14:m>
                <a:r>
                  <a:rPr lang="en-SG" altLang="en-US" sz="2000" i="1" dirty="0"/>
                  <a:t>, </a:t>
                </a:r>
                <a:r>
                  <a:rPr lang="en-SG" altLang="en-US" sz="2000" dirty="0"/>
                  <a:t>where</a:t>
                </a:r>
                <a:r>
                  <a:rPr lang="en-SG" altLang="en-US" sz="2000" i="1" dirty="0"/>
                  <a:t> </a:t>
                </a:r>
                <a14:m>
                  <m:oMath xmlns:m="http://schemas.openxmlformats.org/officeDocument/2006/math">
                    <m:r>
                      <a:rPr lang="en-SG" altLang="en-US" sz="2000" i="1">
                        <a:latin typeface="Cambria Math" panose="02040503050406030204" pitchFamily="18" charset="0"/>
                      </a:rPr>
                      <m:t>𝑥</m:t>
                    </m:r>
                  </m:oMath>
                </a14:m>
                <a:r>
                  <a:rPr lang="en-SG" altLang="en-US" sz="2000" i="1" dirty="0"/>
                  <a:t> </a:t>
                </a:r>
                <a:r>
                  <a:rPr lang="en-SG" altLang="en-US" sz="2000" dirty="0"/>
                  <a:t>has the probability distribution function</a:t>
                </a:r>
                <a14:m>
                  <m:oMath xmlns:m="http://schemas.openxmlformats.org/officeDocument/2006/math">
                    <m:r>
                      <a:rPr lang="en-SG" altLang="en-US" sz="2000" i="1">
                        <a:latin typeface="Cambria Math" panose="02040503050406030204" pitchFamily="18" charset="0"/>
                      </a:rPr>
                      <m:t> </m:t>
                    </m:r>
                    <m:r>
                      <a:rPr lang="en-SG" altLang="en-US" sz="2000" i="1">
                        <a:latin typeface="Cambria Math" panose="02040503050406030204" pitchFamily="18" charset="0"/>
                      </a:rPr>
                      <m:t>𝑓</m:t>
                    </m:r>
                    <m:d>
                      <m:dPr>
                        <m:ctrlPr>
                          <a:rPr lang="en-SG" altLang="en-US" sz="2000" i="1">
                            <a:latin typeface="Cambria Math" panose="02040503050406030204" pitchFamily="18" charset="0"/>
                          </a:rPr>
                        </m:ctrlPr>
                      </m:dPr>
                      <m:e>
                        <m:r>
                          <a:rPr lang="en-SG" altLang="en-US" sz="2000" i="1">
                            <a:latin typeface="Cambria Math" panose="02040503050406030204" pitchFamily="18" charset="0"/>
                          </a:rPr>
                          <m:t>𝑥</m:t>
                        </m:r>
                      </m:e>
                    </m:d>
                    <m:r>
                      <a:rPr lang="en-SG" altLang="en-US" sz="2000" i="1">
                        <a:latin typeface="Cambria Math" panose="02040503050406030204" pitchFamily="18" charset="0"/>
                      </a:rPr>
                      <m:t>=</m:t>
                    </m:r>
                    <m:sSup>
                      <m:sSupPr>
                        <m:ctrlPr>
                          <a:rPr lang="en-SG" altLang="en-US" sz="2000" i="1">
                            <a:latin typeface="Cambria Math" panose="02040503050406030204" pitchFamily="18" charset="0"/>
                          </a:rPr>
                        </m:ctrlPr>
                      </m:sSupPr>
                      <m:e>
                        <m:r>
                          <a:rPr lang="en-SG" altLang="en-US" sz="2000" i="1">
                            <a:latin typeface="Cambria Math" panose="02040503050406030204" pitchFamily="18" charset="0"/>
                          </a:rPr>
                          <m:t>𝐹</m:t>
                        </m:r>
                      </m:e>
                      <m:sup>
                        <m:r>
                          <a:rPr lang="en-SG" altLang="en-US" sz="2000" i="1">
                            <a:latin typeface="Cambria Math" panose="02040503050406030204" pitchFamily="18" charset="0"/>
                          </a:rPr>
                          <m:t>′</m:t>
                        </m:r>
                      </m:sup>
                    </m:sSup>
                    <m:d>
                      <m:dPr>
                        <m:ctrlPr>
                          <a:rPr lang="en-SG" altLang="en-US" sz="2000" i="1">
                            <a:latin typeface="Cambria Math" panose="02040503050406030204" pitchFamily="18" charset="0"/>
                          </a:rPr>
                        </m:ctrlPr>
                      </m:dPr>
                      <m:e>
                        <m:r>
                          <a:rPr lang="en-SG" altLang="en-US" sz="2000" i="1">
                            <a:latin typeface="Cambria Math" panose="02040503050406030204" pitchFamily="18" charset="0"/>
                          </a:rPr>
                          <m:t>𝑥</m:t>
                        </m:r>
                      </m:e>
                    </m:d>
                    <m:r>
                      <a:rPr lang="en-SG" altLang="en-US" sz="2000" i="1">
                        <a:latin typeface="Cambria Math" panose="02040503050406030204" pitchFamily="18" charset="0"/>
                      </a:rPr>
                      <m:t>=</m:t>
                    </m:r>
                    <m:r>
                      <a:rPr lang="en-SG" altLang="en-US" sz="2000" i="1">
                        <a:latin typeface="Cambria Math" panose="02040503050406030204" pitchFamily="18" charset="0"/>
                      </a:rPr>
                      <m:t>𝑁</m:t>
                    </m:r>
                    <m:d>
                      <m:dPr>
                        <m:ctrlPr>
                          <a:rPr lang="en-SG" altLang="en-US" sz="2000" i="1">
                            <a:latin typeface="Cambria Math" panose="02040503050406030204" pitchFamily="18" charset="0"/>
                          </a:rPr>
                        </m:ctrlPr>
                      </m:dPr>
                      <m:e>
                        <m:r>
                          <a:rPr lang="en-SG" altLang="en-US" sz="2000" i="1">
                            <a:latin typeface="Cambria Math" panose="02040503050406030204" pitchFamily="18" charset="0"/>
                          </a:rPr>
                          <m:t>𝑁</m:t>
                        </m:r>
                        <m:r>
                          <a:rPr lang="en-SG" altLang="en-US" sz="2000" i="1">
                            <a:latin typeface="Cambria Math" panose="02040503050406030204" pitchFamily="18" charset="0"/>
                          </a:rPr>
                          <m:t>−1</m:t>
                        </m:r>
                      </m:e>
                    </m:d>
                    <m:sSup>
                      <m:sSupPr>
                        <m:ctrlPr>
                          <a:rPr lang="en-SG" altLang="en-US" sz="2000" i="1">
                            <a:latin typeface="Cambria Math" panose="02040503050406030204" pitchFamily="18" charset="0"/>
                          </a:rPr>
                        </m:ctrlPr>
                      </m:sSupPr>
                      <m:e>
                        <m:r>
                          <a:rPr lang="en-SG" altLang="en-US" sz="2000" i="1">
                            <a:latin typeface="Cambria Math" panose="02040503050406030204" pitchFamily="18" charset="0"/>
                          </a:rPr>
                          <m:t>𝑥</m:t>
                        </m:r>
                      </m:e>
                      <m:sup>
                        <m:r>
                          <a:rPr lang="en-SG" altLang="en-US" sz="2000" i="1">
                            <a:latin typeface="Cambria Math" panose="02040503050406030204" pitchFamily="18" charset="0"/>
                          </a:rPr>
                          <m:t>𝑁</m:t>
                        </m:r>
                        <m:r>
                          <a:rPr lang="en-SG" altLang="en-US" sz="2000" i="1">
                            <a:latin typeface="Cambria Math" panose="02040503050406030204" pitchFamily="18" charset="0"/>
                          </a:rPr>
                          <m:t>−2</m:t>
                        </m:r>
                      </m:sup>
                    </m:sSup>
                    <m:r>
                      <a:rPr lang="en-SG" altLang="en-US" sz="2000" i="1">
                        <a:latin typeface="Cambria Math" panose="02040503050406030204" pitchFamily="18" charset="0"/>
                      </a:rPr>
                      <m:t>−</m:t>
                    </m:r>
                    <m:r>
                      <a:rPr lang="en-SG" altLang="en-US" sz="2000" i="1">
                        <a:latin typeface="Cambria Math" panose="02040503050406030204" pitchFamily="18" charset="0"/>
                      </a:rPr>
                      <m:t>𝑁</m:t>
                    </m:r>
                    <m:r>
                      <a:rPr lang="en-SG" altLang="en-US" sz="2000" i="1">
                        <a:latin typeface="Cambria Math" panose="02040503050406030204" pitchFamily="18" charset="0"/>
                      </a:rPr>
                      <m:t>(</m:t>
                    </m:r>
                    <m:r>
                      <a:rPr lang="en-SG" altLang="en-US" sz="2000" i="1">
                        <a:latin typeface="Cambria Math" panose="02040503050406030204" pitchFamily="18" charset="0"/>
                      </a:rPr>
                      <m:t>𝑁</m:t>
                    </m:r>
                    <m:r>
                      <a:rPr lang="en-SG" altLang="en-US" sz="2000" i="1">
                        <a:latin typeface="Cambria Math" panose="02040503050406030204" pitchFamily="18" charset="0"/>
                      </a:rPr>
                      <m:t>−1)</m:t>
                    </m:r>
                    <m:sSup>
                      <m:sSupPr>
                        <m:ctrlPr>
                          <a:rPr lang="en-SG" altLang="en-US" sz="2000" i="1">
                            <a:latin typeface="Cambria Math" panose="02040503050406030204" pitchFamily="18" charset="0"/>
                          </a:rPr>
                        </m:ctrlPr>
                      </m:sSupPr>
                      <m:e>
                        <m:r>
                          <a:rPr lang="en-SG" altLang="en-US" sz="2000" i="1">
                            <a:latin typeface="Cambria Math" panose="02040503050406030204" pitchFamily="18" charset="0"/>
                          </a:rPr>
                          <m:t>𝑥</m:t>
                        </m:r>
                      </m:e>
                      <m:sup>
                        <m:r>
                          <a:rPr lang="en-SG" altLang="en-US" sz="2000" i="1">
                            <a:latin typeface="Cambria Math" panose="02040503050406030204" pitchFamily="18" charset="0"/>
                          </a:rPr>
                          <m:t>𝑁</m:t>
                        </m:r>
                        <m:r>
                          <a:rPr lang="en-SG" altLang="en-US" sz="2000" i="1">
                            <a:latin typeface="Cambria Math" panose="02040503050406030204" pitchFamily="18" charset="0"/>
                          </a:rPr>
                          <m:t>−1</m:t>
                        </m:r>
                      </m:sup>
                    </m:sSup>
                  </m:oMath>
                </a14:m>
                <a:r>
                  <a:rPr lang="en-SG" altLang="en-US" sz="2000" dirty="0"/>
                  <a:t>.</a:t>
                </a:r>
              </a:p>
              <a:p>
                <a:pPr lvl="1"/>
                <a:endParaRPr lang="en-SG" altLang="en-US" sz="1600" b="1" dirty="0"/>
              </a:p>
              <a:p>
                <a:pPr marL="0" indent="0" eaLnBrk="1" hangingPunct="1">
                  <a:buNone/>
                </a:pPr>
                <a:endParaRPr lang="en-SG" altLang="en-US" sz="1800" b="0" dirty="0"/>
              </a:p>
              <a:p>
                <a:pPr marL="0" indent="0">
                  <a:buNone/>
                </a:pPr>
                <a14:m>
                  <m:oMathPara xmlns:m="http://schemas.openxmlformats.org/officeDocument/2006/math">
                    <m:oMathParaPr>
                      <m:jc m:val="centerGroup"/>
                    </m:oMathParaPr>
                    <m:oMath xmlns:m="http://schemas.openxmlformats.org/officeDocument/2006/math">
                      <m:r>
                        <a:rPr lang="en-SG" altLang="en-US" sz="1800" b="0" i="1" smtClean="0">
                          <a:latin typeface="Cambria Math" panose="02040503050406030204" pitchFamily="18" charset="0"/>
                        </a:rPr>
                        <m:t>𝐸𝑥𝑝𝑒𝑐𝑡𝑒𝑑</m:t>
                      </m:r>
                      <m:r>
                        <a:rPr lang="en-SG" altLang="en-US" sz="1800" b="0" i="1" smtClean="0">
                          <a:latin typeface="Cambria Math" panose="02040503050406030204" pitchFamily="18" charset="0"/>
                        </a:rPr>
                        <m:t> </m:t>
                      </m:r>
                      <m:r>
                        <a:rPr lang="en-SG" altLang="en-US" sz="1800" b="0" i="1" smtClean="0">
                          <a:latin typeface="Cambria Math" panose="02040503050406030204" pitchFamily="18" charset="0"/>
                        </a:rPr>
                        <m:t>𝑅𝑒𝑣𝑒𝑛𝑢𝑒</m:t>
                      </m:r>
                      <m:r>
                        <a:rPr lang="en-SG" altLang="en-US" sz="1800" b="0" i="1" smtClean="0">
                          <a:latin typeface="Cambria Math" panose="02040503050406030204" pitchFamily="18" charset="0"/>
                        </a:rPr>
                        <m:t>=</m:t>
                      </m:r>
                      <m:nary>
                        <m:naryPr>
                          <m:limLoc m:val="undOvr"/>
                          <m:subHide m:val="on"/>
                          <m:supHide m:val="on"/>
                          <m:ctrlPr>
                            <a:rPr lang="en-SG" altLang="en-US" sz="1800" b="0" i="1" smtClean="0">
                              <a:latin typeface="Cambria Math" panose="02040503050406030204" pitchFamily="18" charset="0"/>
                            </a:rPr>
                          </m:ctrlPr>
                        </m:naryPr>
                        <m:sub/>
                        <m:sup/>
                        <m:e>
                          <m:r>
                            <a:rPr lang="en-SG" altLang="en-US" sz="1800" b="0" i="1" smtClean="0">
                              <a:latin typeface="Cambria Math" panose="02040503050406030204" pitchFamily="18" charset="0"/>
                            </a:rPr>
                            <m:t>𝑥𝑓</m:t>
                          </m:r>
                          <m:d>
                            <m:dPr>
                              <m:ctrlPr>
                                <a:rPr lang="en-SG" altLang="en-US" sz="1800" b="0" i="1" smtClean="0">
                                  <a:latin typeface="Cambria Math" panose="02040503050406030204" pitchFamily="18" charset="0"/>
                                </a:rPr>
                              </m:ctrlPr>
                            </m:dPr>
                            <m:e>
                              <m:r>
                                <a:rPr lang="en-SG" altLang="en-US" sz="1800" b="0" i="1" smtClean="0">
                                  <a:latin typeface="Cambria Math" panose="02040503050406030204" pitchFamily="18" charset="0"/>
                                </a:rPr>
                                <m:t>𝑥</m:t>
                              </m:r>
                            </m:e>
                          </m:d>
                          <m:r>
                            <a:rPr lang="en-SG" altLang="en-US" sz="1800" b="0" i="1" smtClean="0">
                              <a:latin typeface="Cambria Math" panose="02040503050406030204" pitchFamily="18" charset="0"/>
                            </a:rPr>
                            <m:t>𝑑𝑥</m:t>
                          </m:r>
                        </m:e>
                      </m:nary>
                      <m:r>
                        <a:rPr lang="en-SG" altLang="en-US" sz="1800" b="0" i="1" smtClean="0">
                          <a:latin typeface="Cambria Math" panose="02040503050406030204" pitchFamily="18" charset="0"/>
                        </a:rPr>
                        <m:t>=</m:t>
                      </m:r>
                      <m:nary>
                        <m:naryPr>
                          <m:limLoc m:val="undOvr"/>
                          <m:subHide m:val="on"/>
                          <m:supHide m:val="on"/>
                          <m:ctrlPr>
                            <a:rPr lang="en-SG" altLang="en-US" sz="1800" i="1">
                              <a:latin typeface="Cambria Math" panose="02040503050406030204" pitchFamily="18" charset="0"/>
                            </a:rPr>
                          </m:ctrlPr>
                        </m:naryPr>
                        <m:sub/>
                        <m:sup/>
                        <m:e>
                          <m:r>
                            <a:rPr lang="en-SG" altLang="en-US" sz="1800" b="0" i="1" smtClean="0">
                              <a:latin typeface="Cambria Math" panose="02040503050406030204" pitchFamily="18" charset="0"/>
                            </a:rPr>
                            <m:t>𝑁</m:t>
                          </m:r>
                          <m:d>
                            <m:dPr>
                              <m:ctrlPr>
                                <a:rPr lang="en-SG" altLang="en-US" sz="1800" b="0" i="1" smtClean="0">
                                  <a:latin typeface="Cambria Math" panose="02040503050406030204" pitchFamily="18" charset="0"/>
                                </a:rPr>
                              </m:ctrlPr>
                            </m:dPr>
                            <m:e>
                              <m:r>
                                <a:rPr lang="en-SG" altLang="en-US" sz="1800" b="0" i="1" smtClean="0">
                                  <a:latin typeface="Cambria Math" panose="02040503050406030204" pitchFamily="18" charset="0"/>
                                </a:rPr>
                                <m:t>𝑁</m:t>
                              </m:r>
                              <m:r>
                                <a:rPr lang="en-SG" altLang="en-US" sz="1800" b="0" i="1" smtClean="0">
                                  <a:latin typeface="Cambria Math" panose="02040503050406030204" pitchFamily="18" charset="0"/>
                                </a:rPr>
                                <m:t>−1</m:t>
                              </m:r>
                            </m:e>
                          </m:d>
                          <m:sSup>
                            <m:sSupPr>
                              <m:ctrlPr>
                                <a:rPr lang="en-SG" altLang="en-US" sz="1800" b="0" i="1" smtClean="0">
                                  <a:latin typeface="Cambria Math" panose="02040503050406030204" pitchFamily="18" charset="0"/>
                                </a:rPr>
                              </m:ctrlPr>
                            </m:sSupPr>
                            <m:e>
                              <m:r>
                                <a:rPr lang="en-SG" altLang="en-US" sz="1800" b="0" i="1" smtClean="0">
                                  <a:latin typeface="Cambria Math" panose="02040503050406030204" pitchFamily="18" charset="0"/>
                                </a:rPr>
                                <m:t>𝑥</m:t>
                              </m:r>
                            </m:e>
                            <m:sup>
                              <m:r>
                                <a:rPr lang="en-SG" altLang="en-US" sz="1800" b="0" i="1" smtClean="0">
                                  <a:latin typeface="Cambria Math" panose="02040503050406030204" pitchFamily="18" charset="0"/>
                                </a:rPr>
                                <m:t>𝑁</m:t>
                              </m:r>
                              <m:r>
                                <a:rPr lang="en-SG" altLang="en-US" sz="1800" b="0" i="1" smtClean="0">
                                  <a:latin typeface="Cambria Math" panose="02040503050406030204" pitchFamily="18" charset="0"/>
                                </a:rPr>
                                <m:t>−1</m:t>
                              </m:r>
                            </m:sup>
                          </m:sSup>
                          <m:r>
                            <a:rPr lang="en-SG" altLang="en-US" sz="1800" b="0" i="1" smtClean="0">
                              <a:latin typeface="Cambria Math" panose="02040503050406030204" pitchFamily="18" charset="0"/>
                            </a:rPr>
                            <m:t>−</m:t>
                          </m:r>
                          <m:r>
                            <a:rPr lang="en-SG" altLang="en-US" sz="1800" i="1">
                              <a:latin typeface="Cambria Math" panose="02040503050406030204" pitchFamily="18" charset="0"/>
                            </a:rPr>
                            <m:t>𝑁</m:t>
                          </m:r>
                          <m:r>
                            <a:rPr lang="en-SG" altLang="en-US" sz="1800" i="1">
                              <a:latin typeface="Cambria Math" panose="02040503050406030204" pitchFamily="18" charset="0"/>
                            </a:rPr>
                            <m:t>(</m:t>
                          </m:r>
                          <m:r>
                            <a:rPr lang="en-SG" altLang="en-US" sz="1800" i="1">
                              <a:latin typeface="Cambria Math" panose="02040503050406030204" pitchFamily="18" charset="0"/>
                            </a:rPr>
                            <m:t>𝑁</m:t>
                          </m:r>
                          <m:r>
                            <a:rPr lang="en-SG" altLang="en-US" sz="1800" i="1">
                              <a:latin typeface="Cambria Math" panose="02040503050406030204" pitchFamily="18" charset="0"/>
                            </a:rPr>
                            <m:t>−1)</m:t>
                          </m:r>
                          <m:sSup>
                            <m:sSupPr>
                              <m:ctrlPr>
                                <a:rPr lang="en-SG" altLang="en-US" sz="1800" i="1">
                                  <a:latin typeface="Cambria Math" panose="02040503050406030204" pitchFamily="18" charset="0"/>
                                </a:rPr>
                              </m:ctrlPr>
                            </m:sSupPr>
                            <m:e>
                              <m:r>
                                <a:rPr lang="en-SG" altLang="en-US" sz="1800" i="1">
                                  <a:latin typeface="Cambria Math" panose="02040503050406030204" pitchFamily="18" charset="0"/>
                                </a:rPr>
                                <m:t>𝑥</m:t>
                              </m:r>
                            </m:e>
                            <m:sup>
                              <m:r>
                                <a:rPr lang="en-SG" altLang="en-US" sz="1800" i="1">
                                  <a:latin typeface="Cambria Math" panose="02040503050406030204" pitchFamily="18" charset="0"/>
                                </a:rPr>
                                <m:t>𝑁</m:t>
                              </m:r>
                            </m:sup>
                          </m:sSup>
                          <m:r>
                            <a:rPr lang="en-SG" altLang="en-US" sz="1800" i="1">
                              <a:latin typeface="Cambria Math" panose="02040503050406030204" pitchFamily="18" charset="0"/>
                            </a:rPr>
                            <m:t>𝑑𝑥</m:t>
                          </m:r>
                        </m:e>
                      </m:nary>
                    </m:oMath>
                  </m:oMathPara>
                </a14:m>
                <a:endParaRPr lang="en-SG" altLang="en-US" sz="1800" dirty="0"/>
              </a:p>
              <a:p>
                <a:pPr marL="0" indent="0">
                  <a:buNone/>
                </a:pPr>
                <a14:m>
                  <m:oMathPara xmlns:m="http://schemas.openxmlformats.org/officeDocument/2006/math">
                    <m:oMathParaPr>
                      <m:jc m:val="centerGroup"/>
                    </m:oMathParaPr>
                    <m:oMath xmlns:m="http://schemas.openxmlformats.org/officeDocument/2006/math">
                      <m:r>
                        <a:rPr lang="en-SG" altLang="en-US" sz="1800" b="0" i="1" smtClean="0">
                          <a:latin typeface="Cambria Math" panose="02040503050406030204" pitchFamily="18" charset="0"/>
                        </a:rPr>
                        <m:t>=(</m:t>
                      </m:r>
                      <m:r>
                        <a:rPr lang="en-SG" altLang="en-US" sz="1800" b="0" i="1" smtClean="0">
                          <a:latin typeface="Cambria Math" panose="02040503050406030204" pitchFamily="18" charset="0"/>
                        </a:rPr>
                        <m:t>𝑁</m:t>
                      </m:r>
                      <m:r>
                        <a:rPr lang="en-SG" altLang="en-US" sz="1800" b="0" i="1" smtClean="0">
                          <a:latin typeface="Cambria Math" panose="02040503050406030204" pitchFamily="18" charset="0"/>
                        </a:rPr>
                        <m:t>−1)−</m:t>
                      </m:r>
                      <m:f>
                        <m:fPr>
                          <m:ctrlPr>
                            <a:rPr lang="en-SG" altLang="en-US" sz="1800" b="0" i="1" smtClean="0">
                              <a:latin typeface="Cambria Math" panose="02040503050406030204" pitchFamily="18" charset="0"/>
                            </a:rPr>
                          </m:ctrlPr>
                        </m:fPr>
                        <m:num>
                          <m:r>
                            <a:rPr lang="en-SG" altLang="en-US" sz="1800" b="0" i="1" smtClean="0">
                              <a:latin typeface="Cambria Math" panose="02040503050406030204" pitchFamily="18" charset="0"/>
                            </a:rPr>
                            <m:t>𝑁</m:t>
                          </m:r>
                          <m:r>
                            <a:rPr lang="en-SG" altLang="en-US" sz="1800" b="0" i="1" smtClean="0">
                              <a:latin typeface="Cambria Math" panose="02040503050406030204" pitchFamily="18" charset="0"/>
                            </a:rPr>
                            <m:t>(</m:t>
                          </m:r>
                          <m:r>
                            <a:rPr lang="en-SG" altLang="en-US" sz="1800" b="0" i="1" smtClean="0">
                              <a:latin typeface="Cambria Math" panose="02040503050406030204" pitchFamily="18" charset="0"/>
                            </a:rPr>
                            <m:t>𝑁</m:t>
                          </m:r>
                          <m:r>
                            <a:rPr lang="en-SG" altLang="en-US" sz="1800" b="0" i="1" smtClean="0">
                              <a:latin typeface="Cambria Math" panose="02040503050406030204" pitchFamily="18" charset="0"/>
                            </a:rPr>
                            <m:t>−1)</m:t>
                          </m:r>
                        </m:num>
                        <m:den>
                          <m:r>
                            <a:rPr lang="en-SG" altLang="en-US" sz="1800" b="0" i="1" smtClean="0">
                              <a:latin typeface="Cambria Math" panose="02040503050406030204" pitchFamily="18" charset="0"/>
                            </a:rPr>
                            <m:t>𝑁</m:t>
                          </m:r>
                          <m:r>
                            <a:rPr lang="en-SG" altLang="en-US" sz="1800" b="0" i="1" smtClean="0">
                              <a:latin typeface="Cambria Math" panose="02040503050406030204" pitchFamily="18" charset="0"/>
                            </a:rPr>
                            <m:t>+1</m:t>
                          </m:r>
                        </m:den>
                      </m:f>
                      <m:r>
                        <a:rPr lang="en-SG" altLang="en-US" sz="1800" b="0" i="1" smtClean="0">
                          <a:latin typeface="Cambria Math" panose="02040503050406030204" pitchFamily="18" charset="0"/>
                        </a:rPr>
                        <m:t>=</m:t>
                      </m:r>
                      <m:f>
                        <m:fPr>
                          <m:ctrlPr>
                            <a:rPr lang="en-SG" altLang="en-US" sz="1800" b="0" i="1" smtClean="0">
                              <a:latin typeface="Cambria Math" panose="02040503050406030204" pitchFamily="18" charset="0"/>
                            </a:rPr>
                          </m:ctrlPr>
                        </m:fPr>
                        <m:num>
                          <m:sSup>
                            <m:sSupPr>
                              <m:ctrlPr>
                                <a:rPr lang="en-SG" altLang="en-US" sz="1800" b="0" i="1" smtClean="0">
                                  <a:latin typeface="Cambria Math" panose="02040503050406030204" pitchFamily="18" charset="0"/>
                                </a:rPr>
                              </m:ctrlPr>
                            </m:sSupPr>
                            <m:e>
                              <m:r>
                                <a:rPr lang="en-SG" altLang="en-US" sz="1800" b="0" i="1" smtClean="0">
                                  <a:latin typeface="Cambria Math" panose="02040503050406030204" pitchFamily="18" charset="0"/>
                                </a:rPr>
                                <m:t>(</m:t>
                              </m:r>
                              <m:r>
                                <a:rPr lang="en-SG" altLang="en-US" sz="1800" b="0" i="1" smtClean="0">
                                  <a:latin typeface="Cambria Math" panose="02040503050406030204" pitchFamily="18" charset="0"/>
                                </a:rPr>
                                <m:t>𝑁</m:t>
                              </m:r>
                            </m:e>
                            <m:sup>
                              <m:r>
                                <a:rPr lang="en-SG" altLang="en-US" sz="1800" b="0" i="1" smtClean="0">
                                  <a:latin typeface="Cambria Math" panose="02040503050406030204" pitchFamily="18" charset="0"/>
                                </a:rPr>
                                <m:t>2</m:t>
                              </m:r>
                            </m:sup>
                          </m:sSup>
                          <m:r>
                            <a:rPr lang="en-SG" altLang="en-US" sz="1800" b="0" i="1" smtClean="0">
                              <a:latin typeface="Cambria Math" panose="02040503050406030204" pitchFamily="18" charset="0"/>
                            </a:rPr>
                            <m:t>−1)−</m:t>
                          </m:r>
                          <m:sSup>
                            <m:sSupPr>
                              <m:ctrlPr>
                                <a:rPr lang="en-SG" altLang="en-US" sz="1800" i="1">
                                  <a:latin typeface="Cambria Math" panose="02040503050406030204" pitchFamily="18" charset="0"/>
                                </a:rPr>
                              </m:ctrlPr>
                            </m:sSupPr>
                            <m:e>
                              <m:r>
                                <a:rPr lang="en-SG" altLang="en-US" sz="1800" i="1">
                                  <a:latin typeface="Cambria Math" panose="02040503050406030204" pitchFamily="18" charset="0"/>
                                </a:rPr>
                                <m:t>𝑁</m:t>
                              </m:r>
                            </m:e>
                            <m:sup>
                              <m:r>
                                <a:rPr lang="en-SG" altLang="en-US" sz="1800" b="0" i="1" smtClean="0">
                                  <a:latin typeface="Cambria Math" panose="02040503050406030204" pitchFamily="18" charset="0"/>
                                </a:rPr>
                                <m:t>2</m:t>
                              </m:r>
                            </m:sup>
                          </m:sSup>
                          <m:r>
                            <a:rPr lang="en-SG" altLang="en-US" sz="1800" b="0" i="1" smtClean="0">
                              <a:latin typeface="Cambria Math" panose="02040503050406030204" pitchFamily="18" charset="0"/>
                            </a:rPr>
                            <m:t>+</m:t>
                          </m:r>
                          <m:r>
                            <a:rPr lang="en-SG" altLang="en-US" sz="1800" b="0" i="1" smtClean="0">
                              <a:latin typeface="Cambria Math" panose="02040503050406030204" pitchFamily="18" charset="0"/>
                            </a:rPr>
                            <m:t>𝑁</m:t>
                          </m:r>
                        </m:num>
                        <m:den>
                          <m:d>
                            <m:dPr>
                              <m:ctrlPr>
                                <a:rPr lang="en-SG" altLang="en-US" sz="1800" b="0" i="1" smtClean="0">
                                  <a:latin typeface="Cambria Math" panose="02040503050406030204" pitchFamily="18" charset="0"/>
                                </a:rPr>
                              </m:ctrlPr>
                            </m:dPr>
                            <m:e>
                              <m:r>
                                <a:rPr lang="en-SG" altLang="en-US" sz="1800" b="0" i="1" smtClean="0">
                                  <a:latin typeface="Cambria Math" panose="02040503050406030204" pitchFamily="18" charset="0"/>
                                </a:rPr>
                                <m:t>𝑁</m:t>
                              </m:r>
                              <m:r>
                                <a:rPr lang="en-SG" altLang="en-US" sz="1800" b="0" i="1" smtClean="0">
                                  <a:latin typeface="Cambria Math" panose="02040503050406030204" pitchFamily="18" charset="0"/>
                                </a:rPr>
                                <m:t>+1</m:t>
                              </m:r>
                            </m:e>
                          </m:d>
                        </m:den>
                      </m:f>
                      <m:r>
                        <a:rPr lang="en-SG" altLang="en-US" sz="1800" b="0" i="1" smtClean="0">
                          <a:latin typeface="Cambria Math" panose="02040503050406030204" pitchFamily="18" charset="0"/>
                        </a:rPr>
                        <m:t>=</m:t>
                      </m:r>
                      <m:f>
                        <m:fPr>
                          <m:ctrlPr>
                            <a:rPr lang="en-SG" altLang="en-US" sz="1800" b="1" i="1" smtClean="0">
                              <a:solidFill>
                                <a:srgbClr val="0070C0"/>
                              </a:solidFill>
                              <a:latin typeface="Cambria Math" panose="02040503050406030204" pitchFamily="18" charset="0"/>
                            </a:rPr>
                          </m:ctrlPr>
                        </m:fPr>
                        <m:num>
                          <m:r>
                            <a:rPr lang="en-SG" altLang="en-US" sz="1800" b="1" i="1">
                              <a:solidFill>
                                <a:srgbClr val="0070C0"/>
                              </a:solidFill>
                              <a:latin typeface="Cambria Math" panose="02040503050406030204" pitchFamily="18" charset="0"/>
                            </a:rPr>
                            <m:t>𝑵</m:t>
                          </m:r>
                          <m:r>
                            <a:rPr lang="en-SG" altLang="en-US" sz="1800" b="1" i="1">
                              <a:solidFill>
                                <a:srgbClr val="0070C0"/>
                              </a:solidFill>
                              <a:latin typeface="Cambria Math" panose="02040503050406030204" pitchFamily="18" charset="0"/>
                            </a:rPr>
                            <m:t>−</m:t>
                          </m:r>
                          <m:r>
                            <a:rPr lang="en-SG" altLang="en-US" sz="1800" b="1" i="1">
                              <a:solidFill>
                                <a:srgbClr val="0070C0"/>
                              </a:solidFill>
                              <a:latin typeface="Cambria Math" panose="02040503050406030204" pitchFamily="18" charset="0"/>
                            </a:rPr>
                            <m:t>𝟏</m:t>
                          </m:r>
                        </m:num>
                        <m:den>
                          <m:r>
                            <a:rPr lang="en-SG" altLang="en-US" sz="1800" b="1" i="1">
                              <a:solidFill>
                                <a:srgbClr val="0070C0"/>
                              </a:solidFill>
                              <a:latin typeface="Cambria Math" panose="02040503050406030204" pitchFamily="18" charset="0"/>
                            </a:rPr>
                            <m:t>𝑵</m:t>
                          </m:r>
                          <m:r>
                            <a:rPr lang="en-SG" altLang="en-US" sz="1800" b="1" i="1">
                              <a:solidFill>
                                <a:srgbClr val="0070C0"/>
                              </a:solidFill>
                              <a:latin typeface="Cambria Math" panose="02040503050406030204" pitchFamily="18" charset="0"/>
                            </a:rPr>
                            <m:t>+</m:t>
                          </m:r>
                          <m:r>
                            <a:rPr lang="en-SG" altLang="en-US" sz="1800" b="1" i="1">
                              <a:solidFill>
                                <a:srgbClr val="0070C0"/>
                              </a:solidFill>
                              <a:latin typeface="Cambria Math" panose="02040503050406030204" pitchFamily="18" charset="0"/>
                            </a:rPr>
                            <m:t>𝟏</m:t>
                          </m:r>
                        </m:den>
                      </m:f>
                    </m:oMath>
                  </m:oMathPara>
                </a14:m>
                <a:endParaRPr lang="en-SG" altLang="en-US" sz="2200" b="1" dirty="0"/>
              </a:p>
              <a:p>
                <a:pPr eaLnBrk="1" hangingPunct="1"/>
                <a:endParaRPr lang="en-US" altLang="en-US" sz="2200" dirty="0"/>
              </a:p>
              <a:p>
                <a:pPr eaLnBrk="1" hangingPunct="1"/>
                <a:endParaRPr lang="en-US" altLang="en-US" sz="2200" dirty="0"/>
              </a:p>
              <a:p>
                <a:pPr eaLnBrk="1" hangingPunct="1"/>
                <a:endParaRPr lang="en-US" altLang="en-US" sz="2200" dirty="0"/>
              </a:p>
            </p:txBody>
          </p:sp>
        </mc:Choice>
        <mc:Fallback xmlns="">
          <p:sp>
            <p:nvSpPr>
              <p:cNvPr id="37890" name="Rectangle 3"/>
              <p:cNvSpPr>
                <a:spLocks noGrp="1" noRot="1" noChangeAspect="1" noMove="1" noResize="1" noEditPoints="1" noAdjustHandles="1" noChangeArrowheads="1" noChangeShapeType="1" noTextEdit="1"/>
              </p:cNvSpPr>
              <p:nvPr>
                <p:ph idx="1"/>
              </p:nvPr>
            </p:nvSpPr>
            <p:spPr>
              <a:xfrm>
                <a:off x="838199" y="1943100"/>
                <a:ext cx="10389781" cy="4269164"/>
              </a:xfrm>
              <a:blipFill>
                <a:blip r:embed="rId3"/>
                <a:stretch>
                  <a:fillRect l="-587" t="-1571"/>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A9EF96B6-BE0E-9A65-5A0C-68F1D11FA2A1}"/>
              </a:ext>
            </a:extLst>
          </p:cNvPr>
          <p:cNvSpPr>
            <a:spLocks noGrp="1"/>
          </p:cNvSpPr>
          <p:nvPr>
            <p:ph type="sldNum" sz="quarter" idx="12"/>
          </p:nvPr>
        </p:nvSpPr>
        <p:spPr/>
        <p:txBody>
          <a:bodyPr/>
          <a:lstStyle/>
          <a:p>
            <a:fld id="{F094D3FE-586B-47BD-AB77-64C19248A5CB}" type="slidenum">
              <a:rPr lang="en-GB" smtClean="0"/>
              <a:t>33</a:t>
            </a:fld>
            <a:endParaRPr lang="en-GB"/>
          </a:p>
        </p:txBody>
      </p:sp>
    </p:spTree>
    <p:extLst>
      <p:ext uri="{BB962C8B-B14F-4D97-AF65-F5344CB8AC3E}">
        <p14:creationId xmlns:p14="http://schemas.microsoft.com/office/powerpoint/2010/main" val="2038950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817902-965E-4FB4-0E82-A87C969BA02A}"/>
              </a:ext>
            </a:extLst>
          </p:cNvPr>
          <p:cNvSpPr/>
          <p:nvPr/>
        </p:nvSpPr>
        <p:spPr>
          <a:xfrm>
            <a:off x="838199" y="3261067"/>
            <a:ext cx="10515600" cy="148483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889" name="Rectangle 2"/>
          <p:cNvSpPr>
            <a:spLocks noGrp="1" noChangeArrowheads="1"/>
          </p:cNvSpPr>
          <p:nvPr>
            <p:ph type="title"/>
          </p:nvPr>
        </p:nvSpPr>
        <p:spPr/>
        <p:txBody>
          <a:bodyPr/>
          <a:lstStyle/>
          <a:p>
            <a:pPr eaLnBrk="1" hangingPunct="1"/>
            <a:r>
              <a:rPr lang="en-US" altLang="en-US"/>
              <a:t>Revenue Equivalence: 1</a:t>
            </a:r>
            <a:r>
              <a:rPr lang="en-US" altLang="en-US" baseline="30000"/>
              <a:t>st </a:t>
            </a:r>
            <a:r>
              <a:rPr lang="en-US" altLang="en-US"/>
              <a:t>&amp; 2</a:t>
            </a:r>
            <a:r>
              <a:rPr lang="en-US" altLang="en-US" baseline="30000"/>
              <a:t>nd</a:t>
            </a:r>
            <a:r>
              <a:rPr lang="en-US" altLang="en-US"/>
              <a:t> Price Auction</a:t>
            </a:r>
          </a:p>
        </p:txBody>
      </p:sp>
      <p:sp>
        <p:nvSpPr>
          <p:cNvPr id="37890" name="Rectangle 3"/>
          <p:cNvSpPr>
            <a:spLocks noGrp="1" noChangeArrowheads="1"/>
          </p:cNvSpPr>
          <p:nvPr>
            <p:ph idx="1"/>
          </p:nvPr>
        </p:nvSpPr>
        <p:spPr>
          <a:xfrm>
            <a:off x="838199" y="1943100"/>
            <a:ext cx="10389781" cy="4269164"/>
          </a:xfrm>
        </p:spPr>
        <p:txBody>
          <a:bodyPr>
            <a:normAutofit/>
          </a:bodyPr>
          <a:lstStyle/>
          <a:p>
            <a:pPr eaLnBrk="1" hangingPunct="1"/>
            <a:endParaRPr lang="en-US" altLang="en-US" sz="2000" dirty="0"/>
          </a:p>
          <a:p>
            <a:pPr eaLnBrk="1" hangingPunct="1"/>
            <a:r>
              <a:rPr lang="en-US" altLang="en-US" sz="2000" dirty="0"/>
              <a:t>Thus, under the IPV assumptions, the expected revenue that can be obtained from the 1</a:t>
            </a:r>
            <a:r>
              <a:rPr lang="en-US" altLang="en-US" sz="2000" baseline="30000" dirty="0"/>
              <a:t>st</a:t>
            </a:r>
            <a:r>
              <a:rPr lang="en-US" altLang="en-US" sz="2000" dirty="0"/>
              <a:t> and 2</a:t>
            </a:r>
            <a:r>
              <a:rPr lang="en-US" altLang="en-US" sz="2000" baseline="30000" dirty="0"/>
              <a:t>nd</a:t>
            </a:r>
            <a:r>
              <a:rPr lang="en-US" altLang="en-US" sz="2000" dirty="0"/>
              <a:t> Price Auction is the same.</a:t>
            </a:r>
          </a:p>
          <a:p>
            <a:pPr eaLnBrk="1" hangingPunct="1"/>
            <a:endParaRPr lang="en-US" altLang="en-US" sz="2000" dirty="0"/>
          </a:p>
          <a:p>
            <a:pPr eaLnBrk="1" hangingPunct="1"/>
            <a:r>
              <a:rPr lang="en-US" altLang="en-US" sz="2000" dirty="0"/>
              <a:t>In fact,</a:t>
            </a:r>
            <a:r>
              <a:rPr lang="en-US" altLang="en-US" sz="2000" b="1" dirty="0">
                <a:solidFill>
                  <a:srgbClr val="0000FF"/>
                </a:solidFill>
              </a:rPr>
              <a:t> revenue equivalence</a:t>
            </a:r>
            <a:r>
              <a:rPr lang="en-US" altLang="en-US" sz="2000" dirty="0"/>
              <a:t> holds for any </a:t>
            </a:r>
            <a:r>
              <a:rPr lang="en-US" altLang="en-US" sz="2000" i="1" dirty="0"/>
              <a:t>standard auction </a:t>
            </a:r>
            <a:r>
              <a:rPr lang="en-US" altLang="en-US" sz="2000" dirty="0"/>
              <a:t>where (in the BNE):</a:t>
            </a:r>
          </a:p>
          <a:p>
            <a:pPr marL="914400" lvl="1" indent="-457200">
              <a:buFont typeface="+mj-lt"/>
              <a:buAutoNum type="arabicPeriod"/>
            </a:pPr>
            <a:r>
              <a:rPr lang="en-US" altLang="en-US" sz="1800" dirty="0"/>
              <a:t>The expected utility of a bidder with the lowest possible valuation 0 is 0.</a:t>
            </a:r>
          </a:p>
          <a:p>
            <a:pPr marL="914400" lvl="1" indent="-457200">
              <a:buFont typeface="+mj-lt"/>
              <a:buAutoNum type="arabicPeriod"/>
            </a:pPr>
            <a:r>
              <a:rPr lang="en-US" altLang="en-US" sz="1800" dirty="0"/>
              <a:t>The bidder with the highest valuation wins.</a:t>
            </a:r>
            <a:endParaRPr lang="en-US" altLang="en-US" sz="1800" b="1" dirty="0"/>
          </a:p>
          <a:p>
            <a:pPr marL="914400" lvl="1" indent="-457200">
              <a:buFont typeface="+mj-lt"/>
              <a:buAutoNum type="arabicPeriod"/>
            </a:pPr>
            <a:endParaRPr lang="en-US" altLang="en-US" sz="1800" b="1" dirty="0"/>
          </a:p>
        </p:txBody>
      </p:sp>
      <p:sp>
        <p:nvSpPr>
          <p:cNvPr id="3" name="Slide Number Placeholder 2">
            <a:extLst>
              <a:ext uri="{FF2B5EF4-FFF2-40B4-BE49-F238E27FC236}">
                <a16:creationId xmlns:a16="http://schemas.microsoft.com/office/drawing/2014/main" id="{4F990A1F-2740-3463-7328-594C75B0B6EE}"/>
              </a:ext>
            </a:extLst>
          </p:cNvPr>
          <p:cNvSpPr>
            <a:spLocks noGrp="1"/>
          </p:cNvSpPr>
          <p:nvPr>
            <p:ph type="sldNum" sz="quarter" idx="12"/>
          </p:nvPr>
        </p:nvSpPr>
        <p:spPr/>
        <p:txBody>
          <a:bodyPr/>
          <a:lstStyle/>
          <a:p>
            <a:fld id="{F094D3FE-586B-47BD-AB77-64C19248A5CB}" type="slidenum">
              <a:rPr lang="en-GB" smtClean="0"/>
              <a:t>34</a:t>
            </a:fld>
            <a:endParaRPr lang="en-GB"/>
          </a:p>
        </p:txBody>
      </p:sp>
    </p:spTree>
    <p:extLst>
      <p:ext uri="{BB962C8B-B14F-4D97-AF65-F5344CB8AC3E}">
        <p14:creationId xmlns:p14="http://schemas.microsoft.com/office/powerpoint/2010/main" val="1314374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890">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89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title"/>
          </p:nvPr>
        </p:nvSpPr>
        <p:spPr/>
        <p:txBody>
          <a:bodyPr/>
          <a:lstStyle/>
          <a:p>
            <a:pPr eaLnBrk="1" hangingPunct="1"/>
            <a:r>
              <a:rPr lang="en-US" altLang="en-US"/>
              <a:t>Improving revenue using reserve prices</a:t>
            </a:r>
          </a:p>
        </p:txBody>
      </p:sp>
      <p:sp>
        <p:nvSpPr>
          <p:cNvPr id="40962" name="Rectangle 3"/>
          <p:cNvSpPr>
            <a:spLocks noGrp="1" noChangeArrowheads="1"/>
          </p:cNvSpPr>
          <p:nvPr>
            <p:ph idx="1"/>
          </p:nvPr>
        </p:nvSpPr>
        <p:spPr>
          <a:xfrm>
            <a:off x="838199" y="1456791"/>
            <a:ext cx="10336619" cy="4755473"/>
          </a:xfrm>
        </p:spPr>
        <p:txBody>
          <a:bodyPr>
            <a:normAutofit/>
          </a:bodyPr>
          <a:lstStyle/>
          <a:p>
            <a:pPr eaLnBrk="1" hangingPunct="1"/>
            <a:endParaRPr lang="en-US" altLang="en-US" sz="2000" dirty="0"/>
          </a:p>
          <a:p>
            <a:pPr eaLnBrk="1" hangingPunct="1"/>
            <a:r>
              <a:rPr lang="en-US" altLang="en-US" sz="2000" dirty="0"/>
              <a:t>If the rules satisfy these conditions, revenue will be the same…</a:t>
            </a:r>
          </a:p>
          <a:p>
            <a:pPr lvl="1"/>
            <a:r>
              <a:rPr lang="en-US" altLang="en-US" sz="1800" dirty="0"/>
              <a:t>We need to change the allocation rules somehow in order to improve revenue!</a:t>
            </a:r>
            <a:br>
              <a:rPr lang="en-US" altLang="en-US" sz="1800" dirty="0"/>
            </a:br>
            <a:r>
              <a:rPr lang="en-US" altLang="en-US" sz="1800" dirty="0"/>
              <a:t>One way to do so is using a reserve price.</a:t>
            </a:r>
          </a:p>
          <a:p>
            <a:pPr eaLnBrk="1" hangingPunct="1"/>
            <a:endParaRPr lang="en-US" altLang="en-US" sz="2000" dirty="0"/>
          </a:p>
          <a:p>
            <a:pPr eaLnBrk="1" hangingPunct="1"/>
            <a:r>
              <a:rPr lang="en-US" altLang="en-US" sz="2000" dirty="0"/>
              <a:t>Here, we give a simple example: </a:t>
            </a:r>
            <a:br>
              <a:rPr lang="en-US" altLang="en-US" sz="2000" dirty="0"/>
            </a:br>
            <a:r>
              <a:rPr lang="en-US" altLang="en-US" sz="2000" dirty="0"/>
              <a:t>Suppose there are 2 buyers. The seller believes each buyer</a:t>
            </a:r>
            <a:r>
              <a:rPr lang="ja-JP" altLang="en-US" sz="2000" dirty="0"/>
              <a:t>’</a:t>
            </a:r>
            <a:r>
              <a:rPr lang="en-US" altLang="ja-JP" sz="2000" dirty="0"/>
              <a:t>s valuation is</a:t>
            </a:r>
            <a:r>
              <a:rPr lang="en-US" altLang="ja-JP" sz="2000" spc="200" dirty="0"/>
              <a:t> </a:t>
            </a:r>
            <a:r>
              <a:rPr lang="en-US" altLang="ja-JP" sz="2000" dirty="0"/>
              <a:t>$20 with chance </a:t>
            </a:r>
            <a:r>
              <a:rPr lang="en-US" altLang="ja-JP" sz="2000" spc="-100" dirty="0"/>
              <a:t>1/</a:t>
            </a:r>
            <a:r>
              <a:rPr lang="en-US" altLang="ja-JP" sz="2000" dirty="0"/>
              <a:t>2</a:t>
            </a:r>
            <a:r>
              <a:rPr lang="en-US" altLang="ja-JP" sz="2000" spc="200" dirty="0"/>
              <a:t> </a:t>
            </a:r>
            <a:r>
              <a:rPr lang="en-US" altLang="ja-JP" sz="2000" dirty="0"/>
              <a:t>and</a:t>
            </a:r>
            <a:r>
              <a:rPr lang="en-US" altLang="ja-JP" sz="2000" spc="200" dirty="0"/>
              <a:t> </a:t>
            </a:r>
            <a:r>
              <a:rPr lang="en-US" altLang="ja-JP" sz="2000" dirty="0"/>
              <a:t>$50 with chance</a:t>
            </a:r>
            <a:r>
              <a:rPr lang="en-US" altLang="ja-JP" sz="2000" spc="200" dirty="0"/>
              <a:t> </a:t>
            </a:r>
            <a:r>
              <a:rPr lang="en-US" altLang="ja-JP" sz="2000" spc="-100" dirty="0"/>
              <a:t>1/</a:t>
            </a:r>
            <a:r>
              <a:rPr lang="en-US" altLang="ja-JP" sz="2000" dirty="0"/>
              <a:t>2.</a:t>
            </a:r>
          </a:p>
          <a:p>
            <a:pPr>
              <a:lnSpc>
                <a:spcPct val="100000"/>
              </a:lnSpc>
            </a:pPr>
            <a:endParaRPr lang="en-US" altLang="ja-JP" sz="2000" dirty="0"/>
          </a:p>
          <a:p>
            <a:pPr>
              <a:lnSpc>
                <a:spcPct val="100000"/>
              </a:lnSpc>
            </a:pPr>
            <a:r>
              <a:rPr lang="en-US" altLang="en-US" sz="2000" dirty="0"/>
              <a:t>Based on that premise, there is a </a:t>
            </a:r>
            <a:r>
              <a:rPr lang="en-US" altLang="ja-JP" sz="2000" spc="-100" dirty="0"/>
              <a:t>1/</a:t>
            </a:r>
            <a:r>
              <a:rPr lang="en-US" altLang="en-US" sz="2000" dirty="0"/>
              <a:t>4 chance that each of the following </a:t>
            </a:r>
            <a:r>
              <a:rPr lang="en-US" altLang="en-US" sz="2000" i="1" dirty="0"/>
              <a:t>combinations of buyer valuations</a:t>
            </a:r>
            <a:r>
              <a:rPr lang="en-US" altLang="en-US" sz="2000" dirty="0"/>
              <a:t> is present: ($20, $20),</a:t>
            </a:r>
            <a:r>
              <a:rPr lang="en-US" altLang="ja-JP" sz="2000" spc="200" dirty="0"/>
              <a:t> </a:t>
            </a:r>
            <a:r>
              <a:rPr lang="en-US" altLang="en-US" sz="2000" dirty="0"/>
              <a:t>($20, $50),</a:t>
            </a:r>
            <a:r>
              <a:rPr lang="en-US" altLang="ja-JP" sz="2000" spc="200" dirty="0"/>
              <a:t> </a:t>
            </a:r>
            <a:r>
              <a:rPr lang="en-US" altLang="en-US" sz="2000" dirty="0"/>
              <a:t>($50, $20),</a:t>
            </a:r>
            <a:r>
              <a:rPr lang="en-US" altLang="ja-JP" sz="2000" spc="200" dirty="0"/>
              <a:t> </a:t>
            </a:r>
            <a:r>
              <a:rPr lang="en-US" altLang="en-US" sz="2000" dirty="0"/>
              <a:t>and</a:t>
            </a:r>
            <a:r>
              <a:rPr lang="en-US" altLang="ja-JP" sz="2000" spc="200" dirty="0"/>
              <a:t> </a:t>
            </a:r>
            <a:r>
              <a:rPr lang="en-US" altLang="en-US" sz="2000" dirty="0"/>
              <a:t>($50, $50).</a:t>
            </a:r>
          </a:p>
        </p:txBody>
      </p:sp>
      <p:sp>
        <p:nvSpPr>
          <p:cNvPr id="3" name="Slide Number Placeholder 2">
            <a:extLst>
              <a:ext uri="{FF2B5EF4-FFF2-40B4-BE49-F238E27FC236}">
                <a16:creationId xmlns:a16="http://schemas.microsoft.com/office/drawing/2014/main" id="{6590E483-66FD-6871-8E18-3296278686DD}"/>
              </a:ext>
            </a:extLst>
          </p:cNvPr>
          <p:cNvSpPr>
            <a:spLocks noGrp="1"/>
          </p:cNvSpPr>
          <p:nvPr>
            <p:ph type="sldNum" sz="quarter" idx="12"/>
          </p:nvPr>
        </p:nvSpPr>
        <p:spPr/>
        <p:txBody>
          <a:bodyPr/>
          <a:lstStyle/>
          <a:p>
            <a:fld id="{F094D3FE-586B-47BD-AB77-64C19248A5CB}" type="slidenum">
              <a:rPr lang="en-GB" smtClean="0"/>
              <a:t>35</a:t>
            </a:fld>
            <a:endParaRPr lang="en-GB"/>
          </a:p>
        </p:txBody>
      </p:sp>
    </p:spTree>
    <p:extLst>
      <p:ext uri="{BB962C8B-B14F-4D97-AF65-F5344CB8AC3E}">
        <p14:creationId xmlns:p14="http://schemas.microsoft.com/office/powerpoint/2010/main" val="2087933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6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p:nvPr>
        </p:nvSpPr>
        <p:spPr/>
        <p:txBody>
          <a:bodyPr/>
          <a:lstStyle/>
          <a:p>
            <a:pPr eaLnBrk="1" hangingPunct="1"/>
            <a:r>
              <a:rPr lang="en-US" altLang="en-US"/>
              <a:t>Example: no reserve price</a:t>
            </a:r>
          </a:p>
        </p:txBody>
      </p:sp>
      <mc:AlternateContent xmlns:mc="http://schemas.openxmlformats.org/markup-compatibility/2006" xmlns:a14="http://schemas.microsoft.com/office/drawing/2010/main">
        <mc:Choice Requires="a14">
          <p:sp>
            <p:nvSpPr>
              <p:cNvPr id="41986" name="Rectangle 3"/>
              <p:cNvSpPr>
                <a:spLocks noGrp="1" noChangeArrowheads="1"/>
              </p:cNvSpPr>
              <p:nvPr>
                <p:ph idx="1"/>
              </p:nvPr>
            </p:nvSpPr>
            <p:spPr>
              <a:xfrm>
                <a:off x="838199" y="1456791"/>
                <a:ext cx="10304721" cy="4275794"/>
              </a:xfrm>
            </p:spPr>
            <p:txBody>
              <a:bodyPr>
                <a:normAutofit/>
              </a:bodyPr>
              <a:lstStyle/>
              <a:p>
                <a:pPr eaLnBrk="1" hangingPunct="1"/>
                <a:endParaRPr lang="en-US" altLang="en-US" sz="2000" dirty="0"/>
              </a:p>
              <a:p>
                <a:pPr marL="0" indent="0" eaLnBrk="1" hangingPunct="1">
                  <a:buNone/>
                </a:pPr>
                <a:r>
                  <a:rPr lang="en-US" altLang="en-US" sz="2000" b="1" dirty="0"/>
                  <a:t>Suppose it is a second price auction with 0 reserve price.</a:t>
                </a:r>
                <a:br>
                  <a:rPr lang="en-US" altLang="en-US" sz="2000" b="1" dirty="0"/>
                </a:br>
                <a:r>
                  <a:rPr lang="en-US" altLang="en-US" sz="2000" b="1" dirty="0"/>
                  <a:t>(Remember reserve price can be treated as a separate bid by the seller)</a:t>
                </a:r>
              </a:p>
              <a:p>
                <a:pPr marL="0" indent="0" eaLnBrk="1" hangingPunct="1">
                  <a:buNone/>
                </a:pPr>
                <a:endParaRPr lang="en-US" altLang="en-US" sz="2000" dirty="0"/>
              </a:p>
              <a:p>
                <a:r>
                  <a:rPr lang="en-US" altLang="en-US" sz="2000" dirty="0"/>
                  <a:t>With chance </a:t>
                </a:r>
                <a:r>
                  <a:rPr lang="en-US" altLang="ja-JP" sz="2000" spc="-100" dirty="0"/>
                  <a:t>1/</a:t>
                </a:r>
                <a:r>
                  <a:rPr lang="en-US" altLang="en-US" sz="2000" dirty="0"/>
                  <a:t>4</a:t>
                </a:r>
                <a:r>
                  <a:rPr lang="en-US" altLang="ja-JP" sz="2000" spc="200" dirty="0"/>
                  <a:t> </a:t>
                </a:r>
                <a:r>
                  <a:rPr lang="en-US" altLang="en-US" sz="2000" dirty="0"/>
                  <a:t>each, the second highest bid will be</a:t>
                </a:r>
                <a:r>
                  <a:rPr lang="en-US" altLang="ja-JP" sz="2000" spc="200" dirty="0"/>
                  <a:t> </a:t>
                </a:r>
                <a:r>
                  <a:rPr lang="en-US" altLang="en-US" sz="2000" dirty="0"/>
                  <a:t>$20,</a:t>
                </a:r>
                <a:r>
                  <a:rPr lang="en-US" altLang="ja-JP" sz="2000" spc="200" dirty="0"/>
                  <a:t> </a:t>
                </a:r>
                <a:r>
                  <a:rPr lang="en-US" altLang="en-US" sz="2000" dirty="0"/>
                  <a:t>$20,</a:t>
                </a:r>
                <a:r>
                  <a:rPr lang="en-US" altLang="ja-JP" sz="2000" spc="200" dirty="0"/>
                  <a:t> </a:t>
                </a:r>
                <a:r>
                  <a:rPr lang="en-US" altLang="en-US" sz="2000" dirty="0"/>
                  <a:t>$20,</a:t>
                </a:r>
                <a:r>
                  <a:rPr lang="en-US" altLang="ja-JP" sz="2000" spc="200" dirty="0"/>
                  <a:t> </a:t>
                </a:r>
                <a:r>
                  <a:rPr lang="en-US" altLang="en-US" sz="2000" dirty="0"/>
                  <a:t>and</a:t>
                </a:r>
                <a:r>
                  <a:rPr lang="en-US" altLang="ja-JP" sz="2000" spc="200" dirty="0"/>
                  <a:t> </a:t>
                </a:r>
                <a:r>
                  <a:rPr lang="en-US" altLang="en-US" sz="2000" dirty="0"/>
                  <a:t>$50.</a:t>
                </a:r>
              </a:p>
              <a:p>
                <a:endParaRPr lang="en-US" altLang="en-US" sz="2000" dirty="0"/>
              </a:p>
              <a:p>
                <a:r>
                  <a:rPr lang="en-US" altLang="en-US" sz="2000" dirty="0"/>
                  <a:t>So, the seller</a:t>
                </a:r>
                <a:r>
                  <a:rPr lang="ja-JP" altLang="en-US" sz="2000" dirty="0"/>
                  <a:t>’</a:t>
                </a:r>
                <a:r>
                  <a:rPr lang="en-US" altLang="ja-JP" sz="2000" dirty="0"/>
                  <a:t>s expected revenue is </a:t>
                </a:r>
                <a14:m>
                  <m:oMath xmlns:m="http://schemas.openxmlformats.org/officeDocument/2006/math">
                    <m:f>
                      <m:fPr>
                        <m:ctrlPr>
                          <a:rPr lang="en-SG" altLang="ja-JP" sz="2000" i="1">
                            <a:latin typeface="Cambria Math" panose="02040503050406030204" pitchFamily="18" charset="0"/>
                          </a:rPr>
                        </m:ctrlPr>
                      </m:fPr>
                      <m:num>
                        <m:r>
                          <a:rPr lang="en-SG" altLang="ja-JP" sz="2000" i="1">
                            <a:latin typeface="Cambria Math" panose="02040503050406030204" pitchFamily="18" charset="0"/>
                          </a:rPr>
                          <m:t>$20+$20+$20+$50</m:t>
                        </m:r>
                      </m:num>
                      <m:den>
                        <m:r>
                          <a:rPr lang="en-SG" altLang="ja-JP" sz="2000" i="1">
                            <a:latin typeface="Cambria Math" panose="02040503050406030204" pitchFamily="18" charset="0"/>
                          </a:rPr>
                          <m:t>4</m:t>
                        </m:r>
                      </m:den>
                    </m:f>
                    <m:r>
                      <a:rPr lang="en-SG" altLang="ja-JP" sz="2000" i="1">
                        <a:latin typeface="Cambria Math" panose="02040503050406030204" pitchFamily="18" charset="0"/>
                      </a:rPr>
                      <m:t>=$27.5</m:t>
                    </m:r>
                  </m:oMath>
                </a14:m>
                <a:r>
                  <a:rPr lang="en-US" altLang="ja-JP" sz="2000" dirty="0"/>
                  <a:t> </a:t>
                </a:r>
              </a:p>
              <a:p>
                <a:endParaRPr lang="en-US" altLang="en-US" sz="2000" dirty="0"/>
              </a:p>
              <a:p>
                <a:r>
                  <a:rPr lang="en-US" altLang="en-US" sz="2000" dirty="0"/>
                  <a:t>The good will always be sold to the highest bidder and there is efficiency.</a:t>
                </a:r>
              </a:p>
              <a:p>
                <a:endParaRPr lang="en-US" altLang="en-US" sz="2000" dirty="0"/>
              </a:p>
              <a:p>
                <a:endParaRPr lang="en-US" altLang="ja-JP" sz="2000" dirty="0"/>
              </a:p>
              <a:p>
                <a:endParaRPr lang="en-US" altLang="ja-JP" sz="2000" dirty="0"/>
              </a:p>
              <a:p>
                <a:pPr eaLnBrk="1" hangingPunct="1"/>
                <a:endParaRPr lang="en-US" altLang="en-US" sz="2000" dirty="0"/>
              </a:p>
            </p:txBody>
          </p:sp>
        </mc:Choice>
        <mc:Fallback xmlns="">
          <p:sp>
            <p:nvSpPr>
              <p:cNvPr id="41986" name="Rectangle 3"/>
              <p:cNvSpPr>
                <a:spLocks noGrp="1" noRot="1" noChangeAspect="1" noMove="1" noResize="1" noEditPoints="1" noAdjustHandles="1" noChangeArrowheads="1" noChangeShapeType="1" noTextEdit="1"/>
              </p:cNvSpPr>
              <p:nvPr>
                <p:ph idx="1"/>
              </p:nvPr>
            </p:nvSpPr>
            <p:spPr>
              <a:xfrm>
                <a:off x="838199" y="1456791"/>
                <a:ext cx="10304721" cy="4275794"/>
              </a:xfrm>
              <a:blipFill>
                <a:blip r:embed="rId3"/>
                <a:stretch>
                  <a:fillRect l="-591"/>
                </a:stretch>
              </a:blipFill>
            </p:spPr>
            <p:txBody>
              <a:bodyPr/>
              <a:lstStyle/>
              <a:p>
                <a:r>
                  <a:rPr lang="en-SG">
                    <a:noFill/>
                  </a:rPr>
                  <a:t> </a:t>
                </a:r>
              </a:p>
            </p:txBody>
          </p:sp>
        </mc:Fallback>
      </mc:AlternateContent>
      <p:sp>
        <p:nvSpPr>
          <p:cNvPr id="2" name="Footer Placeholder 1"/>
          <p:cNvSpPr>
            <a:spLocks noGrp="1"/>
          </p:cNvSpPr>
          <p:nvPr>
            <p:ph type="ftr" sz="quarter" idx="11"/>
          </p:nvPr>
        </p:nvSpPr>
        <p:spPr/>
        <p:txBody>
          <a:bodyPr/>
          <a:lstStyle/>
          <a:p>
            <a:r>
              <a:rPr lang="en-US"/>
              <a:t>Copyright © 2019 Hal R. Varian</a:t>
            </a:r>
          </a:p>
        </p:txBody>
      </p:sp>
    </p:spTree>
    <p:extLst>
      <p:ext uri="{BB962C8B-B14F-4D97-AF65-F5344CB8AC3E}">
        <p14:creationId xmlns:p14="http://schemas.microsoft.com/office/powerpoint/2010/main" val="16356279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p:nvPr>
        </p:nvSpPr>
        <p:spPr/>
        <p:txBody>
          <a:bodyPr/>
          <a:lstStyle/>
          <a:p>
            <a:pPr eaLnBrk="1" hangingPunct="1"/>
            <a:r>
              <a:rPr lang="en-US" altLang="en-US"/>
              <a:t>Example: Reserve price</a:t>
            </a:r>
          </a:p>
        </p:txBody>
      </p:sp>
      <mc:AlternateContent xmlns:mc="http://schemas.openxmlformats.org/markup-compatibility/2006" xmlns:a14="http://schemas.microsoft.com/office/drawing/2010/main">
        <mc:Choice Requires="a14">
          <p:sp>
            <p:nvSpPr>
              <p:cNvPr id="41986" name="Rectangle 3"/>
              <p:cNvSpPr>
                <a:spLocks noGrp="1" noChangeArrowheads="1"/>
              </p:cNvSpPr>
              <p:nvPr>
                <p:ph idx="1"/>
              </p:nvPr>
            </p:nvSpPr>
            <p:spPr>
              <a:xfrm>
                <a:off x="838199" y="1456791"/>
                <a:ext cx="10304721" cy="4275794"/>
              </a:xfrm>
            </p:spPr>
            <p:txBody>
              <a:bodyPr>
                <a:normAutofit fontScale="92500" lnSpcReduction="10000"/>
              </a:bodyPr>
              <a:lstStyle/>
              <a:p>
                <a:endParaRPr lang="en-US" altLang="en-US" sz="2000" dirty="0"/>
              </a:p>
              <a:p>
                <a:pPr marL="0" indent="0">
                  <a:buNone/>
                </a:pPr>
                <a:r>
                  <a:rPr lang="en-US" altLang="en-US" sz="2000" b="1" dirty="0"/>
                  <a:t>Same as before, but set a reserve price of</a:t>
                </a:r>
                <a:r>
                  <a:rPr lang="en-US" altLang="en-US" sz="2000" b="1" spc="200" dirty="0"/>
                  <a:t> </a:t>
                </a:r>
                <a:r>
                  <a:rPr lang="en-US" altLang="en-US" sz="2000" b="1" dirty="0"/>
                  <a:t>$40.</a:t>
                </a:r>
              </a:p>
              <a:p>
                <a:endParaRPr lang="en-US" altLang="en-US" sz="2000" dirty="0"/>
              </a:p>
              <a:p>
                <a:r>
                  <a:rPr lang="en-US" altLang="en-US" sz="2000" dirty="0"/>
                  <a:t>With chance</a:t>
                </a:r>
                <a:r>
                  <a:rPr lang="en-US" altLang="en-US" sz="2000" spc="180" dirty="0"/>
                  <a:t> </a:t>
                </a:r>
                <a:r>
                  <a:rPr lang="en-US" altLang="en-US" sz="2000" spc="-100" dirty="0"/>
                  <a:t>1</a:t>
                </a:r>
                <a:r>
                  <a:rPr lang="en-US" altLang="en-US" sz="2000" dirty="0"/>
                  <a:t>/4</a:t>
                </a:r>
                <a:r>
                  <a:rPr lang="en-US" altLang="en-US" sz="2000" spc="250" dirty="0"/>
                  <a:t> </a:t>
                </a:r>
                <a:r>
                  <a:rPr lang="en-US" altLang="en-US" sz="2000" dirty="0"/>
                  <a:t>there will be no sale (Highest bid is less than $40)</a:t>
                </a:r>
              </a:p>
              <a:p>
                <a:r>
                  <a:rPr lang="en-US" altLang="en-US" sz="2000" dirty="0"/>
                  <a:t>With chance</a:t>
                </a:r>
                <a:r>
                  <a:rPr lang="en-US" altLang="en-US" sz="2000" spc="180" dirty="0"/>
                  <a:t> </a:t>
                </a:r>
                <a:r>
                  <a:rPr lang="en-US" altLang="en-US" sz="2000" spc="-100" dirty="0"/>
                  <a:t>2</a:t>
                </a:r>
                <a:r>
                  <a:rPr lang="en-US" altLang="en-US" sz="2000" dirty="0"/>
                  <a:t>/4</a:t>
                </a:r>
                <a:r>
                  <a:rPr lang="en-US" altLang="en-US" sz="2000" spc="250" dirty="0"/>
                  <a:t> </a:t>
                </a:r>
                <a:r>
                  <a:rPr lang="en-US" altLang="en-US" sz="2000" dirty="0"/>
                  <a:t>the second highest “bid” will be the reserve price of $40.</a:t>
                </a:r>
              </a:p>
              <a:p>
                <a:r>
                  <a:rPr lang="en-US" altLang="en-US" sz="2000" dirty="0"/>
                  <a:t>With change 1/4 the second highest bid will be $50.</a:t>
                </a:r>
              </a:p>
              <a:p>
                <a:endParaRPr lang="en-US" altLang="en-US" sz="2000" dirty="0"/>
              </a:p>
              <a:p>
                <a:r>
                  <a:rPr lang="en-US" altLang="en-US" sz="2000" dirty="0"/>
                  <a:t>So, the seller</a:t>
                </a:r>
                <a:r>
                  <a:rPr lang="ja-JP" altLang="en-US" sz="2000" dirty="0"/>
                  <a:t>’</a:t>
                </a:r>
                <a:r>
                  <a:rPr lang="en-US" altLang="ja-JP" sz="2000" dirty="0"/>
                  <a:t>s expected revenue is </a:t>
                </a:r>
                <a14:m>
                  <m:oMath xmlns:m="http://schemas.openxmlformats.org/officeDocument/2006/math">
                    <m:r>
                      <a:rPr lang="en-SG" altLang="ja-JP" sz="2000" b="0" i="1" smtClean="0">
                        <a:latin typeface="Cambria Math" panose="02040503050406030204" pitchFamily="18" charset="0"/>
                      </a:rPr>
                      <m:t>$40×</m:t>
                    </m:r>
                    <m:f>
                      <m:fPr>
                        <m:ctrlPr>
                          <a:rPr lang="en-SG" altLang="ja-JP" sz="2000" b="0" i="1" smtClean="0">
                            <a:latin typeface="Cambria Math" panose="02040503050406030204" pitchFamily="18" charset="0"/>
                          </a:rPr>
                        </m:ctrlPr>
                      </m:fPr>
                      <m:num>
                        <m:r>
                          <a:rPr lang="en-SG" altLang="ja-JP" sz="2000" b="0" i="1" smtClean="0">
                            <a:latin typeface="Cambria Math" panose="02040503050406030204" pitchFamily="18" charset="0"/>
                          </a:rPr>
                          <m:t>2</m:t>
                        </m:r>
                      </m:num>
                      <m:den>
                        <m:r>
                          <a:rPr lang="en-SG" altLang="ja-JP" sz="2000" b="0" i="1" smtClean="0">
                            <a:latin typeface="Cambria Math" panose="02040503050406030204" pitchFamily="18" charset="0"/>
                          </a:rPr>
                          <m:t>4</m:t>
                        </m:r>
                      </m:den>
                    </m:f>
                    <m:r>
                      <a:rPr lang="en-SG" altLang="ja-JP" sz="2000" b="0" i="1" smtClean="0">
                        <a:latin typeface="Cambria Math" panose="02040503050406030204" pitchFamily="18" charset="0"/>
                      </a:rPr>
                      <m:t>+$50×</m:t>
                    </m:r>
                    <m:f>
                      <m:fPr>
                        <m:ctrlPr>
                          <a:rPr lang="en-SG" altLang="ja-JP" sz="2000" b="0" i="1" smtClean="0">
                            <a:latin typeface="Cambria Math" panose="02040503050406030204" pitchFamily="18" charset="0"/>
                          </a:rPr>
                        </m:ctrlPr>
                      </m:fPr>
                      <m:num>
                        <m:r>
                          <a:rPr lang="en-SG" altLang="ja-JP" sz="2000" b="0" i="1" smtClean="0">
                            <a:latin typeface="Cambria Math" panose="02040503050406030204" pitchFamily="18" charset="0"/>
                          </a:rPr>
                          <m:t>1</m:t>
                        </m:r>
                      </m:num>
                      <m:den>
                        <m:r>
                          <a:rPr lang="en-SG" altLang="ja-JP" sz="2000" b="0" i="1" smtClean="0">
                            <a:latin typeface="Cambria Math" panose="02040503050406030204" pitchFamily="18" charset="0"/>
                          </a:rPr>
                          <m:t>4</m:t>
                        </m:r>
                      </m:den>
                    </m:f>
                    <m:r>
                      <a:rPr lang="en-SG" altLang="ja-JP" sz="2000" b="0" i="1" smtClean="0">
                        <a:latin typeface="Cambria Math" panose="02040503050406030204" pitchFamily="18" charset="0"/>
                      </a:rPr>
                      <m:t>+$0×</m:t>
                    </m:r>
                    <m:f>
                      <m:fPr>
                        <m:ctrlPr>
                          <a:rPr lang="en-SG" altLang="ja-JP" sz="2000" b="0" i="1" smtClean="0">
                            <a:latin typeface="Cambria Math" panose="02040503050406030204" pitchFamily="18" charset="0"/>
                          </a:rPr>
                        </m:ctrlPr>
                      </m:fPr>
                      <m:num>
                        <m:r>
                          <a:rPr lang="en-SG" altLang="ja-JP" sz="2000" b="0" i="1" smtClean="0">
                            <a:latin typeface="Cambria Math" panose="02040503050406030204" pitchFamily="18" charset="0"/>
                          </a:rPr>
                          <m:t>1</m:t>
                        </m:r>
                      </m:num>
                      <m:den>
                        <m:r>
                          <a:rPr lang="en-SG" altLang="ja-JP" sz="2000" b="0" i="1" smtClean="0">
                            <a:latin typeface="Cambria Math" panose="02040503050406030204" pitchFamily="18" charset="0"/>
                          </a:rPr>
                          <m:t>4</m:t>
                        </m:r>
                      </m:den>
                    </m:f>
                    <m:r>
                      <a:rPr lang="en-SG" altLang="ja-JP" sz="2000" b="0" i="1" smtClean="0">
                        <a:latin typeface="Cambria Math" panose="02040503050406030204" pitchFamily="18" charset="0"/>
                      </a:rPr>
                      <m:t>=$32.5&gt;$28</m:t>
                    </m:r>
                  </m:oMath>
                </a14:m>
                <a:r>
                  <a:rPr lang="en-US" altLang="ja-JP" sz="2000" dirty="0"/>
                  <a:t> </a:t>
                </a:r>
              </a:p>
              <a:p>
                <a:endParaRPr lang="en-US" altLang="ja-JP" sz="2000" dirty="0"/>
              </a:p>
              <a:p>
                <a:r>
                  <a:rPr lang="en-US" altLang="en-US" sz="2000" dirty="0"/>
                  <a:t>The reserve price increases revenue, but causes an efficiency loss since, with chance 1/4, there is no trade: </a:t>
                </a:r>
                <a:r>
                  <a:rPr lang="en-US" altLang="en-US" sz="2000" b="1" dirty="0"/>
                  <a:t>trade off between efficiency and profitability</a:t>
                </a:r>
                <a:r>
                  <a:rPr lang="en-US" altLang="en-US" sz="2000" dirty="0"/>
                  <a:t>!</a:t>
                </a:r>
              </a:p>
              <a:p>
                <a:pPr lvl="1"/>
                <a:r>
                  <a:rPr lang="en-US" altLang="en-US" sz="1800" dirty="0"/>
                  <a:t>This is where the allocation rule changes! </a:t>
                </a:r>
                <a:r>
                  <a:rPr lang="en-US" altLang="en-US" sz="1800" b="1" dirty="0">
                    <a:solidFill>
                      <a:srgbClr val="FF0000"/>
                    </a:solidFill>
                  </a:rPr>
                  <a:t>(Violates point 2 of the Revenue Equivalence condition)</a:t>
                </a:r>
              </a:p>
              <a:p>
                <a:endParaRPr lang="en-US" altLang="ja-JP" sz="2000" dirty="0"/>
              </a:p>
              <a:p>
                <a:pPr eaLnBrk="1" hangingPunct="1"/>
                <a:endParaRPr lang="en-US" altLang="en-US" sz="2000" dirty="0"/>
              </a:p>
            </p:txBody>
          </p:sp>
        </mc:Choice>
        <mc:Fallback xmlns="">
          <p:sp>
            <p:nvSpPr>
              <p:cNvPr id="41986" name="Rectangle 3"/>
              <p:cNvSpPr>
                <a:spLocks noGrp="1" noRot="1" noChangeAspect="1" noMove="1" noResize="1" noEditPoints="1" noAdjustHandles="1" noChangeArrowheads="1" noChangeShapeType="1" noTextEdit="1"/>
              </p:cNvSpPr>
              <p:nvPr>
                <p:ph idx="1"/>
              </p:nvPr>
            </p:nvSpPr>
            <p:spPr>
              <a:xfrm>
                <a:off x="838199" y="1456791"/>
                <a:ext cx="10304721" cy="4275794"/>
              </a:xfrm>
              <a:blipFill>
                <a:blip r:embed="rId3"/>
                <a:stretch>
                  <a:fillRect l="-532"/>
                </a:stretch>
              </a:blipFill>
            </p:spPr>
            <p:txBody>
              <a:bodyPr/>
              <a:lstStyle/>
              <a:p>
                <a:r>
                  <a:rPr lang="en-SG">
                    <a:noFill/>
                  </a:rPr>
                  <a:t> </a:t>
                </a:r>
              </a:p>
            </p:txBody>
          </p:sp>
        </mc:Fallback>
      </mc:AlternateContent>
    </p:spTree>
    <p:extLst>
      <p:ext uri="{BB962C8B-B14F-4D97-AF65-F5344CB8AC3E}">
        <p14:creationId xmlns:p14="http://schemas.microsoft.com/office/powerpoint/2010/main" val="8198201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pPr eaLnBrk="1" hangingPunct="1"/>
            <a:r>
              <a:rPr lang="en-US" altLang="en-US"/>
              <a:t>Review Questions 2</a:t>
            </a:r>
          </a:p>
        </p:txBody>
      </p:sp>
      <p:sp>
        <p:nvSpPr>
          <p:cNvPr id="28674" name="Rectangle 3"/>
          <p:cNvSpPr>
            <a:spLocks noGrp="1" noChangeArrowheads="1"/>
          </p:cNvSpPr>
          <p:nvPr>
            <p:ph idx="1"/>
          </p:nvPr>
        </p:nvSpPr>
        <p:spPr>
          <a:xfrm>
            <a:off x="838200" y="1456791"/>
            <a:ext cx="10283456" cy="4755473"/>
          </a:xfrm>
        </p:spPr>
        <p:txBody>
          <a:bodyPr>
            <a:normAutofit/>
          </a:bodyPr>
          <a:lstStyle/>
          <a:p>
            <a:pPr marL="0" indent="0">
              <a:buNone/>
            </a:pPr>
            <a:endParaRPr lang="en-SG" altLang="en-US" sz="2000" dirty="0"/>
          </a:p>
          <a:p>
            <a:pPr marL="0" indent="0">
              <a:buNone/>
            </a:pPr>
            <a:r>
              <a:rPr lang="en-SG" altLang="en-US" sz="2000" dirty="0"/>
              <a:t>Consider a </a:t>
            </a:r>
            <a:r>
              <a:rPr lang="en-SG" altLang="en-US" sz="2000" u="sng" dirty="0"/>
              <a:t>second price auction </a:t>
            </a:r>
            <a:r>
              <a:rPr lang="en-SG" altLang="en-US" sz="2000" dirty="0"/>
              <a:t>with 2 bidders. There are 2 types of buyers with values $10 and $20 which each occur with probability 0.5.</a:t>
            </a:r>
          </a:p>
          <a:p>
            <a:pPr marL="0" indent="0">
              <a:buNone/>
            </a:pPr>
            <a:endParaRPr lang="en-US" altLang="en-US" sz="2000" dirty="0"/>
          </a:p>
          <a:p>
            <a:pPr marL="457200" indent="-457200">
              <a:buFont typeface="+mj-lt"/>
              <a:buAutoNum type="arabicPeriod"/>
            </a:pPr>
            <a:r>
              <a:rPr lang="en-US" altLang="en-US" sz="2000" dirty="0"/>
              <a:t>If there is no reserve price, what is the expected revenue of the seller? 12.5</a:t>
            </a:r>
          </a:p>
          <a:p>
            <a:pPr marL="457200" indent="-457200">
              <a:buFont typeface="+mj-lt"/>
              <a:buAutoNum type="arabicPeriod"/>
            </a:pPr>
            <a:endParaRPr lang="en-US" altLang="en-US" sz="2000" dirty="0"/>
          </a:p>
          <a:p>
            <a:pPr marL="457200" indent="-457200">
              <a:buFont typeface="+mj-lt"/>
              <a:buAutoNum type="arabicPeriod"/>
            </a:pPr>
            <a:r>
              <a:rPr lang="en-US" altLang="en-US" sz="2000" dirty="0"/>
              <a:t>If there is a reserve price of 5, what is the expected revenue of the seller? 12.5</a:t>
            </a:r>
          </a:p>
          <a:p>
            <a:pPr marL="457200" indent="-457200">
              <a:buFont typeface="+mj-lt"/>
              <a:buAutoNum type="arabicPeriod"/>
            </a:pPr>
            <a:endParaRPr lang="en-US" altLang="en-US" sz="2000" b="1" dirty="0"/>
          </a:p>
          <a:p>
            <a:pPr marL="457200" indent="-457200">
              <a:buFont typeface="+mj-lt"/>
              <a:buAutoNum type="arabicPeriod"/>
            </a:pPr>
            <a:r>
              <a:rPr lang="en-US" altLang="en-US" sz="2000" dirty="0"/>
              <a:t>If there is a reserve price of 20, what is the expected revenue of the seller? 15</a:t>
            </a:r>
          </a:p>
          <a:p>
            <a:pPr marL="0" indent="0">
              <a:buNone/>
            </a:pPr>
            <a:endParaRPr lang="en-US" altLang="en-US" sz="2200" dirty="0"/>
          </a:p>
          <a:p>
            <a:endParaRPr lang="en-US" altLang="en-US" dirty="0"/>
          </a:p>
          <a:p>
            <a:endParaRPr lang="en-US" altLang="en-US" dirty="0"/>
          </a:p>
        </p:txBody>
      </p:sp>
      <p:pic>
        <p:nvPicPr>
          <p:cNvPr id="4" name="Picture 3">
            <a:extLst>
              <a:ext uri="{FF2B5EF4-FFF2-40B4-BE49-F238E27FC236}">
                <a16:creationId xmlns:a16="http://schemas.microsoft.com/office/drawing/2014/main" id="{4A2ED7A3-6EE1-B988-2C4C-7DB60A5D1904}"/>
              </a:ext>
            </a:extLst>
          </p:cNvPr>
          <p:cNvPicPr>
            <a:picLocks noChangeAspect="1"/>
          </p:cNvPicPr>
          <p:nvPr/>
        </p:nvPicPr>
        <p:blipFill>
          <a:blip r:embed="rId3"/>
          <a:stretch>
            <a:fillRect/>
          </a:stretch>
        </p:blipFill>
        <p:spPr>
          <a:xfrm>
            <a:off x="10403362" y="321638"/>
            <a:ext cx="1436587" cy="1412535"/>
          </a:xfrm>
          <a:prstGeom prst="rect">
            <a:avLst/>
          </a:prstGeom>
        </p:spPr>
      </p:pic>
      <p:sp>
        <p:nvSpPr>
          <p:cNvPr id="3" name="Slide Number Placeholder 2">
            <a:extLst>
              <a:ext uri="{FF2B5EF4-FFF2-40B4-BE49-F238E27FC236}">
                <a16:creationId xmlns:a16="http://schemas.microsoft.com/office/drawing/2014/main" id="{8D0E8BB6-57EC-BA2A-F00E-BBEA24F23715}"/>
              </a:ext>
            </a:extLst>
          </p:cNvPr>
          <p:cNvSpPr>
            <a:spLocks noGrp="1"/>
          </p:cNvSpPr>
          <p:nvPr>
            <p:ph type="sldNum" sz="quarter" idx="12"/>
          </p:nvPr>
        </p:nvSpPr>
        <p:spPr/>
        <p:txBody>
          <a:bodyPr/>
          <a:lstStyle/>
          <a:p>
            <a:fld id="{F094D3FE-586B-47BD-AB77-64C19248A5CB}" type="slidenum">
              <a:rPr lang="en-GB" smtClean="0"/>
              <a:t>38</a:t>
            </a:fld>
            <a:endParaRPr lang="en-GB"/>
          </a:p>
        </p:txBody>
      </p:sp>
    </p:spTree>
    <p:extLst>
      <p:ext uri="{BB962C8B-B14F-4D97-AF65-F5344CB8AC3E}">
        <p14:creationId xmlns:p14="http://schemas.microsoft.com/office/powerpoint/2010/main" val="30007902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8B178-01C8-4DCD-B46E-160FEEC9F757}"/>
              </a:ext>
            </a:extLst>
          </p:cNvPr>
          <p:cNvSpPr>
            <a:spLocks noGrp="1"/>
          </p:cNvSpPr>
          <p:nvPr>
            <p:ph type="title"/>
          </p:nvPr>
        </p:nvSpPr>
        <p:spPr>
          <a:xfrm>
            <a:off x="748259" y="2576174"/>
            <a:ext cx="10786672" cy="1325563"/>
          </a:xfrm>
        </p:spPr>
        <p:txBody>
          <a:bodyPr/>
          <a:lstStyle/>
          <a:p>
            <a:pPr algn="ctr"/>
            <a:r>
              <a:rPr lang="en-US"/>
              <a:t>Common Value Auctions</a:t>
            </a:r>
            <a:endParaRPr lang="en-SG"/>
          </a:p>
        </p:txBody>
      </p:sp>
      <p:sp>
        <p:nvSpPr>
          <p:cNvPr id="4" name="Slide Number Placeholder 3">
            <a:extLst>
              <a:ext uri="{FF2B5EF4-FFF2-40B4-BE49-F238E27FC236}">
                <a16:creationId xmlns:a16="http://schemas.microsoft.com/office/drawing/2014/main" id="{E006C9B7-DF34-4648-B4D4-15F4079D495B}"/>
              </a:ext>
            </a:extLst>
          </p:cNvPr>
          <p:cNvSpPr>
            <a:spLocks noGrp="1"/>
          </p:cNvSpPr>
          <p:nvPr>
            <p:ph type="sldNum" sz="quarter" idx="12"/>
          </p:nvPr>
        </p:nvSpPr>
        <p:spPr/>
        <p:txBody>
          <a:bodyPr/>
          <a:lstStyle/>
          <a:p>
            <a:fld id="{76B9A820-3513-4286-A67F-71ACE25CC09A}" type="slidenum">
              <a:rPr lang="en-GB" smtClean="0"/>
              <a:t>39</a:t>
            </a:fld>
            <a:endParaRPr lang="en-GB"/>
          </a:p>
        </p:txBody>
      </p:sp>
    </p:spTree>
    <p:extLst>
      <p:ext uri="{BB962C8B-B14F-4D97-AF65-F5344CB8AC3E}">
        <p14:creationId xmlns:p14="http://schemas.microsoft.com/office/powerpoint/2010/main" val="27197500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p:txBody>
          <a:bodyPr/>
          <a:lstStyle/>
          <a:p>
            <a:pPr eaLnBrk="1" hangingPunct="1"/>
            <a:r>
              <a:rPr lang="en-US" altLang="en-US"/>
              <a:t>Modelling Common-Value Auctions</a:t>
            </a:r>
          </a:p>
        </p:txBody>
      </p:sp>
      <mc:AlternateContent xmlns:mc="http://schemas.openxmlformats.org/markup-compatibility/2006" xmlns:a14="http://schemas.microsoft.com/office/drawing/2010/main">
        <mc:Choice Requires="a14">
          <p:sp>
            <p:nvSpPr>
              <p:cNvPr id="52226" name="Rectangle 3"/>
              <p:cNvSpPr>
                <a:spLocks noGrp="1" noChangeArrowheads="1"/>
              </p:cNvSpPr>
              <p:nvPr>
                <p:ph idx="1"/>
              </p:nvPr>
            </p:nvSpPr>
            <p:spPr>
              <a:xfrm>
                <a:off x="838199" y="1456791"/>
                <a:ext cx="10081847" cy="4755473"/>
              </a:xfrm>
            </p:spPr>
            <p:txBody>
              <a:bodyPr>
                <a:normAutofit/>
              </a:bodyPr>
              <a:lstStyle/>
              <a:p>
                <a:pPr eaLnBrk="1" hangingPunct="1"/>
                <a:endParaRPr lang="en-US" altLang="en-US" sz="2000" dirty="0"/>
              </a:p>
              <a:p>
                <a:pPr eaLnBrk="1" hangingPunct="1"/>
                <a:r>
                  <a:rPr lang="en-US" altLang="en-US" sz="2000" dirty="0"/>
                  <a:t>Recall: the item for sale has the same value to every potential buyer.</a:t>
                </a:r>
              </a:p>
              <a:p>
                <a:pPr eaLnBrk="1" hangingPunct="1"/>
                <a:endParaRPr lang="en-US" altLang="en-US" sz="2000" dirty="0"/>
              </a:p>
              <a:p>
                <a:pPr eaLnBrk="1" hangingPunct="1"/>
                <a:r>
                  <a:rPr lang="en-US" altLang="en-US" sz="2000" dirty="0"/>
                  <a:t>Potential buyers differ in their own estimates of this common value.</a:t>
                </a:r>
              </a:p>
              <a:p>
                <a:pPr lvl="1"/>
                <a:r>
                  <a:rPr lang="en-US" altLang="en-US" sz="1800" dirty="0"/>
                  <a:t>Bidder </a:t>
                </a:r>
                <a:r>
                  <a:rPr lang="en-US" altLang="en-US" sz="1800" i="1" spc="120" dirty="0" err="1"/>
                  <a:t>i</a:t>
                </a:r>
                <a:r>
                  <a:rPr lang="ja-JP" altLang="en-US" sz="1800" spc="-70" dirty="0"/>
                  <a:t>’</a:t>
                </a:r>
                <a:r>
                  <a:rPr lang="en-US" altLang="ja-JP" sz="1800" dirty="0"/>
                  <a:t>s estimate is</a:t>
                </a:r>
                <a14:m>
                  <m:oMath xmlns:m="http://schemas.openxmlformats.org/officeDocument/2006/math">
                    <m:sSub>
                      <m:sSubPr>
                        <m:ctrlPr>
                          <a:rPr lang="en-US" altLang="ja-JP" sz="1800" i="1">
                            <a:latin typeface="Cambria Math" panose="02040503050406030204" pitchFamily="18" charset="0"/>
                          </a:rPr>
                        </m:ctrlPr>
                      </m:sSubPr>
                      <m:e>
                        <m:r>
                          <a:rPr lang="en-US" altLang="ja-JP" sz="1800" b="0" i="1" smtClean="0">
                            <a:latin typeface="Cambria Math" panose="02040503050406030204" pitchFamily="18" charset="0"/>
                          </a:rPr>
                          <m:t> </m:t>
                        </m:r>
                        <m:r>
                          <a:rPr lang="en-SG" altLang="ja-JP" sz="1800" b="0" i="1" smtClean="0">
                            <a:latin typeface="Cambria Math" panose="02040503050406030204" pitchFamily="18" charset="0"/>
                          </a:rPr>
                          <m:t>𝐸</m:t>
                        </m:r>
                      </m:e>
                      <m:sub>
                        <m:r>
                          <a:rPr lang="en-US" altLang="ja-JP" sz="1800" i="1" spc="-300">
                            <a:latin typeface="Cambria Math"/>
                          </a:rPr>
                          <m:t>𝑖</m:t>
                        </m:r>
                      </m:sub>
                    </m:sSub>
                    <m:r>
                      <a:rPr lang="en-US" altLang="ja-JP" sz="1800" i="1">
                        <a:latin typeface="Cambria Math"/>
                      </a:rPr>
                      <m:t>=</m:t>
                    </m:r>
                    <m:r>
                      <a:rPr lang="en-US" altLang="ja-JP" sz="1800" i="1">
                        <a:latin typeface="Cambria Math"/>
                      </a:rPr>
                      <m:t>𝑣</m:t>
                    </m:r>
                    <m:r>
                      <a:rPr lang="en-US" altLang="ja-JP" sz="1800" i="1">
                        <a:latin typeface="Cambria Math"/>
                      </a:rPr>
                      <m:t>+</m:t>
                    </m:r>
                    <m:sSub>
                      <m:sSubPr>
                        <m:ctrlPr>
                          <a:rPr lang="en-US" altLang="ja-JP" sz="1800" i="1">
                            <a:latin typeface="Cambria Math" panose="02040503050406030204" pitchFamily="18" charset="0"/>
                          </a:rPr>
                        </m:ctrlPr>
                      </m:sSubPr>
                      <m:e>
                        <m:r>
                          <a:rPr lang="ja-JP" altLang="en-US" sz="1800" i="1">
                            <a:latin typeface="Cambria Math"/>
                          </a:rPr>
                          <m:t>𝜀</m:t>
                        </m:r>
                      </m:e>
                      <m:sub>
                        <m:r>
                          <a:rPr lang="en-US" altLang="ja-JP" sz="1800" i="1">
                            <a:latin typeface="Cambria Math"/>
                          </a:rPr>
                          <m:t>𝑖</m:t>
                        </m:r>
                      </m:sub>
                    </m:sSub>
                  </m:oMath>
                </a14:m>
                <a:r>
                  <a:rPr lang="en-US" altLang="ja-JP" sz="1800" dirty="0"/>
                  <a:t> where </a:t>
                </a:r>
                <a14:m>
                  <m:oMath xmlns:m="http://schemas.openxmlformats.org/officeDocument/2006/math">
                    <m:r>
                      <a:rPr lang="en-US" altLang="ja-JP" sz="1800" i="1" dirty="0" smtClean="0">
                        <a:latin typeface="Cambria Math" panose="02040503050406030204" pitchFamily="18" charset="0"/>
                      </a:rPr>
                      <m:t>𝑣</m:t>
                    </m:r>
                  </m:oMath>
                </a14:m>
                <a:r>
                  <a:rPr lang="en-US" altLang="ja-JP" sz="1800" dirty="0"/>
                  <a:t> is the (random) </a:t>
                </a:r>
                <a:r>
                  <a:rPr lang="en-US" altLang="ja-JP" sz="1800" b="1" dirty="0">
                    <a:solidFill>
                      <a:srgbClr val="0000FF"/>
                    </a:solidFill>
                  </a:rPr>
                  <a:t>common value </a:t>
                </a:r>
                <a:r>
                  <a:rPr lang="en-US" altLang="ja-JP" sz="1800" dirty="0"/>
                  <a:t>and </a:t>
                </a:r>
                <a14:m>
                  <m:oMath xmlns:m="http://schemas.openxmlformats.org/officeDocument/2006/math">
                    <m:sSub>
                      <m:sSubPr>
                        <m:ctrlPr>
                          <a:rPr lang="en-US" altLang="ja-JP" sz="1800" i="1">
                            <a:latin typeface="Cambria Math" panose="02040503050406030204" pitchFamily="18" charset="0"/>
                          </a:rPr>
                        </m:ctrlPr>
                      </m:sSubPr>
                      <m:e>
                        <m:r>
                          <a:rPr lang="ja-JP" altLang="en-US" sz="1800" i="1">
                            <a:latin typeface="Cambria Math"/>
                          </a:rPr>
                          <m:t>𝜀</m:t>
                        </m:r>
                      </m:e>
                      <m:sub>
                        <m:r>
                          <a:rPr lang="en-US" altLang="ja-JP" sz="1800" i="1">
                            <a:latin typeface="Cambria Math"/>
                          </a:rPr>
                          <m:t>𝑖</m:t>
                        </m:r>
                      </m:sub>
                    </m:sSub>
                  </m:oMath>
                </a14:m>
                <a:r>
                  <a:rPr lang="en-US" altLang="ja-JP" sz="1800" dirty="0"/>
                  <a:t> is bidder </a:t>
                </a:r>
                <a:r>
                  <a:rPr lang="en-US" altLang="en-US" sz="1800" i="1" spc="120" dirty="0" err="1"/>
                  <a:t>i</a:t>
                </a:r>
                <a:r>
                  <a:rPr lang="ja-JP" altLang="en-US" sz="1800" spc="-70" dirty="0"/>
                  <a:t>’</a:t>
                </a:r>
                <a:r>
                  <a:rPr lang="en-US" altLang="ja-JP" sz="1800" dirty="0"/>
                  <a:t>s estimation error.</a:t>
                </a:r>
              </a:p>
              <a:p>
                <a:pPr lvl="1"/>
                <a:endParaRPr lang="en-US" altLang="ja-JP" sz="2000" dirty="0"/>
              </a:p>
              <a:p>
                <a:r>
                  <a:rPr lang="en-US" altLang="ja-JP" sz="2000" dirty="0"/>
                  <a:t>Consider a first-price auction with no </a:t>
                </a:r>
                <a:r>
                  <a:rPr lang="en-US" altLang="ja-JP" sz="2000"/>
                  <a:t>reserve price, </a:t>
                </a:r>
                <a:r>
                  <a:rPr lang="en-US" altLang="ja-JP" sz="2000" dirty="0"/>
                  <a:t>where the largest bid wins.</a:t>
                </a:r>
              </a:p>
              <a:p>
                <a:endParaRPr lang="en-US" altLang="en-US" sz="2000" dirty="0"/>
              </a:p>
            </p:txBody>
          </p:sp>
        </mc:Choice>
        <mc:Fallback xmlns="">
          <p:sp>
            <p:nvSpPr>
              <p:cNvPr id="52226" name="Rectangle 3"/>
              <p:cNvSpPr>
                <a:spLocks noGrp="1" noRot="1" noChangeAspect="1" noMove="1" noResize="1" noEditPoints="1" noAdjustHandles="1" noChangeArrowheads="1" noChangeShapeType="1" noTextEdit="1"/>
              </p:cNvSpPr>
              <p:nvPr>
                <p:ph idx="1"/>
              </p:nvPr>
            </p:nvSpPr>
            <p:spPr>
              <a:xfrm>
                <a:off x="838199" y="1456791"/>
                <a:ext cx="10081847" cy="4755473"/>
              </a:xfrm>
              <a:blipFill>
                <a:blip r:embed="rId2"/>
                <a:stretch>
                  <a:fillRect l="-484"/>
                </a:stretch>
              </a:blipFill>
            </p:spPr>
            <p:txBody>
              <a:bodyPr/>
              <a:lstStyle/>
              <a:p>
                <a:r>
                  <a:rPr lang="en-SG">
                    <a:noFill/>
                  </a:rPr>
                  <a:t> </a:t>
                </a:r>
              </a:p>
            </p:txBody>
          </p:sp>
        </mc:Fallback>
      </mc:AlternateContent>
      <p:sp>
        <p:nvSpPr>
          <p:cNvPr id="3" name="Slide Number Placeholder 2">
            <a:extLst>
              <a:ext uri="{FF2B5EF4-FFF2-40B4-BE49-F238E27FC236}">
                <a16:creationId xmlns:a16="http://schemas.microsoft.com/office/drawing/2014/main" id="{AC038045-D9A4-5996-0A31-077EE6A7E02E}"/>
              </a:ext>
            </a:extLst>
          </p:cNvPr>
          <p:cNvSpPr>
            <a:spLocks noGrp="1"/>
          </p:cNvSpPr>
          <p:nvPr>
            <p:ph type="sldNum" sz="quarter" idx="12"/>
          </p:nvPr>
        </p:nvSpPr>
        <p:spPr/>
        <p:txBody>
          <a:bodyPr/>
          <a:lstStyle/>
          <a:p>
            <a:fld id="{F094D3FE-586B-47BD-AB77-64C19248A5CB}" type="slidenum">
              <a:rPr lang="en-GB" smtClean="0"/>
              <a:t>40</a:t>
            </a:fld>
            <a:endParaRPr lang="en-GB"/>
          </a:p>
        </p:txBody>
      </p:sp>
    </p:spTree>
    <p:extLst>
      <p:ext uri="{BB962C8B-B14F-4D97-AF65-F5344CB8AC3E}">
        <p14:creationId xmlns:p14="http://schemas.microsoft.com/office/powerpoint/2010/main" val="1801756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964240-11C0-ECDD-2D58-1673F24588EB}"/>
              </a:ext>
            </a:extLst>
          </p:cNvPr>
          <p:cNvSpPr/>
          <p:nvPr/>
        </p:nvSpPr>
        <p:spPr>
          <a:xfrm>
            <a:off x="793804" y="2992469"/>
            <a:ext cx="10515600" cy="173564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2225" name="Rectangle 2"/>
          <p:cNvSpPr>
            <a:spLocks noGrp="1" noChangeArrowheads="1"/>
          </p:cNvSpPr>
          <p:nvPr>
            <p:ph type="title"/>
          </p:nvPr>
        </p:nvSpPr>
        <p:spPr/>
        <p:txBody>
          <a:bodyPr/>
          <a:lstStyle/>
          <a:p>
            <a:pPr eaLnBrk="1" hangingPunct="1"/>
            <a:r>
              <a:rPr lang="en-US" altLang="en-US"/>
              <a:t>Modelling Common-Value Auctions</a:t>
            </a:r>
          </a:p>
        </p:txBody>
      </p:sp>
      <p:sp>
        <p:nvSpPr>
          <p:cNvPr id="52226" name="Rectangle 3"/>
          <p:cNvSpPr>
            <a:spLocks noGrp="1" noChangeArrowheads="1"/>
          </p:cNvSpPr>
          <p:nvPr>
            <p:ph idx="1"/>
          </p:nvPr>
        </p:nvSpPr>
        <p:spPr>
          <a:xfrm>
            <a:off x="838199" y="1456791"/>
            <a:ext cx="10081847" cy="4755473"/>
          </a:xfrm>
        </p:spPr>
        <p:txBody>
          <a:bodyPr>
            <a:normAutofit/>
          </a:bodyPr>
          <a:lstStyle/>
          <a:p>
            <a:endParaRPr lang="en-US" altLang="en-US" sz="2000" dirty="0"/>
          </a:p>
          <a:p>
            <a:r>
              <a:rPr lang="en-US" altLang="en-US" sz="2000" dirty="0"/>
              <a:t>If every bid is truthful, the winner is the bidder with the </a:t>
            </a:r>
            <a:r>
              <a:rPr lang="en-US" altLang="en-US" sz="2000" i="1" dirty="0"/>
              <a:t>largest estimation error</a:t>
            </a:r>
            <a:r>
              <a:rPr lang="en-US" altLang="en-US" sz="2000" dirty="0"/>
              <a:t>. </a:t>
            </a:r>
          </a:p>
          <a:p>
            <a:pPr lvl="1"/>
            <a:r>
              <a:rPr lang="en-US" altLang="en-US" sz="1800" dirty="0"/>
              <a:t>So, a truthful winner on average pays more than the true value—the </a:t>
            </a:r>
            <a:r>
              <a:rPr lang="en-US" altLang="en-US" sz="1800" b="1" dirty="0">
                <a:solidFill>
                  <a:srgbClr val="0000FF"/>
                </a:solidFill>
              </a:rPr>
              <a:t>winner</a:t>
            </a:r>
            <a:r>
              <a:rPr lang="ja-JP" altLang="en-US" sz="1800" b="1" dirty="0">
                <a:solidFill>
                  <a:srgbClr val="0000FF"/>
                </a:solidFill>
              </a:rPr>
              <a:t>’</a:t>
            </a:r>
            <a:r>
              <a:rPr lang="en-US" altLang="ja-JP" sz="1800" b="1" dirty="0">
                <a:solidFill>
                  <a:srgbClr val="0000FF"/>
                </a:solidFill>
              </a:rPr>
              <a:t>s curse</a:t>
            </a:r>
            <a:r>
              <a:rPr lang="en-US" altLang="ja-JP" sz="1800" dirty="0"/>
              <a:t>. </a:t>
            </a:r>
            <a:br>
              <a:rPr lang="en-US" altLang="ja-JP" sz="1800" dirty="0"/>
            </a:br>
            <a:r>
              <a:rPr lang="en-US" altLang="ja-JP" sz="1800" dirty="0"/>
              <a:t>Hence, should account for this…</a:t>
            </a:r>
          </a:p>
          <a:p>
            <a:pPr lvl="1"/>
            <a:endParaRPr lang="en-US" altLang="ja-JP" sz="2000" dirty="0"/>
          </a:p>
          <a:p>
            <a:r>
              <a:rPr lang="en-US" altLang="ja-JP" sz="2000" dirty="0"/>
              <a:t>In the BNE of a common value auction, strategy is to:</a:t>
            </a:r>
          </a:p>
          <a:p>
            <a:pPr marL="800100" lvl="1" indent="-342900">
              <a:buFont typeface="+mj-lt"/>
              <a:buAutoNum type="arabicPeriod"/>
            </a:pPr>
            <a:r>
              <a:rPr lang="en-US" altLang="en-US" sz="1800" dirty="0"/>
              <a:t>Bid less than their estimate, </a:t>
            </a:r>
          </a:p>
          <a:p>
            <a:pPr marL="800100" lvl="1" indent="-342900">
              <a:buFont typeface="+mj-lt"/>
              <a:buAutoNum type="arabicPeriod"/>
            </a:pPr>
            <a:r>
              <a:rPr lang="en-US" altLang="en-US" sz="1800" b="1" dirty="0">
                <a:solidFill>
                  <a:srgbClr val="0000FF"/>
                </a:solidFill>
              </a:rPr>
              <a:t>Bid decreases with number of buyers N</a:t>
            </a:r>
            <a:br>
              <a:rPr lang="en-US" altLang="en-US" sz="1800" u="sng" dirty="0"/>
            </a:br>
            <a:r>
              <a:rPr lang="en-US" altLang="en-US" sz="1800" dirty="0"/>
              <a:t>Why? As N increases, winning means that I must be very optimistic.</a:t>
            </a:r>
          </a:p>
          <a:p>
            <a:endParaRPr lang="en-US" altLang="en-US" sz="2200" dirty="0"/>
          </a:p>
          <a:p>
            <a:r>
              <a:rPr lang="en-US" altLang="en-US" sz="2000" dirty="0"/>
              <a:t>Notice that this differs from the BNE in the IPV first price auction.</a:t>
            </a:r>
          </a:p>
          <a:p>
            <a:endParaRPr lang="en-US" altLang="en-US" sz="2000" dirty="0"/>
          </a:p>
        </p:txBody>
      </p:sp>
      <p:sp>
        <p:nvSpPr>
          <p:cNvPr id="3" name="Slide Number Placeholder 2">
            <a:extLst>
              <a:ext uri="{FF2B5EF4-FFF2-40B4-BE49-F238E27FC236}">
                <a16:creationId xmlns:a16="http://schemas.microsoft.com/office/drawing/2014/main" id="{F73B9E4B-7540-C551-88BA-68CC5452D0D0}"/>
              </a:ext>
            </a:extLst>
          </p:cNvPr>
          <p:cNvSpPr>
            <a:spLocks noGrp="1"/>
          </p:cNvSpPr>
          <p:nvPr>
            <p:ph type="sldNum" sz="quarter" idx="12"/>
          </p:nvPr>
        </p:nvSpPr>
        <p:spPr/>
        <p:txBody>
          <a:bodyPr/>
          <a:lstStyle/>
          <a:p>
            <a:fld id="{F094D3FE-586B-47BD-AB77-64C19248A5CB}" type="slidenum">
              <a:rPr lang="en-GB" smtClean="0"/>
              <a:t>41</a:t>
            </a:fld>
            <a:endParaRPr lang="en-GB"/>
          </a:p>
        </p:txBody>
      </p:sp>
    </p:spTree>
    <p:extLst>
      <p:ext uri="{BB962C8B-B14F-4D97-AF65-F5344CB8AC3E}">
        <p14:creationId xmlns:p14="http://schemas.microsoft.com/office/powerpoint/2010/main" val="889467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226">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2226">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22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p:txBody>
          <a:bodyPr/>
          <a:lstStyle/>
          <a:p>
            <a:pPr eaLnBrk="1" hangingPunct="1"/>
            <a:r>
              <a:rPr lang="en-US" altLang="en-US" dirty="0"/>
              <a:t>Key Learning Outcomes</a:t>
            </a:r>
          </a:p>
        </p:txBody>
      </p:sp>
      <p:sp>
        <p:nvSpPr>
          <p:cNvPr id="52226" name="Rectangle 3"/>
          <p:cNvSpPr>
            <a:spLocks noGrp="1" noChangeArrowheads="1"/>
          </p:cNvSpPr>
          <p:nvPr>
            <p:ph idx="1"/>
          </p:nvPr>
        </p:nvSpPr>
        <p:spPr>
          <a:xfrm>
            <a:off x="838199" y="1456791"/>
            <a:ext cx="10081847" cy="4755473"/>
          </a:xfrm>
        </p:spPr>
        <p:txBody>
          <a:bodyPr>
            <a:normAutofit/>
          </a:bodyPr>
          <a:lstStyle/>
          <a:p>
            <a:endParaRPr lang="en-US" altLang="en-US" sz="2000" dirty="0"/>
          </a:p>
          <a:p>
            <a:r>
              <a:rPr lang="en-US" altLang="en-US" sz="2000" dirty="0"/>
              <a:t>Structures of auctions and evaluating them.</a:t>
            </a:r>
          </a:p>
          <a:p>
            <a:endParaRPr lang="en-US" altLang="en-US" sz="2000" dirty="0"/>
          </a:p>
          <a:p>
            <a:r>
              <a:rPr lang="en-US" altLang="en-US" sz="2000" dirty="0"/>
              <a:t>BNE of the first and second price auctions with independent private values.</a:t>
            </a:r>
          </a:p>
          <a:p>
            <a:pPr lvl="1"/>
            <a:r>
              <a:rPr lang="en-US" altLang="en-US" sz="1800" dirty="0"/>
              <a:t>Showing revenue equivalence.</a:t>
            </a:r>
          </a:p>
          <a:p>
            <a:pPr lvl="1"/>
            <a:endParaRPr lang="en-US" altLang="en-US" sz="1800" dirty="0"/>
          </a:p>
          <a:p>
            <a:r>
              <a:rPr lang="en-US" altLang="en-US" sz="2000" dirty="0"/>
              <a:t>General criteria for revenue equivalence in IPV auctions.</a:t>
            </a:r>
          </a:p>
          <a:p>
            <a:endParaRPr lang="en-US" altLang="en-US" sz="2000" dirty="0"/>
          </a:p>
          <a:p>
            <a:r>
              <a:rPr lang="en-US" altLang="en-US" sz="2000" dirty="0"/>
              <a:t>Independent private value (IPV) auctions vs common value (CV) auctions:</a:t>
            </a:r>
            <a:endParaRPr lang="en-US" altLang="en-US" sz="1800" dirty="0"/>
          </a:p>
          <a:p>
            <a:pPr lvl="1"/>
            <a:endParaRPr lang="en-US" altLang="en-US" sz="1600" dirty="0"/>
          </a:p>
          <a:p>
            <a:endParaRPr lang="en-US" altLang="en-US" sz="2000" dirty="0"/>
          </a:p>
        </p:txBody>
      </p:sp>
      <p:sp>
        <p:nvSpPr>
          <p:cNvPr id="3" name="Slide Number Placeholder 2">
            <a:extLst>
              <a:ext uri="{FF2B5EF4-FFF2-40B4-BE49-F238E27FC236}">
                <a16:creationId xmlns:a16="http://schemas.microsoft.com/office/drawing/2014/main" id="{A468B69D-DDC2-7CA9-744C-74657A5A6004}"/>
              </a:ext>
            </a:extLst>
          </p:cNvPr>
          <p:cNvSpPr>
            <a:spLocks noGrp="1"/>
          </p:cNvSpPr>
          <p:nvPr>
            <p:ph type="sldNum" sz="quarter" idx="12"/>
          </p:nvPr>
        </p:nvSpPr>
        <p:spPr/>
        <p:txBody>
          <a:bodyPr/>
          <a:lstStyle/>
          <a:p>
            <a:fld id="{F094D3FE-586B-47BD-AB77-64C19248A5CB}" type="slidenum">
              <a:rPr lang="en-GB" smtClean="0"/>
              <a:t>42</a:t>
            </a:fld>
            <a:endParaRPr lang="en-GB"/>
          </a:p>
        </p:txBody>
      </p:sp>
    </p:spTree>
    <p:extLst>
      <p:ext uri="{BB962C8B-B14F-4D97-AF65-F5344CB8AC3E}">
        <p14:creationId xmlns:p14="http://schemas.microsoft.com/office/powerpoint/2010/main" val="31496837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p:cNvSpPr>
            <a:spLocks noGrp="1" noChangeArrowheads="1"/>
          </p:cNvSpPr>
          <p:nvPr>
            <p:ph type="title"/>
          </p:nvPr>
        </p:nvSpPr>
        <p:spPr/>
        <p:txBody>
          <a:bodyPr/>
          <a:lstStyle/>
          <a:p>
            <a:pPr eaLnBrk="1" hangingPunct="1"/>
            <a:r>
              <a:rPr lang="en-US" altLang="en-US"/>
              <a:t>References</a:t>
            </a:r>
          </a:p>
        </p:txBody>
      </p:sp>
      <p:sp>
        <p:nvSpPr>
          <p:cNvPr id="124930" name="Rectangle 3"/>
          <p:cNvSpPr>
            <a:spLocks noGrp="1" noChangeArrowheads="1"/>
          </p:cNvSpPr>
          <p:nvPr>
            <p:ph idx="1"/>
          </p:nvPr>
        </p:nvSpPr>
        <p:spPr>
          <a:xfrm>
            <a:off x="838200" y="1456791"/>
            <a:ext cx="10221686" cy="4755473"/>
          </a:xfrm>
        </p:spPr>
        <p:txBody>
          <a:bodyPr>
            <a:normAutofit/>
          </a:bodyPr>
          <a:lstStyle/>
          <a:p>
            <a:r>
              <a:rPr lang="en-US" altLang="en-US" sz="2200" dirty="0"/>
              <a:t>Varian Chapter 18</a:t>
            </a:r>
          </a:p>
          <a:p>
            <a:r>
              <a:rPr lang="en-US" altLang="en-US" sz="2200" dirty="0"/>
              <a:t>If interested, do take a look at the chapter for other auction forms.</a:t>
            </a:r>
          </a:p>
          <a:p>
            <a:endParaRPr lang="en-US" altLang="en-US" sz="2200" dirty="0"/>
          </a:p>
          <a:p>
            <a:endParaRPr lang="en-US" altLang="en-US" sz="2200" dirty="0"/>
          </a:p>
          <a:p>
            <a:r>
              <a:rPr lang="en-US" altLang="en-US" sz="2200" dirty="0"/>
              <a:t>Related articles</a:t>
            </a:r>
          </a:p>
          <a:p>
            <a:pPr lvl="1"/>
            <a:r>
              <a:rPr lang="en-US" altLang="en-US" sz="2000" dirty="0">
                <a:hlinkClick r:id="rId2"/>
              </a:rPr>
              <a:t>https://news.stanford.edu/2020/11/19/bid-picture-nobel-prize-winners-explain-auction-theory-collaboration/</a:t>
            </a:r>
            <a:r>
              <a:rPr lang="en-US" altLang="en-US" sz="2000" dirty="0"/>
              <a:t> </a:t>
            </a:r>
          </a:p>
          <a:p>
            <a:endParaRPr lang="en-US" altLang="en-US" sz="2400" dirty="0"/>
          </a:p>
        </p:txBody>
      </p:sp>
      <p:sp>
        <p:nvSpPr>
          <p:cNvPr id="3" name="Slide Number Placeholder 2">
            <a:extLst>
              <a:ext uri="{FF2B5EF4-FFF2-40B4-BE49-F238E27FC236}">
                <a16:creationId xmlns:a16="http://schemas.microsoft.com/office/drawing/2014/main" id="{77E0443A-4593-4181-8223-01A19C8732BE}"/>
              </a:ext>
            </a:extLst>
          </p:cNvPr>
          <p:cNvSpPr>
            <a:spLocks noGrp="1"/>
          </p:cNvSpPr>
          <p:nvPr>
            <p:ph type="sldNum" sz="quarter" idx="12"/>
          </p:nvPr>
        </p:nvSpPr>
        <p:spPr/>
        <p:txBody>
          <a:bodyPr/>
          <a:lstStyle/>
          <a:p>
            <a:fld id="{F094D3FE-586B-47BD-AB77-64C19248A5CB}" type="slidenum">
              <a:rPr lang="en-GB" smtClean="0"/>
              <a:t>43</a:t>
            </a:fld>
            <a:endParaRPr lang="en-GB"/>
          </a:p>
        </p:txBody>
      </p:sp>
    </p:spTree>
    <p:extLst>
      <p:ext uri="{BB962C8B-B14F-4D97-AF65-F5344CB8AC3E}">
        <p14:creationId xmlns:p14="http://schemas.microsoft.com/office/powerpoint/2010/main" val="27868380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415</TotalTime>
  <Words>3474</Words>
  <Application>Microsoft Office PowerPoint</Application>
  <PresentationFormat>Widescreen</PresentationFormat>
  <Paragraphs>465</Paragraphs>
  <Slides>43</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Calibri Light</vt:lpstr>
      <vt:lpstr>Cambria Math</vt:lpstr>
      <vt:lpstr>Office Theme</vt:lpstr>
      <vt:lpstr>Bisemester Test 1</vt:lpstr>
      <vt:lpstr>Auctions</vt:lpstr>
      <vt:lpstr>Introduction</vt:lpstr>
      <vt:lpstr>Introduction</vt:lpstr>
      <vt:lpstr>Structure of Auctions</vt:lpstr>
      <vt:lpstr>Rules of Auctions</vt:lpstr>
      <vt:lpstr>Auctions and Game Theory</vt:lpstr>
      <vt:lpstr>Examples of Auctions (Different Rules)</vt:lpstr>
      <vt:lpstr>English Auction (ascending price auction)</vt:lpstr>
      <vt:lpstr>Dutch Auction (descending price auction)</vt:lpstr>
      <vt:lpstr>Sealed-bid first-price auction</vt:lpstr>
      <vt:lpstr>Sealed-bid second-price auction</vt:lpstr>
      <vt:lpstr>Review Questions 1</vt:lpstr>
      <vt:lpstr>Examples of Auctions (Different Types of Goods)</vt:lpstr>
      <vt:lpstr>Economists’ Classification of Auctions</vt:lpstr>
      <vt:lpstr>Auction Design</vt:lpstr>
      <vt:lpstr>Auction Design </vt:lpstr>
      <vt:lpstr>Properties of an Auction</vt:lpstr>
      <vt:lpstr>Pareto Efficiency of Auctions</vt:lpstr>
      <vt:lpstr>Auctions and Efficiency</vt:lpstr>
      <vt:lpstr>Auctions and Efficiency</vt:lpstr>
      <vt:lpstr>Auctions and Efficiency</vt:lpstr>
      <vt:lpstr>Truth Telling in Second Price Auction</vt:lpstr>
      <vt:lpstr>Truth Telling in Second Price Auction</vt:lpstr>
      <vt:lpstr>Comments</vt:lpstr>
      <vt:lpstr>Maximising Revenue using Auctions</vt:lpstr>
      <vt:lpstr>The Independent Private Value model</vt:lpstr>
      <vt:lpstr>Revenue Equivalence: 1st &amp; 2nd Price Auction</vt:lpstr>
      <vt:lpstr>Aside: Order Statistics</vt:lpstr>
      <vt:lpstr>Revenue Equivalence: 1st &amp; 2nd Price Auction</vt:lpstr>
      <vt:lpstr>Revenue Equivalence: 1st &amp; 2nd Price Auction</vt:lpstr>
      <vt:lpstr>Revenue Equivalence: 1st &amp; 2nd Price Auction</vt:lpstr>
      <vt:lpstr>Revenue Equivalence: 1st &amp; 2nd Price Auction</vt:lpstr>
      <vt:lpstr>Revenue Equivalence: 1st &amp; 2nd Price Auction</vt:lpstr>
      <vt:lpstr>Improving revenue using reserve prices</vt:lpstr>
      <vt:lpstr>Example: no reserve price</vt:lpstr>
      <vt:lpstr>Example: Reserve price</vt:lpstr>
      <vt:lpstr>Review Questions 2</vt:lpstr>
      <vt:lpstr>Common Value Auctions</vt:lpstr>
      <vt:lpstr>Modelling Common-Value Auctions</vt:lpstr>
      <vt:lpstr>Modelling Common-Value Auctions</vt:lpstr>
      <vt:lpstr>Key Learning Outcomes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Common Property and Public Goods</dc:title>
  <dc:creator>Jonathan Yeo</dc:creator>
  <cp:lastModifiedBy>issac goh</cp:lastModifiedBy>
  <cp:revision>8</cp:revision>
  <dcterms:created xsi:type="dcterms:W3CDTF">2020-10-22T05:24:02Z</dcterms:created>
  <dcterms:modified xsi:type="dcterms:W3CDTF">2024-09-24T15:07:53Z</dcterms:modified>
</cp:coreProperties>
</file>