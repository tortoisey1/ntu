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447" r:id="rId2"/>
    <p:sldId id="448" r:id="rId3"/>
    <p:sldId id="298" r:id="rId4"/>
    <p:sldId id="299" r:id="rId5"/>
    <p:sldId id="415" r:id="rId6"/>
    <p:sldId id="987" r:id="rId7"/>
    <p:sldId id="300" r:id="rId8"/>
    <p:sldId id="301" r:id="rId9"/>
    <p:sldId id="303" r:id="rId10"/>
    <p:sldId id="988" r:id="rId11"/>
    <p:sldId id="989" r:id="rId12"/>
    <p:sldId id="313" r:id="rId13"/>
    <p:sldId id="990" r:id="rId14"/>
    <p:sldId id="998" r:id="rId15"/>
    <p:sldId id="317" r:id="rId16"/>
    <p:sldId id="1020" r:id="rId17"/>
    <p:sldId id="992" r:id="rId18"/>
    <p:sldId id="1018" r:id="rId19"/>
    <p:sldId id="332" r:id="rId20"/>
    <p:sldId id="1021" r:id="rId21"/>
    <p:sldId id="1022" r:id="rId22"/>
    <p:sldId id="334" r:id="rId23"/>
    <p:sldId id="335" r:id="rId24"/>
    <p:sldId id="338" r:id="rId25"/>
    <p:sldId id="341" r:id="rId26"/>
    <p:sldId id="993" r:id="rId27"/>
    <p:sldId id="1017" r:id="rId28"/>
    <p:sldId id="1024" r:id="rId29"/>
    <p:sldId id="345" r:id="rId30"/>
    <p:sldId id="994" r:id="rId31"/>
    <p:sldId id="995" r:id="rId32"/>
    <p:sldId id="1023" r:id="rId33"/>
    <p:sldId id="1019" r:id="rId34"/>
    <p:sldId id="1008" r:id="rId35"/>
    <p:sldId id="1009" r:id="rId36"/>
    <p:sldId id="1011" r:id="rId37"/>
    <p:sldId id="1000" r:id="rId38"/>
    <p:sldId id="29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02BE18-0064-60DB-A86C-D210557CA529}" name="Yeo Xiong Wei, Jonathan" initials="YXWJ" userId="Yeo Xiong Wei, Jonathan" providerId="None"/>
  <p188:author id="{B17AFEC4-A3AC-8771-A608-07DEDCA11054}" name="#ZHAO ZICHEN#" initials="#Z" userId="S::zichen003@e.ntu.edu.sg::70b6c59c-82ba-47de-9281-19ad96e21e3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8697D"/>
    <a:srgbClr val="E0E3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DB2213-F0B7-4E24-9904-5464B503C12E}" v="57" dt="2024-10-16T10:47:34.8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800" autoAdjust="0"/>
  </p:normalViewPr>
  <p:slideViewPr>
    <p:cSldViewPr snapToGrid="0">
      <p:cViewPr varScale="1">
        <p:scale>
          <a:sx n="90" d="100"/>
          <a:sy n="90" d="100"/>
        </p:scale>
        <p:origin x="37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eo Xiong Wei, Jonathan" userId="ac2b658e-7ce1-44bb-9f9f-bf4198ceaa29" providerId="ADAL" clId="{C553B73B-7C75-48A7-BC71-FE5995BB023A}"/>
    <pc:docChg chg="undo custSel addSld delSld modSld sldOrd">
      <pc:chgData name="Yeo Xiong Wei, Jonathan" userId="ac2b658e-7ce1-44bb-9f9f-bf4198ceaa29" providerId="ADAL" clId="{C553B73B-7C75-48A7-BC71-FE5995BB023A}" dt="2022-06-30T08:04:19.361" v="6934" actId="20577"/>
      <pc:docMkLst>
        <pc:docMk/>
      </pc:docMkLst>
      <pc:sldChg chg="addSp delSp modSp mod">
        <pc:chgData name="Yeo Xiong Wei, Jonathan" userId="ac2b658e-7ce1-44bb-9f9f-bf4198ceaa29" providerId="ADAL" clId="{C553B73B-7C75-48A7-BC71-FE5995BB023A}" dt="2022-06-29T07:36:24.264" v="375" actId="1038"/>
        <pc:sldMkLst>
          <pc:docMk/>
          <pc:sldMk cId="165549870" sldId="298"/>
        </pc:sldMkLst>
        <pc:spChg chg="add del mod">
          <ac:chgData name="Yeo Xiong Wei, Jonathan" userId="ac2b658e-7ce1-44bb-9f9f-bf4198ceaa29" providerId="ADAL" clId="{C553B73B-7C75-48A7-BC71-FE5995BB023A}" dt="2022-06-29T07:30:29.979" v="294"/>
          <ac:spMkLst>
            <pc:docMk/>
            <pc:sldMk cId="165549870" sldId="298"/>
            <ac:spMk id="3" creationId="{0253BE0A-F13C-6D7D-CC38-B7A13C8CEDC3}"/>
          </ac:spMkLst>
        </pc:spChg>
        <pc:spChg chg="add del">
          <ac:chgData name="Yeo Xiong Wei, Jonathan" userId="ac2b658e-7ce1-44bb-9f9f-bf4198ceaa29" providerId="ADAL" clId="{C553B73B-7C75-48A7-BC71-FE5995BB023A}" dt="2022-06-29T07:30:36.542" v="296"/>
          <ac:spMkLst>
            <pc:docMk/>
            <pc:sldMk cId="165549870" sldId="298"/>
            <ac:spMk id="4" creationId="{C9648A83-C3F3-EE8A-7574-775E7FE013AB}"/>
          </ac:spMkLst>
        </pc:spChg>
        <pc:spChg chg="mod">
          <ac:chgData name="Yeo Xiong Wei, Jonathan" userId="ac2b658e-7ce1-44bb-9f9f-bf4198ceaa29" providerId="ADAL" clId="{C553B73B-7C75-48A7-BC71-FE5995BB023A}" dt="2022-06-29T07:20:04.916" v="250" actId="20577"/>
          <ac:spMkLst>
            <pc:docMk/>
            <pc:sldMk cId="165549870" sldId="298"/>
            <ac:spMk id="27649" creationId="{00000000-0000-0000-0000-000000000000}"/>
          </ac:spMkLst>
        </pc:spChg>
        <pc:spChg chg="mod">
          <ac:chgData name="Yeo Xiong Wei, Jonathan" userId="ac2b658e-7ce1-44bb-9f9f-bf4198ceaa29" providerId="ADAL" clId="{C553B73B-7C75-48A7-BC71-FE5995BB023A}" dt="2022-06-29T07:35:41.477" v="344" actId="14100"/>
          <ac:spMkLst>
            <pc:docMk/>
            <pc:sldMk cId="165549870" sldId="298"/>
            <ac:spMk id="27650" creationId="{00000000-0000-0000-0000-000000000000}"/>
          </ac:spMkLst>
        </pc:spChg>
        <pc:picChg chg="add mod">
          <ac:chgData name="Yeo Xiong Wei, Jonathan" userId="ac2b658e-7ce1-44bb-9f9f-bf4198ceaa29" providerId="ADAL" clId="{C553B73B-7C75-48A7-BC71-FE5995BB023A}" dt="2022-06-29T07:36:24.264" v="375" actId="1038"/>
          <ac:picMkLst>
            <pc:docMk/>
            <pc:sldMk cId="165549870" sldId="298"/>
            <ac:picMk id="1030" creationId="{9AB55118-A746-204B-3F95-3B02801CAE64}"/>
          </ac:picMkLst>
        </pc:picChg>
        <pc:picChg chg="add mod">
          <ac:chgData name="Yeo Xiong Wei, Jonathan" userId="ac2b658e-7ce1-44bb-9f9f-bf4198ceaa29" providerId="ADAL" clId="{C553B73B-7C75-48A7-BC71-FE5995BB023A}" dt="2022-06-29T07:36:14.840" v="362" actId="1076"/>
          <ac:picMkLst>
            <pc:docMk/>
            <pc:sldMk cId="165549870" sldId="298"/>
            <ac:picMk id="1032" creationId="{DCC47949-5E00-3286-F216-B914BC6CB468}"/>
          </ac:picMkLst>
        </pc:picChg>
        <pc:picChg chg="add mod">
          <ac:chgData name="Yeo Xiong Wei, Jonathan" userId="ac2b658e-7ce1-44bb-9f9f-bf4198ceaa29" providerId="ADAL" clId="{C553B73B-7C75-48A7-BC71-FE5995BB023A}" dt="2022-06-29T07:36:17.616" v="363" actId="1076"/>
          <ac:picMkLst>
            <pc:docMk/>
            <pc:sldMk cId="165549870" sldId="298"/>
            <ac:picMk id="1034" creationId="{50463DB1-C786-C99F-7074-6E3F42DCAB58}"/>
          </ac:picMkLst>
        </pc:picChg>
      </pc:sldChg>
      <pc:sldChg chg="addSp modSp mod">
        <pc:chgData name="Yeo Xiong Wei, Jonathan" userId="ac2b658e-7ce1-44bb-9f9f-bf4198ceaa29" providerId="ADAL" clId="{C553B73B-7C75-48A7-BC71-FE5995BB023A}" dt="2022-06-29T07:36:10.119" v="360" actId="1076"/>
        <pc:sldMkLst>
          <pc:docMk/>
          <pc:sldMk cId="663591570" sldId="299"/>
        </pc:sldMkLst>
        <pc:spChg chg="mod">
          <ac:chgData name="Yeo Xiong Wei, Jonathan" userId="ac2b658e-7ce1-44bb-9f9f-bf4198ceaa29" providerId="ADAL" clId="{C553B73B-7C75-48A7-BC71-FE5995BB023A}" dt="2022-06-29T07:20:16.790" v="255" actId="20577"/>
          <ac:spMkLst>
            <pc:docMk/>
            <pc:sldMk cId="663591570" sldId="299"/>
            <ac:spMk id="28673" creationId="{00000000-0000-0000-0000-000000000000}"/>
          </ac:spMkLst>
        </pc:spChg>
        <pc:spChg chg="mod">
          <ac:chgData name="Yeo Xiong Wei, Jonathan" userId="ac2b658e-7ce1-44bb-9f9f-bf4198ceaa29" providerId="ADAL" clId="{C553B73B-7C75-48A7-BC71-FE5995BB023A}" dt="2022-06-29T07:35:55.923" v="349" actId="14100"/>
          <ac:spMkLst>
            <pc:docMk/>
            <pc:sldMk cId="663591570" sldId="299"/>
            <ac:spMk id="28674" creationId="{00000000-0000-0000-0000-000000000000}"/>
          </ac:spMkLst>
        </pc:spChg>
        <pc:picChg chg="add mod">
          <ac:chgData name="Yeo Xiong Wei, Jonathan" userId="ac2b658e-7ce1-44bb-9f9f-bf4198ceaa29" providerId="ADAL" clId="{C553B73B-7C75-48A7-BC71-FE5995BB023A}" dt="2022-06-29T07:36:04.188" v="356" actId="1076"/>
          <ac:picMkLst>
            <pc:docMk/>
            <pc:sldMk cId="663591570" sldId="299"/>
            <ac:picMk id="2050" creationId="{14E3EBE1-FF32-C6F5-E268-B656612555DA}"/>
          </ac:picMkLst>
        </pc:picChg>
        <pc:picChg chg="add mod">
          <ac:chgData name="Yeo Xiong Wei, Jonathan" userId="ac2b658e-7ce1-44bb-9f9f-bf4198ceaa29" providerId="ADAL" clId="{C553B73B-7C75-48A7-BC71-FE5995BB023A}" dt="2022-06-29T07:36:10.119" v="360" actId="1076"/>
          <ac:picMkLst>
            <pc:docMk/>
            <pc:sldMk cId="663591570" sldId="299"/>
            <ac:picMk id="2052" creationId="{67258974-A7EB-236A-A080-6618C94E67BF}"/>
          </ac:picMkLst>
        </pc:picChg>
        <pc:picChg chg="add mod">
          <ac:chgData name="Yeo Xiong Wei, Jonathan" userId="ac2b658e-7ce1-44bb-9f9f-bf4198ceaa29" providerId="ADAL" clId="{C553B73B-7C75-48A7-BC71-FE5995BB023A}" dt="2022-06-29T07:36:02.189" v="354" actId="1076"/>
          <ac:picMkLst>
            <pc:docMk/>
            <pc:sldMk cId="663591570" sldId="299"/>
            <ac:picMk id="2054" creationId="{A9E002CC-4406-1EFA-5BFF-95CE4F1501CA}"/>
          </ac:picMkLst>
        </pc:picChg>
      </pc:sldChg>
      <pc:sldChg chg="modSp mod">
        <pc:chgData name="Yeo Xiong Wei, Jonathan" userId="ac2b658e-7ce1-44bb-9f9f-bf4198ceaa29" providerId="ADAL" clId="{C553B73B-7C75-48A7-BC71-FE5995BB023A}" dt="2022-06-29T07:38:00.007" v="459" actId="20577"/>
        <pc:sldMkLst>
          <pc:docMk/>
          <pc:sldMk cId="3982701179" sldId="300"/>
        </pc:sldMkLst>
        <pc:spChg chg="mod">
          <ac:chgData name="Yeo Xiong Wei, Jonathan" userId="ac2b658e-7ce1-44bb-9f9f-bf4198ceaa29" providerId="ADAL" clId="{C553B73B-7C75-48A7-BC71-FE5995BB023A}" dt="2022-06-29T07:37:02.659" v="408" actId="20577"/>
          <ac:spMkLst>
            <pc:docMk/>
            <pc:sldMk cId="3982701179" sldId="300"/>
            <ac:spMk id="29697" creationId="{00000000-0000-0000-0000-000000000000}"/>
          </ac:spMkLst>
        </pc:spChg>
        <pc:spChg chg="mod">
          <ac:chgData name="Yeo Xiong Wei, Jonathan" userId="ac2b658e-7ce1-44bb-9f9f-bf4198ceaa29" providerId="ADAL" clId="{C553B73B-7C75-48A7-BC71-FE5995BB023A}" dt="2022-06-29T07:38:00.007" v="459" actId="20577"/>
          <ac:spMkLst>
            <pc:docMk/>
            <pc:sldMk cId="3982701179" sldId="300"/>
            <ac:spMk id="29698" creationId="{00000000-0000-0000-0000-000000000000}"/>
          </ac:spMkLst>
        </pc:spChg>
      </pc:sldChg>
      <pc:sldChg chg="modSp mod">
        <pc:chgData name="Yeo Xiong Wei, Jonathan" userId="ac2b658e-7ce1-44bb-9f9f-bf4198ceaa29" providerId="ADAL" clId="{C553B73B-7C75-48A7-BC71-FE5995BB023A}" dt="2022-06-30T07:51:36.812" v="5627" actId="15"/>
        <pc:sldMkLst>
          <pc:docMk/>
          <pc:sldMk cId="1062100081" sldId="301"/>
        </pc:sldMkLst>
        <pc:spChg chg="mod">
          <ac:chgData name="Yeo Xiong Wei, Jonathan" userId="ac2b658e-7ce1-44bb-9f9f-bf4198ceaa29" providerId="ADAL" clId="{C553B73B-7C75-48A7-BC71-FE5995BB023A}" dt="2022-06-29T07:47:15.937" v="998" actId="20577"/>
          <ac:spMkLst>
            <pc:docMk/>
            <pc:sldMk cId="1062100081" sldId="301"/>
            <ac:spMk id="30721" creationId="{00000000-0000-0000-0000-000000000000}"/>
          </ac:spMkLst>
        </pc:spChg>
        <pc:spChg chg="mod">
          <ac:chgData name="Yeo Xiong Wei, Jonathan" userId="ac2b658e-7ce1-44bb-9f9f-bf4198ceaa29" providerId="ADAL" clId="{C553B73B-7C75-48A7-BC71-FE5995BB023A}" dt="2022-06-30T07:51:36.812" v="5627" actId="15"/>
          <ac:spMkLst>
            <pc:docMk/>
            <pc:sldMk cId="1062100081" sldId="301"/>
            <ac:spMk id="30722" creationId="{00000000-0000-0000-0000-000000000000}"/>
          </ac:spMkLst>
        </pc:spChg>
      </pc:sldChg>
      <pc:sldChg chg="del">
        <pc:chgData name="Yeo Xiong Wei, Jonathan" userId="ac2b658e-7ce1-44bb-9f9f-bf4198ceaa29" providerId="ADAL" clId="{C553B73B-7C75-48A7-BC71-FE5995BB023A}" dt="2022-06-29T07:38:52.781" v="464" actId="47"/>
        <pc:sldMkLst>
          <pc:docMk/>
          <pc:sldMk cId="3712019787" sldId="302"/>
        </pc:sldMkLst>
      </pc:sldChg>
      <pc:sldChg chg="modSp mod ord">
        <pc:chgData name="Yeo Xiong Wei, Jonathan" userId="ac2b658e-7ce1-44bb-9f9f-bf4198ceaa29" providerId="ADAL" clId="{C553B73B-7C75-48A7-BC71-FE5995BB023A}" dt="2022-06-29T07:47:48.006" v="1047" actId="20577"/>
        <pc:sldMkLst>
          <pc:docMk/>
          <pc:sldMk cId="2736786001" sldId="303"/>
        </pc:sldMkLst>
        <pc:spChg chg="mod">
          <ac:chgData name="Yeo Xiong Wei, Jonathan" userId="ac2b658e-7ce1-44bb-9f9f-bf4198ceaa29" providerId="ADAL" clId="{C553B73B-7C75-48A7-BC71-FE5995BB023A}" dt="2022-06-29T07:47:48.006" v="1047" actId="20577"/>
          <ac:spMkLst>
            <pc:docMk/>
            <pc:sldMk cId="2736786001" sldId="303"/>
            <ac:spMk id="32769" creationId="{00000000-0000-0000-0000-000000000000}"/>
          </ac:spMkLst>
        </pc:spChg>
        <pc:spChg chg="mod">
          <ac:chgData name="Yeo Xiong Wei, Jonathan" userId="ac2b658e-7ce1-44bb-9f9f-bf4198ceaa29" providerId="ADAL" clId="{C553B73B-7C75-48A7-BC71-FE5995BB023A}" dt="2022-06-29T07:45:57.658" v="945" actId="20577"/>
          <ac:spMkLst>
            <pc:docMk/>
            <pc:sldMk cId="2736786001" sldId="303"/>
            <ac:spMk id="32770" creationId="{00000000-0000-0000-0000-000000000000}"/>
          </ac:spMkLst>
        </pc:spChg>
      </pc:sldChg>
      <pc:sldChg chg="modSp mod ord modNotesTx">
        <pc:chgData name="Yeo Xiong Wei, Jonathan" userId="ac2b658e-7ce1-44bb-9f9f-bf4198ceaa29" providerId="ADAL" clId="{C553B73B-7C75-48A7-BC71-FE5995BB023A}" dt="2022-06-30T07:56:21.194" v="6131" actId="20577"/>
        <pc:sldMkLst>
          <pc:docMk/>
          <pc:sldMk cId="3389499626" sldId="313"/>
        </pc:sldMkLst>
        <pc:spChg chg="mod">
          <ac:chgData name="Yeo Xiong Wei, Jonathan" userId="ac2b658e-7ce1-44bb-9f9f-bf4198ceaa29" providerId="ADAL" clId="{C553B73B-7C75-48A7-BC71-FE5995BB023A}" dt="2022-06-30T07:54:11.540" v="5809" actId="20577"/>
          <ac:spMkLst>
            <pc:docMk/>
            <pc:sldMk cId="3389499626" sldId="313"/>
            <ac:spMk id="43009" creationId="{00000000-0000-0000-0000-000000000000}"/>
          </ac:spMkLst>
        </pc:spChg>
        <pc:spChg chg="mod">
          <ac:chgData name="Yeo Xiong Wei, Jonathan" userId="ac2b658e-7ce1-44bb-9f9f-bf4198ceaa29" providerId="ADAL" clId="{C553B73B-7C75-48A7-BC71-FE5995BB023A}" dt="2022-06-30T07:55:04.908" v="5960" actId="20577"/>
          <ac:spMkLst>
            <pc:docMk/>
            <pc:sldMk cId="3389499626" sldId="313"/>
            <ac:spMk id="43010" creationId="{00000000-0000-0000-0000-000000000000}"/>
          </ac:spMkLst>
        </pc:spChg>
      </pc:sldChg>
      <pc:sldChg chg="modSp mod">
        <pc:chgData name="Yeo Xiong Wei, Jonathan" userId="ac2b658e-7ce1-44bb-9f9f-bf4198ceaa29" providerId="ADAL" clId="{C553B73B-7C75-48A7-BC71-FE5995BB023A}" dt="2022-06-30T07:53:44.885" v="5788"/>
        <pc:sldMkLst>
          <pc:docMk/>
          <pc:sldMk cId="1702885413" sldId="317"/>
        </pc:sldMkLst>
        <pc:spChg chg="mod">
          <ac:chgData name="Yeo Xiong Wei, Jonathan" userId="ac2b658e-7ce1-44bb-9f9f-bf4198ceaa29" providerId="ADAL" clId="{C553B73B-7C75-48A7-BC71-FE5995BB023A}" dt="2022-06-30T07:53:44.885" v="5788"/>
          <ac:spMkLst>
            <pc:docMk/>
            <pc:sldMk cId="1702885413" sldId="317"/>
            <ac:spMk id="47105" creationId="{00000000-0000-0000-0000-000000000000}"/>
          </ac:spMkLst>
        </pc:spChg>
        <pc:spChg chg="mod">
          <ac:chgData name="Yeo Xiong Wei, Jonathan" userId="ac2b658e-7ce1-44bb-9f9f-bf4198ceaa29" providerId="ADAL" clId="{C553B73B-7C75-48A7-BC71-FE5995BB023A}" dt="2022-06-29T07:57:48.904" v="1809" actId="113"/>
          <ac:spMkLst>
            <pc:docMk/>
            <pc:sldMk cId="1702885413" sldId="317"/>
            <ac:spMk id="47106" creationId="{00000000-0000-0000-0000-000000000000}"/>
          </ac:spMkLst>
        </pc:spChg>
      </pc:sldChg>
      <pc:sldChg chg="modSp del mod">
        <pc:chgData name="Yeo Xiong Wei, Jonathan" userId="ac2b658e-7ce1-44bb-9f9f-bf4198ceaa29" providerId="ADAL" clId="{C553B73B-7C75-48A7-BC71-FE5995BB023A}" dt="2022-06-30T03:26:35.624" v="4822" actId="2696"/>
        <pc:sldMkLst>
          <pc:docMk/>
          <pc:sldMk cId="3204475275" sldId="319"/>
        </pc:sldMkLst>
        <pc:spChg chg="mod">
          <ac:chgData name="Yeo Xiong Wei, Jonathan" userId="ac2b658e-7ce1-44bb-9f9f-bf4198ceaa29" providerId="ADAL" clId="{C553B73B-7C75-48A7-BC71-FE5995BB023A}" dt="2022-06-29T08:41:34.372" v="3704" actId="5793"/>
          <ac:spMkLst>
            <pc:docMk/>
            <pc:sldMk cId="3204475275" sldId="319"/>
            <ac:spMk id="49154" creationId="{00000000-0000-0000-0000-000000000000}"/>
          </ac:spMkLst>
        </pc:spChg>
      </pc:sldChg>
      <pc:sldChg chg="modSp del mod">
        <pc:chgData name="Yeo Xiong Wei, Jonathan" userId="ac2b658e-7ce1-44bb-9f9f-bf4198ceaa29" providerId="ADAL" clId="{C553B73B-7C75-48A7-BC71-FE5995BB023A}" dt="2022-06-30T03:26:35.624" v="4822" actId="2696"/>
        <pc:sldMkLst>
          <pc:docMk/>
          <pc:sldMk cId="3286780022" sldId="320"/>
        </pc:sldMkLst>
        <pc:spChg chg="mod">
          <ac:chgData name="Yeo Xiong Wei, Jonathan" userId="ac2b658e-7ce1-44bb-9f9f-bf4198ceaa29" providerId="ADAL" clId="{C553B73B-7C75-48A7-BC71-FE5995BB023A}" dt="2022-06-29T07:59:09.736" v="1812" actId="20577"/>
          <ac:spMkLst>
            <pc:docMk/>
            <pc:sldMk cId="3286780022" sldId="320"/>
            <ac:spMk id="50177" creationId="{00000000-0000-0000-0000-000000000000}"/>
          </ac:spMkLst>
        </pc:spChg>
        <pc:spChg chg="mod">
          <ac:chgData name="Yeo Xiong Wei, Jonathan" userId="ac2b658e-7ce1-44bb-9f9f-bf4198ceaa29" providerId="ADAL" clId="{C553B73B-7C75-48A7-BC71-FE5995BB023A}" dt="2022-06-29T08:00:44.642" v="1921" actId="20577"/>
          <ac:spMkLst>
            <pc:docMk/>
            <pc:sldMk cId="3286780022" sldId="320"/>
            <ac:spMk id="50178" creationId="{00000000-0000-0000-0000-000000000000}"/>
          </ac:spMkLst>
        </pc:spChg>
      </pc:sldChg>
      <pc:sldChg chg="modSp del mod modNotesTx">
        <pc:chgData name="Yeo Xiong Wei, Jonathan" userId="ac2b658e-7ce1-44bb-9f9f-bf4198ceaa29" providerId="ADAL" clId="{C553B73B-7C75-48A7-BC71-FE5995BB023A}" dt="2022-06-30T03:26:35.624" v="4822" actId="2696"/>
        <pc:sldMkLst>
          <pc:docMk/>
          <pc:sldMk cId="3245279371" sldId="326"/>
        </pc:sldMkLst>
        <pc:spChg chg="mod">
          <ac:chgData name="Yeo Xiong Wei, Jonathan" userId="ac2b658e-7ce1-44bb-9f9f-bf4198ceaa29" providerId="ADAL" clId="{C553B73B-7C75-48A7-BC71-FE5995BB023A}" dt="2022-06-29T08:02:11.893" v="1950"/>
          <ac:spMkLst>
            <pc:docMk/>
            <pc:sldMk cId="3245279371" sldId="326"/>
            <ac:spMk id="56321" creationId="{00000000-0000-0000-0000-000000000000}"/>
          </ac:spMkLst>
        </pc:spChg>
        <pc:spChg chg="mod">
          <ac:chgData name="Yeo Xiong Wei, Jonathan" userId="ac2b658e-7ce1-44bb-9f9f-bf4198ceaa29" providerId="ADAL" clId="{C553B73B-7C75-48A7-BC71-FE5995BB023A}" dt="2022-06-29T08:09:58.777" v="2114" actId="20577"/>
          <ac:spMkLst>
            <pc:docMk/>
            <pc:sldMk cId="3245279371" sldId="326"/>
            <ac:spMk id="56322" creationId="{00000000-0000-0000-0000-000000000000}"/>
          </ac:spMkLst>
        </pc:spChg>
      </pc:sldChg>
      <pc:sldChg chg="modSp mod">
        <pc:chgData name="Yeo Xiong Wei, Jonathan" userId="ac2b658e-7ce1-44bb-9f9f-bf4198ceaa29" providerId="ADAL" clId="{C553B73B-7C75-48A7-BC71-FE5995BB023A}" dt="2022-06-30T08:00:38.673" v="6539" actId="20577"/>
        <pc:sldMkLst>
          <pc:docMk/>
          <pc:sldMk cId="3920119451" sldId="332"/>
        </pc:sldMkLst>
        <pc:spChg chg="mod">
          <ac:chgData name="Yeo Xiong Wei, Jonathan" userId="ac2b658e-7ce1-44bb-9f9f-bf4198ceaa29" providerId="ADAL" clId="{C553B73B-7C75-48A7-BC71-FE5995BB023A}" dt="2022-06-30T08:00:38.673" v="6539" actId="20577"/>
          <ac:spMkLst>
            <pc:docMk/>
            <pc:sldMk cId="3920119451" sldId="332"/>
            <ac:spMk id="62465" creationId="{00000000-0000-0000-0000-000000000000}"/>
          </ac:spMkLst>
        </pc:spChg>
        <pc:spChg chg="mod">
          <ac:chgData name="Yeo Xiong Wei, Jonathan" userId="ac2b658e-7ce1-44bb-9f9f-bf4198ceaa29" providerId="ADAL" clId="{C553B73B-7C75-48A7-BC71-FE5995BB023A}" dt="2022-06-29T08:47:03.298" v="4110" actId="6549"/>
          <ac:spMkLst>
            <pc:docMk/>
            <pc:sldMk cId="3920119451" sldId="332"/>
            <ac:spMk id="62466" creationId="{00000000-0000-0000-0000-000000000000}"/>
          </ac:spMkLst>
        </pc:spChg>
      </pc:sldChg>
      <pc:sldChg chg="modSp mod">
        <pc:chgData name="Yeo Xiong Wei, Jonathan" userId="ac2b658e-7ce1-44bb-9f9f-bf4198ceaa29" providerId="ADAL" clId="{C553B73B-7C75-48A7-BC71-FE5995BB023A}" dt="2022-06-30T08:00:42.413" v="6540"/>
        <pc:sldMkLst>
          <pc:docMk/>
          <pc:sldMk cId="745064473" sldId="333"/>
        </pc:sldMkLst>
        <pc:spChg chg="mod">
          <ac:chgData name="Yeo Xiong Wei, Jonathan" userId="ac2b658e-7ce1-44bb-9f9f-bf4198ceaa29" providerId="ADAL" clId="{C553B73B-7C75-48A7-BC71-FE5995BB023A}" dt="2022-06-30T08:00:42.413" v="6540"/>
          <ac:spMkLst>
            <pc:docMk/>
            <pc:sldMk cId="745064473" sldId="333"/>
            <ac:spMk id="63489" creationId="{00000000-0000-0000-0000-000000000000}"/>
          </ac:spMkLst>
        </pc:spChg>
        <pc:spChg chg="mod">
          <ac:chgData name="Yeo Xiong Wei, Jonathan" userId="ac2b658e-7ce1-44bb-9f9f-bf4198ceaa29" providerId="ADAL" clId="{C553B73B-7C75-48A7-BC71-FE5995BB023A}" dt="2022-06-29T08:35:48.225" v="3416" actId="20577"/>
          <ac:spMkLst>
            <pc:docMk/>
            <pc:sldMk cId="745064473" sldId="333"/>
            <ac:spMk id="63490" creationId="{00000000-0000-0000-0000-000000000000}"/>
          </ac:spMkLst>
        </pc:spChg>
      </pc:sldChg>
      <pc:sldChg chg="addSp delSp modSp mod">
        <pc:chgData name="Yeo Xiong Wei, Jonathan" userId="ac2b658e-7ce1-44bb-9f9f-bf4198ceaa29" providerId="ADAL" clId="{C553B73B-7C75-48A7-BC71-FE5995BB023A}" dt="2022-06-30T08:00:46.300" v="6543"/>
        <pc:sldMkLst>
          <pc:docMk/>
          <pc:sldMk cId="111974515" sldId="334"/>
        </pc:sldMkLst>
        <pc:spChg chg="mod">
          <ac:chgData name="Yeo Xiong Wei, Jonathan" userId="ac2b658e-7ce1-44bb-9f9f-bf4198ceaa29" providerId="ADAL" clId="{C553B73B-7C75-48A7-BC71-FE5995BB023A}" dt="2022-06-30T08:00:46.300" v="6543"/>
          <ac:spMkLst>
            <pc:docMk/>
            <pc:sldMk cId="111974515" sldId="334"/>
            <ac:spMk id="64513" creationId="{00000000-0000-0000-0000-000000000000}"/>
          </ac:spMkLst>
        </pc:spChg>
        <pc:picChg chg="mod">
          <ac:chgData name="Yeo Xiong Wei, Jonathan" userId="ac2b658e-7ce1-44bb-9f9f-bf4198ceaa29" providerId="ADAL" clId="{C553B73B-7C75-48A7-BC71-FE5995BB023A}" dt="2022-06-29T08:37:17.837" v="3487" actId="1038"/>
          <ac:picMkLst>
            <pc:docMk/>
            <pc:sldMk cId="111974515" sldId="334"/>
            <ac:picMk id="4" creationId="{00000000-0000-0000-0000-000000000000}"/>
          </ac:picMkLst>
        </pc:picChg>
        <pc:picChg chg="add del mod">
          <ac:chgData name="Yeo Xiong Wei, Jonathan" userId="ac2b658e-7ce1-44bb-9f9f-bf4198ceaa29" providerId="ADAL" clId="{C553B73B-7C75-48A7-BC71-FE5995BB023A}" dt="2022-06-29T08:37:05.070" v="3477" actId="478"/>
          <ac:picMkLst>
            <pc:docMk/>
            <pc:sldMk cId="111974515" sldId="334"/>
            <ac:picMk id="5" creationId="{B187BFD5-1F2F-520E-19E6-EA9DF5391D15}"/>
          </ac:picMkLst>
        </pc:picChg>
      </pc:sldChg>
      <pc:sldChg chg="addSp delSp modSp mod">
        <pc:chgData name="Yeo Xiong Wei, Jonathan" userId="ac2b658e-7ce1-44bb-9f9f-bf4198ceaa29" providerId="ADAL" clId="{C553B73B-7C75-48A7-BC71-FE5995BB023A}" dt="2022-06-30T08:00:50.438" v="6544"/>
        <pc:sldMkLst>
          <pc:docMk/>
          <pc:sldMk cId="1849850092" sldId="335"/>
        </pc:sldMkLst>
        <pc:spChg chg="mod">
          <ac:chgData name="Yeo Xiong Wei, Jonathan" userId="ac2b658e-7ce1-44bb-9f9f-bf4198ceaa29" providerId="ADAL" clId="{C553B73B-7C75-48A7-BC71-FE5995BB023A}" dt="2022-06-30T08:00:50.438" v="6544"/>
          <ac:spMkLst>
            <pc:docMk/>
            <pc:sldMk cId="1849850092" sldId="335"/>
            <ac:spMk id="65537" creationId="{00000000-0000-0000-0000-000000000000}"/>
          </ac:spMkLst>
        </pc:spChg>
        <pc:spChg chg="mod">
          <ac:chgData name="Yeo Xiong Wei, Jonathan" userId="ac2b658e-7ce1-44bb-9f9f-bf4198ceaa29" providerId="ADAL" clId="{C553B73B-7C75-48A7-BC71-FE5995BB023A}" dt="2022-06-29T08:37:28.363" v="3490" actId="20577"/>
          <ac:spMkLst>
            <pc:docMk/>
            <pc:sldMk cId="1849850092" sldId="335"/>
            <ac:spMk id="65538" creationId="{00000000-0000-0000-0000-000000000000}"/>
          </ac:spMkLst>
        </pc:spChg>
        <pc:picChg chg="mod">
          <ac:chgData name="Yeo Xiong Wei, Jonathan" userId="ac2b658e-7ce1-44bb-9f9f-bf4198ceaa29" providerId="ADAL" clId="{C553B73B-7C75-48A7-BC71-FE5995BB023A}" dt="2022-06-29T08:36:42.675" v="3428" actId="1076"/>
          <ac:picMkLst>
            <pc:docMk/>
            <pc:sldMk cId="1849850092" sldId="335"/>
            <ac:picMk id="5" creationId="{38DF7E8D-689E-4A34-B657-4895C97C266E}"/>
          </ac:picMkLst>
        </pc:picChg>
        <pc:picChg chg="add del mod">
          <ac:chgData name="Yeo Xiong Wei, Jonathan" userId="ac2b658e-7ce1-44bb-9f9f-bf4198ceaa29" providerId="ADAL" clId="{C553B73B-7C75-48A7-BC71-FE5995BB023A}" dt="2022-06-29T08:36:51.629" v="3430"/>
          <ac:picMkLst>
            <pc:docMk/>
            <pc:sldMk cId="1849850092" sldId="335"/>
            <ac:picMk id="6" creationId="{2352BAB1-6A89-B3A4-D113-235E35DF1F8C}"/>
          </ac:picMkLst>
        </pc:picChg>
      </pc:sldChg>
      <pc:sldChg chg="addSp delSp modSp mod">
        <pc:chgData name="Yeo Xiong Wei, Jonathan" userId="ac2b658e-7ce1-44bb-9f9f-bf4198ceaa29" providerId="ADAL" clId="{C553B73B-7C75-48A7-BC71-FE5995BB023A}" dt="2022-06-30T08:00:53.357" v="6545"/>
        <pc:sldMkLst>
          <pc:docMk/>
          <pc:sldMk cId="434201001" sldId="338"/>
        </pc:sldMkLst>
        <pc:spChg chg="mod">
          <ac:chgData name="Yeo Xiong Wei, Jonathan" userId="ac2b658e-7ce1-44bb-9f9f-bf4198ceaa29" providerId="ADAL" clId="{C553B73B-7C75-48A7-BC71-FE5995BB023A}" dt="2022-06-30T08:00:53.357" v="6545"/>
          <ac:spMkLst>
            <pc:docMk/>
            <pc:sldMk cId="434201001" sldId="338"/>
            <ac:spMk id="68609" creationId="{00000000-0000-0000-0000-000000000000}"/>
          </ac:spMkLst>
        </pc:spChg>
        <pc:spChg chg="mod">
          <ac:chgData name="Yeo Xiong Wei, Jonathan" userId="ac2b658e-7ce1-44bb-9f9f-bf4198ceaa29" providerId="ADAL" clId="{C553B73B-7C75-48A7-BC71-FE5995BB023A}" dt="2022-06-29T08:49:23.024" v="4115" actId="404"/>
          <ac:spMkLst>
            <pc:docMk/>
            <pc:sldMk cId="434201001" sldId="338"/>
            <ac:spMk id="68610" creationId="{00000000-0000-0000-0000-000000000000}"/>
          </ac:spMkLst>
        </pc:spChg>
        <pc:picChg chg="mod">
          <ac:chgData name="Yeo Xiong Wei, Jonathan" userId="ac2b658e-7ce1-44bb-9f9f-bf4198ceaa29" providerId="ADAL" clId="{C553B73B-7C75-48A7-BC71-FE5995BB023A}" dt="2022-06-29T08:51:56.288" v="4146" actId="1036"/>
          <ac:picMkLst>
            <pc:docMk/>
            <pc:sldMk cId="434201001" sldId="338"/>
            <ac:picMk id="5" creationId="{E3183B36-7FA6-43AE-BE23-02075AE98B08}"/>
          </ac:picMkLst>
        </pc:picChg>
        <pc:picChg chg="add del mod">
          <ac:chgData name="Yeo Xiong Wei, Jonathan" userId="ac2b658e-7ce1-44bb-9f9f-bf4198ceaa29" providerId="ADAL" clId="{C553B73B-7C75-48A7-BC71-FE5995BB023A}" dt="2022-06-29T08:51:54.024" v="4141"/>
          <ac:picMkLst>
            <pc:docMk/>
            <pc:sldMk cId="434201001" sldId="338"/>
            <ac:picMk id="6" creationId="{A5CCC1FD-392C-C912-A38D-2F03477BF522}"/>
          </ac:picMkLst>
        </pc:picChg>
      </pc:sldChg>
      <pc:sldChg chg="modSp mod">
        <pc:chgData name="Yeo Xiong Wei, Jonathan" userId="ac2b658e-7ce1-44bb-9f9f-bf4198ceaa29" providerId="ADAL" clId="{C553B73B-7C75-48A7-BC71-FE5995BB023A}" dt="2022-06-30T08:00:56.276" v="6546"/>
        <pc:sldMkLst>
          <pc:docMk/>
          <pc:sldMk cId="1748669557" sldId="341"/>
        </pc:sldMkLst>
        <pc:spChg chg="mod">
          <ac:chgData name="Yeo Xiong Wei, Jonathan" userId="ac2b658e-7ce1-44bb-9f9f-bf4198ceaa29" providerId="ADAL" clId="{C553B73B-7C75-48A7-BC71-FE5995BB023A}" dt="2022-06-30T08:00:56.276" v="6546"/>
          <ac:spMkLst>
            <pc:docMk/>
            <pc:sldMk cId="1748669557" sldId="341"/>
            <ac:spMk id="71681" creationId="{00000000-0000-0000-0000-000000000000}"/>
          </ac:spMkLst>
        </pc:spChg>
        <pc:spChg chg="mod">
          <ac:chgData name="Yeo Xiong Wei, Jonathan" userId="ac2b658e-7ce1-44bb-9f9f-bf4198ceaa29" providerId="ADAL" clId="{C553B73B-7C75-48A7-BC71-FE5995BB023A}" dt="2022-06-29T08:51:11.681" v="4133" actId="404"/>
          <ac:spMkLst>
            <pc:docMk/>
            <pc:sldMk cId="1748669557" sldId="341"/>
            <ac:spMk id="71682" creationId="{00000000-0000-0000-0000-000000000000}"/>
          </ac:spMkLst>
        </pc:spChg>
        <pc:picChg chg="mod">
          <ac:chgData name="Yeo Xiong Wei, Jonathan" userId="ac2b658e-7ce1-44bb-9f9f-bf4198ceaa29" providerId="ADAL" clId="{C553B73B-7C75-48A7-BC71-FE5995BB023A}" dt="2022-06-29T08:51:40.737" v="4137" actId="1076"/>
          <ac:picMkLst>
            <pc:docMk/>
            <pc:sldMk cId="1748669557" sldId="341"/>
            <ac:picMk id="8" creationId="{EE4489EF-5EB0-4721-B0EA-00641BDBDC53}"/>
          </ac:picMkLst>
        </pc:picChg>
      </pc:sldChg>
      <pc:sldChg chg="modSp add mod">
        <pc:chgData name="Yeo Xiong Wei, Jonathan" userId="ac2b658e-7ce1-44bb-9f9f-bf4198ceaa29" providerId="ADAL" clId="{C553B73B-7C75-48A7-BC71-FE5995BB023A}" dt="2022-06-30T08:03:55.737" v="6913" actId="20577"/>
        <pc:sldMkLst>
          <pc:docMk/>
          <pc:sldMk cId="2761039419" sldId="345"/>
        </pc:sldMkLst>
        <pc:spChg chg="mod">
          <ac:chgData name="Yeo Xiong Wei, Jonathan" userId="ac2b658e-7ce1-44bb-9f9f-bf4198ceaa29" providerId="ADAL" clId="{C553B73B-7C75-48A7-BC71-FE5995BB023A}" dt="2022-06-30T08:03:55.737" v="6913" actId="20577"/>
          <ac:spMkLst>
            <pc:docMk/>
            <pc:sldMk cId="2761039419" sldId="345"/>
            <ac:spMk id="75777" creationId="{00000000-0000-0000-0000-000000000000}"/>
          </ac:spMkLst>
        </pc:spChg>
      </pc:sldChg>
      <pc:sldChg chg="modSp add modAnim">
        <pc:chgData name="Yeo Xiong Wei, Jonathan" userId="ac2b658e-7ce1-44bb-9f9f-bf4198ceaa29" providerId="ADAL" clId="{C553B73B-7C75-48A7-BC71-FE5995BB023A}" dt="2022-06-29T07:40:27.242" v="719" actId="20577"/>
        <pc:sldMkLst>
          <pc:docMk/>
          <pc:sldMk cId="4146181364" sldId="415"/>
        </pc:sldMkLst>
        <pc:spChg chg="mod">
          <ac:chgData name="Yeo Xiong Wei, Jonathan" userId="ac2b658e-7ce1-44bb-9f9f-bf4198ceaa29" providerId="ADAL" clId="{C553B73B-7C75-48A7-BC71-FE5995BB023A}" dt="2022-06-29T07:40:27.242" v="719" actId="20577"/>
          <ac:spMkLst>
            <pc:docMk/>
            <pc:sldMk cId="4146181364" sldId="415"/>
            <ac:spMk id="3" creationId="{CDF4B2E5-1CF0-4D19-AFAA-E09B13AE7CF3}"/>
          </ac:spMkLst>
        </pc:spChg>
      </pc:sldChg>
      <pc:sldChg chg="modSp mod">
        <pc:chgData name="Yeo Xiong Wei, Jonathan" userId="ac2b658e-7ce1-44bb-9f9f-bf4198ceaa29" providerId="ADAL" clId="{C553B73B-7C75-48A7-BC71-FE5995BB023A}" dt="2022-06-30T07:48:27.691" v="5395" actId="20577"/>
        <pc:sldMkLst>
          <pc:docMk/>
          <pc:sldMk cId="609857261" sldId="448"/>
        </pc:sldMkLst>
        <pc:spChg chg="mod">
          <ac:chgData name="Yeo Xiong Wei, Jonathan" userId="ac2b658e-7ce1-44bb-9f9f-bf4198ceaa29" providerId="ADAL" clId="{C553B73B-7C75-48A7-BC71-FE5995BB023A}" dt="2022-06-30T07:48:27.691" v="5395" actId="20577"/>
          <ac:spMkLst>
            <pc:docMk/>
            <pc:sldMk cId="609857261" sldId="448"/>
            <ac:spMk id="26626" creationId="{00000000-0000-0000-0000-000000000000}"/>
          </ac:spMkLst>
        </pc:spChg>
      </pc:sldChg>
      <pc:sldChg chg="modSp mod ord">
        <pc:chgData name="Yeo Xiong Wei, Jonathan" userId="ac2b658e-7ce1-44bb-9f9f-bf4198ceaa29" providerId="ADAL" clId="{C553B73B-7C75-48A7-BC71-FE5995BB023A}" dt="2022-06-29T07:47:52.660" v="1048"/>
        <pc:sldMkLst>
          <pc:docMk/>
          <pc:sldMk cId="2766970164" sldId="988"/>
        </pc:sldMkLst>
        <pc:spChg chg="mod">
          <ac:chgData name="Yeo Xiong Wei, Jonathan" userId="ac2b658e-7ce1-44bb-9f9f-bf4198ceaa29" providerId="ADAL" clId="{C553B73B-7C75-48A7-BC71-FE5995BB023A}" dt="2022-06-29T07:47:52.660" v="1048"/>
          <ac:spMkLst>
            <pc:docMk/>
            <pc:sldMk cId="2766970164" sldId="988"/>
            <ac:spMk id="32769" creationId="{00000000-0000-0000-0000-000000000000}"/>
          </ac:spMkLst>
        </pc:spChg>
        <pc:spChg chg="mod">
          <ac:chgData name="Yeo Xiong Wei, Jonathan" userId="ac2b658e-7ce1-44bb-9f9f-bf4198ceaa29" providerId="ADAL" clId="{C553B73B-7C75-48A7-BC71-FE5995BB023A}" dt="2022-06-29T07:45:38.830" v="919"/>
          <ac:spMkLst>
            <pc:docMk/>
            <pc:sldMk cId="2766970164" sldId="988"/>
            <ac:spMk id="32770" creationId="{00000000-0000-0000-0000-000000000000}"/>
          </ac:spMkLst>
        </pc:spChg>
      </pc:sldChg>
      <pc:sldChg chg="modSp mod ord">
        <pc:chgData name="Yeo Xiong Wei, Jonathan" userId="ac2b658e-7ce1-44bb-9f9f-bf4198ceaa29" providerId="ADAL" clId="{C553B73B-7C75-48A7-BC71-FE5995BB023A}" dt="2022-06-29T07:47:55.389" v="1049"/>
        <pc:sldMkLst>
          <pc:docMk/>
          <pc:sldMk cId="3488352532" sldId="989"/>
        </pc:sldMkLst>
        <pc:spChg chg="mod">
          <ac:chgData name="Yeo Xiong Wei, Jonathan" userId="ac2b658e-7ce1-44bb-9f9f-bf4198ceaa29" providerId="ADAL" clId="{C553B73B-7C75-48A7-BC71-FE5995BB023A}" dt="2022-06-29T07:47:55.389" v="1049"/>
          <ac:spMkLst>
            <pc:docMk/>
            <pc:sldMk cId="3488352532" sldId="989"/>
            <ac:spMk id="32769" creationId="{00000000-0000-0000-0000-000000000000}"/>
          </ac:spMkLst>
        </pc:spChg>
      </pc:sldChg>
      <pc:sldChg chg="modSp mod ord">
        <pc:chgData name="Yeo Xiong Wei, Jonathan" userId="ac2b658e-7ce1-44bb-9f9f-bf4198ceaa29" providerId="ADAL" clId="{C553B73B-7C75-48A7-BC71-FE5995BB023A}" dt="2022-06-30T07:55:22.962" v="6013" actId="20577"/>
        <pc:sldMkLst>
          <pc:docMk/>
          <pc:sldMk cId="1890180024" sldId="990"/>
        </pc:sldMkLst>
        <pc:spChg chg="mod">
          <ac:chgData name="Yeo Xiong Wei, Jonathan" userId="ac2b658e-7ce1-44bb-9f9f-bf4198ceaa29" providerId="ADAL" clId="{C553B73B-7C75-48A7-BC71-FE5995BB023A}" dt="2022-06-29T07:53:13.139" v="1450" actId="20577"/>
          <ac:spMkLst>
            <pc:docMk/>
            <pc:sldMk cId="1890180024" sldId="990"/>
            <ac:spMk id="43009" creationId="{00000000-0000-0000-0000-000000000000}"/>
          </ac:spMkLst>
        </pc:spChg>
        <pc:spChg chg="mod">
          <ac:chgData name="Yeo Xiong Wei, Jonathan" userId="ac2b658e-7ce1-44bb-9f9f-bf4198ceaa29" providerId="ADAL" clId="{C553B73B-7C75-48A7-BC71-FE5995BB023A}" dt="2022-06-30T07:55:22.962" v="6013" actId="20577"/>
          <ac:spMkLst>
            <pc:docMk/>
            <pc:sldMk cId="1890180024" sldId="990"/>
            <ac:spMk id="43010" creationId="{00000000-0000-0000-0000-000000000000}"/>
          </ac:spMkLst>
        </pc:spChg>
      </pc:sldChg>
      <pc:sldChg chg="del">
        <pc:chgData name="Yeo Xiong Wei, Jonathan" userId="ac2b658e-7ce1-44bb-9f9f-bf4198ceaa29" providerId="ADAL" clId="{C553B73B-7C75-48A7-BC71-FE5995BB023A}" dt="2022-06-30T03:26:35.624" v="4822" actId="2696"/>
        <pc:sldMkLst>
          <pc:docMk/>
          <pc:sldMk cId="3158750245" sldId="991"/>
        </pc:sldMkLst>
      </pc:sldChg>
      <pc:sldChg chg="modSp mod">
        <pc:chgData name="Yeo Xiong Wei, Jonathan" userId="ac2b658e-7ce1-44bb-9f9f-bf4198ceaa29" providerId="ADAL" clId="{C553B73B-7C75-48A7-BC71-FE5995BB023A}" dt="2022-06-30T08:00:58.334" v="6547"/>
        <pc:sldMkLst>
          <pc:docMk/>
          <pc:sldMk cId="264684988" sldId="993"/>
        </pc:sldMkLst>
        <pc:spChg chg="mod">
          <ac:chgData name="Yeo Xiong Wei, Jonathan" userId="ac2b658e-7ce1-44bb-9f9f-bf4198ceaa29" providerId="ADAL" clId="{C553B73B-7C75-48A7-BC71-FE5995BB023A}" dt="2022-06-30T08:00:58.334" v="6547"/>
          <ac:spMkLst>
            <pc:docMk/>
            <pc:sldMk cId="264684988" sldId="993"/>
            <ac:spMk id="71681" creationId="{00000000-0000-0000-0000-000000000000}"/>
          </ac:spMkLst>
        </pc:spChg>
        <pc:spChg chg="mod">
          <ac:chgData name="Yeo Xiong Wei, Jonathan" userId="ac2b658e-7ce1-44bb-9f9f-bf4198ceaa29" providerId="ADAL" clId="{C553B73B-7C75-48A7-BC71-FE5995BB023A}" dt="2022-06-29T08:51:31.150" v="4135" actId="14100"/>
          <ac:spMkLst>
            <pc:docMk/>
            <pc:sldMk cId="264684988" sldId="993"/>
            <ac:spMk id="71682" creationId="{00000000-0000-0000-0000-000000000000}"/>
          </ac:spMkLst>
        </pc:spChg>
        <pc:picChg chg="mod modCrop">
          <ac:chgData name="Yeo Xiong Wei, Jonathan" userId="ac2b658e-7ce1-44bb-9f9f-bf4198ceaa29" providerId="ADAL" clId="{C553B73B-7C75-48A7-BC71-FE5995BB023A}" dt="2022-06-29T08:52:40.708" v="4148" actId="732"/>
          <ac:picMkLst>
            <pc:docMk/>
            <pc:sldMk cId="264684988" sldId="993"/>
            <ac:picMk id="7" creationId="{D62B33EF-924F-48A9-8ACA-77D15DE35F94}"/>
          </ac:picMkLst>
        </pc:picChg>
      </pc:sldChg>
      <pc:sldChg chg="modSp add mod">
        <pc:chgData name="Yeo Xiong Wei, Jonathan" userId="ac2b658e-7ce1-44bb-9f9f-bf4198ceaa29" providerId="ADAL" clId="{C553B73B-7C75-48A7-BC71-FE5995BB023A}" dt="2022-06-30T08:04:01.413" v="6914"/>
        <pc:sldMkLst>
          <pc:docMk/>
          <pc:sldMk cId="1681545386" sldId="994"/>
        </pc:sldMkLst>
        <pc:spChg chg="mod">
          <ac:chgData name="Yeo Xiong Wei, Jonathan" userId="ac2b658e-7ce1-44bb-9f9f-bf4198ceaa29" providerId="ADAL" clId="{C553B73B-7C75-48A7-BC71-FE5995BB023A}" dt="2022-06-30T08:04:01.413" v="6914"/>
          <ac:spMkLst>
            <pc:docMk/>
            <pc:sldMk cId="1681545386" sldId="994"/>
            <ac:spMk id="75777" creationId="{00000000-0000-0000-0000-000000000000}"/>
          </ac:spMkLst>
        </pc:spChg>
      </pc:sldChg>
      <pc:sldChg chg="modSp add mod">
        <pc:chgData name="Yeo Xiong Wei, Jonathan" userId="ac2b658e-7ce1-44bb-9f9f-bf4198ceaa29" providerId="ADAL" clId="{C553B73B-7C75-48A7-BC71-FE5995BB023A}" dt="2022-06-30T08:04:19.361" v="6934" actId="20577"/>
        <pc:sldMkLst>
          <pc:docMk/>
          <pc:sldMk cId="1584622828" sldId="995"/>
        </pc:sldMkLst>
        <pc:spChg chg="mod">
          <ac:chgData name="Yeo Xiong Wei, Jonathan" userId="ac2b658e-7ce1-44bb-9f9f-bf4198ceaa29" providerId="ADAL" clId="{C553B73B-7C75-48A7-BC71-FE5995BB023A}" dt="2022-06-30T08:04:10.505" v="6924" actId="20577"/>
          <ac:spMkLst>
            <pc:docMk/>
            <pc:sldMk cId="1584622828" sldId="995"/>
            <ac:spMk id="63489" creationId="{00000000-0000-0000-0000-000000000000}"/>
          </ac:spMkLst>
        </pc:spChg>
        <pc:spChg chg="mod">
          <ac:chgData name="Yeo Xiong Wei, Jonathan" userId="ac2b658e-7ce1-44bb-9f9f-bf4198ceaa29" providerId="ADAL" clId="{C553B73B-7C75-48A7-BC71-FE5995BB023A}" dt="2022-06-30T08:04:19.361" v="6934" actId="20577"/>
          <ac:spMkLst>
            <pc:docMk/>
            <pc:sldMk cId="1584622828" sldId="995"/>
            <ac:spMk id="63490" creationId="{00000000-0000-0000-0000-000000000000}"/>
          </ac:spMkLst>
        </pc:spChg>
      </pc:sldChg>
      <pc:sldChg chg="modSp del mod modCm">
        <pc:chgData name="Yeo Xiong Wei, Jonathan" userId="ac2b658e-7ce1-44bb-9f9f-bf4198ceaa29" providerId="ADAL" clId="{C553B73B-7C75-48A7-BC71-FE5995BB023A}" dt="2022-06-30T03:26:35.624" v="4822" actId="2696"/>
        <pc:sldMkLst>
          <pc:docMk/>
          <pc:sldMk cId="1161125845" sldId="996"/>
        </pc:sldMkLst>
        <pc:spChg chg="mod">
          <ac:chgData name="Yeo Xiong Wei, Jonathan" userId="ac2b658e-7ce1-44bb-9f9f-bf4198ceaa29" providerId="ADAL" clId="{C553B73B-7C75-48A7-BC71-FE5995BB023A}" dt="2022-06-29T08:02:09.916" v="1949"/>
          <ac:spMkLst>
            <pc:docMk/>
            <pc:sldMk cId="1161125845" sldId="996"/>
            <ac:spMk id="50177" creationId="{00000000-0000-0000-0000-000000000000}"/>
          </ac:spMkLst>
        </pc:spChg>
        <pc:spChg chg="mod">
          <ac:chgData name="Yeo Xiong Wei, Jonathan" userId="ac2b658e-7ce1-44bb-9f9f-bf4198ceaa29" providerId="ADAL" clId="{C553B73B-7C75-48A7-BC71-FE5995BB023A}" dt="2022-06-29T08:27:32.451" v="2703" actId="20577"/>
          <ac:spMkLst>
            <pc:docMk/>
            <pc:sldMk cId="1161125845" sldId="996"/>
            <ac:spMk id="50178" creationId="{00000000-0000-0000-0000-000000000000}"/>
          </ac:spMkLst>
        </pc:spChg>
      </pc:sldChg>
      <pc:sldChg chg="modSp del mod">
        <pc:chgData name="Yeo Xiong Wei, Jonathan" userId="ac2b658e-7ce1-44bb-9f9f-bf4198ceaa29" providerId="ADAL" clId="{C553B73B-7C75-48A7-BC71-FE5995BB023A}" dt="2022-06-30T03:26:35.624" v="4822" actId="2696"/>
        <pc:sldMkLst>
          <pc:docMk/>
          <pc:sldMk cId="186024609" sldId="997"/>
        </pc:sldMkLst>
        <pc:spChg chg="mod">
          <ac:chgData name="Yeo Xiong Wei, Jonathan" userId="ac2b658e-7ce1-44bb-9f9f-bf4198ceaa29" providerId="ADAL" clId="{C553B73B-7C75-48A7-BC71-FE5995BB023A}" dt="2022-06-29T08:33:00.506" v="3372"/>
          <ac:spMkLst>
            <pc:docMk/>
            <pc:sldMk cId="186024609" sldId="997"/>
            <ac:spMk id="56321" creationId="{00000000-0000-0000-0000-000000000000}"/>
          </ac:spMkLst>
        </pc:spChg>
        <pc:spChg chg="mod">
          <ac:chgData name="Yeo Xiong Wei, Jonathan" userId="ac2b658e-7ce1-44bb-9f9f-bf4198ceaa29" providerId="ADAL" clId="{C553B73B-7C75-48A7-BC71-FE5995BB023A}" dt="2022-06-29T08:42:41.460" v="3851" actId="20577"/>
          <ac:spMkLst>
            <pc:docMk/>
            <pc:sldMk cId="186024609" sldId="997"/>
            <ac:spMk id="56322" creationId="{00000000-0000-0000-0000-000000000000}"/>
          </ac:spMkLst>
        </pc:spChg>
      </pc:sldChg>
      <pc:sldChg chg="modSp add mod ord">
        <pc:chgData name="Yeo Xiong Wei, Jonathan" userId="ac2b658e-7ce1-44bb-9f9f-bf4198ceaa29" providerId="ADAL" clId="{C553B73B-7C75-48A7-BC71-FE5995BB023A}" dt="2022-06-30T07:53:39.642" v="5787" actId="20577"/>
        <pc:sldMkLst>
          <pc:docMk/>
          <pc:sldMk cId="933616862" sldId="998"/>
        </pc:sldMkLst>
        <pc:spChg chg="mod">
          <ac:chgData name="Yeo Xiong Wei, Jonathan" userId="ac2b658e-7ce1-44bb-9f9f-bf4198ceaa29" providerId="ADAL" clId="{C553B73B-7C75-48A7-BC71-FE5995BB023A}" dt="2022-06-30T07:53:39.642" v="5787" actId="20577"/>
          <ac:spMkLst>
            <pc:docMk/>
            <pc:sldMk cId="933616862" sldId="998"/>
            <ac:spMk id="30721" creationId="{00000000-0000-0000-0000-000000000000}"/>
          </ac:spMkLst>
        </pc:spChg>
        <pc:spChg chg="mod">
          <ac:chgData name="Yeo Xiong Wei, Jonathan" userId="ac2b658e-7ce1-44bb-9f9f-bf4198ceaa29" providerId="ADAL" clId="{C553B73B-7C75-48A7-BC71-FE5995BB023A}" dt="2022-06-30T07:52:30.584" v="5734" actId="20577"/>
          <ac:spMkLst>
            <pc:docMk/>
            <pc:sldMk cId="933616862" sldId="998"/>
            <ac:spMk id="30722" creationId="{00000000-0000-0000-0000-000000000000}"/>
          </ac:spMkLst>
        </pc:spChg>
      </pc:sldChg>
      <pc:sldChg chg="modSp add del mod">
        <pc:chgData name="Yeo Xiong Wei, Jonathan" userId="ac2b658e-7ce1-44bb-9f9f-bf4198ceaa29" providerId="ADAL" clId="{C553B73B-7C75-48A7-BC71-FE5995BB023A}" dt="2022-06-29T07:53:48.674" v="1452" actId="2696"/>
        <pc:sldMkLst>
          <pc:docMk/>
          <pc:sldMk cId="2727587066" sldId="998"/>
        </pc:sldMkLst>
        <pc:spChg chg="mod">
          <ac:chgData name="Yeo Xiong Wei, Jonathan" userId="ac2b658e-7ce1-44bb-9f9f-bf4198ceaa29" providerId="ADAL" clId="{C553B73B-7C75-48A7-BC71-FE5995BB023A}" dt="2022-06-29T07:43:57.459" v="904"/>
          <ac:spMkLst>
            <pc:docMk/>
            <pc:sldMk cId="2727587066" sldId="998"/>
            <ac:spMk id="30722" creationId="{00000000-0000-0000-0000-000000000000}"/>
          </ac:spMkLst>
        </pc:spChg>
      </pc:sldChg>
      <pc:sldChg chg="modSp add del mod">
        <pc:chgData name="Yeo Xiong Wei, Jonathan" userId="ac2b658e-7ce1-44bb-9f9f-bf4198ceaa29" providerId="ADAL" clId="{C553B73B-7C75-48A7-BC71-FE5995BB023A}" dt="2022-06-30T03:26:35.624" v="4822" actId="2696"/>
        <pc:sldMkLst>
          <pc:docMk/>
          <pc:sldMk cId="1635831083" sldId="999"/>
        </pc:sldMkLst>
        <pc:spChg chg="mod">
          <ac:chgData name="Yeo Xiong Wei, Jonathan" userId="ac2b658e-7ce1-44bb-9f9f-bf4198ceaa29" providerId="ADAL" clId="{C553B73B-7C75-48A7-BC71-FE5995BB023A}" dt="2022-06-29T08:33:02.678" v="3373"/>
          <ac:spMkLst>
            <pc:docMk/>
            <pc:sldMk cId="1635831083" sldId="999"/>
            <ac:spMk id="56321" creationId="{00000000-0000-0000-0000-000000000000}"/>
          </ac:spMkLst>
        </pc:spChg>
        <pc:spChg chg="mod">
          <ac:chgData name="Yeo Xiong Wei, Jonathan" userId="ac2b658e-7ce1-44bb-9f9f-bf4198ceaa29" providerId="ADAL" clId="{C553B73B-7C75-48A7-BC71-FE5995BB023A}" dt="2022-06-29T08:42:57.433" v="3852" actId="113"/>
          <ac:spMkLst>
            <pc:docMk/>
            <pc:sldMk cId="1635831083" sldId="999"/>
            <ac:spMk id="56322" creationId="{00000000-0000-0000-0000-000000000000}"/>
          </ac:spMkLst>
        </pc:spChg>
      </pc:sldChg>
      <pc:sldChg chg="modSp add del mod">
        <pc:chgData name="Yeo Xiong Wei, Jonathan" userId="ac2b658e-7ce1-44bb-9f9f-bf4198ceaa29" providerId="ADAL" clId="{C553B73B-7C75-48A7-BC71-FE5995BB023A}" dt="2022-06-29T08:12:08.548" v="2117" actId="47"/>
        <pc:sldMkLst>
          <pc:docMk/>
          <pc:sldMk cId="2056576447" sldId="999"/>
        </pc:sldMkLst>
        <pc:spChg chg="mod">
          <ac:chgData name="Yeo Xiong Wei, Jonathan" userId="ac2b658e-7ce1-44bb-9f9f-bf4198ceaa29" providerId="ADAL" clId="{C553B73B-7C75-48A7-BC71-FE5995BB023A}" dt="2022-06-29T08:12:02.457" v="2116" actId="6549"/>
          <ac:spMkLst>
            <pc:docMk/>
            <pc:sldMk cId="2056576447" sldId="999"/>
            <ac:spMk id="49154" creationId="{00000000-0000-0000-0000-000000000000}"/>
          </ac:spMkLst>
        </pc:spChg>
      </pc:sldChg>
      <pc:sldChg chg="modSp add mod">
        <pc:chgData name="Yeo Xiong Wei, Jonathan" userId="ac2b658e-7ce1-44bb-9f9f-bf4198ceaa29" providerId="ADAL" clId="{C553B73B-7C75-48A7-BC71-FE5995BB023A}" dt="2022-06-30T07:43:40.171" v="5163" actId="20577"/>
        <pc:sldMkLst>
          <pc:docMk/>
          <pc:sldMk cId="4288377880" sldId="1000"/>
        </pc:sldMkLst>
        <pc:spChg chg="mod">
          <ac:chgData name="Yeo Xiong Wei, Jonathan" userId="ac2b658e-7ce1-44bb-9f9f-bf4198ceaa29" providerId="ADAL" clId="{C553B73B-7C75-48A7-BC71-FE5995BB023A}" dt="2022-06-29T08:53:21.521" v="4163" actId="20577"/>
          <ac:spMkLst>
            <pc:docMk/>
            <pc:sldMk cId="4288377880" sldId="1000"/>
            <ac:spMk id="62465" creationId="{00000000-0000-0000-0000-000000000000}"/>
          </ac:spMkLst>
        </pc:spChg>
        <pc:spChg chg="mod">
          <ac:chgData name="Yeo Xiong Wei, Jonathan" userId="ac2b658e-7ce1-44bb-9f9f-bf4198ceaa29" providerId="ADAL" clId="{C553B73B-7C75-48A7-BC71-FE5995BB023A}" dt="2022-06-30T07:43:40.171" v="5163" actId="20577"/>
          <ac:spMkLst>
            <pc:docMk/>
            <pc:sldMk cId="4288377880" sldId="1000"/>
            <ac:spMk id="62466" creationId="{00000000-0000-0000-0000-000000000000}"/>
          </ac:spMkLst>
        </pc:spChg>
      </pc:sldChg>
      <pc:sldChg chg="modSp add del mod modAnim">
        <pc:chgData name="Yeo Xiong Wei, Jonathan" userId="ac2b658e-7ce1-44bb-9f9f-bf4198ceaa29" providerId="ADAL" clId="{C553B73B-7C75-48A7-BC71-FE5995BB023A}" dt="2022-06-30T03:26:35.624" v="4822" actId="2696"/>
        <pc:sldMkLst>
          <pc:docMk/>
          <pc:sldMk cId="3066487498" sldId="1001"/>
        </pc:sldMkLst>
        <pc:spChg chg="mod">
          <ac:chgData name="Yeo Xiong Wei, Jonathan" userId="ac2b658e-7ce1-44bb-9f9f-bf4198ceaa29" providerId="ADAL" clId="{C553B73B-7C75-48A7-BC71-FE5995BB023A}" dt="2022-06-29T08:57:29.524" v="4735" actId="20577"/>
          <ac:spMkLst>
            <pc:docMk/>
            <pc:sldMk cId="3066487498" sldId="1001"/>
            <ac:spMk id="2" creationId="{141545B8-14FC-4EE7-BE64-CA386A90E219}"/>
          </ac:spMkLst>
        </pc:spChg>
        <pc:spChg chg="mod">
          <ac:chgData name="Yeo Xiong Wei, Jonathan" userId="ac2b658e-7ce1-44bb-9f9f-bf4198ceaa29" providerId="ADAL" clId="{C553B73B-7C75-48A7-BC71-FE5995BB023A}" dt="2022-06-29T08:58:28.424" v="4789" actId="20577"/>
          <ac:spMkLst>
            <pc:docMk/>
            <pc:sldMk cId="3066487498" sldId="1001"/>
            <ac:spMk id="3" creationId="{CDF4B2E5-1CF0-4D19-AFAA-E09B13AE7CF3}"/>
          </ac:spMkLst>
        </pc:spChg>
      </pc:sldChg>
      <pc:sldChg chg="add del">
        <pc:chgData name="Yeo Xiong Wei, Jonathan" userId="ac2b658e-7ce1-44bb-9f9f-bf4198ceaa29" providerId="ADAL" clId="{C553B73B-7C75-48A7-BC71-FE5995BB023A}" dt="2022-06-30T08:01:15.618" v="6548" actId="47"/>
        <pc:sldMkLst>
          <pc:docMk/>
          <pc:sldMk cId="2951512512" sldId="1007"/>
        </pc:sldMkLst>
      </pc:sldChg>
      <pc:sldChg chg="modSp add mod">
        <pc:chgData name="Yeo Xiong Wei, Jonathan" userId="ac2b658e-7ce1-44bb-9f9f-bf4198ceaa29" providerId="ADAL" clId="{C553B73B-7C75-48A7-BC71-FE5995BB023A}" dt="2022-06-30T07:41:49.236" v="5072" actId="20577"/>
        <pc:sldMkLst>
          <pc:docMk/>
          <pc:sldMk cId="1575323387" sldId="1008"/>
        </pc:sldMkLst>
        <pc:spChg chg="mod">
          <ac:chgData name="Yeo Xiong Wei, Jonathan" userId="ac2b658e-7ce1-44bb-9f9f-bf4198ceaa29" providerId="ADAL" clId="{C553B73B-7C75-48A7-BC71-FE5995BB023A}" dt="2022-06-30T07:41:49.236" v="5072" actId="20577"/>
          <ac:spMkLst>
            <pc:docMk/>
            <pc:sldMk cId="1575323387" sldId="1008"/>
            <ac:spMk id="2" creationId="{EAE8B178-01C8-4DCD-B46E-160FEEC9F757}"/>
          </ac:spMkLst>
        </pc:spChg>
      </pc:sldChg>
      <pc:sldChg chg="modSp add mod">
        <pc:chgData name="Yeo Xiong Wei, Jonathan" userId="ac2b658e-7ce1-44bb-9f9f-bf4198ceaa29" providerId="ADAL" clId="{C553B73B-7C75-48A7-BC71-FE5995BB023A}" dt="2022-06-30T07:40:50.964" v="4972" actId="20577"/>
        <pc:sldMkLst>
          <pc:docMk/>
          <pc:sldMk cId="2599278897" sldId="1009"/>
        </pc:sldMkLst>
        <pc:spChg chg="mod">
          <ac:chgData name="Yeo Xiong Wei, Jonathan" userId="ac2b658e-7ce1-44bb-9f9f-bf4198ceaa29" providerId="ADAL" clId="{C553B73B-7C75-48A7-BC71-FE5995BB023A}" dt="2022-06-30T07:40:50.964" v="4972" actId="20577"/>
          <ac:spMkLst>
            <pc:docMk/>
            <pc:sldMk cId="2599278897" sldId="1009"/>
            <ac:spMk id="3" creationId="{D195060D-B1A5-D17B-DB0B-CBF6A0833656}"/>
          </ac:spMkLst>
        </pc:spChg>
      </pc:sldChg>
      <pc:sldChg chg="modSp add mod">
        <pc:chgData name="Yeo Xiong Wei, Jonathan" userId="ac2b658e-7ce1-44bb-9f9f-bf4198ceaa29" providerId="ADAL" clId="{C553B73B-7C75-48A7-BC71-FE5995BB023A}" dt="2022-06-30T07:42:39.972" v="5128" actId="6549"/>
        <pc:sldMkLst>
          <pc:docMk/>
          <pc:sldMk cId="2882623215" sldId="1011"/>
        </pc:sldMkLst>
        <pc:spChg chg="mod">
          <ac:chgData name="Yeo Xiong Wei, Jonathan" userId="ac2b658e-7ce1-44bb-9f9f-bf4198ceaa29" providerId="ADAL" clId="{C553B73B-7C75-48A7-BC71-FE5995BB023A}" dt="2022-06-30T07:42:39.972" v="5128" actId="6549"/>
          <ac:spMkLst>
            <pc:docMk/>
            <pc:sldMk cId="2882623215" sldId="1011"/>
            <ac:spMk id="3" creationId="{D195060D-B1A5-D17B-DB0B-CBF6A0833656}"/>
          </ac:spMkLst>
        </pc:spChg>
      </pc:sldChg>
      <pc:sldChg chg="modSp add mod">
        <pc:chgData name="Yeo Xiong Wei, Jonathan" userId="ac2b658e-7ce1-44bb-9f9f-bf4198ceaa29" providerId="ADAL" clId="{C553B73B-7C75-48A7-BC71-FE5995BB023A}" dt="2022-06-30T08:03:26.393" v="6902" actId="20577"/>
        <pc:sldMkLst>
          <pc:docMk/>
          <pc:sldMk cId="1637301243" sldId="1017"/>
        </pc:sldMkLst>
        <pc:spChg chg="mod">
          <ac:chgData name="Yeo Xiong Wei, Jonathan" userId="ac2b658e-7ce1-44bb-9f9f-bf4198ceaa29" providerId="ADAL" clId="{C553B73B-7C75-48A7-BC71-FE5995BB023A}" dt="2022-06-30T08:01:30.525" v="6551"/>
          <ac:spMkLst>
            <pc:docMk/>
            <pc:sldMk cId="1637301243" sldId="1017"/>
            <ac:spMk id="63489" creationId="{00000000-0000-0000-0000-000000000000}"/>
          </ac:spMkLst>
        </pc:spChg>
        <pc:spChg chg="mod">
          <ac:chgData name="Yeo Xiong Wei, Jonathan" userId="ac2b658e-7ce1-44bb-9f9f-bf4198ceaa29" providerId="ADAL" clId="{C553B73B-7C75-48A7-BC71-FE5995BB023A}" dt="2022-06-30T08:03:26.393" v="6902" actId="20577"/>
          <ac:spMkLst>
            <pc:docMk/>
            <pc:sldMk cId="1637301243" sldId="1017"/>
            <ac:spMk id="63490" creationId="{00000000-0000-0000-0000-000000000000}"/>
          </ac:spMkLst>
        </pc:spChg>
      </pc:sldChg>
      <pc:sldChg chg="modSp add mod">
        <pc:chgData name="Yeo Xiong Wei, Jonathan" userId="ac2b658e-7ce1-44bb-9f9f-bf4198ceaa29" providerId="ADAL" clId="{C553B73B-7C75-48A7-BC71-FE5995BB023A}" dt="2022-06-30T08:00:01.578" v="6526" actId="20577"/>
        <pc:sldMkLst>
          <pc:docMk/>
          <pc:sldMk cId="67961189" sldId="1018"/>
        </pc:sldMkLst>
        <pc:spChg chg="mod">
          <ac:chgData name="Yeo Xiong Wei, Jonathan" userId="ac2b658e-7ce1-44bb-9f9f-bf4198ceaa29" providerId="ADAL" clId="{C553B73B-7C75-48A7-BC71-FE5995BB023A}" dt="2022-06-30T07:56:57.386" v="6159" actId="20577"/>
          <ac:spMkLst>
            <pc:docMk/>
            <pc:sldMk cId="67961189" sldId="1018"/>
            <ac:spMk id="29697" creationId="{00000000-0000-0000-0000-000000000000}"/>
          </ac:spMkLst>
        </pc:spChg>
        <pc:spChg chg="mod">
          <ac:chgData name="Yeo Xiong Wei, Jonathan" userId="ac2b658e-7ce1-44bb-9f9f-bf4198ceaa29" providerId="ADAL" clId="{C553B73B-7C75-48A7-BC71-FE5995BB023A}" dt="2022-06-30T08:00:01.578" v="6526" actId="20577"/>
          <ac:spMkLst>
            <pc:docMk/>
            <pc:sldMk cId="67961189" sldId="1018"/>
            <ac:spMk id="29698" creationId="{00000000-0000-0000-0000-000000000000}"/>
          </ac:spMkLst>
        </pc:spChg>
      </pc:sldChg>
    </pc:docChg>
  </pc:docChgLst>
  <pc:docChgLst>
    <pc:chgData name="#ZHAO ZICHEN#" userId="S::zichen003@e.ntu.edu.sg::70b6c59c-82ba-47de-9281-19ad96e21e3c" providerId="AD" clId="Web-{FBE32B47-920C-B45C-0936-1CB8B765BCB6}"/>
    <pc:docChg chg="mod">
      <pc:chgData name="#ZHAO ZICHEN#" userId="S::zichen003@e.ntu.edu.sg::70b6c59c-82ba-47de-9281-19ad96e21e3c" providerId="AD" clId="Web-{FBE32B47-920C-B45C-0936-1CB8B765BCB6}" dt="2022-06-28T06:07:55.485" v="1"/>
      <pc:docMkLst>
        <pc:docMk/>
      </pc:docMkLst>
      <pc:sldChg chg="addCm">
        <pc:chgData name="#ZHAO ZICHEN#" userId="S::zichen003@e.ntu.edu.sg::70b6c59c-82ba-47de-9281-19ad96e21e3c" providerId="AD" clId="Web-{FBE32B47-920C-B45C-0936-1CB8B765BCB6}" dt="2022-06-28T06:07:55.485" v="1"/>
        <pc:sldMkLst>
          <pc:docMk/>
          <pc:sldMk cId="1161125845" sldId="996"/>
        </pc:sldMkLst>
      </pc:sldChg>
    </pc:docChg>
  </pc:docChgLst>
  <pc:docChgLst>
    <pc:chgData name="Yeo Xiong Wei, Jonathan" userId="ac2b658e-7ce1-44bb-9f9f-bf4198ceaa29" providerId="ADAL" clId="{8F34BA17-F421-4767-B4E0-1844A4887669}"/>
    <pc:docChg chg="custSel modSld">
      <pc:chgData name="Yeo Xiong Wei, Jonathan" userId="ac2b658e-7ce1-44bb-9f9f-bf4198ceaa29" providerId="ADAL" clId="{8F34BA17-F421-4767-B4E0-1844A4887669}" dt="2022-07-22T08:57:47.290" v="321" actId="1076"/>
      <pc:docMkLst>
        <pc:docMk/>
      </pc:docMkLst>
      <pc:sldChg chg="modSp mod">
        <pc:chgData name="Yeo Xiong Wei, Jonathan" userId="ac2b658e-7ce1-44bb-9f9f-bf4198ceaa29" providerId="ADAL" clId="{8F34BA17-F421-4767-B4E0-1844A4887669}" dt="2022-07-22T08:45:30.666" v="241" actId="6549"/>
        <pc:sldMkLst>
          <pc:docMk/>
          <pc:sldMk cId="3920119451" sldId="332"/>
        </pc:sldMkLst>
        <pc:spChg chg="mod">
          <ac:chgData name="Yeo Xiong Wei, Jonathan" userId="ac2b658e-7ce1-44bb-9f9f-bf4198ceaa29" providerId="ADAL" clId="{8F34BA17-F421-4767-B4E0-1844A4887669}" dt="2022-07-22T08:45:30.666" v="241" actId="6549"/>
          <ac:spMkLst>
            <pc:docMk/>
            <pc:sldMk cId="3920119451" sldId="332"/>
            <ac:spMk id="62466" creationId="{00000000-0000-0000-0000-000000000000}"/>
          </ac:spMkLst>
        </pc:spChg>
      </pc:sldChg>
      <pc:sldChg chg="modSp">
        <pc:chgData name="Yeo Xiong Wei, Jonathan" userId="ac2b658e-7ce1-44bb-9f9f-bf4198ceaa29" providerId="ADAL" clId="{8F34BA17-F421-4767-B4E0-1844A4887669}" dt="2022-07-22T08:55:23.622" v="276" actId="114"/>
        <pc:sldMkLst>
          <pc:docMk/>
          <pc:sldMk cId="745064473" sldId="333"/>
        </pc:sldMkLst>
        <pc:spChg chg="mod">
          <ac:chgData name="Yeo Xiong Wei, Jonathan" userId="ac2b658e-7ce1-44bb-9f9f-bf4198ceaa29" providerId="ADAL" clId="{8F34BA17-F421-4767-B4E0-1844A4887669}" dt="2022-07-22T08:55:23.622" v="276" actId="114"/>
          <ac:spMkLst>
            <pc:docMk/>
            <pc:sldMk cId="745064473" sldId="333"/>
            <ac:spMk id="63490" creationId="{00000000-0000-0000-0000-000000000000}"/>
          </ac:spMkLst>
        </pc:spChg>
      </pc:sldChg>
      <pc:sldChg chg="addSp modSp mod">
        <pc:chgData name="Yeo Xiong Wei, Jonathan" userId="ac2b658e-7ce1-44bb-9f9f-bf4198ceaa29" providerId="ADAL" clId="{8F34BA17-F421-4767-B4E0-1844A4887669}" dt="2022-07-22T08:57:14.405" v="298" actId="207"/>
        <pc:sldMkLst>
          <pc:docMk/>
          <pc:sldMk cId="111974515" sldId="334"/>
        </pc:sldMkLst>
        <pc:spChg chg="add mod">
          <ac:chgData name="Yeo Xiong Wei, Jonathan" userId="ac2b658e-7ce1-44bb-9f9f-bf4198ceaa29" providerId="ADAL" clId="{8F34BA17-F421-4767-B4E0-1844A4887669}" dt="2022-07-22T08:57:14.405" v="298" actId="207"/>
          <ac:spMkLst>
            <pc:docMk/>
            <pc:sldMk cId="111974515" sldId="334"/>
            <ac:spMk id="3" creationId="{C82E0A8E-3857-3398-47DA-A852AA28EC07}"/>
          </ac:spMkLst>
        </pc:spChg>
      </pc:sldChg>
      <pc:sldChg chg="addSp modSp mod">
        <pc:chgData name="Yeo Xiong Wei, Jonathan" userId="ac2b658e-7ce1-44bb-9f9f-bf4198ceaa29" providerId="ADAL" clId="{8F34BA17-F421-4767-B4E0-1844A4887669}" dt="2022-07-22T08:57:21.618" v="311" actId="1035"/>
        <pc:sldMkLst>
          <pc:docMk/>
          <pc:sldMk cId="1849850092" sldId="335"/>
        </pc:sldMkLst>
        <pc:spChg chg="add mod">
          <ac:chgData name="Yeo Xiong Wei, Jonathan" userId="ac2b658e-7ce1-44bb-9f9f-bf4198ceaa29" providerId="ADAL" clId="{8F34BA17-F421-4767-B4E0-1844A4887669}" dt="2022-07-22T08:57:21.618" v="311" actId="1035"/>
          <ac:spMkLst>
            <pc:docMk/>
            <pc:sldMk cId="1849850092" sldId="335"/>
            <ac:spMk id="6" creationId="{B0B5E812-30A7-B883-AFC5-96CB682448C0}"/>
          </ac:spMkLst>
        </pc:spChg>
      </pc:sldChg>
      <pc:sldChg chg="addSp modSp mod">
        <pc:chgData name="Yeo Xiong Wei, Jonathan" userId="ac2b658e-7ce1-44bb-9f9f-bf4198ceaa29" providerId="ADAL" clId="{8F34BA17-F421-4767-B4E0-1844A4887669}" dt="2022-07-22T08:57:47.290" v="321" actId="1076"/>
        <pc:sldMkLst>
          <pc:docMk/>
          <pc:sldMk cId="1748669557" sldId="341"/>
        </pc:sldMkLst>
        <pc:spChg chg="add mod">
          <ac:chgData name="Yeo Xiong Wei, Jonathan" userId="ac2b658e-7ce1-44bb-9f9f-bf4198ceaa29" providerId="ADAL" clId="{8F34BA17-F421-4767-B4E0-1844A4887669}" dt="2022-07-22T08:57:47.290" v="321" actId="1076"/>
          <ac:spMkLst>
            <pc:docMk/>
            <pc:sldMk cId="1748669557" sldId="341"/>
            <ac:spMk id="7" creationId="{FFFD9E0D-36DF-252B-F67A-3673BFA157C8}"/>
          </ac:spMkLst>
        </pc:spChg>
      </pc:sldChg>
      <pc:sldChg chg="addSp delSp modSp mod">
        <pc:chgData name="Yeo Xiong Wei, Jonathan" userId="ac2b658e-7ce1-44bb-9f9f-bf4198ceaa29" providerId="ADAL" clId="{8F34BA17-F421-4767-B4E0-1844A4887669}" dt="2022-07-22T08:57:43.274" v="320" actId="1076"/>
        <pc:sldMkLst>
          <pc:docMk/>
          <pc:sldMk cId="264684988" sldId="993"/>
        </pc:sldMkLst>
        <pc:spChg chg="add del mod">
          <ac:chgData name="Yeo Xiong Wei, Jonathan" userId="ac2b658e-7ce1-44bb-9f9f-bf4198ceaa29" providerId="ADAL" clId="{8F34BA17-F421-4767-B4E0-1844A4887669}" dt="2022-07-22T08:57:36.628" v="318"/>
          <ac:spMkLst>
            <pc:docMk/>
            <pc:sldMk cId="264684988" sldId="993"/>
            <ac:spMk id="8" creationId="{C22F9463-BA61-1AF0-99F0-0BDCF413DAB0}"/>
          </ac:spMkLst>
        </pc:spChg>
        <pc:spChg chg="add mod">
          <ac:chgData name="Yeo Xiong Wei, Jonathan" userId="ac2b658e-7ce1-44bb-9f9f-bf4198ceaa29" providerId="ADAL" clId="{8F34BA17-F421-4767-B4E0-1844A4887669}" dt="2022-07-22T08:57:43.274" v="320" actId="1076"/>
          <ac:spMkLst>
            <pc:docMk/>
            <pc:sldMk cId="264684988" sldId="993"/>
            <ac:spMk id="9" creationId="{D0697BF4-978D-70A0-B8B6-6648F6F65D95}"/>
          </ac:spMkLst>
        </pc:spChg>
      </pc:sldChg>
      <pc:sldChg chg="modSp mod">
        <pc:chgData name="Yeo Xiong Wei, Jonathan" userId="ac2b658e-7ce1-44bb-9f9f-bf4198ceaa29" providerId="ADAL" clId="{8F34BA17-F421-4767-B4E0-1844A4887669}" dt="2022-07-22T08:26:57.663" v="215" actId="20577"/>
        <pc:sldMkLst>
          <pc:docMk/>
          <pc:sldMk cId="1584622828" sldId="995"/>
        </pc:sldMkLst>
        <pc:spChg chg="mod">
          <ac:chgData name="Yeo Xiong Wei, Jonathan" userId="ac2b658e-7ce1-44bb-9f9f-bf4198ceaa29" providerId="ADAL" clId="{8F34BA17-F421-4767-B4E0-1844A4887669}" dt="2022-07-22T08:26:57.663" v="215" actId="20577"/>
          <ac:spMkLst>
            <pc:docMk/>
            <pc:sldMk cId="1584622828" sldId="995"/>
            <ac:spMk id="63490" creationId="{00000000-0000-0000-0000-000000000000}"/>
          </ac:spMkLst>
        </pc:spChg>
      </pc:sldChg>
      <pc:sldChg chg="modSp mod">
        <pc:chgData name="Yeo Xiong Wei, Jonathan" userId="ac2b658e-7ce1-44bb-9f9f-bf4198ceaa29" providerId="ADAL" clId="{8F34BA17-F421-4767-B4E0-1844A4887669}" dt="2022-07-22T08:26:50.083" v="214" actId="20577"/>
        <pc:sldMkLst>
          <pc:docMk/>
          <pc:sldMk cId="1637301243" sldId="1017"/>
        </pc:sldMkLst>
        <pc:spChg chg="mod">
          <ac:chgData name="Yeo Xiong Wei, Jonathan" userId="ac2b658e-7ce1-44bb-9f9f-bf4198ceaa29" providerId="ADAL" clId="{8F34BA17-F421-4767-B4E0-1844A4887669}" dt="2022-07-22T08:26:50.083" v="214" actId="20577"/>
          <ac:spMkLst>
            <pc:docMk/>
            <pc:sldMk cId="1637301243" sldId="1017"/>
            <ac:spMk id="63490" creationId="{00000000-0000-0000-0000-000000000000}"/>
          </ac:spMkLst>
        </pc:spChg>
      </pc:sldChg>
    </pc:docChg>
  </pc:docChgLst>
  <pc:docChgLst>
    <pc:chgData name="Yeo Xiong Wei, Jonathan" userId="ac2b658e-7ce1-44bb-9f9f-bf4198ceaa29" providerId="ADAL" clId="{4B2EDEA7-3ECD-47B6-9F3D-0E20AD166BEC}"/>
    <pc:docChg chg="undo custSel addSld modSld modMainMaster">
      <pc:chgData name="Yeo Xiong Wei, Jonathan" userId="ac2b658e-7ce1-44bb-9f9f-bf4198ceaa29" providerId="ADAL" clId="{4B2EDEA7-3ECD-47B6-9F3D-0E20AD166BEC}" dt="2024-06-29T08:43:20.725" v="1864" actId="1076"/>
      <pc:docMkLst>
        <pc:docMk/>
      </pc:docMkLst>
      <pc:sldChg chg="addSp delSp modSp mod">
        <pc:chgData name="Yeo Xiong Wei, Jonathan" userId="ac2b658e-7ce1-44bb-9f9f-bf4198ceaa29" providerId="ADAL" clId="{4B2EDEA7-3ECD-47B6-9F3D-0E20AD166BEC}" dt="2024-06-29T07:49:29.245" v="107" actId="14100"/>
        <pc:sldMkLst>
          <pc:docMk/>
          <pc:sldMk cId="165549870" sldId="298"/>
        </pc:sldMkLst>
        <pc:spChg chg="add mod ord">
          <ac:chgData name="Yeo Xiong Wei, Jonathan" userId="ac2b658e-7ce1-44bb-9f9f-bf4198ceaa29" providerId="ADAL" clId="{4B2EDEA7-3ECD-47B6-9F3D-0E20AD166BEC}" dt="2024-06-29T07:49:29.245" v="107" actId="14100"/>
          <ac:spMkLst>
            <pc:docMk/>
            <pc:sldMk cId="165549870" sldId="298"/>
            <ac:spMk id="5" creationId="{6D8B49F4-48E3-E6E7-4B4A-FAF89DBE7587}"/>
          </ac:spMkLst>
        </pc:spChg>
        <pc:picChg chg="add del mod">
          <ac:chgData name="Yeo Xiong Wei, Jonathan" userId="ac2b658e-7ce1-44bb-9f9f-bf4198ceaa29" providerId="ADAL" clId="{4B2EDEA7-3ECD-47B6-9F3D-0E20AD166BEC}" dt="2024-06-29T07:48:26.745" v="92" actId="478"/>
          <ac:picMkLst>
            <pc:docMk/>
            <pc:sldMk cId="165549870" sldId="298"/>
            <ac:picMk id="3" creationId="{91D3B847-C4D0-EC27-08BE-B9411F1A64D1}"/>
          </ac:picMkLst>
        </pc:picChg>
        <pc:picChg chg="add mod">
          <ac:chgData name="Yeo Xiong Wei, Jonathan" userId="ac2b658e-7ce1-44bb-9f9f-bf4198ceaa29" providerId="ADAL" clId="{4B2EDEA7-3ECD-47B6-9F3D-0E20AD166BEC}" dt="2024-06-29T07:47:48.256" v="91" actId="1076"/>
          <ac:picMkLst>
            <pc:docMk/>
            <pc:sldMk cId="165549870" sldId="298"/>
            <ac:picMk id="1026" creationId="{F7198F7C-9242-52F4-03CA-B41B7583F221}"/>
          </ac:picMkLst>
        </pc:picChg>
        <pc:picChg chg="add mod">
          <ac:chgData name="Yeo Xiong Wei, Jonathan" userId="ac2b658e-7ce1-44bb-9f9f-bf4198ceaa29" providerId="ADAL" clId="{4B2EDEA7-3ECD-47B6-9F3D-0E20AD166BEC}" dt="2024-06-29T07:49:02.129" v="104" actId="1076"/>
          <ac:picMkLst>
            <pc:docMk/>
            <pc:sldMk cId="165549870" sldId="298"/>
            <ac:picMk id="1028" creationId="{F424AF0F-1126-8B6C-8B6F-A88DF640F5E3}"/>
          </ac:picMkLst>
        </pc:picChg>
        <pc:picChg chg="mod">
          <ac:chgData name="Yeo Xiong Wei, Jonathan" userId="ac2b658e-7ce1-44bb-9f9f-bf4198ceaa29" providerId="ADAL" clId="{4B2EDEA7-3ECD-47B6-9F3D-0E20AD166BEC}" dt="2024-06-29T07:48:44.605" v="97" actId="1076"/>
          <ac:picMkLst>
            <pc:docMk/>
            <pc:sldMk cId="165549870" sldId="298"/>
            <ac:picMk id="1030" creationId="{9AB55118-A746-204B-3F95-3B02801CAE64}"/>
          </ac:picMkLst>
        </pc:picChg>
        <pc:picChg chg="mod">
          <ac:chgData name="Yeo Xiong Wei, Jonathan" userId="ac2b658e-7ce1-44bb-9f9f-bf4198ceaa29" providerId="ADAL" clId="{4B2EDEA7-3ECD-47B6-9F3D-0E20AD166BEC}" dt="2024-06-29T07:48:52.137" v="100" actId="1076"/>
          <ac:picMkLst>
            <pc:docMk/>
            <pc:sldMk cId="165549870" sldId="298"/>
            <ac:picMk id="1032" creationId="{DCC47949-5E00-3286-F216-B914BC6CB468}"/>
          </ac:picMkLst>
        </pc:picChg>
        <pc:picChg chg="del">
          <ac:chgData name="Yeo Xiong Wei, Jonathan" userId="ac2b658e-7ce1-44bb-9f9f-bf4198ceaa29" providerId="ADAL" clId="{4B2EDEA7-3ECD-47B6-9F3D-0E20AD166BEC}" dt="2024-06-29T07:46:15.699" v="82" actId="478"/>
          <ac:picMkLst>
            <pc:docMk/>
            <pc:sldMk cId="165549870" sldId="298"/>
            <ac:picMk id="1034" creationId="{50463DB1-C786-C99F-7074-6E3F42DCAB58}"/>
          </ac:picMkLst>
        </pc:picChg>
      </pc:sldChg>
      <pc:sldChg chg="addSp delSp modSp mod">
        <pc:chgData name="Yeo Xiong Wei, Jonathan" userId="ac2b658e-7ce1-44bb-9f9f-bf4198ceaa29" providerId="ADAL" clId="{4B2EDEA7-3ECD-47B6-9F3D-0E20AD166BEC}" dt="2024-06-29T07:54:31.061" v="178" actId="20577"/>
        <pc:sldMkLst>
          <pc:docMk/>
          <pc:sldMk cId="663591570" sldId="299"/>
        </pc:sldMkLst>
        <pc:spChg chg="add mod ord">
          <ac:chgData name="Yeo Xiong Wei, Jonathan" userId="ac2b658e-7ce1-44bb-9f9f-bf4198ceaa29" providerId="ADAL" clId="{4B2EDEA7-3ECD-47B6-9F3D-0E20AD166BEC}" dt="2024-06-29T07:51:40.640" v="111" actId="1076"/>
          <ac:spMkLst>
            <pc:docMk/>
            <pc:sldMk cId="663591570" sldId="299"/>
            <ac:spMk id="2" creationId="{7ADE2AD8-5F10-3433-F2F1-0A6D3A632AC1}"/>
          </ac:spMkLst>
        </pc:spChg>
        <pc:spChg chg="add">
          <ac:chgData name="Yeo Xiong Wei, Jonathan" userId="ac2b658e-7ce1-44bb-9f9f-bf4198ceaa29" providerId="ADAL" clId="{4B2EDEA7-3ECD-47B6-9F3D-0E20AD166BEC}" dt="2024-06-29T07:53:18.212" v="124"/>
          <ac:spMkLst>
            <pc:docMk/>
            <pc:sldMk cId="663591570" sldId="299"/>
            <ac:spMk id="5" creationId="{7D2B0CE8-47D8-6694-4391-186548AF7D73}"/>
          </ac:spMkLst>
        </pc:spChg>
        <pc:spChg chg="add">
          <ac:chgData name="Yeo Xiong Wei, Jonathan" userId="ac2b658e-7ce1-44bb-9f9f-bf4198ceaa29" providerId="ADAL" clId="{4B2EDEA7-3ECD-47B6-9F3D-0E20AD166BEC}" dt="2024-06-29T07:53:29.914" v="125"/>
          <ac:spMkLst>
            <pc:docMk/>
            <pc:sldMk cId="663591570" sldId="299"/>
            <ac:spMk id="6" creationId="{1E8166AE-F753-EF59-DC21-13C4C82278F7}"/>
          </ac:spMkLst>
        </pc:spChg>
        <pc:spChg chg="mod">
          <ac:chgData name="Yeo Xiong Wei, Jonathan" userId="ac2b658e-7ce1-44bb-9f9f-bf4198ceaa29" providerId="ADAL" clId="{4B2EDEA7-3ECD-47B6-9F3D-0E20AD166BEC}" dt="2024-06-29T07:54:31.061" v="178" actId="20577"/>
          <ac:spMkLst>
            <pc:docMk/>
            <pc:sldMk cId="663591570" sldId="299"/>
            <ac:spMk id="28674" creationId="{00000000-0000-0000-0000-000000000000}"/>
          </ac:spMkLst>
        </pc:spChg>
        <pc:picChg chg="add mod">
          <ac:chgData name="Yeo Xiong Wei, Jonathan" userId="ac2b658e-7ce1-44bb-9f9f-bf4198ceaa29" providerId="ADAL" clId="{4B2EDEA7-3ECD-47B6-9F3D-0E20AD166BEC}" dt="2024-06-29T07:53:46.112" v="128" actId="14100"/>
          <ac:picMkLst>
            <pc:docMk/>
            <pc:sldMk cId="663591570" sldId="299"/>
            <ac:picMk id="3" creationId="{A604E88A-2160-FE7C-14EF-42176C37C10F}"/>
          </ac:picMkLst>
        </pc:picChg>
        <pc:picChg chg="mod">
          <ac:chgData name="Yeo Xiong Wei, Jonathan" userId="ac2b658e-7ce1-44bb-9f9f-bf4198ceaa29" providerId="ADAL" clId="{4B2EDEA7-3ECD-47B6-9F3D-0E20AD166BEC}" dt="2024-06-29T07:54:03.492" v="134" actId="1076"/>
          <ac:picMkLst>
            <pc:docMk/>
            <pc:sldMk cId="663591570" sldId="299"/>
            <ac:picMk id="2050" creationId="{14E3EBE1-FF32-C6F5-E268-B656612555DA}"/>
          </ac:picMkLst>
        </pc:picChg>
        <pc:picChg chg="mod">
          <ac:chgData name="Yeo Xiong Wei, Jonathan" userId="ac2b658e-7ce1-44bb-9f9f-bf4198ceaa29" providerId="ADAL" clId="{4B2EDEA7-3ECD-47B6-9F3D-0E20AD166BEC}" dt="2024-06-29T07:54:00.820" v="133" actId="1076"/>
          <ac:picMkLst>
            <pc:docMk/>
            <pc:sldMk cId="663591570" sldId="299"/>
            <ac:picMk id="2052" creationId="{67258974-A7EB-236A-A080-6618C94E67BF}"/>
          </ac:picMkLst>
        </pc:picChg>
        <pc:picChg chg="del">
          <ac:chgData name="Yeo Xiong Wei, Jonathan" userId="ac2b658e-7ce1-44bb-9f9f-bf4198ceaa29" providerId="ADAL" clId="{4B2EDEA7-3ECD-47B6-9F3D-0E20AD166BEC}" dt="2024-06-29T07:51:43.103" v="112" actId="478"/>
          <ac:picMkLst>
            <pc:docMk/>
            <pc:sldMk cId="663591570" sldId="299"/>
            <ac:picMk id="2054" creationId="{A9E002CC-4406-1EFA-5BFF-95CE4F1501CA}"/>
          </ac:picMkLst>
        </pc:picChg>
        <pc:picChg chg="add mod">
          <ac:chgData name="Yeo Xiong Wei, Jonathan" userId="ac2b658e-7ce1-44bb-9f9f-bf4198ceaa29" providerId="ADAL" clId="{4B2EDEA7-3ECD-47B6-9F3D-0E20AD166BEC}" dt="2024-06-29T07:53:57.873" v="132" actId="1076"/>
          <ac:picMkLst>
            <pc:docMk/>
            <pc:sldMk cId="663591570" sldId="299"/>
            <ac:picMk id="2056" creationId="{DB432A57-CA90-89A9-D344-3B450934F2C1}"/>
          </ac:picMkLst>
        </pc:picChg>
      </pc:sldChg>
      <pc:sldChg chg="modSp mod">
        <pc:chgData name="Yeo Xiong Wei, Jonathan" userId="ac2b658e-7ce1-44bb-9f9f-bf4198ceaa29" providerId="ADAL" clId="{4B2EDEA7-3ECD-47B6-9F3D-0E20AD166BEC}" dt="2024-06-29T07:55:44.866" v="199" actId="20577"/>
        <pc:sldMkLst>
          <pc:docMk/>
          <pc:sldMk cId="3982701179" sldId="300"/>
        </pc:sldMkLst>
        <pc:spChg chg="mod">
          <ac:chgData name="Yeo Xiong Wei, Jonathan" userId="ac2b658e-7ce1-44bb-9f9f-bf4198ceaa29" providerId="ADAL" clId="{4B2EDEA7-3ECD-47B6-9F3D-0E20AD166BEC}" dt="2024-06-29T07:55:44.866" v="199" actId="20577"/>
          <ac:spMkLst>
            <pc:docMk/>
            <pc:sldMk cId="3982701179" sldId="300"/>
            <ac:spMk id="29698" creationId="{00000000-0000-0000-0000-000000000000}"/>
          </ac:spMkLst>
        </pc:spChg>
      </pc:sldChg>
      <pc:sldChg chg="modSp">
        <pc:chgData name="Yeo Xiong Wei, Jonathan" userId="ac2b658e-7ce1-44bb-9f9f-bf4198ceaa29" providerId="ADAL" clId="{4B2EDEA7-3ECD-47B6-9F3D-0E20AD166BEC}" dt="2024-06-29T07:55:57.826" v="200" actId="20577"/>
        <pc:sldMkLst>
          <pc:docMk/>
          <pc:sldMk cId="1062100081" sldId="301"/>
        </pc:sldMkLst>
        <pc:spChg chg="mod">
          <ac:chgData name="Yeo Xiong Wei, Jonathan" userId="ac2b658e-7ce1-44bb-9f9f-bf4198ceaa29" providerId="ADAL" clId="{4B2EDEA7-3ECD-47B6-9F3D-0E20AD166BEC}" dt="2024-06-29T07:55:57.826" v="200" actId="20577"/>
          <ac:spMkLst>
            <pc:docMk/>
            <pc:sldMk cId="1062100081" sldId="301"/>
            <ac:spMk id="30722" creationId="{00000000-0000-0000-0000-000000000000}"/>
          </ac:spMkLst>
        </pc:spChg>
      </pc:sldChg>
      <pc:sldChg chg="modSp mod">
        <pc:chgData name="Yeo Xiong Wei, Jonathan" userId="ac2b658e-7ce1-44bb-9f9f-bf4198ceaa29" providerId="ADAL" clId="{4B2EDEA7-3ECD-47B6-9F3D-0E20AD166BEC}" dt="2024-06-29T07:56:16.429" v="201" actId="20577"/>
        <pc:sldMkLst>
          <pc:docMk/>
          <pc:sldMk cId="2736786001" sldId="303"/>
        </pc:sldMkLst>
        <pc:spChg chg="mod">
          <ac:chgData name="Yeo Xiong Wei, Jonathan" userId="ac2b658e-7ce1-44bb-9f9f-bf4198ceaa29" providerId="ADAL" clId="{4B2EDEA7-3ECD-47B6-9F3D-0E20AD166BEC}" dt="2024-06-29T07:56:16.429" v="201" actId="20577"/>
          <ac:spMkLst>
            <pc:docMk/>
            <pc:sldMk cId="2736786001" sldId="303"/>
            <ac:spMk id="32770" creationId="{00000000-0000-0000-0000-000000000000}"/>
          </ac:spMkLst>
        </pc:spChg>
      </pc:sldChg>
      <pc:sldChg chg="modSp">
        <pc:chgData name="Yeo Xiong Wei, Jonathan" userId="ac2b658e-7ce1-44bb-9f9f-bf4198ceaa29" providerId="ADAL" clId="{4B2EDEA7-3ECD-47B6-9F3D-0E20AD166BEC}" dt="2024-06-29T07:57:54.367" v="266" actId="20577"/>
        <pc:sldMkLst>
          <pc:docMk/>
          <pc:sldMk cId="3389499626" sldId="313"/>
        </pc:sldMkLst>
        <pc:spChg chg="mod">
          <ac:chgData name="Yeo Xiong Wei, Jonathan" userId="ac2b658e-7ce1-44bb-9f9f-bf4198ceaa29" providerId="ADAL" clId="{4B2EDEA7-3ECD-47B6-9F3D-0E20AD166BEC}" dt="2024-06-29T07:57:54.367" v="266" actId="20577"/>
          <ac:spMkLst>
            <pc:docMk/>
            <pc:sldMk cId="3389499626" sldId="313"/>
            <ac:spMk id="43010" creationId="{00000000-0000-0000-0000-000000000000}"/>
          </ac:spMkLst>
        </pc:spChg>
      </pc:sldChg>
      <pc:sldChg chg="delSp modSp add mod">
        <pc:chgData name="Yeo Xiong Wei, Jonathan" userId="ac2b658e-7ce1-44bb-9f9f-bf4198ceaa29" providerId="ADAL" clId="{4B2EDEA7-3ECD-47B6-9F3D-0E20AD166BEC}" dt="2024-06-29T08:07:41.684" v="376" actId="20577"/>
        <pc:sldMkLst>
          <pc:docMk/>
          <pc:sldMk cId="3920119451" sldId="332"/>
        </pc:sldMkLst>
        <pc:spChg chg="del">
          <ac:chgData name="Yeo Xiong Wei, Jonathan" userId="ac2b658e-7ce1-44bb-9f9f-bf4198ceaa29" providerId="ADAL" clId="{4B2EDEA7-3ECD-47B6-9F3D-0E20AD166BEC}" dt="2024-06-29T08:07:36.848" v="375" actId="478"/>
          <ac:spMkLst>
            <pc:docMk/>
            <pc:sldMk cId="3920119451" sldId="332"/>
            <ac:spMk id="2" creationId="{00000000-0000-0000-0000-000000000000}"/>
          </ac:spMkLst>
        </pc:spChg>
        <pc:spChg chg="mod">
          <ac:chgData name="Yeo Xiong Wei, Jonathan" userId="ac2b658e-7ce1-44bb-9f9f-bf4198ceaa29" providerId="ADAL" clId="{4B2EDEA7-3ECD-47B6-9F3D-0E20AD166BEC}" dt="2024-06-29T08:07:41.684" v="376" actId="20577"/>
          <ac:spMkLst>
            <pc:docMk/>
            <pc:sldMk cId="3920119451" sldId="332"/>
            <ac:spMk id="62466" creationId="{00000000-0000-0000-0000-000000000000}"/>
          </ac:spMkLst>
        </pc:spChg>
      </pc:sldChg>
      <pc:sldChg chg="modSp mod">
        <pc:chgData name="Yeo Xiong Wei, Jonathan" userId="ac2b658e-7ce1-44bb-9f9f-bf4198ceaa29" providerId="ADAL" clId="{4B2EDEA7-3ECD-47B6-9F3D-0E20AD166BEC}" dt="2024-06-29T08:15:31.940" v="497" actId="1035"/>
        <pc:sldMkLst>
          <pc:docMk/>
          <pc:sldMk cId="1849850092" sldId="335"/>
        </pc:sldMkLst>
        <pc:spChg chg="mod">
          <ac:chgData name="Yeo Xiong Wei, Jonathan" userId="ac2b658e-7ce1-44bb-9f9f-bf4198ceaa29" providerId="ADAL" clId="{4B2EDEA7-3ECD-47B6-9F3D-0E20AD166BEC}" dt="2024-06-29T08:15:31.940" v="497" actId="1035"/>
          <ac:spMkLst>
            <pc:docMk/>
            <pc:sldMk cId="1849850092" sldId="335"/>
            <ac:spMk id="65538" creationId="{00000000-0000-0000-0000-000000000000}"/>
          </ac:spMkLst>
        </pc:spChg>
      </pc:sldChg>
      <pc:sldChg chg="modSp mod">
        <pc:chgData name="Yeo Xiong Wei, Jonathan" userId="ac2b658e-7ce1-44bb-9f9f-bf4198ceaa29" providerId="ADAL" clId="{4B2EDEA7-3ECD-47B6-9F3D-0E20AD166BEC}" dt="2024-06-29T08:16:02.218" v="521" actId="1035"/>
        <pc:sldMkLst>
          <pc:docMk/>
          <pc:sldMk cId="434201001" sldId="338"/>
        </pc:sldMkLst>
        <pc:spChg chg="mod">
          <ac:chgData name="Yeo Xiong Wei, Jonathan" userId="ac2b658e-7ce1-44bb-9f9f-bf4198ceaa29" providerId="ADAL" clId="{4B2EDEA7-3ECD-47B6-9F3D-0E20AD166BEC}" dt="2024-06-29T08:16:02.218" v="521" actId="1035"/>
          <ac:spMkLst>
            <pc:docMk/>
            <pc:sldMk cId="434201001" sldId="338"/>
            <ac:spMk id="3" creationId="{FAEA540A-7CEB-A6E9-73FE-056A9D5A2082}"/>
          </ac:spMkLst>
        </pc:spChg>
        <pc:spChg chg="mod">
          <ac:chgData name="Yeo Xiong Wei, Jonathan" userId="ac2b658e-7ce1-44bb-9f9f-bf4198ceaa29" providerId="ADAL" clId="{4B2EDEA7-3ECD-47B6-9F3D-0E20AD166BEC}" dt="2024-06-29T08:16:02.218" v="521" actId="1035"/>
          <ac:spMkLst>
            <pc:docMk/>
            <pc:sldMk cId="434201001" sldId="338"/>
            <ac:spMk id="4" creationId="{BFB7AFFF-AF42-6290-B231-48F7D10A860D}"/>
          </ac:spMkLst>
        </pc:spChg>
        <pc:spChg chg="mod">
          <ac:chgData name="Yeo Xiong Wei, Jonathan" userId="ac2b658e-7ce1-44bb-9f9f-bf4198ceaa29" providerId="ADAL" clId="{4B2EDEA7-3ECD-47B6-9F3D-0E20AD166BEC}" dt="2024-06-29T08:16:02.218" v="521" actId="1035"/>
          <ac:spMkLst>
            <pc:docMk/>
            <pc:sldMk cId="434201001" sldId="338"/>
            <ac:spMk id="6" creationId="{A1E7F499-E094-55F9-8769-677B39F47E21}"/>
          </ac:spMkLst>
        </pc:spChg>
        <pc:picChg chg="mod">
          <ac:chgData name="Yeo Xiong Wei, Jonathan" userId="ac2b658e-7ce1-44bb-9f9f-bf4198ceaa29" providerId="ADAL" clId="{4B2EDEA7-3ECD-47B6-9F3D-0E20AD166BEC}" dt="2024-06-29T08:16:02.218" v="521" actId="1035"/>
          <ac:picMkLst>
            <pc:docMk/>
            <pc:sldMk cId="434201001" sldId="338"/>
            <ac:picMk id="5" creationId="{E3183B36-7FA6-43AE-BE23-02075AE98B08}"/>
          </ac:picMkLst>
        </pc:picChg>
      </pc:sldChg>
      <pc:sldChg chg="addSp delSp modSp mod">
        <pc:chgData name="Yeo Xiong Wei, Jonathan" userId="ac2b658e-7ce1-44bb-9f9f-bf4198ceaa29" providerId="ADAL" clId="{4B2EDEA7-3ECD-47B6-9F3D-0E20AD166BEC}" dt="2024-06-29T08:21:30.390" v="581"/>
        <pc:sldMkLst>
          <pc:docMk/>
          <pc:sldMk cId="2761039419" sldId="345"/>
        </pc:sldMkLst>
        <pc:spChg chg="add del mod">
          <ac:chgData name="Yeo Xiong Wei, Jonathan" userId="ac2b658e-7ce1-44bb-9f9f-bf4198ceaa29" providerId="ADAL" clId="{4B2EDEA7-3ECD-47B6-9F3D-0E20AD166BEC}" dt="2024-06-29T08:21:29.994" v="580" actId="478"/>
          <ac:spMkLst>
            <pc:docMk/>
            <pc:sldMk cId="2761039419" sldId="345"/>
            <ac:spMk id="6" creationId="{7C2DB331-3553-7F86-C60C-BBE75DA91360}"/>
          </ac:spMkLst>
        </pc:spChg>
        <pc:spChg chg="add mod">
          <ac:chgData name="Yeo Xiong Wei, Jonathan" userId="ac2b658e-7ce1-44bb-9f9f-bf4198ceaa29" providerId="ADAL" clId="{4B2EDEA7-3ECD-47B6-9F3D-0E20AD166BEC}" dt="2024-06-29T08:21:28.447" v="579"/>
          <ac:spMkLst>
            <pc:docMk/>
            <pc:sldMk cId="2761039419" sldId="345"/>
            <ac:spMk id="8" creationId="{54942AEC-63A0-7490-9C5D-9EA879F9DAD1}"/>
          </ac:spMkLst>
        </pc:spChg>
        <pc:spChg chg="add mod">
          <ac:chgData name="Yeo Xiong Wei, Jonathan" userId="ac2b658e-7ce1-44bb-9f9f-bf4198ceaa29" providerId="ADAL" clId="{4B2EDEA7-3ECD-47B6-9F3D-0E20AD166BEC}" dt="2024-06-29T08:21:30.390" v="581"/>
          <ac:spMkLst>
            <pc:docMk/>
            <pc:sldMk cId="2761039419" sldId="345"/>
            <ac:spMk id="9" creationId="{BEA5AD23-0890-79D8-C6E0-486927B72997}"/>
          </ac:spMkLst>
        </pc:spChg>
        <pc:spChg chg="del">
          <ac:chgData name="Yeo Xiong Wei, Jonathan" userId="ac2b658e-7ce1-44bb-9f9f-bf4198ceaa29" providerId="ADAL" clId="{4B2EDEA7-3ECD-47B6-9F3D-0E20AD166BEC}" dt="2024-06-29T08:21:27.318" v="577" actId="478"/>
          <ac:spMkLst>
            <pc:docMk/>
            <pc:sldMk cId="2761039419" sldId="345"/>
            <ac:spMk id="75778" creationId="{00000000-0000-0000-0000-000000000000}"/>
          </ac:spMkLst>
        </pc:spChg>
      </pc:sldChg>
      <pc:sldChg chg="modSp mod">
        <pc:chgData name="Yeo Xiong Wei, Jonathan" userId="ac2b658e-7ce1-44bb-9f9f-bf4198ceaa29" providerId="ADAL" clId="{4B2EDEA7-3ECD-47B6-9F3D-0E20AD166BEC}" dt="2024-06-29T07:55:07.287" v="195" actId="20577"/>
        <pc:sldMkLst>
          <pc:docMk/>
          <pc:sldMk cId="4146181364" sldId="415"/>
        </pc:sldMkLst>
        <pc:spChg chg="mod">
          <ac:chgData name="Yeo Xiong Wei, Jonathan" userId="ac2b658e-7ce1-44bb-9f9f-bf4198ceaa29" providerId="ADAL" clId="{4B2EDEA7-3ECD-47B6-9F3D-0E20AD166BEC}" dt="2024-06-29T07:55:07.287" v="195" actId="20577"/>
          <ac:spMkLst>
            <pc:docMk/>
            <pc:sldMk cId="4146181364" sldId="415"/>
            <ac:spMk id="3" creationId="{CDF4B2E5-1CF0-4D19-AFAA-E09B13AE7CF3}"/>
          </ac:spMkLst>
        </pc:spChg>
      </pc:sldChg>
      <pc:sldChg chg="addSp delSp modSp mod addAnim delAnim">
        <pc:chgData name="Yeo Xiong Wei, Jonathan" userId="ac2b658e-7ce1-44bb-9f9f-bf4198ceaa29" providerId="ADAL" clId="{4B2EDEA7-3ECD-47B6-9F3D-0E20AD166BEC}" dt="2024-06-29T07:40:46.565" v="25" actId="113"/>
        <pc:sldMkLst>
          <pc:docMk/>
          <pc:sldMk cId="3783780466" sldId="447"/>
        </pc:sldMkLst>
        <pc:spChg chg="mod">
          <ac:chgData name="Yeo Xiong Wei, Jonathan" userId="ac2b658e-7ce1-44bb-9f9f-bf4198ceaa29" providerId="ADAL" clId="{4B2EDEA7-3ECD-47B6-9F3D-0E20AD166BEC}" dt="2024-06-29T07:40:46.565" v="25" actId="113"/>
          <ac:spMkLst>
            <pc:docMk/>
            <pc:sldMk cId="3783780466" sldId="447"/>
            <ac:spMk id="2" creationId="{9A0F84E2-3745-45CC-919A-EFB835CCA507}"/>
          </ac:spMkLst>
        </pc:spChg>
        <pc:spChg chg="mod">
          <ac:chgData name="Yeo Xiong Wei, Jonathan" userId="ac2b658e-7ce1-44bb-9f9f-bf4198ceaa29" providerId="ADAL" clId="{4B2EDEA7-3ECD-47B6-9F3D-0E20AD166BEC}" dt="2024-06-29T07:40:30.962" v="24" actId="20577"/>
          <ac:spMkLst>
            <pc:docMk/>
            <pc:sldMk cId="3783780466" sldId="447"/>
            <ac:spMk id="3" creationId="{4654AD20-AC49-4381-823B-E28293A4CF3A}"/>
          </ac:spMkLst>
        </pc:spChg>
        <pc:spChg chg="add mod">
          <ac:chgData name="Yeo Xiong Wei, Jonathan" userId="ac2b658e-7ce1-44bb-9f9f-bf4198ceaa29" providerId="ADAL" clId="{4B2EDEA7-3ECD-47B6-9F3D-0E20AD166BEC}" dt="2024-06-29T07:40:14.739" v="22" actId="2085"/>
          <ac:spMkLst>
            <pc:docMk/>
            <pc:sldMk cId="3783780466" sldId="447"/>
            <ac:spMk id="4" creationId="{F33BD56E-3621-EC60-E11B-C14CF2FC4CC0}"/>
          </ac:spMkLst>
        </pc:spChg>
        <pc:spChg chg="mod">
          <ac:chgData name="Yeo Xiong Wei, Jonathan" userId="ac2b658e-7ce1-44bb-9f9f-bf4198ceaa29" providerId="ADAL" clId="{4B2EDEA7-3ECD-47B6-9F3D-0E20AD166BEC}" dt="2024-06-29T07:38:52.543" v="14" actId="26606"/>
          <ac:spMkLst>
            <pc:docMk/>
            <pc:sldMk cId="3783780466" sldId="447"/>
            <ac:spMk id="6" creationId="{86FD6C1A-0E5B-85D3-5DDE-8CCBEA7DF373}"/>
          </ac:spMkLst>
        </pc:spChg>
        <pc:spChg chg="add del">
          <ac:chgData name="Yeo Xiong Wei, Jonathan" userId="ac2b658e-7ce1-44bb-9f9f-bf4198ceaa29" providerId="ADAL" clId="{4B2EDEA7-3ECD-47B6-9F3D-0E20AD166BEC}" dt="2024-06-29T07:38:52.543" v="14" actId="26606"/>
          <ac:spMkLst>
            <pc:docMk/>
            <pc:sldMk cId="3783780466" sldId="447"/>
            <ac:spMk id="9" creationId="{1EADCAF8-8823-4E89-8612-21029831A4B2}"/>
          </ac:spMkLst>
        </pc:spChg>
        <pc:spChg chg="add del">
          <ac:chgData name="Yeo Xiong Wei, Jonathan" userId="ac2b658e-7ce1-44bb-9f9f-bf4198ceaa29" providerId="ADAL" clId="{4B2EDEA7-3ECD-47B6-9F3D-0E20AD166BEC}" dt="2024-06-29T07:38:52.543" v="14" actId="26606"/>
          <ac:spMkLst>
            <pc:docMk/>
            <pc:sldMk cId="3783780466" sldId="447"/>
            <ac:spMk id="11" creationId="{28CA07B2-0819-4B62-9425-7A52BBDD7070}"/>
          </ac:spMkLst>
        </pc:spChg>
        <pc:spChg chg="del mod ord">
          <ac:chgData name="Yeo Xiong Wei, Jonathan" userId="ac2b658e-7ce1-44bb-9f9f-bf4198ceaa29" providerId="ADAL" clId="{4B2EDEA7-3ECD-47B6-9F3D-0E20AD166BEC}" dt="2024-06-29T07:39:06.423" v="15" actId="478"/>
          <ac:spMkLst>
            <pc:docMk/>
            <pc:sldMk cId="3783780466" sldId="447"/>
            <ac:spMk id="21" creationId="{5D7F6947-882E-4EAB-9221-42DA860B527D}"/>
          </ac:spMkLst>
        </pc:spChg>
        <pc:spChg chg="add del">
          <ac:chgData name="Yeo Xiong Wei, Jonathan" userId="ac2b658e-7ce1-44bb-9f9f-bf4198ceaa29" providerId="ADAL" clId="{4B2EDEA7-3ECD-47B6-9F3D-0E20AD166BEC}" dt="2024-06-29T07:38:02.956" v="1" actId="26606"/>
          <ac:spMkLst>
            <pc:docMk/>
            <pc:sldMk cId="3783780466" sldId="447"/>
            <ac:spMk id="27" creationId="{C1DD1A8A-57D5-4A81-AD04-532B043C5611}"/>
          </ac:spMkLst>
        </pc:spChg>
        <pc:spChg chg="add del">
          <ac:chgData name="Yeo Xiong Wei, Jonathan" userId="ac2b658e-7ce1-44bb-9f9f-bf4198ceaa29" providerId="ADAL" clId="{4B2EDEA7-3ECD-47B6-9F3D-0E20AD166BEC}" dt="2024-06-29T07:38:02.956" v="1" actId="26606"/>
          <ac:spMkLst>
            <pc:docMk/>
            <pc:sldMk cId="3783780466" sldId="447"/>
            <ac:spMk id="29" creationId="{007891EC-4501-44ED-A8C8-B11B6DB767AB}"/>
          </ac:spMkLst>
        </pc:spChg>
        <pc:spChg chg="add del">
          <ac:chgData name="Yeo Xiong Wei, Jonathan" userId="ac2b658e-7ce1-44bb-9f9f-bf4198ceaa29" providerId="ADAL" clId="{4B2EDEA7-3ECD-47B6-9F3D-0E20AD166BEC}" dt="2024-06-29T07:38:05.796" v="4" actId="26606"/>
          <ac:spMkLst>
            <pc:docMk/>
            <pc:sldMk cId="3783780466" sldId="447"/>
            <ac:spMk id="32" creationId="{8870DEF6-46A2-D4F8-8BE6-91165D93ECC4}"/>
          </ac:spMkLst>
        </pc:spChg>
        <pc:spChg chg="add del">
          <ac:chgData name="Yeo Xiong Wei, Jonathan" userId="ac2b658e-7ce1-44bb-9f9f-bf4198ceaa29" providerId="ADAL" clId="{4B2EDEA7-3ECD-47B6-9F3D-0E20AD166BEC}" dt="2024-06-29T07:38:29.992" v="7" actId="26606"/>
          <ac:spMkLst>
            <pc:docMk/>
            <pc:sldMk cId="3783780466" sldId="447"/>
            <ac:spMk id="35" creationId="{0671A8AE-40A1-4631-A6B8-581AFF065482}"/>
          </ac:spMkLst>
        </pc:spChg>
        <pc:spChg chg="add del">
          <ac:chgData name="Yeo Xiong Wei, Jonathan" userId="ac2b658e-7ce1-44bb-9f9f-bf4198ceaa29" providerId="ADAL" clId="{4B2EDEA7-3ECD-47B6-9F3D-0E20AD166BEC}" dt="2024-06-29T07:38:29.992" v="7" actId="26606"/>
          <ac:spMkLst>
            <pc:docMk/>
            <pc:sldMk cId="3783780466" sldId="447"/>
            <ac:spMk id="37" creationId="{AB58EF07-17C2-48CF-ABB0-EEF1F17CB8F0}"/>
          </ac:spMkLst>
        </pc:spChg>
        <pc:spChg chg="add del">
          <ac:chgData name="Yeo Xiong Wei, Jonathan" userId="ac2b658e-7ce1-44bb-9f9f-bf4198ceaa29" providerId="ADAL" clId="{4B2EDEA7-3ECD-47B6-9F3D-0E20AD166BEC}" dt="2024-06-29T07:38:29.992" v="7" actId="26606"/>
          <ac:spMkLst>
            <pc:docMk/>
            <pc:sldMk cId="3783780466" sldId="447"/>
            <ac:spMk id="38" creationId="{AF2F604E-43BE-4DC3-B983-E071523364F8}"/>
          </ac:spMkLst>
        </pc:spChg>
        <pc:spChg chg="add del">
          <ac:chgData name="Yeo Xiong Wei, Jonathan" userId="ac2b658e-7ce1-44bb-9f9f-bf4198ceaa29" providerId="ADAL" clId="{4B2EDEA7-3ECD-47B6-9F3D-0E20AD166BEC}" dt="2024-06-29T07:38:29.992" v="7" actId="26606"/>
          <ac:spMkLst>
            <pc:docMk/>
            <pc:sldMk cId="3783780466" sldId="447"/>
            <ac:spMk id="39" creationId="{08C9B587-E65E-4B52-B37C-ABEBB6E87928}"/>
          </ac:spMkLst>
        </pc:spChg>
        <pc:spChg chg="add del">
          <ac:chgData name="Yeo Xiong Wei, Jonathan" userId="ac2b658e-7ce1-44bb-9f9f-bf4198ceaa29" providerId="ADAL" clId="{4B2EDEA7-3ECD-47B6-9F3D-0E20AD166BEC}" dt="2024-06-29T07:38:52.492" v="13" actId="26606"/>
          <ac:spMkLst>
            <pc:docMk/>
            <pc:sldMk cId="3783780466" sldId="447"/>
            <ac:spMk id="46" creationId="{4D60F200-5EB0-B223-2439-C96C67F0FEE1}"/>
          </ac:spMkLst>
        </pc:spChg>
        <pc:spChg chg="add del">
          <ac:chgData name="Yeo Xiong Wei, Jonathan" userId="ac2b658e-7ce1-44bb-9f9f-bf4198ceaa29" providerId="ADAL" clId="{4B2EDEA7-3ECD-47B6-9F3D-0E20AD166BEC}" dt="2024-06-29T07:38:52.492" v="13" actId="26606"/>
          <ac:spMkLst>
            <pc:docMk/>
            <pc:sldMk cId="3783780466" sldId="447"/>
            <ac:spMk id="47" creationId="{F92CB243-67C5-E304-31A0-4D7D607BAFBA}"/>
          </ac:spMkLst>
        </pc:spChg>
        <pc:spChg chg="add del">
          <ac:chgData name="Yeo Xiong Wei, Jonathan" userId="ac2b658e-7ce1-44bb-9f9f-bf4198ceaa29" providerId="ADAL" clId="{4B2EDEA7-3ECD-47B6-9F3D-0E20AD166BEC}" dt="2024-06-29T07:38:52.492" v="13" actId="26606"/>
          <ac:spMkLst>
            <pc:docMk/>
            <pc:sldMk cId="3783780466" sldId="447"/>
            <ac:spMk id="48" creationId="{11A95761-C93E-94BF-087D-D2A823789EAB}"/>
          </ac:spMkLst>
        </pc:spChg>
        <pc:spChg chg="add del">
          <ac:chgData name="Yeo Xiong Wei, Jonathan" userId="ac2b658e-7ce1-44bb-9f9f-bf4198ceaa29" providerId="ADAL" clId="{4B2EDEA7-3ECD-47B6-9F3D-0E20AD166BEC}" dt="2024-06-29T07:38:52.492" v="13" actId="26606"/>
          <ac:spMkLst>
            <pc:docMk/>
            <pc:sldMk cId="3783780466" sldId="447"/>
            <ac:spMk id="49" creationId="{6E63D1A5-FD49-4756-F62E-786C34E631EF}"/>
          </ac:spMkLst>
        </pc:spChg>
        <pc:spChg chg="add">
          <ac:chgData name="Yeo Xiong Wei, Jonathan" userId="ac2b658e-7ce1-44bb-9f9f-bf4198ceaa29" providerId="ADAL" clId="{4B2EDEA7-3ECD-47B6-9F3D-0E20AD166BEC}" dt="2024-06-29T07:38:52.543" v="14" actId="26606"/>
          <ac:spMkLst>
            <pc:docMk/>
            <pc:sldMk cId="3783780466" sldId="447"/>
            <ac:spMk id="51" creationId="{6CCA5F87-1D1E-45CB-8D83-FC7EEFAD9935}"/>
          </ac:spMkLst>
        </pc:spChg>
        <pc:spChg chg="add">
          <ac:chgData name="Yeo Xiong Wei, Jonathan" userId="ac2b658e-7ce1-44bb-9f9f-bf4198ceaa29" providerId="ADAL" clId="{4B2EDEA7-3ECD-47B6-9F3D-0E20AD166BEC}" dt="2024-06-29T07:38:52.543" v="14" actId="26606"/>
          <ac:spMkLst>
            <pc:docMk/>
            <pc:sldMk cId="3783780466" sldId="447"/>
            <ac:spMk id="53" creationId="{7CCFC2C6-6238-4A2F-93DE-2ADF74AF635E}"/>
          </ac:spMkLst>
        </pc:spChg>
        <pc:spChg chg="add">
          <ac:chgData name="Yeo Xiong Wei, Jonathan" userId="ac2b658e-7ce1-44bb-9f9f-bf4198ceaa29" providerId="ADAL" clId="{4B2EDEA7-3ECD-47B6-9F3D-0E20AD166BEC}" dt="2024-06-29T07:38:52.543" v="14" actId="26606"/>
          <ac:spMkLst>
            <pc:docMk/>
            <pc:sldMk cId="3783780466" sldId="447"/>
            <ac:spMk id="54" creationId="{AF2F604E-43BE-4DC3-B983-E071523364F8}"/>
          </ac:spMkLst>
        </pc:spChg>
        <pc:spChg chg="add">
          <ac:chgData name="Yeo Xiong Wei, Jonathan" userId="ac2b658e-7ce1-44bb-9f9f-bf4198ceaa29" providerId="ADAL" clId="{4B2EDEA7-3ECD-47B6-9F3D-0E20AD166BEC}" dt="2024-06-29T07:38:52.543" v="14" actId="26606"/>
          <ac:spMkLst>
            <pc:docMk/>
            <pc:sldMk cId="3783780466" sldId="447"/>
            <ac:spMk id="55" creationId="{08C9B587-E65E-4B52-B37C-ABEBB6E87928}"/>
          </ac:spMkLst>
        </pc:spChg>
        <pc:grpChg chg="add del">
          <ac:chgData name="Yeo Xiong Wei, Jonathan" userId="ac2b658e-7ce1-44bb-9f9f-bf4198ceaa29" providerId="ADAL" clId="{4B2EDEA7-3ECD-47B6-9F3D-0E20AD166BEC}" dt="2024-06-29T07:38:52.543" v="14" actId="26606"/>
          <ac:grpSpMkLst>
            <pc:docMk/>
            <pc:sldMk cId="3783780466" sldId="447"/>
            <ac:grpSpMk id="13" creationId="{DA02BEE4-A5D4-40AF-882D-49D34B086FFF}"/>
          </ac:grpSpMkLst>
        </pc:grpChg>
        <pc:grpChg chg="add del">
          <ac:chgData name="Yeo Xiong Wei, Jonathan" userId="ac2b658e-7ce1-44bb-9f9f-bf4198ceaa29" providerId="ADAL" clId="{4B2EDEA7-3ECD-47B6-9F3D-0E20AD166BEC}" dt="2024-06-29T07:38:35.715" v="10" actId="26606"/>
          <ac:grpSpMkLst>
            <pc:docMk/>
            <pc:sldMk cId="3783780466" sldId="447"/>
            <ac:grpSpMk id="42" creationId="{F2C2385A-6F3A-07EF-D18E-AA9E680CE4BC}"/>
          </ac:grpSpMkLst>
        </pc:grpChg>
        <pc:picChg chg="add del">
          <ac:chgData name="Yeo Xiong Wei, Jonathan" userId="ac2b658e-7ce1-44bb-9f9f-bf4198ceaa29" providerId="ADAL" clId="{4B2EDEA7-3ECD-47B6-9F3D-0E20AD166BEC}" dt="2024-06-29T07:38:02.956" v="1" actId="26606"/>
          <ac:picMkLst>
            <pc:docMk/>
            <pc:sldMk cId="3783780466" sldId="447"/>
            <ac:picMk id="23" creationId="{8C0AB57B-0191-4243-7C64-F3630DC2F83D}"/>
          </ac:picMkLst>
        </pc:picChg>
        <pc:picChg chg="add del">
          <ac:chgData name="Yeo Xiong Wei, Jonathan" userId="ac2b658e-7ce1-44bb-9f9f-bf4198ceaa29" providerId="ADAL" clId="{4B2EDEA7-3ECD-47B6-9F3D-0E20AD166BEC}" dt="2024-06-29T07:38:05.796" v="4" actId="26606"/>
          <ac:picMkLst>
            <pc:docMk/>
            <pc:sldMk cId="3783780466" sldId="447"/>
            <ac:picMk id="31" creationId="{78B8F322-E3FE-8CD5-4A2A-9737EFB8508F}"/>
          </ac:picMkLst>
        </pc:picChg>
        <pc:picChg chg="add del">
          <ac:chgData name="Yeo Xiong Wei, Jonathan" userId="ac2b658e-7ce1-44bb-9f9f-bf4198ceaa29" providerId="ADAL" clId="{4B2EDEA7-3ECD-47B6-9F3D-0E20AD166BEC}" dt="2024-06-29T07:38:29.992" v="7" actId="26606"/>
          <ac:picMkLst>
            <pc:docMk/>
            <pc:sldMk cId="3783780466" sldId="447"/>
            <ac:picMk id="36" creationId="{C0A873C8-5117-07D5-1E54-13A912365CEB}"/>
          </ac:picMkLst>
        </pc:picChg>
        <pc:picChg chg="add del">
          <ac:chgData name="Yeo Xiong Wei, Jonathan" userId="ac2b658e-7ce1-44bb-9f9f-bf4198ceaa29" providerId="ADAL" clId="{4B2EDEA7-3ECD-47B6-9F3D-0E20AD166BEC}" dt="2024-06-29T07:38:35.715" v="10" actId="26606"/>
          <ac:picMkLst>
            <pc:docMk/>
            <pc:sldMk cId="3783780466" sldId="447"/>
            <ac:picMk id="41" creationId="{1F9FC362-1EEE-0257-B7FD-D1CAED26693F}"/>
          </ac:picMkLst>
        </pc:picChg>
        <pc:picChg chg="add del">
          <ac:chgData name="Yeo Xiong Wei, Jonathan" userId="ac2b658e-7ce1-44bb-9f9f-bf4198ceaa29" providerId="ADAL" clId="{4B2EDEA7-3ECD-47B6-9F3D-0E20AD166BEC}" dt="2024-06-29T07:38:52.492" v="13" actId="26606"/>
          <ac:picMkLst>
            <pc:docMk/>
            <pc:sldMk cId="3783780466" sldId="447"/>
            <ac:picMk id="45" creationId="{DB7AE6E8-BA31-D6CD-1514-70754E485028}"/>
          </ac:picMkLst>
        </pc:picChg>
        <pc:picChg chg="add mod">
          <ac:chgData name="Yeo Xiong Wei, Jonathan" userId="ac2b658e-7ce1-44bb-9f9f-bf4198ceaa29" providerId="ADAL" clId="{4B2EDEA7-3ECD-47B6-9F3D-0E20AD166BEC}" dt="2024-06-29T07:39:56.523" v="18" actId="1076"/>
          <ac:picMkLst>
            <pc:docMk/>
            <pc:sldMk cId="3783780466" sldId="447"/>
            <ac:picMk id="52" creationId="{FFA8F517-C279-F204-C7C0-117D960CDC07}"/>
          </ac:picMkLst>
        </pc:picChg>
        <pc:cxnChg chg="add del">
          <ac:chgData name="Yeo Xiong Wei, Jonathan" userId="ac2b658e-7ce1-44bb-9f9f-bf4198ceaa29" providerId="ADAL" clId="{4B2EDEA7-3ECD-47B6-9F3D-0E20AD166BEC}" dt="2024-06-29T07:38:05.796" v="4" actId="26606"/>
          <ac:cxnSpMkLst>
            <pc:docMk/>
            <pc:sldMk cId="3783780466" sldId="447"/>
            <ac:cxnSpMk id="33" creationId="{522632D6-DED9-FDEC-FD9F-09FF0A4544CC}"/>
          </ac:cxnSpMkLst>
        </pc:cxnChg>
      </pc:sldChg>
      <pc:sldChg chg="modSp">
        <pc:chgData name="Yeo Xiong Wei, Jonathan" userId="ac2b658e-7ce1-44bb-9f9f-bf4198ceaa29" providerId="ADAL" clId="{4B2EDEA7-3ECD-47B6-9F3D-0E20AD166BEC}" dt="2024-06-29T07:44:20.129" v="76" actId="20577"/>
        <pc:sldMkLst>
          <pc:docMk/>
          <pc:sldMk cId="609857261" sldId="448"/>
        </pc:sldMkLst>
        <pc:spChg chg="mod">
          <ac:chgData name="Yeo Xiong Wei, Jonathan" userId="ac2b658e-7ce1-44bb-9f9f-bf4198ceaa29" providerId="ADAL" clId="{4B2EDEA7-3ECD-47B6-9F3D-0E20AD166BEC}" dt="2024-06-29T07:44:20.129" v="76" actId="20577"/>
          <ac:spMkLst>
            <pc:docMk/>
            <pc:sldMk cId="609857261" sldId="448"/>
            <ac:spMk id="26626" creationId="{00000000-0000-0000-0000-000000000000}"/>
          </ac:spMkLst>
        </pc:spChg>
      </pc:sldChg>
      <pc:sldChg chg="modSp mod">
        <pc:chgData name="Yeo Xiong Wei, Jonathan" userId="ac2b658e-7ce1-44bb-9f9f-bf4198ceaa29" providerId="ADAL" clId="{4B2EDEA7-3ECD-47B6-9F3D-0E20AD166BEC}" dt="2024-06-29T07:56:34.678" v="202" actId="20577"/>
        <pc:sldMkLst>
          <pc:docMk/>
          <pc:sldMk cId="2766970164" sldId="988"/>
        </pc:sldMkLst>
        <pc:spChg chg="mod">
          <ac:chgData name="Yeo Xiong Wei, Jonathan" userId="ac2b658e-7ce1-44bb-9f9f-bf4198ceaa29" providerId="ADAL" clId="{4B2EDEA7-3ECD-47B6-9F3D-0E20AD166BEC}" dt="2024-06-29T07:56:34.678" v="202" actId="20577"/>
          <ac:spMkLst>
            <pc:docMk/>
            <pc:sldMk cId="2766970164" sldId="988"/>
            <ac:spMk id="32770" creationId="{00000000-0000-0000-0000-000000000000}"/>
          </ac:spMkLst>
        </pc:spChg>
      </pc:sldChg>
      <pc:sldChg chg="modSp mod">
        <pc:chgData name="Yeo Xiong Wei, Jonathan" userId="ac2b658e-7ce1-44bb-9f9f-bf4198ceaa29" providerId="ADAL" clId="{4B2EDEA7-3ECD-47B6-9F3D-0E20AD166BEC}" dt="2024-06-29T07:57:14.959" v="237" actId="207"/>
        <pc:sldMkLst>
          <pc:docMk/>
          <pc:sldMk cId="3488352532" sldId="989"/>
        </pc:sldMkLst>
        <pc:spChg chg="mod">
          <ac:chgData name="Yeo Xiong Wei, Jonathan" userId="ac2b658e-7ce1-44bb-9f9f-bf4198ceaa29" providerId="ADAL" clId="{4B2EDEA7-3ECD-47B6-9F3D-0E20AD166BEC}" dt="2024-06-29T07:57:14.959" v="237" actId="207"/>
          <ac:spMkLst>
            <pc:docMk/>
            <pc:sldMk cId="3488352532" sldId="989"/>
            <ac:spMk id="32770" creationId="{00000000-0000-0000-0000-000000000000}"/>
          </ac:spMkLst>
        </pc:spChg>
      </pc:sldChg>
      <pc:sldChg chg="addSp modSp mod">
        <pc:chgData name="Yeo Xiong Wei, Jonathan" userId="ac2b658e-7ce1-44bb-9f9f-bf4198ceaa29" providerId="ADAL" clId="{4B2EDEA7-3ECD-47B6-9F3D-0E20AD166BEC}" dt="2024-06-29T07:59:30.251" v="275" actId="14100"/>
        <pc:sldMkLst>
          <pc:docMk/>
          <pc:sldMk cId="1890180024" sldId="990"/>
        </pc:sldMkLst>
        <pc:spChg chg="add mod ord">
          <ac:chgData name="Yeo Xiong Wei, Jonathan" userId="ac2b658e-7ce1-44bb-9f9f-bf4198ceaa29" providerId="ADAL" clId="{4B2EDEA7-3ECD-47B6-9F3D-0E20AD166BEC}" dt="2024-06-29T07:59:30.251" v="275" actId="14100"/>
          <ac:spMkLst>
            <pc:docMk/>
            <pc:sldMk cId="1890180024" sldId="990"/>
            <ac:spMk id="2" creationId="{A1736198-BED5-6236-BB09-AC838A4EF448}"/>
          </ac:spMkLst>
        </pc:spChg>
        <pc:spChg chg="mod">
          <ac:chgData name="Yeo Xiong Wei, Jonathan" userId="ac2b658e-7ce1-44bb-9f9f-bf4198ceaa29" providerId="ADAL" clId="{4B2EDEA7-3ECD-47B6-9F3D-0E20AD166BEC}" dt="2024-06-29T07:58:29.400" v="270" actId="115"/>
          <ac:spMkLst>
            <pc:docMk/>
            <pc:sldMk cId="1890180024" sldId="990"/>
            <ac:spMk id="43010" creationId="{00000000-0000-0000-0000-000000000000}"/>
          </ac:spMkLst>
        </pc:spChg>
      </pc:sldChg>
      <pc:sldChg chg="modSp mod">
        <pc:chgData name="Yeo Xiong Wei, Jonathan" userId="ac2b658e-7ce1-44bb-9f9f-bf4198ceaa29" providerId="ADAL" clId="{4B2EDEA7-3ECD-47B6-9F3D-0E20AD166BEC}" dt="2024-06-29T08:21:23.508" v="576" actId="1035"/>
        <pc:sldMkLst>
          <pc:docMk/>
          <pc:sldMk cId="1681545386" sldId="994"/>
        </pc:sldMkLst>
        <pc:spChg chg="mod">
          <ac:chgData name="Yeo Xiong Wei, Jonathan" userId="ac2b658e-7ce1-44bb-9f9f-bf4198ceaa29" providerId="ADAL" clId="{4B2EDEA7-3ECD-47B6-9F3D-0E20AD166BEC}" dt="2024-06-29T08:21:23.508" v="576" actId="1035"/>
          <ac:spMkLst>
            <pc:docMk/>
            <pc:sldMk cId="1681545386" sldId="994"/>
            <ac:spMk id="75778" creationId="{00000000-0000-0000-0000-000000000000}"/>
          </ac:spMkLst>
        </pc:spChg>
      </pc:sldChg>
      <pc:sldChg chg="addSp modSp mod">
        <pc:chgData name="Yeo Xiong Wei, Jonathan" userId="ac2b658e-7ce1-44bb-9f9f-bf4198ceaa29" providerId="ADAL" clId="{4B2EDEA7-3ECD-47B6-9F3D-0E20AD166BEC}" dt="2024-06-29T08:37:40.086" v="1713" actId="1038"/>
        <pc:sldMkLst>
          <pc:docMk/>
          <pc:sldMk cId="1584622828" sldId="995"/>
        </pc:sldMkLst>
        <pc:spChg chg="add mod">
          <ac:chgData name="Yeo Xiong Wei, Jonathan" userId="ac2b658e-7ce1-44bb-9f9f-bf4198ceaa29" providerId="ADAL" clId="{4B2EDEA7-3ECD-47B6-9F3D-0E20AD166BEC}" dt="2024-06-29T08:37:31.949" v="1706" actId="14100"/>
          <ac:spMkLst>
            <pc:docMk/>
            <pc:sldMk cId="1584622828" sldId="995"/>
            <ac:spMk id="3" creationId="{780CA398-51BD-B63F-9970-3D3E6F641301}"/>
          </ac:spMkLst>
        </pc:spChg>
        <pc:spChg chg="add mod ord">
          <ac:chgData name="Yeo Xiong Wei, Jonathan" userId="ac2b658e-7ce1-44bb-9f9f-bf4198ceaa29" providerId="ADAL" clId="{4B2EDEA7-3ECD-47B6-9F3D-0E20AD166BEC}" dt="2024-06-29T08:37:40.086" v="1713" actId="1038"/>
          <ac:spMkLst>
            <pc:docMk/>
            <pc:sldMk cId="1584622828" sldId="995"/>
            <ac:spMk id="5" creationId="{2ACDC7D2-B9A7-9AE3-E26C-C2E2154E29A5}"/>
          </ac:spMkLst>
        </pc:spChg>
        <pc:spChg chg="mod">
          <ac:chgData name="Yeo Xiong Wei, Jonathan" userId="ac2b658e-7ce1-44bb-9f9f-bf4198ceaa29" providerId="ADAL" clId="{4B2EDEA7-3ECD-47B6-9F3D-0E20AD166BEC}" dt="2024-06-29T08:36:18.473" v="1690" actId="14100"/>
          <ac:spMkLst>
            <pc:docMk/>
            <pc:sldMk cId="1584622828" sldId="995"/>
            <ac:spMk id="63490" creationId="{00000000-0000-0000-0000-000000000000}"/>
          </ac:spMkLst>
        </pc:spChg>
        <pc:picChg chg="add mod">
          <ac:chgData name="Yeo Xiong Wei, Jonathan" userId="ac2b658e-7ce1-44bb-9f9f-bf4198ceaa29" providerId="ADAL" clId="{4B2EDEA7-3ECD-47B6-9F3D-0E20AD166BEC}" dt="2024-06-29T08:36:48.481" v="1697" actId="1076"/>
          <ac:picMkLst>
            <pc:docMk/>
            <pc:sldMk cId="1584622828" sldId="995"/>
            <ac:picMk id="2" creationId="{95845EDE-268F-D7F1-36A1-20357C9B8FE2}"/>
          </ac:picMkLst>
        </pc:picChg>
      </pc:sldChg>
      <pc:sldChg chg="addSp modSp mod">
        <pc:chgData name="Yeo Xiong Wei, Jonathan" userId="ac2b658e-7ce1-44bb-9f9f-bf4198ceaa29" providerId="ADAL" clId="{4B2EDEA7-3ECD-47B6-9F3D-0E20AD166BEC}" dt="2024-06-29T08:43:20.725" v="1864" actId="1076"/>
        <pc:sldMkLst>
          <pc:docMk/>
          <pc:sldMk cId="2599278897" sldId="1009"/>
        </pc:sldMkLst>
        <pc:spChg chg="mod">
          <ac:chgData name="Yeo Xiong Wei, Jonathan" userId="ac2b658e-7ce1-44bb-9f9f-bf4198ceaa29" providerId="ADAL" clId="{4B2EDEA7-3ECD-47B6-9F3D-0E20AD166BEC}" dt="2024-06-29T08:42:47.259" v="1857" actId="14100"/>
          <ac:spMkLst>
            <pc:docMk/>
            <pc:sldMk cId="2599278897" sldId="1009"/>
            <ac:spMk id="3" creationId="{D195060D-B1A5-D17B-DB0B-CBF6A0833656}"/>
          </ac:spMkLst>
        </pc:spChg>
        <pc:graphicFrameChg chg="add mod modGraphic">
          <ac:chgData name="Yeo Xiong Wei, Jonathan" userId="ac2b658e-7ce1-44bb-9f9f-bf4198ceaa29" providerId="ADAL" clId="{4B2EDEA7-3ECD-47B6-9F3D-0E20AD166BEC}" dt="2024-06-29T08:43:20.725" v="1864" actId="1076"/>
          <ac:graphicFrameMkLst>
            <pc:docMk/>
            <pc:sldMk cId="2599278897" sldId="1009"/>
            <ac:graphicFrameMk id="4" creationId="{FF9E634F-34C1-7C7F-AFE7-82198E665D98}"/>
          </ac:graphicFrameMkLst>
        </pc:graphicFrameChg>
      </pc:sldChg>
      <pc:sldChg chg="modSp mod">
        <pc:chgData name="Yeo Xiong Wei, Jonathan" userId="ac2b658e-7ce1-44bb-9f9f-bf4198ceaa29" providerId="ADAL" clId="{4B2EDEA7-3ECD-47B6-9F3D-0E20AD166BEC}" dt="2024-06-29T08:22:24.131" v="593" actId="1036"/>
        <pc:sldMkLst>
          <pc:docMk/>
          <pc:sldMk cId="1637301243" sldId="1017"/>
        </pc:sldMkLst>
        <pc:spChg chg="mod">
          <ac:chgData name="Yeo Xiong Wei, Jonathan" userId="ac2b658e-7ce1-44bb-9f9f-bf4198ceaa29" providerId="ADAL" clId="{4B2EDEA7-3ECD-47B6-9F3D-0E20AD166BEC}" dt="2024-06-29T08:22:24.131" v="593" actId="1036"/>
          <ac:spMkLst>
            <pc:docMk/>
            <pc:sldMk cId="1637301243" sldId="1017"/>
            <ac:spMk id="63490" creationId="{00000000-0000-0000-0000-000000000000}"/>
          </ac:spMkLst>
        </pc:spChg>
      </pc:sldChg>
      <pc:sldChg chg="modSp mod modNotesTx">
        <pc:chgData name="Yeo Xiong Wei, Jonathan" userId="ac2b658e-7ce1-44bb-9f9f-bf4198ceaa29" providerId="ADAL" clId="{4B2EDEA7-3ECD-47B6-9F3D-0E20AD166BEC}" dt="2024-06-29T08:05:15.812" v="373" actId="5793"/>
        <pc:sldMkLst>
          <pc:docMk/>
          <pc:sldMk cId="72443231" sldId="1020"/>
        </pc:sldMkLst>
        <pc:spChg chg="mod">
          <ac:chgData name="Yeo Xiong Wei, Jonathan" userId="ac2b658e-7ce1-44bb-9f9f-bf4198ceaa29" providerId="ADAL" clId="{4B2EDEA7-3ECD-47B6-9F3D-0E20AD166BEC}" dt="2024-06-29T08:05:15.812" v="373" actId="5793"/>
          <ac:spMkLst>
            <pc:docMk/>
            <pc:sldMk cId="72443231" sldId="1020"/>
            <ac:spMk id="3" creationId="{CDF4B2E5-1CF0-4D19-AFAA-E09B13AE7CF3}"/>
          </ac:spMkLst>
        </pc:spChg>
      </pc:sldChg>
      <pc:sldChg chg="modSp mod">
        <pc:chgData name="Yeo Xiong Wei, Jonathan" userId="ac2b658e-7ce1-44bb-9f9f-bf4198ceaa29" providerId="ADAL" clId="{4B2EDEA7-3ECD-47B6-9F3D-0E20AD166BEC}" dt="2024-06-29T08:14:46.220" v="476" actId="207"/>
        <pc:sldMkLst>
          <pc:docMk/>
          <pc:sldMk cId="1216419970" sldId="1021"/>
        </pc:sldMkLst>
        <pc:spChg chg="mod">
          <ac:chgData name="Yeo Xiong Wei, Jonathan" userId="ac2b658e-7ce1-44bb-9f9f-bf4198ceaa29" providerId="ADAL" clId="{4B2EDEA7-3ECD-47B6-9F3D-0E20AD166BEC}" dt="2024-06-29T08:14:12.972" v="474" actId="113"/>
          <ac:spMkLst>
            <pc:docMk/>
            <pc:sldMk cId="1216419970" sldId="1021"/>
            <ac:spMk id="2" creationId="{9E07EBBA-1F23-9F9F-7BDF-A72D750369B6}"/>
          </ac:spMkLst>
        </pc:spChg>
        <pc:spChg chg="mod">
          <ac:chgData name="Yeo Xiong Wei, Jonathan" userId="ac2b658e-7ce1-44bb-9f9f-bf4198ceaa29" providerId="ADAL" clId="{4B2EDEA7-3ECD-47B6-9F3D-0E20AD166BEC}" dt="2024-06-29T08:09:48.137" v="439" actId="1035"/>
          <ac:spMkLst>
            <pc:docMk/>
            <pc:sldMk cId="1216419970" sldId="1021"/>
            <ac:spMk id="3" creationId="{0F74A7C4-DB0A-E29E-400F-365FE177D3BC}"/>
          </ac:spMkLst>
        </pc:spChg>
        <pc:spChg chg="mod">
          <ac:chgData name="Yeo Xiong Wei, Jonathan" userId="ac2b658e-7ce1-44bb-9f9f-bf4198ceaa29" providerId="ADAL" clId="{4B2EDEA7-3ECD-47B6-9F3D-0E20AD166BEC}" dt="2024-06-29T08:09:48.137" v="439" actId="1035"/>
          <ac:spMkLst>
            <pc:docMk/>
            <pc:sldMk cId="1216419970" sldId="1021"/>
            <ac:spMk id="27" creationId="{7F011C0C-DE2C-482E-5C5F-446AB858207E}"/>
          </ac:spMkLst>
        </pc:spChg>
        <pc:spChg chg="mod">
          <ac:chgData name="Yeo Xiong Wei, Jonathan" userId="ac2b658e-7ce1-44bb-9f9f-bf4198ceaa29" providerId="ADAL" clId="{4B2EDEA7-3ECD-47B6-9F3D-0E20AD166BEC}" dt="2024-06-29T08:09:48.137" v="439" actId="1035"/>
          <ac:spMkLst>
            <pc:docMk/>
            <pc:sldMk cId="1216419970" sldId="1021"/>
            <ac:spMk id="29" creationId="{68C52313-0D7E-3DB7-9A68-C6E4B9D86843}"/>
          </ac:spMkLst>
        </pc:spChg>
        <pc:spChg chg="mod">
          <ac:chgData name="Yeo Xiong Wei, Jonathan" userId="ac2b658e-7ce1-44bb-9f9f-bf4198ceaa29" providerId="ADAL" clId="{4B2EDEA7-3ECD-47B6-9F3D-0E20AD166BEC}" dt="2024-06-29T08:12:12.407" v="472" actId="20577"/>
          <ac:spMkLst>
            <pc:docMk/>
            <pc:sldMk cId="1216419970" sldId="1021"/>
            <ac:spMk id="31" creationId="{A3C7C130-7DC7-684F-0F04-FD3B9F37B19A}"/>
          </ac:spMkLst>
        </pc:spChg>
        <pc:spChg chg="mod">
          <ac:chgData name="Yeo Xiong Wei, Jonathan" userId="ac2b658e-7ce1-44bb-9f9f-bf4198ceaa29" providerId="ADAL" clId="{4B2EDEA7-3ECD-47B6-9F3D-0E20AD166BEC}" dt="2024-06-29T08:14:46.220" v="476" actId="207"/>
          <ac:spMkLst>
            <pc:docMk/>
            <pc:sldMk cId="1216419970" sldId="1021"/>
            <ac:spMk id="63490" creationId="{00000000-0000-0000-0000-000000000000}"/>
          </ac:spMkLst>
        </pc:spChg>
        <pc:grpChg chg="mod">
          <ac:chgData name="Yeo Xiong Wei, Jonathan" userId="ac2b658e-7ce1-44bb-9f9f-bf4198ceaa29" providerId="ADAL" clId="{4B2EDEA7-3ECD-47B6-9F3D-0E20AD166BEC}" dt="2024-06-29T08:09:48.137" v="439" actId="1035"/>
          <ac:grpSpMkLst>
            <pc:docMk/>
            <pc:sldMk cId="1216419970" sldId="1021"/>
            <ac:grpSpMk id="9" creationId="{8BB1F8C8-BC91-B488-DA2E-72A63A19C9C2}"/>
          </ac:grpSpMkLst>
        </pc:grpChg>
        <pc:cxnChg chg="mod">
          <ac:chgData name="Yeo Xiong Wei, Jonathan" userId="ac2b658e-7ce1-44bb-9f9f-bf4198ceaa29" providerId="ADAL" clId="{4B2EDEA7-3ECD-47B6-9F3D-0E20AD166BEC}" dt="2024-06-29T08:09:48.137" v="439" actId="1035"/>
          <ac:cxnSpMkLst>
            <pc:docMk/>
            <pc:sldMk cId="1216419970" sldId="1021"/>
            <ac:cxnSpMk id="6" creationId="{B49D948D-2514-E17A-3505-C1BB9B3D3A43}"/>
          </ac:cxnSpMkLst>
        </pc:cxnChg>
        <pc:cxnChg chg="mod">
          <ac:chgData name="Yeo Xiong Wei, Jonathan" userId="ac2b658e-7ce1-44bb-9f9f-bf4198ceaa29" providerId="ADAL" clId="{4B2EDEA7-3ECD-47B6-9F3D-0E20AD166BEC}" dt="2024-06-29T08:09:48.137" v="439" actId="1035"/>
          <ac:cxnSpMkLst>
            <pc:docMk/>
            <pc:sldMk cId="1216419970" sldId="1021"/>
            <ac:cxnSpMk id="28" creationId="{2AAB6617-7857-6F2E-F0F8-FC7E7F1FD828}"/>
          </ac:cxnSpMkLst>
        </pc:cxnChg>
      </pc:sldChg>
      <pc:sldChg chg="modSp mod">
        <pc:chgData name="Yeo Xiong Wei, Jonathan" userId="ac2b658e-7ce1-44bb-9f9f-bf4198ceaa29" providerId="ADAL" clId="{4B2EDEA7-3ECD-47B6-9F3D-0E20AD166BEC}" dt="2024-06-29T08:12:37.277" v="473" actId="113"/>
        <pc:sldMkLst>
          <pc:docMk/>
          <pc:sldMk cId="1256208469" sldId="1022"/>
        </pc:sldMkLst>
        <pc:spChg chg="mod">
          <ac:chgData name="Yeo Xiong Wei, Jonathan" userId="ac2b658e-7ce1-44bb-9f9f-bf4198ceaa29" providerId="ADAL" clId="{4B2EDEA7-3ECD-47B6-9F3D-0E20AD166BEC}" dt="2024-06-29T08:12:37.277" v="473" actId="113"/>
          <ac:spMkLst>
            <pc:docMk/>
            <pc:sldMk cId="1256208469" sldId="1022"/>
            <ac:spMk id="2" creationId="{59AC5E94-1C68-1320-C05D-F889048DA12B}"/>
          </ac:spMkLst>
        </pc:spChg>
        <pc:spChg chg="mod">
          <ac:chgData name="Yeo Xiong Wei, Jonathan" userId="ac2b658e-7ce1-44bb-9f9f-bf4198ceaa29" providerId="ADAL" clId="{4B2EDEA7-3ECD-47B6-9F3D-0E20AD166BEC}" dt="2024-06-29T08:08:52.036" v="392"/>
          <ac:spMkLst>
            <pc:docMk/>
            <pc:sldMk cId="1256208469" sldId="1022"/>
            <ac:spMk id="63490" creationId="{00000000-0000-0000-0000-000000000000}"/>
          </ac:spMkLst>
        </pc:spChg>
      </pc:sldChg>
      <pc:sldChg chg="modSp mod">
        <pc:chgData name="Yeo Xiong Wei, Jonathan" userId="ac2b658e-7ce1-44bb-9f9f-bf4198ceaa29" providerId="ADAL" clId="{4B2EDEA7-3ECD-47B6-9F3D-0E20AD166BEC}" dt="2024-06-29T08:40:24.908" v="1837" actId="20577"/>
        <pc:sldMkLst>
          <pc:docMk/>
          <pc:sldMk cId="3253673609" sldId="1023"/>
        </pc:sldMkLst>
        <pc:spChg chg="mod">
          <ac:chgData name="Yeo Xiong Wei, Jonathan" userId="ac2b658e-7ce1-44bb-9f9f-bf4198ceaa29" providerId="ADAL" clId="{4B2EDEA7-3ECD-47B6-9F3D-0E20AD166BEC}" dt="2024-06-29T08:40:24.908" v="1837" actId="20577"/>
          <ac:spMkLst>
            <pc:docMk/>
            <pc:sldMk cId="3253673609" sldId="1023"/>
            <ac:spMk id="63490" creationId="{00000000-0000-0000-0000-000000000000}"/>
          </ac:spMkLst>
        </pc:spChg>
      </pc:sldChg>
      <pc:sldMasterChg chg="addSp modSp mod modSldLayout">
        <pc:chgData name="Yeo Xiong Wei, Jonathan" userId="ac2b658e-7ce1-44bb-9f9f-bf4198ceaa29" providerId="ADAL" clId="{4B2EDEA7-3ECD-47B6-9F3D-0E20AD166BEC}" dt="2024-06-29T07:43:04.258" v="40" actId="207"/>
        <pc:sldMasterMkLst>
          <pc:docMk/>
          <pc:sldMasterMk cId="2486355324" sldId="2147483648"/>
        </pc:sldMasterMkLst>
        <pc:spChg chg="mod">
          <ac:chgData name="Yeo Xiong Wei, Jonathan" userId="ac2b658e-7ce1-44bb-9f9f-bf4198ceaa29" providerId="ADAL" clId="{4B2EDEA7-3ECD-47B6-9F3D-0E20AD166BEC}" dt="2024-06-29T07:42:17.227" v="36" actId="6549"/>
          <ac:spMkLst>
            <pc:docMk/>
            <pc:sldMasterMk cId="2486355324" sldId="2147483648"/>
            <ac:spMk id="4" creationId="{FC453466-937E-4132-92F4-63D433051922}"/>
          </ac:spMkLst>
        </pc:spChg>
        <pc:spChg chg="mod">
          <ac:chgData name="Yeo Xiong Wei, Jonathan" userId="ac2b658e-7ce1-44bb-9f9f-bf4198ceaa29" providerId="ADAL" clId="{4B2EDEA7-3ECD-47B6-9F3D-0E20AD166BEC}" dt="2024-06-29T07:42:15.031" v="35" actId="6549"/>
          <ac:spMkLst>
            <pc:docMk/>
            <pc:sldMasterMk cId="2486355324" sldId="2147483648"/>
            <ac:spMk id="5" creationId="{5B1DD2DD-70B8-4F95-A0CC-23E23FC54355}"/>
          </ac:spMkLst>
        </pc:spChg>
        <pc:spChg chg="mod">
          <ac:chgData name="Yeo Xiong Wei, Jonathan" userId="ac2b658e-7ce1-44bb-9f9f-bf4198ceaa29" providerId="ADAL" clId="{4B2EDEA7-3ECD-47B6-9F3D-0E20AD166BEC}" dt="2024-06-29T07:43:04.258" v="40" actId="207"/>
          <ac:spMkLst>
            <pc:docMk/>
            <pc:sldMasterMk cId="2486355324" sldId="2147483648"/>
            <ac:spMk id="6" creationId="{F4E06532-DD38-4559-996E-398A5BA70E92}"/>
          </ac:spMkLst>
        </pc:spChg>
        <pc:spChg chg="add mod ord">
          <ac:chgData name="Yeo Xiong Wei, Jonathan" userId="ac2b658e-7ce1-44bb-9f9f-bf4198ceaa29" providerId="ADAL" clId="{4B2EDEA7-3ECD-47B6-9F3D-0E20AD166BEC}" dt="2024-06-29T07:42:12.914" v="34" actId="167"/>
          <ac:spMkLst>
            <pc:docMk/>
            <pc:sldMasterMk cId="2486355324" sldId="2147483648"/>
            <ac:spMk id="7" creationId="{F4023DB4-4342-4632-0B78-73BD1B63AA13}"/>
          </ac:spMkLst>
        </pc:spChg>
        <pc:spChg chg="add mod ord">
          <ac:chgData name="Yeo Xiong Wei, Jonathan" userId="ac2b658e-7ce1-44bb-9f9f-bf4198ceaa29" providerId="ADAL" clId="{4B2EDEA7-3ECD-47B6-9F3D-0E20AD166BEC}" dt="2024-06-29T07:42:12.914" v="34" actId="167"/>
          <ac:spMkLst>
            <pc:docMk/>
            <pc:sldMasterMk cId="2486355324" sldId="2147483648"/>
            <ac:spMk id="8" creationId="{4CD940E8-7CF0-94F4-865B-2EA491F7A854}"/>
          </ac:spMkLst>
        </pc:spChg>
        <pc:sldLayoutChg chg="addSp modSp mod">
          <pc:chgData name="Yeo Xiong Wei, Jonathan" userId="ac2b658e-7ce1-44bb-9f9f-bf4198ceaa29" providerId="ADAL" clId="{4B2EDEA7-3ECD-47B6-9F3D-0E20AD166BEC}" dt="2024-06-29T07:42:35.831" v="38" actId="113"/>
          <pc:sldLayoutMkLst>
            <pc:docMk/>
            <pc:sldMasterMk cId="2486355324" sldId="2147483648"/>
            <pc:sldLayoutMk cId="688206173" sldId="2147483649"/>
          </pc:sldLayoutMkLst>
          <pc:spChg chg="mod">
            <ac:chgData name="Yeo Xiong Wei, Jonathan" userId="ac2b658e-7ce1-44bb-9f9f-bf4198ceaa29" providerId="ADAL" clId="{4B2EDEA7-3ECD-47B6-9F3D-0E20AD166BEC}" dt="2024-06-29T07:42:01.213" v="30" actId="6549"/>
            <ac:spMkLst>
              <pc:docMk/>
              <pc:sldMasterMk cId="2486355324" sldId="2147483648"/>
              <pc:sldLayoutMk cId="688206173" sldId="2147483649"/>
              <ac:spMk id="4" creationId="{C0B7897A-BB80-4BBE-96B1-5197536A0381}"/>
            </ac:spMkLst>
          </pc:spChg>
          <pc:spChg chg="mod">
            <ac:chgData name="Yeo Xiong Wei, Jonathan" userId="ac2b658e-7ce1-44bb-9f9f-bf4198ceaa29" providerId="ADAL" clId="{4B2EDEA7-3ECD-47B6-9F3D-0E20AD166BEC}" dt="2024-06-29T07:42:01.702" v="31" actId="6549"/>
            <ac:spMkLst>
              <pc:docMk/>
              <pc:sldMasterMk cId="2486355324" sldId="2147483648"/>
              <pc:sldLayoutMk cId="688206173" sldId="2147483649"/>
              <ac:spMk id="5" creationId="{5A4D5CD6-8452-4C47-AD51-3250DF1F95AE}"/>
            </ac:spMkLst>
          </pc:spChg>
          <pc:spChg chg="mod">
            <ac:chgData name="Yeo Xiong Wei, Jonathan" userId="ac2b658e-7ce1-44bb-9f9f-bf4198ceaa29" providerId="ADAL" clId="{4B2EDEA7-3ECD-47B6-9F3D-0E20AD166BEC}" dt="2024-06-29T07:42:35.831" v="38" actId="113"/>
            <ac:spMkLst>
              <pc:docMk/>
              <pc:sldMasterMk cId="2486355324" sldId="2147483648"/>
              <pc:sldLayoutMk cId="688206173" sldId="2147483649"/>
              <ac:spMk id="6" creationId="{CA43145B-1CE2-4665-94BB-E3AE638F70A4}"/>
            </ac:spMkLst>
          </pc:spChg>
          <pc:spChg chg="add mod ord">
            <ac:chgData name="Yeo Xiong Wei, Jonathan" userId="ac2b658e-7ce1-44bb-9f9f-bf4198ceaa29" providerId="ADAL" clId="{4B2EDEA7-3ECD-47B6-9F3D-0E20AD166BEC}" dt="2024-06-29T07:42:05.189" v="32" actId="167"/>
            <ac:spMkLst>
              <pc:docMk/>
              <pc:sldMasterMk cId="2486355324" sldId="2147483648"/>
              <pc:sldLayoutMk cId="688206173" sldId="2147483649"/>
              <ac:spMk id="7" creationId="{7AD37D4E-902E-755F-C178-15E8B23CD1E9}"/>
            </ac:spMkLst>
          </pc:spChg>
          <pc:spChg chg="add mod ord">
            <ac:chgData name="Yeo Xiong Wei, Jonathan" userId="ac2b658e-7ce1-44bb-9f9f-bf4198ceaa29" providerId="ADAL" clId="{4B2EDEA7-3ECD-47B6-9F3D-0E20AD166BEC}" dt="2024-06-29T07:42:05.189" v="32" actId="167"/>
            <ac:spMkLst>
              <pc:docMk/>
              <pc:sldMasterMk cId="2486355324" sldId="2147483648"/>
              <pc:sldLayoutMk cId="688206173" sldId="2147483649"/>
              <ac:spMk id="8" creationId="{4F48E881-FD35-3E3A-EE48-973B37C97A1E}"/>
            </ac:spMkLst>
          </pc:spChg>
        </pc:sldLayoutChg>
      </pc:sldMasterChg>
    </pc:docChg>
  </pc:docChgLst>
  <pc:docChgLst>
    <pc:chgData name="Yeo Xiong Wei, Jonathan" userId="ac2b658e-7ce1-44bb-9f9f-bf4198ceaa29" providerId="ADAL" clId="{9973F0E6-D3AD-4A4C-B04A-F3EE32DE8001}"/>
    <pc:docChg chg="undo custSel modSld">
      <pc:chgData name="Yeo Xiong Wei, Jonathan" userId="ac2b658e-7ce1-44bb-9f9f-bf4198ceaa29" providerId="ADAL" clId="{9973F0E6-D3AD-4A4C-B04A-F3EE32DE8001}" dt="2023-10-29T06:52:10.022" v="566" actId="1076"/>
      <pc:docMkLst>
        <pc:docMk/>
      </pc:docMkLst>
      <pc:sldChg chg="modSp mod">
        <pc:chgData name="Yeo Xiong Wei, Jonathan" userId="ac2b658e-7ce1-44bb-9f9f-bf4198ceaa29" providerId="ADAL" clId="{9973F0E6-D3AD-4A4C-B04A-F3EE32DE8001}" dt="2023-10-29T06:48:31.256" v="307" actId="20577"/>
        <pc:sldMkLst>
          <pc:docMk/>
          <pc:sldMk cId="1584622828" sldId="995"/>
        </pc:sldMkLst>
        <pc:spChg chg="mod">
          <ac:chgData name="Yeo Xiong Wei, Jonathan" userId="ac2b658e-7ce1-44bb-9f9f-bf4198ceaa29" providerId="ADAL" clId="{9973F0E6-D3AD-4A4C-B04A-F3EE32DE8001}" dt="2023-10-29T06:48:31.256" v="307" actId="20577"/>
          <ac:spMkLst>
            <pc:docMk/>
            <pc:sldMk cId="1584622828" sldId="995"/>
            <ac:spMk id="63490" creationId="{00000000-0000-0000-0000-000000000000}"/>
          </ac:spMkLst>
        </pc:spChg>
      </pc:sldChg>
      <pc:sldChg chg="addSp modSp mod">
        <pc:chgData name="Yeo Xiong Wei, Jonathan" userId="ac2b658e-7ce1-44bb-9f9f-bf4198ceaa29" providerId="ADAL" clId="{9973F0E6-D3AD-4A4C-B04A-F3EE32DE8001}" dt="2023-10-29T06:47:23.577" v="225" actId="1076"/>
        <pc:sldMkLst>
          <pc:docMk/>
          <pc:sldMk cId="1216419970" sldId="1021"/>
        </pc:sldMkLst>
        <pc:spChg chg="add mod">
          <ac:chgData name="Yeo Xiong Wei, Jonathan" userId="ac2b658e-7ce1-44bb-9f9f-bf4198ceaa29" providerId="ADAL" clId="{9973F0E6-D3AD-4A4C-B04A-F3EE32DE8001}" dt="2023-10-29T06:47:23.577" v="225" actId="1076"/>
          <ac:spMkLst>
            <pc:docMk/>
            <pc:sldMk cId="1216419970" sldId="1021"/>
            <ac:spMk id="2" creationId="{9E07EBBA-1F23-9F9F-7BDF-A72D750369B6}"/>
          </ac:spMkLst>
        </pc:spChg>
        <pc:spChg chg="mod">
          <ac:chgData name="Yeo Xiong Wei, Jonathan" userId="ac2b658e-7ce1-44bb-9f9f-bf4198ceaa29" providerId="ADAL" clId="{9973F0E6-D3AD-4A4C-B04A-F3EE32DE8001}" dt="2023-10-27T01:37:45.223" v="14" actId="207"/>
          <ac:spMkLst>
            <pc:docMk/>
            <pc:sldMk cId="1216419970" sldId="1021"/>
            <ac:spMk id="63490" creationId="{00000000-0000-0000-0000-000000000000}"/>
          </ac:spMkLst>
        </pc:spChg>
        <pc:cxnChg chg="add mod">
          <ac:chgData name="Yeo Xiong Wei, Jonathan" userId="ac2b658e-7ce1-44bb-9f9f-bf4198ceaa29" providerId="ADAL" clId="{9973F0E6-D3AD-4A4C-B04A-F3EE32DE8001}" dt="2023-10-29T06:47:20.845" v="224" actId="14100"/>
          <ac:cxnSpMkLst>
            <pc:docMk/>
            <pc:sldMk cId="1216419970" sldId="1021"/>
            <ac:cxnSpMk id="6" creationId="{B49D948D-2514-E17A-3505-C1BB9B3D3A43}"/>
          </ac:cxnSpMkLst>
        </pc:cxnChg>
      </pc:sldChg>
      <pc:sldChg chg="addSp modSp mod">
        <pc:chgData name="Yeo Xiong Wei, Jonathan" userId="ac2b658e-7ce1-44bb-9f9f-bf4198ceaa29" providerId="ADAL" clId="{9973F0E6-D3AD-4A4C-B04A-F3EE32DE8001}" dt="2023-10-29T06:52:10.022" v="566" actId="1076"/>
        <pc:sldMkLst>
          <pc:docMk/>
          <pc:sldMk cId="1256208469" sldId="1022"/>
        </pc:sldMkLst>
        <pc:spChg chg="add mod">
          <ac:chgData name="Yeo Xiong Wei, Jonathan" userId="ac2b658e-7ce1-44bb-9f9f-bf4198ceaa29" providerId="ADAL" clId="{9973F0E6-D3AD-4A4C-B04A-F3EE32DE8001}" dt="2023-10-29T06:52:10.022" v="566" actId="1076"/>
          <ac:spMkLst>
            <pc:docMk/>
            <pc:sldMk cId="1256208469" sldId="1022"/>
            <ac:spMk id="2" creationId="{59AC5E94-1C68-1320-C05D-F889048DA12B}"/>
          </ac:spMkLst>
        </pc:spChg>
      </pc:sldChg>
      <pc:sldChg chg="modSp mod">
        <pc:chgData name="Yeo Xiong Wei, Jonathan" userId="ac2b658e-7ce1-44bb-9f9f-bf4198ceaa29" providerId="ADAL" clId="{9973F0E6-D3AD-4A4C-B04A-F3EE32DE8001}" dt="2023-10-29T06:50:06.081" v="505" actId="20577"/>
        <pc:sldMkLst>
          <pc:docMk/>
          <pc:sldMk cId="3253673609" sldId="1023"/>
        </pc:sldMkLst>
        <pc:spChg chg="mod">
          <ac:chgData name="Yeo Xiong Wei, Jonathan" userId="ac2b658e-7ce1-44bb-9f9f-bf4198ceaa29" providerId="ADAL" clId="{9973F0E6-D3AD-4A4C-B04A-F3EE32DE8001}" dt="2023-10-29T06:50:06.081" v="505" actId="20577"/>
          <ac:spMkLst>
            <pc:docMk/>
            <pc:sldMk cId="3253673609" sldId="1023"/>
            <ac:spMk id="63490" creationId="{00000000-0000-0000-0000-000000000000}"/>
          </ac:spMkLst>
        </pc:spChg>
      </pc:sldChg>
    </pc:docChg>
  </pc:docChgLst>
  <pc:docChgLst>
    <pc:chgData name="Yeo Xiong Wei, Jonathan" userId="ac2b658e-7ce1-44bb-9f9f-bf4198ceaa29" providerId="ADAL" clId="{9AAD289B-8994-4D40-8993-E235519D5094}"/>
    <pc:docChg chg="undo custSel addSld delSld modSld modMainMaster">
      <pc:chgData name="Yeo Xiong Wei, Jonathan" userId="ac2b658e-7ce1-44bb-9f9f-bf4198ceaa29" providerId="ADAL" clId="{9AAD289B-8994-4D40-8993-E235519D5094}" dt="2022-03-18T10:37:03.701" v="9796" actId="47"/>
      <pc:docMkLst>
        <pc:docMk/>
      </pc:docMkLst>
      <pc:sldChg chg="add">
        <pc:chgData name="Yeo Xiong Wei, Jonathan" userId="ac2b658e-7ce1-44bb-9f9f-bf4198ceaa29" providerId="ADAL" clId="{9AAD289B-8994-4D40-8993-E235519D5094}" dt="2022-03-16T07:24:10.832" v="1"/>
        <pc:sldMkLst>
          <pc:docMk/>
          <pc:sldMk cId="1757574941" sldId="295"/>
        </pc:sldMkLst>
      </pc:sldChg>
      <pc:sldChg chg="del">
        <pc:chgData name="Yeo Xiong Wei, Jonathan" userId="ac2b658e-7ce1-44bb-9f9f-bf4198ceaa29" providerId="ADAL" clId="{9AAD289B-8994-4D40-8993-E235519D5094}" dt="2022-03-16T07:24:00.866" v="0" actId="47"/>
        <pc:sldMkLst>
          <pc:docMk/>
          <pc:sldMk cId="1694545353" sldId="297"/>
        </pc:sldMkLst>
      </pc:sldChg>
      <pc:sldChg chg="modSp add del mod modNotesTx">
        <pc:chgData name="Yeo Xiong Wei, Jonathan" userId="ac2b658e-7ce1-44bb-9f9f-bf4198ceaa29" providerId="ADAL" clId="{9AAD289B-8994-4D40-8993-E235519D5094}" dt="2022-03-16T07:40:09.265" v="1256" actId="47"/>
        <pc:sldMkLst>
          <pc:docMk/>
          <pc:sldMk cId="3415087326" sldId="297"/>
        </pc:sldMkLst>
        <pc:spChg chg="mod">
          <ac:chgData name="Yeo Xiong Wei, Jonathan" userId="ac2b658e-7ce1-44bb-9f9f-bf4198ceaa29" providerId="ADAL" clId="{9AAD289B-8994-4D40-8993-E235519D5094}" dt="2022-03-16T07:39:10.189" v="1156" actId="20577"/>
          <ac:spMkLst>
            <pc:docMk/>
            <pc:sldMk cId="3415087326" sldId="297"/>
            <ac:spMk id="26626" creationId="{00000000-0000-0000-0000-000000000000}"/>
          </ac:spMkLst>
        </pc:spChg>
      </pc:sldChg>
      <pc:sldChg chg="modSp add mod">
        <pc:chgData name="Yeo Xiong Wei, Jonathan" userId="ac2b658e-7ce1-44bb-9f9f-bf4198ceaa29" providerId="ADAL" clId="{9AAD289B-8994-4D40-8993-E235519D5094}" dt="2022-03-16T07:24:10.898" v="2" actId="27636"/>
        <pc:sldMkLst>
          <pc:docMk/>
          <pc:sldMk cId="165549870" sldId="298"/>
        </pc:sldMkLst>
        <pc:spChg chg="mod">
          <ac:chgData name="Yeo Xiong Wei, Jonathan" userId="ac2b658e-7ce1-44bb-9f9f-bf4198ceaa29" providerId="ADAL" clId="{9AAD289B-8994-4D40-8993-E235519D5094}" dt="2022-03-16T07:24:10.898" v="2" actId="27636"/>
          <ac:spMkLst>
            <pc:docMk/>
            <pc:sldMk cId="165549870" sldId="298"/>
            <ac:spMk id="27649" creationId="{00000000-0000-0000-0000-000000000000}"/>
          </ac:spMkLst>
        </pc:spChg>
      </pc:sldChg>
      <pc:sldChg chg="del">
        <pc:chgData name="Yeo Xiong Wei, Jonathan" userId="ac2b658e-7ce1-44bb-9f9f-bf4198ceaa29" providerId="ADAL" clId="{9AAD289B-8994-4D40-8993-E235519D5094}" dt="2022-03-16T07:24:00.866" v="0" actId="47"/>
        <pc:sldMkLst>
          <pc:docMk/>
          <pc:sldMk cId="966302377" sldId="298"/>
        </pc:sldMkLst>
      </pc:sldChg>
      <pc:sldChg chg="modSp add mod">
        <pc:chgData name="Yeo Xiong Wei, Jonathan" userId="ac2b658e-7ce1-44bb-9f9f-bf4198ceaa29" providerId="ADAL" clId="{9AAD289B-8994-4D40-8993-E235519D5094}" dt="2022-03-16T07:40:18.532" v="1260" actId="20577"/>
        <pc:sldMkLst>
          <pc:docMk/>
          <pc:sldMk cId="663591570" sldId="299"/>
        </pc:sldMkLst>
        <pc:spChg chg="mod">
          <ac:chgData name="Yeo Xiong Wei, Jonathan" userId="ac2b658e-7ce1-44bb-9f9f-bf4198ceaa29" providerId="ADAL" clId="{9AAD289B-8994-4D40-8993-E235519D5094}" dt="2022-03-16T07:24:10.901" v="3" actId="27636"/>
          <ac:spMkLst>
            <pc:docMk/>
            <pc:sldMk cId="663591570" sldId="299"/>
            <ac:spMk id="28673" creationId="{00000000-0000-0000-0000-000000000000}"/>
          </ac:spMkLst>
        </pc:spChg>
        <pc:spChg chg="mod">
          <ac:chgData name="Yeo Xiong Wei, Jonathan" userId="ac2b658e-7ce1-44bb-9f9f-bf4198ceaa29" providerId="ADAL" clId="{9AAD289B-8994-4D40-8993-E235519D5094}" dt="2022-03-16T07:40:18.532" v="1260" actId="20577"/>
          <ac:spMkLst>
            <pc:docMk/>
            <pc:sldMk cId="663591570" sldId="299"/>
            <ac:spMk id="28674" creationId="{00000000-0000-0000-0000-000000000000}"/>
          </ac:spMkLst>
        </pc:spChg>
      </pc:sldChg>
      <pc:sldChg chg="modSp add mod">
        <pc:chgData name="Yeo Xiong Wei, Jonathan" userId="ac2b658e-7ce1-44bb-9f9f-bf4198ceaa29" providerId="ADAL" clId="{9AAD289B-8994-4D40-8993-E235519D5094}" dt="2022-03-16T07:43:37.448" v="1471" actId="20577"/>
        <pc:sldMkLst>
          <pc:docMk/>
          <pc:sldMk cId="3982701179" sldId="300"/>
        </pc:sldMkLst>
        <pc:spChg chg="mod">
          <ac:chgData name="Yeo Xiong Wei, Jonathan" userId="ac2b658e-7ce1-44bb-9f9f-bf4198ceaa29" providerId="ADAL" clId="{9AAD289B-8994-4D40-8993-E235519D5094}" dt="2022-03-16T07:43:37.448" v="1471" actId="20577"/>
          <ac:spMkLst>
            <pc:docMk/>
            <pc:sldMk cId="3982701179" sldId="300"/>
            <ac:spMk id="29698" creationId="{00000000-0000-0000-0000-000000000000}"/>
          </ac:spMkLst>
        </pc:spChg>
      </pc:sldChg>
      <pc:sldChg chg="del">
        <pc:chgData name="Yeo Xiong Wei, Jonathan" userId="ac2b658e-7ce1-44bb-9f9f-bf4198ceaa29" providerId="ADAL" clId="{9AAD289B-8994-4D40-8993-E235519D5094}" dt="2022-03-16T07:24:00.866" v="0" actId="47"/>
        <pc:sldMkLst>
          <pc:docMk/>
          <pc:sldMk cId="4031192782" sldId="300"/>
        </pc:sldMkLst>
      </pc:sldChg>
      <pc:sldChg chg="add">
        <pc:chgData name="Yeo Xiong Wei, Jonathan" userId="ac2b658e-7ce1-44bb-9f9f-bf4198ceaa29" providerId="ADAL" clId="{9AAD289B-8994-4D40-8993-E235519D5094}" dt="2022-03-16T07:24:10.832" v="1"/>
        <pc:sldMkLst>
          <pc:docMk/>
          <pc:sldMk cId="1062100081" sldId="301"/>
        </pc:sldMkLst>
      </pc:sldChg>
      <pc:sldChg chg="add">
        <pc:chgData name="Yeo Xiong Wei, Jonathan" userId="ac2b658e-7ce1-44bb-9f9f-bf4198ceaa29" providerId="ADAL" clId="{9AAD289B-8994-4D40-8993-E235519D5094}" dt="2022-03-16T07:24:10.832" v="1"/>
        <pc:sldMkLst>
          <pc:docMk/>
          <pc:sldMk cId="3712019787" sldId="302"/>
        </pc:sldMkLst>
      </pc:sldChg>
      <pc:sldChg chg="del">
        <pc:chgData name="Yeo Xiong Wei, Jonathan" userId="ac2b658e-7ce1-44bb-9f9f-bf4198ceaa29" providerId="ADAL" clId="{9AAD289B-8994-4D40-8993-E235519D5094}" dt="2022-03-16T07:24:00.866" v="0" actId="47"/>
        <pc:sldMkLst>
          <pc:docMk/>
          <pc:sldMk cId="4243480544" sldId="302"/>
        </pc:sldMkLst>
      </pc:sldChg>
      <pc:sldChg chg="modSp add mod">
        <pc:chgData name="Yeo Xiong Wei, Jonathan" userId="ac2b658e-7ce1-44bb-9f9f-bf4198ceaa29" providerId="ADAL" clId="{9AAD289B-8994-4D40-8993-E235519D5094}" dt="2022-03-16T07:50:01.408" v="1893" actId="20577"/>
        <pc:sldMkLst>
          <pc:docMk/>
          <pc:sldMk cId="2736786001" sldId="303"/>
        </pc:sldMkLst>
        <pc:spChg chg="mod">
          <ac:chgData name="Yeo Xiong Wei, Jonathan" userId="ac2b658e-7ce1-44bb-9f9f-bf4198ceaa29" providerId="ADAL" clId="{9AAD289B-8994-4D40-8993-E235519D5094}" dt="2022-03-16T07:50:01.408" v="1893" actId="20577"/>
          <ac:spMkLst>
            <pc:docMk/>
            <pc:sldMk cId="2736786001" sldId="303"/>
            <ac:spMk id="32770" creationId="{00000000-0000-0000-0000-000000000000}"/>
          </ac:spMkLst>
        </pc:spChg>
      </pc:sldChg>
      <pc:sldChg chg="add del">
        <pc:chgData name="Yeo Xiong Wei, Jonathan" userId="ac2b658e-7ce1-44bb-9f9f-bf4198ceaa29" providerId="ADAL" clId="{9AAD289B-8994-4D40-8993-E235519D5094}" dt="2022-03-16T07:50:13.521" v="1895" actId="47"/>
        <pc:sldMkLst>
          <pc:docMk/>
          <pc:sldMk cId="4124829497" sldId="305"/>
        </pc:sldMkLst>
      </pc:sldChg>
      <pc:sldChg chg="add del">
        <pc:chgData name="Yeo Xiong Wei, Jonathan" userId="ac2b658e-7ce1-44bb-9f9f-bf4198ceaa29" providerId="ADAL" clId="{9AAD289B-8994-4D40-8993-E235519D5094}" dt="2022-03-16T07:56:04.447" v="2207" actId="47"/>
        <pc:sldMkLst>
          <pc:docMk/>
          <pc:sldMk cId="3954912179" sldId="311"/>
        </pc:sldMkLst>
      </pc:sldChg>
      <pc:sldChg chg="delSp modSp add mod">
        <pc:chgData name="Yeo Xiong Wei, Jonathan" userId="ac2b658e-7ce1-44bb-9f9f-bf4198ceaa29" providerId="ADAL" clId="{9AAD289B-8994-4D40-8993-E235519D5094}" dt="2022-03-16T09:41:39.600" v="2736"/>
        <pc:sldMkLst>
          <pc:docMk/>
          <pc:sldMk cId="3389499626" sldId="313"/>
        </pc:sldMkLst>
        <pc:spChg chg="mod">
          <ac:chgData name="Yeo Xiong Wei, Jonathan" userId="ac2b658e-7ce1-44bb-9f9f-bf4198ceaa29" providerId="ADAL" clId="{9AAD289B-8994-4D40-8993-E235519D5094}" dt="2022-03-16T09:41:39.600" v="2736"/>
          <ac:spMkLst>
            <pc:docMk/>
            <pc:sldMk cId="3389499626" sldId="313"/>
            <ac:spMk id="43010" creationId="{00000000-0000-0000-0000-000000000000}"/>
          </ac:spMkLst>
        </pc:spChg>
        <pc:picChg chg="del mod">
          <ac:chgData name="Yeo Xiong Wei, Jonathan" userId="ac2b658e-7ce1-44bb-9f9f-bf4198ceaa29" providerId="ADAL" clId="{9AAD289B-8994-4D40-8993-E235519D5094}" dt="2022-03-16T07:57:08.891" v="2275" actId="478"/>
          <ac:picMkLst>
            <pc:docMk/>
            <pc:sldMk cId="3389499626" sldId="313"/>
            <ac:picMk id="5" creationId="{00000000-0000-0000-0000-000000000000}"/>
          </ac:picMkLst>
        </pc:picChg>
        <pc:picChg chg="del">
          <ac:chgData name="Yeo Xiong Wei, Jonathan" userId="ac2b658e-7ce1-44bb-9f9f-bf4198ceaa29" providerId="ADAL" clId="{9AAD289B-8994-4D40-8993-E235519D5094}" dt="2022-03-16T07:58:03.475" v="2308" actId="478"/>
          <ac:picMkLst>
            <pc:docMk/>
            <pc:sldMk cId="3389499626" sldId="313"/>
            <ac:picMk id="6" creationId="{00000000-0000-0000-0000-000000000000}"/>
          </ac:picMkLst>
        </pc:picChg>
      </pc:sldChg>
      <pc:sldChg chg="add del">
        <pc:chgData name="Yeo Xiong Wei, Jonathan" userId="ac2b658e-7ce1-44bb-9f9f-bf4198ceaa29" providerId="ADAL" clId="{9AAD289B-8994-4D40-8993-E235519D5094}" dt="2022-03-16T09:38:47.499" v="2622" actId="47"/>
        <pc:sldMkLst>
          <pc:docMk/>
          <pc:sldMk cId="1858371329" sldId="315"/>
        </pc:sldMkLst>
      </pc:sldChg>
      <pc:sldChg chg="add del">
        <pc:chgData name="Yeo Xiong Wei, Jonathan" userId="ac2b658e-7ce1-44bb-9f9f-bf4198ceaa29" providerId="ADAL" clId="{9AAD289B-8994-4D40-8993-E235519D5094}" dt="2022-03-16T09:38:48.417" v="2623" actId="47"/>
        <pc:sldMkLst>
          <pc:docMk/>
          <pc:sldMk cId="3512047178" sldId="316"/>
        </pc:sldMkLst>
      </pc:sldChg>
      <pc:sldChg chg="modSp add mod">
        <pc:chgData name="Yeo Xiong Wei, Jonathan" userId="ac2b658e-7ce1-44bb-9f9f-bf4198ceaa29" providerId="ADAL" clId="{9AAD289B-8994-4D40-8993-E235519D5094}" dt="2022-03-18T08:53:50.026" v="2894" actId="6549"/>
        <pc:sldMkLst>
          <pc:docMk/>
          <pc:sldMk cId="1702885413" sldId="317"/>
        </pc:sldMkLst>
        <pc:spChg chg="mod">
          <ac:chgData name="Yeo Xiong Wei, Jonathan" userId="ac2b658e-7ce1-44bb-9f9f-bf4198ceaa29" providerId="ADAL" clId="{9AAD289B-8994-4D40-8993-E235519D5094}" dt="2022-03-18T08:53:50.026" v="2894" actId="6549"/>
          <ac:spMkLst>
            <pc:docMk/>
            <pc:sldMk cId="1702885413" sldId="317"/>
            <ac:spMk id="47106" creationId="{00000000-0000-0000-0000-000000000000}"/>
          </ac:spMkLst>
        </pc:spChg>
      </pc:sldChg>
      <pc:sldChg chg="add del">
        <pc:chgData name="Yeo Xiong Wei, Jonathan" userId="ac2b658e-7ce1-44bb-9f9f-bf4198ceaa29" providerId="ADAL" clId="{9AAD289B-8994-4D40-8993-E235519D5094}" dt="2022-03-18T08:53:54.549" v="2895" actId="47"/>
        <pc:sldMkLst>
          <pc:docMk/>
          <pc:sldMk cId="1229386494" sldId="318"/>
        </pc:sldMkLst>
      </pc:sldChg>
      <pc:sldChg chg="modSp add mod modNotesTx">
        <pc:chgData name="Yeo Xiong Wei, Jonathan" userId="ac2b658e-7ce1-44bb-9f9f-bf4198ceaa29" providerId="ADAL" clId="{9AAD289B-8994-4D40-8993-E235519D5094}" dt="2022-03-18T09:30:01.190" v="5686" actId="20577"/>
        <pc:sldMkLst>
          <pc:docMk/>
          <pc:sldMk cId="4272335518" sldId="319"/>
        </pc:sldMkLst>
        <pc:spChg chg="mod">
          <ac:chgData name="Yeo Xiong Wei, Jonathan" userId="ac2b658e-7ce1-44bb-9f9f-bf4198ceaa29" providerId="ADAL" clId="{9AAD289B-8994-4D40-8993-E235519D5094}" dt="2022-03-16T07:24:10.928" v="5" actId="27636"/>
          <ac:spMkLst>
            <pc:docMk/>
            <pc:sldMk cId="4272335518" sldId="319"/>
            <ac:spMk id="49153" creationId="{00000000-0000-0000-0000-000000000000}"/>
          </ac:spMkLst>
        </pc:spChg>
        <pc:spChg chg="mod">
          <ac:chgData name="Yeo Xiong Wei, Jonathan" userId="ac2b658e-7ce1-44bb-9f9f-bf4198ceaa29" providerId="ADAL" clId="{9AAD289B-8994-4D40-8993-E235519D5094}" dt="2022-03-18T09:30:01.190" v="5686" actId="20577"/>
          <ac:spMkLst>
            <pc:docMk/>
            <pc:sldMk cId="4272335518" sldId="319"/>
            <ac:spMk id="49154" creationId="{00000000-0000-0000-0000-000000000000}"/>
          </ac:spMkLst>
        </pc:spChg>
      </pc:sldChg>
      <pc:sldChg chg="modSp add mod">
        <pc:chgData name="Yeo Xiong Wei, Jonathan" userId="ac2b658e-7ce1-44bb-9f9f-bf4198ceaa29" providerId="ADAL" clId="{9AAD289B-8994-4D40-8993-E235519D5094}" dt="2022-03-18T09:30:25.342" v="5689"/>
        <pc:sldMkLst>
          <pc:docMk/>
          <pc:sldMk cId="3950983522" sldId="320"/>
        </pc:sldMkLst>
        <pc:spChg chg="mod">
          <ac:chgData name="Yeo Xiong Wei, Jonathan" userId="ac2b658e-7ce1-44bb-9f9f-bf4198ceaa29" providerId="ADAL" clId="{9AAD289B-8994-4D40-8993-E235519D5094}" dt="2022-03-18T09:30:25.342" v="5689"/>
          <ac:spMkLst>
            <pc:docMk/>
            <pc:sldMk cId="3950983522" sldId="320"/>
            <ac:spMk id="50178" creationId="{00000000-0000-0000-0000-000000000000}"/>
          </ac:spMkLst>
        </pc:spChg>
      </pc:sldChg>
      <pc:sldChg chg="modSp add del mod">
        <pc:chgData name="Yeo Xiong Wei, Jonathan" userId="ac2b658e-7ce1-44bb-9f9f-bf4198ceaa29" providerId="ADAL" clId="{9AAD289B-8994-4D40-8993-E235519D5094}" dt="2022-03-18T09:30:29.871" v="5690" actId="47"/>
        <pc:sldMkLst>
          <pc:docMk/>
          <pc:sldMk cId="2397600833" sldId="321"/>
        </pc:sldMkLst>
        <pc:spChg chg="mod">
          <ac:chgData name="Yeo Xiong Wei, Jonathan" userId="ac2b658e-7ce1-44bb-9f9f-bf4198ceaa29" providerId="ADAL" clId="{9AAD289B-8994-4D40-8993-E235519D5094}" dt="2022-03-18T09:30:23.295" v="5687" actId="21"/>
          <ac:spMkLst>
            <pc:docMk/>
            <pc:sldMk cId="2397600833" sldId="321"/>
            <ac:spMk id="51202" creationId="{00000000-0000-0000-0000-000000000000}"/>
          </ac:spMkLst>
        </pc:spChg>
      </pc:sldChg>
      <pc:sldChg chg="modSp add mod">
        <pc:chgData name="Yeo Xiong Wei, Jonathan" userId="ac2b658e-7ce1-44bb-9f9f-bf4198ceaa29" providerId="ADAL" clId="{9AAD289B-8994-4D40-8993-E235519D5094}" dt="2022-03-18T09:36:41.149" v="6060" actId="20577"/>
        <pc:sldMkLst>
          <pc:docMk/>
          <pc:sldMk cId="3314535483" sldId="326"/>
        </pc:sldMkLst>
        <pc:spChg chg="mod">
          <ac:chgData name="Yeo Xiong Wei, Jonathan" userId="ac2b658e-7ce1-44bb-9f9f-bf4198ceaa29" providerId="ADAL" clId="{9AAD289B-8994-4D40-8993-E235519D5094}" dt="2022-03-18T09:36:41.149" v="6060" actId="20577"/>
          <ac:spMkLst>
            <pc:docMk/>
            <pc:sldMk cId="3314535483" sldId="326"/>
            <ac:spMk id="56322" creationId="{00000000-0000-0000-0000-000000000000}"/>
          </ac:spMkLst>
        </pc:spChg>
      </pc:sldChg>
      <pc:sldChg chg="modSp add mod">
        <pc:chgData name="Yeo Xiong Wei, Jonathan" userId="ac2b658e-7ce1-44bb-9f9f-bf4198ceaa29" providerId="ADAL" clId="{9AAD289B-8994-4D40-8993-E235519D5094}" dt="2022-03-18T09:04:03.803" v="3707" actId="20577"/>
        <pc:sldMkLst>
          <pc:docMk/>
          <pc:sldMk cId="3920119451" sldId="332"/>
        </pc:sldMkLst>
        <pc:spChg chg="mod">
          <ac:chgData name="Yeo Xiong Wei, Jonathan" userId="ac2b658e-7ce1-44bb-9f9f-bf4198ceaa29" providerId="ADAL" clId="{9AAD289B-8994-4D40-8993-E235519D5094}" dt="2022-03-18T09:04:03.803" v="3707" actId="20577"/>
          <ac:spMkLst>
            <pc:docMk/>
            <pc:sldMk cId="3920119451" sldId="332"/>
            <ac:spMk id="62466" creationId="{00000000-0000-0000-0000-000000000000}"/>
          </ac:spMkLst>
        </pc:spChg>
      </pc:sldChg>
      <pc:sldChg chg="add del">
        <pc:chgData name="Yeo Xiong Wei, Jonathan" userId="ac2b658e-7ce1-44bb-9f9f-bf4198ceaa29" providerId="ADAL" clId="{9AAD289B-8994-4D40-8993-E235519D5094}" dt="2022-03-18T08:57:18.218" v="3043" actId="2696"/>
        <pc:sldMkLst>
          <pc:docMk/>
          <pc:sldMk cId="4002629675" sldId="332"/>
        </pc:sldMkLst>
      </pc:sldChg>
      <pc:sldChg chg="modSp add mod">
        <pc:chgData name="Yeo Xiong Wei, Jonathan" userId="ac2b658e-7ce1-44bb-9f9f-bf4198ceaa29" providerId="ADAL" clId="{9AAD289B-8994-4D40-8993-E235519D5094}" dt="2022-03-18T09:08:21.130" v="3958" actId="20577"/>
        <pc:sldMkLst>
          <pc:docMk/>
          <pc:sldMk cId="745064473" sldId="333"/>
        </pc:sldMkLst>
        <pc:spChg chg="mod">
          <ac:chgData name="Yeo Xiong Wei, Jonathan" userId="ac2b658e-7ce1-44bb-9f9f-bf4198ceaa29" providerId="ADAL" clId="{9AAD289B-8994-4D40-8993-E235519D5094}" dt="2022-03-18T09:08:21.130" v="3958" actId="20577"/>
          <ac:spMkLst>
            <pc:docMk/>
            <pc:sldMk cId="745064473" sldId="333"/>
            <ac:spMk id="63490" creationId="{00000000-0000-0000-0000-000000000000}"/>
          </ac:spMkLst>
        </pc:spChg>
      </pc:sldChg>
      <pc:sldChg chg="add del">
        <pc:chgData name="Yeo Xiong Wei, Jonathan" userId="ac2b658e-7ce1-44bb-9f9f-bf4198ceaa29" providerId="ADAL" clId="{9AAD289B-8994-4D40-8993-E235519D5094}" dt="2022-03-18T08:57:18.218" v="3043" actId="2696"/>
        <pc:sldMkLst>
          <pc:docMk/>
          <pc:sldMk cId="1229491559" sldId="333"/>
        </pc:sldMkLst>
      </pc:sldChg>
      <pc:sldChg chg="add">
        <pc:chgData name="Yeo Xiong Wei, Jonathan" userId="ac2b658e-7ce1-44bb-9f9f-bf4198ceaa29" providerId="ADAL" clId="{9AAD289B-8994-4D40-8993-E235519D5094}" dt="2022-03-18T08:57:25.844" v="3044"/>
        <pc:sldMkLst>
          <pc:docMk/>
          <pc:sldMk cId="111974515" sldId="334"/>
        </pc:sldMkLst>
      </pc:sldChg>
      <pc:sldChg chg="add del">
        <pc:chgData name="Yeo Xiong Wei, Jonathan" userId="ac2b658e-7ce1-44bb-9f9f-bf4198ceaa29" providerId="ADAL" clId="{9AAD289B-8994-4D40-8993-E235519D5094}" dt="2022-03-18T08:57:18.218" v="3043" actId="2696"/>
        <pc:sldMkLst>
          <pc:docMk/>
          <pc:sldMk cId="3597440594" sldId="334"/>
        </pc:sldMkLst>
      </pc:sldChg>
      <pc:sldChg chg="addSp modSp add">
        <pc:chgData name="Yeo Xiong Wei, Jonathan" userId="ac2b658e-7ce1-44bb-9f9f-bf4198ceaa29" providerId="ADAL" clId="{9AAD289B-8994-4D40-8993-E235519D5094}" dt="2022-03-18T09:08:37.864" v="3960"/>
        <pc:sldMkLst>
          <pc:docMk/>
          <pc:sldMk cId="1849850092" sldId="335"/>
        </pc:sldMkLst>
        <pc:picChg chg="add mod">
          <ac:chgData name="Yeo Xiong Wei, Jonathan" userId="ac2b658e-7ce1-44bb-9f9f-bf4198ceaa29" providerId="ADAL" clId="{9AAD289B-8994-4D40-8993-E235519D5094}" dt="2022-03-18T09:08:37.864" v="3960"/>
          <ac:picMkLst>
            <pc:docMk/>
            <pc:sldMk cId="1849850092" sldId="335"/>
            <ac:picMk id="5" creationId="{38DF7E8D-689E-4A34-B657-4895C97C266E}"/>
          </ac:picMkLst>
        </pc:picChg>
      </pc:sldChg>
      <pc:sldChg chg="add del">
        <pc:chgData name="Yeo Xiong Wei, Jonathan" userId="ac2b658e-7ce1-44bb-9f9f-bf4198ceaa29" providerId="ADAL" clId="{9AAD289B-8994-4D40-8993-E235519D5094}" dt="2022-03-18T08:57:18.218" v="3043" actId="2696"/>
        <pc:sldMkLst>
          <pc:docMk/>
          <pc:sldMk cId="4063162876" sldId="335"/>
        </pc:sldMkLst>
      </pc:sldChg>
      <pc:sldChg chg="addSp modSp add mod">
        <pc:chgData name="Yeo Xiong Wei, Jonathan" userId="ac2b658e-7ce1-44bb-9f9f-bf4198ceaa29" providerId="ADAL" clId="{9AAD289B-8994-4D40-8993-E235519D5094}" dt="2022-03-18T09:09:27.153" v="3967" actId="1076"/>
        <pc:sldMkLst>
          <pc:docMk/>
          <pc:sldMk cId="434201001" sldId="338"/>
        </pc:sldMkLst>
        <pc:spChg chg="mod">
          <ac:chgData name="Yeo Xiong Wei, Jonathan" userId="ac2b658e-7ce1-44bb-9f9f-bf4198ceaa29" providerId="ADAL" clId="{9AAD289B-8994-4D40-8993-E235519D5094}" dt="2022-03-18T09:09:20.671" v="3965" actId="14100"/>
          <ac:spMkLst>
            <pc:docMk/>
            <pc:sldMk cId="434201001" sldId="338"/>
            <ac:spMk id="68610" creationId="{00000000-0000-0000-0000-000000000000}"/>
          </ac:spMkLst>
        </pc:spChg>
        <pc:picChg chg="add mod">
          <ac:chgData name="Yeo Xiong Wei, Jonathan" userId="ac2b658e-7ce1-44bb-9f9f-bf4198ceaa29" providerId="ADAL" clId="{9AAD289B-8994-4D40-8993-E235519D5094}" dt="2022-03-18T09:09:27.153" v="3967" actId="1076"/>
          <ac:picMkLst>
            <pc:docMk/>
            <pc:sldMk cId="434201001" sldId="338"/>
            <ac:picMk id="5" creationId="{E3183B36-7FA6-43AE-BE23-02075AE98B08}"/>
          </ac:picMkLst>
        </pc:picChg>
      </pc:sldChg>
      <pc:sldChg chg="add del">
        <pc:chgData name="Yeo Xiong Wei, Jonathan" userId="ac2b658e-7ce1-44bb-9f9f-bf4198ceaa29" providerId="ADAL" clId="{9AAD289B-8994-4D40-8993-E235519D5094}" dt="2022-03-18T08:57:18.218" v="3043" actId="2696"/>
        <pc:sldMkLst>
          <pc:docMk/>
          <pc:sldMk cId="2355264573" sldId="338"/>
        </pc:sldMkLst>
      </pc:sldChg>
      <pc:sldChg chg="addSp delSp modSp add mod">
        <pc:chgData name="Yeo Xiong Wei, Jonathan" userId="ac2b658e-7ce1-44bb-9f9f-bf4198ceaa29" providerId="ADAL" clId="{9AAD289B-8994-4D40-8993-E235519D5094}" dt="2022-03-18T09:11:51.553" v="4091" actId="1076"/>
        <pc:sldMkLst>
          <pc:docMk/>
          <pc:sldMk cId="1748669557" sldId="341"/>
        </pc:sldMkLst>
        <pc:spChg chg="del mod">
          <ac:chgData name="Yeo Xiong Wei, Jonathan" userId="ac2b658e-7ce1-44bb-9f9f-bf4198ceaa29" providerId="ADAL" clId="{9AAD289B-8994-4D40-8993-E235519D5094}" dt="2022-03-18T09:10:22.458" v="3986" actId="478"/>
          <ac:spMkLst>
            <pc:docMk/>
            <pc:sldMk cId="1748669557" sldId="341"/>
            <ac:spMk id="3" creationId="{00000000-0000-0000-0000-000000000000}"/>
          </ac:spMkLst>
        </pc:spChg>
        <pc:spChg chg="mod">
          <ac:chgData name="Yeo Xiong Wei, Jonathan" userId="ac2b658e-7ce1-44bb-9f9f-bf4198ceaa29" providerId="ADAL" clId="{9AAD289B-8994-4D40-8993-E235519D5094}" dt="2022-03-18T09:11:49.518" v="4090" actId="14100"/>
          <ac:spMkLst>
            <pc:docMk/>
            <pc:sldMk cId="1748669557" sldId="341"/>
            <ac:spMk id="71682" creationId="{00000000-0000-0000-0000-000000000000}"/>
          </ac:spMkLst>
        </pc:spChg>
        <pc:picChg chg="add mod">
          <ac:chgData name="Yeo Xiong Wei, Jonathan" userId="ac2b658e-7ce1-44bb-9f9f-bf4198ceaa29" providerId="ADAL" clId="{9AAD289B-8994-4D40-8993-E235519D5094}" dt="2022-03-18T09:11:51.553" v="4091" actId="1076"/>
          <ac:picMkLst>
            <pc:docMk/>
            <pc:sldMk cId="1748669557" sldId="341"/>
            <ac:picMk id="8" creationId="{EE4489EF-5EB0-4721-B0EA-00641BDBDC53}"/>
          </ac:picMkLst>
        </pc:picChg>
        <pc:picChg chg="del">
          <ac:chgData name="Yeo Xiong Wei, Jonathan" userId="ac2b658e-7ce1-44bb-9f9f-bf4198ceaa29" providerId="ADAL" clId="{9AAD289B-8994-4D40-8993-E235519D5094}" dt="2022-03-18T09:10:02.170" v="3979" actId="478"/>
          <ac:picMkLst>
            <pc:docMk/>
            <pc:sldMk cId="1748669557" sldId="341"/>
            <ac:picMk id="3074" creationId="{00000000-0000-0000-0000-000000000000}"/>
          </ac:picMkLst>
        </pc:picChg>
      </pc:sldChg>
      <pc:sldChg chg="modSp add del mod">
        <pc:chgData name="Yeo Xiong Wei, Jonathan" userId="ac2b658e-7ce1-44bb-9f9f-bf4198ceaa29" providerId="ADAL" clId="{9AAD289B-8994-4D40-8993-E235519D5094}" dt="2022-03-18T08:57:18.218" v="3043" actId="2696"/>
        <pc:sldMkLst>
          <pc:docMk/>
          <pc:sldMk cId="3065666684" sldId="341"/>
        </pc:sldMkLst>
        <pc:spChg chg="mod">
          <ac:chgData name="Yeo Xiong Wei, Jonathan" userId="ac2b658e-7ce1-44bb-9f9f-bf4198ceaa29" providerId="ADAL" clId="{9AAD289B-8994-4D40-8993-E235519D5094}" dt="2022-03-16T07:28:37.769" v="123" actId="27636"/>
          <ac:spMkLst>
            <pc:docMk/>
            <pc:sldMk cId="3065666684" sldId="341"/>
            <ac:spMk id="71682" creationId="{00000000-0000-0000-0000-000000000000}"/>
          </ac:spMkLst>
        </pc:spChg>
      </pc:sldChg>
      <pc:sldChg chg="add del">
        <pc:chgData name="Yeo Xiong Wei, Jonathan" userId="ac2b658e-7ce1-44bb-9f9f-bf4198ceaa29" providerId="ADAL" clId="{9AAD289B-8994-4D40-8993-E235519D5094}" dt="2022-03-18T09:15:00.858" v="4207" actId="47"/>
        <pc:sldMkLst>
          <pc:docMk/>
          <pc:sldMk cId="2018667550" sldId="343"/>
        </pc:sldMkLst>
      </pc:sldChg>
      <pc:sldChg chg="modSp add del mod">
        <pc:chgData name="Yeo Xiong Wei, Jonathan" userId="ac2b658e-7ce1-44bb-9f9f-bf4198ceaa29" providerId="ADAL" clId="{9AAD289B-8994-4D40-8993-E235519D5094}" dt="2022-03-18T08:57:18.218" v="3043" actId="2696"/>
        <pc:sldMkLst>
          <pc:docMk/>
          <pc:sldMk cId="3831953174" sldId="343"/>
        </pc:sldMkLst>
        <pc:spChg chg="mod">
          <ac:chgData name="Yeo Xiong Wei, Jonathan" userId="ac2b658e-7ce1-44bb-9f9f-bf4198ceaa29" providerId="ADAL" clId="{9AAD289B-8994-4D40-8993-E235519D5094}" dt="2022-03-16T07:28:37.776" v="124" actId="27636"/>
          <ac:spMkLst>
            <pc:docMk/>
            <pc:sldMk cId="3831953174" sldId="343"/>
            <ac:spMk id="73730" creationId="{00000000-0000-0000-0000-000000000000}"/>
          </ac:spMkLst>
        </pc:spChg>
      </pc:sldChg>
      <pc:sldChg chg="addSp modSp add mod">
        <pc:chgData name="Yeo Xiong Wei, Jonathan" userId="ac2b658e-7ce1-44bb-9f9f-bf4198ceaa29" providerId="ADAL" clId="{9AAD289B-8994-4D40-8993-E235519D5094}" dt="2022-03-18T09:16:12.137" v="4243" actId="20577"/>
        <pc:sldMkLst>
          <pc:docMk/>
          <pc:sldMk cId="2761039419" sldId="345"/>
        </pc:sldMkLst>
        <pc:spChg chg="mod">
          <ac:chgData name="Yeo Xiong Wei, Jonathan" userId="ac2b658e-7ce1-44bb-9f9f-bf4198ceaa29" providerId="ADAL" clId="{9AAD289B-8994-4D40-8993-E235519D5094}" dt="2022-03-18T09:16:12.137" v="4243" actId="20577"/>
          <ac:spMkLst>
            <pc:docMk/>
            <pc:sldMk cId="2761039419" sldId="345"/>
            <ac:spMk id="75778" creationId="{00000000-0000-0000-0000-000000000000}"/>
          </ac:spMkLst>
        </pc:spChg>
        <pc:picChg chg="add mod">
          <ac:chgData name="Yeo Xiong Wei, Jonathan" userId="ac2b658e-7ce1-44bb-9f9f-bf4198ceaa29" providerId="ADAL" clId="{9AAD289B-8994-4D40-8993-E235519D5094}" dt="2022-03-18T09:15:49.230" v="4221" actId="1076"/>
          <ac:picMkLst>
            <pc:docMk/>
            <pc:sldMk cId="2761039419" sldId="345"/>
            <ac:picMk id="5" creationId="{9A6ECEF0-EE14-4799-A38D-7C5984E31E30}"/>
          </ac:picMkLst>
        </pc:picChg>
      </pc:sldChg>
      <pc:sldChg chg="add del">
        <pc:chgData name="Yeo Xiong Wei, Jonathan" userId="ac2b658e-7ce1-44bb-9f9f-bf4198ceaa29" providerId="ADAL" clId="{9AAD289B-8994-4D40-8993-E235519D5094}" dt="2022-03-18T08:57:18.218" v="3043" actId="2696"/>
        <pc:sldMkLst>
          <pc:docMk/>
          <pc:sldMk cId="3618743370" sldId="345"/>
        </pc:sldMkLst>
      </pc:sldChg>
      <pc:sldChg chg="modSp add mod">
        <pc:chgData name="Yeo Xiong Wei, Jonathan" userId="ac2b658e-7ce1-44bb-9f9f-bf4198ceaa29" providerId="ADAL" clId="{9AAD289B-8994-4D40-8993-E235519D5094}" dt="2022-03-18T09:56:54.575" v="6787" actId="20577"/>
        <pc:sldMkLst>
          <pc:docMk/>
          <pc:sldMk cId="1143314007" sldId="349"/>
        </pc:sldMkLst>
        <pc:spChg chg="mod">
          <ac:chgData name="Yeo Xiong Wei, Jonathan" userId="ac2b658e-7ce1-44bb-9f9f-bf4198ceaa29" providerId="ADAL" clId="{9AAD289B-8994-4D40-8993-E235519D5094}" dt="2022-03-18T09:56:54.575" v="6787" actId="20577"/>
          <ac:spMkLst>
            <pc:docMk/>
            <pc:sldMk cId="1143314007" sldId="349"/>
            <ac:spMk id="79874" creationId="{00000000-0000-0000-0000-000000000000}"/>
          </ac:spMkLst>
        </pc:spChg>
      </pc:sldChg>
      <pc:sldChg chg="addSp modSp add mod">
        <pc:chgData name="Yeo Xiong Wei, Jonathan" userId="ac2b658e-7ce1-44bb-9f9f-bf4198ceaa29" providerId="ADAL" clId="{9AAD289B-8994-4D40-8993-E235519D5094}" dt="2022-03-18T09:43:43.832" v="6534" actId="20577"/>
        <pc:sldMkLst>
          <pc:docMk/>
          <pc:sldMk cId="613747932" sldId="350"/>
        </pc:sldMkLst>
        <pc:spChg chg="mod">
          <ac:chgData name="Yeo Xiong Wei, Jonathan" userId="ac2b658e-7ce1-44bb-9f9f-bf4198ceaa29" providerId="ADAL" clId="{9AAD289B-8994-4D40-8993-E235519D5094}" dt="2022-03-18T09:43:43.832" v="6534" actId="20577"/>
          <ac:spMkLst>
            <pc:docMk/>
            <pc:sldMk cId="613747932" sldId="350"/>
            <ac:spMk id="80898" creationId="{00000000-0000-0000-0000-000000000000}"/>
          </ac:spMkLst>
        </pc:spChg>
        <pc:picChg chg="add mod">
          <ac:chgData name="Yeo Xiong Wei, Jonathan" userId="ac2b658e-7ce1-44bb-9f9f-bf4198ceaa29" providerId="ADAL" clId="{9AAD289B-8994-4D40-8993-E235519D5094}" dt="2022-03-18T09:43:36.562" v="6532" actId="1076"/>
          <ac:picMkLst>
            <pc:docMk/>
            <pc:sldMk cId="613747932" sldId="350"/>
            <ac:picMk id="5" creationId="{F40B358A-B747-4896-BCE4-75106F1F097E}"/>
          </ac:picMkLst>
        </pc:picChg>
      </pc:sldChg>
      <pc:sldChg chg="add del">
        <pc:chgData name="Yeo Xiong Wei, Jonathan" userId="ac2b658e-7ce1-44bb-9f9f-bf4198ceaa29" providerId="ADAL" clId="{9AAD289B-8994-4D40-8993-E235519D5094}" dt="2022-03-18T09:43:49.517" v="6535" actId="47"/>
        <pc:sldMkLst>
          <pc:docMk/>
          <pc:sldMk cId="4130968103" sldId="353"/>
        </pc:sldMkLst>
      </pc:sldChg>
      <pc:sldChg chg="add del">
        <pc:chgData name="Yeo Xiong Wei, Jonathan" userId="ac2b658e-7ce1-44bb-9f9f-bf4198ceaa29" providerId="ADAL" clId="{9AAD289B-8994-4D40-8993-E235519D5094}" dt="2022-03-18T10:06:03.059" v="7509" actId="47"/>
        <pc:sldMkLst>
          <pc:docMk/>
          <pc:sldMk cId="1215500637" sldId="360"/>
        </pc:sldMkLst>
      </pc:sldChg>
      <pc:sldChg chg="add">
        <pc:chgData name="Yeo Xiong Wei, Jonathan" userId="ac2b658e-7ce1-44bb-9f9f-bf4198ceaa29" providerId="ADAL" clId="{9AAD289B-8994-4D40-8993-E235519D5094}" dt="2022-03-16T07:24:10.832" v="1"/>
        <pc:sldMkLst>
          <pc:docMk/>
          <pc:sldMk cId="3294816556" sldId="364"/>
        </pc:sldMkLst>
      </pc:sldChg>
      <pc:sldChg chg="delSp modSp add mod">
        <pc:chgData name="Yeo Xiong Wei, Jonathan" userId="ac2b658e-7ce1-44bb-9f9f-bf4198ceaa29" providerId="ADAL" clId="{9AAD289B-8994-4D40-8993-E235519D5094}" dt="2022-03-18T10:10:45.093" v="7996" actId="478"/>
        <pc:sldMkLst>
          <pc:docMk/>
          <pc:sldMk cId="2098012594" sldId="366"/>
        </pc:sldMkLst>
        <pc:spChg chg="mod">
          <ac:chgData name="Yeo Xiong Wei, Jonathan" userId="ac2b658e-7ce1-44bb-9f9f-bf4198ceaa29" providerId="ADAL" clId="{9AAD289B-8994-4D40-8993-E235519D5094}" dt="2022-03-18T10:10:42.159" v="7995"/>
          <ac:spMkLst>
            <pc:docMk/>
            <pc:sldMk cId="2098012594" sldId="366"/>
            <ac:spMk id="97282" creationId="{00000000-0000-0000-0000-000000000000}"/>
          </ac:spMkLst>
        </pc:spChg>
        <pc:picChg chg="del mod">
          <ac:chgData name="Yeo Xiong Wei, Jonathan" userId="ac2b658e-7ce1-44bb-9f9f-bf4198ceaa29" providerId="ADAL" clId="{9AAD289B-8994-4D40-8993-E235519D5094}" dt="2022-03-18T10:10:45.093" v="7996" actId="478"/>
          <ac:picMkLst>
            <pc:docMk/>
            <pc:sldMk cId="2098012594" sldId="366"/>
            <ac:picMk id="1026" creationId="{00000000-0000-0000-0000-000000000000}"/>
          </ac:picMkLst>
        </pc:picChg>
      </pc:sldChg>
      <pc:sldChg chg="delSp modSp add mod">
        <pc:chgData name="Yeo Xiong Wei, Jonathan" userId="ac2b658e-7ce1-44bb-9f9f-bf4198ceaa29" providerId="ADAL" clId="{9AAD289B-8994-4D40-8993-E235519D5094}" dt="2022-03-18T10:12:38.752" v="8223" actId="20577"/>
        <pc:sldMkLst>
          <pc:docMk/>
          <pc:sldMk cId="3178832480" sldId="369"/>
        </pc:sldMkLst>
        <pc:spChg chg="del">
          <ac:chgData name="Yeo Xiong Wei, Jonathan" userId="ac2b658e-7ce1-44bb-9f9f-bf4198ceaa29" providerId="ADAL" clId="{9AAD289B-8994-4D40-8993-E235519D5094}" dt="2022-03-18T10:11:58.286" v="8134" actId="478"/>
          <ac:spMkLst>
            <pc:docMk/>
            <pc:sldMk cId="3178832480" sldId="369"/>
            <ac:spMk id="3" creationId="{00000000-0000-0000-0000-000000000000}"/>
          </ac:spMkLst>
        </pc:spChg>
        <pc:spChg chg="del">
          <ac:chgData name="Yeo Xiong Wei, Jonathan" userId="ac2b658e-7ce1-44bb-9f9f-bf4198ceaa29" providerId="ADAL" clId="{9AAD289B-8994-4D40-8993-E235519D5094}" dt="2022-03-18T10:12:34.038" v="8219" actId="478"/>
          <ac:spMkLst>
            <pc:docMk/>
            <pc:sldMk cId="3178832480" sldId="369"/>
            <ac:spMk id="4" creationId="{00000000-0000-0000-0000-000000000000}"/>
          </ac:spMkLst>
        </pc:spChg>
        <pc:spChg chg="del mod">
          <ac:chgData name="Yeo Xiong Wei, Jonathan" userId="ac2b658e-7ce1-44bb-9f9f-bf4198ceaa29" providerId="ADAL" clId="{9AAD289B-8994-4D40-8993-E235519D5094}" dt="2022-03-18T10:12:35.214" v="8220" actId="478"/>
          <ac:spMkLst>
            <pc:docMk/>
            <pc:sldMk cId="3178832480" sldId="369"/>
            <ac:spMk id="6" creationId="{00000000-0000-0000-0000-000000000000}"/>
          </ac:spMkLst>
        </pc:spChg>
        <pc:spChg chg="mod">
          <ac:chgData name="Yeo Xiong Wei, Jonathan" userId="ac2b658e-7ce1-44bb-9f9f-bf4198ceaa29" providerId="ADAL" clId="{9AAD289B-8994-4D40-8993-E235519D5094}" dt="2022-03-18T10:12:38.752" v="8223" actId="20577"/>
          <ac:spMkLst>
            <pc:docMk/>
            <pc:sldMk cId="3178832480" sldId="369"/>
            <ac:spMk id="100354" creationId="{00000000-0000-0000-0000-000000000000}"/>
          </ac:spMkLst>
        </pc:spChg>
        <pc:picChg chg="del">
          <ac:chgData name="Yeo Xiong Wei, Jonathan" userId="ac2b658e-7ce1-44bb-9f9f-bf4198ceaa29" providerId="ADAL" clId="{9AAD289B-8994-4D40-8993-E235519D5094}" dt="2022-03-18T10:11:59.190" v="8135" actId="478"/>
          <ac:picMkLst>
            <pc:docMk/>
            <pc:sldMk cId="3178832480" sldId="369"/>
            <ac:picMk id="5" creationId="{00000000-0000-0000-0000-000000000000}"/>
          </ac:picMkLst>
        </pc:picChg>
        <pc:picChg chg="del mod">
          <ac:chgData name="Yeo Xiong Wei, Jonathan" userId="ac2b658e-7ce1-44bb-9f9f-bf4198ceaa29" providerId="ADAL" clId="{9AAD289B-8994-4D40-8993-E235519D5094}" dt="2022-03-18T10:12:37.053" v="8221" actId="478"/>
          <ac:picMkLst>
            <pc:docMk/>
            <pc:sldMk cId="3178832480" sldId="369"/>
            <ac:picMk id="5122" creationId="{00000000-0000-0000-0000-000000000000}"/>
          </ac:picMkLst>
        </pc:picChg>
      </pc:sldChg>
      <pc:sldChg chg="add del">
        <pc:chgData name="Yeo Xiong Wei, Jonathan" userId="ac2b658e-7ce1-44bb-9f9f-bf4198ceaa29" providerId="ADAL" clId="{9AAD289B-8994-4D40-8993-E235519D5094}" dt="2022-03-18T10:33:04.926" v="9639" actId="47"/>
        <pc:sldMkLst>
          <pc:docMk/>
          <pc:sldMk cId="4109741852" sldId="373"/>
        </pc:sldMkLst>
      </pc:sldChg>
      <pc:sldChg chg="add del">
        <pc:chgData name="Yeo Xiong Wei, Jonathan" userId="ac2b658e-7ce1-44bb-9f9f-bf4198ceaa29" providerId="ADAL" clId="{9AAD289B-8994-4D40-8993-E235519D5094}" dt="2022-03-18T10:33:05.521" v="9640" actId="47"/>
        <pc:sldMkLst>
          <pc:docMk/>
          <pc:sldMk cId="3930267286" sldId="375"/>
        </pc:sldMkLst>
      </pc:sldChg>
      <pc:sldChg chg="add del">
        <pc:chgData name="Yeo Xiong Wei, Jonathan" userId="ac2b658e-7ce1-44bb-9f9f-bf4198ceaa29" providerId="ADAL" clId="{9AAD289B-8994-4D40-8993-E235519D5094}" dt="2022-03-18T10:33:06.997" v="9641" actId="47"/>
        <pc:sldMkLst>
          <pc:docMk/>
          <pc:sldMk cId="1377716392" sldId="376"/>
        </pc:sldMkLst>
      </pc:sldChg>
      <pc:sldChg chg="add del">
        <pc:chgData name="Yeo Xiong Wei, Jonathan" userId="ac2b658e-7ce1-44bb-9f9f-bf4198ceaa29" providerId="ADAL" clId="{9AAD289B-8994-4D40-8993-E235519D5094}" dt="2022-03-18T10:37:03.701" v="9796" actId="47"/>
        <pc:sldMkLst>
          <pc:docMk/>
          <pc:sldMk cId="1691959689" sldId="377"/>
        </pc:sldMkLst>
      </pc:sldChg>
      <pc:sldChg chg="add del">
        <pc:chgData name="Yeo Xiong Wei, Jonathan" userId="ac2b658e-7ce1-44bb-9f9f-bf4198ceaa29" providerId="ADAL" clId="{9AAD289B-8994-4D40-8993-E235519D5094}" dt="2022-03-16T07:56:03.450" v="2206" actId="47"/>
        <pc:sldMkLst>
          <pc:docMk/>
          <pc:sldMk cId="3712462665" sldId="378"/>
        </pc:sldMkLst>
      </pc:sldChg>
      <pc:sldChg chg="add del">
        <pc:chgData name="Yeo Xiong Wei, Jonathan" userId="ac2b658e-7ce1-44bb-9f9f-bf4198ceaa29" providerId="ADAL" clId="{9AAD289B-8994-4D40-8993-E235519D5094}" dt="2022-03-18T09:35:05.839" v="5961" actId="47"/>
        <pc:sldMkLst>
          <pc:docMk/>
          <pc:sldMk cId="636046206" sldId="379"/>
        </pc:sldMkLst>
      </pc:sldChg>
      <pc:sldChg chg="add del">
        <pc:chgData name="Yeo Xiong Wei, Jonathan" userId="ac2b658e-7ce1-44bb-9f9f-bf4198ceaa29" providerId="ADAL" clId="{9AAD289B-8994-4D40-8993-E235519D5094}" dt="2022-03-18T09:36:52.317" v="6061" actId="47"/>
        <pc:sldMkLst>
          <pc:docMk/>
          <pc:sldMk cId="766010353" sldId="380"/>
        </pc:sldMkLst>
      </pc:sldChg>
      <pc:sldChg chg="add del">
        <pc:chgData name="Yeo Xiong Wei, Jonathan" userId="ac2b658e-7ce1-44bb-9f9f-bf4198ceaa29" providerId="ADAL" clId="{9AAD289B-8994-4D40-8993-E235519D5094}" dt="2022-03-18T09:39:13.932" v="6234" actId="47"/>
        <pc:sldMkLst>
          <pc:docMk/>
          <pc:sldMk cId="3721868178" sldId="381"/>
        </pc:sldMkLst>
      </pc:sldChg>
      <pc:sldChg chg="add del">
        <pc:chgData name="Yeo Xiong Wei, Jonathan" userId="ac2b658e-7ce1-44bb-9f9f-bf4198ceaa29" providerId="ADAL" clId="{9AAD289B-8994-4D40-8993-E235519D5094}" dt="2022-03-18T08:57:18.218" v="3043" actId="2696"/>
        <pc:sldMkLst>
          <pc:docMk/>
          <pc:sldMk cId="2833217015" sldId="382"/>
        </pc:sldMkLst>
      </pc:sldChg>
      <pc:sldChg chg="modSp add del mod">
        <pc:chgData name="Yeo Xiong Wei, Jonathan" userId="ac2b658e-7ce1-44bb-9f9f-bf4198ceaa29" providerId="ADAL" clId="{9AAD289B-8994-4D40-8993-E235519D5094}" dt="2022-03-18T09:08:42.063" v="3961" actId="47"/>
        <pc:sldMkLst>
          <pc:docMk/>
          <pc:sldMk cId="2902199749" sldId="382"/>
        </pc:sldMkLst>
        <pc:picChg chg="mod">
          <ac:chgData name="Yeo Xiong Wei, Jonathan" userId="ac2b658e-7ce1-44bb-9f9f-bf4198ceaa29" providerId="ADAL" clId="{9AAD289B-8994-4D40-8993-E235519D5094}" dt="2022-03-18T09:08:33.135" v="3959" actId="1076"/>
          <ac:picMkLst>
            <pc:docMk/>
            <pc:sldMk cId="2902199749" sldId="382"/>
            <ac:picMk id="4" creationId="{00000000-0000-0000-0000-000000000000}"/>
          </ac:picMkLst>
        </pc:picChg>
      </pc:sldChg>
      <pc:sldChg chg="add del">
        <pc:chgData name="Yeo Xiong Wei, Jonathan" userId="ac2b658e-7ce1-44bb-9f9f-bf4198ceaa29" providerId="ADAL" clId="{9AAD289B-8994-4D40-8993-E235519D5094}" dt="2022-03-18T08:57:18.218" v="3043" actId="2696"/>
        <pc:sldMkLst>
          <pc:docMk/>
          <pc:sldMk cId="63949696" sldId="383"/>
        </pc:sldMkLst>
      </pc:sldChg>
      <pc:sldChg chg="add del">
        <pc:chgData name="Yeo Xiong Wei, Jonathan" userId="ac2b658e-7ce1-44bb-9f9f-bf4198ceaa29" providerId="ADAL" clId="{9AAD289B-8994-4D40-8993-E235519D5094}" dt="2022-03-18T09:09:35.550" v="3968" actId="47"/>
        <pc:sldMkLst>
          <pc:docMk/>
          <pc:sldMk cId="2737341740" sldId="383"/>
        </pc:sldMkLst>
      </pc:sldChg>
      <pc:sldChg chg="add del">
        <pc:chgData name="Yeo Xiong Wei, Jonathan" userId="ac2b658e-7ce1-44bb-9f9f-bf4198ceaa29" providerId="ADAL" clId="{9AAD289B-8994-4D40-8993-E235519D5094}" dt="2022-03-18T09:11:58.013" v="4092" actId="47"/>
        <pc:sldMkLst>
          <pc:docMk/>
          <pc:sldMk cId="1083434243" sldId="384"/>
        </pc:sldMkLst>
      </pc:sldChg>
      <pc:sldChg chg="add del">
        <pc:chgData name="Yeo Xiong Wei, Jonathan" userId="ac2b658e-7ce1-44bb-9f9f-bf4198ceaa29" providerId="ADAL" clId="{9AAD289B-8994-4D40-8993-E235519D5094}" dt="2022-03-18T08:57:18.218" v="3043" actId="2696"/>
        <pc:sldMkLst>
          <pc:docMk/>
          <pc:sldMk cId="3948986484" sldId="384"/>
        </pc:sldMkLst>
      </pc:sldChg>
      <pc:sldChg chg="add del">
        <pc:chgData name="Yeo Xiong Wei, Jonathan" userId="ac2b658e-7ce1-44bb-9f9f-bf4198ceaa29" providerId="ADAL" clId="{9AAD289B-8994-4D40-8993-E235519D5094}" dt="2022-03-18T09:15:19.703" v="4214" actId="47"/>
        <pc:sldMkLst>
          <pc:docMk/>
          <pc:sldMk cId="2252823553" sldId="385"/>
        </pc:sldMkLst>
      </pc:sldChg>
      <pc:sldChg chg="add del">
        <pc:chgData name="Yeo Xiong Wei, Jonathan" userId="ac2b658e-7ce1-44bb-9f9f-bf4198ceaa29" providerId="ADAL" clId="{9AAD289B-8994-4D40-8993-E235519D5094}" dt="2022-03-18T08:57:18.218" v="3043" actId="2696"/>
        <pc:sldMkLst>
          <pc:docMk/>
          <pc:sldMk cId="3820324470" sldId="385"/>
        </pc:sldMkLst>
      </pc:sldChg>
      <pc:sldChg chg="add del">
        <pc:chgData name="Yeo Xiong Wei, Jonathan" userId="ac2b658e-7ce1-44bb-9f9f-bf4198ceaa29" providerId="ADAL" clId="{9AAD289B-8994-4D40-8993-E235519D5094}" dt="2022-03-18T09:16:37.580" v="4250" actId="47"/>
        <pc:sldMkLst>
          <pc:docMk/>
          <pc:sldMk cId="3258089379" sldId="386"/>
        </pc:sldMkLst>
      </pc:sldChg>
      <pc:sldChg chg="add del">
        <pc:chgData name="Yeo Xiong Wei, Jonathan" userId="ac2b658e-7ce1-44bb-9f9f-bf4198ceaa29" providerId="ADAL" clId="{9AAD289B-8994-4D40-8993-E235519D5094}" dt="2022-03-18T08:57:18.218" v="3043" actId="2696"/>
        <pc:sldMkLst>
          <pc:docMk/>
          <pc:sldMk cId="4216394324" sldId="386"/>
        </pc:sldMkLst>
      </pc:sldChg>
      <pc:sldChg chg="add del">
        <pc:chgData name="Yeo Xiong Wei, Jonathan" userId="ac2b658e-7ce1-44bb-9f9f-bf4198ceaa29" providerId="ADAL" clId="{9AAD289B-8994-4D40-8993-E235519D5094}" dt="2022-03-18T09:16:39.214" v="4251" actId="47"/>
        <pc:sldMkLst>
          <pc:docMk/>
          <pc:sldMk cId="700852066" sldId="387"/>
        </pc:sldMkLst>
      </pc:sldChg>
      <pc:sldChg chg="add del">
        <pc:chgData name="Yeo Xiong Wei, Jonathan" userId="ac2b658e-7ce1-44bb-9f9f-bf4198ceaa29" providerId="ADAL" clId="{9AAD289B-8994-4D40-8993-E235519D5094}" dt="2022-03-18T08:57:18.218" v="3043" actId="2696"/>
        <pc:sldMkLst>
          <pc:docMk/>
          <pc:sldMk cId="4248161348" sldId="387"/>
        </pc:sldMkLst>
      </pc:sldChg>
      <pc:sldChg chg="add del">
        <pc:chgData name="Yeo Xiong Wei, Jonathan" userId="ac2b658e-7ce1-44bb-9f9f-bf4198ceaa29" providerId="ADAL" clId="{9AAD289B-8994-4D40-8993-E235519D5094}" dt="2022-03-18T09:46:46.733" v="6672" actId="47"/>
        <pc:sldMkLst>
          <pc:docMk/>
          <pc:sldMk cId="1877630585" sldId="388"/>
        </pc:sldMkLst>
      </pc:sldChg>
      <pc:sldChg chg="add">
        <pc:chgData name="Yeo Xiong Wei, Jonathan" userId="ac2b658e-7ce1-44bb-9f9f-bf4198ceaa29" providerId="ADAL" clId="{9AAD289B-8994-4D40-8993-E235519D5094}" dt="2022-03-16T07:24:10.832" v="1"/>
        <pc:sldMkLst>
          <pc:docMk/>
          <pc:sldMk cId="2874127277" sldId="389"/>
        </pc:sldMkLst>
      </pc:sldChg>
      <pc:sldChg chg="add del">
        <pc:chgData name="Yeo Xiong Wei, Jonathan" userId="ac2b658e-7ce1-44bb-9f9f-bf4198ceaa29" providerId="ADAL" clId="{9AAD289B-8994-4D40-8993-E235519D5094}" dt="2022-03-18T10:06:16.948" v="7512" actId="47"/>
        <pc:sldMkLst>
          <pc:docMk/>
          <pc:sldMk cId="2678958964" sldId="390"/>
        </pc:sldMkLst>
      </pc:sldChg>
      <pc:sldChg chg="del">
        <pc:chgData name="Yeo Xiong Wei, Jonathan" userId="ac2b658e-7ce1-44bb-9f9f-bf4198ceaa29" providerId="ADAL" clId="{9AAD289B-8994-4D40-8993-E235519D5094}" dt="2022-03-16T07:24:00.866" v="0" actId="47"/>
        <pc:sldMkLst>
          <pc:docMk/>
          <pc:sldMk cId="3626611511" sldId="422"/>
        </pc:sldMkLst>
      </pc:sldChg>
      <pc:sldChg chg="del">
        <pc:chgData name="Yeo Xiong Wei, Jonathan" userId="ac2b658e-7ce1-44bb-9f9f-bf4198ceaa29" providerId="ADAL" clId="{9AAD289B-8994-4D40-8993-E235519D5094}" dt="2022-03-16T07:24:00.866" v="0" actId="47"/>
        <pc:sldMkLst>
          <pc:docMk/>
          <pc:sldMk cId="3339228875" sldId="423"/>
        </pc:sldMkLst>
      </pc:sldChg>
      <pc:sldChg chg="del">
        <pc:chgData name="Yeo Xiong Wei, Jonathan" userId="ac2b658e-7ce1-44bb-9f9f-bf4198ceaa29" providerId="ADAL" clId="{9AAD289B-8994-4D40-8993-E235519D5094}" dt="2022-03-16T07:24:00.866" v="0" actId="47"/>
        <pc:sldMkLst>
          <pc:docMk/>
          <pc:sldMk cId="3836479171" sldId="424"/>
        </pc:sldMkLst>
      </pc:sldChg>
      <pc:sldChg chg="del">
        <pc:chgData name="Yeo Xiong Wei, Jonathan" userId="ac2b658e-7ce1-44bb-9f9f-bf4198ceaa29" providerId="ADAL" clId="{9AAD289B-8994-4D40-8993-E235519D5094}" dt="2022-03-16T07:24:00.866" v="0" actId="47"/>
        <pc:sldMkLst>
          <pc:docMk/>
          <pc:sldMk cId="3752884842" sldId="425"/>
        </pc:sldMkLst>
      </pc:sldChg>
      <pc:sldChg chg="del">
        <pc:chgData name="Yeo Xiong Wei, Jonathan" userId="ac2b658e-7ce1-44bb-9f9f-bf4198ceaa29" providerId="ADAL" clId="{9AAD289B-8994-4D40-8993-E235519D5094}" dt="2022-03-16T07:24:00.866" v="0" actId="47"/>
        <pc:sldMkLst>
          <pc:docMk/>
          <pc:sldMk cId="2599901672" sldId="426"/>
        </pc:sldMkLst>
      </pc:sldChg>
      <pc:sldChg chg="del">
        <pc:chgData name="Yeo Xiong Wei, Jonathan" userId="ac2b658e-7ce1-44bb-9f9f-bf4198ceaa29" providerId="ADAL" clId="{9AAD289B-8994-4D40-8993-E235519D5094}" dt="2022-03-16T07:24:00.866" v="0" actId="47"/>
        <pc:sldMkLst>
          <pc:docMk/>
          <pc:sldMk cId="2804154378" sldId="427"/>
        </pc:sldMkLst>
      </pc:sldChg>
      <pc:sldChg chg="del">
        <pc:chgData name="Yeo Xiong Wei, Jonathan" userId="ac2b658e-7ce1-44bb-9f9f-bf4198ceaa29" providerId="ADAL" clId="{9AAD289B-8994-4D40-8993-E235519D5094}" dt="2022-03-16T07:24:00.866" v="0" actId="47"/>
        <pc:sldMkLst>
          <pc:docMk/>
          <pc:sldMk cId="289169299" sldId="428"/>
        </pc:sldMkLst>
      </pc:sldChg>
      <pc:sldChg chg="del">
        <pc:chgData name="Yeo Xiong Wei, Jonathan" userId="ac2b658e-7ce1-44bb-9f9f-bf4198ceaa29" providerId="ADAL" clId="{9AAD289B-8994-4D40-8993-E235519D5094}" dt="2022-03-16T07:24:00.866" v="0" actId="47"/>
        <pc:sldMkLst>
          <pc:docMk/>
          <pc:sldMk cId="2863872561" sldId="429"/>
        </pc:sldMkLst>
      </pc:sldChg>
      <pc:sldChg chg="del">
        <pc:chgData name="Yeo Xiong Wei, Jonathan" userId="ac2b658e-7ce1-44bb-9f9f-bf4198ceaa29" providerId="ADAL" clId="{9AAD289B-8994-4D40-8993-E235519D5094}" dt="2022-03-16T07:24:00.866" v="0" actId="47"/>
        <pc:sldMkLst>
          <pc:docMk/>
          <pc:sldMk cId="3663062866" sldId="430"/>
        </pc:sldMkLst>
      </pc:sldChg>
      <pc:sldChg chg="del">
        <pc:chgData name="Yeo Xiong Wei, Jonathan" userId="ac2b658e-7ce1-44bb-9f9f-bf4198ceaa29" providerId="ADAL" clId="{9AAD289B-8994-4D40-8993-E235519D5094}" dt="2022-03-16T07:24:00.866" v="0" actId="47"/>
        <pc:sldMkLst>
          <pc:docMk/>
          <pc:sldMk cId="685554903" sldId="433"/>
        </pc:sldMkLst>
      </pc:sldChg>
      <pc:sldChg chg="del">
        <pc:chgData name="Yeo Xiong Wei, Jonathan" userId="ac2b658e-7ce1-44bb-9f9f-bf4198ceaa29" providerId="ADAL" clId="{9AAD289B-8994-4D40-8993-E235519D5094}" dt="2022-03-16T07:24:00.866" v="0" actId="47"/>
        <pc:sldMkLst>
          <pc:docMk/>
          <pc:sldMk cId="3229939910" sldId="434"/>
        </pc:sldMkLst>
      </pc:sldChg>
      <pc:sldChg chg="del">
        <pc:chgData name="Yeo Xiong Wei, Jonathan" userId="ac2b658e-7ce1-44bb-9f9f-bf4198ceaa29" providerId="ADAL" clId="{9AAD289B-8994-4D40-8993-E235519D5094}" dt="2022-03-16T07:24:00.866" v="0" actId="47"/>
        <pc:sldMkLst>
          <pc:docMk/>
          <pc:sldMk cId="1386104858" sldId="435"/>
        </pc:sldMkLst>
      </pc:sldChg>
      <pc:sldChg chg="del">
        <pc:chgData name="Yeo Xiong Wei, Jonathan" userId="ac2b658e-7ce1-44bb-9f9f-bf4198ceaa29" providerId="ADAL" clId="{9AAD289B-8994-4D40-8993-E235519D5094}" dt="2022-03-16T07:24:00.866" v="0" actId="47"/>
        <pc:sldMkLst>
          <pc:docMk/>
          <pc:sldMk cId="1129617942" sldId="436"/>
        </pc:sldMkLst>
      </pc:sldChg>
      <pc:sldChg chg="del">
        <pc:chgData name="Yeo Xiong Wei, Jonathan" userId="ac2b658e-7ce1-44bb-9f9f-bf4198ceaa29" providerId="ADAL" clId="{9AAD289B-8994-4D40-8993-E235519D5094}" dt="2022-03-16T07:24:00.866" v="0" actId="47"/>
        <pc:sldMkLst>
          <pc:docMk/>
          <pc:sldMk cId="3452178662" sldId="438"/>
        </pc:sldMkLst>
      </pc:sldChg>
      <pc:sldChg chg="del">
        <pc:chgData name="Yeo Xiong Wei, Jonathan" userId="ac2b658e-7ce1-44bb-9f9f-bf4198ceaa29" providerId="ADAL" clId="{9AAD289B-8994-4D40-8993-E235519D5094}" dt="2022-03-16T07:24:00.866" v="0" actId="47"/>
        <pc:sldMkLst>
          <pc:docMk/>
          <pc:sldMk cId="1351489455" sldId="439"/>
        </pc:sldMkLst>
      </pc:sldChg>
      <pc:sldChg chg="del">
        <pc:chgData name="Yeo Xiong Wei, Jonathan" userId="ac2b658e-7ce1-44bb-9f9f-bf4198ceaa29" providerId="ADAL" clId="{9AAD289B-8994-4D40-8993-E235519D5094}" dt="2022-03-16T07:24:00.866" v="0" actId="47"/>
        <pc:sldMkLst>
          <pc:docMk/>
          <pc:sldMk cId="4182796486" sldId="441"/>
        </pc:sldMkLst>
      </pc:sldChg>
      <pc:sldChg chg="del">
        <pc:chgData name="Yeo Xiong Wei, Jonathan" userId="ac2b658e-7ce1-44bb-9f9f-bf4198ceaa29" providerId="ADAL" clId="{9AAD289B-8994-4D40-8993-E235519D5094}" dt="2022-03-16T07:24:00.866" v="0" actId="47"/>
        <pc:sldMkLst>
          <pc:docMk/>
          <pc:sldMk cId="1438234917" sldId="442"/>
        </pc:sldMkLst>
      </pc:sldChg>
      <pc:sldChg chg="del">
        <pc:chgData name="Yeo Xiong Wei, Jonathan" userId="ac2b658e-7ce1-44bb-9f9f-bf4198ceaa29" providerId="ADAL" clId="{9AAD289B-8994-4D40-8993-E235519D5094}" dt="2022-03-16T07:24:00.866" v="0" actId="47"/>
        <pc:sldMkLst>
          <pc:docMk/>
          <pc:sldMk cId="2236551889" sldId="443"/>
        </pc:sldMkLst>
      </pc:sldChg>
      <pc:sldChg chg="del">
        <pc:chgData name="Yeo Xiong Wei, Jonathan" userId="ac2b658e-7ce1-44bb-9f9f-bf4198ceaa29" providerId="ADAL" clId="{9AAD289B-8994-4D40-8993-E235519D5094}" dt="2022-03-16T07:24:00.866" v="0" actId="47"/>
        <pc:sldMkLst>
          <pc:docMk/>
          <pc:sldMk cId="383123542" sldId="445"/>
        </pc:sldMkLst>
      </pc:sldChg>
      <pc:sldChg chg="modSp mod">
        <pc:chgData name="Yeo Xiong Wei, Jonathan" userId="ac2b658e-7ce1-44bb-9f9f-bf4198ceaa29" providerId="ADAL" clId="{9AAD289B-8994-4D40-8993-E235519D5094}" dt="2022-03-16T07:24:20.528" v="37" actId="20577"/>
        <pc:sldMkLst>
          <pc:docMk/>
          <pc:sldMk cId="3783780466" sldId="447"/>
        </pc:sldMkLst>
        <pc:spChg chg="mod">
          <ac:chgData name="Yeo Xiong Wei, Jonathan" userId="ac2b658e-7ce1-44bb-9f9f-bf4198ceaa29" providerId="ADAL" clId="{9AAD289B-8994-4D40-8993-E235519D5094}" dt="2022-03-16T07:24:20.528" v="37" actId="20577"/>
          <ac:spMkLst>
            <pc:docMk/>
            <pc:sldMk cId="3783780466" sldId="447"/>
            <ac:spMk id="2" creationId="{9A0F84E2-3745-45CC-919A-EFB835CCA507}"/>
          </ac:spMkLst>
        </pc:spChg>
      </pc:sldChg>
      <pc:sldChg chg="modSp add mod">
        <pc:chgData name="Yeo Xiong Wei, Jonathan" userId="ac2b658e-7ce1-44bb-9f9f-bf4198ceaa29" providerId="ADAL" clId="{9AAD289B-8994-4D40-8993-E235519D5094}" dt="2022-03-16T07:40:06.372" v="1255" actId="20577"/>
        <pc:sldMkLst>
          <pc:docMk/>
          <pc:sldMk cId="609857261" sldId="448"/>
        </pc:sldMkLst>
        <pc:spChg chg="mod">
          <ac:chgData name="Yeo Xiong Wei, Jonathan" userId="ac2b658e-7ce1-44bb-9f9f-bf4198ceaa29" providerId="ADAL" clId="{9AAD289B-8994-4D40-8993-E235519D5094}" dt="2022-03-16T07:27:46.197" v="66" actId="20577"/>
          <ac:spMkLst>
            <pc:docMk/>
            <pc:sldMk cId="609857261" sldId="448"/>
            <ac:spMk id="26625" creationId="{00000000-0000-0000-0000-000000000000}"/>
          </ac:spMkLst>
        </pc:spChg>
        <pc:spChg chg="mod">
          <ac:chgData name="Yeo Xiong Wei, Jonathan" userId="ac2b658e-7ce1-44bb-9f9f-bf4198ceaa29" providerId="ADAL" clId="{9AAD289B-8994-4D40-8993-E235519D5094}" dt="2022-03-16T07:40:06.372" v="1255" actId="20577"/>
          <ac:spMkLst>
            <pc:docMk/>
            <pc:sldMk cId="609857261" sldId="448"/>
            <ac:spMk id="26626" creationId="{00000000-0000-0000-0000-000000000000}"/>
          </ac:spMkLst>
        </pc:spChg>
      </pc:sldChg>
      <pc:sldChg chg="del">
        <pc:chgData name="Yeo Xiong Wei, Jonathan" userId="ac2b658e-7ce1-44bb-9f9f-bf4198ceaa29" providerId="ADAL" clId="{9AAD289B-8994-4D40-8993-E235519D5094}" dt="2022-03-16T07:24:00.866" v="0" actId="47"/>
        <pc:sldMkLst>
          <pc:docMk/>
          <pc:sldMk cId="719260337" sldId="448"/>
        </pc:sldMkLst>
      </pc:sldChg>
      <pc:sldChg chg="del">
        <pc:chgData name="Yeo Xiong Wei, Jonathan" userId="ac2b658e-7ce1-44bb-9f9f-bf4198ceaa29" providerId="ADAL" clId="{9AAD289B-8994-4D40-8993-E235519D5094}" dt="2022-03-16T07:24:00.866" v="0" actId="47"/>
        <pc:sldMkLst>
          <pc:docMk/>
          <pc:sldMk cId="3346913982" sldId="449"/>
        </pc:sldMkLst>
      </pc:sldChg>
      <pc:sldChg chg="del">
        <pc:chgData name="Yeo Xiong Wei, Jonathan" userId="ac2b658e-7ce1-44bb-9f9f-bf4198ceaa29" providerId="ADAL" clId="{9AAD289B-8994-4D40-8993-E235519D5094}" dt="2022-03-16T07:24:00.866" v="0" actId="47"/>
        <pc:sldMkLst>
          <pc:docMk/>
          <pc:sldMk cId="626524365" sldId="450"/>
        </pc:sldMkLst>
      </pc:sldChg>
      <pc:sldChg chg="del">
        <pc:chgData name="Yeo Xiong Wei, Jonathan" userId="ac2b658e-7ce1-44bb-9f9f-bf4198ceaa29" providerId="ADAL" clId="{9AAD289B-8994-4D40-8993-E235519D5094}" dt="2022-03-16T07:24:00.866" v="0" actId="47"/>
        <pc:sldMkLst>
          <pc:docMk/>
          <pc:sldMk cId="873964792" sldId="451"/>
        </pc:sldMkLst>
      </pc:sldChg>
      <pc:sldChg chg="del">
        <pc:chgData name="Yeo Xiong Wei, Jonathan" userId="ac2b658e-7ce1-44bb-9f9f-bf4198ceaa29" providerId="ADAL" clId="{9AAD289B-8994-4D40-8993-E235519D5094}" dt="2022-03-16T07:24:00.866" v="0" actId="47"/>
        <pc:sldMkLst>
          <pc:docMk/>
          <pc:sldMk cId="1378113013" sldId="452"/>
        </pc:sldMkLst>
      </pc:sldChg>
      <pc:sldChg chg="del">
        <pc:chgData name="Yeo Xiong Wei, Jonathan" userId="ac2b658e-7ce1-44bb-9f9f-bf4198ceaa29" providerId="ADAL" clId="{9AAD289B-8994-4D40-8993-E235519D5094}" dt="2022-03-16T07:24:00.866" v="0" actId="47"/>
        <pc:sldMkLst>
          <pc:docMk/>
          <pc:sldMk cId="104785521" sldId="455"/>
        </pc:sldMkLst>
      </pc:sldChg>
      <pc:sldChg chg="del">
        <pc:chgData name="Yeo Xiong Wei, Jonathan" userId="ac2b658e-7ce1-44bb-9f9f-bf4198ceaa29" providerId="ADAL" clId="{9AAD289B-8994-4D40-8993-E235519D5094}" dt="2022-03-16T07:24:00.866" v="0" actId="47"/>
        <pc:sldMkLst>
          <pc:docMk/>
          <pc:sldMk cId="3788905468" sldId="456"/>
        </pc:sldMkLst>
      </pc:sldChg>
      <pc:sldChg chg="modSp add mod">
        <pc:chgData name="Yeo Xiong Wei, Jonathan" userId="ac2b658e-7ce1-44bb-9f9f-bf4198ceaa29" providerId="ADAL" clId="{9AAD289B-8994-4D40-8993-E235519D5094}" dt="2022-03-16T07:41:07.892" v="1313" actId="20577"/>
        <pc:sldMkLst>
          <pc:docMk/>
          <pc:sldMk cId="627690055" sldId="987"/>
        </pc:sldMkLst>
        <pc:spChg chg="mod">
          <ac:chgData name="Yeo Xiong Wei, Jonathan" userId="ac2b658e-7ce1-44bb-9f9f-bf4198ceaa29" providerId="ADAL" clId="{9AAD289B-8994-4D40-8993-E235519D5094}" dt="2022-03-16T07:41:07.892" v="1313" actId="20577"/>
          <ac:spMkLst>
            <pc:docMk/>
            <pc:sldMk cId="627690055" sldId="987"/>
            <ac:spMk id="2" creationId="{EAE8B178-01C8-4DCD-B46E-160FEEC9F757}"/>
          </ac:spMkLst>
        </pc:spChg>
      </pc:sldChg>
      <pc:sldChg chg="modSp add mod">
        <pc:chgData name="Yeo Xiong Wei, Jonathan" userId="ac2b658e-7ce1-44bb-9f9f-bf4198ceaa29" providerId="ADAL" clId="{9AAD289B-8994-4D40-8993-E235519D5094}" dt="2022-03-16T07:52:17.343" v="2066" actId="20577"/>
        <pc:sldMkLst>
          <pc:docMk/>
          <pc:sldMk cId="2766970164" sldId="988"/>
        </pc:sldMkLst>
        <pc:spChg chg="mod">
          <ac:chgData name="Yeo Xiong Wei, Jonathan" userId="ac2b658e-7ce1-44bb-9f9f-bf4198ceaa29" providerId="ADAL" clId="{9AAD289B-8994-4D40-8993-E235519D5094}" dt="2022-03-16T07:44:39.596" v="1474" actId="20577"/>
          <ac:spMkLst>
            <pc:docMk/>
            <pc:sldMk cId="2766970164" sldId="988"/>
            <ac:spMk id="32769" creationId="{00000000-0000-0000-0000-000000000000}"/>
          </ac:spMkLst>
        </pc:spChg>
        <pc:spChg chg="mod">
          <ac:chgData name="Yeo Xiong Wei, Jonathan" userId="ac2b658e-7ce1-44bb-9f9f-bf4198ceaa29" providerId="ADAL" clId="{9AAD289B-8994-4D40-8993-E235519D5094}" dt="2022-03-16T07:52:17.343" v="2066" actId="20577"/>
          <ac:spMkLst>
            <pc:docMk/>
            <pc:sldMk cId="2766970164" sldId="988"/>
            <ac:spMk id="32770" creationId="{00000000-0000-0000-0000-000000000000}"/>
          </ac:spMkLst>
        </pc:spChg>
      </pc:sldChg>
      <pc:sldChg chg="modSp add mod">
        <pc:chgData name="Yeo Xiong Wei, Jonathan" userId="ac2b658e-7ce1-44bb-9f9f-bf4198ceaa29" providerId="ADAL" clId="{9AAD289B-8994-4D40-8993-E235519D5094}" dt="2022-03-16T09:41:25.342" v="2726" actId="20577"/>
        <pc:sldMkLst>
          <pc:docMk/>
          <pc:sldMk cId="3488352532" sldId="989"/>
        </pc:sldMkLst>
        <pc:spChg chg="mod">
          <ac:chgData name="Yeo Xiong Wei, Jonathan" userId="ac2b658e-7ce1-44bb-9f9f-bf4198ceaa29" providerId="ADAL" clId="{9AAD289B-8994-4D40-8993-E235519D5094}" dt="2022-03-16T09:41:25.342" v="2726" actId="20577"/>
          <ac:spMkLst>
            <pc:docMk/>
            <pc:sldMk cId="3488352532" sldId="989"/>
            <ac:spMk id="32770" creationId="{00000000-0000-0000-0000-000000000000}"/>
          </ac:spMkLst>
        </pc:spChg>
      </pc:sldChg>
      <pc:sldChg chg="modSp add mod">
        <pc:chgData name="Yeo Xiong Wei, Jonathan" userId="ac2b658e-7ce1-44bb-9f9f-bf4198ceaa29" providerId="ADAL" clId="{9AAD289B-8994-4D40-8993-E235519D5094}" dt="2022-03-16T09:42:11.005" v="2807" actId="20577"/>
        <pc:sldMkLst>
          <pc:docMk/>
          <pc:sldMk cId="1890180024" sldId="990"/>
        </pc:sldMkLst>
        <pc:spChg chg="mod">
          <ac:chgData name="Yeo Xiong Wei, Jonathan" userId="ac2b658e-7ce1-44bb-9f9f-bf4198ceaa29" providerId="ADAL" clId="{9AAD289B-8994-4D40-8993-E235519D5094}" dt="2022-03-16T07:59:22.115" v="2389" actId="20577"/>
          <ac:spMkLst>
            <pc:docMk/>
            <pc:sldMk cId="1890180024" sldId="990"/>
            <ac:spMk id="43009" creationId="{00000000-0000-0000-0000-000000000000}"/>
          </ac:spMkLst>
        </pc:spChg>
        <pc:spChg chg="mod">
          <ac:chgData name="Yeo Xiong Wei, Jonathan" userId="ac2b658e-7ce1-44bb-9f9f-bf4198ceaa29" providerId="ADAL" clId="{9AAD289B-8994-4D40-8993-E235519D5094}" dt="2022-03-16T09:42:11.005" v="2807" actId="20577"/>
          <ac:spMkLst>
            <pc:docMk/>
            <pc:sldMk cId="1890180024" sldId="990"/>
            <ac:spMk id="43010" creationId="{00000000-0000-0000-0000-000000000000}"/>
          </ac:spMkLst>
        </pc:spChg>
      </pc:sldChg>
      <pc:sldChg chg="modSp add mod">
        <pc:chgData name="Yeo Xiong Wei, Jonathan" userId="ac2b658e-7ce1-44bb-9f9f-bf4198ceaa29" providerId="ADAL" clId="{9AAD289B-8994-4D40-8993-E235519D5094}" dt="2022-03-16T09:42:37.429" v="2819" actId="20577"/>
        <pc:sldMkLst>
          <pc:docMk/>
          <pc:sldMk cId="1597342428" sldId="991"/>
        </pc:sldMkLst>
        <pc:spChg chg="mod">
          <ac:chgData name="Yeo Xiong Wei, Jonathan" userId="ac2b658e-7ce1-44bb-9f9f-bf4198ceaa29" providerId="ADAL" clId="{9AAD289B-8994-4D40-8993-E235519D5094}" dt="2022-03-16T09:42:37.429" v="2819" actId="20577"/>
          <ac:spMkLst>
            <pc:docMk/>
            <pc:sldMk cId="1597342428" sldId="991"/>
            <ac:spMk id="2" creationId="{EAE8B178-01C8-4DCD-B46E-160FEEC9F757}"/>
          </ac:spMkLst>
        </pc:spChg>
      </pc:sldChg>
      <pc:sldChg chg="modSp add mod">
        <pc:chgData name="Yeo Xiong Wei, Jonathan" userId="ac2b658e-7ce1-44bb-9f9f-bf4198ceaa29" providerId="ADAL" clId="{9AAD289B-8994-4D40-8993-E235519D5094}" dt="2022-03-18T08:57:43.185" v="3069" actId="20577"/>
        <pc:sldMkLst>
          <pc:docMk/>
          <pc:sldMk cId="4075477710" sldId="992"/>
        </pc:sldMkLst>
        <pc:spChg chg="mod">
          <ac:chgData name="Yeo Xiong Wei, Jonathan" userId="ac2b658e-7ce1-44bb-9f9f-bf4198ceaa29" providerId="ADAL" clId="{9AAD289B-8994-4D40-8993-E235519D5094}" dt="2022-03-18T08:57:43.185" v="3069" actId="20577"/>
          <ac:spMkLst>
            <pc:docMk/>
            <pc:sldMk cId="4075477710" sldId="992"/>
            <ac:spMk id="2" creationId="{EAE8B178-01C8-4DCD-B46E-160FEEC9F757}"/>
          </ac:spMkLst>
        </pc:spChg>
      </pc:sldChg>
      <pc:sldChg chg="addSp delSp modSp add mod">
        <pc:chgData name="Yeo Xiong Wei, Jonathan" userId="ac2b658e-7ce1-44bb-9f9f-bf4198ceaa29" providerId="ADAL" clId="{9AAD289B-8994-4D40-8993-E235519D5094}" dt="2022-03-18T09:15:27.326" v="4217" actId="1076"/>
        <pc:sldMkLst>
          <pc:docMk/>
          <pc:sldMk cId="264684988" sldId="993"/>
        </pc:sldMkLst>
        <pc:spChg chg="mod">
          <ac:chgData name="Yeo Xiong Wei, Jonathan" userId="ac2b658e-7ce1-44bb-9f9f-bf4198ceaa29" providerId="ADAL" clId="{9AAD289B-8994-4D40-8993-E235519D5094}" dt="2022-03-18T09:12:09.633" v="4096" actId="20577"/>
          <ac:spMkLst>
            <pc:docMk/>
            <pc:sldMk cId="264684988" sldId="993"/>
            <ac:spMk id="71681" creationId="{00000000-0000-0000-0000-000000000000}"/>
          </ac:spMkLst>
        </pc:spChg>
        <pc:spChg chg="mod">
          <ac:chgData name="Yeo Xiong Wei, Jonathan" userId="ac2b658e-7ce1-44bb-9f9f-bf4198ceaa29" providerId="ADAL" clId="{9AAD289B-8994-4D40-8993-E235519D5094}" dt="2022-03-18T09:14:36.035" v="4206" actId="20577"/>
          <ac:spMkLst>
            <pc:docMk/>
            <pc:sldMk cId="264684988" sldId="993"/>
            <ac:spMk id="71682" creationId="{00000000-0000-0000-0000-000000000000}"/>
          </ac:spMkLst>
        </pc:spChg>
        <pc:picChg chg="add mod">
          <ac:chgData name="Yeo Xiong Wei, Jonathan" userId="ac2b658e-7ce1-44bb-9f9f-bf4198ceaa29" providerId="ADAL" clId="{9AAD289B-8994-4D40-8993-E235519D5094}" dt="2022-03-18T09:15:27.326" v="4217" actId="1076"/>
          <ac:picMkLst>
            <pc:docMk/>
            <pc:sldMk cId="264684988" sldId="993"/>
            <ac:picMk id="7" creationId="{D62B33EF-924F-48A9-8ACA-77D15DE35F94}"/>
          </ac:picMkLst>
        </pc:picChg>
        <pc:picChg chg="del">
          <ac:chgData name="Yeo Xiong Wei, Jonathan" userId="ac2b658e-7ce1-44bb-9f9f-bf4198ceaa29" providerId="ADAL" clId="{9AAD289B-8994-4D40-8993-E235519D5094}" dt="2022-03-18T09:15:09.161" v="4208" actId="478"/>
          <ac:picMkLst>
            <pc:docMk/>
            <pc:sldMk cId="264684988" sldId="993"/>
            <ac:picMk id="8" creationId="{EE4489EF-5EB0-4721-B0EA-00641BDBDC53}"/>
          </ac:picMkLst>
        </pc:picChg>
      </pc:sldChg>
      <pc:sldChg chg="addSp delSp modSp add mod">
        <pc:chgData name="Yeo Xiong Wei, Jonathan" userId="ac2b658e-7ce1-44bb-9f9f-bf4198ceaa29" providerId="ADAL" clId="{9AAD289B-8994-4D40-8993-E235519D5094}" dt="2022-03-18T09:16:31.752" v="4249" actId="1076"/>
        <pc:sldMkLst>
          <pc:docMk/>
          <pc:sldMk cId="1681545386" sldId="994"/>
        </pc:sldMkLst>
        <pc:picChg chg="del">
          <ac:chgData name="Yeo Xiong Wei, Jonathan" userId="ac2b658e-7ce1-44bb-9f9f-bf4198ceaa29" providerId="ADAL" clId="{9AAD289B-8994-4D40-8993-E235519D5094}" dt="2022-03-18T09:16:24.802" v="4245" actId="478"/>
          <ac:picMkLst>
            <pc:docMk/>
            <pc:sldMk cId="1681545386" sldId="994"/>
            <ac:picMk id="5" creationId="{9A6ECEF0-EE14-4799-A38D-7C5984E31E30}"/>
          </ac:picMkLst>
        </pc:picChg>
        <pc:picChg chg="add mod">
          <ac:chgData name="Yeo Xiong Wei, Jonathan" userId="ac2b658e-7ce1-44bb-9f9f-bf4198ceaa29" providerId="ADAL" clId="{9AAD289B-8994-4D40-8993-E235519D5094}" dt="2022-03-18T09:16:31.752" v="4249" actId="1076"/>
          <ac:picMkLst>
            <pc:docMk/>
            <pc:sldMk cId="1681545386" sldId="994"/>
            <ac:picMk id="6" creationId="{36B13609-557B-471D-A3BB-92BD667CDE1A}"/>
          </ac:picMkLst>
        </pc:picChg>
      </pc:sldChg>
      <pc:sldChg chg="modSp add mod">
        <pc:chgData name="Yeo Xiong Wei, Jonathan" userId="ac2b658e-7ce1-44bb-9f9f-bf4198ceaa29" providerId="ADAL" clId="{9AAD289B-8994-4D40-8993-E235519D5094}" dt="2022-03-18T09:25:09.225" v="5297" actId="20577"/>
        <pc:sldMkLst>
          <pc:docMk/>
          <pc:sldMk cId="1584622828" sldId="995"/>
        </pc:sldMkLst>
        <pc:spChg chg="mod">
          <ac:chgData name="Yeo Xiong Wei, Jonathan" userId="ac2b658e-7ce1-44bb-9f9f-bf4198ceaa29" providerId="ADAL" clId="{9AAD289B-8994-4D40-8993-E235519D5094}" dt="2022-03-18T09:25:09.225" v="5297" actId="20577"/>
          <ac:spMkLst>
            <pc:docMk/>
            <pc:sldMk cId="1584622828" sldId="995"/>
            <ac:spMk id="63490" creationId="{00000000-0000-0000-0000-000000000000}"/>
          </ac:spMkLst>
        </pc:spChg>
      </pc:sldChg>
      <pc:sldChg chg="modSp add mod">
        <pc:chgData name="Yeo Xiong Wei, Jonathan" userId="ac2b658e-7ce1-44bb-9f9f-bf4198ceaa29" providerId="ADAL" clId="{9AAD289B-8994-4D40-8993-E235519D5094}" dt="2022-03-18T09:35:02.682" v="5960" actId="20577"/>
        <pc:sldMkLst>
          <pc:docMk/>
          <pc:sldMk cId="455216595" sldId="996"/>
        </pc:sldMkLst>
        <pc:spChg chg="mod">
          <ac:chgData name="Yeo Xiong Wei, Jonathan" userId="ac2b658e-7ce1-44bb-9f9f-bf4198ceaa29" providerId="ADAL" clId="{9AAD289B-8994-4D40-8993-E235519D5094}" dt="2022-03-18T09:30:37.376" v="5693" actId="20577"/>
          <ac:spMkLst>
            <pc:docMk/>
            <pc:sldMk cId="455216595" sldId="996"/>
            <ac:spMk id="50177" creationId="{00000000-0000-0000-0000-000000000000}"/>
          </ac:spMkLst>
        </pc:spChg>
        <pc:spChg chg="mod">
          <ac:chgData name="Yeo Xiong Wei, Jonathan" userId="ac2b658e-7ce1-44bb-9f9f-bf4198ceaa29" providerId="ADAL" clId="{9AAD289B-8994-4D40-8993-E235519D5094}" dt="2022-03-18T09:35:02.682" v="5960" actId="20577"/>
          <ac:spMkLst>
            <pc:docMk/>
            <pc:sldMk cId="455216595" sldId="996"/>
            <ac:spMk id="50178" creationId="{00000000-0000-0000-0000-000000000000}"/>
          </ac:spMkLst>
        </pc:spChg>
      </pc:sldChg>
      <pc:sldChg chg="modSp add mod">
        <pc:chgData name="Yeo Xiong Wei, Jonathan" userId="ac2b658e-7ce1-44bb-9f9f-bf4198ceaa29" providerId="ADAL" clId="{9AAD289B-8994-4D40-8993-E235519D5094}" dt="2022-03-18T09:38:49.499" v="6233" actId="20577"/>
        <pc:sldMkLst>
          <pc:docMk/>
          <pc:sldMk cId="2446170886" sldId="997"/>
        </pc:sldMkLst>
        <pc:spChg chg="mod">
          <ac:chgData name="Yeo Xiong Wei, Jonathan" userId="ac2b658e-7ce1-44bb-9f9f-bf4198ceaa29" providerId="ADAL" clId="{9AAD289B-8994-4D40-8993-E235519D5094}" dt="2022-03-18T09:36:57.489" v="6064" actId="20577"/>
          <ac:spMkLst>
            <pc:docMk/>
            <pc:sldMk cId="2446170886" sldId="997"/>
            <ac:spMk id="56321" creationId="{00000000-0000-0000-0000-000000000000}"/>
          </ac:spMkLst>
        </pc:spChg>
        <pc:spChg chg="mod">
          <ac:chgData name="Yeo Xiong Wei, Jonathan" userId="ac2b658e-7ce1-44bb-9f9f-bf4198ceaa29" providerId="ADAL" clId="{9AAD289B-8994-4D40-8993-E235519D5094}" dt="2022-03-18T09:38:49.499" v="6233" actId="20577"/>
          <ac:spMkLst>
            <pc:docMk/>
            <pc:sldMk cId="2446170886" sldId="997"/>
            <ac:spMk id="56322" creationId="{00000000-0000-0000-0000-000000000000}"/>
          </ac:spMkLst>
        </pc:spChg>
      </pc:sldChg>
      <pc:sldChg chg="modSp add mod">
        <pc:chgData name="Yeo Xiong Wei, Jonathan" userId="ac2b658e-7ce1-44bb-9f9f-bf4198ceaa29" providerId="ADAL" clId="{9AAD289B-8994-4D40-8993-E235519D5094}" dt="2022-03-18T09:39:26.928" v="6252" actId="20577"/>
        <pc:sldMkLst>
          <pc:docMk/>
          <pc:sldMk cId="4092584242" sldId="998"/>
        </pc:sldMkLst>
        <pc:spChg chg="mod">
          <ac:chgData name="Yeo Xiong Wei, Jonathan" userId="ac2b658e-7ce1-44bb-9f9f-bf4198ceaa29" providerId="ADAL" clId="{9AAD289B-8994-4D40-8993-E235519D5094}" dt="2022-03-18T09:39:26.928" v="6252" actId="20577"/>
          <ac:spMkLst>
            <pc:docMk/>
            <pc:sldMk cId="4092584242" sldId="998"/>
            <ac:spMk id="2" creationId="{EAE8B178-01C8-4DCD-B46E-160FEEC9F757}"/>
          </ac:spMkLst>
        </pc:spChg>
      </pc:sldChg>
      <pc:sldChg chg="modSp add mod">
        <pc:chgData name="Yeo Xiong Wei, Jonathan" userId="ac2b658e-7ce1-44bb-9f9f-bf4198ceaa29" providerId="ADAL" clId="{9AAD289B-8994-4D40-8993-E235519D5094}" dt="2022-03-18T10:03:59.323" v="7302" actId="20577"/>
        <pc:sldMkLst>
          <pc:docMk/>
          <pc:sldMk cId="1394295024" sldId="999"/>
        </pc:sldMkLst>
        <pc:spChg chg="mod">
          <ac:chgData name="Yeo Xiong Wei, Jonathan" userId="ac2b658e-7ce1-44bb-9f9f-bf4198ceaa29" providerId="ADAL" clId="{9AAD289B-8994-4D40-8993-E235519D5094}" dt="2022-03-18T09:44:34.504" v="6538" actId="20577"/>
          <ac:spMkLst>
            <pc:docMk/>
            <pc:sldMk cId="1394295024" sldId="999"/>
            <ac:spMk id="79873" creationId="{00000000-0000-0000-0000-000000000000}"/>
          </ac:spMkLst>
        </pc:spChg>
        <pc:spChg chg="mod">
          <ac:chgData name="Yeo Xiong Wei, Jonathan" userId="ac2b658e-7ce1-44bb-9f9f-bf4198ceaa29" providerId="ADAL" clId="{9AAD289B-8994-4D40-8993-E235519D5094}" dt="2022-03-18T10:03:59.323" v="7302" actId="20577"/>
          <ac:spMkLst>
            <pc:docMk/>
            <pc:sldMk cId="1394295024" sldId="999"/>
            <ac:spMk id="79874" creationId="{00000000-0000-0000-0000-000000000000}"/>
          </ac:spMkLst>
        </pc:spChg>
      </pc:sldChg>
      <pc:sldChg chg="addSp delSp modSp add mod">
        <pc:chgData name="Yeo Xiong Wei, Jonathan" userId="ac2b658e-7ce1-44bb-9f9f-bf4198ceaa29" providerId="ADAL" clId="{9AAD289B-8994-4D40-8993-E235519D5094}" dt="2022-03-18T10:06:06.558" v="7511" actId="20577"/>
        <pc:sldMkLst>
          <pc:docMk/>
          <pc:sldMk cId="2435912938" sldId="1000"/>
        </pc:sldMkLst>
        <pc:spChg chg="mod">
          <ac:chgData name="Yeo Xiong Wei, Jonathan" userId="ac2b658e-7ce1-44bb-9f9f-bf4198ceaa29" providerId="ADAL" clId="{9AAD289B-8994-4D40-8993-E235519D5094}" dt="2022-03-18T10:06:06.558" v="7511" actId="20577"/>
          <ac:spMkLst>
            <pc:docMk/>
            <pc:sldMk cId="2435912938" sldId="1000"/>
            <ac:spMk id="80897" creationId="{00000000-0000-0000-0000-000000000000}"/>
          </ac:spMkLst>
        </pc:spChg>
        <pc:spChg chg="mod">
          <ac:chgData name="Yeo Xiong Wei, Jonathan" userId="ac2b658e-7ce1-44bb-9f9f-bf4198ceaa29" providerId="ADAL" clId="{9AAD289B-8994-4D40-8993-E235519D5094}" dt="2022-03-18T10:05:43.939" v="7504" actId="20577"/>
          <ac:spMkLst>
            <pc:docMk/>
            <pc:sldMk cId="2435912938" sldId="1000"/>
            <ac:spMk id="80898" creationId="{00000000-0000-0000-0000-000000000000}"/>
          </ac:spMkLst>
        </pc:spChg>
        <pc:picChg chg="del">
          <ac:chgData name="Yeo Xiong Wei, Jonathan" userId="ac2b658e-7ce1-44bb-9f9f-bf4198ceaa29" providerId="ADAL" clId="{9AAD289B-8994-4D40-8993-E235519D5094}" dt="2022-03-18T10:05:50.654" v="7505" actId="478"/>
          <ac:picMkLst>
            <pc:docMk/>
            <pc:sldMk cId="2435912938" sldId="1000"/>
            <ac:picMk id="5" creationId="{F40B358A-B747-4896-BCE4-75106F1F097E}"/>
          </ac:picMkLst>
        </pc:picChg>
        <pc:picChg chg="add mod">
          <ac:chgData name="Yeo Xiong Wei, Jonathan" userId="ac2b658e-7ce1-44bb-9f9f-bf4198ceaa29" providerId="ADAL" clId="{9AAD289B-8994-4D40-8993-E235519D5094}" dt="2022-03-18T10:05:57.290" v="7508" actId="1076"/>
          <ac:picMkLst>
            <pc:docMk/>
            <pc:sldMk cId="2435912938" sldId="1000"/>
            <ac:picMk id="6" creationId="{BEC33357-A0C7-4A89-847A-24A2246CB284}"/>
          </ac:picMkLst>
        </pc:picChg>
      </pc:sldChg>
      <pc:sldChg chg="add del">
        <pc:chgData name="Yeo Xiong Wei, Jonathan" userId="ac2b658e-7ce1-44bb-9f9f-bf4198ceaa29" providerId="ADAL" clId="{9AAD289B-8994-4D40-8993-E235519D5094}" dt="2022-03-18T10:06:27.036" v="7514" actId="47"/>
        <pc:sldMkLst>
          <pc:docMk/>
          <pc:sldMk cId="655476215" sldId="1001"/>
        </pc:sldMkLst>
      </pc:sldChg>
      <pc:sldChg chg="modSp add mod">
        <pc:chgData name="Yeo Xiong Wei, Jonathan" userId="ac2b658e-7ce1-44bb-9f9f-bf4198ceaa29" providerId="ADAL" clId="{9AAD289B-8994-4D40-8993-E235519D5094}" dt="2022-03-18T10:09:17.127" v="7913" actId="20577"/>
        <pc:sldMkLst>
          <pc:docMk/>
          <pc:sldMk cId="2760042923" sldId="1001"/>
        </pc:sldMkLst>
        <pc:spChg chg="mod">
          <ac:chgData name="Yeo Xiong Wei, Jonathan" userId="ac2b658e-7ce1-44bb-9f9f-bf4198ceaa29" providerId="ADAL" clId="{9AAD289B-8994-4D40-8993-E235519D5094}" dt="2022-03-18T10:06:33.471" v="7517" actId="20577"/>
          <ac:spMkLst>
            <pc:docMk/>
            <pc:sldMk cId="2760042923" sldId="1001"/>
            <ac:spMk id="79873" creationId="{00000000-0000-0000-0000-000000000000}"/>
          </ac:spMkLst>
        </pc:spChg>
        <pc:spChg chg="mod">
          <ac:chgData name="Yeo Xiong Wei, Jonathan" userId="ac2b658e-7ce1-44bb-9f9f-bf4198ceaa29" providerId="ADAL" clId="{9AAD289B-8994-4D40-8993-E235519D5094}" dt="2022-03-18T10:09:17.127" v="7913" actId="20577"/>
          <ac:spMkLst>
            <pc:docMk/>
            <pc:sldMk cId="2760042923" sldId="1001"/>
            <ac:spMk id="79874" creationId="{00000000-0000-0000-0000-000000000000}"/>
          </ac:spMkLst>
        </pc:spChg>
      </pc:sldChg>
      <pc:sldChg chg="modSp add mod">
        <pc:chgData name="Yeo Xiong Wei, Jonathan" userId="ac2b658e-7ce1-44bb-9f9f-bf4198ceaa29" providerId="ADAL" clId="{9AAD289B-8994-4D40-8993-E235519D5094}" dt="2022-03-18T10:09:50.960" v="7969" actId="20577"/>
        <pc:sldMkLst>
          <pc:docMk/>
          <pc:sldMk cId="2709728492" sldId="1002"/>
        </pc:sldMkLst>
        <pc:spChg chg="mod">
          <ac:chgData name="Yeo Xiong Wei, Jonathan" userId="ac2b658e-7ce1-44bb-9f9f-bf4198ceaa29" providerId="ADAL" clId="{9AAD289B-8994-4D40-8993-E235519D5094}" dt="2022-03-18T10:09:50.960" v="7969" actId="20577"/>
          <ac:spMkLst>
            <pc:docMk/>
            <pc:sldMk cId="2709728492" sldId="1002"/>
            <ac:spMk id="2" creationId="{EAE8B178-01C8-4DCD-B46E-160FEEC9F757}"/>
          </ac:spMkLst>
        </pc:spChg>
      </pc:sldChg>
      <pc:sldChg chg="add del">
        <pc:chgData name="Yeo Xiong Wei, Jonathan" userId="ac2b658e-7ce1-44bb-9f9f-bf4198ceaa29" providerId="ADAL" clId="{9AAD289B-8994-4D40-8993-E235519D5094}" dt="2022-03-18T10:23:30.246" v="8732" actId="47"/>
        <pc:sldMkLst>
          <pc:docMk/>
          <pc:sldMk cId="179934920" sldId="1003"/>
        </pc:sldMkLst>
      </pc:sldChg>
      <pc:sldChg chg="modSp add mod">
        <pc:chgData name="Yeo Xiong Wei, Jonathan" userId="ac2b658e-7ce1-44bb-9f9f-bf4198ceaa29" providerId="ADAL" clId="{9AAD289B-8994-4D40-8993-E235519D5094}" dt="2022-03-18T10:32:49.126" v="9638" actId="20577"/>
        <pc:sldMkLst>
          <pc:docMk/>
          <pc:sldMk cId="2401209983" sldId="1004"/>
        </pc:sldMkLst>
        <pc:spChg chg="mod">
          <ac:chgData name="Yeo Xiong Wei, Jonathan" userId="ac2b658e-7ce1-44bb-9f9f-bf4198ceaa29" providerId="ADAL" clId="{9AAD289B-8994-4D40-8993-E235519D5094}" dt="2022-03-18T10:23:36.062" v="8734" actId="20577"/>
          <ac:spMkLst>
            <pc:docMk/>
            <pc:sldMk cId="2401209983" sldId="1004"/>
            <ac:spMk id="100353" creationId="{00000000-0000-0000-0000-000000000000}"/>
          </ac:spMkLst>
        </pc:spChg>
        <pc:spChg chg="mod">
          <ac:chgData name="Yeo Xiong Wei, Jonathan" userId="ac2b658e-7ce1-44bb-9f9f-bf4198ceaa29" providerId="ADAL" clId="{9AAD289B-8994-4D40-8993-E235519D5094}" dt="2022-03-18T10:32:49.126" v="9638" actId="20577"/>
          <ac:spMkLst>
            <pc:docMk/>
            <pc:sldMk cId="2401209983" sldId="1004"/>
            <ac:spMk id="100354" creationId="{00000000-0000-0000-0000-000000000000}"/>
          </ac:spMkLst>
        </pc:spChg>
      </pc:sldChg>
      <pc:sldChg chg="modSp add mod">
        <pc:chgData name="Yeo Xiong Wei, Jonathan" userId="ac2b658e-7ce1-44bb-9f9f-bf4198ceaa29" providerId="ADAL" clId="{9AAD289B-8994-4D40-8993-E235519D5094}" dt="2022-03-18T10:29:16.796" v="9245" actId="27636"/>
        <pc:sldMkLst>
          <pc:docMk/>
          <pc:sldMk cId="1244654915" sldId="1005"/>
        </pc:sldMkLst>
        <pc:spChg chg="mod">
          <ac:chgData name="Yeo Xiong Wei, Jonathan" userId="ac2b658e-7ce1-44bb-9f9f-bf4198ceaa29" providerId="ADAL" clId="{9AAD289B-8994-4D40-8993-E235519D5094}" dt="2022-03-18T10:23:48.301" v="8737" actId="20577"/>
          <ac:spMkLst>
            <pc:docMk/>
            <pc:sldMk cId="1244654915" sldId="1005"/>
            <ac:spMk id="100353" creationId="{00000000-0000-0000-0000-000000000000}"/>
          </ac:spMkLst>
        </pc:spChg>
        <pc:spChg chg="mod">
          <ac:chgData name="Yeo Xiong Wei, Jonathan" userId="ac2b658e-7ce1-44bb-9f9f-bf4198ceaa29" providerId="ADAL" clId="{9AAD289B-8994-4D40-8993-E235519D5094}" dt="2022-03-18T10:29:16.796" v="9245" actId="27636"/>
          <ac:spMkLst>
            <pc:docMk/>
            <pc:sldMk cId="1244654915" sldId="1005"/>
            <ac:spMk id="100354" creationId="{00000000-0000-0000-0000-000000000000}"/>
          </ac:spMkLst>
        </pc:spChg>
      </pc:sldChg>
      <pc:sldChg chg="modSp add mod">
        <pc:chgData name="Yeo Xiong Wei, Jonathan" userId="ac2b658e-7ce1-44bb-9f9f-bf4198ceaa29" providerId="ADAL" clId="{9AAD289B-8994-4D40-8993-E235519D5094}" dt="2022-03-18T10:37:00.894" v="9795" actId="20577"/>
        <pc:sldMkLst>
          <pc:docMk/>
          <pc:sldMk cId="2998425468" sldId="1006"/>
        </pc:sldMkLst>
        <pc:spChg chg="mod">
          <ac:chgData name="Yeo Xiong Wei, Jonathan" userId="ac2b658e-7ce1-44bb-9f9f-bf4198ceaa29" providerId="ADAL" clId="{9AAD289B-8994-4D40-8993-E235519D5094}" dt="2022-03-18T10:37:00.894" v="9795" actId="20577"/>
          <ac:spMkLst>
            <pc:docMk/>
            <pc:sldMk cId="2998425468" sldId="1006"/>
            <ac:spMk id="100354" creationId="{00000000-0000-0000-0000-000000000000}"/>
          </ac:spMkLst>
        </pc:spChg>
      </pc:sldChg>
      <pc:sldMasterChg chg="modSp modSldLayout">
        <pc:chgData name="Yeo Xiong Wei, Jonathan" userId="ac2b658e-7ce1-44bb-9f9f-bf4198ceaa29" providerId="ADAL" clId="{9AAD289B-8994-4D40-8993-E235519D5094}" dt="2022-03-16T07:29:57.730" v="133" actId="403"/>
        <pc:sldMasterMkLst>
          <pc:docMk/>
          <pc:sldMasterMk cId="2486355324" sldId="2147483648"/>
        </pc:sldMasterMkLst>
        <pc:spChg chg="mod">
          <ac:chgData name="Yeo Xiong Wei, Jonathan" userId="ac2b658e-7ce1-44bb-9f9f-bf4198ceaa29" providerId="ADAL" clId="{9AAD289B-8994-4D40-8993-E235519D5094}" dt="2022-03-16T07:29:35.374" v="132" actId="255"/>
          <ac:spMkLst>
            <pc:docMk/>
            <pc:sldMasterMk cId="2486355324" sldId="2147483648"/>
            <ac:spMk id="3" creationId="{2315AD1B-F1E0-4A5E-AFB4-31C1E53102BA}"/>
          </ac:spMkLst>
        </pc:spChg>
        <pc:sldLayoutChg chg="modSp">
          <pc:chgData name="Yeo Xiong Wei, Jonathan" userId="ac2b658e-7ce1-44bb-9f9f-bf4198ceaa29" providerId="ADAL" clId="{9AAD289B-8994-4D40-8993-E235519D5094}" dt="2022-03-16T07:29:57.730" v="133" actId="403"/>
          <pc:sldLayoutMkLst>
            <pc:docMk/>
            <pc:sldMasterMk cId="2486355324" sldId="2147483648"/>
            <pc:sldLayoutMk cId="1601940279" sldId="2147483650"/>
          </pc:sldLayoutMkLst>
          <pc:spChg chg="mod">
            <ac:chgData name="Yeo Xiong Wei, Jonathan" userId="ac2b658e-7ce1-44bb-9f9f-bf4198ceaa29" providerId="ADAL" clId="{9AAD289B-8994-4D40-8993-E235519D5094}" dt="2022-03-16T07:29:57.730" v="133" actId="403"/>
            <ac:spMkLst>
              <pc:docMk/>
              <pc:sldMasterMk cId="2486355324" sldId="2147483648"/>
              <pc:sldLayoutMk cId="1601940279" sldId="2147483650"/>
              <ac:spMk id="3" creationId="{B5D3FC6C-EDDE-4408-8EB2-C29B69AB2731}"/>
            </ac:spMkLst>
          </pc:spChg>
        </pc:sldLayoutChg>
      </pc:sldMasterChg>
    </pc:docChg>
  </pc:docChgLst>
  <pc:docChgLst>
    <pc:chgData name="Yeo Xiong Wei, Jonathan" userId="ac2b658e-7ce1-44bb-9f9f-bf4198ceaa29" providerId="ADAL" clId="{2C20AFA6-DE58-4539-91F2-C57CA9EF57A0}"/>
    <pc:docChg chg="undo custSel addSld delSld modSld sldOrd">
      <pc:chgData name="Yeo Xiong Wei, Jonathan" userId="ac2b658e-7ce1-44bb-9f9f-bf4198ceaa29" providerId="ADAL" clId="{2C20AFA6-DE58-4539-91F2-C57CA9EF57A0}" dt="2023-07-14T09:09:35.516" v="2904" actId="47"/>
      <pc:docMkLst>
        <pc:docMk/>
      </pc:docMkLst>
      <pc:sldChg chg="modSp mod">
        <pc:chgData name="Yeo Xiong Wei, Jonathan" userId="ac2b658e-7ce1-44bb-9f9f-bf4198ceaa29" providerId="ADAL" clId="{2C20AFA6-DE58-4539-91F2-C57CA9EF57A0}" dt="2023-07-14T09:07:12.535" v="2861" actId="404"/>
        <pc:sldMkLst>
          <pc:docMk/>
          <pc:sldMk cId="1757574941" sldId="295"/>
        </pc:sldMkLst>
        <pc:spChg chg="mod">
          <ac:chgData name="Yeo Xiong Wei, Jonathan" userId="ac2b658e-7ce1-44bb-9f9f-bf4198ceaa29" providerId="ADAL" clId="{2C20AFA6-DE58-4539-91F2-C57CA9EF57A0}" dt="2023-07-14T09:07:12.535" v="2861" actId="404"/>
          <ac:spMkLst>
            <pc:docMk/>
            <pc:sldMk cId="1757574941" sldId="295"/>
            <ac:spMk id="3" creationId="{30C3B834-1E86-AF4D-9260-11EEF3497366}"/>
          </ac:spMkLst>
        </pc:spChg>
      </pc:sldChg>
      <pc:sldChg chg="modSp mod">
        <pc:chgData name="Yeo Xiong Wei, Jonathan" userId="ac2b658e-7ce1-44bb-9f9f-bf4198ceaa29" providerId="ADAL" clId="{2C20AFA6-DE58-4539-91F2-C57CA9EF57A0}" dt="2023-07-14T07:27:30.797" v="45" actId="14100"/>
        <pc:sldMkLst>
          <pc:docMk/>
          <pc:sldMk cId="165549870" sldId="298"/>
        </pc:sldMkLst>
        <pc:spChg chg="mod">
          <ac:chgData name="Yeo Xiong Wei, Jonathan" userId="ac2b658e-7ce1-44bb-9f9f-bf4198ceaa29" providerId="ADAL" clId="{2C20AFA6-DE58-4539-91F2-C57CA9EF57A0}" dt="2023-07-14T07:27:30.797" v="45" actId="14100"/>
          <ac:spMkLst>
            <pc:docMk/>
            <pc:sldMk cId="165549870" sldId="298"/>
            <ac:spMk id="27650" creationId="{00000000-0000-0000-0000-000000000000}"/>
          </ac:spMkLst>
        </pc:spChg>
      </pc:sldChg>
      <pc:sldChg chg="modSp mod">
        <pc:chgData name="Yeo Xiong Wei, Jonathan" userId="ac2b658e-7ce1-44bb-9f9f-bf4198ceaa29" providerId="ADAL" clId="{2C20AFA6-DE58-4539-91F2-C57CA9EF57A0}" dt="2023-07-14T07:27:51.801" v="47" actId="20577"/>
        <pc:sldMkLst>
          <pc:docMk/>
          <pc:sldMk cId="663591570" sldId="299"/>
        </pc:sldMkLst>
        <pc:spChg chg="mod">
          <ac:chgData name="Yeo Xiong Wei, Jonathan" userId="ac2b658e-7ce1-44bb-9f9f-bf4198ceaa29" providerId="ADAL" clId="{2C20AFA6-DE58-4539-91F2-C57CA9EF57A0}" dt="2023-07-14T07:27:51.801" v="47" actId="20577"/>
          <ac:spMkLst>
            <pc:docMk/>
            <pc:sldMk cId="663591570" sldId="299"/>
            <ac:spMk id="28674" creationId="{00000000-0000-0000-0000-000000000000}"/>
          </ac:spMkLst>
        </pc:spChg>
      </pc:sldChg>
      <pc:sldChg chg="modSp mod">
        <pc:chgData name="Yeo Xiong Wei, Jonathan" userId="ac2b658e-7ce1-44bb-9f9f-bf4198ceaa29" providerId="ADAL" clId="{2C20AFA6-DE58-4539-91F2-C57CA9EF57A0}" dt="2023-07-14T07:30:09.492" v="50" actId="14100"/>
        <pc:sldMkLst>
          <pc:docMk/>
          <pc:sldMk cId="3982701179" sldId="300"/>
        </pc:sldMkLst>
        <pc:spChg chg="mod">
          <ac:chgData name="Yeo Xiong Wei, Jonathan" userId="ac2b658e-7ce1-44bb-9f9f-bf4198ceaa29" providerId="ADAL" clId="{2C20AFA6-DE58-4539-91F2-C57CA9EF57A0}" dt="2023-07-14T07:30:09.492" v="50" actId="14100"/>
          <ac:spMkLst>
            <pc:docMk/>
            <pc:sldMk cId="3982701179" sldId="300"/>
            <ac:spMk id="29698" creationId="{00000000-0000-0000-0000-000000000000}"/>
          </ac:spMkLst>
        </pc:spChg>
      </pc:sldChg>
      <pc:sldChg chg="modSp">
        <pc:chgData name="Yeo Xiong Wei, Jonathan" userId="ac2b658e-7ce1-44bb-9f9f-bf4198ceaa29" providerId="ADAL" clId="{2C20AFA6-DE58-4539-91F2-C57CA9EF57A0}" dt="2023-07-14T07:30:44.882" v="61" actId="6549"/>
        <pc:sldMkLst>
          <pc:docMk/>
          <pc:sldMk cId="1062100081" sldId="301"/>
        </pc:sldMkLst>
        <pc:spChg chg="mod">
          <ac:chgData name="Yeo Xiong Wei, Jonathan" userId="ac2b658e-7ce1-44bb-9f9f-bf4198ceaa29" providerId="ADAL" clId="{2C20AFA6-DE58-4539-91F2-C57CA9EF57A0}" dt="2023-07-14T07:30:44.882" v="61" actId="6549"/>
          <ac:spMkLst>
            <pc:docMk/>
            <pc:sldMk cId="1062100081" sldId="301"/>
            <ac:spMk id="30722" creationId="{00000000-0000-0000-0000-000000000000}"/>
          </ac:spMkLst>
        </pc:spChg>
      </pc:sldChg>
      <pc:sldChg chg="modSp mod">
        <pc:chgData name="Yeo Xiong Wei, Jonathan" userId="ac2b658e-7ce1-44bb-9f9f-bf4198ceaa29" providerId="ADAL" clId="{2C20AFA6-DE58-4539-91F2-C57CA9EF57A0}" dt="2023-07-14T07:30:54.173" v="62" actId="404"/>
        <pc:sldMkLst>
          <pc:docMk/>
          <pc:sldMk cId="2736786001" sldId="303"/>
        </pc:sldMkLst>
        <pc:spChg chg="mod">
          <ac:chgData name="Yeo Xiong Wei, Jonathan" userId="ac2b658e-7ce1-44bb-9f9f-bf4198ceaa29" providerId="ADAL" clId="{2C20AFA6-DE58-4539-91F2-C57CA9EF57A0}" dt="2023-07-14T07:30:54.173" v="62" actId="404"/>
          <ac:spMkLst>
            <pc:docMk/>
            <pc:sldMk cId="2736786001" sldId="303"/>
            <ac:spMk id="32770" creationId="{00000000-0000-0000-0000-000000000000}"/>
          </ac:spMkLst>
        </pc:spChg>
      </pc:sldChg>
      <pc:sldChg chg="modSp mod">
        <pc:chgData name="Yeo Xiong Wei, Jonathan" userId="ac2b658e-7ce1-44bb-9f9f-bf4198ceaa29" providerId="ADAL" clId="{2C20AFA6-DE58-4539-91F2-C57CA9EF57A0}" dt="2023-07-14T07:36:44.652" v="254" actId="6549"/>
        <pc:sldMkLst>
          <pc:docMk/>
          <pc:sldMk cId="3389499626" sldId="313"/>
        </pc:sldMkLst>
        <pc:spChg chg="mod">
          <ac:chgData name="Yeo Xiong Wei, Jonathan" userId="ac2b658e-7ce1-44bb-9f9f-bf4198ceaa29" providerId="ADAL" clId="{2C20AFA6-DE58-4539-91F2-C57CA9EF57A0}" dt="2023-07-14T07:36:44.652" v="254" actId="6549"/>
          <ac:spMkLst>
            <pc:docMk/>
            <pc:sldMk cId="3389499626" sldId="313"/>
            <ac:spMk id="43010" creationId="{00000000-0000-0000-0000-000000000000}"/>
          </ac:spMkLst>
        </pc:spChg>
      </pc:sldChg>
      <pc:sldChg chg="modSp modAnim">
        <pc:chgData name="Yeo Xiong Wei, Jonathan" userId="ac2b658e-7ce1-44bb-9f9f-bf4198ceaa29" providerId="ADAL" clId="{2C20AFA6-DE58-4539-91F2-C57CA9EF57A0}" dt="2023-07-14T08:57:53.099" v="2692" actId="20577"/>
        <pc:sldMkLst>
          <pc:docMk/>
          <pc:sldMk cId="1702885413" sldId="317"/>
        </pc:sldMkLst>
        <pc:spChg chg="mod">
          <ac:chgData name="Yeo Xiong Wei, Jonathan" userId="ac2b658e-7ce1-44bb-9f9f-bf4198ceaa29" providerId="ADAL" clId="{2C20AFA6-DE58-4539-91F2-C57CA9EF57A0}" dt="2023-07-14T08:57:53.099" v="2692" actId="20577"/>
          <ac:spMkLst>
            <pc:docMk/>
            <pc:sldMk cId="1702885413" sldId="317"/>
            <ac:spMk id="47106" creationId="{00000000-0000-0000-0000-000000000000}"/>
          </ac:spMkLst>
        </pc:spChg>
      </pc:sldChg>
      <pc:sldChg chg="modSp">
        <pc:chgData name="Yeo Xiong Wei, Jonathan" userId="ac2b658e-7ce1-44bb-9f9f-bf4198ceaa29" providerId="ADAL" clId="{2C20AFA6-DE58-4539-91F2-C57CA9EF57A0}" dt="2023-07-14T08:07:41.443" v="857" actId="20577"/>
        <pc:sldMkLst>
          <pc:docMk/>
          <pc:sldMk cId="3920119451" sldId="332"/>
        </pc:sldMkLst>
        <pc:spChg chg="mod">
          <ac:chgData name="Yeo Xiong Wei, Jonathan" userId="ac2b658e-7ce1-44bb-9f9f-bf4198ceaa29" providerId="ADAL" clId="{2C20AFA6-DE58-4539-91F2-C57CA9EF57A0}" dt="2023-07-14T08:07:41.443" v="857" actId="20577"/>
          <ac:spMkLst>
            <pc:docMk/>
            <pc:sldMk cId="3920119451" sldId="332"/>
            <ac:spMk id="62466" creationId="{00000000-0000-0000-0000-000000000000}"/>
          </ac:spMkLst>
        </pc:spChg>
      </pc:sldChg>
      <pc:sldChg chg="addSp delSp modSp del mod">
        <pc:chgData name="Yeo Xiong Wei, Jonathan" userId="ac2b658e-7ce1-44bb-9f9f-bf4198ceaa29" providerId="ADAL" clId="{2C20AFA6-DE58-4539-91F2-C57CA9EF57A0}" dt="2023-07-14T08:39:09.696" v="1919" actId="47"/>
        <pc:sldMkLst>
          <pc:docMk/>
          <pc:sldMk cId="745064473" sldId="333"/>
        </pc:sldMkLst>
        <pc:spChg chg="add del mod">
          <ac:chgData name="Yeo Xiong Wei, Jonathan" userId="ac2b658e-7ce1-44bb-9f9f-bf4198ceaa29" providerId="ADAL" clId="{2C20AFA6-DE58-4539-91F2-C57CA9EF57A0}" dt="2023-07-14T08:19:36.579" v="1054" actId="6549"/>
          <ac:spMkLst>
            <pc:docMk/>
            <pc:sldMk cId="745064473" sldId="333"/>
            <ac:spMk id="4" creationId="{DE5B47A2-F834-EEEE-EF3C-9FAB18235AB4}"/>
          </ac:spMkLst>
        </pc:spChg>
        <pc:spChg chg="add mod">
          <ac:chgData name="Yeo Xiong Wei, Jonathan" userId="ac2b658e-7ce1-44bb-9f9f-bf4198ceaa29" providerId="ADAL" clId="{2C20AFA6-DE58-4539-91F2-C57CA9EF57A0}" dt="2023-07-14T08:13:53.433" v="986" actId="164"/>
          <ac:spMkLst>
            <pc:docMk/>
            <pc:sldMk cId="745064473" sldId="333"/>
            <ac:spMk id="5" creationId="{EEF71A13-3BAF-C846-1B9E-91F99D0B76DA}"/>
          </ac:spMkLst>
        </pc:spChg>
        <pc:spChg chg="add mod">
          <ac:chgData name="Yeo Xiong Wei, Jonathan" userId="ac2b658e-7ce1-44bb-9f9f-bf4198ceaa29" providerId="ADAL" clId="{2C20AFA6-DE58-4539-91F2-C57CA9EF57A0}" dt="2023-07-14T08:13:53.433" v="986" actId="164"/>
          <ac:spMkLst>
            <pc:docMk/>
            <pc:sldMk cId="745064473" sldId="333"/>
            <ac:spMk id="6" creationId="{0DF81D84-12F9-A84D-F268-A0A752135907}"/>
          </ac:spMkLst>
        </pc:spChg>
        <pc:spChg chg="add mod">
          <ac:chgData name="Yeo Xiong Wei, Jonathan" userId="ac2b658e-7ce1-44bb-9f9f-bf4198ceaa29" providerId="ADAL" clId="{2C20AFA6-DE58-4539-91F2-C57CA9EF57A0}" dt="2023-07-14T08:15:08.570" v="1001" actId="208"/>
          <ac:spMkLst>
            <pc:docMk/>
            <pc:sldMk cId="745064473" sldId="333"/>
            <ac:spMk id="7" creationId="{CB95E6E6-B643-FFA8-3827-84E2B2450753}"/>
          </ac:spMkLst>
        </pc:spChg>
        <pc:spChg chg="add mod">
          <ac:chgData name="Yeo Xiong Wei, Jonathan" userId="ac2b658e-7ce1-44bb-9f9f-bf4198ceaa29" providerId="ADAL" clId="{2C20AFA6-DE58-4539-91F2-C57CA9EF57A0}" dt="2023-07-14T08:14:48.312" v="999" actId="1076"/>
          <ac:spMkLst>
            <pc:docMk/>
            <pc:sldMk cId="745064473" sldId="333"/>
            <ac:spMk id="8" creationId="{EC4FF488-0526-F879-71D7-C0F652F48871}"/>
          </ac:spMkLst>
        </pc:spChg>
        <pc:spChg chg="add del mod">
          <ac:chgData name="Yeo Xiong Wei, Jonathan" userId="ac2b658e-7ce1-44bb-9f9f-bf4198ceaa29" providerId="ADAL" clId="{2C20AFA6-DE58-4539-91F2-C57CA9EF57A0}" dt="2023-07-14T08:12:03.974" v="912"/>
          <ac:spMkLst>
            <pc:docMk/>
            <pc:sldMk cId="745064473" sldId="333"/>
            <ac:spMk id="9" creationId="{97A9B47C-9BF0-08AD-070E-8674B05FC604}"/>
          </ac:spMkLst>
        </pc:spChg>
        <pc:spChg chg="add mod">
          <ac:chgData name="Yeo Xiong Wei, Jonathan" userId="ac2b658e-7ce1-44bb-9f9f-bf4198ceaa29" providerId="ADAL" clId="{2C20AFA6-DE58-4539-91F2-C57CA9EF57A0}" dt="2023-07-14T08:13:53.433" v="986" actId="164"/>
          <ac:spMkLst>
            <pc:docMk/>
            <pc:sldMk cId="745064473" sldId="333"/>
            <ac:spMk id="10" creationId="{181467B2-CCC7-2F96-EED6-903CB8D03EEE}"/>
          </ac:spMkLst>
        </pc:spChg>
        <pc:spChg chg="add mod">
          <ac:chgData name="Yeo Xiong Wei, Jonathan" userId="ac2b658e-7ce1-44bb-9f9f-bf4198ceaa29" providerId="ADAL" clId="{2C20AFA6-DE58-4539-91F2-C57CA9EF57A0}" dt="2023-07-14T08:13:53.433" v="986" actId="164"/>
          <ac:spMkLst>
            <pc:docMk/>
            <pc:sldMk cId="745064473" sldId="333"/>
            <ac:spMk id="11" creationId="{1AE2DDBD-9F6D-FB89-A9A2-203FBEE6F918}"/>
          </ac:spMkLst>
        </pc:spChg>
        <pc:spChg chg="add mod">
          <ac:chgData name="Yeo Xiong Wei, Jonathan" userId="ac2b658e-7ce1-44bb-9f9f-bf4198ceaa29" providerId="ADAL" clId="{2C20AFA6-DE58-4539-91F2-C57CA9EF57A0}" dt="2023-07-14T08:13:53.433" v="986" actId="164"/>
          <ac:spMkLst>
            <pc:docMk/>
            <pc:sldMk cId="745064473" sldId="333"/>
            <ac:spMk id="12" creationId="{DA07CC18-26DE-789D-D5E2-9ABE106DA2F2}"/>
          </ac:spMkLst>
        </pc:spChg>
        <pc:spChg chg="add del mod">
          <ac:chgData name="Yeo Xiong Wei, Jonathan" userId="ac2b658e-7ce1-44bb-9f9f-bf4198ceaa29" providerId="ADAL" clId="{2C20AFA6-DE58-4539-91F2-C57CA9EF57A0}" dt="2023-07-14T08:13:16.808" v="968"/>
          <ac:spMkLst>
            <pc:docMk/>
            <pc:sldMk cId="745064473" sldId="333"/>
            <ac:spMk id="13" creationId="{133F2588-915A-BDA8-3CFD-84EB1C11F842}"/>
          </ac:spMkLst>
        </pc:spChg>
        <pc:spChg chg="add del mod">
          <ac:chgData name="Yeo Xiong Wei, Jonathan" userId="ac2b658e-7ce1-44bb-9f9f-bf4198ceaa29" providerId="ADAL" clId="{2C20AFA6-DE58-4539-91F2-C57CA9EF57A0}" dt="2023-07-14T08:13:16.808" v="968"/>
          <ac:spMkLst>
            <pc:docMk/>
            <pc:sldMk cId="745064473" sldId="333"/>
            <ac:spMk id="14" creationId="{0861D271-37AC-051D-3063-2A45EC71586D}"/>
          </ac:spMkLst>
        </pc:spChg>
        <pc:spChg chg="add mod">
          <ac:chgData name="Yeo Xiong Wei, Jonathan" userId="ac2b658e-7ce1-44bb-9f9f-bf4198ceaa29" providerId="ADAL" clId="{2C20AFA6-DE58-4539-91F2-C57CA9EF57A0}" dt="2023-07-14T08:13:53.433" v="986" actId="164"/>
          <ac:spMkLst>
            <pc:docMk/>
            <pc:sldMk cId="745064473" sldId="333"/>
            <ac:spMk id="15" creationId="{52D35A10-17F2-520E-10C0-BEE25A5EE436}"/>
          </ac:spMkLst>
        </pc:spChg>
        <pc:spChg chg="add mod">
          <ac:chgData name="Yeo Xiong Wei, Jonathan" userId="ac2b658e-7ce1-44bb-9f9f-bf4198ceaa29" providerId="ADAL" clId="{2C20AFA6-DE58-4539-91F2-C57CA9EF57A0}" dt="2023-07-14T08:13:53.433" v="986" actId="164"/>
          <ac:spMkLst>
            <pc:docMk/>
            <pc:sldMk cId="745064473" sldId="333"/>
            <ac:spMk id="16" creationId="{B095BABA-0846-4BF1-1C13-18A39654726C}"/>
          </ac:spMkLst>
        </pc:spChg>
        <pc:spChg chg="add mod">
          <ac:chgData name="Yeo Xiong Wei, Jonathan" userId="ac2b658e-7ce1-44bb-9f9f-bf4198ceaa29" providerId="ADAL" clId="{2C20AFA6-DE58-4539-91F2-C57CA9EF57A0}" dt="2023-07-14T08:14:48.312" v="999" actId="1076"/>
          <ac:spMkLst>
            <pc:docMk/>
            <pc:sldMk cId="745064473" sldId="333"/>
            <ac:spMk id="18" creationId="{92039A68-21AC-89FA-0035-5ECE9758323F}"/>
          </ac:spMkLst>
        </pc:spChg>
        <pc:spChg chg="add mod ord">
          <ac:chgData name="Yeo Xiong Wei, Jonathan" userId="ac2b658e-7ce1-44bb-9f9f-bf4198ceaa29" providerId="ADAL" clId="{2C20AFA6-DE58-4539-91F2-C57CA9EF57A0}" dt="2023-07-14T08:16:17.037" v="1043" actId="166"/>
          <ac:spMkLst>
            <pc:docMk/>
            <pc:sldMk cId="745064473" sldId="333"/>
            <ac:spMk id="19" creationId="{EF1BF7C9-51AD-2E1F-7887-5C7537A8DD4C}"/>
          </ac:spMkLst>
        </pc:spChg>
        <pc:spChg chg="mod">
          <ac:chgData name="Yeo Xiong Wei, Jonathan" userId="ac2b658e-7ce1-44bb-9f9f-bf4198ceaa29" providerId="ADAL" clId="{2C20AFA6-DE58-4539-91F2-C57CA9EF57A0}" dt="2023-07-14T08:15:19.309" v="1003" actId="207"/>
          <ac:spMkLst>
            <pc:docMk/>
            <pc:sldMk cId="745064473" sldId="333"/>
            <ac:spMk id="63490" creationId="{00000000-0000-0000-0000-000000000000}"/>
          </ac:spMkLst>
        </pc:spChg>
        <pc:grpChg chg="add mod">
          <ac:chgData name="Yeo Xiong Wei, Jonathan" userId="ac2b658e-7ce1-44bb-9f9f-bf4198ceaa29" providerId="ADAL" clId="{2C20AFA6-DE58-4539-91F2-C57CA9EF57A0}" dt="2023-07-14T08:14:48.312" v="999" actId="1076"/>
          <ac:grpSpMkLst>
            <pc:docMk/>
            <pc:sldMk cId="745064473" sldId="333"/>
            <ac:grpSpMk id="17" creationId="{F3F3A0EF-49DE-9248-3EA7-F66AACA9C907}"/>
          </ac:grpSpMkLst>
        </pc:grpChg>
        <pc:cxnChg chg="add mod">
          <ac:chgData name="Yeo Xiong Wei, Jonathan" userId="ac2b658e-7ce1-44bb-9f9f-bf4198ceaa29" providerId="ADAL" clId="{2C20AFA6-DE58-4539-91F2-C57CA9EF57A0}" dt="2023-07-14T08:16:22.584" v="1044" actId="1582"/>
          <ac:cxnSpMkLst>
            <pc:docMk/>
            <pc:sldMk cId="745064473" sldId="333"/>
            <ac:cxnSpMk id="21" creationId="{2082261C-1CEC-3FD6-14A1-A441926420FA}"/>
          </ac:cxnSpMkLst>
        </pc:cxnChg>
      </pc:sldChg>
      <pc:sldChg chg="modSp mod">
        <pc:chgData name="Yeo Xiong Wei, Jonathan" userId="ac2b658e-7ce1-44bb-9f9f-bf4198ceaa29" providerId="ADAL" clId="{2C20AFA6-DE58-4539-91F2-C57CA9EF57A0}" dt="2023-07-14T08:39:20.976" v="1920" actId="207"/>
        <pc:sldMkLst>
          <pc:docMk/>
          <pc:sldMk cId="111974515" sldId="334"/>
        </pc:sldMkLst>
        <pc:spChg chg="mod">
          <ac:chgData name="Yeo Xiong Wei, Jonathan" userId="ac2b658e-7ce1-44bb-9f9f-bf4198ceaa29" providerId="ADAL" clId="{2C20AFA6-DE58-4539-91F2-C57CA9EF57A0}" dt="2023-07-14T08:39:20.976" v="1920" actId="207"/>
          <ac:spMkLst>
            <pc:docMk/>
            <pc:sldMk cId="111974515" sldId="334"/>
            <ac:spMk id="5" creationId="{9E42E815-E3E4-608B-951F-6A3D18326BE3}"/>
          </ac:spMkLst>
        </pc:spChg>
      </pc:sldChg>
      <pc:sldChg chg="modSp mod">
        <pc:chgData name="Yeo Xiong Wei, Jonathan" userId="ac2b658e-7ce1-44bb-9f9f-bf4198ceaa29" providerId="ADAL" clId="{2C20AFA6-DE58-4539-91F2-C57CA9EF57A0}" dt="2023-07-14T08:41:13.982" v="2057" actId="20577"/>
        <pc:sldMkLst>
          <pc:docMk/>
          <pc:sldMk cId="1849850092" sldId="335"/>
        </pc:sldMkLst>
        <pc:spChg chg="mod">
          <ac:chgData name="Yeo Xiong Wei, Jonathan" userId="ac2b658e-7ce1-44bb-9f9f-bf4198ceaa29" providerId="ADAL" clId="{2C20AFA6-DE58-4539-91F2-C57CA9EF57A0}" dt="2023-07-14T08:41:13.982" v="2057" actId="20577"/>
          <ac:spMkLst>
            <pc:docMk/>
            <pc:sldMk cId="1849850092" sldId="335"/>
            <ac:spMk id="65538" creationId="{00000000-0000-0000-0000-000000000000}"/>
          </ac:spMkLst>
        </pc:spChg>
      </pc:sldChg>
      <pc:sldChg chg="modSp mod">
        <pc:chgData name="Yeo Xiong Wei, Jonathan" userId="ac2b658e-7ce1-44bb-9f9f-bf4198ceaa29" providerId="ADAL" clId="{2C20AFA6-DE58-4539-91F2-C57CA9EF57A0}" dt="2023-07-14T08:41:58.754" v="2063" actId="113"/>
        <pc:sldMkLst>
          <pc:docMk/>
          <pc:sldMk cId="434201001" sldId="338"/>
        </pc:sldMkLst>
        <pc:spChg chg="mod">
          <ac:chgData name="Yeo Xiong Wei, Jonathan" userId="ac2b658e-7ce1-44bb-9f9f-bf4198ceaa29" providerId="ADAL" clId="{2C20AFA6-DE58-4539-91F2-C57CA9EF57A0}" dt="2023-07-14T08:41:58.754" v="2063" actId="113"/>
          <ac:spMkLst>
            <pc:docMk/>
            <pc:sldMk cId="434201001" sldId="338"/>
            <ac:spMk id="68610" creationId="{00000000-0000-0000-0000-000000000000}"/>
          </ac:spMkLst>
        </pc:spChg>
      </pc:sldChg>
      <pc:sldChg chg="modSp mod">
        <pc:chgData name="Yeo Xiong Wei, Jonathan" userId="ac2b658e-7ce1-44bb-9f9f-bf4198ceaa29" providerId="ADAL" clId="{2C20AFA6-DE58-4539-91F2-C57CA9EF57A0}" dt="2023-07-14T08:43:14.951" v="2081" actId="20577"/>
        <pc:sldMkLst>
          <pc:docMk/>
          <pc:sldMk cId="1748669557" sldId="341"/>
        </pc:sldMkLst>
        <pc:spChg chg="mod">
          <ac:chgData name="Yeo Xiong Wei, Jonathan" userId="ac2b658e-7ce1-44bb-9f9f-bf4198ceaa29" providerId="ADAL" clId="{2C20AFA6-DE58-4539-91F2-C57CA9EF57A0}" dt="2023-07-14T08:43:14.951" v="2081" actId="20577"/>
          <ac:spMkLst>
            <pc:docMk/>
            <pc:sldMk cId="1748669557" sldId="341"/>
            <ac:spMk id="71682" creationId="{00000000-0000-0000-0000-000000000000}"/>
          </ac:spMkLst>
        </pc:spChg>
      </pc:sldChg>
      <pc:sldChg chg="modSp">
        <pc:chgData name="Yeo Xiong Wei, Jonathan" userId="ac2b658e-7ce1-44bb-9f9f-bf4198ceaa29" providerId="ADAL" clId="{2C20AFA6-DE58-4539-91F2-C57CA9EF57A0}" dt="2023-07-14T07:26:40.275" v="41" actId="114"/>
        <pc:sldMkLst>
          <pc:docMk/>
          <pc:sldMk cId="609857261" sldId="448"/>
        </pc:sldMkLst>
        <pc:spChg chg="mod">
          <ac:chgData name="Yeo Xiong Wei, Jonathan" userId="ac2b658e-7ce1-44bb-9f9f-bf4198ceaa29" providerId="ADAL" clId="{2C20AFA6-DE58-4539-91F2-C57CA9EF57A0}" dt="2023-07-14T07:26:40.275" v="41" actId="114"/>
          <ac:spMkLst>
            <pc:docMk/>
            <pc:sldMk cId="609857261" sldId="448"/>
            <ac:spMk id="26626" creationId="{00000000-0000-0000-0000-000000000000}"/>
          </ac:spMkLst>
        </pc:spChg>
      </pc:sldChg>
      <pc:sldChg chg="modSp mod">
        <pc:chgData name="Yeo Xiong Wei, Jonathan" userId="ac2b658e-7ce1-44bb-9f9f-bf4198ceaa29" providerId="ADAL" clId="{2C20AFA6-DE58-4539-91F2-C57CA9EF57A0}" dt="2023-07-14T07:32:33.021" v="97" actId="20577"/>
        <pc:sldMkLst>
          <pc:docMk/>
          <pc:sldMk cId="2766970164" sldId="988"/>
        </pc:sldMkLst>
        <pc:spChg chg="mod">
          <ac:chgData name="Yeo Xiong Wei, Jonathan" userId="ac2b658e-7ce1-44bb-9f9f-bf4198ceaa29" providerId="ADAL" clId="{2C20AFA6-DE58-4539-91F2-C57CA9EF57A0}" dt="2023-07-14T07:32:33.021" v="97" actId="20577"/>
          <ac:spMkLst>
            <pc:docMk/>
            <pc:sldMk cId="2766970164" sldId="988"/>
            <ac:spMk id="32770" creationId="{00000000-0000-0000-0000-000000000000}"/>
          </ac:spMkLst>
        </pc:spChg>
      </pc:sldChg>
      <pc:sldChg chg="modSp mod">
        <pc:chgData name="Yeo Xiong Wei, Jonathan" userId="ac2b658e-7ce1-44bb-9f9f-bf4198ceaa29" providerId="ADAL" clId="{2C20AFA6-DE58-4539-91F2-C57CA9EF57A0}" dt="2023-07-14T07:36:25.532" v="251" actId="207"/>
        <pc:sldMkLst>
          <pc:docMk/>
          <pc:sldMk cId="3488352532" sldId="989"/>
        </pc:sldMkLst>
        <pc:spChg chg="mod">
          <ac:chgData name="Yeo Xiong Wei, Jonathan" userId="ac2b658e-7ce1-44bb-9f9f-bf4198ceaa29" providerId="ADAL" clId="{2C20AFA6-DE58-4539-91F2-C57CA9EF57A0}" dt="2023-07-14T07:36:25.532" v="251" actId="207"/>
          <ac:spMkLst>
            <pc:docMk/>
            <pc:sldMk cId="3488352532" sldId="989"/>
            <ac:spMk id="32770" creationId="{00000000-0000-0000-0000-000000000000}"/>
          </ac:spMkLst>
        </pc:spChg>
      </pc:sldChg>
      <pc:sldChg chg="modSp modAnim">
        <pc:chgData name="Yeo Xiong Wei, Jonathan" userId="ac2b658e-7ce1-44bb-9f9f-bf4198ceaa29" providerId="ADAL" clId="{2C20AFA6-DE58-4539-91F2-C57CA9EF57A0}" dt="2023-07-14T07:58:03.762" v="776" actId="115"/>
        <pc:sldMkLst>
          <pc:docMk/>
          <pc:sldMk cId="1890180024" sldId="990"/>
        </pc:sldMkLst>
        <pc:spChg chg="mod">
          <ac:chgData name="Yeo Xiong Wei, Jonathan" userId="ac2b658e-7ce1-44bb-9f9f-bf4198ceaa29" providerId="ADAL" clId="{2C20AFA6-DE58-4539-91F2-C57CA9EF57A0}" dt="2023-07-14T07:58:03.762" v="776" actId="115"/>
          <ac:spMkLst>
            <pc:docMk/>
            <pc:sldMk cId="1890180024" sldId="990"/>
            <ac:spMk id="43010" creationId="{00000000-0000-0000-0000-000000000000}"/>
          </ac:spMkLst>
        </pc:spChg>
      </pc:sldChg>
      <pc:sldChg chg="modSp mod modAnim">
        <pc:chgData name="Yeo Xiong Wei, Jonathan" userId="ac2b658e-7ce1-44bb-9f9f-bf4198ceaa29" providerId="ADAL" clId="{2C20AFA6-DE58-4539-91F2-C57CA9EF57A0}" dt="2023-07-14T08:44:51.891" v="2132" actId="114"/>
        <pc:sldMkLst>
          <pc:docMk/>
          <pc:sldMk cId="264684988" sldId="993"/>
        </pc:sldMkLst>
        <pc:spChg chg="mod">
          <ac:chgData name="Yeo Xiong Wei, Jonathan" userId="ac2b658e-7ce1-44bb-9f9f-bf4198ceaa29" providerId="ADAL" clId="{2C20AFA6-DE58-4539-91F2-C57CA9EF57A0}" dt="2023-07-14T08:44:29.931" v="2123" actId="1076"/>
          <ac:spMkLst>
            <pc:docMk/>
            <pc:sldMk cId="264684988" sldId="993"/>
            <ac:spMk id="3" creationId="{9DE873D7-863F-E1C8-1DDD-DE60303A4EED}"/>
          </ac:spMkLst>
        </pc:spChg>
        <pc:spChg chg="mod">
          <ac:chgData name="Yeo Xiong Wei, Jonathan" userId="ac2b658e-7ce1-44bb-9f9f-bf4198ceaa29" providerId="ADAL" clId="{2C20AFA6-DE58-4539-91F2-C57CA9EF57A0}" dt="2023-07-14T08:44:29.931" v="2123" actId="1076"/>
          <ac:spMkLst>
            <pc:docMk/>
            <pc:sldMk cId="264684988" sldId="993"/>
            <ac:spMk id="9" creationId="{D0697BF4-978D-70A0-B8B6-6648F6F65D95}"/>
          </ac:spMkLst>
        </pc:spChg>
        <pc:spChg chg="mod">
          <ac:chgData name="Yeo Xiong Wei, Jonathan" userId="ac2b658e-7ce1-44bb-9f9f-bf4198ceaa29" providerId="ADAL" clId="{2C20AFA6-DE58-4539-91F2-C57CA9EF57A0}" dt="2023-07-14T08:44:51.891" v="2132" actId="114"/>
          <ac:spMkLst>
            <pc:docMk/>
            <pc:sldMk cId="264684988" sldId="993"/>
            <ac:spMk id="71682" creationId="{00000000-0000-0000-0000-000000000000}"/>
          </ac:spMkLst>
        </pc:spChg>
        <pc:picChg chg="mod">
          <ac:chgData name="Yeo Xiong Wei, Jonathan" userId="ac2b658e-7ce1-44bb-9f9f-bf4198ceaa29" providerId="ADAL" clId="{2C20AFA6-DE58-4539-91F2-C57CA9EF57A0}" dt="2023-07-14T08:44:29.931" v="2123" actId="1076"/>
          <ac:picMkLst>
            <pc:docMk/>
            <pc:sldMk cId="264684988" sldId="993"/>
            <ac:picMk id="7" creationId="{D62B33EF-924F-48A9-8ACA-77D15DE35F94}"/>
          </ac:picMkLst>
        </pc:picChg>
      </pc:sldChg>
      <pc:sldChg chg="modSp modAnim">
        <pc:chgData name="Yeo Xiong Wei, Jonathan" userId="ac2b658e-7ce1-44bb-9f9f-bf4198ceaa29" providerId="ADAL" clId="{2C20AFA6-DE58-4539-91F2-C57CA9EF57A0}" dt="2023-07-14T08:46:27.607" v="2160" actId="6549"/>
        <pc:sldMkLst>
          <pc:docMk/>
          <pc:sldMk cId="1584622828" sldId="995"/>
        </pc:sldMkLst>
        <pc:spChg chg="mod">
          <ac:chgData name="Yeo Xiong Wei, Jonathan" userId="ac2b658e-7ce1-44bb-9f9f-bf4198ceaa29" providerId="ADAL" clId="{2C20AFA6-DE58-4539-91F2-C57CA9EF57A0}" dt="2023-07-14T08:46:27.607" v="2160" actId="6549"/>
          <ac:spMkLst>
            <pc:docMk/>
            <pc:sldMk cId="1584622828" sldId="995"/>
            <ac:spMk id="63490" creationId="{00000000-0000-0000-0000-000000000000}"/>
          </ac:spMkLst>
        </pc:spChg>
      </pc:sldChg>
      <pc:sldChg chg="modSp mod">
        <pc:chgData name="Yeo Xiong Wei, Jonathan" userId="ac2b658e-7ce1-44bb-9f9f-bf4198ceaa29" providerId="ADAL" clId="{2C20AFA6-DE58-4539-91F2-C57CA9EF57A0}" dt="2023-07-14T07:42:26.310" v="360" actId="113"/>
        <pc:sldMkLst>
          <pc:docMk/>
          <pc:sldMk cId="933616862" sldId="998"/>
        </pc:sldMkLst>
        <pc:spChg chg="mod">
          <ac:chgData name="Yeo Xiong Wei, Jonathan" userId="ac2b658e-7ce1-44bb-9f9f-bf4198ceaa29" providerId="ADAL" clId="{2C20AFA6-DE58-4539-91F2-C57CA9EF57A0}" dt="2023-07-14T07:42:26.310" v="360" actId="113"/>
          <ac:spMkLst>
            <pc:docMk/>
            <pc:sldMk cId="933616862" sldId="998"/>
            <ac:spMk id="30722" creationId="{00000000-0000-0000-0000-000000000000}"/>
          </ac:spMkLst>
        </pc:spChg>
      </pc:sldChg>
      <pc:sldChg chg="modSp mod">
        <pc:chgData name="Yeo Xiong Wei, Jonathan" userId="ac2b658e-7ce1-44bb-9f9f-bf4198ceaa29" providerId="ADAL" clId="{2C20AFA6-DE58-4539-91F2-C57CA9EF57A0}" dt="2023-07-14T08:51:54.505" v="2479" actId="404"/>
        <pc:sldMkLst>
          <pc:docMk/>
          <pc:sldMk cId="4288377880" sldId="1000"/>
        </pc:sldMkLst>
        <pc:spChg chg="mod">
          <ac:chgData name="Yeo Xiong Wei, Jonathan" userId="ac2b658e-7ce1-44bb-9f9f-bf4198ceaa29" providerId="ADAL" clId="{2C20AFA6-DE58-4539-91F2-C57CA9EF57A0}" dt="2023-07-14T08:51:54.505" v="2479" actId="404"/>
          <ac:spMkLst>
            <pc:docMk/>
            <pc:sldMk cId="4288377880" sldId="1000"/>
            <ac:spMk id="62466" creationId="{00000000-0000-0000-0000-000000000000}"/>
          </ac:spMkLst>
        </pc:spChg>
      </pc:sldChg>
      <pc:sldChg chg="modSp mod">
        <pc:chgData name="Yeo Xiong Wei, Jonathan" userId="ac2b658e-7ce1-44bb-9f9f-bf4198ceaa29" providerId="ADAL" clId="{2C20AFA6-DE58-4539-91F2-C57CA9EF57A0}" dt="2023-07-14T08:51:04.453" v="2474" actId="404"/>
        <pc:sldMkLst>
          <pc:docMk/>
          <pc:sldMk cId="2599278897" sldId="1009"/>
        </pc:sldMkLst>
        <pc:spChg chg="mod">
          <ac:chgData name="Yeo Xiong Wei, Jonathan" userId="ac2b658e-7ce1-44bb-9f9f-bf4198ceaa29" providerId="ADAL" clId="{2C20AFA6-DE58-4539-91F2-C57CA9EF57A0}" dt="2023-07-14T08:51:04.453" v="2474" actId="404"/>
          <ac:spMkLst>
            <pc:docMk/>
            <pc:sldMk cId="2599278897" sldId="1009"/>
            <ac:spMk id="3" creationId="{D195060D-B1A5-D17B-DB0B-CBF6A0833656}"/>
          </ac:spMkLst>
        </pc:spChg>
      </pc:sldChg>
      <pc:sldChg chg="modSp mod">
        <pc:chgData name="Yeo Xiong Wei, Jonathan" userId="ac2b658e-7ce1-44bb-9f9f-bf4198ceaa29" providerId="ADAL" clId="{2C20AFA6-DE58-4539-91F2-C57CA9EF57A0}" dt="2023-07-14T08:51:42.296" v="2478" actId="404"/>
        <pc:sldMkLst>
          <pc:docMk/>
          <pc:sldMk cId="2882623215" sldId="1011"/>
        </pc:sldMkLst>
        <pc:spChg chg="mod">
          <ac:chgData name="Yeo Xiong Wei, Jonathan" userId="ac2b658e-7ce1-44bb-9f9f-bf4198ceaa29" providerId="ADAL" clId="{2C20AFA6-DE58-4539-91F2-C57CA9EF57A0}" dt="2023-07-14T08:51:42.296" v="2478" actId="404"/>
          <ac:spMkLst>
            <pc:docMk/>
            <pc:sldMk cId="2882623215" sldId="1011"/>
            <ac:spMk id="3" creationId="{D195060D-B1A5-D17B-DB0B-CBF6A0833656}"/>
          </ac:spMkLst>
        </pc:spChg>
      </pc:sldChg>
      <pc:sldChg chg="modSp">
        <pc:chgData name="Yeo Xiong Wei, Jonathan" userId="ac2b658e-7ce1-44bb-9f9f-bf4198ceaa29" providerId="ADAL" clId="{2C20AFA6-DE58-4539-91F2-C57CA9EF57A0}" dt="2023-07-14T08:47:17.550" v="2208" actId="113"/>
        <pc:sldMkLst>
          <pc:docMk/>
          <pc:sldMk cId="1637301243" sldId="1017"/>
        </pc:sldMkLst>
        <pc:spChg chg="mod">
          <ac:chgData name="Yeo Xiong Wei, Jonathan" userId="ac2b658e-7ce1-44bb-9f9f-bf4198ceaa29" providerId="ADAL" clId="{2C20AFA6-DE58-4539-91F2-C57CA9EF57A0}" dt="2023-07-14T08:47:17.550" v="2208" actId="113"/>
          <ac:spMkLst>
            <pc:docMk/>
            <pc:sldMk cId="1637301243" sldId="1017"/>
            <ac:spMk id="63490" creationId="{00000000-0000-0000-0000-000000000000}"/>
          </ac:spMkLst>
        </pc:spChg>
      </pc:sldChg>
      <pc:sldChg chg="modSp mod">
        <pc:chgData name="Yeo Xiong Wei, Jonathan" userId="ac2b658e-7ce1-44bb-9f9f-bf4198ceaa29" providerId="ADAL" clId="{2C20AFA6-DE58-4539-91F2-C57CA9EF57A0}" dt="2023-07-14T07:58:55.437" v="836" actId="20577"/>
        <pc:sldMkLst>
          <pc:docMk/>
          <pc:sldMk cId="67961189" sldId="1018"/>
        </pc:sldMkLst>
        <pc:spChg chg="mod">
          <ac:chgData name="Yeo Xiong Wei, Jonathan" userId="ac2b658e-7ce1-44bb-9f9f-bf4198ceaa29" providerId="ADAL" clId="{2C20AFA6-DE58-4539-91F2-C57CA9EF57A0}" dt="2023-07-14T07:58:55.437" v="836" actId="20577"/>
          <ac:spMkLst>
            <pc:docMk/>
            <pc:sldMk cId="67961189" sldId="1018"/>
            <ac:spMk id="29698" creationId="{00000000-0000-0000-0000-000000000000}"/>
          </ac:spMkLst>
        </pc:spChg>
      </pc:sldChg>
      <pc:sldChg chg="modSp mod">
        <pc:chgData name="Yeo Xiong Wei, Jonathan" userId="ac2b658e-7ce1-44bb-9f9f-bf4198ceaa29" providerId="ADAL" clId="{2C20AFA6-DE58-4539-91F2-C57CA9EF57A0}" dt="2023-07-14T08:50:42.319" v="2473" actId="404"/>
        <pc:sldMkLst>
          <pc:docMk/>
          <pc:sldMk cId="410549057" sldId="1019"/>
        </pc:sldMkLst>
        <pc:spChg chg="mod">
          <ac:chgData name="Yeo Xiong Wei, Jonathan" userId="ac2b658e-7ce1-44bb-9f9f-bf4198ceaa29" providerId="ADAL" clId="{2C20AFA6-DE58-4539-91F2-C57CA9EF57A0}" dt="2023-07-14T08:50:24.927" v="2471" actId="20577"/>
          <ac:spMkLst>
            <pc:docMk/>
            <pc:sldMk cId="410549057" sldId="1019"/>
            <ac:spMk id="2" creationId="{141545B8-14FC-4EE7-BE64-CA386A90E219}"/>
          </ac:spMkLst>
        </pc:spChg>
        <pc:spChg chg="mod">
          <ac:chgData name="Yeo Xiong Wei, Jonathan" userId="ac2b658e-7ce1-44bb-9f9f-bf4198ceaa29" providerId="ADAL" clId="{2C20AFA6-DE58-4539-91F2-C57CA9EF57A0}" dt="2023-07-14T08:50:42.319" v="2473" actId="404"/>
          <ac:spMkLst>
            <pc:docMk/>
            <pc:sldMk cId="410549057" sldId="1019"/>
            <ac:spMk id="3" creationId="{CDF4B2E5-1CF0-4D19-AFAA-E09B13AE7CF3}"/>
          </ac:spMkLst>
        </pc:spChg>
      </pc:sldChg>
      <pc:sldChg chg="addSp delSp modSp add mod">
        <pc:chgData name="Yeo Xiong Wei, Jonathan" userId="ac2b658e-7ce1-44bb-9f9f-bf4198ceaa29" providerId="ADAL" clId="{2C20AFA6-DE58-4539-91F2-C57CA9EF57A0}" dt="2023-07-14T07:58:34.688" v="834" actId="404"/>
        <pc:sldMkLst>
          <pc:docMk/>
          <pc:sldMk cId="72443231" sldId="1020"/>
        </pc:sldMkLst>
        <pc:spChg chg="mod">
          <ac:chgData name="Yeo Xiong Wei, Jonathan" userId="ac2b658e-7ce1-44bb-9f9f-bf4198ceaa29" providerId="ADAL" clId="{2C20AFA6-DE58-4539-91F2-C57CA9EF57A0}" dt="2023-07-14T07:58:34.688" v="834" actId="404"/>
          <ac:spMkLst>
            <pc:docMk/>
            <pc:sldMk cId="72443231" sldId="1020"/>
            <ac:spMk id="3" creationId="{CDF4B2E5-1CF0-4D19-AFAA-E09B13AE7CF3}"/>
          </ac:spMkLst>
        </pc:spChg>
        <pc:spChg chg="add del mod">
          <ac:chgData name="Yeo Xiong Wei, Jonathan" userId="ac2b658e-7ce1-44bb-9f9f-bf4198ceaa29" providerId="ADAL" clId="{2C20AFA6-DE58-4539-91F2-C57CA9EF57A0}" dt="2023-07-14T07:55:11.066" v="734" actId="478"/>
          <ac:spMkLst>
            <pc:docMk/>
            <pc:sldMk cId="72443231" sldId="1020"/>
            <ac:spMk id="5" creationId="{03F6227D-A8B8-8D97-50C3-22FC56EC1788}"/>
          </ac:spMkLst>
        </pc:spChg>
        <pc:grpChg chg="del">
          <ac:chgData name="Yeo Xiong Wei, Jonathan" userId="ac2b658e-7ce1-44bb-9f9f-bf4198ceaa29" providerId="ADAL" clId="{2C20AFA6-DE58-4539-91F2-C57CA9EF57A0}" dt="2023-07-14T07:46:09.733" v="375" actId="478"/>
          <ac:grpSpMkLst>
            <pc:docMk/>
            <pc:sldMk cId="72443231" sldId="1020"/>
            <ac:grpSpMk id="26" creationId="{F86FFC5B-C1D4-7F32-CBB6-E89F86BC64A5}"/>
          </ac:grpSpMkLst>
        </pc:grpChg>
      </pc:sldChg>
      <pc:sldChg chg="addSp delSp modSp add mod ord">
        <pc:chgData name="Yeo Xiong Wei, Jonathan" userId="ac2b658e-7ce1-44bb-9f9f-bf4198ceaa29" providerId="ADAL" clId="{2C20AFA6-DE58-4539-91F2-C57CA9EF57A0}" dt="2023-07-14T08:37:21.093" v="1861" actId="113"/>
        <pc:sldMkLst>
          <pc:docMk/>
          <pc:sldMk cId="1216419970" sldId="1021"/>
        </pc:sldMkLst>
        <pc:spChg chg="add mod">
          <ac:chgData name="Yeo Xiong Wei, Jonathan" userId="ac2b658e-7ce1-44bb-9f9f-bf4198ceaa29" providerId="ADAL" clId="{2C20AFA6-DE58-4539-91F2-C57CA9EF57A0}" dt="2023-07-14T08:29:09.186" v="1648" actId="1076"/>
          <ac:spMkLst>
            <pc:docMk/>
            <pc:sldMk cId="1216419970" sldId="1021"/>
            <ac:spMk id="3" creationId="{0F74A7C4-DB0A-E29E-400F-365FE177D3BC}"/>
          </ac:spMkLst>
        </pc:spChg>
        <pc:spChg chg="del">
          <ac:chgData name="Yeo Xiong Wei, Jonathan" userId="ac2b658e-7ce1-44bb-9f9f-bf4198ceaa29" providerId="ADAL" clId="{2C20AFA6-DE58-4539-91F2-C57CA9EF57A0}" dt="2023-07-14T08:25:50.753" v="1388" actId="478"/>
          <ac:spMkLst>
            <pc:docMk/>
            <pc:sldMk cId="1216419970" sldId="1021"/>
            <ac:spMk id="4" creationId="{DE5B47A2-F834-EEEE-EF3C-9FAB18235AB4}"/>
          </ac:spMkLst>
        </pc:spChg>
        <pc:spChg chg="del">
          <ac:chgData name="Yeo Xiong Wei, Jonathan" userId="ac2b658e-7ce1-44bb-9f9f-bf4198ceaa29" providerId="ADAL" clId="{2C20AFA6-DE58-4539-91F2-C57CA9EF57A0}" dt="2023-07-14T08:20:27.161" v="1055" actId="478"/>
          <ac:spMkLst>
            <pc:docMk/>
            <pc:sldMk cId="1216419970" sldId="1021"/>
            <ac:spMk id="8" creationId="{EC4FF488-0526-F879-71D7-C0F652F48871}"/>
          </ac:spMkLst>
        </pc:spChg>
        <pc:spChg chg="mod">
          <ac:chgData name="Yeo Xiong Wei, Jonathan" userId="ac2b658e-7ce1-44bb-9f9f-bf4198ceaa29" providerId="ADAL" clId="{2C20AFA6-DE58-4539-91F2-C57CA9EF57A0}" dt="2023-07-14T08:29:04.924" v="1647"/>
          <ac:spMkLst>
            <pc:docMk/>
            <pc:sldMk cId="1216419970" sldId="1021"/>
            <ac:spMk id="13" creationId="{8A9C668A-957B-4CDE-C59A-A1C7E7E2A855}"/>
          </ac:spMkLst>
        </pc:spChg>
        <pc:spChg chg="mod">
          <ac:chgData name="Yeo Xiong Wei, Jonathan" userId="ac2b658e-7ce1-44bb-9f9f-bf4198ceaa29" providerId="ADAL" clId="{2C20AFA6-DE58-4539-91F2-C57CA9EF57A0}" dt="2023-07-14T08:29:04.924" v="1647"/>
          <ac:spMkLst>
            <pc:docMk/>
            <pc:sldMk cId="1216419970" sldId="1021"/>
            <ac:spMk id="14" creationId="{FD147CF5-B967-BA80-4C30-2A1338ECF3CA}"/>
          </ac:spMkLst>
        </pc:spChg>
        <pc:spChg chg="del">
          <ac:chgData name="Yeo Xiong Wei, Jonathan" userId="ac2b658e-7ce1-44bb-9f9f-bf4198ceaa29" providerId="ADAL" clId="{2C20AFA6-DE58-4539-91F2-C57CA9EF57A0}" dt="2023-07-14T08:20:27.161" v="1055" actId="478"/>
          <ac:spMkLst>
            <pc:docMk/>
            <pc:sldMk cId="1216419970" sldId="1021"/>
            <ac:spMk id="18" creationId="{92039A68-21AC-89FA-0035-5ECE9758323F}"/>
          </ac:spMkLst>
        </pc:spChg>
        <pc:spChg chg="del">
          <ac:chgData name="Yeo Xiong Wei, Jonathan" userId="ac2b658e-7ce1-44bb-9f9f-bf4198ceaa29" providerId="ADAL" clId="{2C20AFA6-DE58-4539-91F2-C57CA9EF57A0}" dt="2023-07-14T08:20:27.161" v="1055" actId="478"/>
          <ac:spMkLst>
            <pc:docMk/>
            <pc:sldMk cId="1216419970" sldId="1021"/>
            <ac:spMk id="19" creationId="{EF1BF7C9-51AD-2E1F-7887-5C7537A8DD4C}"/>
          </ac:spMkLst>
        </pc:spChg>
        <pc:spChg chg="mod">
          <ac:chgData name="Yeo Xiong Wei, Jonathan" userId="ac2b658e-7ce1-44bb-9f9f-bf4198ceaa29" providerId="ADAL" clId="{2C20AFA6-DE58-4539-91F2-C57CA9EF57A0}" dt="2023-07-14T08:29:04.924" v="1647"/>
          <ac:spMkLst>
            <pc:docMk/>
            <pc:sldMk cId="1216419970" sldId="1021"/>
            <ac:spMk id="20" creationId="{7213F9CB-B661-9399-089C-78285325C0CE}"/>
          </ac:spMkLst>
        </pc:spChg>
        <pc:spChg chg="mod">
          <ac:chgData name="Yeo Xiong Wei, Jonathan" userId="ac2b658e-7ce1-44bb-9f9f-bf4198ceaa29" providerId="ADAL" clId="{2C20AFA6-DE58-4539-91F2-C57CA9EF57A0}" dt="2023-07-14T08:29:04.924" v="1647"/>
          <ac:spMkLst>
            <pc:docMk/>
            <pc:sldMk cId="1216419970" sldId="1021"/>
            <ac:spMk id="22" creationId="{7C1E8AF8-04EF-B3F6-7995-2BCD07A3CAFD}"/>
          </ac:spMkLst>
        </pc:spChg>
        <pc:spChg chg="mod">
          <ac:chgData name="Yeo Xiong Wei, Jonathan" userId="ac2b658e-7ce1-44bb-9f9f-bf4198ceaa29" providerId="ADAL" clId="{2C20AFA6-DE58-4539-91F2-C57CA9EF57A0}" dt="2023-07-14T08:29:04.924" v="1647"/>
          <ac:spMkLst>
            <pc:docMk/>
            <pc:sldMk cId="1216419970" sldId="1021"/>
            <ac:spMk id="23" creationId="{4EBB7170-F4FD-2DCF-E2AD-BD00A15E6DA5}"/>
          </ac:spMkLst>
        </pc:spChg>
        <pc:spChg chg="mod">
          <ac:chgData name="Yeo Xiong Wei, Jonathan" userId="ac2b658e-7ce1-44bb-9f9f-bf4198ceaa29" providerId="ADAL" clId="{2C20AFA6-DE58-4539-91F2-C57CA9EF57A0}" dt="2023-07-14T08:29:04.924" v="1647"/>
          <ac:spMkLst>
            <pc:docMk/>
            <pc:sldMk cId="1216419970" sldId="1021"/>
            <ac:spMk id="24" creationId="{74B040D4-9BA5-8507-E2AB-1448F4839B73}"/>
          </ac:spMkLst>
        </pc:spChg>
        <pc:spChg chg="mod">
          <ac:chgData name="Yeo Xiong Wei, Jonathan" userId="ac2b658e-7ce1-44bb-9f9f-bf4198ceaa29" providerId="ADAL" clId="{2C20AFA6-DE58-4539-91F2-C57CA9EF57A0}" dt="2023-07-14T08:29:04.924" v="1647"/>
          <ac:spMkLst>
            <pc:docMk/>
            <pc:sldMk cId="1216419970" sldId="1021"/>
            <ac:spMk id="25" creationId="{9C1F08CC-4C92-7D37-D368-3C4B112B9A3C}"/>
          </ac:spMkLst>
        </pc:spChg>
        <pc:spChg chg="mod">
          <ac:chgData name="Yeo Xiong Wei, Jonathan" userId="ac2b658e-7ce1-44bb-9f9f-bf4198ceaa29" providerId="ADAL" clId="{2C20AFA6-DE58-4539-91F2-C57CA9EF57A0}" dt="2023-07-14T08:29:04.924" v="1647"/>
          <ac:spMkLst>
            <pc:docMk/>
            <pc:sldMk cId="1216419970" sldId="1021"/>
            <ac:spMk id="26" creationId="{20B91762-97EA-B722-29FC-609625E90400}"/>
          </ac:spMkLst>
        </pc:spChg>
        <pc:spChg chg="add mod">
          <ac:chgData name="Yeo Xiong Wei, Jonathan" userId="ac2b658e-7ce1-44bb-9f9f-bf4198ceaa29" providerId="ADAL" clId="{2C20AFA6-DE58-4539-91F2-C57CA9EF57A0}" dt="2023-07-14T08:29:09.186" v="1648" actId="1076"/>
          <ac:spMkLst>
            <pc:docMk/>
            <pc:sldMk cId="1216419970" sldId="1021"/>
            <ac:spMk id="27" creationId="{7F011C0C-DE2C-482E-5C5F-446AB858207E}"/>
          </ac:spMkLst>
        </pc:spChg>
        <pc:spChg chg="add mod">
          <ac:chgData name="Yeo Xiong Wei, Jonathan" userId="ac2b658e-7ce1-44bb-9f9f-bf4198ceaa29" providerId="ADAL" clId="{2C20AFA6-DE58-4539-91F2-C57CA9EF57A0}" dt="2023-07-14T08:29:09.186" v="1648" actId="1076"/>
          <ac:spMkLst>
            <pc:docMk/>
            <pc:sldMk cId="1216419970" sldId="1021"/>
            <ac:spMk id="29" creationId="{68C52313-0D7E-3DB7-9A68-C6E4B9D86843}"/>
          </ac:spMkLst>
        </pc:spChg>
        <pc:spChg chg="add mod">
          <ac:chgData name="Yeo Xiong Wei, Jonathan" userId="ac2b658e-7ce1-44bb-9f9f-bf4198ceaa29" providerId="ADAL" clId="{2C20AFA6-DE58-4539-91F2-C57CA9EF57A0}" dt="2023-07-14T08:37:21.093" v="1861" actId="113"/>
          <ac:spMkLst>
            <pc:docMk/>
            <pc:sldMk cId="1216419970" sldId="1021"/>
            <ac:spMk id="31" creationId="{A3C7C130-7DC7-684F-0F04-FD3B9F37B19A}"/>
          </ac:spMkLst>
        </pc:spChg>
        <pc:spChg chg="mod">
          <ac:chgData name="Yeo Xiong Wei, Jonathan" userId="ac2b658e-7ce1-44bb-9f9f-bf4198ceaa29" providerId="ADAL" clId="{2C20AFA6-DE58-4539-91F2-C57CA9EF57A0}" dt="2023-07-14T08:31:56.365" v="1655" actId="20577"/>
          <ac:spMkLst>
            <pc:docMk/>
            <pc:sldMk cId="1216419970" sldId="1021"/>
            <ac:spMk id="63490" creationId="{00000000-0000-0000-0000-000000000000}"/>
          </ac:spMkLst>
        </pc:spChg>
        <pc:grpChg chg="add mod">
          <ac:chgData name="Yeo Xiong Wei, Jonathan" userId="ac2b658e-7ce1-44bb-9f9f-bf4198ceaa29" providerId="ADAL" clId="{2C20AFA6-DE58-4539-91F2-C57CA9EF57A0}" dt="2023-07-14T08:29:09.186" v="1648" actId="1076"/>
          <ac:grpSpMkLst>
            <pc:docMk/>
            <pc:sldMk cId="1216419970" sldId="1021"/>
            <ac:grpSpMk id="9" creationId="{8BB1F8C8-BC91-B488-DA2E-72A63A19C9C2}"/>
          </ac:grpSpMkLst>
        </pc:grpChg>
        <pc:grpChg chg="del">
          <ac:chgData name="Yeo Xiong Wei, Jonathan" userId="ac2b658e-7ce1-44bb-9f9f-bf4198ceaa29" providerId="ADAL" clId="{2C20AFA6-DE58-4539-91F2-C57CA9EF57A0}" dt="2023-07-14T08:20:27.161" v="1055" actId="478"/>
          <ac:grpSpMkLst>
            <pc:docMk/>
            <pc:sldMk cId="1216419970" sldId="1021"/>
            <ac:grpSpMk id="17" creationId="{F3F3A0EF-49DE-9248-3EA7-F66AACA9C907}"/>
          </ac:grpSpMkLst>
        </pc:grpChg>
        <pc:cxnChg chg="del">
          <ac:chgData name="Yeo Xiong Wei, Jonathan" userId="ac2b658e-7ce1-44bb-9f9f-bf4198ceaa29" providerId="ADAL" clId="{2C20AFA6-DE58-4539-91F2-C57CA9EF57A0}" dt="2023-07-14T08:20:27.161" v="1055" actId="478"/>
          <ac:cxnSpMkLst>
            <pc:docMk/>
            <pc:sldMk cId="1216419970" sldId="1021"/>
            <ac:cxnSpMk id="21" creationId="{2082261C-1CEC-3FD6-14A1-A441926420FA}"/>
          </ac:cxnSpMkLst>
        </pc:cxnChg>
        <pc:cxnChg chg="add mod">
          <ac:chgData name="Yeo Xiong Wei, Jonathan" userId="ac2b658e-7ce1-44bb-9f9f-bf4198ceaa29" providerId="ADAL" clId="{2C20AFA6-DE58-4539-91F2-C57CA9EF57A0}" dt="2023-07-14T08:29:09.186" v="1648" actId="1076"/>
          <ac:cxnSpMkLst>
            <pc:docMk/>
            <pc:sldMk cId="1216419970" sldId="1021"/>
            <ac:cxnSpMk id="28" creationId="{2AAB6617-7857-6F2E-F0F8-FC7E7F1FD828}"/>
          </ac:cxnSpMkLst>
        </pc:cxnChg>
      </pc:sldChg>
      <pc:sldChg chg="addSp delSp modSp add mod">
        <pc:chgData name="Yeo Xiong Wei, Jonathan" userId="ac2b658e-7ce1-44bb-9f9f-bf4198ceaa29" providerId="ADAL" clId="{2C20AFA6-DE58-4539-91F2-C57CA9EF57A0}" dt="2023-07-14T08:38:09.901" v="1918" actId="113"/>
        <pc:sldMkLst>
          <pc:docMk/>
          <pc:sldMk cId="1256208469" sldId="1022"/>
        </pc:sldMkLst>
        <pc:spChg chg="del">
          <ac:chgData name="Yeo Xiong Wei, Jonathan" userId="ac2b658e-7ce1-44bb-9f9f-bf4198ceaa29" providerId="ADAL" clId="{2C20AFA6-DE58-4539-91F2-C57CA9EF57A0}" dt="2023-07-14T08:36:16.680" v="1804" actId="478"/>
          <ac:spMkLst>
            <pc:docMk/>
            <pc:sldMk cId="1256208469" sldId="1022"/>
            <ac:spMk id="3" creationId="{0F74A7C4-DB0A-E29E-400F-365FE177D3BC}"/>
          </ac:spMkLst>
        </pc:spChg>
        <pc:spChg chg="add del mod">
          <ac:chgData name="Yeo Xiong Wei, Jonathan" userId="ac2b658e-7ce1-44bb-9f9f-bf4198ceaa29" providerId="ADAL" clId="{2C20AFA6-DE58-4539-91F2-C57CA9EF57A0}" dt="2023-07-14T08:37:40.181" v="1873" actId="478"/>
          <ac:spMkLst>
            <pc:docMk/>
            <pc:sldMk cId="1256208469" sldId="1022"/>
            <ac:spMk id="4" creationId="{751538D7-3A70-2065-9826-9A05C90024F4}"/>
          </ac:spMkLst>
        </pc:spChg>
        <pc:spChg chg="del">
          <ac:chgData name="Yeo Xiong Wei, Jonathan" userId="ac2b658e-7ce1-44bb-9f9f-bf4198ceaa29" providerId="ADAL" clId="{2C20AFA6-DE58-4539-91F2-C57CA9EF57A0}" dt="2023-07-14T08:36:16.680" v="1804" actId="478"/>
          <ac:spMkLst>
            <pc:docMk/>
            <pc:sldMk cId="1256208469" sldId="1022"/>
            <ac:spMk id="27" creationId="{7F011C0C-DE2C-482E-5C5F-446AB858207E}"/>
          </ac:spMkLst>
        </pc:spChg>
        <pc:spChg chg="del">
          <ac:chgData name="Yeo Xiong Wei, Jonathan" userId="ac2b658e-7ce1-44bb-9f9f-bf4198ceaa29" providerId="ADAL" clId="{2C20AFA6-DE58-4539-91F2-C57CA9EF57A0}" dt="2023-07-14T08:36:16.680" v="1804" actId="478"/>
          <ac:spMkLst>
            <pc:docMk/>
            <pc:sldMk cId="1256208469" sldId="1022"/>
            <ac:spMk id="29" creationId="{68C52313-0D7E-3DB7-9A68-C6E4B9D86843}"/>
          </ac:spMkLst>
        </pc:spChg>
        <pc:spChg chg="del">
          <ac:chgData name="Yeo Xiong Wei, Jonathan" userId="ac2b658e-7ce1-44bb-9f9f-bf4198ceaa29" providerId="ADAL" clId="{2C20AFA6-DE58-4539-91F2-C57CA9EF57A0}" dt="2023-07-14T08:36:16.680" v="1804" actId="478"/>
          <ac:spMkLst>
            <pc:docMk/>
            <pc:sldMk cId="1256208469" sldId="1022"/>
            <ac:spMk id="31" creationId="{A3C7C130-7DC7-684F-0F04-FD3B9F37B19A}"/>
          </ac:spMkLst>
        </pc:spChg>
        <pc:spChg chg="mod">
          <ac:chgData name="Yeo Xiong Wei, Jonathan" userId="ac2b658e-7ce1-44bb-9f9f-bf4198ceaa29" providerId="ADAL" clId="{2C20AFA6-DE58-4539-91F2-C57CA9EF57A0}" dt="2023-07-14T08:38:09.901" v="1918" actId="113"/>
          <ac:spMkLst>
            <pc:docMk/>
            <pc:sldMk cId="1256208469" sldId="1022"/>
            <ac:spMk id="63490" creationId="{00000000-0000-0000-0000-000000000000}"/>
          </ac:spMkLst>
        </pc:spChg>
        <pc:grpChg chg="del">
          <ac:chgData name="Yeo Xiong Wei, Jonathan" userId="ac2b658e-7ce1-44bb-9f9f-bf4198ceaa29" providerId="ADAL" clId="{2C20AFA6-DE58-4539-91F2-C57CA9EF57A0}" dt="2023-07-14T08:36:18.104" v="1805" actId="478"/>
          <ac:grpSpMkLst>
            <pc:docMk/>
            <pc:sldMk cId="1256208469" sldId="1022"/>
            <ac:grpSpMk id="9" creationId="{8BB1F8C8-BC91-B488-DA2E-72A63A19C9C2}"/>
          </ac:grpSpMkLst>
        </pc:grpChg>
        <pc:cxnChg chg="del">
          <ac:chgData name="Yeo Xiong Wei, Jonathan" userId="ac2b658e-7ce1-44bb-9f9f-bf4198ceaa29" providerId="ADAL" clId="{2C20AFA6-DE58-4539-91F2-C57CA9EF57A0}" dt="2023-07-14T08:36:16.680" v="1804" actId="478"/>
          <ac:cxnSpMkLst>
            <pc:docMk/>
            <pc:sldMk cId="1256208469" sldId="1022"/>
            <ac:cxnSpMk id="28" creationId="{2AAB6617-7857-6F2E-F0F8-FC7E7F1FD828}"/>
          </ac:cxnSpMkLst>
        </pc:cxnChg>
      </pc:sldChg>
      <pc:sldChg chg="modSp add mod modAnim">
        <pc:chgData name="Yeo Xiong Wei, Jonathan" userId="ac2b658e-7ce1-44bb-9f9f-bf4198ceaa29" providerId="ADAL" clId="{2C20AFA6-DE58-4539-91F2-C57CA9EF57A0}" dt="2023-07-14T08:59:31.208" v="2732" actId="5793"/>
        <pc:sldMkLst>
          <pc:docMk/>
          <pc:sldMk cId="3253673609" sldId="1023"/>
        </pc:sldMkLst>
        <pc:spChg chg="mod">
          <ac:chgData name="Yeo Xiong Wei, Jonathan" userId="ac2b658e-7ce1-44bb-9f9f-bf4198ceaa29" providerId="ADAL" clId="{2C20AFA6-DE58-4539-91F2-C57CA9EF57A0}" dt="2023-07-14T08:59:31.208" v="2732" actId="5793"/>
          <ac:spMkLst>
            <pc:docMk/>
            <pc:sldMk cId="3253673609" sldId="1023"/>
            <ac:spMk id="63490" creationId="{00000000-0000-0000-0000-000000000000}"/>
          </ac:spMkLst>
        </pc:spChg>
      </pc:sldChg>
      <pc:sldChg chg="modSp add mod">
        <pc:chgData name="Yeo Xiong Wei, Jonathan" userId="ac2b658e-7ce1-44bb-9f9f-bf4198ceaa29" providerId="ADAL" clId="{2C20AFA6-DE58-4539-91F2-C57CA9EF57A0}" dt="2023-07-14T08:54:30.527" v="2508" actId="20577"/>
        <pc:sldMkLst>
          <pc:docMk/>
          <pc:sldMk cId="786517645" sldId="1024"/>
        </pc:sldMkLst>
        <pc:spChg chg="mod">
          <ac:chgData name="Yeo Xiong Wei, Jonathan" userId="ac2b658e-7ce1-44bb-9f9f-bf4198ceaa29" providerId="ADAL" clId="{2C20AFA6-DE58-4539-91F2-C57CA9EF57A0}" dt="2023-07-14T08:54:30.527" v="2508" actId="20577"/>
          <ac:spMkLst>
            <pc:docMk/>
            <pc:sldMk cId="786517645" sldId="1024"/>
            <ac:spMk id="2" creationId="{EAE8B178-01C8-4DCD-B46E-160FEEC9F757}"/>
          </ac:spMkLst>
        </pc:spChg>
      </pc:sldChg>
      <pc:sldChg chg="modSp add del mod">
        <pc:chgData name="Yeo Xiong Wei, Jonathan" userId="ac2b658e-7ce1-44bb-9f9f-bf4198ceaa29" providerId="ADAL" clId="{2C20AFA6-DE58-4539-91F2-C57CA9EF57A0}" dt="2023-07-14T09:09:35.516" v="2904" actId="47"/>
        <pc:sldMkLst>
          <pc:docMk/>
          <pc:sldMk cId="3998154665" sldId="1025"/>
        </pc:sldMkLst>
        <pc:spChg chg="mod">
          <ac:chgData name="Yeo Xiong Wei, Jonathan" userId="ac2b658e-7ce1-44bb-9f9f-bf4198ceaa29" providerId="ADAL" clId="{2C20AFA6-DE58-4539-91F2-C57CA9EF57A0}" dt="2023-07-14T09:08:24.739" v="2903" actId="20577"/>
          <ac:spMkLst>
            <pc:docMk/>
            <pc:sldMk cId="3998154665" sldId="1025"/>
            <ac:spMk id="2" creationId="{EAE8B178-01C8-4DCD-B46E-160FEEC9F757}"/>
          </ac:spMkLst>
        </pc:spChg>
      </pc:sldChg>
    </pc:docChg>
  </pc:docChgLst>
  <pc:docChgLst>
    <pc:chgData name="Yeo Xiong Wei, Jonathan" userId="ac2b658e-7ce1-44bb-9f9f-bf4198ceaa29" providerId="ADAL" clId="{72DB2213-F0B7-4E24-9904-5464B503C12E}"/>
    <pc:docChg chg="undo custSel modSld">
      <pc:chgData name="Yeo Xiong Wei, Jonathan" userId="ac2b658e-7ce1-44bb-9f9f-bf4198ceaa29" providerId="ADAL" clId="{72DB2213-F0B7-4E24-9904-5464B503C12E}" dt="2024-10-16T10:52:13.864" v="769" actId="20577"/>
      <pc:docMkLst>
        <pc:docMk/>
      </pc:docMkLst>
      <pc:sldChg chg="modSp">
        <pc:chgData name="Yeo Xiong Wei, Jonathan" userId="ac2b658e-7ce1-44bb-9f9f-bf4198ceaa29" providerId="ADAL" clId="{72DB2213-F0B7-4E24-9904-5464B503C12E}" dt="2024-10-16T09:55:40.008" v="47" actId="113"/>
        <pc:sldMkLst>
          <pc:docMk/>
          <pc:sldMk cId="1062100081" sldId="301"/>
        </pc:sldMkLst>
        <pc:spChg chg="mod">
          <ac:chgData name="Yeo Xiong Wei, Jonathan" userId="ac2b658e-7ce1-44bb-9f9f-bf4198ceaa29" providerId="ADAL" clId="{72DB2213-F0B7-4E24-9904-5464B503C12E}" dt="2024-10-16T09:55:40.008" v="47" actId="113"/>
          <ac:spMkLst>
            <pc:docMk/>
            <pc:sldMk cId="1062100081" sldId="301"/>
            <ac:spMk id="30722" creationId="{00000000-0000-0000-0000-000000000000}"/>
          </ac:spMkLst>
        </pc:spChg>
      </pc:sldChg>
      <pc:sldChg chg="addSp modSp mod">
        <pc:chgData name="Yeo Xiong Wei, Jonathan" userId="ac2b658e-7ce1-44bb-9f9f-bf4198ceaa29" providerId="ADAL" clId="{72DB2213-F0B7-4E24-9904-5464B503C12E}" dt="2024-10-16T09:57:51.349" v="101"/>
        <pc:sldMkLst>
          <pc:docMk/>
          <pc:sldMk cId="2736786001" sldId="303"/>
        </pc:sldMkLst>
        <pc:grpChg chg="add mod">
          <ac:chgData name="Yeo Xiong Wei, Jonathan" userId="ac2b658e-7ce1-44bb-9f9f-bf4198ceaa29" providerId="ADAL" clId="{72DB2213-F0B7-4E24-9904-5464B503C12E}" dt="2024-10-16T09:57:29.480" v="95"/>
          <ac:grpSpMkLst>
            <pc:docMk/>
            <pc:sldMk cId="2736786001" sldId="303"/>
            <ac:grpSpMk id="2" creationId="{7B57DE81-6BCA-8492-AC4B-7183A95A7544}"/>
          </ac:grpSpMkLst>
        </pc:grpChg>
        <pc:grpChg chg="mod">
          <ac:chgData name="Yeo Xiong Wei, Jonathan" userId="ac2b658e-7ce1-44bb-9f9f-bf4198ceaa29" providerId="ADAL" clId="{72DB2213-F0B7-4E24-9904-5464B503C12E}" dt="2024-10-16T09:57:29.480" v="95"/>
          <ac:grpSpMkLst>
            <pc:docMk/>
            <pc:sldMk cId="2736786001" sldId="303"/>
            <ac:grpSpMk id="3" creationId="{9F27AC68-B4AB-EA56-E2E4-91E10295755F}"/>
          </ac:grpSpMkLst>
        </pc:grpChg>
        <pc:grpChg chg="mod">
          <ac:chgData name="Yeo Xiong Wei, Jonathan" userId="ac2b658e-7ce1-44bb-9f9f-bf4198ceaa29" providerId="ADAL" clId="{72DB2213-F0B7-4E24-9904-5464B503C12E}" dt="2024-10-16T09:57:29.480" v="95"/>
          <ac:grpSpMkLst>
            <pc:docMk/>
            <pc:sldMk cId="2736786001" sldId="303"/>
            <ac:grpSpMk id="5" creationId="{EA8B7B87-DC15-5EE9-2360-86ED95CCA530}"/>
          </ac:grpSpMkLst>
        </pc:grpChg>
        <pc:grpChg chg="mod">
          <ac:chgData name="Yeo Xiong Wei, Jonathan" userId="ac2b658e-7ce1-44bb-9f9f-bf4198ceaa29" providerId="ADAL" clId="{72DB2213-F0B7-4E24-9904-5464B503C12E}" dt="2024-10-16T09:57:29.480" v="95"/>
          <ac:grpSpMkLst>
            <pc:docMk/>
            <pc:sldMk cId="2736786001" sldId="303"/>
            <ac:grpSpMk id="6" creationId="{0B1C8A54-662B-2763-A5AE-C286AB9045D9}"/>
          </ac:grpSpMkLst>
        </pc:grpChg>
        <pc:grpChg chg="mod">
          <ac:chgData name="Yeo Xiong Wei, Jonathan" userId="ac2b658e-7ce1-44bb-9f9f-bf4198ceaa29" providerId="ADAL" clId="{72DB2213-F0B7-4E24-9904-5464B503C12E}" dt="2024-10-16T09:57:29.480" v="95"/>
          <ac:grpSpMkLst>
            <pc:docMk/>
            <pc:sldMk cId="2736786001" sldId="303"/>
            <ac:grpSpMk id="7" creationId="{8673F83A-0F5B-47C9-9614-962785D6B177}"/>
          </ac:grpSpMkLst>
        </pc:grpChg>
        <pc:grpChg chg="mod">
          <ac:chgData name="Yeo Xiong Wei, Jonathan" userId="ac2b658e-7ce1-44bb-9f9f-bf4198ceaa29" providerId="ADAL" clId="{72DB2213-F0B7-4E24-9904-5464B503C12E}" dt="2024-10-16T09:57:29.480" v="95"/>
          <ac:grpSpMkLst>
            <pc:docMk/>
            <pc:sldMk cId="2736786001" sldId="303"/>
            <ac:grpSpMk id="8" creationId="{87E763BC-2103-D58E-E139-DFE12144567F}"/>
          </ac:grpSpMkLst>
        </pc:grpChg>
        <pc:grpChg chg="mod">
          <ac:chgData name="Yeo Xiong Wei, Jonathan" userId="ac2b658e-7ce1-44bb-9f9f-bf4198ceaa29" providerId="ADAL" clId="{72DB2213-F0B7-4E24-9904-5464B503C12E}" dt="2024-10-16T09:57:29.480" v="95"/>
          <ac:grpSpMkLst>
            <pc:docMk/>
            <pc:sldMk cId="2736786001" sldId="303"/>
            <ac:grpSpMk id="9" creationId="{657C136B-FB67-9AC4-5548-218DE3F59938}"/>
          </ac:grpSpMkLst>
        </pc:grpChg>
        <pc:grpChg chg="mod">
          <ac:chgData name="Yeo Xiong Wei, Jonathan" userId="ac2b658e-7ce1-44bb-9f9f-bf4198ceaa29" providerId="ADAL" clId="{72DB2213-F0B7-4E24-9904-5464B503C12E}" dt="2024-10-16T09:57:29.480" v="95"/>
          <ac:grpSpMkLst>
            <pc:docMk/>
            <pc:sldMk cId="2736786001" sldId="303"/>
            <ac:grpSpMk id="10" creationId="{9D51A6C2-C5D3-62C5-F7C1-70FBA5F7C4CC}"/>
          </ac:grpSpMkLst>
        </pc:grpChg>
        <pc:grpChg chg="mod">
          <ac:chgData name="Yeo Xiong Wei, Jonathan" userId="ac2b658e-7ce1-44bb-9f9f-bf4198ceaa29" providerId="ADAL" clId="{72DB2213-F0B7-4E24-9904-5464B503C12E}" dt="2024-10-16T09:57:29.480" v="95"/>
          <ac:grpSpMkLst>
            <pc:docMk/>
            <pc:sldMk cId="2736786001" sldId="303"/>
            <ac:grpSpMk id="11" creationId="{61C13DEE-0086-E787-C54E-2053313AA845}"/>
          </ac:grpSpMkLst>
        </pc:grpChg>
        <pc:grpChg chg="mod">
          <ac:chgData name="Yeo Xiong Wei, Jonathan" userId="ac2b658e-7ce1-44bb-9f9f-bf4198ceaa29" providerId="ADAL" clId="{72DB2213-F0B7-4E24-9904-5464B503C12E}" dt="2024-10-16T09:57:29.480" v="95"/>
          <ac:grpSpMkLst>
            <pc:docMk/>
            <pc:sldMk cId="2736786001" sldId="303"/>
            <ac:grpSpMk id="12" creationId="{7824C152-8DFC-7AE4-D20F-CBCE7C965944}"/>
          </ac:grpSpMkLst>
        </pc:grpChg>
        <pc:picChg chg="mod">
          <ac:chgData name="Yeo Xiong Wei, Jonathan" userId="ac2b658e-7ce1-44bb-9f9f-bf4198ceaa29" providerId="ADAL" clId="{72DB2213-F0B7-4E24-9904-5464B503C12E}" dt="2024-10-16T09:57:29.480" v="95"/>
          <ac:picMkLst>
            <pc:docMk/>
            <pc:sldMk cId="2736786001" sldId="303"/>
            <ac:picMk id="13" creationId="{94CA73CC-F962-A752-B2F5-20C3AF616139}"/>
          </ac:picMkLst>
        </pc:picChg>
        <pc:picChg chg="mod">
          <ac:chgData name="Yeo Xiong Wei, Jonathan" userId="ac2b658e-7ce1-44bb-9f9f-bf4198ceaa29" providerId="ADAL" clId="{72DB2213-F0B7-4E24-9904-5464B503C12E}" dt="2024-10-16T09:57:29.480" v="95"/>
          <ac:picMkLst>
            <pc:docMk/>
            <pc:sldMk cId="2736786001" sldId="303"/>
            <ac:picMk id="14" creationId="{2DBFA086-67BE-6A81-E41A-24C4FE24D628}"/>
          </ac:picMkLst>
        </pc:picChg>
        <pc:picChg chg="mod">
          <ac:chgData name="Yeo Xiong Wei, Jonathan" userId="ac2b658e-7ce1-44bb-9f9f-bf4198ceaa29" providerId="ADAL" clId="{72DB2213-F0B7-4E24-9904-5464B503C12E}" dt="2024-10-16T09:57:29.480" v="95"/>
          <ac:picMkLst>
            <pc:docMk/>
            <pc:sldMk cId="2736786001" sldId="303"/>
            <ac:picMk id="15" creationId="{D0CD906A-5198-5B01-C0C8-4EA28B4A7E21}"/>
          </ac:picMkLst>
        </pc:picChg>
        <pc:picChg chg="mod">
          <ac:chgData name="Yeo Xiong Wei, Jonathan" userId="ac2b658e-7ce1-44bb-9f9f-bf4198ceaa29" providerId="ADAL" clId="{72DB2213-F0B7-4E24-9904-5464B503C12E}" dt="2024-10-16T09:57:29.480" v="95"/>
          <ac:picMkLst>
            <pc:docMk/>
            <pc:sldMk cId="2736786001" sldId="303"/>
            <ac:picMk id="16" creationId="{CCCB5E14-481F-1EC8-986D-6125161DF859}"/>
          </ac:picMkLst>
        </pc:picChg>
        <pc:picChg chg="mod">
          <ac:chgData name="Yeo Xiong Wei, Jonathan" userId="ac2b658e-7ce1-44bb-9f9f-bf4198ceaa29" providerId="ADAL" clId="{72DB2213-F0B7-4E24-9904-5464B503C12E}" dt="2024-10-16T09:57:29.480" v="95"/>
          <ac:picMkLst>
            <pc:docMk/>
            <pc:sldMk cId="2736786001" sldId="303"/>
            <ac:picMk id="17" creationId="{64EBA43E-4867-3680-8E15-868147D02A6A}"/>
          </ac:picMkLst>
        </pc:picChg>
        <pc:picChg chg="mod">
          <ac:chgData name="Yeo Xiong Wei, Jonathan" userId="ac2b658e-7ce1-44bb-9f9f-bf4198ceaa29" providerId="ADAL" clId="{72DB2213-F0B7-4E24-9904-5464B503C12E}" dt="2024-10-16T09:57:29.480" v="95"/>
          <ac:picMkLst>
            <pc:docMk/>
            <pc:sldMk cId="2736786001" sldId="303"/>
            <ac:picMk id="18" creationId="{2C29B62B-752A-E87B-0DC3-171247CECFD8}"/>
          </ac:picMkLst>
        </pc:picChg>
        <pc:picChg chg="mod">
          <ac:chgData name="Yeo Xiong Wei, Jonathan" userId="ac2b658e-7ce1-44bb-9f9f-bf4198ceaa29" providerId="ADAL" clId="{72DB2213-F0B7-4E24-9904-5464B503C12E}" dt="2024-10-16T09:57:29.480" v="95"/>
          <ac:picMkLst>
            <pc:docMk/>
            <pc:sldMk cId="2736786001" sldId="303"/>
            <ac:picMk id="19" creationId="{DFC6EF58-1BA0-1180-2F12-3BFC008360DF}"/>
          </ac:picMkLst>
        </pc:picChg>
        <pc:picChg chg="mod">
          <ac:chgData name="Yeo Xiong Wei, Jonathan" userId="ac2b658e-7ce1-44bb-9f9f-bf4198ceaa29" providerId="ADAL" clId="{72DB2213-F0B7-4E24-9904-5464B503C12E}" dt="2024-10-16T09:57:29.480" v="95"/>
          <ac:picMkLst>
            <pc:docMk/>
            <pc:sldMk cId="2736786001" sldId="303"/>
            <ac:picMk id="20" creationId="{B128D92F-644C-106E-5B71-A25030444149}"/>
          </ac:picMkLst>
        </pc:picChg>
        <pc:picChg chg="mod">
          <ac:chgData name="Yeo Xiong Wei, Jonathan" userId="ac2b658e-7ce1-44bb-9f9f-bf4198ceaa29" providerId="ADAL" clId="{72DB2213-F0B7-4E24-9904-5464B503C12E}" dt="2024-10-16T09:57:29.480" v="95"/>
          <ac:picMkLst>
            <pc:docMk/>
            <pc:sldMk cId="2736786001" sldId="303"/>
            <ac:picMk id="21" creationId="{6B835B13-E318-206D-62F1-1B1BAF3DD3DA}"/>
          </ac:picMkLst>
        </pc:picChg>
        <pc:picChg chg="mod">
          <ac:chgData name="Yeo Xiong Wei, Jonathan" userId="ac2b658e-7ce1-44bb-9f9f-bf4198ceaa29" providerId="ADAL" clId="{72DB2213-F0B7-4E24-9904-5464B503C12E}" dt="2024-10-16T09:57:29.480" v="95"/>
          <ac:picMkLst>
            <pc:docMk/>
            <pc:sldMk cId="2736786001" sldId="303"/>
            <ac:picMk id="22" creationId="{8A665A2A-353B-1F4E-B169-960A52AE81E6}"/>
          </ac:picMkLst>
        </pc:picChg>
        <pc:picChg chg="mod">
          <ac:chgData name="Yeo Xiong Wei, Jonathan" userId="ac2b658e-7ce1-44bb-9f9f-bf4198ceaa29" providerId="ADAL" clId="{72DB2213-F0B7-4E24-9904-5464B503C12E}" dt="2024-10-16T09:57:29.480" v="95"/>
          <ac:picMkLst>
            <pc:docMk/>
            <pc:sldMk cId="2736786001" sldId="303"/>
            <ac:picMk id="23" creationId="{02D89F57-2BB1-1376-52CB-FC0424E815EB}"/>
          </ac:picMkLst>
        </pc:picChg>
        <pc:picChg chg="mod">
          <ac:chgData name="Yeo Xiong Wei, Jonathan" userId="ac2b658e-7ce1-44bb-9f9f-bf4198ceaa29" providerId="ADAL" clId="{72DB2213-F0B7-4E24-9904-5464B503C12E}" dt="2024-10-16T09:57:29.480" v="95"/>
          <ac:picMkLst>
            <pc:docMk/>
            <pc:sldMk cId="2736786001" sldId="303"/>
            <ac:picMk id="24" creationId="{979C870B-B5FF-7A61-0403-75ACFE8965E6}"/>
          </ac:picMkLst>
        </pc:picChg>
        <pc:picChg chg="mod">
          <ac:chgData name="Yeo Xiong Wei, Jonathan" userId="ac2b658e-7ce1-44bb-9f9f-bf4198ceaa29" providerId="ADAL" clId="{72DB2213-F0B7-4E24-9904-5464B503C12E}" dt="2024-10-16T09:57:29.480" v="95"/>
          <ac:picMkLst>
            <pc:docMk/>
            <pc:sldMk cId="2736786001" sldId="303"/>
            <ac:picMk id="25" creationId="{C86D56AD-A3CF-B056-7C04-793F7CF78B44}"/>
          </ac:picMkLst>
        </pc:picChg>
        <pc:picChg chg="mod">
          <ac:chgData name="Yeo Xiong Wei, Jonathan" userId="ac2b658e-7ce1-44bb-9f9f-bf4198ceaa29" providerId="ADAL" clId="{72DB2213-F0B7-4E24-9904-5464B503C12E}" dt="2024-10-16T09:57:29.480" v="95"/>
          <ac:picMkLst>
            <pc:docMk/>
            <pc:sldMk cId="2736786001" sldId="303"/>
            <ac:picMk id="26" creationId="{44647D94-8150-9B2B-EAE1-D708CE0993FB}"/>
          </ac:picMkLst>
        </pc:picChg>
        <pc:picChg chg="mod">
          <ac:chgData name="Yeo Xiong Wei, Jonathan" userId="ac2b658e-7ce1-44bb-9f9f-bf4198ceaa29" providerId="ADAL" clId="{72DB2213-F0B7-4E24-9904-5464B503C12E}" dt="2024-10-16T09:57:29.480" v="95"/>
          <ac:picMkLst>
            <pc:docMk/>
            <pc:sldMk cId="2736786001" sldId="303"/>
            <ac:picMk id="27" creationId="{C3B27466-0300-B929-873A-46E71422D781}"/>
          </ac:picMkLst>
        </pc:picChg>
        <pc:picChg chg="mod">
          <ac:chgData name="Yeo Xiong Wei, Jonathan" userId="ac2b658e-7ce1-44bb-9f9f-bf4198ceaa29" providerId="ADAL" clId="{72DB2213-F0B7-4E24-9904-5464B503C12E}" dt="2024-10-16T09:57:29.480" v="95"/>
          <ac:picMkLst>
            <pc:docMk/>
            <pc:sldMk cId="2736786001" sldId="303"/>
            <ac:picMk id="28" creationId="{19931D35-BAA6-E56F-A68D-9CD6805803F9}"/>
          </ac:picMkLst>
        </pc:picChg>
        <pc:picChg chg="mod">
          <ac:chgData name="Yeo Xiong Wei, Jonathan" userId="ac2b658e-7ce1-44bb-9f9f-bf4198ceaa29" providerId="ADAL" clId="{72DB2213-F0B7-4E24-9904-5464B503C12E}" dt="2024-10-16T09:57:29.480" v="95"/>
          <ac:picMkLst>
            <pc:docMk/>
            <pc:sldMk cId="2736786001" sldId="303"/>
            <ac:picMk id="29" creationId="{CA5E2543-95A6-AA0D-F79F-327364AA6AF6}"/>
          </ac:picMkLst>
        </pc:picChg>
        <pc:picChg chg="mod">
          <ac:chgData name="Yeo Xiong Wei, Jonathan" userId="ac2b658e-7ce1-44bb-9f9f-bf4198ceaa29" providerId="ADAL" clId="{72DB2213-F0B7-4E24-9904-5464B503C12E}" dt="2024-10-16T09:57:29.480" v="95"/>
          <ac:picMkLst>
            <pc:docMk/>
            <pc:sldMk cId="2736786001" sldId="303"/>
            <ac:picMk id="30" creationId="{9D74CB84-25C4-98E1-739D-72A6C4BB9C0E}"/>
          </ac:picMkLst>
        </pc:picChg>
        <pc:picChg chg="add mod">
          <ac:chgData name="Yeo Xiong Wei, Jonathan" userId="ac2b658e-7ce1-44bb-9f9f-bf4198ceaa29" providerId="ADAL" clId="{72DB2213-F0B7-4E24-9904-5464B503C12E}" dt="2024-10-16T09:57:46.985" v="100" actId="1076"/>
          <ac:picMkLst>
            <pc:docMk/>
            <pc:sldMk cId="2736786001" sldId="303"/>
            <ac:picMk id="31" creationId="{79D4721A-058D-8839-E420-8BF37B6DEE9B}"/>
          </ac:picMkLst>
        </pc:picChg>
        <pc:picChg chg="add mod">
          <ac:chgData name="Yeo Xiong Wei, Jonathan" userId="ac2b658e-7ce1-44bb-9f9f-bf4198ceaa29" providerId="ADAL" clId="{72DB2213-F0B7-4E24-9904-5464B503C12E}" dt="2024-10-16T09:57:51.349" v="101"/>
          <ac:picMkLst>
            <pc:docMk/>
            <pc:sldMk cId="2736786001" sldId="303"/>
            <ac:picMk id="32" creationId="{A8A203B6-CB5A-851B-D436-09CEA4D5C947}"/>
          </ac:picMkLst>
        </pc:picChg>
      </pc:sldChg>
      <pc:sldChg chg="addSp modSp">
        <pc:chgData name="Yeo Xiong Wei, Jonathan" userId="ac2b658e-7ce1-44bb-9f9f-bf4198ceaa29" providerId="ADAL" clId="{72DB2213-F0B7-4E24-9904-5464B503C12E}" dt="2024-10-16T09:59:36.294" v="106" actId="207"/>
        <pc:sldMkLst>
          <pc:docMk/>
          <pc:sldMk cId="3920119451" sldId="332"/>
        </pc:sldMkLst>
        <pc:spChg chg="mod">
          <ac:chgData name="Yeo Xiong Wei, Jonathan" userId="ac2b658e-7ce1-44bb-9f9f-bf4198ceaa29" providerId="ADAL" clId="{72DB2213-F0B7-4E24-9904-5464B503C12E}" dt="2024-10-16T09:59:36.294" v="106" actId="207"/>
          <ac:spMkLst>
            <pc:docMk/>
            <pc:sldMk cId="3920119451" sldId="332"/>
            <ac:spMk id="62466" creationId="{00000000-0000-0000-0000-000000000000}"/>
          </ac:spMkLst>
        </pc:spChg>
        <pc:picChg chg="add mod">
          <ac:chgData name="Yeo Xiong Wei, Jonathan" userId="ac2b658e-7ce1-44bb-9f9f-bf4198ceaa29" providerId="ADAL" clId="{72DB2213-F0B7-4E24-9904-5464B503C12E}" dt="2024-10-16T09:59:17.272" v="103"/>
          <ac:picMkLst>
            <pc:docMk/>
            <pc:sldMk cId="3920119451" sldId="332"/>
            <ac:picMk id="2" creationId="{B3DA0FD4-2381-463B-E5F3-266A9B9DD90E}"/>
          </ac:picMkLst>
        </pc:picChg>
      </pc:sldChg>
      <pc:sldChg chg="modNotesTx">
        <pc:chgData name="Yeo Xiong Wei, Jonathan" userId="ac2b658e-7ce1-44bb-9f9f-bf4198ceaa29" providerId="ADAL" clId="{72DB2213-F0B7-4E24-9904-5464B503C12E}" dt="2024-10-16T10:37:31.459" v="186" actId="20577"/>
        <pc:sldMkLst>
          <pc:docMk/>
          <pc:sldMk cId="434201001" sldId="338"/>
        </pc:sldMkLst>
      </pc:sldChg>
      <pc:sldChg chg="modSp mod">
        <pc:chgData name="Yeo Xiong Wei, Jonathan" userId="ac2b658e-7ce1-44bb-9f9f-bf4198ceaa29" providerId="ADAL" clId="{72DB2213-F0B7-4E24-9904-5464B503C12E}" dt="2024-10-16T10:38:13.851" v="187" actId="14100"/>
        <pc:sldMkLst>
          <pc:docMk/>
          <pc:sldMk cId="1748669557" sldId="341"/>
        </pc:sldMkLst>
        <pc:spChg chg="mod">
          <ac:chgData name="Yeo Xiong Wei, Jonathan" userId="ac2b658e-7ce1-44bb-9f9f-bf4198ceaa29" providerId="ADAL" clId="{72DB2213-F0B7-4E24-9904-5464B503C12E}" dt="2024-10-16T10:38:13.851" v="187" actId="14100"/>
          <ac:spMkLst>
            <pc:docMk/>
            <pc:sldMk cId="1748669557" sldId="341"/>
            <ac:spMk id="71682" creationId="{00000000-0000-0000-0000-000000000000}"/>
          </ac:spMkLst>
        </pc:spChg>
      </pc:sldChg>
      <pc:sldChg chg="modSp mod">
        <pc:chgData name="Yeo Xiong Wei, Jonathan" userId="ac2b658e-7ce1-44bb-9f9f-bf4198ceaa29" providerId="ADAL" clId="{72DB2213-F0B7-4E24-9904-5464B503C12E}" dt="2024-10-16T09:55:12.862" v="45" actId="20577"/>
        <pc:sldMkLst>
          <pc:docMk/>
          <pc:sldMk cId="4146181364" sldId="415"/>
        </pc:sldMkLst>
        <pc:spChg chg="mod">
          <ac:chgData name="Yeo Xiong Wei, Jonathan" userId="ac2b658e-7ce1-44bb-9f9f-bf4198ceaa29" providerId="ADAL" clId="{72DB2213-F0B7-4E24-9904-5464B503C12E}" dt="2024-10-16T09:55:12.862" v="45" actId="20577"/>
          <ac:spMkLst>
            <pc:docMk/>
            <pc:sldMk cId="4146181364" sldId="415"/>
            <ac:spMk id="3" creationId="{CDF4B2E5-1CF0-4D19-AFAA-E09B13AE7CF3}"/>
          </ac:spMkLst>
        </pc:spChg>
      </pc:sldChg>
      <pc:sldChg chg="modSp">
        <pc:chgData name="Yeo Xiong Wei, Jonathan" userId="ac2b658e-7ce1-44bb-9f9f-bf4198ceaa29" providerId="ADAL" clId="{72DB2213-F0B7-4E24-9904-5464B503C12E}" dt="2024-10-16T09:53:58.248" v="33" actId="20577"/>
        <pc:sldMkLst>
          <pc:docMk/>
          <pc:sldMk cId="609857261" sldId="448"/>
        </pc:sldMkLst>
        <pc:spChg chg="mod">
          <ac:chgData name="Yeo Xiong Wei, Jonathan" userId="ac2b658e-7ce1-44bb-9f9f-bf4198ceaa29" providerId="ADAL" clId="{72DB2213-F0B7-4E24-9904-5464B503C12E}" dt="2024-10-16T09:53:58.248" v="33" actId="20577"/>
          <ac:spMkLst>
            <pc:docMk/>
            <pc:sldMk cId="609857261" sldId="448"/>
            <ac:spMk id="26626" creationId="{00000000-0000-0000-0000-000000000000}"/>
          </ac:spMkLst>
        </pc:spChg>
      </pc:sldChg>
      <pc:sldChg chg="addSp modSp">
        <pc:chgData name="Yeo Xiong Wei, Jonathan" userId="ac2b658e-7ce1-44bb-9f9f-bf4198ceaa29" providerId="ADAL" clId="{72DB2213-F0B7-4E24-9904-5464B503C12E}" dt="2024-10-16T09:58:12.547" v="102"/>
        <pc:sldMkLst>
          <pc:docMk/>
          <pc:sldMk cId="2766970164" sldId="988"/>
        </pc:sldMkLst>
        <pc:picChg chg="add mod">
          <ac:chgData name="Yeo Xiong Wei, Jonathan" userId="ac2b658e-7ce1-44bb-9f9f-bf4198ceaa29" providerId="ADAL" clId="{72DB2213-F0B7-4E24-9904-5464B503C12E}" dt="2024-10-16T09:58:12.547" v="102"/>
          <ac:picMkLst>
            <pc:docMk/>
            <pc:sldMk cId="2766970164" sldId="988"/>
            <ac:picMk id="2" creationId="{80357E0B-AFD7-35DA-0808-8E17345EE288}"/>
          </ac:picMkLst>
        </pc:picChg>
      </pc:sldChg>
      <pc:sldChg chg="modSp mod">
        <pc:chgData name="Yeo Xiong Wei, Jonathan" userId="ac2b658e-7ce1-44bb-9f9f-bf4198ceaa29" providerId="ADAL" clId="{72DB2213-F0B7-4E24-9904-5464B503C12E}" dt="2024-10-16T09:56:28.781" v="77" actId="20577"/>
        <pc:sldMkLst>
          <pc:docMk/>
          <pc:sldMk cId="3488352532" sldId="989"/>
        </pc:sldMkLst>
        <pc:spChg chg="mod">
          <ac:chgData name="Yeo Xiong Wei, Jonathan" userId="ac2b658e-7ce1-44bb-9f9f-bf4198ceaa29" providerId="ADAL" clId="{72DB2213-F0B7-4E24-9904-5464B503C12E}" dt="2024-10-16T09:56:28.781" v="77" actId="20577"/>
          <ac:spMkLst>
            <pc:docMk/>
            <pc:sldMk cId="3488352532" sldId="989"/>
            <ac:spMk id="32770" creationId="{00000000-0000-0000-0000-000000000000}"/>
          </ac:spMkLst>
        </pc:spChg>
      </pc:sldChg>
      <pc:sldChg chg="modSp mod">
        <pc:chgData name="Yeo Xiong Wei, Jonathan" userId="ac2b658e-7ce1-44bb-9f9f-bf4198ceaa29" providerId="ADAL" clId="{72DB2213-F0B7-4E24-9904-5464B503C12E}" dt="2024-10-16T10:38:24.502" v="188" actId="14100"/>
        <pc:sldMkLst>
          <pc:docMk/>
          <pc:sldMk cId="264684988" sldId="993"/>
        </pc:sldMkLst>
        <pc:spChg chg="mod">
          <ac:chgData name="Yeo Xiong Wei, Jonathan" userId="ac2b658e-7ce1-44bb-9f9f-bf4198ceaa29" providerId="ADAL" clId="{72DB2213-F0B7-4E24-9904-5464B503C12E}" dt="2024-10-16T10:38:24.502" v="188" actId="14100"/>
          <ac:spMkLst>
            <pc:docMk/>
            <pc:sldMk cId="264684988" sldId="993"/>
            <ac:spMk id="71682" creationId="{00000000-0000-0000-0000-000000000000}"/>
          </ac:spMkLst>
        </pc:spChg>
      </pc:sldChg>
      <pc:sldChg chg="modSp">
        <pc:chgData name="Yeo Xiong Wei, Jonathan" userId="ac2b658e-7ce1-44bb-9f9f-bf4198ceaa29" providerId="ADAL" clId="{72DB2213-F0B7-4E24-9904-5464B503C12E}" dt="2024-10-16T10:45:30.250" v="192" actId="14"/>
        <pc:sldMkLst>
          <pc:docMk/>
          <pc:sldMk cId="1584622828" sldId="995"/>
        </pc:sldMkLst>
        <pc:spChg chg="mod">
          <ac:chgData name="Yeo Xiong Wei, Jonathan" userId="ac2b658e-7ce1-44bb-9f9f-bf4198ceaa29" providerId="ADAL" clId="{72DB2213-F0B7-4E24-9904-5464B503C12E}" dt="2024-10-16T10:45:30.250" v="192" actId="14"/>
          <ac:spMkLst>
            <pc:docMk/>
            <pc:sldMk cId="1584622828" sldId="995"/>
            <ac:spMk id="3" creationId="{780CA398-51BD-B63F-9970-3D3E6F641301}"/>
          </ac:spMkLst>
        </pc:spChg>
      </pc:sldChg>
      <pc:sldChg chg="modSp mod">
        <pc:chgData name="Yeo Xiong Wei, Jonathan" userId="ac2b658e-7ce1-44bb-9f9f-bf4198ceaa29" providerId="ADAL" clId="{72DB2213-F0B7-4E24-9904-5464B503C12E}" dt="2024-10-16T09:57:17.698" v="94" actId="20577"/>
        <pc:sldMkLst>
          <pc:docMk/>
          <pc:sldMk cId="933616862" sldId="998"/>
        </pc:sldMkLst>
        <pc:spChg chg="mod">
          <ac:chgData name="Yeo Xiong Wei, Jonathan" userId="ac2b658e-7ce1-44bb-9f9f-bf4198ceaa29" providerId="ADAL" clId="{72DB2213-F0B7-4E24-9904-5464B503C12E}" dt="2024-10-16T09:57:17.698" v="94" actId="20577"/>
          <ac:spMkLst>
            <pc:docMk/>
            <pc:sldMk cId="933616862" sldId="998"/>
            <ac:spMk id="30722" creationId="{00000000-0000-0000-0000-000000000000}"/>
          </ac:spMkLst>
        </pc:spChg>
      </pc:sldChg>
      <pc:sldChg chg="modSp mod">
        <pc:chgData name="Yeo Xiong Wei, Jonathan" userId="ac2b658e-7ce1-44bb-9f9f-bf4198ceaa29" providerId="ADAL" clId="{72DB2213-F0B7-4E24-9904-5464B503C12E}" dt="2024-10-16T10:52:13.864" v="769" actId="20577"/>
        <pc:sldMkLst>
          <pc:docMk/>
          <pc:sldMk cId="4288377880" sldId="1000"/>
        </pc:sldMkLst>
        <pc:spChg chg="mod">
          <ac:chgData name="Yeo Xiong Wei, Jonathan" userId="ac2b658e-7ce1-44bb-9f9f-bf4198ceaa29" providerId="ADAL" clId="{72DB2213-F0B7-4E24-9904-5464B503C12E}" dt="2024-10-16T10:48:49.500" v="298" actId="20577"/>
          <ac:spMkLst>
            <pc:docMk/>
            <pc:sldMk cId="4288377880" sldId="1000"/>
            <ac:spMk id="62465" creationId="{00000000-0000-0000-0000-000000000000}"/>
          </ac:spMkLst>
        </pc:spChg>
        <pc:spChg chg="mod">
          <ac:chgData name="Yeo Xiong Wei, Jonathan" userId="ac2b658e-7ce1-44bb-9f9f-bf4198ceaa29" providerId="ADAL" clId="{72DB2213-F0B7-4E24-9904-5464B503C12E}" dt="2024-10-16T10:52:13.864" v="769" actId="20577"/>
          <ac:spMkLst>
            <pc:docMk/>
            <pc:sldMk cId="4288377880" sldId="1000"/>
            <ac:spMk id="62466" creationId="{00000000-0000-0000-0000-000000000000}"/>
          </ac:spMkLst>
        </pc:spChg>
      </pc:sldChg>
      <pc:sldChg chg="modSp mod">
        <pc:chgData name="Yeo Xiong Wei, Jonathan" userId="ac2b658e-7ce1-44bb-9f9f-bf4198ceaa29" providerId="ADAL" clId="{72DB2213-F0B7-4E24-9904-5464B503C12E}" dt="2024-10-16T10:49:01.118" v="306" actId="113"/>
        <pc:sldMkLst>
          <pc:docMk/>
          <pc:sldMk cId="2882623215" sldId="1011"/>
        </pc:sldMkLst>
        <pc:spChg chg="mod">
          <ac:chgData name="Yeo Xiong Wei, Jonathan" userId="ac2b658e-7ce1-44bb-9f9f-bf4198ceaa29" providerId="ADAL" clId="{72DB2213-F0B7-4E24-9904-5464B503C12E}" dt="2024-10-16T10:49:01.118" v="306" actId="113"/>
          <ac:spMkLst>
            <pc:docMk/>
            <pc:sldMk cId="2882623215" sldId="1011"/>
            <ac:spMk id="3" creationId="{D195060D-B1A5-D17B-DB0B-CBF6A0833656}"/>
          </ac:spMkLst>
        </pc:spChg>
      </pc:sldChg>
      <pc:sldChg chg="modSp mod">
        <pc:chgData name="Yeo Xiong Wei, Jonathan" userId="ac2b658e-7ce1-44bb-9f9f-bf4198ceaa29" providerId="ADAL" clId="{72DB2213-F0B7-4E24-9904-5464B503C12E}" dt="2024-10-16T09:59:54.597" v="107" actId="115"/>
        <pc:sldMkLst>
          <pc:docMk/>
          <pc:sldMk cId="1216419970" sldId="1021"/>
        </pc:sldMkLst>
        <pc:spChg chg="mod">
          <ac:chgData name="Yeo Xiong Wei, Jonathan" userId="ac2b658e-7ce1-44bb-9f9f-bf4198ceaa29" providerId="ADAL" clId="{72DB2213-F0B7-4E24-9904-5464B503C12E}" dt="2024-10-16T09:59:54.597" v="107" actId="115"/>
          <ac:spMkLst>
            <pc:docMk/>
            <pc:sldMk cId="1216419970" sldId="1021"/>
            <ac:spMk id="63490" creationId="{00000000-0000-0000-0000-000000000000}"/>
          </ac:spMkLst>
        </pc:spChg>
      </pc:sldChg>
      <pc:sldChg chg="modSp">
        <pc:chgData name="Yeo Xiong Wei, Jonathan" userId="ac2b658e-7ce1-44bb-9f9f-bf4198ceaa29" providerId="ADAL" clId="{72DB2213-F0B7-4E24-9904-5464B503C12E}" dt="2024-10-16T10:34:42.390" v="113" actId="20577"/>
        <pc:sldMkLst>
          <pc:docMk/>
          <pc:sldMk cId="1256208469" sldId="1022"/>
        </pc:sldMkLst>
        <pc:spChg chg="mod">
          <ac:chgData name="Yeo Xiong Wei, Jonathan" userId="ac2b658e-7ce1-44bb-9f9f-bf4198ceaa29" providerId="ADAL" clId="{72DB2213-F0B7-4E24-9904-5464B503C12E}" dt="2024-10-16T10:34:42.390" v="113" actId="20577"/>
          <ac:spMkLst>
            <pc:docMk/>
            <pc:sldMk cId="1256208469" sldId="1022"/>
            <ac:spMk id="63490" creationId="{00000000-0000-0000-0000-000000000000}"/>
          </ac:spMkLst>
        </pc:spChg>
      </pc:sldChg>
      <pc:sldChg chg="modAnim modNotesTx">
        <pc:chgData name="Yeo Xiong Wei, Jonathan" userId="ac2b658e-7ce1-44bb-9f9f-bf4198ceaa29" providerId="ADAL" clId="{72DB2213-F0B7-4E24-9904-5464B503C12E}" dt="2024-10-16T10:48:26.237" v="261" actId="20577"/>
        <pc:sldMkLst>
          <pc:docMk/>
          <pc:sldMk cId="3253673609" sldId="1023"/>
        </pc:sldMkLst>
      </pc:sldChg>
    </pc:docChg>
  </pc:docChgLst>
  <pc:docChgLst>
    <pc:chgData name="Yeo Xiong Wei, Jonathan" userId="ac2b658e-7ce1-44bb-9f9f-bf4198ceaa29" providerId="ADAL" clId="{A6DC975B-09FE-4028-9F00-6998FD9280D0}"/>
    <pc:docChg chg="undo custSel addSld delSld modSld">
      <pc:chgData name="Yeo Xiong Wei, Jonathan" userId="ac2b658e-7ce1-44bb-9f9f-bf4198ceaa29" providerId="ADAL" clId="{A6DC975B-09FE-4028-9F00-6998FD9280D0}" dt="2023-11-17T12:55:13.302" v="15" actId="14100"/>
      <pc:docMkLst>
        <pc:docMk/>
      </pc:docMkLst>
      <pc:sldChg chg="modSp mod">
        <pc:chgData name="Yeo Xiong Wei, Jonathan" userId="ac2b658e-7ce1-44bb-9f9f-bf4198ceaa29" providerId="ADAL" clId="{A6DC975B-09FE-4028-9F00-6998FD9280D0}" dt="2023-11-17T12:55:13.302" v="15" actId="14100"/>
        <pc:sldMkLst>
          <pc:docMk/>
          <pc:sldMk cId="1216419970" sldId="1021"/>
        </pc:sldMkLst>
        <pc:spChg chg="mod">
          <ac:chgData name="Yeo Xiong Wei, Jonathan" userId="ac2b658e-7ce1-44bb-9f9f-bf4198ceaa29" providerId="ADAL" clId="{A6DC975B-09FE-4028-9F00-6998FD9280D0}" dt="2023-11-17T12:55:13.302" v="15" actId="14100"/>
          <ac:spMkLst>
            <pc:docMk/>
            <pc:sldMk cId="1216419970" sldId="1021"/>
            <ac:spMk id="2" creationId="{9E07EBBA-1F23-9F9F-7BDF-A72D750369B6}"/>
          </ac:spMkLst>
        </pc:spChg>
      </pc:sldChg>
      <pc:sldChg chg="new del">
        <pc:chgData name="Yeo Xiong Wei, Jonathan" userId="ac2b658e-7ce1-44bb-9f9f-bf4198ceaa29" providerId="ADAL" clId="{A6DC975B-09FE-4028-9F00-6998FD9280D0}" dt="2023-11-17T12:54:20.796" v="1" actId="680"/>
        <pc:sldMkLst>
          <pc:docMk/>
          <pc:sldMk cId="4029695788" sldId="1025"/>
        </pc:sldMkLst>
      </pc:sldChg>
    </pc:docChg>
  </pc:docChgLst>
  <pc:docChgLst>
    <pc:chgData name="#ZHANG XIAOJIE#" userId="S::xiaojie001@e.ntu.edu.sg::ee6d79db-cd4d-4b68-b274-d745f7f107f3" providerId="AD" clId="Web-{586245F5-1151-7828-D6F2-88E48B570287}"/>
    <pc:docChg chg="modSld">
      <pc:chgData name="#ZHANG XIAOJIE#" userId="S::xiaojie001@e.ntu.edu.sg::ee6d79db-cd4d-4b68-b274-d745f7f107f3" providerId="AD" clId="Web-{586245F5-1151-7828-D6F2-88E48B570287}" dt="2023-10-20T13:27:00.020" v="6" actId="20577"/>
      <pc:docMkLst>
        <pc:docMk/>
      </pc:docMkLst>
      <pc:sldChg chg="modSp">
        <pc:chgData name="#ZHANG XIAOJIE#" userId="S::xiaojie001@e.ntu.edu.sg::ee6d79db-cd4d-4b68-b274-d745f7f107f3" providerId="AD" clId="Web-{586245F5-1151-7828-D6F2-88E48B570287}" dt="2023-10-20T13:27:00.020" v="6" actId="20577"/>
        <pc:sldMkLst>
          <pc:docMk/>
          <pc:sldMk cId="4075477710" sldId="992"/>
        </pc:sldMkLst>
        <pc:spChg chg="mod">
          <ac:chgData name="#ZHANG XIAOJIE#" userId="S::xiaojie001@e.ntu.edu.sg::ee6d79db-cd4d-4b68-b274-d745f7f107f3" providerId="AD" clId="Web-{586245F5-1151-7828-D6F2-88E48B570287}" dt="2023-10-20T13:27:00.020" v="6" actId="20577"/>
          <ac:spMkLst>
            <pc:docMk/>
            <pc:sldMk cId="4075477710" sldId="992"/>
            <ac:spMk id="2" creationId="{EAE8B178-01C8-4DCD-B46E-160FEEC9F757}"/>
          </ac:spMkLst>
        </pc:spChg>
      </pc:sldChg>
    </pc:docChg>
  </pc:docChgLst>
  <pc:docChgLst>
    <pc:chgData name="Yeo Xiong Wei, Jonathan" userId="ac2b658e-7ce1-44bb-9f9f-bf4198ceaa29" providerId="ADAL" clId="{EFA059AD-E4FB-4BBC-A551-DB0E2B0ABC21}"/>
    <pc:docChg chg="undo custSel modSld">
      <pc:chgData name="Yeo Xiong Wei, Jonathan" userId="ac2b658e-7ce1-44bb-9f9f-bf4198ceaa29" providerId="ADAL" clId="{EFA059AD-E4FB-4BBC-A551-DB0E2B0ABC21}" dt="2022-10-21T15:44:06.543" v="70" actId="207"/>
      <pc:docMkLst>
        <pc:docMk/>
      </pc:docMkLst>
      <pc:sldChg chg="addSp modSp mod">
        <pc:chgData name="Yeo Xiong Wei, Jonathan" userId="ac2b658e-7ce1-44bb-9f9f-bf4198ceaa29" providerId="ADAL" clId="{EFA059AD-E4FB-4BBC-A551-DB0E2B0ABC21}" dt="2022-10-21T15:43:43.673" v="64" actId="207"/>
        <pc:sldMkLst>
          <pc:docMk/>
          <pc:sldMk cId="111974515" sldId="334"/>
        </pc:sldMkLst>
        <pc:spChg chg="add mod">
          <ac:chgData name="Yeo Xiong Wei, Jonathan" userId="ac2b658e-7ce1-44bb-9f9f-bf4198ceaa29" providerId="ADAL" clId="{EFA059AD-E4FB-4BBC-A551-DB0E2B0ABC21}" dt="2022-10-21T15:43:43.673" v="64" actId="207"/>
          <ac:spMkLst>
            <pc:docMk/>
            <pc:sldMk cId="111974515" sldId="334"/>
            <ac:spMk id="5" creationId="{9E42E815-E3E4-608B-951F-6A3D18326BE3}"/>
          </ac:spMkLst>
        </pc:spChg>
      </pc:sldChg>
      <pc:sldChg chg="addSp modSp mod">
        <pc:chgData name="Yeo Xiong Wei, Jonathan" userId="ac2b658e-7ce1-44bb-9f9f-bf4198ceaa29" providerId="ADAL" clId="{EFA059AD-E4FB-4BBC-A551-DB0E2B0ABC21}" dt="2022-10-21T15:43:46.586" v="65" actId="207"/>
        <pc:sldMkLst>
          <pc:docMk/>
          <pc:sldMk cId="1849850092" sldId="335"/>
        </pc:sldMkLst>
        <pc:spChg chg="add mod">
          <ac:chgData name="Yeo Xiong Wei, Jonathan" userId="ac2b658e-7ce1-44bb-9f9f-bf4198ceaa29" providerId="ADAL" clId="{EFA059AD-E4FB-4BBC-A551-DB0E2B0ABC21}" dt="2022-10-21T15:43:46.586" v="65" actId="207"/>
          <ac:spMkLst>
            <pc:docMk/>
            <pc:sldMk cId="1849850092" sldId="335"/>
            <ac:spMk id="3" creationId="{13376A49-F309-CD50-58D5-DF709D5B6437}"/>
          </ac:spMkLst>
        </pc:spChg>
      </pc:sldChg>
      <pc:sldChg chg="addSp modSp mod">
        <pc:chgData name="Yeo Xiong Wei, Jonathan" userId="ac2b658e-7ce1-44bb-9f9f-bf4198ceaa29" providerId="ADAL" clId="{EFA059AD-E4FB-4BBC-A551-DB0E2B0ABC21}" dt="2022-10-21T15:43:50.664" v="66" actId="207"/>
        <pc:sldMkLst>
          <pc:docMk/>
          <pc:sldMk cId="434201001" sldId="338"/>
        </pc:sldMkLst>
        <pc:spChg chg="add mod">
          <ac:chgData name="Yeo Xiong Wei, Jonathan" userId="ac2b658e-7ce1-44bb-9f9f-bf4198ceaa29" providerId="ADAL" clId="{EFA059AD-E4FB-4BBC-A551-DB0E2B0ABC21}" dt="2022-10-21T15:37:33.166" v="31" actId="1076"/>
          <ac:spMkLst>
            <pc:docMk/>
            <pc:sldMk cId="434201001" sldId="338"/>
            <ac:spMk id="3" creationId="{FAEA540A-7CEB-A6E9-73FE-056A9D5A2082}"/>
          </ac:spMkLst>
        </pc:spChg>
        <pc:spChg chg="add mod">
          <ac:chgData name="Yeo Xiong Wei, Jonathan" userId="ac2b658e-7ce1-44bb-9f9f-bf4198ceaa29" providerId="ADAL" clId="{EFA059AD-E4FB-4BBC-A551-DB0E2B0ABC21}" dt="2022-10-21T15:43:50.664" v="66" actId="207"/>
          <ac:spMkLst>
            <pc:docMk/>
            <pc:sldMk cId="434201001" sldId="338"/>
            <ac:spMk id="4" creationId="{BFB7AFFF-AF42-6290-B231-48F7D10A860D}"/>
          </ac:spMkLst>
        </pc:spChg>
        <pc:spChg chg="add mod">
          <ac:chgData name="Yeo Xiong Wei, Jonathan" userId="ac2b658e-7ce1-44bb-9f9f-bf4198ceaa29" providerId="ADAL" clId="{EFA059AD-E4FB-4BBC-A551-DB0E2B0ABC21}" dt="2022-10-21T15:38:30.458" v="47" actId="404"/>
          <ac:spMkLst>
            <pc:docMk/>
            <pc:sldMk cId="434201001" sldId="338"/>
            <ac:spMk id="6" creationId="{A1E7F499-E094-55F9-8769-677B39F47E21}"/>
          </ac:spMkLst>
        </pc:spChg>
      </pc:sldChg>
      <pc:sldChg chg="addSp delSp modSp mod">
        <pc:chgData name="Yeo Xiong Wei, Jonathan" userId="ac2b658e-7ce1-44bb-9f9f-bf4198ceaa29" providerId="ADAL" clId="{EFA059AD-E4FB-4BBC-A551-DB0E2B0ABC21}" dt="2022-10-21T15:43:54.288" v="67" actId="207"/>
        <pc:sldMkLst>
          <pc:docMk/>
          <pc:sldMk cId="1748669557" sldId="341"/>
        </pc:sldMkLst>
        <pc:spChg chg="add del mod">
          <ac:chgData name="Yeo Xiong Wei, Jonathan" userId="ac2b658e-7ce1-44bb-9f9f-bf4198ceaa29" providerId="ADAL" clId="{EFA059AD-E4FB-4BBC-A551-DB0E2B0ABC21}" dt="2022-10-21T15:37:36.201" v="33"/>
          <ac:spMkLst>
            <pc:docMk/>
            <pc:sldMk cId="1748669557" sldId="341"/>
            <ac:spMk id="3" creationId="{75B9EF15-2841-6FEB-332D-9D0A83801F80}"/>
          </ac:spMkLst>
        </pc:spChg>
        <pc:spChg chg="add mod">
          <ac:chgData name="Yeo Xiong Wei, Jonathan" userId="ac2b658e-7ce1-44bb-9f9f-bf4198ceaa29" providerId="ADAL" clId="{EFA059AD-E4FB-4BBC-A551-DB0E2B0ABC21}" dt="2022-10-21T15:43:54.288" v="67" actId="207"/>
          <ac:spMkLst>
            <pc:docMk/>
            <pc:sldMk cId="1748669557" sldId="341"/>
            <ac:spMk id="4" creationId="{EC92ACC2-FDB1-7185-4702-9939907B9A04}"/>
          </ac:spMkLst>
        </pc:spChg>
        <pc:spChg chg="add del mod">
          <ac:chgData name="Yeo Xiong Wei, Jonathan" userId="ac2b658e-7ce1-44bb-9f9f-bf4198ceaa29" providerId="ADAL" clId="{EFA059AD-E4FB-4BBC-A551-DB0E2B0ABC21}" dt="2022-10-21T15:38:35.432" v="49"/>
          <ac:spMkLst>
            <pc:docMk/>
            <pc:sldMk cId="1748669557" sldId="341"/>
            <ac:spMk id="6" creationId="{E90E6F64-B481-F8CA-B2AD-B6B26FEAAF88}"/>
          </ac:spMkLst>
        </pc:spChg>
      </pc:sldChg>
      <pc:sldChg chg="addSp modSp mod">
        <pc:chgData name="Yeo Xiong Wei, Jonathan" userId="ac2b658e-7ce1-44bb-9f9f-bf4198ceaa29" providerId="ADAL" clId="{EFA059AD-E4FB-4BBC-A551-DB0E2B0ABC21}" dt="2022-10-21T15:44:02.641" v="69" actId="207"/>
        <pc:sldMkLst>
          <pc:docMk/>
          <pc:sldMk cId="2761039419" sldId="345"/>
        </pc:sldMkLst>
        <pc:spChg chg="mod">
          <ac:chgData name="Yeo Xiong Wei, Jonathan" userId="ac2b658e-7ce1-44bb-9f9f-bf4198ceaa29" providerId="ADAL" clId="{EFA059AD-E4FB-4BBC-A551-DB0E2B0ABC21}" dt="2022-10-21T15:38:49.089" v="53" actId="403"/>
          <ac:spMkLst>
            <pc:docMk/>
            <pc:sldMk cId="2761039419" sldId="345"/>
            <ac:spMk id="2" creationId="{00000000-0000-0000-0000-000000000000}"/>
          </ac:spMkLst>
        </pc:spChg>
        <pc:spChg chg="add mod">
          <ac:chgData name="Yeo Xiong Wei, Jonathan" userId="ac2b658e-7ce1-44bb-9f9f-bf4198ceaa29" providerId="ADAL" clId="{EFA059AD-E4FB-4BBC-A551-DB0E2B0ABC21}" dt="2022-10-21T15:44:02.641" v="69" actId="207"/>
          <ac:spMkLst>
            <pc:docMk/>
            <pc:sldMk cId="2761039419" sldId="345"/>
            <ac:spMk id="3" creationId="{5E600CE9-8C09-7347-2837-F3B03B337EF1}"/>
          </ac:spMkLst>
        </pc:spChg>
        <pc:spChg chg="add mod">
          <ac:chgData name="Yeo Xiong Wei, Jonathan" userId="ac2b658e-7ce1-44bb-9f9f-bf4198ceaa29" providerId="ADAL" clId="{EFA059AD-E4FB-4BBC-A551-DB0E2B0ABC21}" dt="2022-10-21T15:38:58.892" v="59" actId="14100"/>
          <ac:spMkLst>
            <pc:docMk/>
            <pc:sldMk cId="2761039419" sldId="345"/>
            <ac:spMk id="4" creationId="{AE54B7F1-DBEA-01F7-07F3-2151CCADB7C0}"/>
          </ac:spMkLst>
        </pc:spChg>
        <pc:spChg chg="mod">
          <ac:chgData name="Yeo Xiong Wei, Jonathan" userId="ac2b658e-7ce1-44bb-9f9f-bf4198ceaa29" providerId="ADAL" clId="{EFA059AD-E4FB-4BBC-A551-DB0E2B0ABC21}" dt="2022-10-21T15:38:49.089" v="53" actId="403"/>
          <ac:spMkLst>
            <pc:docMk/>
            <pc:sldMk cId="2761039419" sldId="345"/>
            <ac:spMk id="75777" creationId="{00000000-0000-0000-0000-000000000000}"/>
          </ac:spMkLst>
        </pc:spChg>
        <pc:spChg chg="mod">
          <ac:chgData name="Yeo Xiong Wei, Jonathan" userId="ac2b658e-7ce1-44bb-9f9f-bf4198ceaa29" providerId="ADAL" clId="{EFA059AD-E4FB-4BBC-A551-DB0E2B0ABC21}" dt="2022-10-21T15:38:49.089" v="53" actId="403"/>
          <ac:spMkLst>
            <pc:docMk/>
            <pc:sldMk cId="2761039419" sldId="345"/>
            <ac:spMk id="75778" creationId="{00000000-0000-0000-0000-000000000000}"/>
          </ac:spMkLst>
        </pc:spChg>
        <pc:picChg chg="mod">
          <ac:chgData name="Yeo Xiong Wei, Jonathan" userId="ac2b658e-7ce1-44bb-9f9f-bf4198ceaa29" providerId="ADAL" clId="{EFA059AD-E4FB-4BBC-A551-DB0E2B0ABC21}" dt="2022-10-21T15:38:49.089" v="53" actId="403"/>
          <ac:picMkLst>
            <pc:docMk/>
            <pc:sldMk cId="2761039419" sldId="345"/>
            <ac:picMk id="5" creationId="{9A6ECEF0-EE14-4799-A38D-7C5984E31E30}"/>
          </ac:picMkLst>
        </pc:picChg>
      </pc:sldChg>
      <pc:sldChg chg="addSp delSp modSp mod setBg">
        <pc:chgData name="Yeo Xiong Wei, Jonathan" userId="ac2b658e-7ce1-44bb-9f9f-bf4198ceaa29" providerId="ADAL" clId="{EFA059AD-E4FB-4BBC-A551-DB0E2B0ABC21}" dt="2022-10-16T01:38:24.628" v="13" actId="26606"/>
        <pc:sldMkLst>
          <pc:docMk/>
          <pc:sldMk cId="4146181364" sldId="415"/>
        </pc:sldMkLst>
        <pc:spChg chg="mod">
          <ac:chgData name="Yeo Xiong Wei, Jonathan" userId="ac2b658e-7ce1-44bb-9f9f-bf4198ceaa29" providerId="ADAL" clId="{EFA059AD-E4FB-4BBC-A551-DB0E2B0ABC21}" dt="2022-10-16T01:38:24.628" v="13" actId="26606"/>
          <ac:spMkLst>
            <pc:docMk/>
            <pc:sldMk cId="4146181364" sldId="415"/>
            <ac:spMk id="2" creationId="{141545B8-14FC-4EE7-BE64-CA386A90E219}"/>
          </ac:spMkLst>
        </pc:spChg>
        <pc:spChg chg="mod">
          <ac:chgData name="Yeo Xiong Wei, Jonathan" userId="ac2b658e-7ce1-44bb-9f9f-bf4198ceaa29" providerId="ADAL" clId="{EFA059AD-E4FB-4BBC-A551-DB0E2B0ABC21}" dt="2022-10-16T01:38:24.628" v="13" actId="26606"/>
          <ac:spMkLst>
            <pc:docMk/>
            <pc:sldMk cId="4146181364" sldId="415"/>
            <ac:spMk id="3" creationId="{CDF4B2E5-1CF0-4D19-AFAA-E09B13AE7CF3}"/>
          </ac:spMkLst>
        </pc:spChg>
        <pc:spChg chg="mod ord">
          <ac:chgData name="Yeo Xiong Wei, Jonathan" userId="ac2b658e-7ce1-44bb-9f9f-bf4198ceaa29" providerId="ADAL" clId="{EFA059AD-E4FB-4BBC-A551-DB0E2B0ABC21}" dt="2022-10-16T01:38:24.628" v="13" actId="26606"/>
          <ac:spMkLst>
            <pc:docMk/>
            <pc:sldMk cId="4146181364" sldId="415"/>
            <ac:spMk id="4" creationId="{A6BC3355-C584-4C8F-8ACB-4168C3A67146}"/>
          </ac:spMkLst>
        </pc:spChg>
        <pc:picChg chg="add mod">
          <ac:chgData name="Yeo Xiong Wei, Jonathan" userId="ac2b658e-7ce1-44bb-9f9f-bf4198ceaa29" providerId="ADAL" clId="{EFA059AD-E4FB-4BBC-A551-DB0E2B0ABC21}" dt="2022-10-16T01:38:24.628" v="13" actId="26606"/>
          <ac:picMkLst>
            <pc:docMk/>
            <pc:sldMk cId="4146181364" sldId="415"/>
            <ac:picMk id="5" creationId="{64AD149A-80D7-895C-4892-334A18822CEA}"/>
          </ac:picMkLst>
        </pc:picChg>
        <pc:cxnChg chg="add del">
          <ac:chgData name="Yeo Xiong Wei, Jonathan" userId="ac2b658e-7ce1-44bb-9f9f-bf4198ceaa29" providerId="ADAL" clId="{EFA059AD-E4FB-4BBC-A551-DB0E2B0ABC21}" dt="2022-10-16T01:38:24.628" v="13" actId="26606"/>
          <ac:cxnSpMkLst>
            <pc:docMk/>
            <pc:sldMk cId="4146181364" sldId="415"/>
            <ac:cxnSpMk id="10" creationId="{A7F400EE-A8A5-48AF-B4D6-291B52C6F0B0}"/>
          </ac:cxnSpMkLst>
        </pc:cxnChg>
      </pc:sldChg>
      <pc:sldChg chg="addSp modSp mod">
        <pc:chgData name="Yeo Xiong Wei, Jonathan" userId="ac2b658e-7ce1-44bb-9f9f-bf4198ceaa29" providerId="ADAL" clId="{EFA059AD-E4FB-4BBC-A551-DB0E2B0ABC21}" dt="2022-10-21T15:43:57.619" v="68" actId="207"/>
        <pc:sldMkLst>
          <pc:docMk/>
          <pc:sldMk cId="264684988" sldId="993"/>
        </pc:sldMkLst>
        <pc:spChg chg="add mod">
          <ac:chgData name="Yeo Xiong Wei, Jonathan" userId="ac2b658e-7ce1-44bb-9f9f-bf4198ceaa29" providerId="ADAL" clId="{EFA059AD-E4FB-4BBC-A551-DB0E2B0ABC21}" dt="2022-10-21T15:43:57.619" v="68" actId="207"/>
          <ac:spMkLst>
            <pc:docMk/>
            <pc:sldMk cId="264684988" sldId="993"/>
            <ac:spMk id="3" creationId="{9DE873D7-863F-E1C8-1DDD-DE60303A4EED}"/>
          </ac:spMkLst>
        </pc:spChg>
      </pc:sldChg>
      <pc:sldChg chg="addSp modSp mod">
        <pc:chgData name="Yeo Xiong Wei, Jonathan" userId="ac2b658e-7ce1-44bb-9f9f-bf4198ceaa29" providerId="ADAL" clId="{EFA059AD-E4FB-4BBC-A551-DB0E2B0ABC21}" dt="2022-10-21T15:44:06.543" v="70" actId="207"/>
        <pc:sldMkLst>
          <pc:docMk/>
          <pc:sldMk cId="1681545386" sldId="994"/>
        </pc:sldMkLst>
        <pc:spChg chg="add mod">
          <ac:chgData name="Yeo Xiong Wei, Jonathan" userId="ac2b658e-7ce1-44bb-9f9f-bf4198ceaa29" providerId="ADAL" clId="{EFA059AD-E4FB-4BBC-A551-DB0E2B0ABC21}" dt="2022-10-21T15:44:06.543" v="70" actId="207"/>
          <ac:spMkLst>
            <pc:docMk/>
            <pc:sldMk cId="1681545386" sldId="994"/>
            <ac:spMk id="3" creationId="{A5975491-53AD-4431-3300-C864AA619982}"/>
          </ac:spMkLst>
        </pc:spChg>
        <pc:spChg chg="add mod">
          <ac:chgData name="Yeo Xiong Wei, Jonathan" userId="ac2b658e-7ce1-44bb-9f9f-bf4198ceaa29" providerId="ADAL" clId="{EFA059AD-E4FB-4BBC-A551-DB0E2B0ABC21}" dt="2022-10-21T15:39:15.293" v="63" actId="1076"/>
          <ac:spMkLst>
            <pc:docMk/>
            <pc:sldMk cId="1681545386" sldId="994"/>
            <ac:spMk id="4" creationId="{B045EACF-4CDE-BEBA-82D5-72DF783767B3}"/>
          </ac:spMkLst>
        </pc:spChg>
      </pc:sldChg>
      <pc:sldChg chg="addSp modSp mod">
        <pc:chgData name="Yeo Xiong Wei, Jonathan" userId="ac2b658e-7ce1-44bb-9f9f-bf4198ceaa29" providerId="ADAL" clId="{EFA059AD-E4FB-4BBC-A551-DB0E2B0ABC21}" dt="2022-10-16T01:38:16.009" v="10" actId="1076"/>
        <pc:sldMkLst>
          <pc:docMk/>
          <pc:sldMk cId="410549057" sldId="1019"/>
        </pc:sldMkLst>
        <pc:picChg chg="add mod">
          <ac:chgData name="Yeo Xiong Wei, Jonathan" userId="ac2b658e-7ce1-44bb-9f9f-bf4198ceaa29" providerId="ADAL" clId="{EFA059AD-E4FB-4BBC-A551-DB0E2B0ABC21}" dt="2022-10-16T01:38:16.009" v="10" actId="1076"/>
          <ac:picMkLst>
            <pc:docMk/>
            <pc:sldMk cId="410549057" sldId="1019"/>
            <ac:picMk id="7" creationId="{8E3DE683-4841-5C84-3150-B96AD92D258F}"/>
          </ac:picMkLst>
        </pc:picChg>
      </pc:sldChg>
    </pc:docChg>
  </pc:docChgLst>
  <pc:docChgLst>
    <pc:chgData name="Yeo Xiong Wei, Jonathan" userId="ac2b658e-7ce1-44bb-9f9f-bf4198ceaa29" providerId="ADAL" clId="{EC8605FF-1A62-4D44-8B44-620DC7D61693}"/>
    <pc:docChg chg="undo custSel delSld modSld">
      <pc:chgData name="Yeo Xiong Wei, Jonathan" userId="ac2b658e-7ce1-44bb-9f9f-bf4198ceaa29" providerId="ADAL" clId="{EC8605FF-1A62-4D44-8B44-620DC7D61693}" dt="2023-11-17T07:42:17.948" v="985" actId="20577"/>
      <pc:docMkLst>
        <pc:docMk/>
      </pc:docMkLst>
      <pc:sldChg chg="modSp modAnim">
        <pc:chgData name="Yeo Xiong Wei, Jonathan" userId="ac2b658e-7ce1-44bb-9f9f-bf4198ceaa29" providerId="ADAL" clId="{EC8605FF-1A62-4D44-8B44-620DC7D61693}" dt="2023-10-17T02:58:10.287" v="204" actId="207"/>
        <pc:sldMkLst>
          <pc:docMk/>
          <pc:sldMk cId="165549870" sldId="298"/>
        </pc:sldMkLst>
        <pc:spChg chg="mod">
          <ac:chgData name="Yeo Xiong Wei, Jonathan" userId="ac2b658e-7ce1-44bb-9f9f-bf4198ceaa29" providerId="ADAL" clId="{EC8605FF-1A62-4D44-8B44-620DC7D61693}" dt="2023-10-17T02:58:10.287" v="204" actId="207"/>
          <ac:spMkLst>
            <pc:docMk/>
            <pc:sldMk cId="165549870" sldId="298"/>
            <ac:spMk id="27650" creationId="{00000000-0000-0000-0000-000000000000}"/>
          </ac:spMkLst>
        </pc:spChg>
      </pc:sldChg>
      <pc:sldChg chg="modSp modAnim">
        <pc:chgData name="Yeo Xiong Wei, Jonathan" userId="ac2b658e-7ce1-44bb-9f9f-bf4198ceaa29" providerId="ADAL" clId="{EC8605FF-1A62-4D44-8B44-620DC7D61693}" dt="2023-10-17T02:58:19.885" v="205" actId="207"/>
        <pc:sldMkLst>
          <pc:docMk/>
          <pc:sldMk cId="663591570" sldId="299"/>
        </pc:sldMkLst>
        <pc:spChg chg="mod">
          <ac:chgData name="Yeo Xiong Wei, Jonathan" userId="ac2b658e-7ce1-44bb-9f9f-bf4198ceaa29" providerId="ADAL" clId="{EC8605FF-1A62-4D44-8B44-620DC7D61693}" dt="2023-10-17T02:58:19.885" v="205" actId="207"/>
          <ac:spMkLst>
            <pc:docMk/>
            <pc:sldMk cId="663591570" sldId="299"/>
            <ac:spMk id="28674" creationId="{00000000-0000-0000-0000-000000000000}"/>
          </ac:spMkLst>
        </pc:spChg>
      </pc:sldChg>
      <pc:sldChg chg="modSp modAnim">
        <pc:chgData name="Yeo Xiong Wei, Jonathan" userId="ac2b658e-7ce1-44bb-9f9f-bf4198ceaa29" providerId="ADAL" clId="{EC8605FF-1A62-4D44-8B44-620DC7D61693}" dt="2023-10-17T02:53:03.636" v="171" actId="6549"/>
        <pc:sldMkLst>
          <pc:docMk/>
          <pc:sldMk cId="1062100081" sldId="301"/>
        </pc:sldMkLst>
        <pc:spChg chg="mod">
          <ac:chgData name="Yeo Xiong Wei, Jonathan" userId="ac2b658e-7ce1-44bb-9f9f-bf4198ceaa29" providerId="ADAL" clId="{EC8605FF-1A62-4D44-8B44-620DC7D61693}" dt="2023-10-17T02:53:03.636" v="171" actId="6549"/>
          <ac:spMkLst>
            <pc:docMk/>
            <pc:sldMk cId="1062100081" sldId="301"/>
            <ac:spMk id="30722" creationId="{00000000-0000-0000-0000-000000000000}"/>
          </ac:spMkLst>
        </pc:spChg>
      </pc:sldChg>
      <pc:sldChg chg="modSp mod">
        <pc:chgData name="Yeo Xiong Wei, Jonathan" userId="ac2b658e-7ce1-44bb-9f9f-bf4198ceaa29" providerId="ADAL" clId="{EC8605FF-1A62-4D44-8B44-620DC7D61693}" dt="2023-10-17T02:53:10.814" v="172" actId="6549"/>
        <pc:sldMkLst>
          <pc:docMk/>
          <pc:sldMk cId="2736786001" sldId="303"/>
        </pc:sldMkLst>
        <pc:spChg chg="mod">
          <ac:chgData name="Yeo Xiong Wei, Jonathan" userId="ac2b658e-7ce1-44bb-9f9f-bf4198ceaa29" providerId="ADAL" clId="{EC8605FF-1A62-4D44-8B44-620DC7D61693}" dt="2023-10-17T02:53:10.814" v="172" actId="6549"/>
          <ac:spMkLst>
            <pc:docMk/>
            <pc:sldMk cId="2736786001" sldId="303"/>
            <ac:spMk id="32770" creationId="{00000000-0000-0000-0000-000000000000}"/>
          </ac:spMkLst>
        </pc:spChg>
      </pc:sldChg>
      <pc:sldChg chg="modSp mod modAnim">
        <pc:chgData name="Yeo Xiong Wei, Jonathan" userId="ac2b658e-7ce1-44bb-9f9f-bf4198ceaa29" providerId="ADAL" clId="{EC8605FF-1A62-4D44-8B44-620DC7D61693}" dt="2023-10-17T02:55:49.512" v="190"/>
        <pc:sldMkLst>
          <pc:docMk/>
          <pc:sldMk cId="3389499626" sldId="313"/>
        </pc:sldMkLst>
        <pc:spChg chg="mod">
          <ac:chgData name="Yeo Xiong Wei, Jonathan" userId="ac2b658e-7ce1-44bb-9f9f-bf4198ceaa29" providerId="ADAL" clId="{EC8605FF-1A62-4D44-8B44-620DC7D61693}" dt="2023-10-16T05:04:21.239" v="49" actId="20577"/>
          <ac:spMkLst>
            <pc:docMk/>
            <pc:sldMk cId="3389499626" sldId="313"/>
            <ac:spMk id="43009" creationId="{00000000-0000-0000-0000-000000000000}"/>
          </ac:spMkLst>
        </pc:spChg>
        <pc:spChg chg="mod">
          <ac:chgData name="Yeo Xiong Wei, Jonathan" userId="ac2b658e-7ce1-44bb-9f9f-bf4198ceaa29" providerId="ADAL" clId="{EC8605FF-1A62-4D44-8B44-620DC7D61693}" dt="2023-10-17T02:55:45.948" v="189" actId="6549"/>
          <ac:spMkLst>
            <pc:docMk/>
            <pc:sldMk cId="3389499626" sldId="313"/>
            <ac:spMk id="43010" creationId="{00000000-0000-0000-0000-000000000000}"/>
          </ac:spMkLst>
        </pc:spChg>
      </pc:sldChg>
      <pc:sldChg chg="modSp modAnim">
        <pc:chgData name="Yeo Xiong Wei, Jonathan" userId="ac2b658e-7ce1-44bb-9f9f-bf4198ceaa29" providerId="ADAL" clId="{EC8605FF-1A62-4D44-8B44-620DC7D61693}" dt="2023-10-17T02:58:34.497" v="207" actId="207"/>
        <pc:sldMkLst>
          <pc:docMk/>
          <pc:sldMk cId="1702885413" sldId="317"/>
        </pc:sldMkLst>
        <pc:spChg chg="mod">
          <ac:chgData name="Yeo Xiong Wei, Jonathan" userId="ac2b658e-7ce1-44bb-9f9f-bf4198ceaa29" providerId="ADAL" clId="{EC8605FF-1A62-4D44-8B44-620DC7D61693}" dt="2023-10-17T02:58:34.497" v="207" actId="207"/>
          <ac:spMkLst>
            <pc:docMk/>
            <pc:sldMk cId="1702885413" sldId="317"/>
            <ac:spMk id="47106" creationId="{00000000-0000-0000-0000-000000000000}"/>
          </ac:spMkLst>
        </pc:spChg>
      </pc:sldChg>
      <pc:sldChg chg="modSp del">
        <pc:chgData name="Yeo Xiong Wei, Jonathan" userId="ac2b658e-7ce1-44bb-9f9f-bf4198ceaa29" providerId="ADAL" clId="{EC8605FF-1A62-4D44-8B44-620DC7D61693}" dt="2023-10-30T01:53:35.479" v="970" actId="47"/>
        <pc:sldMkLst>
          <pc:docMk/>
          <pc:sldMk cId="3920119451" sldId="332"/>
        </pc:sldMkLst>
        <pc:spChg chg="mod">
          <ac:chgData name="Yeo Xiong Wei, Jonathan" userId="ac2b658e-7ce1-44bb-9f9f-bf4198ceaa29" providerId="ADAL" clId="{EC8605FF-1A62-4D44-8B44-620DC7D61693}" dt="2023-10-17T02:57:27.073" v="200" actId="113"/>
          <ac:spMkLst>
            <pc:docMk/>
            <pc:sldMk cId="3920119451" sldId="332"/>
            <ac:spMk id="62466" creationId="{00000000-0000-0000-0000-000000000000}"/>
          </ac:spMkLst>
        </pc:spChg>
      </pc:sldChg>
      <pc:sldChg chg="modNotesTx">
        <pc:chgData name="Yeo Xiong Wei, Jonathan" userId="ac2b658e-7ce1-44bb-9f9f-bf4198ceaa29" providerId="ADAL" clId="{EC8605FF-1A62-4D44-8B44-620DC7D61693}" dt="2023-10-22T03:22:46.142" v="968" actId="20577"/>
        <pc:sldMkLst>
          <pc:docMk/>
          <pc:sldMk cId="434201001" sldId="338"/>
        </pc:sldMkLst>
      </pc:sldChg>
      <pc:sldChg chg="modSp mod">
        <pc:chgData name="Yeo Xiong Wei, Jonathan" userId="ac2b658e-7ce1-44bb-9f9f-bf4198ceaa29" providerId="ADAL" clId="{EC8605FF-1A62-4D44-8B44-620DC7D61693}" dt="2023-10-17T03:33:28.389" v="215" actId="114"/>
        <pc:sldMkLst>
          <pc:docMk/>
          <pc:sldMk cId="2761039419" sldId="345"/>
        </pc:sldMkLst>
        <pc:spChg chg="mod">
          <ac:chgData name="Yeo Xiong Wei, Jonathan" userId="ac2b658e-7ce1-44bb-9f9f-bf4198ceaa29" providerId="ADAL" clId="{EC8605FF-1A62-4D44-8B44-620DC7D61693}" dt="2023-10-17T03:33:28.389" v="215" actId="114"/>
          <ac:spMkLst>
            <pc:docMk/>
            <pc:sldMk cId="2761039419" sldId="345"/>
            <ac:spMk id="75778" creationId="{00000000-0000-0000-0000-000000000000}"/>
          </ac:spMkLst>
        </pc:spChg>
      </pc:sldChg>
      <pc:sldChg chg="modSp">
        <pc:chgData name="Yeo Xiong Wei, Jonathan" userId="ac2b658e-7ce1-44bb-9f9f-bf4198ceaa29" providerId="ADAL" clId="{EC8605FF-1A62-4D44-8B44-620DC7D61693}" dt="2023-10-17T02:58:05.595" v="203" actId="207"/>
        <pc:sldMkLst>
          <pc:docMk/>
          <pc:sldMk cId="609857261" sldId="448"/>
        </pc:sldMkLst>
        <pc:spChg chg="mod">
          <ac:chgData name="Yeo Xiong Wei, Jonathan" userId="ac2b658e-7ce1-44bb-9f9f-bf4198ceaa29" providerId="ADAL" clId="{EC8605FF-1A62-4D44-8B44-620DC7D61693}" dt="2023-10-17T02:58:05.595" v="203" actId="207"/>
          <ac:spMkLst>
            <pc:docMk/>
            <pc:sldMk cId="609857261" sldId="448"/>
            <ac:spMk id="26626" creationId="{00000000-0000-0000-0000-000000000000}"/>
          </ac:spMkLst>
        </pc:spChg>
      </pc:sldChg>
      <pc:sldChg chg="modSp mod">
        <pc:chgData name="Yeo Xiong Wei, Jonathan" userId="ac2b658e-7ce1-44bb-9f9f-bf4198ceaa29" providerId="ADAL" clId="{EC8605FF-1A62-4D44-8B44-620DC7D61693}" dt="2023-10-17T02:53:16.417" v="173" actId="6549"/>
        <pc:sldMkLst>
          <pc:docMk/>
          <pc:sldMk cId="2766970164" sldId="988"/>
        </pc:sldMkLst>
        <pc:spChg chg="mod">
          <ac:chgData name="Yeo Xiong Wei, Jonathan" userId="ac2b658e-7ce1-44bb-9f9f-bf4198ceaa29" providerId="ADAL" clId="{EC8605FF-1A62-4D44-8B44-620DC7D61693}" dt="2023-10-17T02:53:16.417" v="173" actId="6549"/>
          <ac:spMkLst>
            <pc:docMk/>
            <pc:sldMk cId="2766970164" sldId="988"/>
            <ac:spMk id="32770" creationId="{00000000-0000-0000-0000-000000000000}"/>
          </ac:spMkLst>
        </pc:spChg>
      </pc:sldChg>
      <pc:sldChg chg="modSp mod modAnim">
        <pc:chgData name="Yeo Xiong Wei, Jonathan" userId="ac2b658e-7ce1-44bb-9f9f-bf4198ceaa29" providerId="ADAL" clId="{EC8605FF-1A62-4D44-8B44-620DC7D61693}" dt="2023-10-17T02:53:24.172" v="174"/>
        <pc:sldMkLst>
          <pc:docMk/>
          <pc:sldMk cId="3488352532" sldId="989"/>
        </pc:sldMkLst>
        <pc:spChg chg="mod">
          <ac:chgData name="Yeo Xiong Wei, Jonathan" userId="ac2b658e-7ce1-44bb-9f9f-bf4198ceaa29" providerId="ADAL" clId="{EC8605FF-1A62-4D44-8B44-620DC7D61693}" dt="2023-10-17T02:52:37.376" v="163" actId="20577"/>
          <ac:spMkLst>
            <pc:docMk/>
            <pc:sldMk cId="3488352532" sldId="989"/>
            <ac:spMk id="32770" creationId="{00000000-0000-0000-0000-000000000000}"/>
          </ac:spMkLst>
        </pc:spChg>
      </pc:sldChg>
      <pc:sldChg chg="modSp mod modAnim modNotesTx">
        <pc:chgData name="Yeo Xiong Wei, Jonathan" userId="ac2b658e-7ce1-44bb-9f9f-bf4198ceaa29" providerId="ADAL" clId="{EC8605FF-1A62-4D44-8B44-620DC7D61693}" dt="2023-10-17T03:44:25.831" v="410" actId="6549"/>
        <pc:sldMkLst>
          <pc:docMk/>
          <pc:sldMk cId="1890180024" sldId="990"/>
        </pc:sldMkLst>
        <pc:spChg chg="mod">
          <ac:chgData name="Yeo Xiong Wei, Jonathan" userId="ac2b658e-7ce1-44bb-9f9f-bf4198ceaa29" providerId="ADAL" clId="{EC8605FF-1A62-4D44-8B44-620DC7D61693}" dt="2023-10-17T02:55:21.369" v="185" actId="20577"/>
          <ac:spMkLst>
            <pc:docMk/>
            <pc:sldMk cId="1890180024" sldId="990"/>
            <ac:spMk id="43010" creationId="{00000000-0000-0000-0000-000000000000}"/>
          </ac:spMkLst>
        </pc:spChg>
      </pc:sldChg>
      <pc:sldChg chg="modAnim">
        <pc:chgData name="Yeo Xiong Wei, Jonathan" userId="ac2b658e-7ce1-44bb-9f9f-bf4198ceaa29" providerId="ADAL" clId="{EC8605FF-1A62-4D44-8B44-620DC7D61693}" dt="2023-10-17T03:00:08.558" v="208"/>
        <pc:sldMkLst>
          <pc:docMk/>
          <pc:sldMk cId="264684988" sldId="993"/>
        </pc:sldMkLst>
      </pc:sldChg>
      <pc:sldChg chg="modSp">
        <pc:chgData name="Yeo Xiong Wei, Jonathan" userId="ac2b658e-7ce1-44bb-9f9f-bf4198ceaa29" providerId="ADAL" clId="{EC8605FF-1A62-4D44-8B44-620DC7D61693}" dt="2023-11-17T07:42:17.948" v="985" actId="20577"/>
        <pc:sldMkLst>
          <pc:docMk/>
          <pc:sldMk cId="1584622828" sldId="995"/>
        </pc:sldMkLst>
        <pc:spChg chg="mod">
          <ac:chgData name="Yeo Xiong Wei, Jonathan" userId="ac2b658e-7ce1-44bb-9f9f-bf4198ceaa29" providerId="ADAL" clId="{EC8605FF-1A62-4D44-8B44-620DC7D61693}" dt="2023-11-17T07:42:17.948" v="985" actId="20577"/>
          <ac:spMkLst>
            <pc:docMk/>
            <pc:sldMk cId="1584622828" sldId="995"/>
            <ac:spMk id="63490" creationId="{00000000-0000-0000-0000-000000000000}"/>
          </ac:spMkLst>
        </pc:spChg>
      </pc:sldChg>
      <pc:sldChg chg="modSp mod">
        <pc:chgData name="Yeo Xiong Wei, Jonathan" userId="ac2b658e-7ce1-44bb-9f9f-bf4198ceaa29" providerId="ADAL" clId="{EC8605FF-1A62-4D44-8B44-620DC7D61693}" dt="2023-10-17T02:57:56.921" v="202" actId="207"/>
        <pc:sldMkLst>
          <pc:docMk/>
          <pc:sldMk cId="933616862" sldId="998"/>
        </pc:sldMkLst>
        <pc:spChg chg="mod">
          <ac:chgData name="Yeo Xiong Wei, Jonathan" userId="ac2b658e-7ce1-44bb-9f9f-bf4198ceaa29" providerId="ADAL" clId="{EC8605FF-1A62-4D44-8B44-620DC7D61693}" dt="2023-10-17T02:57:56.921" v="202" actId="207"/>
          <ac:spMkLst>
            <pc:docMk/>
            <pc:sldMk cId="933616862" sldId="998"/>
            <ac:spMk id="30722" creationId="{00000000-0000-0000-0000-000000000000}"/>
          </ac:spMkLst>
        </pc:spChg>
      </pc:sldChg>
      <pc:sldChg chg="modSp mod">
        <pc:chgData name="Yeo Xiong Wei, Jonathan" userId="ac2b658e-7ce1-44bb-9f9f-bf4198ceaa29" providerId="ADAL" clId="{EC8605FF-1A62-4D44-8B44-620DC7D61693}" dt="2023-10-17T03:43:20.259" v="408" actId="5793"/>
        <pc:sldMkLst>
          <pc:docMk/>
          <pc:sldMk cId="2599278897" sldId="1009"/>
        </pc:sldMkLst>
        <pc:spChg chg="mod">
          <ac:chgData name="Yeo Xiong Wei, Jonathan" userId="ac2b658e-7ce1-44bb-9f9f-bf4198ceaa29" providerId="ADAL" clId="{EC8605FF-1A62-4D44-8B44-620DC7D61693}" dt="2023-10-17T03:43:20.259" v="408" actId="5793"/>
          <ac:spMkLst>
            <pc:docMk/>
            <pc:sldMk cId="2599278897" sldId="1009"/>
            <ac:spMk id="3" creationId="{D195060D-B1A5-D17B-DB0B-CBF6A0833656}"/>
          </ac:spMkLst>
        </pc:spChg>
      </pc:sldChg>
      <pc:sldChg chg="addSp modSp mod modAnim">
        <pc:chgData name="Yeo Xiong Wei, Jonathan" userId="ac2b658e-7ce1-44bb-9f9f-bf4198ceaa29" providerId="ADAL" clId="{EC8605FF-1A62-4D44-8B44-620DC7D61693}" dt="2023-10-17T03:52:45.565" v="704"/>
        <pc:sldMkLst>
          <pc:docMk/>
          <pc:sldMk cId="1637301243" sldId="1017"/>
        </pc:sldMkLst>
        <pc:spChg chg="add mod">
          <ac:chgData name="Yeo Xiong Wei, Jonathan" userId="ac2b658e-7ce1-44bb-9f9f-bf4198ceaa29" providerId="ADAL" clId="{EC8605FF-1A62-4D44-8B44-620DC7D61693}" dt="2023-10-17T03:50:25.045" v="604" actId="403"/>
          <ac:spMkLst>
            <pc:docMk/>
            <pc:sldMk cId="1637301243" sldId="1017"/>
            <ac:spMk id="5" creationId="{E131E072-04F3-7359-B1E5-1FCB9BA56C21}"/>
          </ac:spMkLst>
        </pc:spChg>
        <pc:spChg chg="add mod">
          <ac:chgData name="Yeo Xiong Wei, Jonathan" userId="ac2b658e-7ce1-44bb-9f9f-bf4198ceaa29" providerId="ADAL" clId="{EC8605FF-1A62-4D44-8B44-620DC7D61693}" dt="2023-10-17T03:50:25.045" v="604" actId="403"/>
          <ac:spMkLst>
            <pc:docMk/>
            <pc:sldMk cId="1637301243" sldId="1017"/>
            <ac:spMk id="6" creationId="{96CE2591-7233-2BA7-07C4-518BE186B3B5}"/>
          </ac:spMkLst>
        </pc:spChg>
        <pc:spChg chg="add mod">
          <ac:chgData name="Yeo Xiong Wei, Jonathan" userId="ac2b658e-7ce1-44bb-9f9f-bf4198ceaa29" providerId="ADAL" clId="{EC8605FF-1A62-4D44-8B44-620DC7D61693}" dt="2023-10-17T03:51:00.450" v="627" actId="1036"/>
          <ac:spMkLst>
            <pc:docMk/>
            <pc:sldMk cId="1637301243" sldId="1017"/>
            <ac:spMk id="7" creationId="{189BA6FC-6BE2-B2DE-BAA1-3A8184262301}"/>
          </ac:spMkLst>
        </pc:spChg>
        <pc:spChg chg="add mod">
          <ac:chgData name="Yeo Xiong Wei, Jonathan" userId="ac2b658e-7ce1-44bb-9f9f-bf4198ceaa29" providerId="ADAL" clId="{EC8605FF-1A62-4D44-8B44-620DC7D61693}" dt="2023-10-17T03:50:56.675" v="626" actId="1036"/>
          <ac:spMkLst>
            <pc:docMk/>
            <pc:sldMk cId="1637301243" sldId="1017"/>
            <ac:spMk id="8" creationId="{A6446434-6CB7-C6D9-54D4-F8E04228B055}"/>
          </ac:spMkLst>
        </pc:spChg>
        <pc:spChg chg="add mod">
          <ac:chgData name="Yeo Xiong Wei, Jonathan" userId="ac2b658e-7ce1-44bb-9f9f-bf4198ceaa29" providerId="ADAL" clId="{EC8605FF-1A62-4D44-8B44-620DC7D61693}" dt="2023-10-17T03:50:56.675" v="626" actId="1036"/>
          <ac:spMkLst>
            <pc:docMk/>
            <pc:sldMk cId="1637301243" sldId="1017"/>
            <ac:spMk id="9" creationId="{CCD9B78F-703B-5969-863E-173BBEC89D50}"/>
          </ac:spMkLst>
        </pc:spChg>
        <pc:spChg chg="add mod">
          <ac:chgData name="Yeo Xiong Wei, Jonathan" userId="ac2b658e-7ce1-44bb-9f9f-bf4198ceaa29" providerId="ADAL" clId="{EC8605FF-1A62-4D44-8B44-620DC7D61693}" dt="2023-10-17T03:50:25.045" v="604" actId="403"/>
          <ac:spMkLst>
            <pc:docMk/>
            <pc:sldMk cId="1637301243" sldId="1017"/>
            <ac:spMk id="10" creationId="{A2D6CD3C-FDD0-DFA4-0240-DE56F0DAF847}"/>
          </ac:spMkLst>
        </pc:spChg>
        <pc:spChg chg="add mod">
          <ac:chgData name="Yeo Xiong Wei, Jonathan" userId="ac2b658e-7ce1-44bb-9f9f-bf4198ceaa29" providerId="ADAL" clId="{EC8605FF-1A62-4D44-8B44-620DC7D61693}" dt="2023-10-17T03:50:25.045" v="604" actId="403"/>
          <ac:spMkLst>
            <pc:docMk/>
            <pc:sldMk cId="1637301243" sldId="1017"/>
            <ac:spMk id="11" creationId="{B47CFEC2-CADD-8B18-3FAF-881C42E4AA5D}"/>
          </ac:spMkLst>
        </pc:spChg>
        <pc:spChg chg="add mod">
          <ac:chgData name="Yeo Xiong Wei, Jonathan" userId="ac2b658e-7ce1-44bb-9f9f-bf4198ceaa29" providerId="ADAL" clId="{EC8605FF-1A62-4D44-8B44-620DC7D61693}" dt="2023-10-17T03:50:31.676" v="607" actId="1076"/>
          <ac:spMkLst>
            <pc:docMk/>
            <pc:sldMk cId="1637301243" sldId="1017"/>
            <ac:spMk id="12" creationId="{55CFB6FD-15B5-276D-F387-631B0DE66BAB}"/>
          </ac:spMkLst>
        </pc:spChg>
        <pc:spChg chg="mod">
          <ac:chgData name="Yeo Xiong Wei, Jonathan" userId="ac2b658e-7ce1-44bb-9f9f-bf4198ceaa29" providerId="ADAL" clId="{EC8605FF-1A62-4D44-8B44-620DC7D61693}" dt="2023-10-17T03:51:44.961" v="661" actId="207"/>
          <ac:spMkLst>
            <pc:docMk/>
            <pc:sldMk cId="1637301243" sldId="1017"/>
            <ac:spMk id="16" creationId="{91385327-B19E-527D-4B05-C92BBA855E5A}"/>
          </ac:spMkLst>
        </pc:spChg>
        <pc:spChg chg="mod">
          <ac:chgData name="Yeo Xiong Wei, Jonathan" userId="ac2b658e-7ce1-44bb-9f9f-bf4198ceaa29" providerId="ADAL" clId="{EC8605FF-1A62-4D44-8B44-620DC7D61693}" dt="2023-10-17T03:51:34.742" v="651" actId="20577"/>
          <ac:spMkLst>
            <pc:docMk/>
            <pc:sldMk cId="1637301243" sldId="1017"/>
            <ac:spMk id="17" creationId="{F54E0CB4-EFFF-98DC-4CF7-40286D1C9B5A}"/>
          </ac:spMkLst>
        </pc:spChg>
        <pc:spChg chg="mod">
          <ac:chgData name="Yeo Xiong Wei, Jonathan" userId="ac2b658e-7ce1-44bb-9f9f-bf4198ceaa29" providerId="ADAL" clId="{EC8605FF-1A62-4D44-8B44-620DC7D61693}" dt="2023-10-17T03:51:34.742" v="651" actId="20577"/>
          <ac:spMkLst>
            <pc:docMk/>
            <pc:sldMk cId="1637301243" sldId="1017"/>
            <ac:spMk id="18" creationId="{1FC1A504-27B6-A3F2-D398-1A0FA1D48ED8}"/>
          </ac:spMkLst>
        </pc:spChg>
        <pc:spChg chg="mod">
          <ac:chgData name="Yeo Xiong Wei, Jonathan" userId="ac2b658e-7ce1-44bb-9f9f-bf4198ceaa29" providerId="ADAL" clId="{EC8605FF-1A62-4D44-8B44-620DC7D61693}" dt="2023-10-17T03:51:34.742" v="651" actId="20577"/>
          <ac:spMkLst>
            <pc:docMk/>
            <pc:sldMk cId="1637301243" sldId="1017"/>
            <ac:spMk id="19" creationId="{15FBD4B5-96BA-1C4E-085C-48C6FB6DF6BC}"/>
          </ac:spMkLst>
        </pc:spChg>
        <pc:spChg chg="mod">
          <ac:chgData name="Yeo Xiong Wei, Jonathan" userId="ac2b658e-7ce1-44bb-9f9f-bf4198ceaa29" providerId="ADAL" clId="{EC8605FF-1A62-4D44-8B44-620DC7D61693}" dt="2023-10-17T03:51:34.742" v="651" actId="20577"/>
          <ac:spMkLst>
            <pc:docMk/>
            <pc:sldMk cId="1637301243" sldId="1017"/>
            <ac:spMk id="20" creationId="{F93475D2-16D8-7F03-C071-A6C1FDA4EB56}"/>
          </ac:spMkLst>
        </pc:spChg>
        <pc:spChg chg="mod">
          <ac:chgData name="Yeo Xiong Wei, Jonathan" userId="ac2b658e-7ce1-44bb-9f9f-bf4198ceaa29" providerId="ADAL" clId="{EC8605FF-1A62-4D44-8B44-620DC7D61693}" dt="2023-10-17T03:51:35.743" v="659" actId="20577"/>
          <ac:spMkLst>
            <pc:docMk/>
            <pc:sldMk cId="1637301243" sldId="1017"/>
            <ac:spMk id="21" creationId="{FDDDFFB3-D754-ED5F-B64D-9C81CBDAABAC}"/>
          </ac:spMkLst>
        </pc:spChg>
        <pc:spChg chg="mod">
          <ac:chgData name="Yeo Xiong Wei, Jonathan" userId="ac2b658e-7ce1-44bb-9f9f-bf4198ceaa29" providerId="ADAL" clId="{EC8605FF-1A62-4D44-8B44-620DC7D61693}" dt="2023-10-17T03:51:34.742" v="651" actId="20577"/>
          <ac:spMkLst>
            <pc:docMk/>
            <pc:sldMk cId="1637301243" sldId="1017"/>
            <ac:spMk id="22" creationId="{BC1F608A-7200-D653-4EBA-171302B23724}"/>
          </ac:spMkLst>
        </pc:spChg>
        <pc:spChg chg="mod">
          <ac:chgData name="Yeo Xiong Wei, Jonathan" userId="ac2b658e-7ce1-44bb-9f9f-bf4198ceaa29" providerId="ADAL" clId="{EC8605FF-1A62-4D44-8B44-620DC7D61693}" dt="2023-10-17T03:51:34.742" v="651" actId="20577"/>
          <ac:spMkLst>
            <pc:docMk/>
            <pc:sldMk cId="1637301243" sldId="1017"/>
            <ac:spMk id="23" creationId="{0BD755B1-801A-AFFA-08E2-6B3858F20D5B}"/>
          </ac:spMkLst>
        </pc:spChg>
        <pc:spChg chg="add mod">
          <ac:chgData name="Yeo Xiong Wei, Jonathan" userId="ac2b658e-7ce1-44bb-9f9f-bf4198ceaa29" providerId="ADAL" clId="{EC8605FF-1A62-4D44-8B44-620DC7D61693}" dt="2023-10-17T03:52:25.290" v="685" actId="1076"/>
          <ac:spMkLst>
            <pc:docMk/>
            <pc:sldMk cId="1637301243" sldId="1017"/>
            <ac:spMk id="24" creationId="{1134A6A8-4903-8465-6E47-C4EAC3C23ABE}"/>
          </ac:spMkLst>
        </pc:spChg>
        <pc:spChg chg="add mod">
          <ac:chgData name="Yeo Xiong Wei, Jonathan" userId="ac2b658e-7ce1-44bb-9f9f-bf4198ceaa29" providerId="ADAL" clId="{EC8605FF-1A62-4D44-8B44-620DC7D61693}" dt="2023-10-17T03:52:37.455" v="703" actId="1035"/>
          <ac:spMkLst>
            <pc:docMk/>
            <pc:sldMk cId="1637301243" sldId="1017"/>
            <ac:spMk id="25" creationId="{182D18A7-2F4B-DC9A-8AF0-54286371108F}"/>
          </ac:spMkLst>
        </pc:spChg>
        <pc:spChg chg="mod">
          <ac:chgData name="Yeo Xiong Wei, Jonathan" userId="ac2b658e-7ce1-44bb-9f9f-bf4198ceaa29" providerId="ADAL" clId="{EC8605FF-1A62-4D44-8B44-620DC7D61693}" dt="2023-10-17T03:52:27.306" v="687" actId="1076"/>
          <ac:spMkLst>
            <pc:docMk/>
            <pc:sldMk cId="1637301243" sldId="1017"/>
            <ac:spMk id="63490" creationId="{00000000-0000-0000-0000-000000000000}"/>
          </ac:spMkLst>
        </pc:spChg>
        <pc:grpChg chg="add mod">
          <ac:chgData name="Yeo Xiong Wei, Jonathan" userId="ac2b658e-7ce1-44bb-9f9f-bf4198ceaa29" providerId="ADAL" clId="{EC8605FF-1A62-4D44-8B44-620DC7D61693}" dt="2023-10-17T03:52:25.290" v="685" actId="1076"/>
          <ac:grpSpMkLst>
            <pc:docMk/>
            <pc:sldMk cId="1637301243" sldId="1017"/>
            <ac:grpSpMk id="13" creationId="{1EBC3743-9CD1-6647-F57E-54E82A0394CC}"/>
          </ac:grpSpMkLst>
        </pc:grpChg>
        <pc:grpChg chg="add mod">
          <ac:chgData name="Yeo Xiong Wei, Jonathan" userId="ac2b658e-7ce1-44bb-9f9f-bf4198ceaa29" providerId="ADAL" clId="{EC8605FF-1A62-4D44-8B44-620DC7D61693}" dt="2023-10-17T03:52:32.687" v="695" actId="1035"/>
          <ac:grpSpMkLst>
            <pc:docMk/>
            <pc:sldMk cId="1637301243" sldId="1017"/>
            <ac:grpSpMk id="14" creationId="{743DA2B8-4738-F07F-8270-DDC2C0903F07}"/>
          </ac:grpSpMkLst>
        </pc:grpChg>
        <pc:cxnChg chg="add mod">
          <ac:chgData name="Yeo Xiong Wei, Jonathan" userId="ac2b658e-7ce1-44bb-9f9f-bf4198ceaa29" providerId="ADAL" clId="{EC8605FF-1A62-4D44-8B44-620DC7D61693}" dt="2023-10-17T03:50:25.045" v="604" actId="403"/>
          <ac:cxnSpMkLst>
            <pc:docMk/>
            <pc:sldMk cId="1637301243" sldId="1017"/>
            <ac:cxnSpMk id="4" creationId="{84D04CA0-493F-C5C7-7E48-7D8351BABC71}"/>
          </ac:cxnSpMkLst>
        </pc:cxnChg>
        <pc:cxnChg chg="mod">
          <ac:chgData name="Yeo Xiong Wei, Jonathan" userId="ac2b658e-7ce1-44bb-9f9f-bf4198ceaa29" providerId="ADAL" clId="{EC8605FF-1A62-4D44-8B44-620DC7D61693}" dt="2023-10-17T03:51:34.742" v="651" actId="20577"/>
          <ac:cxnSpMkLst>
            <pc:docMk/>
            <pc:sldMk cId="1637301243" sldId="1017"/>
            <ac:cxnSpMk id="15" creationId="{6E2B8490-0F09-87A3-2EEA-37A34362E603}"/>
          </ac:cxnSpMkLst>
        </pc:cxnChg>
      </pc:sldChg>
      <pc:sldChg chg="modSp mod">
        <pc:chgData name="Yeo Xiong Wei, Jonathan" userId="ac2b658e-7ce1-44bb-9f9f-bf4198ceaa29" providerId="ADAL" clId="{EC8605FF-1A62-4D44-8B44-620DC7D61693}" dt="2023-10-22T03:24:50.090" v="969" actId="114"/>
        <pc:sldMkLst>
          <pc:docMk/>
          <pc:sldMk cId="410549057" sldId="1019"/>
        </pc:sldMkLst>
        <pc:spChg chg="mod">
          <ac:chgData name="Yeo Xiong Wei, Jonathan" userId="ac2b658e-7ce1-44bb-9f9f-bf4198ceaa29" providerId="ADAL" clId="{EC8605FF-1A62-4D44-8B44-620DC7D61693}" dt="2023-10-22T03:24:50.090" v="969" actId="114"/>
          <ac:spMkLst>
            <pc:docMk/>
            <pc:sldMk cId="410549057" sldId="1019"/>
            <ac:spMk id="3" creationId="{CDF4B2E5-1CF0-4D19-AFAA-E09B13AE7CF3}"/>
          </ac:spMkLst>
        </pc:spChg>
      </pc:sldChg>
      <pc:sldChg chg="modSp mod modNotesTx">
        <pc:chgData name="Yeo Xiong Wei, Jonathan" userId="ac2b658e-7ce1-44bb-9f9f-bf4198ceaa29" providerId="ADAL" clId="{EC8605FF-1A62-4D44-8B44-620DC7D61693}" dt="2023-10-22T03:17:57.872" v="959" actId="20577"/>
        <pc:sldMkLst>
          <pc:docMk/>
          <pc:sldMk cId="72443231" sldId="1020"/>
        </pc:sldMkLst>
        <pc:spChg chg="mod">
          <ac:chgData name="Yeo Xiong Wei, Jonathan" userId="ac2b658e-7ce1-44bb-9f9f-bf4198ceaa29" providerId="ADAL" clId="{EC8605FF-1A62-4D44-8B44-620DC7D61693}" dt="2023-10-22T03:16:08.178" v="856" actId="27636"/>
          <ac:spMkLst>
            <pc:docMk/>
            <pc:sldMk cId="72443231" sldId="1020"/>
            <ac:spMk id="3" creationId="{CDF4B2E5-1CF0-4D19-AFAA-E09B13AE7CF3}"/>
          </ac:spMkLst>
        </pc:spChg>
      </pc:sldChg>
      <pc:sldChg chg="addSp">
        <pc:chgData name="Yeo Xiong Wei, Jonathan" userId="ac2b658e-7ce1-44bb-9f9f-bf4198ceaa29" providerId="ADAL" clId="{EC8605FF-1A62-4D44-8B44-620DC7D61693}" dt="2023-10-30T01:57:10.021" v="971"/>
        <pc:sldMkLst>
          <pc:docMk/>
          <pc:sldMk cId="1216419970" sldId="1021"/>
        </pc:sldMkLst>
        <pc:inkChg chg="add">
          <ac:chgData name="Yeo Xiong Wei, Jonathan" userId="ac2b658e-7ce1-44bb-9f9f-bf4198ceaa29" providerId="ADAL" clId="{EC8605FF-1A62-4D44-8B44-620DC7D61693}" dt="2023-10-30T01:57:10.021" v="971"/>
          <ac:inkMkLst>
            <pc:docMk/>
            <pc:sldMk cId="1216419970" sldId="1021"/>
            <ac:inkMk id="4" creationId="{64DCDDCB-8B4B-7E90-3292-B30B6DC839EC}"/>
          </ac:inkMkLst>
        </pc:inkChg>
      </pc:sldChg>
      <pc:sldChg chg="addSp modSp mod">
        <pc:chgData name="Yeo Xiong Wei, Jonathan" userId="ac2b658e-7ce1-44bb-9f9f-bf4198ceaa29" providerId="ADAL" clId="{EC8605FF-1A62-4D44-8B44-620DC7D61693}" dt="2023-10-30T01:57:10.021" v="971"/>
        <pc:sldMkLst>
          <pc:docMk/>
          <pc:sldMk cId="1256208469" sldId="1022"/>
        </pc:sldMkLst>
        <pc:spChg chg="mod">
          <ac:chgData name="Yeo Xiong Wei, Jonathan" userId="ac2b658e-7ce1-44bb-9f9f-bf4198ceaa29" providerId="ADAL" clId="{EC8605FF-1A62-4D44-8B44-620DC7D61693}" dt="2023-10-22T03:20:25.610" v="962" actId="114"/>
          <ac:spMkLst>
            <pc:docMk/>
            <pc:sldMk cId="1256208469" sldId="1022"/>
            <ac:spMk id="63490" creationId="{00000000-0000-0000-0000-000000000000}"/>
          </ac:spMkLst>
        </pc:spChg>
        <pc:inkChg chg="add">
          <ac:chgData name="Yeo Xiong Wei, Jonathan" userId="ac2b658e-7ce1-44bb-9f9f-bf4198ceaa29" providerId="ADAL" clId="{EC8605FF-1A62-4D44-8B44-620DC7D61693}" dt="2023-10-30T01:57:10.021" v="971"/>
          <ac:inkMkLst>
            <pc:docMk/>
            <pc:sldMk cId="1256208469" sldId="1022"/>
            <ac:inkMk id="3" creationId="{F72B0BA5-8D98-5ECE-F0E4-70896460DEA6}"/>
          </ac:inkMkLst>
        </pc:inkChg>
      </pc:sldChg>
      <pc:sldChg chg="modSp modAnim">
        <pc:chgData name="Yeo Xiong Wei, Jonathan" userId="ac2b658e-7ce1-44bb-9f9f-bf4198ceaa29" providerId="ADAL" clId="{EC8605FF-1A62-4D44-8B44-620DC7D61693}" dt="2023-10-17T03:35:10.231" v="237" actId="20577"/>
        <pc:sldMkLst>
          <pc:docMk/>
          <pc:sldMk cId="3253673609" sldId="1023"/>
        </pc:sldMkLst>
        <pc:spChg chg="mod">
          <ac:chgData name="Yeo Xiong Wei, Jonathan" userId="ac2b658e-7ce1-44bb-9f9f-bf4198ceaa29" providerId="ADAL" clId="{EC8605FF-1A62-4D44-8B44-620DC7D61693}" dt="2023-10-17T03:35:10.231" v="237" actId="20577"/>
          <ac:spMkLst>
            <pc:docMk/>
            <pc:sldMk cId="3253673609" sldId="1023"/>
            <ac:spMk id="63490" creationId="{00000000-0000-0000-0000-000000000000}"/>
          </ac:spMkLst>
        </pc:spChg>
      </pc:sldChg>
    </pc:docChg>
  </pc:docChgLst>
  <pc:docChgLst>
    <pc:chgData name="Yeo Xiong Wei, Jonathan" userId="ac2b658e-7ce1-44bb-9f9f-bf4198ceaa29" providerId="ADAL" clId="{76D8E6D7-AADF-4D3E-BE6E-F340074CAB91}"/>
    <pc:docChg chg="addSld delSld modSld">
      <pc:chgData name="Yeo Xiong Wei, Jonathan" userId="ac2b658e-7ce1-44bb-9f9f-bf4198ceaa29" providerId="ADAL" clId="{76D8E6D7-AADF-4D3E-BE6E-F340074CAB91}" dt="2022-05-26T06:15:33.978" v="79" actId="20577"/>
      <pc:docMkLst>
        <pc:docMk/>
      </pc:docMkLst>
      <pc:sldChg chg="modSp mod">
        <pc:chgData name="Yeo Xiong Wei, Jonathan" userId="ac2b658e-7ce1-44bb-9f9f-bf4198ceaa29" providerId="ADAL" clId="{76D8E6D7-AADF-4D3E-BE6E-F340074CAB91}" dt="2022-05-26T06:13:14.171" v="75" actId="403"/>
        <pc:sldMkLst>
          <pc:docMk/>
          <pc:sldMk cId="1757574941" sldId="295"/>
        </pc:sldMkLst>
        <pc:spChg chg="mod">
          <ac:chgData name="Yeo Xiong Wei, Jonathan" userId="ac2b658e-7ce1-44bb-9f9f-bf4198ceaa29" providerId="ADAL" clId="{76D8E6D7-AADF-4D3E-BE6E-F340074CAB91}" dt="2022-05-26T06:12:59.448" v="54" actId="20577"/>
          <ac:spMkLst>
            <pc:docMk/>
            <pc:sldMk cId="1757574941" sldId="295"/>
            <ac:spMk id="2" creationId="{2260DFFD-8557-2342-87A9-643109E09269}"/>
          </ac:spMkLst>
        </pc:spChg>
        <pc:spChg chg="mod">
          <ac:chgData name="Yeo Xiong Wei, Jonathan" userId="ac2b658e-7ce1-44bb-9f9f-bf4198ceaa29" providerId="ADAL" clId="{76D8E6D7-AADF-4D3E-BE6E-F340074CAB91}" dt="2022-05-26T06:13:14.171" v="75" actId="403"/>
          <ac:spMkLst>
            <pc:docMk/>
            <pc:sldMk cId="1757574941" sldId="295"/>
            <ac:spMk id="3" creationId="{30C3B834-1E86-AF4D-9260-11EEF3497366}"/>
          </ac:spMkLst>
        </pc:spChg>
      </pc:sldChg>
      <pc:sldChg chg="add">
        <pc:chgData name="Yeo Xiong Wei, Jonathan" userId="ac2b658e-7ce1-44bb-9f9f-bf4198ceaa29" providerId="ADAL" clId="{76D8E6D7-AADF-4D3E-BE6E-F340074CAB91}" dt="2022-05-18T06:43:36.366" v="1"/>
        <pc:sldMkLst>
          <pc:docMk/>
          <pc:sldMk cId="3204475275" sldId="319"/>
        </pc:sldMkLst>
      </pc:sldChg>
      <pc:sldChg chg="del">
        <pc:chgData name="Yeo Xiong Wei, Jonathan" userId="ac2b658e-7ce1-44bb-9f9f-bf4198ceaa29" providerId="ADAL" clId="{76D8E6D7-AADF-4D3E-BE6E-F340074CAB91}" dt="2022-05-18T06:43:31.789" v="0" actId="2696"/>
        <pc:sldMkLst>
          <pc:docMk/>
          <pc:sldMk cId="4272335518" sldId="319"/>
        </pc:sldMkLst>
      </pc:sldChg>
      <pc:sldChg chg="add">
        <pc:chgData name="Yeo Xiong Wei, Jonathan" userId="ac2b658e-7ce1-44bb-9f9f-bf4198ceaa29" providerId="ADAL" clId="{76D8E6D7-AADF-4D3E-BE6E-F340074CAB91}" dt="2022-05-18T06:43:36.366" v="1"/>
        <pc:sldMkLst>
          <pc:docMk/>
          <pc:sldMk cId="3286780022" sldId="320"/>
        </pc:sldMkLst>
      </pc:sldChg>
      <pc:sldChg chg="del">
        <pc:chgData name="Yeo Xiong Wei, Jonathan" userId="ac2b658e-7ce1-44bb-9f9f-bf4198ceaa29" providerId="ADAL" clId="{76D8E6D7-AADF-4D3E-BE6E-F340074CAB91}" dt="2022-05-18T06:43:31.789" v="0" actId="2696"/>
        <pc:sldMkLst>
          <pc:docMk/>
          <pc:sldMk cId="3950983522" sldId="320"/>
        </pc:sldMkLst>
      </pc:sldChg>
      <pc:sldChg chg="add">
        <pc:chgData name="Yeo Xiong Wei, Jonathan" userId="ac2b658e-7ce1-44bb-9f9f-bf4198ceaa29" providerId="ADAL" clId="{76D8E6D7-AADF-4D3E-BE6E-F340074CAB91}" dt="2022-05-18T06:43:36.366" v="1"/>
        <pc:sldMkLst>
          <pc:docMk/>
          <pc:sldMk cId="3245279371" sldId="326"/>
        </pc:sldMkLst>
      </pc:sldChg>
      <pc:sldChg chg="del">
        <pc:chgData name="Yeo Xiong Wei, Jonathan" userId="ac2b658e-7ce1-44bb-9f9f-bf4198ceaa29" providerId="ADAL" clId="{76D8E6D7-AADF-4D3E-BE6E-F340074CAB91}" dt="2022-05-18T06:43:31.789" v="0" actId="2696"/>
        <pc:sldMkLst>
          <pc:docMk/>
          <pc:sldMk cId="3314535483" sldId="326"/>
        </pc:sldMkLst>
      </pc:sldChg>
      <pc:sldChg chg="del">
        <pc:chgData name="Yeo Xiong Wei, Jonathan" userId="ac2b658e-7ce1-44bb-9f9f-bf4198ceaa29" providerId="ADAL" clId="{76D8E6D7-AADF-4D3E-BE6E-F340074CAB91}" dt="2022-05-26T06:12:46.817" v="46" actId="47"/>
        <pc:sldMkLst>
          <pc:docMk/>
          <pc:sldMk cId="2761039419" sldId="345"/>
        </pc:sldMkLst>
      </pc:sldChg>
      <pc:sldChg chg="del">
        <pc:chgData name="Yeo Xiong Wei, Jonathan" userId="ac2b658e-7ce1-44bb-9f9f-bf4198ceaa29" providerId="ADAL" clId="{76D8E6D7-AADF-4D3E-BE6E-F340074CAB91}" dt="2022-05-26T06:12:46.817" v="46" actId="47"/>
        <pc:sldMkLst>
          <pc:docMk/>
          <pc:sldMk cId="1143314007" sldId="349"/>
        </pc:sldMkLst>
      </pc:sldChg>
      <pc:sldChg chg="del">
        <pc:chgData name="Yeo Xiong Wei, Jonathan" userId="ac2b658e-7ce1-44bb-9f9f-bf4198ceaa29" providerId="ADAL" clId="{76D8E6D7-AADF-4D3E-BE6E-F340074CAB91}" dt="2022-05-26T06:12:46.817" v="46" actId="47"/>
        <pc:sldMkLst>
          <pc:docMk/>
          <pc:sldMk cId="613747932" sldId="350"/>
        </pc:sldMkLst>
      </pc:sldChg>
      <pc:sldChg chg="del">
        <pc:chgData name="Yeo Xiong Wei, Jonathan" userId="ac2b658e-7ce1-44bb-9f9f-bf4198ceaa29" providerId="ADAL" clId="{76D8E6D7-AADF-4D3E-BE6E-F340074CAB91}" dt="2022-05-26T06:12:46.817" v="46" actId="47"/>
        <pc:sldMkLst>
          <pc:docMk/>
          <pc:sldMk cId="3294816556" sldId="364"/>
        </pc:sldMkLst>
      </pc:sldChg>
      <pc:sldChg chg="del">
        <pc:chgData name="Yeo Xiong Wei, Jonathan" userId="ac2b658e-7ce1-44bb-9f9f-bf4198ceaa29" providerId="ADAL" clId="{76D8E6D7-AADF-4D3E-BE6E-F340074CAB91}" dt="2022-05-26T06:12:46.817" v="46" actId="47"/>
        <pc:sldMkLst>
          <pc:docMk/>
          <pc:sldMk cId="2098012594" sldId="366"/>
        </pc:sldMkLst>
      </pc:sldChg>
      <pc:sldChg chg="del">
        <pc:chgData name="Yeo Xiong Wei, Jonathan" userId="ac2b658e-7ce1-44bb-9f9f-bf4198ceaa29" providerId="ADAL" clId="{76D8E6D7-AADF-4D3E-BE6E-F340074CAB91}" dt="2022-05-26T06:12:46.817" v="46" actId="47"/>
        <pc:sldMkLst>
          <pc:docMk/>
          <pc:sldMk cId="3178832480" sldId="369"/>
        </pc:sldMkLst>
      </pc:sldChg>
      <pc:sldChg chg="del">
        <pc:chgData name="Yeo Xiong Wei, Jonathan" userId="ac2b658e-7ce1-44bb-9f9f-bf4198ceaa29" providerId="ADAL" clId="{76D8E6D7-AADF-4D3E-BE6E-F340074CAB91}" dt="2022-05-26T06:12:46.817" v="46" actId="47"/>
        <pc:sldMkLst>
          <pc:docMk/>
          <pc:sldMk cId="2874127277" sldId="389"/>
        </pc:sldMkLst>
      </pc:sldChg>
      <pc:sldChg chg="modSp mod">
        <pc:chgData name="Yeo Xiong Wei, Jonathan" userId="ac2b658e-7ce1-44bb-9f9f-bf4198ceaa29" providerId="ADAL" clId="{76D8E6D7-AADF-4D3E-BE6E-F340074CAB91}" dt="2022-05-26T06:15:33.978" v="79" actId="20577"/>
        <pc:sldMkLst>
          <pc:docMk/>
          <pc:sldMk cId="3783780466" sldId="447"/>
        </pc:sldMkLst>
        <pc:spChg chg="mod">
          <ac:chgData name="Yeo Xiong Wei, Jonathan" userId="ac2b658e-7ce1-44bb-9f9f-bf4198ceaa29" providerId="ADAL" clId="{76D8E6D7-AADF-4D3E-BE6E-F340074CAB91}" dt="2022-05-26T06:15:33.978" v="79" actId="20577"/>
          <ac:spMkLst>
            <pc:docMk/>
            <pc:sldMk cId="3783780466" sldId="447"/>
            <ac:spMk id="2" creationId="{9A0F84E2-3745-45CC-919A-EFB835CCA507}"/>
          </ac:spMkLst>
        </pc:spChg>
      </pc:sldChg>
      <pc:sldChg chg="del">
        <pc:chgData name="Yeo Xiong Wei, Jonathan" userId="ac2b658e-7ce1-44bb-9f9f-bf4198ceaa29" providerId="ADAL" clId="{76D8E6D7-AADF-4D3E-BE6E-F340074CAB91}" dt="2022-05-18T06:43:31.789" v="0" actId="2696"/>
        <pc:sldMkLst>
          <pc:docMk/>
          <pc:sldMk cId="1597342428" sldId="991"/>
        </pc:sldMkLst>
      </pc:sldChg>
      <pc:sldChg chg="add">
        <pc:chgData name="Yeo Xiong Wei, Jonathan" userId="ac2b658e-7ce1-44bb-9f9f-bf4198ceaa29" providerId="ADAL" clId="{76D8E6D7-AADF-4D3E-BE6E-F340074CAB91}" dt="2022-05-18T06:43:36.366" v="1"/>
        <pc:sldMkLst>
          <pc:docMk/>
          <pc:sldMk cId="3158750245" sldId="991"/>
        </pc:sldMkLst>
      </pc:sldChg>
      <pc:sldChg chg="del">
        <pc:chgData name="Yeo Xiong Wei, Jonathan" userId="ac2b658e-7ce1-44bb-9f9f-bf4198ceaa29" providerId="ADAL" clId="{76D8E6D7-AADF-4D3E-BE6E-F340074CAB91}" dt="2022-05-26T06:12:46.817" v="46" actId="47"/>
        <pc:sldMkLst>
          <pc:docMk/>
          <pc:sldMk cId="1681545386" sldId="994"/>
        </pc:sldMkLst>
      </pc:sldChg>
      <pc:sldChg chg="del">
        <pc:chgData name="Yeo Xiong Wei, Jonathan" userId="ac2b658e-7ce1-44bb-9f9f-bf4198ceaa29" providerId="ADAL" clId="{76D8E6D7-AADF-4D3E-BE6E-F340074CAB91}" dt="2022-05-26T06:12:46.817" v="46" actId="47"/>
        <pc:sldMkLst>
          <pc:docMk/>
          <pc:sldMk cId="1584622828" sldId="995"/>
        </pc:sldMkLst>
      </pc:sldChg>
      <pc:sldChg chg="del">
        <pc:chgData name="Yeo Xiong Wei, Jonathan" userId="ac2b658e-7ce1-44bb-9f9f-bf4198ceaa29" providerId="ADAL" clId="{76D8E6D7-AADF-4D3E-BE6E-F340074CAB91}" dt="2022-05-18T06:43:31.789" v="0" actId="2696"/>
        <pc:sldMkLst>
          <pc:docMk/>
          <pc:sldMk cId="455216595" sldId="996"/>
        </pc:sldMkLst>
      </pc:sldChg>
      <pc:sldChg chg="add">
        <pc:chgData name="Yeo Xiong Wei, Jonathan" userId="ac2b658e-7ce1-44bb-9f9f-bf4198ceaa29" providerId="ADAL" clId="{76D8E6D7-AADF-4D3E-BE6E-F340074CAB91}" dt="2022-05-18T06:43:36.366" v="1"/>
        <pc:sldMkLst>
          <pc:docMk/>
          <pc:sldMk cId="1161125845" sldId="996"/>
        </pc:sldMkLst>
      </pc:sldChg>
      <pc:sldChg chg="add">
        <pc:chgData name="Yeo Xiong Wei, Jonathan" userId="ac2b658e-7ce1-44bb-9f9f-bf4198ceaa29" providerId="ADAL" clId="{76D8E6D7-AADF-4D3E-BE6E-F340074CAB91}" dt="2022-05-18T06:43:36.366" v="1"/>
        <pc:sldMkLst>
          <pc:docMk/>
          <pc:sldMk cId="186024609" sldId="997"/>
        </pc:sldMkLst>
      </pc:sldChg>
      <pc:sldChg chg="del">
        <pc:chgData name="Yeo Xiong Wei, Jonathan" userId="ac2b658e-7ce1-44bb-9f9f-bf4198ceaa29" providerId="ADAL" clId="{76D8E6D7-AADF-4D3E-BE6E-F340074CAB91}" dt="2022-05-18T06:43:31.789" v="0" actId="2696"/>
        <pc:sldMkLst>
          <pc:docMk/>
          <pc:sldMk cId="2446170886" sldId="997"/>
        </pc:sldMkLst>
      </pc:sldChg>
      <pc:sldChg chg="del">
        <pc:chgData name="Yeo Xiong Wei, Jonathan" userId="ac2b658e-7ce1-44bb-9f9f-bf4198ceaa29" providerId="ADAL" clId="{76D8E6D7-AADF-4D3E-BE6E-F340074CAB91}" dt="2022-05-26T06:12:46.817" v="46" actId="47"/>
        <pc:sldMkLst>
          <pc:docMk/>
          <pc:sldMk cId="4092584242" sldId="998"/>
        </pc:sldMkLst>
      </pc:sldChg>
      <pc:sldChg chg="del">
        <pc:chgData name="Yeo Xiong Wei, Jonathan" userId="ac2b658e-7ce1-44bb-9f9f-bf4198ceaa29" providerId="ADAL" clId="{76D8E6D7-AADF-4D3E-BE6E-F340074CAB91}" dt="2022-05-26T06:12:46.817" v="46" actId="47"/>
        <pc:sldMkLst>
          <pc:docMk/>
          <pc:sldMk cId="1394295024" sldId="999"/>
        </pc:sldMkLst>
      </pc:sldChg>
      <pc:sldChg chg="del">
        <pc:chgData name="Yeo Xiong Wei, Jonathan" userId="ac2b658e-7ce1-44bb-9f9f-bf4198ceaa29" providerId="ADAL" clId="{76D8E6D7-AADF-4D3E-BE6E-F340074CAB91}" dt="2022-05-26T06:12:46.817" v="46" actId="47"/>
        <pc:sldMkLst>
          <pc:docMk/>
          <pc:sldMk cId="2435912938" sldId="1000"/>
        </pc:sldMkLst>
      </pc:sldChg>
      <pc:sldChg chg="del">
        <pc:chgData name="Yeo Xiong Wei, Jonathan" userId="ac2b658e-7ce1-44bb-9f9f-bf4198ceaa29" providerId="ADAL" clId="{76D8E6D7-AADF-4D3E-BE6E-F340074CAB91}" dt="2022-05-26T06:12:46.817" v="46" actId="47"/>
        <pc:sldMkLst>
          <pc:docMk/>
          <pc:sldMk cId="2760042923" sldId="1001"/>
        </pc:sldMkLst>
      </pc:sldChg>
      <pc:sldChg chg="del">
        <pc:chgData name="Yeo Xiong Wei, Jonathan" userId="ac2b658e-7ce1-44bb-9f9f-bf4198ceaa29" providerId="ADAL" clId="{76D8E6D7-AADF-4D3E-BE6E-F340074CAB91}" dt="2022-05-26T06:12:46.817" v="46" actId="47"/>
        <pc:sldMkLst>
          <pc:docMk/>
          <pc:sldMk cId="2709728492" sldId="1002"/>
        </pc:sldMkLst>
      </pc:sldChg>
      <pc:sldChg chg="del">
        <pc:chgData name="Yeo Xiong Wei, Jonathan" userId="ac2b658e-7ce1-44bb-9f9f-bf4198ceaa29" providerId="ADAL" clId="{76D8E6D7-AADF-4D3E-BE6E-F340074CAB91}" dt="2022-05-26T06:12:46.817" v="46" actId="47"/>
        <pc:sldMkLst>
          <pc:docMk/>
          <pc:sldMk cId="2401209983" sldId="1004"/>
        </pc:sldMkLst>
      </pc:sldChg>
      <pc:sldChg chg="del">
        <pc:chgData name="Yeo Xiong Wei, Jonathan" userId="ac2b658e-7ce1-44bb-9f9f-bf4198ceaa29" providerId="ADAL" clId="{76D8E6D7-AADF-4D3E-BE6E-F340074CAB91}" dt="2022-05-26T06:12:46.817" v="46" actId="47"/>
        <pc:sldMkLst>
          <pc:docMk/>
          <pc:sldMk cId="1244654915" sldId="1005"/>
        </pc:sldMkLst>
      </pc:sldChg>
      <pc:sldChg chg="del">
        <pc:chgData name="Yeo Xiong Wei, Jonathan" userId="ac2b658e-7ce1-44bb-9f9f-bf4198ceaa29" providerId="ADAL" clId="{76D8E6D7-AADF-4D3E-BE6E-F340074CAB91}" dt="2022-05-26T06:12:46.817" v="46" actId="47"/>
        <pc:sldMkLst>
          <pc:docMk/>
          <pc:sldMk cId="2998425468" sldId="1006"/>
        </pc:sldMkLst>
      </pc:sldChg>
      <pc:sldChg chg="modSp add del mod">
        <pc:chgData name="Yeo Xiong Wei, Jonathan" userId="ac2b658e-7ce1-44bb-9f9f-bf4198ceaa29" providerId="ADAL" clId="{76D8E6D7-AADF-4D3E-BE6E-F340074CAB91}" dt="2022-05-26T06:12:46.817" v="46" actId="47"/>
        <pc:sldMkLst>
          <pc:docMk/>
          <pc:sldMk cId="2951512512" sldId="1007"/>
        </pc:sldMkLst>
        <pc:spChg chg="mod">
          <ac:chgData name="Yeo Xiong Wei, Jonathan" userId="ac2b658e-7ce1-44bb-9f9f-bf4198ceaa29" providerId="ADAL" clId="{76D8E6D7-AADF-4D3E-BE6E-F340074CAB91}" dt="2022-05-18T06:50:53.948" v="17" actId="20577"/>
          <ac:spMkLst>
            <pc:docMk/>
            <pc:sldMk cId="2951512512" sldId="1007"/>
            <ac:spMk id="2" creationId="{EAE8B178-01C8-4DCD-B46E-160FEEC9F757}"/>
          </ac:spMkLst>
        </pc:spChg>
      </pc:sldChg>
      <pc:sldChg chg="modSp add del mod">
        <pc:chgData name="Yeo Xiong Wei, Jonathan" userId="ac2b658e-7ce1-44bb-9f9f-bf4198ceaa29" providerId="ADAL" clId="{76D8E6D7-AADF-4D3E-BE6E-F340074CAB91}" dt="2022-05-26T06:12:46.817" v="46" actId="47"/>
        <pc:sldMkLst>
          <pc:docMk/>
          <pc:sldMk cId="1575323387" sldId="1008"/>
        </pc:sldMkLst>
        <pc:spChg chg="mod">
          <ac:chgData name="Yeo Xiong Wei, Jonathan" userId="ac2b658e-7ce1-44bb-9f9f-bf4198ceaa29" providerId="ADAL" clId="{76D8E6D7-AADF-4D3E-BE6E-F340074CAB91}" dt="2022-05-18T06:51:23.630" v="43" actId="20577"/>
          <ac:spMkLst>
            <pc:docMk/>
            <pc:sldMk cId="1575323387" sldId="1008"/>
            <ac:spMk id="2" creationId="{EAE8B178-01C8-4DCD-B46E-160FEEC9F757}"/>
          </ac:spMkLst>
        </pc:spChg>
      </pc:sldChg>
      <pc:sldChg chg="new del">
        <pc:chgData name="Yeo Xiong Wei, Jonathan" userId="ac2b658e-7ce1-44bb-9f9f-bf4198ceaa29" providerId="ADAL" clId="{76D8E6D7-AADF-4D3E-BE6E-F340074CAB91}" dt="2022-05-26T06:12:46.817" v="46" actId="47"/>
        <pc:sldMkLst>
          <pc:docMk/>
          <pc:sldMk cId="2599278897" sldId="1009"/>
        </pc:sldMkLst>
      </pc:sldChg>
      <pc:sldChg chg="new del">
        <pc:chgData name="Yeo Xiong Wei, Jonathan" userId="ac2b658e-7ce1-44bb-9f9f-bf4198ceaa29" providerId="ADAL" clId="{76D8E6D7-AADF-4D3E-BE6E-F340074CAB91}" dt="2022-05-26T06:12:46.817" v="46" actId="47"/>
        <pc:sldMkLst>
          <pc:docMk/>
          <pc:sldMk cId="3130135080" sldId="1010"/>
        </pc:sldMkLst>
      </pc:sldChg>
    </pc:docChg>
  </pc:docChgLst>
  <pc:docChgLst>
    <pc:chgData name="Yeo Xiong Wei, Jonathan" userId="ac2b658e-7ce1-44bb-9f9f-bf4198ceaa29" providerId="ADAL" clId="{FFDD408C-AF26-42A8-8D79-CAB1C8EE4407}"/>
    <pc:docChg chg="undo redo custSel addSld modSld">
      <pc:chgData name="Yeo Xiong Wei, Jonathan" userId="ac2b658e-7ce1-44bb-9f9f-bf4198ceaa29" providerId="ADAL" clId="{FFDD408C-AF26-42A8-8D79-CAB1C8EE4407}" dt="2022-10-13T10:10:52.258" v="1329" actId="1036"/>
      <pc:docMkLst>
        <pc:docMk/>
      </pc:docMkLst>
      <pc:sldChg chg="modAnim">
        <pc:chgData name="Yeo Xiong Wei, Jonathan" userId="ac2b658e-7ce1-44bb-9f9f-bf4198ceaa29" providerId="ADAL" clId="{FFDD408C-AF26-42A8-8D79-CAB1C8EE4407}" dt="2022-10-13T09:46:54.389" v="523"/>
        <pc:sldMkLst>
          <pc:docMk/>
          <pc:sldMk cId="1062100081" sldId="301"/>
        </pc:sldMkLst>
      </pc:sldChg>
      <pc:sldChg chg="modSp mod">
        <pc:chgData name="Yeo Xiong Wei, Jonathan" userId="ac2b658e-7ce1-44bb-9f9f-bf4198ceaa29" providerId="ADAL" clId="{FFDD408C-AF26-42A8-8D79-CAB1C8EE4407}" dt="2022-10-13T09:49:19.218" v="640" actId="113"/>
        <pc:sldMkLst>
          <pc:docMk/>
          <pc:sldMk cId="2736786001" sldId="303"/>
        </pc:sldMkLst>
        <pc:spChg chg="mod">
          <ac:chgData name="Yeo Xiong Wei, Jonathan" userId="ac2b658e-7ce1-44bb-9f9f-bf4198ceaa29" providerId="ADAL" clId="{FFDD408C-AF26-42A8-8D79-CAB1C8EE4407}" dt="2022-10-13T09:49:19.218" v="640" actId="113"/>
          <ac:spMkLst>
            <pc:docMk/>
            <pc:sldMk cId="2736786001" sldId="303"/>
            <ac:spMk id="32770" creationId="{00000000-0000-0000-0000-000000000000}"/>
          </ac:spMkLst>
        </pc:spChg>
      </pc:sldChg>
      <pc:sldChg chg="modAnim">
        <pc:chgData name="Yeo Xiong Wei, Jonathan" userId="ac2b658e-7ce1-44bb-9f9f-bf4198ceaa29" providerId="ADAL" clId="{FFDD408C-AF26-42A8-8D79-CAB1C8EE4407}" dt="2022-10-13T09:48:36.320" v="598"/>
        <pc:sldMkLst>
          <pc:docMk/>
          <pc:sldMk cId="1702885413" sldId="317"/>
        </pc:sldMkLst>
      </pc:sldChg>
      <pc:sldChg chg="modSp modAnim">
        <pc:chgData name="Yeo Xiong Wei, Jonathan" userId="ac2b658e-7ce1-44bb-9f9f-bf4198ceaa29" providerId="ADAL" clId="{FFDD408C-AF26-42A8-8D79-CAB1C8EE4407}" dt="2022-10-13T09:49:40.171" v="645"/>
        <pc:sldMkLst>
          <pc:docMk/>
          <pc:sldMk cId="3920119451" sldId="332"/>
        </pc:sldMkLst>
        <pc:spChg chg="mod">
          <ac:chgData name="Yeo Xiong Wei, Jonathan" userId="ac2b658e-7ce1-44bb-9f9f-bf4198ceaa29" providerId="ADAL" clId="{FFDD408C-AF26-42A8-8D79-CAB1C8EE4407}" dt="2022-10-13T09:49:10.684" v="639" actId="113"/>
          <ac:spMkLst>
            <pc:docMk/>
            <pc:sldMk cId="3920119451" sldId="332"/>
            <ac:spMk id="62466" creationId="{00000000-0000-0000-0000-000000000000}"/>
          </ac:spMkLst>
        </pc:spChg>
      </pc:sldChg>
      <pc:sldChg chg="modSp">
        <pc:chgData name="Yeo Xiong Wei, Jonathan" userId="ac2b658e-7ce1-44bb-9f9f-bf4198ceaa29" providerId="ADAL" clId="{FFDD408C-AF26-42A8-8D79-CAB1C8EE4407}" dt="2022-10-13T09:49:30.561" v="644" actId="20577"/>
        <pc:sldMkLst>
          <pc:docMk/>
          <pc:sldMk cId="745064473" sldId="333"/>
        </pc:sldMkLst>
        <pc:spChg chg="mod">
          <ac:chgData name="Yeo Xiong Wei, Jonathan" userId="ac2b658e-7ce1-44bb-9f9f-bf4198ceaa29" providerId="ADAL" clId="{FFDD408C-AF26-42A8-8D79-CAB1C8EE4407}" dt="2022-10-13T09:49:30.561" v="644" actId="20577"/>
          <ac:spMkLst>
            <pc:docMk/>
            <pc:sldMk cId="745064473" sldId="333"/>
            <ac:spMk id="63490" creationId="{00000000-0000-0000-0000-000000000000}"/>
          </ac:spMkLst>
        </pc:spChg>
      </pc:sldChg>
      <pc:sldChg chg="modSp mod">
        <pc:chgData name="Yeo Xiong Wei, Jonathan" userId="ac2b658e-7ce1-44bb-9f9f-bf4198ceaa29" providerId="ADAL" clId="{FFDD408C-AF26-42A8-8D79-CAB1C8EE4407}" dt="2022-10-13T09:51:07.960" v="647" actId="20577"/>
        <pc:sldMkLst>
          <pc:docMk/>
          <pc:sldMk cId="434201001" sldId="338"/>
        </pc:sldMkLst>
        <pc:spChg chg="mod">
          <ac:chgData name="Yeo Xiong Wei, Jonathan" userId="ac2b658e-7ce1-44bb-9f9f-bf4198ceaa29" providerId="ADAL" clId="{FFDD408C-AF26-42A8-8D79-CAB1C8EE4407}" dt="2022-10-13T09:51:07.960" v="647" actId="20577"/>
          <ac:spMkLst>
            <pc:docMk/>
            <pc:sldMk cId="434201001" sldId="338"/>
            <ac:spMk id="68610" creationId="{00000000-0000-0000-0000-000000000000}"/>
          </ac:spMkLst>
        </pc:spChg>
      </pc:sldChg>
      <pc:sldChg chg="modAnim">
        <pc:chgData name="Yeo Xiong Wei, Jonathan" userId="ac2b658e-7ce1-44bb-9f9f-bf4198ceaa29" providerId="ADAL" clId="{FFDD408C-AF26-42A8-8D79-CAB1C8EE4407}" dt="2022-10-13T09:51:24.988" v="648"/>
        <pc:sldMkLst>
          <pc:docMk/>
          <pc:sldMk cId="1748669557" sldId="341"/>
        </pc:sldMkLst>
      </pc:sldChg>
      <pc:sldChg chg="modSp modAnim">
        <pc:chgData name="Yeo Xiong Wei, Jonathan" userId="ac2b658e-7ce1-44bb-9f9f-bf4198ceaa29" providerId="ADAL" clId="{FFDD408C-AF26-42A8-8D79-CAB1C8EE4407}" dt="2022-10-13T09:46:35.629" v="522" actId="404"/>
        <pc:sldMkLst>
          <pc:docMk/>
          <pc:sldMk cId="4146181364" sldId="415"/>
        </pc:sldMkLst>
        <pc:spChg chg="mod">
          <ac:chgData name="Yeo Xiong Wei, Jonathan" userId="ac2b658e-7ce1-44bb-9f9f-bf4198ceaa29" providerId="ADAL" clId="{FFDD408C-AF26-42A8-8D79-CAB1C8EE4407}" dt="2022-10-13T09:46:35.629" v="522" actId="404"/>
          <ac:spMkLst>
            <pc:docMk/>
            <pc:sldMk cId="4146181364" sldId="415"/>
            <ac:spMk id="3" creationId="{CDF4B2E5-1CF0-4D19-AFAA-E09B13AE7CF3}"/>
          </ac:spMkLst>
        </pc:spChg>
      </pc:sldChg>
      <pc:sldChg chg="modAnim">
        <pc:chgData name="Yeo Xiong Wei, Jonathan" userId="ac2b658e-7ce1-44bb-9f9f-bf4198ceaa29" providerId="ADAL" clId="{FFDD408C-AF26-42A8-8D79-CAB1C8EE4407}" dt="2022-10-13T09:38:03.944" v="1"/>
        <pc:sldMkLst>
          <pc:docMk/>
          <pc:sldMk cId="609857261" sldId="448"/>
        </pc:sldMkLst>
      </pc:sldChg>
      <pc:sldChg chg="modNotesTx">
        <pc:chgData name="Yeo Xiong Wei, Jonathan" userId="ac2b658e-7ce1-44bb-9f9f-bf4198ceaa29" providerId="ADAL" clId="{FFDD408C-AF26-42A8-8D79-CAB1C8EE4407}" dt="2022-10-13T09:47:21.625" v="525" actId="6549"/>
        <pc:sldMkLst>
          <pc:docMk/>
          <pc:sldMk cId="2766970164" sldId="988"/>
        </pc:sldMkLst>
      </pc:sldChg>
      <pc:sldChg chg="modNotesTx">
        <pc:chgData name="Yeo Xiong Wei, Jonathan" userId="ac2b658e-7ce1-44bb-9f9f-bf4198ceaa29" providerId="ADAL" clId="{FFDD408C-AF26-42A8-8D79-CAB1C8EE4407}" dt="2022-10-13T09:47:19.415" v="524" actId="6549"/>
        <pc:sldMkLst>
          <pc:docMk/>
          <pc:sldMk cId="3488352532" sldId="989"/>
        </pc:sldMkLst>
      </pc:sldChg>
      <pc:sldChg chg="modAnim modNotesTx">
        <pc:chgData name="Yeo Xiong Wei, Jonathan" userId="ac2b658e-7ce1-44bb-9f9f-bf4198ceaa29" providerId="ADAL" clId="{FFDD408C-AF26-42A8-8D79-CAB1C8EE4407}" dt="2022-10-13T09:48:22.435" v="597"/>
        <pc:sldMkLst>
          <pc:docMk/>
          <pc:sldMk cId="1890180024" sldId="990"/>
        </pc:sldMkLst>
      </pc:sldChg>
      <pc:sldChg chg="modAnim">
        <pc:chgData name="Yeo Xiong Wei, Jonathan" userId="ac2b658e-7ce1-44bb-9f9f-bf4198ceaa29" providerId="ADAL" clId="{FFDD408C-AF26-42A8-8D79-CAB1C8EE4407}" dt="2022-10-13T09:51:33.015" v="649"/>
        <pc:sldMkLst>
          <pc:docMk/>
          <pc:sldMk cId="264684988" sldId="993"/>
        </pc:sldMkLst>
      </pc:sldChg>
      <pc:sldChg chg="modSp modAnim">
        <pc:chgData name="Yeo Xiong Wei, Jonathan" userId="ac2b658e-7ce1-44bb-9f9f-bf4198ceaa29" providerId="ADAL" clId="{FFDD408C-AF26-42A8-8D79-CAB1C8EE4407}" dt="2022-10-13T09:53:16.517" v="706"/>
        <pc:sldMkLst>
          <pc:docMk/>
          <pc:sldMk cId="1584622828" sldId="995"/>
        </pc:sldMkLst>
        <pc:spChg chg="mod">
          <ac:chgData name="Yeo Xiong Wei, Jonathan" userId="ac2b658e-7ce1-44bb-9f9f-bf4198ceaa29" providerId="ADAL" clId="{FFDD408C-AF26-42A8-8D79-CAB1C8EE4407}" dt="2022-10-13T09:53:12.424" v="705" actId="20577"/>
          <ac:spMkLst>
            <pc:docMk/>
            <pc:sldMk cId="1584622828" sldId="995"/>
            <ac:spMk id="63490" creationId="{00000000-0000-0000-0000-000000000000}"/>
          </ac:spMkLst>
        </pc:spChg>
      </pc:sldChg>
      <pc:sldChg chg="modSp mod">
        <pc:chgData name="Yeo Xiong Wei, Jonathan" userId="ac2b658e-7ce1-44bb-9f9f-bf4198ceaa29" providerId="ADAL" clId="{FFDD408C-AF26-42A8-8D79-CAB1C8EE4407}" dt="2022-10-13T09:54:44.569" v="788" actId="20577"/>
        <pc:sldMkLst>
          <pc:docMk/>
          <pc:sldMk cId="2599278897" sldId="1009"/>
        </pc:sldMkLst>
        <pc:spChg chg="mod">
          <ac:chgData name="Yeo Xiong Wei, Jonathan" userId="ac2b658e-7ce1-44bb-9f9f-bf4198ceaa29" providerId="ADAL" clId="{FFDD408C-AF26-42A8-8D79-CAB1C8EE4407}" dt="2022-10-13T09:54:44.569" v="788" actId="20577"/>
          <ac:spMkLst>
            <pc:docMk/>
            <pc:sldMk cId="2599278897" sldId="1009"/>
            <ac:spMk id="3" creationId="{D195060D-B1A5-D17B-DB0B-CBF6A0833656}"/>
          </ac:spMkLst>
        </pc:spChg>
      </pc:sldChg>
      <pc:sldChg chg="modSp mod modAnim">
        <pc:chgData name="Yeo Xiong Wei, Jonathan" userId="ac2b658e-7ce1-44bb-9f9f-bf4198ceaa29" providerId="ADAL" clId="{FFDD408C-AF26-42A8-8D79-CAB1C8EE4407}" dt="2022-10-13T09:52:20.821" v="666"/>
        <pc:sldMkLst>
          <pc:docMk/>
          <pc:sldMk cId="1637301243" sldId="1017"/>
        </pc:sldMkLst>
        <pc:spChg chg="mod">
          <ac:chgData name="Yeo Xiong Wei, Jonathan" userId="ac2b658e-7ce1-44bb-9f9f-bf4198ceaa29" providerId="ADAL" clId="{FFDD408C-AF26-42A8-8D79-CAB1C8EE4407}" dt="2022-10-13T09:51:52.586" v="665" actId="20577"/>
          <ac:spMkLst>
            <pc:docMk/>
            <pc:sldMk cId="1637301243" sldId="1017"/>
            <ac:spMk id="63490" creationId="{00000000-0000-0000-0000-000000000000}"/>
          </ac:spMkLst>
        </pc:spChg>
      </pc:sldChg>
      <pc:sldChg chg="modSp mod">
        <pc:chgData name="Yeo Xiong Wei, Jonathan" userId="ac2b658e-7ce1-44bb-9f9f-bf4198ceaa29" providerId="ADAL" clId="{FFDD408C-AF26-42A8-8D79-CAB1C8EE4407}" dt="2022-10-13T09:48:58.242" v="638" actId="20577"/>
        <pc:sldMkLst>
          <pc:docMk/>
          <pc:sldMk cId="67961189" sldId="1018"/>
        </pc:sldMkLst>
        <pc:spChg chg="mod">
          <ac:chgData name="Yeo Xiong Wei, Jonathan" userId="ac2b658e-7ce1-44bb-9f9f-bf4198ceaa29" providerId="ADAL" clId="{FFDD408C-AF26-42A8-8D79-CAB1C8EE4407}" dt="2022-10-13T09:48:58.242" v="638" actId="20577"/>
          <ac:spMkLst>
            <pc:docMk/>
            <pc:sldMk cId="67961189" sldId="1018"/>
            <ac:spMk id="29698" creationId="{00000000-0000-0000-0000-000000000000}"/>
          </ac:spMkLst>
        </pc:spChg>
      </pc:sldChg>
      <pc:sldChg chg="addSp modSp add mod">
        <pc:chgData name="Yeo Xiong Wei, Jonathan" userId="ac2b658e-7ce1-44bb-9f9f-bf4198ceaa29" providerId="ADAL" clId="{FFDD408C-AF26-42A8-8D79-CAB1C8EE4407}" dt="2022-10-13T10:10:52.258" v="1329" actId="1036"/>
        <pc:sldMkLst>
          <pc:docMk/>
          <pc:sldMk cId="410549057" sldId="1019"/>
        </pc:sldMkLst>
        <pc:spChg chg="mod">
          <ac:chgData name="Yeo Xiong Wei, Jonathan" userId="ac2b658e-7ce1-44bb-9f9f-bf4198ceaa29" providerId="ADAL" clId="{FFDD408C-AF26-42A8-8D79-CAB1C8EE4407}" dt="2022-10-13T10:00:53.780" v="792" actId="20577"/>
          <ac:spMkLst>
            <pc:docMk/>
            <pc:sldMk cId="410549057" sldId="1019"/>
            <ac:spMk id="2" creationId="{141545B8-14FC-4EE7-BE64-CA386A90E219}"/>
          </ac:spMkLst>
        </pc:spChg>
        <pc:spChg chg="mod">
          <ac:chgData name="Yeo Xiong Wei, Jonathan" userId="ac2b658e-7ce1-44bb-9f9f-bf4198ceaa29" providerId="ADAL" clId="{FFDD408C-AF26-42A8-8D79-CAB1C8EE4407}" dt="2022-10-13T10:10:43.265" v="1306" actId="1036"/>
          <ac:spMkLst>
            <pc:docMk/>
            <pc:sldMk cId="410549057" sldId="1019"/>
            <ac:spMk id="3" creationId="{CDF4B2E5-1CF0-4D19-AFAA-E09B13AE7CF3}"/>
          </ac:spMkLst>
        </pc:spChg>
        <pc:spChg chg="add mod">
          <ac:chgData name="Yeo Xiong Wei, Jonathan" userId="ac2b658e-7ce1-44bb-9f9f-bf4198ceaa29" providerId="ADAL" clId="{FFDD408C-AF26-42A8-8D79-CAB1C8EE4407}" dt="2022-10-13T10:06:10.536" v="1107" actId="164"/>
          <ac:spMkLst>
            <pc:docMk/>
            <pc:sldMk cId="410549057" sldId="1019"/>
            <ac:spMk id="9" creationId="{B33BEC53-BAD5-7BC1-3429-31BB0F8F6245}"/>
          </ac:spMkLst>
        </pc:spChg>
        <pc:spChg chg="add mod">
          <ac:chgData name="Yeo Xiong Wei, Jonathan" userId="ac2b658e-7ce1-44bb-9f9f-bf4198ceaa29" providerId="ADAL" clId="{FFDD408C-AF26-42A8-8D79-CAB1C8EE4407}" dt="2022-10-13T10:06:10.536" v="1107" actId="164"/>
          <ac:spMkLst>
            <pc:docMk/>
            <pc:sldMk cId="410549057" sldId="1019"/>
            <ac:spMk id="10" creationId="{0947DAE7-A203-3B68-A6F3-F40705CD61CF}"/>
          </ac:spMkLst>
        </pc:spChg>
        <pc:spChg chg="add mod">
          <ac:chgData name="Yeo Xiong Wei, Jonathan" userId="ac2b658e-7ce1-44bb-9f9f-bf4198ceaa29" providerId="ADAL" clId="{FFDD408C-AF26-42A8-8D79-CAB1C8EE4407}" dt="2022-10-13T10:06:10.536" v="1107" actId="164"/>
          <ac:spMkLst>
            <pc:docMk/>
            <pc:sldMk cId="410549057" sldId="1019"/>
            <ac:spMk id="11" creationId="{A70BAEA6-A1A6-7072-A2D2-A562749F3149}"/>
          </ac:spMkLst>
        </pc:spChg>
        <pc:spChg chg="add mod">
          <ac:chgData name="Yeo Xiong Wei, Jonathan" userId="ac2b658e-7ce1-44bb-9f9f-bf4198ceaa29" providerId="ADAL" clId="{FFDD408C-AF26-42A8-8D79-CAB1C8EE4407}" dt="2022-10-13T10:06:10.536" v="1107" actId="164"/>
          <ac:spMkLst>
            <pc:docMk/>
            <pc:sldMk cId="410549057" sldId="1019"/>
            <ac:spMk id="12" creationId="{6B8C8A6D-725C-4549-FD9C-18B12072BD87}"/>
          </ac:spMkLst>
        </pc:spChg>
        <pc:spChg chg="add mod">
          <ac:chgData name="Yeo Xiong Wei, Jonathan" userId="ac2b658e-7ce1-44bb-9f9f-bf4198ceaa29" providerId="ADAL" clId="{FFDD408C-AF26-42A8-8D79-CAB1C8EE4407}" dt="2022-10-13T10:10:49.192" v="1307" actId="164"/>
          <ac:spMkLst>
            <pc:docMk/>
            <pc:sldMk cId="410549057" sldId="1019"/>
            <ac:spMk id="14" creationId="{A03C565D-C1A5-A90B-F168-A5D9D3AF0E27}"/>
          </ac:spMkLst>
        </pc:spChg>
        <pc:spChg chg="add mod">
          <ac:chgData name="Yeo Xiong Wei, Jonathan" userId="ac2b658e-7ce1-44bb-9f9f-bf4198ceaa29" providerId="ADAL" clId="{FFDD408C-AF26-42A8-8D79-CAB1C8EE4407}" dt="2022-10-13T10:10:49.192" v="1307" actId="164"/>
          <ac:spMkLst>
            <pc:docMk/>
            <pc:sldMk cId="410549057" sldId="1019"/>
            <ac:spMk id="15" creationId="{24F0A178-5A50-4592-BF41-9C2D17641E8E}"/>
          </ac:spMkLst>
        </pc:spChg>
        <pc:spChg chg="add mod">
          <ac:chgData name="Yeo Xiong Wei, Jonathan" userId="ac2b658e-7ce1-44bb-9f9f-bf4198ceaa29" providerId="ADAL" clId="{FFDD408C-AF26-42A8-8D79-CAB1C8EE4407}" dt="2022-10-13T10:10:49.192" v="1307" actId="164"/>
          <ac:spMkLst>
            <pc:docMk/>
            <pc:sldMk cId="410549057" sldId="1019"/>
            <ac:spMk id="16" creationId="{7F40BCC8-1263-E197-6DA2-7B738EA74901}"/>
          </ac:spMkLst>
        </pc:spChg>
        <pc:spChg chg="add mod">
          <ac:chgData name="Yeo Xiong Wei, Jonathan" userId="ac2b658e-7ce1-44bb-9f9f-bf4198ceaa29" providerId="ADAL" clId="{FFDD408C-AF26-42A8-8D79-CAB1C8EE4407}" dt="2022-10-13T10:10:49.192" v="1307" actId="164"/>
          <ac:spMkLst>
            <pc:docMk/>
            <pc:sldMk cId="410549057" sldId="1019"/>
            <ac:spMk id="17" creationId="{FCCC7295-859B-6070-D616-AD65AD60FC92}"/>
          </ac:spMkLst>
        </pc:spChg>
        <pc:spChg chg="add mod">
          <ac:chgData name="Yeo Xiong Wei, Jonathan" userId="ac2b658e-7ce1-44bb-9f9f-bf4198ceaa29" providerId="ADAL" clId="{FFDD408C-AF26-42A8-8D79-CAB1C8EE4407}" dt="2022-10-13T10:10:49.192" v="1307" actId="164"/>
          <ac:spMkLst>
            <pc:docMk/>
            <pc:sldMk cId="410549057" sldId="1019"/>
            <ac:spMk id="18" creationId="{0840B03A-0BCA-0D2F-A92A-25CFC579CDBB}"/>
          </ac:spMkLst>
        </pc:spChg>
        <pc:spChg chg="add mod">
          <ac:chgData name="Yeo Xiong Wei, Jonathan" userId="ac2b658e-7ce1-44bb-9f9f-bf4198ceaa29" providerId="ADAL" clId="{FFDD408C-AF26-42A8-8D79-CAB1C8EE4407}" dt="2022-10-13T10:10:49.192" v="1307" actId="164"/>
          <ac:spMkLst>
            <pc:docMk/>
            <pc:sldMk cId="410549057" sldId="1019"/>
            <ac:spMk id="19" creationId="{7A849082-43C3-23A2-40AA-4507A7DF24FD}"/>
          </ac:spMkLst>
        </pc:spChg>
        <pc:spChg chg="add mod">
          <ac:chgData name="Yeo Xiong Wei, Jonathan" userId="ac2b658e-7ce1-44bb-9f9f-bf4198ceaa29" providerId="ADAL" clId="{FFDD408C-AF26-42A8-8D79-CAB1C8EE4407}" dt="2022-10-13T10:10:49.192" v="1307" actId="164"/>
          <ac:spMkLst>
            <pc:docMk/>
            <pc:sldMk cId="410549057" sldId="1019"/>
            <ac:spMk id="20" creationId="{C40E2F49-2010-F45A-9982-0092BFCE8B05}"/>
          </ac:spMkLst>
        </pc:spChg>
        <pc:grpChg chg="add mod">
          <ac:chgData name="Yeo Xiong Wei, Jonathan" userId="ac2b658e-7ce1-44bb-9f9f-bf4198ceaa29" providerId="ADAL" clId="{FFDD408C-AF26-42A8-8D79-CAB1C8EE4407}" dt="2022-10-13T10:10:49.192" v="1307" actId="164"/>
          <ac:grpSpMkLst>
            <pc:docMk/>
            <pc:sldMk cId="410549057" sldId="1019"/>
            <ac:grpSpMk id="13" creationId="{A0494B99-5FE7-D4FA-FD94-883F6CA4D3A0}"/>
          </ac:grpSpMkLst>
        </pc:grpChg>
        <pc:grpChg chg="add mod">
          <ac:chgData name="Yeo Xiong Wei, Jonathan" userId="ac2b658e-7ce1-44bb-9f9f-bf4198ceaa29" providerId="ADAL" clId="{FFDD408C-AF26-42A8-8D79-CAB1C8EE4407}" dt="2022-10-13T10:10:52.258" v="1329" actId="1036"/>
          <ac:grpSpMkLst>
            <pc:docMk/>
            <pc:sldMk cId="410549057" sldId="1019"/>
            <ac:grpSpMk id="26" creationId="{F86FFC5B-C1D4-7F32-CBB6-E89F86BC64A5}"/>
          </ac:grpSpMkLst>
        </pc:grpChg>
        <pc:cxnChg chg="add mod">
          <ac:chgData name="Yeo Xiong Wei, Jonathan" userId="ac2b658e-7ce1-44bb-9f9f-bf4198ceaa29" providerId="ADAL" clId="{FFDD408C-AF26-42A8-8D79-CAB1C8EE4407}" dt="2022-10-13T10:06:10.536" v="1107" actId="164"/>
          <ac:cxnSpMkLst>
            <pc:docMk/>
            <pc:sldMk cId="410549057" sldId="1019"/>
            <ac:cxnSpMk id="6" creationId="{FA49ADDA-E986-6EBB-E698-8412AC323A77}"/>
          </ac:cxnSpMkLst>
        </pc:cxnChg>
        <pc:cxnChg chg="add mod">
          <ac:chgData name="Yeo Xiong Wei, Jonathan" userId="ac2b658e-7ce1-44bb-9f9f-bf4198ceaa29" providerId="ADAL" clId="{FFDD408C-AF26-42A8-8D79-CAB1C8EE4407}" dt="2022-10-13T10:06:10.536" v="1107" actId="164"/>
          <ac:cxnSpMkLst>
            <pc:docMk/>
            <pc:sldMk cId="410549057" sldId="1019"/>
            <ac:cxnSpMk id="8" creationId="{42C2041F-9381-3E15-AD0C-EC54F02B73FE}"/>
          </ac:cxnSpMkLst>
        </pc:cxnChg>
        <pc:cxnChg chg="add mod ord">
          <ac:chgData name="Yeo Xiong Wei, Jonathan" userId="ac2b658e-7ce1-44bb-9f9f-bf4198ceaa29" providerId="ADAL" clId="{FFDD408C-AF26-42A8-8D79-CAB1C8EE4407}" dt="2022-10-13T10:10:49.192" v="1307" actId="164"/>
          <ac:cxnSpMkLst>
            <pc:docMk/>
            <pc:sldMk cId="410549057" sldId="1019"/>
            <ac:cxnSpMk id="22" creationId="{C4687BCE-FC05-9B29-5D67-20FA204A7D9A}"/>
          </ac:cxnSpMkLst>
        </pc:cxnChg>
        <pc:cxnChg chg="add mod ord">
          <ac:chgData name="Yeo Xiong Wei, Jonathan" userId="ac2b658e-7ce1-44bb-9f9f-bf4198ceaa29" providerId="ADAL" clId="{FFDD408C-AF26-42A8-8D79-CAB1C8EE4407}" dt="2022-10-13T10:10:49.192" v="1307" actId="164"/>
          <ac:cxnSpMkLst>
            <pc:docMk/>
            <pc:sldMk cId="410549057" sldId="1019"/>
            <ac:cxnSpMk id="23" creationId="{7AA5402A-A78C-AAC2-920B-DAB35F3CEAC6}"/>
          </ac:cxnSpMkLst>
        </pc:cxnChg>
        <pc:cxnChg chg="add mod ord">
          <ac:chgData name="Yeo Xiong Wei, Jonathan" userId="ac2b658e-7ce1-44bb-9f9f-bf4198ceaa29" providerId="ADAL" clId="{FFDD408C-AF26-42A8-8D79-CAB1C8EE4407}" dt="2022-10-13T10:10:49.192" v="1307" actId="164"/>
          <ac:cxnSpMkLst>
            <pc:docMk/>
            <pc:sldMk cId="410549057" sldId="1019"/>
            <ac:cxnSpMk id="24" creationId="{2EEF77A9-C336-9DDC-CF72-D58248F2FA3A}"/>
          </ac:cxnSpMkLst>
        </pc:cxnChg>
        <pc:cxnChg chg="add mod ord">
          <ac:chgData name="Yeo Xiong Wei, Jonathan" userId="ac2b658e-7ce1-44bb-9f9f-bf4198ceaa29" providerId="ADAL" clId="{FFDD408C-AF26-42A8-8D79-CAB1C8EE4407}" dt="2022-10-13T10:10:49.192" v="1307" actId="164"/>
          <ac:cxnSpMkLst>
            <pc:docMk/>
            <pc:sldMk cId="410549057" sldId="1019"/>
            <ac:cxnSpMk id="25" creationId="{EFEBDCCF-8148-0BA2-FF09-1BA9BC4AC38D}"/>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DB0B2D-9B8B-444C-A30D-8B3ED937B93F}"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SG"/>
        </a:p>
      </dgm:t>
    </dgm:pt>
    <dgm:pt modelId="{60B42836-08EA-4F41-BDE1-B9026F986008}">
      <dgm:prSet phldrT="[Text]"/>
      <dgm:spPr/>
      <dgm:t>
        <a:bodyPr/>
        <a:lstStyle/>
        <a:p>
          <a:r>
            <a:rPr lang="en-SG" dirty="0"/>
            <a:t>PS5</a:t>
          </a:r>
        </a:p>
      </dgm:t>
    </dgm:pt>
    <dgm:pt modelId="{CDEA83F2-D9F9-4AA1-B461-27BA87944DA6}" type="parTrans" cxnId="{E7FB97D9-6515-4534-8118-87099EA99523}">
      <dgm:prSet/>
      <dgm:spPr/>
      <dgm:t>
        <a:bodyPr/>
        <a:lstStyle/>
        <a:p>
          <a:endParaRPr lang="en-SG"/>
        </a:p>
      </dgm:t>
    </dgm:pt>
    <dgm:pt modelId="{ECDC89FE-4237-45BA-8CF0-F2832CFCE092}" type="sibTrans" cxnId="{E7FB97D9-6515-4534-8118-87099EA99523}">
      <dgm:prSet/>
      <dgm:spPr/>
      <dgm:t>
        <a:bodyPr/>
        <a:lstStyle/>
        <a:p>
          <a:endParaRPr lang="en-SG"/>
        </a:p>
      </dgm:t>
    </dgm:pt>
    <dgm:pt modelId="{F3053868-C57A-4055-9640-EFA7C5E2A959}">
      <dgm:prSet phldrT="[Text]"/>
      <dgm:spPr/>
      <dgm:t>
        <a:bodyPr/>
        <a:lstStyle/>
        <a:p>
          <a:r>
            <a:rPr lang="en-SG" dirty="0"/>
            <a:t>Games</a:t>
          </a:r>
        </a:p>
      </dgm:t>
    </dgm:pt>
    <dgm:pt modelId="{5710F33D-51DC-457D-A4DC-AB88052E47C3}" type="parTrans" cxnId="{B700DD36-9FB4-46F5-8E31-FC515F5ECBA8}">
      <dgm:prSet/>
      <dgm:spPr/>
      <dgm:t>
        <a:bodyPr/>
        <a:lstStyle/>
        <a:p>
          <a:endParaRPr lang="en-SG"/>
        </a:p>
      </dgm:t>
    </dgm:pt>
    <dgm:pt modelId="{B8773A17-4BA3-4CDF-AFB3-75AA0D6D8DF9}" type="sibTrans" cxnId="{B700DD36-9FB4-46F5-8E31-FC515F5ECBA8}">
      <dgm:prSet/>
      <dgm:spPr/>
      <dgm:t>
        <a:bodyPr/>
        <a:lstStyle/>
        <a:p>
          <a:endParaRPr lang="en-SG"/>
        </a:p>
      </dgm:t>
    </dgm:pt>
    <dgm:pt modelId="{22804106-0D59-4C3F-A86A-A6378174F637}" type="pres">
      <dgm:prSet presAssocID="{09DB0B2D-9B8B-444C-A30D-8B3ED937B93F}" presName="cycle" presStyleCnt="0">
        <dgm:presLayoutVars>
          <dgm:dir/>
          <dgm:resizeHandles val="exact"/>
        </dgm:presLayoutVars>
      </dgm:prSet>
      <dgm:spPr/>
    </dgm:pt>
    <dgm:pt modelId="{F21CF5C8-FA53-404D-9246-E37123A2445B}" type="pres">
      <dgm:prSet presAssocID="{60B42836-08EA-4F41-BDE1-B9026F986008}" presName="node" presStyleLbl="node1" presStyleIdx="0" presStyleCnt="2">
        <dgm:presLayoutVars>
          <dgm:bulletEnabled val="1"/>
        </dgm:presLayoutVars>
      </dgm:prSet>
      <dgm:spPr/>
    </dgm:pt>
    <dgm:pt modelId="{5BB4B6F8-0E07-4A4D-BC9A-D89EE00DA5DD}" type="pres">
      <dgm:prSet presAssocID="{ECDC89FE-4237-45BA-8CF0-F2832CFCE092}" presName="sibTrans" presStyleLbl="sibTrans2D1" presStyleIdx="0" presStyleCnt="2"/>
      <dgm:spPr/>
    </dgm:pt>
    <dgm:pt modelId="{8799D7FA-A16E-4C37-9A72-C10DA852B391}" type="pres">
      <dgm:prSet presAssocID="{ECDC89FE-4237-45BA-8CF0-F2832CFCE092}" presName="connectorText" presStyleLbl="sibTrans2D1" presStyleIdx="0" presStyleCnt="2"/>
      <dgm:spPr/>
    </dgm:pt>
    <dgm:pt modelId="{184A592E-5166-4945-8BA9-1E0A0DBD1D14}" type="pres">
      <dgm:prSet presAssocID="{F3053868-C57A-4055-9640-EFA7C5E2A959}" presName="node" presStyleLbl="node1" presStyleIdx="1" presStyleCnt="2">
        <dgm:presLayoutVars>
          <dgm:bulletEnabled val="1"/>
        </dgm:presLayoutVars>
      </dgm:prSet>
      <dgm:spPr/>
    </dgm:pt>
    <dgm:pt modelId="{244B7EBB-A356-4940-A4B5-6B960D74E8A6}" type="pres">
      <dgm:prSet presAssocID="{B8773A17-4BA3-4CDF-AFB3-75AA0D6D8DF9}" presName="sibTrans" presStyleLbl="sibTrans2D1" presStyleIdx="1" presStyleCnt="2"/>
      <dgm:spPr/>
    </dgm:pt>
    <dgm:pt modelId="{7D3D9C06-ADBC-4372-80DD-BF232748AC26}" type="pres">
      <dgm:prSet presAssocID="{B8773A17-4BA3-4CDF-AFB3-75AA0D6D8DF9}" presName="connectorText" presStyleLbl="sibTrans2D1" presStyleIdx="1" presStyleCnt="2"/>
      <dgm:spPr/>
    </dgm:pt>
  </dgm:ptLst>
  <dgm:cxnLst>
    <dgm:cxn modelId="{D6E51736-8B7C-4258-9A03-E9BC2C1E2827}" type="presOf" srcId="{09DB0B2D-9B8B-444C-A30D-8B3ED937B93F}" destId="{22804106-0D59-4C3F-A86A-A6378174F637}" srcOrd="0" destOrd="0" presId="urn:microsoft.com/office/officeart/2005/8/layout/cycle2"/>
    <dgm:cxn modelId="{B700DD36-9FB4-46F5-8E31-FC515F5ECBA8}" srcId="{09DB0B2D-9B8B-444C-A30D-8B3ED937B93F}" destId="{F3053868-C57A-4055-9640-EFA7C5E2A959}" srcOrd="1" destOrd="0" parTransId="{5710F33D-51DC-457D-A4DC-AB88052E47C3}" sibTransId="{B8773A17-4BA3-4CDF-AFB3-75AA0D6D8DF9}"/>
    <dgm:cxn modelId="{3CE60F51-33C7-4553-9A56-98066E59B207}" type="presOf" srcId="{F3053868-C57A-4055-9640-EFA7C5E2A959}" destId="{184A592E-5166-4945-8BA9-1E0A0DBD1D14}" srcOrd="0" destOrd="0" presId="urn:microsoft.com/office/officeart/2005/8/layout/cycle2"/>
    <dgm:cxn modelId="{0D676887-A966-4466-AC67-62AE93EF0C22}" type="presOf" srcId="{ECDC89FE-4237-45BA-8CF0-F2832CFCE092}" destId="{5BB4B6F8-0E07-4A4D-BC9A-D89EE00DA5DD}" srcOrd="0" destOrd="0" presId="urn:microsoft.com/office/officeart/2005/8/layout/cycle2"/>
    <dgm:cxn modelId="{488179AE-4141-4B85-A8F1-43590AB8C4A5}" type="presOf" srcId="{B8773A17-4BA3-4CDF-AFB3-75AA0D6D8DF9}" destId="{244B7EBB-A356-4940-A4B5-6B960D74E8A6}" srcOrd="0" destOrd="0" presId="urn:microsoft.com/office/officeart/2005/8/layout/cycle2"/>
    <dgm:cxn modelId="{DA82BCBF-D57B-480D-90CA-CDBD4F4764E8}" type="presOf" srcId="{ECDC89FE-4237-45BA-8CF0-F2832CFCE092}" destId="{8799D7FA-A16E-4C37-9A72-C10DA852B391}" srcOrd="1" destOrd="0" presId="urn:microsoft.com/office/officeart/2005/8/layout/cycle2"/>
    <dgm:cxn modelId="{ED933CC0-DB2B-4408-A0C0-4B1EF44E1A15}" type="presOf" srcId="{B8773A17-4BA3-4CDF-AFB3-75AA0D6D8DF9}" destId="{7D3D9C06-ADBC-4372-80DD-BF232748AC26}" srcOrd="1" destOrd="0" presId="urn:microsoft.com/office/officeart/2005/8/layout/cycle2"/>
    <dgm:cxn modelId="{E7FB97D9-6515-4534-8118-87099EA99523}" srcId="{09DB0B2D-9B8B-444C-A30D-8B3ED937B93F}" destId="{60B42836-08EA-4F41-BDE1-B9026F986008}" srcOrd="0" destOrd="0" parTransId="{CDEA83F2-D9F9-4AA1-B461-27BA87944DA6}" sibTransId="{ECDC89FE-4237-45BA-8CF0-F2832CFCE092}"/>
    <dgm:cxn modelId="{BCE7A6E0-CE15-43B6-8A26-8F2E7CD1DCFB}" type="presOf" srcId="{60B42836-08EA-4F41-BDE1-B9026F986008}" destId="{F21CF5C8-FA53-404D-9246-E37123A2445B}" srcOrd="0" destOrd="0" presId="urn:microsoft.com/office/officeart/2005/8/layout/cycle2"/>
    <dgm:cxn modelId="{637C2A23-9E65-42EB-9278-383246A9AAD5}" type="presParOf" srcId="{22804106-0D59-4C3F-A86A-A6378174F637}" destId="{F21CF5C8-FA53-404D-9246-E37123A2445B}" srcOrd="0" destOrd="0" presId="urn:microsoft.com/office/officeart/2005/8/layout/cycle2"/>
    <dgm:cxn modelId="{320F80E9-8C38-4AA5-B798-7ED18E6899C6}" type="presParOf" srcId="{22804106-0D59-4C3F-A86A-A6378174F637}" destId="{5BB4B6F8-0E07-4A4D-BC9A-D89EE00DA5DD}" srcOrd="1" destOrd="0" presId="urn:microsoft.com/office/officeart/2005/8/layout/cycle2"/>
    <dgm:cxn modelId="{F2185D95-1B8C-44C2-B088-CFBDB849FDA0}" type="presParOf" srcId="{5BB4B6F8-0E07-4A4D-BC9A-D89EE00DA5DD}" destId="{8799D7FA-A16E-4C37-9A72-C10DA852B391}" srcOrd="0" destOrd="0" presId="urn:microsoft.com/office/officeart/2005/8/layout/cycle2"/>
    <dgm:cxn modelId="{DB47AEA1-408F-4C73-A110-95F00D94DD0F}" type="presParOf" srcId="{22804106-0D59-4C3F-A86A-A6378174F637}" destId="{184A592E-5166-4945-8BA9-1E0A0DBD1D14}" srcOrd="2" destOrd="0" presId="urn:microsoft.com/office/officeart/2005/8/layout/cycle2"/>
    <dgm:cxn modelId="{5EF3D8E2-2111-4D2C-83B6-E61536633DE3}" type="presParOf" srcId="{22804106-0D59-4C3F-A86A-A6378174F637}" destId="{244B7EBB-A356-4940-A4B5-6B960D74E8A6}" srcOrd="3" destOrd="0" presId="urn:microsoft.com/office/officeart/2005/8/layout/cycle2"/>
    <dgm:cxn modelId="{5AE749F5-8FE1-4636-8BE8-EB292AACD5A2}" type="presParOf" srcId="{244B7EBB-A356-4940-A4B5-6B960D74E8A6}" destId="{7D3D9C06-ADBC-4372-80DD-BF232748AC26}"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1CF5C8-FA53-404D-9246-E37123A2445B}">
      <dsp:nvSpPr>
        <dsp:cNvPr id="0" name=""/>
        <dsp:cNvSpPr/>
      </dsp:nvSpPr>
      <dsp:spPr>
        <a:xfrm>
          <a:off x="318" y="397174"/>
          <a:ext cx="1095672" cy="10956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SG" sz="2000" kern="1200" dirty="0"/>
            <a:t>PS5</a:t>
          </a:r>
        </a:p>
      </dsp:txBody>
      <dsp:txXfrm>
        <a:off x="160775" y="557631"/>
        <a:ext cx="774758" cy="774758"/>
      </dsp:txXfrm>
    </dsp:sp>
    <dsp:sp modelId="{5BB4B6F8-0E07-4A4D-BC9A-D89EE00DA5DD}">
      <dsp:nvSpPr>
        <dsp:cNvPr id="0" name=""/>
        <dsp:cNvSpPr/>
      </dsp:nvSpPr>
      <dsp:spPr>
        <a:xfrm>
          <a:off x="1010652" y="242311"/>
          <a:ext cx="683222" cy="3697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SG" sz="1500" kern="1200"/>
        </a:p>
      </dsp:txBody>
      <dsp:txXfrm>
        <a:off x="1010652" y="316269"/>
        <a:ext cx="572285" cy="221873"/>
      </dsp:txXfrm>
    </dsp:sp>
    <dsp:sp modelId="{184A592E-5166-4945-8BA9-1E0A0DBD1D14}">
      <dsp:nvSpPr>
        <dsp:cNvPr id="0" name=""/>
        <dsp:cNvSpPr/>
      </dsp:nvSpPr>
      <dsp:spPr>
        <a:xfrm>
          <a:off x="1647208" y="397174"/>
          <a:ext cx="1095672" cy="1095672"/>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SG" sz="2000" kern="1200" dirty="0"/>
            <a:t>Games</a:t>
          </a:r>
        </a:p>
      </dsp:txBody>
      <dsp:txXfrm>
        <a:off x="1807665" y="557631"/>
        <a:ext cx="774758" cy="774758"/>
      </dsp:txXfrm>
    </dsp:sp>
    <dsp:sp modelId="{244B7EBB-A356-4940-A4B5-6B960D74E8A6}">
      <dsp:nvSpPr>
        <dsp:cNvPr id="0" name=""/>
        <dsp:cNvSpPr/>
      </dsp:nvSpPr>
      <dsp:spPr>
        <a:xfrm rot="10800000">
          <a:off x="1049325" y="1277920"/>
          <a:ext cx="683222" cy="36978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SG" sz="1500" kern="1200"/>
        </a:p>
      </dsp:txBody>
      <dsp:txXfrm rot="10800000">
        <a:off x="1160262" y="1351878"/>
        <a:ext cx="572285" cy="221873"/>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FF98D1-9230-4A14-898C-668A4AADE622}" type="datetimeFigureOut">
              <a:rPr lang="en-GB" smtClean="0"/>
              <a:t>12/11/2024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BE357-F1B5-45C9-96CE-A80F0114D379}" type="slidenum">
              <a:rPr lang="en-GB" smtClean="0"/>
              <a:t>‹#›</a:t>
            </a:fld>
            <a:endParaRPr lang="en-GB"/>
          </a:p>
        </p:txBody>
      </p:sp>
    </p:spTree>
    <p:extLst>
      <p:ext uri="{BB962C8B-B14F-4D97-AF65-F5344CB8AC3E}">
        <p14:creationId xmlns:p14="http://schemas.microsoft.com/office/powerpoint/2010/main" val="311555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2F8B3C4-8ACE-42AD-9C01-5FD16B65E732}" type="slidenum">
              <a:rPr lang="en-GB" smtClean="0"/>
              <a:t>5</a:t>
            </a:fld>
            <a:endParaRPr lang="en-GB"/>
          </a:p>
        </p:txBody>
      </p:sp>
    </p:spTree>
    <p:extLst>
      <p:ext uri="{BB962C8B-B14F-4D97-AF65-F5344CB8AC3E}">
        <p14:creationId xmlns:p14="http://schemas.microsoft.com/office/powerpoint/2010/main" val="76118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Demand depends on </a:t>
            </a:r>
            <a:r>
              <a:rPr lang="en-US" altLang="en-US" i="1" err="1"/>
              <a:t>p</a:t>
            </a:r>
            <a:r>
              <a:rPr lang="en-US" altLang="en-US" i="1" baseline="-25000" err="1"/>
              <a:t>C</a:t>
            </a:r>
            <a:r>
              <a:rPr lang="en-US" altLang="en-US" i="1"/>
              <a:t> + </a:t>
            </a:r>
            <a:r>
              <a:rPr lang="en-US" altLang="en-US" i="1" err="1"/>
              <a:t>p</a:t>
            </a:r>
            <a:r>
              <a:rPr lang="en-US" altLang="en-US" i="1" baseline="-25000" err="1"/>
              <a:t>OS</a:t>
            </a:r>
            <a:r>
              <a:rPr lang="en-US" spc="300"/>
              <a:t> </a:t>
            </a:r>
            <a:r>
              <a:rPr lang="en-US"/>
              <a:t>because</a:t>
            </a:r>
            <a:r>
              <a:rPr lang="en-US" baseline="0"/>
              <a:t> these are purchased together in a one-to-one ratio. So, the overall cost of the computer with operating software package is </a:t>
            </a:r>
            <a:r>
              <a:rPr lang="en-US" altLang="en-US" i="1" err="1"/>
              <a:t>p</a:t>
            </a:r>
            <a:r>
              <a:rPr lang="en-US" altLang="en-US" i="1" baseline="-25000" err="1"/>
              <a:t>C</a:t>
            </a:r>
            <a:r>
              <a:rPr lang="en-US" altLang="en-US" i="1"/>
              <a:t> + </a:t>
            </a:r>
            <a:r>
              <a:rPr lang="en-US" altLang="en-US" i="1" err="1"/>
              <a:t>p</a:t>
            </a:r>
            <a:r>
              <a:rPr lang="en-US" altLang="en-US" i="1" baseline="-25000" err="1"/>
              <a:t>OS.</a:t>
            </a:r>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9</a:t>
            </a:fld>
            <a:endParaRPr lang="en-US"/>
          </a:p>
        </p:txBody>
      </p:sp>
    </p:spTree>
    <p:extLst>
      <p:ext uri="{BB962C8B-B14F-4D97-AF65-F5344CB8AC3E}">
        <p14:creationId xmlns:p14="http://schemas.microsoft.com/office/powerpoint/2010/main" val="1474848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10</a:t>
            </a:fld>
            <a:endParaRPr lang="en-US"/>
          </a:p>
        </p:txBody>
      </p:sp>
    </p:spTree>
    <p:extLst>
      <p:ext uri="{BB962C8B-B14F-4D97-AF65-F5344CB8AC3E}">
        <p14:creationId xmlns:p14="http://schemas.microsoft.com/office/powerpoint/2010/main" val="3952940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EC09B7F-E93B-5E41-8803-6FBF9202B12C}" type="slidenum">
              <a:rPr lang="en-US" smtClean="0"/>
              <a:pPr/>
              <a:t>11</a:t>
            </a:fld>
            <a:endParaRPr lang="en-US"/>
          </a:p>
        </p:txBody>
      </p:sp>
    </p:spTree>
    <p:extLst>
      <p:ext uri="{BB962C8B-B14F-4D97-AF65-F5344CB8AC3E}">
        <p14:creationId xmlns:p14="http://schemas.microsoft.com/office/powerpoint/2010/main" val="31671926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Note: a one to one bundle is the correct assumption, otherwise there is wastage.</a:t>
            </a:r>
          </a:p>
        </p:txBody>
      </p:sp>
      <p:sp>
        <p:nvSpPr>
          <p:cNvPr id="4" name="Slide Number Placeholder 3"/>
          <p:cNvSpPr>
            <a:spLocks noGrp="1"/>
          </p:cNvSpPr>
          <p:nvPr>
            <p:ph type="sldNum" sz="quarter" idx="5"/>
          </p:nvPr>
        </p:nvSpPr>
        <p:spPr/>
        <p:txBody>
          <a:bodyPr/>
          <a:lstStyle/>
          <a:p>
            <a:fld id="{E8FBE357-F1B5-45C9-96CE-A80F0114D379}" type="slidenum">
              <a:rPr lang="en-GB" smtClean="0"/>
              <a:t>12</a:t>
            </a:fld>
            <a:endParaRPr lang="en-GB"/>
          </a:p>
        </p:txBody>
      </p:sp>
    </p:spTree>
    <p:extLst>
      <p:ext uri="{BB962C8B-B14F-4D97-AF65-F5344CB8AC3E}">
        <p14:creationId xmlns:p14="http://schemas.microsoft.com/office/powerpoint/2010/main" val="4199187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E8FBE357-F1B5-45C9-96CE-A80F0114D379}" type="slidenum">
              <a:rPr lang="en-GB" smtClean="0"/>
              <a:t>13</a:t>
            </a:fld>
            <a:endParaRPr lang="en-GB"/>
          </a:p>
        </p:txBody>
      </p:sp>
    </p:spTree>
    <p:extLst>
      <p:ext uri="{BB962C8B-B14F-4D97-AF65-F5344CB8AC3E}">
        <p14:creationId xmlns:p14="http://schemas.microsoft.com/office/powerpoint/2010/main" val="413292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2F8B3C4-8ACE-42AD-9C01-5FD16B65E732}" type="slidenum">
              <a:rPr lang="en-GB" smtClean="0"/>
              <a:t>16</a:t>
            </a:fld>
            <a:endParaRPr lang="en-GB"/>
          </a:p>
        </p:txBody>
      </p:sp>
    </p:spTree>
    <p:extLst>
      <p:ext uri="{BB962C8B-B14F-4D97-AF65-F5344CB8AC3E}">
        <p14:creationId xmlns:p14="http://schemas.microsoft.com/office/powerpoint/2010/main" val="7786580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Can think of this as supply vertically jumping up from 0 at n=0</a:t>
            </a:r>
          </a:p>
        </p:txBody>
      </p:sp>
      <p:sp>
        <p:nvSpPr>
          <p:cNvPr id="4" name="Slide Number Placeholder 3"/>
          <p:cNvSpPr>
            <a:spLocks noGrp="1"/>
          </p:cNvSpPr>
          <p:nvPr>
            <p:ph type="sldNum" sz="quarter" idx="5"/>
          </p:nvPr>
        </p:nvSpPr>
        <p:spPr/>
        <p:txBody>
          <a:bodyPr/>
          <a:lstStyle/>
          <a:p>
            <a:fld id="{E8FBE357-F1B5-45C9-96CE-A80F0114D379}" type="slidenum">
              <a:rPr lang="en-GB" smtClean="0"/>
              <a:t>24</a:t>
            </a:fld>
            <a:endParaRPr lang="en-GB"/>
          </a:p>
        </p:txBody>
      </p:sp>
    </p:spTree>
    <p:extLst>
      <p:ext uri="{BB962C8B-B14F-4D97-AF65-F5344CB8AC3E}">
        <p14:creationId xmlns:p14="http://schemas.microsoft.com/office/powerpoint/2010/main" val="205368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8FBE357-F1B5-45C9-96CE-A80F0114D379}" type="slidenum">
              <a:rPr lang="en-GB" smtClean="0"/>
              <a:t>29</a:t>
            </a:fld>
            <a:endParaRPr lang="en-GB"/>
          </a:p>
        </p:txBody>
      </p:sp>
    </p:spTree>
    <p:extLst>
      <p:ext uri="{BB962C8B-B14F-4D97-AF65-F5344CB8AC3E}">
        <p14:creationId xmlns:p14="http://schemas.microsoft.com/office/powerpoint/2010/main" val="20124581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p:txBody>
      </p:sp>
      <p:sp>
        <p:nvSpPr>
          <p:cNvPr id="4" name="Slide Number Placeholder 3"/>
          <p:cNvSpPr>
            <a:spLocks noGrp="1"/>
          </p:cNvSpPr>
          <p:nvPr>
            <p:ph type="sldNum" sz="quarter" idx="5"/>
          </p:nvPr>
        </p:nvSpPr>
        <p:spPr/>
        <p:txBody>
          <a:bodyPr/>
          <a:lstStyle/>
          <a:p>
            <a:fld id="{E8FBE357-F1B5-45C9-96CE-A80F0114D379}" type="slidenum">
              <a:rPr lang="en-GB" smtClean="0"/>
              <a:t>30</a:t>
            </a:fld>
            <a:endParaRPr lang="en-GB"/>
          </a:p>
        </p:txBody>
      </p:sp>
    </p:spTree>
    <p:extLst>
      <p:ext uri="{BB962C8B-B14F-4D97-AF65-F5344CB8AC3E}">
        <p14:creationId xmlns:p14="http://schemas.microsoft.com/office/powerpoint/2010/main" val="40130848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dirty="0"/>
          </a:p>
        </p:txBody>
      </p:sp>
      <p:sp>
        <p:nvSpPr>
          <p:cNvPr id="4" name="Slide Number Placeholder 3"/>
          <p:cNvSpPr>
            <a:spLocks noGrp="1"/>
          </p:cNvSpPr>
          <p:nvPr>
            <p:ph type="sldNum" sz="quarter" idx="5"/>
          </p:nvPr>
        </p:nvSpPr>
        <p:spPr/>
        <p:txBody>
          <a:bodyPr/>
          <a:lstStyle/>
          <a:p>
            <a:fld id="{E8FBE357-F1B5-45C9-96CE-A80F0114D379}" type="slidenum">
              <a:rPr lang="en-GB" smtClean="0"/>
              <a:t>31</a:t>
            </a:fld>
            <a:endParaRPr lang="en-GB"/>
          </a:p>
        </p:txBody>
      </p:sp>
    </p:spTree>
    <p:extLst>
      <p:ext uri="{BB962C8B-B14F-4D97-AF65-F5344CB8AC3E}">
        <p14:creationId xmlns:p14="http://schemas.microsoft.com/office/powerpoint/2010/main" val="29582735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Marginal benefits is captured by the marginal valuations.</a:t>
            </a:r>
          </a:p>
        </p:txBody>
      </p:sp>
      <p:sp>
        <p:nvSpPr>
          <p:cNvPr id="4" name="Slide Number Placeholder 3"/>
          <p:cNvSpPr>
            <a:spLocks noGrp="1"/>
          </p:cNvSpPr>
          <p:nvPr>
            <p:ph type="sldNum" sz="quarter" idx="5"/>
          </p:nvPr>
        </p:nvSpPr>
        <p:spPr/>
        <p:txBody>
          <a:bodyPr/>
          <a:lstStyle/>
          <a:p>
            <a:fld id="{E8FBE357-F1B5-45C9-96CE-A80F0114D379}" type="slidenum">
              <a:rPr lang="en-GB" smtClean="0"/>
              <a:t>32</a:t>
            </a:fld>
            <a:endParaRPr lang="en-GB"/>
          </a:p>
        </p:txBody>
      </p:sp>
    </p:spTree>
    <p:extLst>
      <p:ext uri="{BB962C8B-B14F-4D97-AF65-F5344CB8AC3E}">
        <p14:creationId xmlns:p14="http://schemas.microsoft.com/office/powerpoint/2010/main" val="23301206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2F8B3C4-8ACE-42AD-9C01-5FD16B65E732}" type="slidenum">
              <a:rPr lang="en-GB" smtClean="0"/>
              <a:t>33</a:t>
            </a:fld>
            <a:endParaRPr lang="en-GB"/>
          </a:p>
        </p:txBody>
      </p:sp>
    </p:spTree>
    <p:extLst>
      <p:ext uri="{BB962C8B-B14F-4D97-AF65-F5344CB8AC3E}">
        <p14:creationId xmlns:p14="http://schemas.microsoft.com/office/powerpoint/2010/main" val="23367250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E0211-694C-497C-8A2A-CBF243F045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67DDAF1-1207-4220-A9E3-6BF30DAF2E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
        <p:nvSpPr>
          <p:cNvPr id="4" name="Date Placeholder 3">
            <a:extLst>
              <a:ext uri="{FF2B5EF4-FFF2-40B4-BE49-F238E27FC236}">
                <a16:creationId xmlns:a16="http://schemas.microsoft.com/office/drawing/2014/main" id="{C0B7897A-BB80-4BBE-96B1-5197536A0381}"/>
              </a:ext>
            </a:extLst>
          </p:cNvPr>
          <p:cNvSpPr>
            <a:spLocks noGrp="1"/>
          </p:cNvSpPr>
          <p:nvPr>
            <p:ph type="dt" sz="half" idx="10"/>
          </p:nvPr>
        </p:nvSpPr>
        <p:spPr/>
        <p:txBody>
          <a:bodyPr/>
          <a:lstStyle/>
          <a:p>
            <a:fld id="{1B38E1CD-2900-46DC-BF51-AB5AAF63F877}" type="datetime1">
              <a:rPr lang="en-GB" smtClean="0"/>
              <a:t>12/11/2024</a:t>
            </a:fld>
            <a:endParaRPr lang="en-GB" dirty="0"/>
          </a:p>
        </p:txBody>
      </p:sp>
      <p:sp>
        <p:nvSpPr>
          <p:cNvPr id="5" name="Footer Placeholder 4">
            <a:extLst>
              <a:ext uri="{FF2B5EF4-FFF2-40B4-BE49-F238E27FC236}">
                <a16:creationId xmlns:a16="http://schemas.microsoft.com/office/drawing/2014/main" id="{5A4D5CD6-8452-4C47-AD51-3250DF1F95AE}"/>
              </a:ext>
            </a:extLst>
          </p:cNvPr>
          <p:cNvSpPr>
            <a:spLocks noGrp="1"/>
          </p:cNvSpPr>
          <p:nvPr>
            <p:ph type="ftr" sz="quarter" idx="11"/>
          </p:nvPr>
        </p:nvSpPr>
        <p:spPr/>
        <p:txBody>
          <a:bodyPr/>
          <a:lstStyle/>
          <a:p>
            <a:r>
              <a:rPr lang="en-GB" dirty="0"/>
              <a:t>Copyright © 2019 Hal R. Varian</a:t>
            </a:r>
          </a:p>
        </p:txBody>
      </p:sp>
      <p:sp>
        <p:nvSpPr>
          <p:cNvPr id="6" name="Slide Number Placeholder 5">
            <a:extLst>
              <a:ext uri="{FF2B5EF4-FFF2-40B4-BE49-F238E27FC236}">
                <a16:creationId xmlns:a16="http://schemas.microsoft.com/office/drawing/2014/main" id="{CA43145B-1CE2-4665-94BB-E3AE638F70A4}"/>
              </a:ext>
            </a:extLst>
          </p:cNvPr>
          <p:cNvSpPr>
            <a:spLocks noGrp="1"/>
          </p:cNvSpPr>
          <p:nvPr>
            <p:ph type="sldNum" sz="quarter" idx="12"/>
          </p:nvPr>
        </p:nvSpPr>
        <p:spPr/>
        <p:txBody>
          <a:bodyPr/>
          <a:lstStyle>
            <a:lvl1pPr>
              <a:defRPr b="1">
                <a:solidFill>
                  <a:schemeClr val="bg1"/>
                </a:solidFill>
              </a:defRPr>
            </a:lvl1pPr>
          </a:lstStyle>
          <a:p>
            <a:fld id="{3F8FFD44-3125-48DD-9AC2-A99B91DF9DE5}" type="slidenum">
              <a:rPr lang="en-GB" smtClean="0"/>
              <a:pPr/>
              <a:t>‹#›</a:t>
            </a:fld>
            <a:endParaRPr lang="en-GB" dirty="0"/>
          </a:p>
        </p:txBody>
      </p:sp>
    </p:spTree>
    <p:extLst>
      <p:ext uri="{BB962C8B-B14F-4D97-AF65-F5344CB8AC3E}">
        <p14:creationId xmlns:p14="http://schemas.microsoft.com/office/powerpoint/2010/main" val="6882061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793B0-E81C-4D0C-BC40-81E3341713E9}"/>
              </a:ext>
            </a:extLst>
          </p:cNvPr>
          <p:cNvSpPr>
            <a:spLocks noGrp="1"/>
          </p:cNvSpPr>
          <p:nvPr>
            <p:ph type="title"/>
          </p:nvPr>
        </p:nvSpPr>
        <p:spPr/>
        <p:txBody>
          <a:bodyPr/>
          <a:lstStyle>
            <a:lvl1pPr>
              <a:defRPr b="0">
                <a:solidFill>
                  <a:schemeClr val="tx2"/>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5D3FC6C-EDDE-4408-8EB2-C29B69AB2731}"/>
              </a:ext>
            </a:extLst>
          </p:cNvPr>
          <p:cNvSpPr>
            <a:spLocks noGrp="1"/>
          </p:cNvSpPr>
          <p:nvPr>
            <p:ph idx="1"/>
          </p:nvPr>
        </p:nvSpPr>
        <p:spPr/>
        <p:txBody>
          <a:bodyPr/>
          <a:lstStyle>
            <a:lvl1pPr>
              <a:defRPr sz="2200">
                <a:solidFill>
                  <a:schemeClr val="tx1">
                    <a:lumMod val="95000"/>
                    <a:lumOff val="5000"/>
                  </a:schemeClr>
                </a:solidFill>
              </a:defRPr>
            </a:lvl1pPr>
            <a:lvl2pPr>
              <a:defRPr sz="2000">
                <a:solidFill>
                  <a:schemeClr val="tx1">
                    <a:lumMod val="95000"/>
                    <a:lumOff val="5000"/>
                  </a:schemeClr>
                </a:solidFill>
              </a:defRPr>
            </a:lvl2pPr>
            <a:lvl3pPr>
              <a:defRPr sz="1800">
                <a:solidFill>
                  <a:schemeClr val="tx1">
                    <a:lumMod val="95000"/>
                    <a:lumOff val="5000"/>
                  </a:schemeClr>
                </a:solidFill>
              </a:defRPr>
            </a:lvl3pPr>
            <a:lvl4pPr>
              <a:defRPr sz="1600">
                <a:solidFill>
                  <a:schemeClr val="tx1">
                    <a:lumMod val="95000"/>
                    <a:lumOff val="5000"/>
                  </a:schemeClr>
                </a:solidFill>
              </a:defRPr>
            </a:lvl4pPr>
            <a:lvl5pPr>
              <a:defRPr sz="1600">
                <a:solidFill>
                  <a:schemeClr val="tx1">
                    <a:lumMod val="95000"/>
                    <a:lumOff val="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D0848F2-7A5D-4A1C-825D-07C87FD10D88}"/>
              </a:ext>
            </a:extLst>
          </p:cNvPr>
          <p:cNvSpPr>
            <a:spLocks noGrp="1"/>
          </p:cNvSpPr>
          <p:nvPr>
            <p:ph type="dt" sz="half" idx="10"/>
          </p:nvPr>
        </p:nvSpPr>
        <p:spPr/>
        <p:txBody>
          <a:bodyPr/>
          <a:lstStyle/>
          <a:p>
            <a:fld id="{036CB71F-238B-49AA-9D31-7F4824CD0939}" type="datetime1">
              <a:rPr lang="en-GB" smtClean="0"/>
              <a:t>12/11/2024</a:t>
            </a:fld>
            <a:endParaRPr lang="en-GB"/>
          </a:p>
        </p:txBody>
      </p:sp>
      <p:sp>
        <p:nvSpPr>
          <p:cNvPr id="5" name="Footer Placeholder 4">
            <a:extLst>
              <a:ext uri="{FF2B5EF4-FFF2-40B4-BE49-F238E27FC236}">
                <a16:creationId xmlns:a16="http://schemas.microsoft.com/office/drawing/2014/main" id="{5C3C7128-BE08-4113-9996-8B741700109B}"/>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E95E2553-48E3-48FC-BDF6-D119081F4369}"/>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601940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5B8A8-AF37-46AB-94C4-6964D08292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6C0EF01-8CB9-43B1-9B6F-D203506E360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9B2F7E5-A41E-443D-AA89-9B3B531A322A}"/>
              </a:ext>
            </a:extLst>
          </p:cNvPr>
          <p:cNvSpPr>
            <a:spLocks noGrp="1"/>
          </p:cNvSpPr>
          <p:nvPr>
            <p:ph type="dt" sz="half" idx="10"/>
          </p:nvPr>
        </p:nvSpPr>
        <p:spPr/>
        <p:txBody>
          <a:bodyPr/>
          <a:lstStyle/>
          <a:p>
            <a:fld id="{3CC8C9BF-7EEB-46C2-AB94-37B0DB5A251F}" type="datetime1">
              <a:rPr lang="en-GB" smtClean="0"/>
              <a:t>12/11/2024</a:t>
            </a:fld>
            <a:endParaRPr lang="en-GB"/>
          </a:p>
        </p:txBody>
      </p:sp>
      <p:sp>
        <p:nvSpPr>
          <p:cNvPr id="5" name="Footer Placeholder 4">
            <a:extLst>
              <a:ext uri="{FF2B5EF4-FFF2-40B4-BE49-F238E27FC236}">
                <a16:creationId xmlns:a16="http://schemas.microsoft.com/office/drawing/2014/main" id="{C458A9C1-69E8-4487-893A-8790A7D464E7}"/>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40D1D6C7-F5E5-4322-B49F-510A423BE754}"/>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971539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3D5F8-A3B4-459B-B131-0D2A8EE6CC9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A1A2869-ED49-4F80-8F01-E415CAC6CB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5DEE7EB-1566-4354-B513-5A010D8F17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25C37F1-4B64-4B65-80D2-8FA3510F726E}"/>
              </a:ext>
            </a:extLst>
          </p:cNvPr>
          <p:cNvSpPr>
            <a:spLocks noGrp="1"/>
          </p:cNvSpPr>
          <p:nvPr>
            <p:ph type="dt" sz="half" idx="10"/>
          </p:nvPr>
        </p:nvSpPr>
        <p:spPr/>
        <p:txBody>
          <a:bodyPr/>
          <a:lstStyle/>
          <a:p>
            <a:fld id="{A5A95BE5-AE25-428A-8DBB-4419F64573DF}" type="datetime1">
              <a:rPr lang="en-GB" smtClean="0"/>
              <a:t>12/11/2024</a:t>
            </a:fld>
            <a:endParaRPr lang="en-GB"/>
          </a:p>
        </p:txBody>
      </p:sp>
      <p:sp>
        <p:nvSpPr>
          <p:cNvPr id="6" name="Footer Placeholder 5">
            <a:extLst>
              <a:ext uri="{FF2B5EF4-FFF2-40B4-BE49-F238E27FC236}">
                <a16:creationId xmlns:a16="http://schemas.microsoft.com/office/drawing/2014/main" id="{56858BE0-E118-41EB-AADF-0BC9074FC3E8}"/>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B1877AC7-AD46-49E2-B895-0E869262E06F}"/>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09908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C98B6-F5AE-4039-A5D9-F529CE09469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AC74A9-95F0-4056-B524-CB378A2E6E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CED07F-7CAA-438F-919A-881C2F2D93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8FA9D9B-43DF-4AC9-8908-799A279F46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F8623B-F700-4940-8D72-4514E7ECC3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AFC7731-3555-4C01-9FA5-A27E1975290C}"/>
              </a:ext>
            </a:extLst>
          </p:cNvPr>
          <p:cNvSpPr>
            <a:spLocks noGrp="1"/>
          </p:cNvSpPr>
          <p:nvPr>
            <p:ph type="dt" sz="half" idx="10"/>
          </p:nvPr>
        </p:nvSpPr>
        <p:spPr/>
        <p:txBody>
          <a:bodyPr/>
          <a:lstStyle/>
          <a:p>
            <a:fld id="{B669E8F8-368E-45EE-986B-4DED2EC68DAB}" type="datetime1">
              <a:rPr lang="en-GB" smtClean="0"/>
              <a:t>12/11/2024</a:t>
            </a:fld>
            <a:endParaRPr lang="en-GB"/>
          </a:p>
        </p:txBody>
      </p:sp>
      <p:sp>
        <p:nvSpPr>
          <p:cNvPr id="8" name="Footer Placeholder 7">
            <a:extLst>
              <a:ext uri="{FF2B5EF4-FFF2-40B4-BE49-F238E27FC236}">
                <a16:creationId xmlns:a16="http://schemas.microsoft.com/office/drawing/2014/main" id="{69B1E196-71D8-42F8-B8EE-D583B6D1D219}"/>
              </a:ext>
            </a:extLst>
          </p:cNvPr>
          <p:cNvSpPr>
            <a:spLocks noGrp="1"/>
          </p:cNvSpPr>
          <p:nvPr>
            <p:ph type="ftr" sz="quarter" idx="11"/>
          </p:nvPr>
        </p:nvSpPr>
        <p:spPr/>
        <p:txBody>
          <a:bodyPr/>
          <a:lstStyle/>
          <a:p>
            <a:r>
              <a:rPr lang="en-GB"/>
              <a:t>Copyright © 2019 Hal R. Varian</a:t>
            </a:r>
          </a:p>
        </p:txBody>
      </p:sp>
      <p:sp>
        <p:nvSpPr>
          <p:cNvPr id="9" name="Slide Number Placeholder 8">
            <a:extLst>
              <a:ext uri="{FF2B5EF4-FFF2-40B4-BE49-F238E27FC236}">
                <a16:creationId xmlns:a16="http://schemas.microsoft.com/office/drawing/2014/main" id="{D6C35391-9E0A-4A61-8DF4-BF1EF5FB08CB}"/>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97011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9C6F-DE14-4406-B678-77D82AF3CA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31CCDBF-5541-457A-AAFD-C81D12C7A6E2}"/>
              </a:ext>
            </a:extLst>
          </p:cNvPr>
          <p:cNvSpPr>
            <a:spLocks noGrp="1"/>
          </p:cNvSpPr>
          <p:nvPr>
            <p:ph type="dt" sz="half" idx="10"/>
          </p:nvPr>
        </p:nvSpPr>
        <p:spPr/>
        <p:txBody>
          <a:bodyPr/>
          <a:lstStyle/>
          <a:p>
            <a:fld id="{3C625CC7-CD6F-4381-AFEA-17EBDAEED60D}" type="datetime1">
              <a:rPr lang="en-GB" smtClean="0"/>
              <a:t>12/11/2024</a:t>
            </a:fld>
            <a:endParaRPr lang="en-GB"/>
          </a:p>
        </p:txBody>
      </p:sp>
      <p:sp>
        <p:nvSpPr>
          <p:cNvPr id="4" name="Footer Placeholder 3">
            <a:extLst>
              <a:ext uri="{FF2B5EF4-FFF2-40B4-BE49-F238E27FC236}">
                <a16:creationId xmlns:a16="http://schemas.microsoft.com/office/drawing/2014/main" id="{D517BEFA-31EE-4481-BA5B-FC946E65BB59}"/>
              </a:ext>
            </a:extLst>
          </p:cNvPr>
          <p:cNvSpPr>
            <a:spLocks noGrp="1"/>
          </p:cNvSpPr>
          <p:nvPr>
            <p:ph type="ftr" sz="quarter" idx="11"/>
          </p:nvPr>
        </p:nvSpPr>
        <p:spPr/>
        <p:txBody>
          <a:bodyPr/>
          <a:lstStyle/>
          <a:p>
            <a:r>
              <a:rPr lang="en-GB"/>
              <a:t>Copyright © 2019 Hal R. Varian</a:t>
            </a:r>
          </a:p>
        </p:txBody>
      </p:sp>
      <p:sp>
        <p:nvSpPr>
          <p:cNvPr id="5" name="Slide Number Placeholder 4">
            <a:extLst>
              <a:ext uri="{FF2B5EF4-FFF2-40B4-BE49-F238E27FC236}">
                <a16:creationId xmlns:a16="http://schemas.microsoft.com/office/drawing/2014/main" id="{4960759B-725A-402C-B430-A2DC3AA38A81}"/>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2997704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24B2FB-99C1-4FF4-8BDB-C550A6049419}"/>
              </a:ext>
            </a:extLst>
          </p:cNvPr>
          <p:cNvSpPr>
            <a:spLocks noGrp="1"/>
          </p:cNvSpPr>
          <p:nvPr>
            <p:ph type="dt" sz="half" idx="10"/>
          </p:nvPr>
        </p:nvSpPr>
        <p:spPr/>
        <p:txBody>
          <a:bodyPr/>
          <a:lstStyle/>
          <a:p>
            <a:fld id="{17A9C0BF-6CFC-4E5F-88C5-AD9B2DB56FCB}" type="datetime1">
              <a:rPr lang="en-GB" smtClean="0"/>
              <a:t>12/11/2024</a:t>
            </a:fld>
            <a:endParaRPr lang="en-GB"/>
          </a:p>
        </p:txBody>
      </p:sp>
      <p:sp>
        <p:nvSpPr>
          <p:cNvPr id="3" name="Footer Placeholder 2">
            <a:extLst>
              <a:ext uri="{FF2B5EF4-FFF2-40B4-BE49-F238E27FC236}">
                <a16:creationId xmlns:a16="http://schemas.microsoft.com/office/drawing/2014/main" id="{70432371-2E24-4918-9125-12D54300C6A2}"/>
              </a:ext>
            </a:extLst>
          </p:cNvPr>
          <p:cNvSpPr>
            <a:spLocks noGrp="1"/>
          </p:cNvSpPr>
          <p:nvPr>
            <p:ph type="ftr" sz="quarter" idx="11"/>
          </p:nvPr>
        </p:nvSpPr>
        <p:spPr/>
        <p:txBody>
          <a:bodyPr/>
          <a:lstStyle/>
          <a:p>
            <a:r>
              <a:rPr lang="en-GB"/>
              <a:t>Copyright © 2019 Hal R. Varian</a:t>
            </a:r>
          </a:p>
        </p:txBody>
      </p:sp>
      <p:sp>
        <p:nvSpPr>
          <p:cNvPr id="4" name="Slide Number Placeholder 3">
            <a:extLst>
              <a:ext uri="{FF2B5EF4-FFF2-40B4-BE49-F238E27FC236}">
                <a16:creationId xmlns:a16="http://schemas.microsoft.com/office/drawing/2014/main" id="{A5A460FD-943B-45F8-8E8B-D86012EA1A2A}"/>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5348297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2A528-B847-4FDE-A8C0-8DC0FC42FD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DB2645E-EA4B-44A1-93CE-2EA2512882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5A7931D7-8FA6-4F49-BE97-C9378470CD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F8099-0EAA-4BF4-8A79-FDABFAB7337F}"/>
              </a:ext>
            </a:extLst>
          </p:cNvPr>
          <p:cNvSpPr>
            <a:spLocks noGrp="1"/>
          </p:cNvSpPr>
          <p:nvPr>
            <p:ph type="dt" sz="half" idx="10"/>
          </p:nvPr>
        </p:nvSpPr>
        <p:spPr/>
        <p:txBody>
          <a:bodyPr/>
          <a:lstStyle/>
          <a:p>
            <a:fld id="{6BC178F8-A7D2-4B84-BBE4-0B030CE38382}" type="datetime1">
              <a:rPr lang="en-GB" smtClean="0"/>
              <a:t>12/11/2024</a:t>
            </a:fld>
            <a:endParaRPr lang="en-GB"/>
          </a:p>
        </p:txBody>
      </p:sp>
      <p:sp>
        <p:nvSpPr>
          <p:cNvPr id="6" name="Footer Placeholder 5">
            <a:extLst>
              <a:ext uri="{FF2B5EF4-FFF2-40B4-BE49-F238E27FC236}">
                <a16:creationId xmlns:a16="http://schemas.microsoft.com/office/drawing/2014/main" id="{E32E4F84-C818-4692-9855-E720A7BC5D26}"/>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0808D97F-BE43-4EA8-A050-609E241B9FB1}"/>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3936296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D588-DCDA-48F9-A7AE-7EAE5EA56F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5B73C3F6-C962-4EEB-94C8-89F7BDD379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B610E54-F270-4AB9-AC47-224BDCCCB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AF96A7-0831-4D4D-BE92-8B139E60789D}"/>
              </a:ext>
            </a:extLst>
          </p:cNvPr>
          <p:cNvSpPr>
            <a:spLocks noGrp="1"/>
          </p:cNvSpPr>
          <p:nvPr>
            <p:ph type="dt" sz="half" idx="10"/>
          </p:nvPr>
        </p:nvSpPr>
        <p:spPr/>
        <p:txBody>
          <a:bodyPr/>
          <a:lstStyle/>
          <a:p>
            <a:fld id="{5E0275DF-933E-4296-B235-834093FE9A2B}" type="datetime1">
              <a:rPr lang="en-GB" smtClean="0"/>
              <a:t>12/11/2024</a:t>
            </a:fld>
            <a:endParaRPr lang="en-GB"/>
          </a:p>
        </p:txBody>
      </p:sp>
      <p:sp>
        <p:nvSpPr>
          <p:cNvPr id="6" name="Footer Placeholder 5">
            <a:extLst>
              <a:ext uri="{FF2B5EF4-FFF2-40B4-BE49-F238E27FC236}">
                <a16:creationId xmlns:a16="http://schemas.microsoft.com/office/drawing/2014/main" id="{B803D421-BDD5-4100-B25A-5C1F4E4300BD}"/>
              </a:ext>
            </a:extLst>
          </p:cNvPr>
          <p:cNvSpPr>
            <a:spLocks noGrp="1"/>
          </p:cNvSpPr>
          <p:nvPr>
            <p:ph type="ftr" sz="quarter" idx="11"/>
          </p:nvPr>
        </p:nvSpPr>
        <p:spPr/>
        <p:txBody>
          <a:bodyPr/>
          <a:lstStyle/>
          <a:p>
            <a:r>
              <a:rPr lang="en-GB"/>
              <a:t>Copyright © 2019 Hal R. Varian</a:t>
            </a:r>
          </a:p>
        </p:txBody>
      </p:sp>
      <p:sp>
        <p:nvSpPr>
          <p:cNvPr id="7" name="Slide Number Placeholder 6">
            <a:extLst>
              <a:ext uri="{FF2B5EF4-FFF2-40B4-BE49-F238E27FC236}">
                <a16:creationId xmlns:a16="http://schemas.microsoft.com/office/drawing/2014/main" id="{6294BD34-5AD3-40DB-8BF7-10428B888015}"/>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674289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FD3B-3A75-44E3-9949-E1800E6BB92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C5D97E9-C668-43A1-865B-90180D8E38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D0B6D2A-2CBB-46ED-9AFC-60CE490F2E08}"/>
              </a:ext>
            </a:extLst>
          </p:cNvPr>
          <p:cNvSpPr>
            <a:spLocks noGrp="1"/>
          </p:cNvSpPr>
          <p:nvPr>
            <p:ph type="dt" sz="half" idx="10"/>
          </p:nvPr>
        </p:nvSpPr>
        <p:spPr/>
        <p:txBody>
          <a:bodyPr/>
          <a:lstStyle/>
          <a:p>
            <a:fld id="{434E530F-B61A-4D42-BF33-65CCF9279976}" type="datetime1">
              <a:rPr lang="en-GB" smtClean="0"/>
              <a:t>12/11/2024</a:t>
            </a:fld>
            <a:endParaRPr lang="en-GB"/>
          </a:p>
        </p:txBody>
      </p:sp>
      <p:sp>
        <p:nvSpPr>
          <p:cNvPr id="5" name="Footer Placeholder 4">
            <a:extLst>
              <a:ext uri="{FF2B5EF4-FFF2-40B4-BE49-F238E27FC236}">
                <a16:creationId xmlns:a16="http://schemas.microsoft.com/office/drawing/2014/main" id="{ECDE0BA0-D8CB-4C5B-B085-73AB99BBB92F}"/>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E28F30F4-02BB-4839-89FE-579545F3866A}"/>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1879925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396DD0-B23A-403E-AA1B-433BCA2459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02EF36-32B6-4A30-BF21-480AB56BCD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7AFD0CF-2B0B-4055-85D9-6C686D45C7AF}"/>
              </a:ext>
            </a:extLst>
          </p:cNvPr>
          <p:cNvSpPr>
            <a:spLocks noGrp="1"/>
          </p:cNvSpPr>
          <p:nvPr>
            <p:ph type="dt" sz="half" idx="10"/>
          </p:nvPr>
        </p:nvSpPr>
        <p:spPr/>
        <p:txBody>
          <a:bodyPr/>
          <a:lstStyle/>
          <a:p>
            <a:fld id="{515CD513-017E-4BA6-9DF6-91D1AA1F59E8}" type="datetime1">
              <a:rPr lang="en-GB" smtClean="0"/>
              <a:t>12/11/2024</a:t>
            </a:fld>
            <a:endParaRPr lang="en-GB"/>
          </a:p>
        </p:txBody>
      </p:sp>
      <p:sp>
        <p:nvSpPr>
          <p:cNvPr id="5" name="Footer Placeholder 4">
            <a:extLst>
              <a:ext uri="{FF2B5EF4-FFF2-40B4-BE49-F238E27FC236}">
                <a16:creationId xmlns:a16="http://schemas.microsoft.com/office/drawing/2014/main" id="{47BBAADE-08E0-418F-8A5A-AF38586B229A}"/>
              </a:ext>
            </a:extLst>
          </p:cNvPr>
          <p:cNvSpPr>
            <a:spLocks noGrp="1"/>
          </p:cNvSpPr>
          <p:nvPr>
            <p:ph type="ftr" sz="quarter" idx="11"/>
          </p:nvPr>
        </p:nvSpPr>
        <p:spPr/>
        <p:txBody>
          <a:bodyPr/>
          <a:lstStyle/>
          <a:p>
            <a:r>
              <a:rPr lang="en-GB"/>
              <a:t>Copyright © 2019 Hal R. Varian</a:t>
            </a:r>
          </a:p>
        </p:txBody>
      </p:sp>
      <p:sp>
        <p:nvSpPr>
          <p:cNvPr id="6" name="Slide Number Placeholder 5">
            <a:extLst>
              <a:ext uri="{FF2B5EF4-FFF2-40B4-BE49-F238E27FC236}">
                <a16:creationId xmlns:a16="http://schemas.microsoft.com/office/drawing/2014/main" id="{73B427B3-6D9F-4FC7-B6BB-582E135F4585}"/>
              </a:ext>
            </a:extLst>
          </p:cNvPr>
          <p:cNvSpPr>
            <a:spLocks noGrp="1"/>
          </p:cNvSpPr>
          <p:nvPr>
            <p:ph type="sldNum" sz="quarter" idx="12"/>
          </p:nvPr>
        </p:nvSpPr>
        <p:spPr/>
        <p:txBody>
          <a:bodyPr/>
          <a:lstStyle/>
          <a:p>
            <a:fld id="{3F8FFD44-3125-48DD-9AC2-A99B91DF9DE5}" type="slidenum">
              <a:rPr lang="en-GB" smtClean="0"/>
              <a:t>‹#›</a:t>
            </a:fld>
            <a:endParaRPr lang="en-GB"/>
          </a:p>
        </p:txBody>
      </p:sp>
    </p:spTree>
    <p:extLst>
      <p:ext uri="{BB962C8B-B14F-4D97-AF65-F5344CB8AC3E}">
        <p14:creationId xmlns:p14="http://schemas.microsoft.com/office/powerpoint/2010/main" val="2865686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4023DB4-4342-4632-0B78-73BD1B63AA13}"/>
              </a:ext>
            </a:extLst>
          </p:cNvPr>
          <p:cNvSpPr/>
          <p:nvPr userDrawn="1"/>
        </p:nvSpPr>
        <p:spPr>
          <a:xfrm>
            <a:off x="0" y="6455377"/>
            <a:ext cx="12192000" cy="183417"/>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8" name="Diamond 7">
            <a:extLst>
              <a:ext uri="{FF2B5EF4-FFF2-40B4-BE49-F238E27FC236}">
                <a16:creationId xmlns:a16="http://schemas.microsoft.com/office/drawing/2014/main" id="{4CD940E8-7CF0-94F4-865B-2EA491F7A854}"/>
              </a:ext>
            </a:extLst>
          </p:cNvPr>
          <p:cNvSpPr/>
          <p:nvPr userDrawn="1"/>
        </p:nvSpPr>
        <p:spPr>
          <a:xfrm>
            <a:off x="10746288" y="6257076"/>
            <a:ext cx="939452" cy="563671"/>
          </a:xfrm>
          <a:prstGeom prst="diamon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dirty="0"/>
          </a:p>
        </p:txBody>
      </p:sp>
      <p:sp>
        <p:nvSpPr>
          <p:cNvPr id="2" name="Title Placeholder 1">
            <a:extLst>
              <a:ext uri="{FF2B5EF4-FFF2-40B4-BE49-F238E27FC236}">
                <a16:creationId xmlns:a16="http://schemas.microsoft.com/office/drawing/2014/main" id="{1014BBC4-A686-4073-B326-39EA904049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15AD1B-F1E0-4A5E-AFB4-31C1E53102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C453466-937E-4132-92F4-63D4330519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a:extLst>
              <a:ext uri="{FF2B5EF4-FFF2-40B4-BE49-F238E27FC236}">
                <a16:creationId xmlns:a16="http://schemas.microsoft.com/office/drawing/2014/main" id="{5B1DD2DD-70B8-4F95-A0CC-23E23FC543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F4E06532-DD38-4559-996E-398A5BA70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a:solidFill>
                  <a:schemeClr val="bg1"/>
                </a:solidFill>
              </a:defRPr>
            </a:lvl1pPr>
          </a:lstStyle>
          <a:p>
            <a:fld id="{3F8FFD44-3125-48DD-9AC2-A99B91DF9DE5}" type="slidenum">
              <a:rPr lang="en-GB" smtClean="0"/>
              <a:pPr/>
              <a:t>‹#›</a:t>
            </a:fld>
            <a:endParaRPr lang="en-GB" dirty="0"/>
          </a:p>
        </p:txBody>
      </p:sp>
    </p:spTree>
    <p:extLst>
      <p:ext uri="{BB962C8B-B14F-4D97-AF65-F5344CB8AC3E}">
        <p14:creationId xmlns:p14="http://schemas.microsoft.com/office/powerpoint/2010/main" val="24863553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0.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0.png"/><Relationship Id="rId10" Type="http://schemas.openxmlformats.org/officeDocument/2006/relationships/image" Target="../media/image20.png"/><Relationship Id="rId4" Type="http://schemas.openxmlformats.org/officeDocument/2006/relationships/image" Target="../media/image140.png"/><Relationship Id="rId9"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24.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2.png"/></Relationships>
</file>

<file path=ppt/slides/_rels/slide26.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timharford.com/2023/03/the-enshittification-of-apps-is-real-but-is-it-bad/"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6CCA5F87-1D1E-45CB-8D83-FC7EEFAD99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descr="Circuit board background">
            <a:extLst>
              <a:ext uri="{FF2B5EF4-FFF2-40B4-BE49-F238E27FC236}">
                <a16:creationId xmlns:a16="http://schemas.microsoft.com/office/drawing/2014/main" id="{FFA8F517-C279-F204-C7C0-117D960CDC07}"/>
              </a:ext>
            </a:extLst>
          </p:cNvPr>
          <p:cNvPicPr>
            <a:picLocks noChangeAspect="1"/>
          </p:cNvPicPr>
          <p:nvPr/>
        </p:nvPicPr>
        <p:blipFill rotWithShape="1">
          <a:blip r:embed="rId2"/>
          <a:srcRect l="6126" r="9818"/>
          <a:stretch/>
        </p:blipFill>
        <p:spPr>
          <a:xfrm>
            <a:off x="20" y="10"/>
            <a:ext cx="8668492" cy="6857990"/>
          </a:xfrm>
          <a:prstGeom prst="rect">
            <a:avLst/>
          </a:prstGeom>
        </p:spPr>
      </p:pic>
      <p:sp>
        <p:nvSpPr>
          <p:cNvPr id="53" name="Rectangle 52">
            <a:extLst>
              <a:ext uri="{FF2B5EF4-FFF2-40B4-BE49-F238E27FC236}">
                <a16:creationId xmlns:a16="http://schemas.microsoft.com/office/drawing/2014/main" id="{7CCFC2C6-6238-4A2F-93DE-2ADF74AF6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11652" y="0"/>
            <a:ext cx="8480347"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0F84E2-3745-45CC-919A-EFB835CCA507}"/>
              </a:ext>
            </a:extLst>
          </p:cNvPr>
          <p:cNvSpPr>
            <a:spLocks noGrp="1"/>
          </p:cNvSpPr>
          <p:nvPr>
            <p:ph type="ctrTitle"/>
          </p:nvPr>
        </p:nvSpPr>
        <p:spPr>
          <a:xfrm>
            <a:off x="7848600" y="1122363"/>
            <a:ext cx="4023360" cy="3204134"/>
          </a:xfrm>
        </p:spPr>
        <p:txBody>
          <a:bodyPr vert="horz" lIns="91440" tIns="45720" rIns="91440" bIns="45720" rtlCol="0" anchor="b">
            <a:normAutofit/>
          </a:bodyPr>
          <a:lstStyle/>
          <a:p>
            <a:pPr algn="l"/>
            <a:r>
              <a:rPr lang="en-US" sz="4800" b="1" dirty="0"/>
              <a:t>Information Technology 1</a:t>
            </a:r>
          </a:p>
        </p:txBody>
      </p:sp>
      <p:sp>
        <p:nvSpPr>
          <p:cNvPr id="3" name="Subtitle 2">
            <a:extLst>
              <a:ext uri="{FF2B5EF4-FFF2-40B4-BE49-F238E27FC236}">
                <a16:creationId xmlns:a16="http://schemas.microsoft.com/office/drawing/2014/main" id="{4654AD20-AC49-4381-823B-E28293A4CF3A}"/>
              </a:ext>
            </a:extLst>
          </p:cNvPr>
          <p:cNvSpPr>
            <a:spLocks noGrp="1"/>
          </p:cNvSpPr>
          <p:nvPr>
            <p:ph type="subTitle" idx="1"/>
          </p:nvPr>
        </p:nvSpPr>
        <p:spPr>
          <a:xfrm>
            <a:off x="7848600" y="4872922"/>
            <a:ext cx="4023360" cy="1208141"/>
          </a:xfrm>
        </p:spPr>
        <p:txBody>
          <a:bodyPr vert="horz" lIns="91440" tIns="45720" rIns="91440" bIns="45720" rtlCol="0">
            <a:normAutofit/>
          </a:bodyPr>
          <a:lstStyle/>
          <a:p>
            <a:pPr algn="l"/>
            <a:r>
              <a:rPr lang="en-GB" sz="2000" dirty="0"/>
              <a:t>HE3001, Microeconomics 3</a:t>
            </a:r>
            <a:br>
              <a:rPr lang="en-GB" sz="2000" dirty="0"/>
            </a:br>
            <a:r>
              <a:rPr lang="en-GB" sz="2000" dirty="0"/>
              <a:t>Nanyang Technological University</a:t>
            </a:r>
          </a:p>
          <a:p>
            <a:pPr algn="l"/>
            <a:endParaRPr lang="en-GB" sz="2000" dirty="0"/>
          </a:p>
        </p:txBody>
      </p:sp>
      <p:sp>
        <p:nvSpPr>
          <p:cNvPr id="54" name="Rectangle 5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1305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5" name="Rectangle 5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51648"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6FD6C1A-0E5B-85D3-5DDE-8CCBEA7DF373}"/>
              </a:ext>
            </a:extLst>
          </p:cNvPr>
          <p:cNvSpPr>
            <a:spLocks noGrp="1"/>
          </p:cNvSpPr>
          <p:nvPr>
            <p:ph type="sldNum" sz="quarter" idx="12"/>
          </p:nvPr>
        </p:nvSpPr>
        <p:spPr>
          <a:xfrm>
            <a:off x="11150138" y="6356350"/>
            <a:ext cx="721822" cy="365125"/>
          </a:xfrm>
        </p:spPr>
        <p:txBody>
          <a:bodyPr vert="horz" lIns="91440" tIns="45720" rIns="91440" bIns="45720" rtlCol="0" anchor="ctr">
            <a:normAutofit/>
          </a:bodyPr>
          <a:lstStyle/>
          <a:p>
            <a:pPr>
              <a:spcAft>
                <a:spcPts val="600"/>
              </a:spcAft>
              <a:defRPr/>
            </a:pPr>
            <a:fld id="{3F8FFD44-3125-48DD-9AC2-A99B91DF9DE5}" type="slidenum">
              <a:rPr lang="en-US">
                <a:solidFill>
                  <a:schemeClr val="tx1">
                    <a:lumMod val="50000"/>
                    <a:lumOff val="50000"/>
                  </a:schemeClr>
                </a:solidFill>
                <a:latin typeface="Calibri" panose="020F0502020204030204"/>
              </a:rPr>
              <a:pPr>
                <a:spcAft>
                  <a:spcPts val="600"/>
                </a:spcAft>
                <a:defRPr/>
              </a:pPr>
              <a:t>1</a:t>
            </a:fld>
            <a:endParaRPr lang="en-US">
              <a:solidFill>
                <a:schemeClr val="tx1">
                  <a:lumMod val="50000"/>
                  <a:lumOff val="50000"/>
                </a:schemeClr>
              </a:solidFill>
              <a:latin typeface="Calibri" panose="020F0502020204030204"/>
            </a:endParaRPr>
          </a:p>
        </p:txBody>
      </p:sp>
      <p:sp>
        <p:nvSpPr>
          <p:cNvPr id="4" name="Rectangle 3">
            <a:extLst>
              <a:ext uri="{FF2B5EF4-FFF2-40B4-BE49-F238E27FC236}">
                <a16:creationId xmlns:a16="http://schemas.microsoft.com/office/drawing/2014/main" id="{F33BD56E-3621-EC60-E11B-C14CF2FC4CC0}"/>
              </a:ext>
            </a:extLst>
          </p:cNvPr>
          <p:cNvSpPr/>
          <p:nvPr/>
        </p:nvSpPr>
        <p:spPr>
          <a:xfrm>
            <a:off x="7804384" y="514629"/>
            <a:ext cx="1403294" cy="3873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extLst>
      <p:ext uri="{BB962C8B-B14F-4D97-AF65-F5344CB8AC3E}">
        <p14:creationId xmlns:p14="http://schemas.microsoft.com/office/powerpoint/2010/main" val="3783780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ChangeArrowheads="1"/>
          </p:cNvSpPr>
          <p:nvPr>
            <p:ph type="title"/>
          </p:nvPr>
        </p:nvSpPr>
        <p:spPr/>
        <p:txBody>
          <a:bodyPr/>
          <a:lstStyle/>
          <a:p>
            <a:pPr eaLnBrk="1" hangingPunct="1"/>
            <a:r>
              <a:rPr lang="en-US" altLang="en-US"/>
              <a:t>Introduction</a:t>
            </a:r>
          </a:p>
        </p:txBody>
      </p:sp>
      <p:sp>
        <p:nvSpPr>
          <p:cNvPr id="26626" name="Rectangle 3"/>
          <p:cNvSpPr>
            <a:spLocks noGrp="1" noChangeArrowheads="1"/>
          </p:cNvSpPr>
          <p:nvPr>
            <p:ph idx="1"/>
          </p:nvPr>
        </p:nvSpPr>
        <p:spPr>
          <a:xfrm>
            <a:off x="838199" y="1456791"/>
            <a:ext cx="10279743" cy="4755473"/>
          </a:xfrm>
        </p:spPr>
        <p:txBody>
          <a:bodyPr>
            <a:normAutofit/>
          </a:bodyPr>
          <a:lstStyle/>
          <a:p>
            <a:pPr eaLnBrk="1" hangingPunct="1"/>
            <a:endParaRPr lang="en-US" altLang="en-US" sz="2000" dirty="0"/>
          </a:p>
          <a:p>
            <a:r>
              <a:rPr lang="en-US" altLang="en-US" sz="2000" dirty="0"/>
              <a:t>We will now look at markets which involve </a:t>
            </a:r>
            <a:r>
              <a:rPr lang="en-US" altLang="en-US" sz="2000" b="1" dirty="0">
                <a:solidFill>
                  <a:srgbClr val="0000FF"/>
                </a:solidFill>
              </a:rPr>
              <a:t>information technology</a:t>
            </a:r>
          </a:p>
          <a:p>
            <a:pPr lvl="1"/>
            <a:r>
              <a:rPr lang="en-US" altLang="en-US" sz="1800" dirty="0"/>
              <a:t>Increasingly relevant given the recent rise in applications with lower costs and improved technology.</a:t>
            </a:r>
          </a:p>
          <a:p>
            <a:pPr eaLnBrk="1" hangingPunct="1"/>
            <a:endParaRPr lang="en-US" altLang="en-US" sz="2000" dirty="0"/>
          </a:p>
          <a:p>
            <a:pPr eaLnBrk="1" hangingPunct="1"/>
            <a:r>
              <a:rPr lang="en-US" altLang="en-US" sz="2000" dirty="0"/>
              <a:t>It has some special forms of </a:t>
            </a:r>
            <a:r>
              <a:rPr lang="en-US" altLang="en-US" sz="2000" b="1" dirty="0"/>
              <a:t>externalities</a:t>
            </a:r>
            <a:r>
              <a:rPr lang="en-US" altLang="en-US" sz="2000" dirty="0"/>
              <a:t> which generate interesting effects.</a:t>
            </a:r>
          </a:p>
          <a:p>
            <a:pPr lvl="1"/>
            <a:r>
              <a:rPr lang="en-US" altLang="en-US" sz="1800" dirty="0"/>
              <a:t>Complementarities</a:t>
            </a:r>
          </a:p>
          <a:p>
            <a:pPr lvl="1"/>
            <a:r>
              <a:rPr lang="en-US" altLang="en-US" sz="1800" dirty="0"/>
              <a:t>Network Externalities</a:t>
            </a:r>
          </a:p>
          <a:p>
            <a:pPr lvl="1"/>
            <a:endParaRPr lang="en-US" altLang="en-US" sz="1800" dirty="0"/>
          </a:p>
          <a:p>
            <a:r>
              <a:rPr lang="en-US" altLang="en-US" sz="2000" dirty="0"/>
              <a:t>We focus on the </a:t>
            </a:r>
            <a:r>
              <a:rPr lang="en-US" altLang="en-US" sz="2000" b="1" dirty="0"/>
              <a:t>efficiency consequences</a:t>
            </a:r>
            <a:r>
              <a:rPr lang="en-US" altLang="en-US" sz="2000" i="1" dirty="0"/>
              <a:t> </a:t>
            </a:r>
            <a:r>
              <a:rPr lang="en-US" altLang="en-US" sz="2000" dirty="0"/>
              <a:t>of information technology in markets.</a:t>
            </a:r>
          </a:p>
          <a:p>
            <a:pPr lvl="1"/>
            <a:endParaRPr lang="en-US" altLang="en-US" sz="1800" dirty="0"/>
          </a:p>
          <a:p>
            <a:pPr lvl="1"/>
            <a:endParaRPr lang="en-US" altLang="en-US" sz="1800" dirty="0"/>
          </a:p>
        </p:txBody>
      </p:sp>
      <p:sp>
        <p:nvSpPr>
          <p:cNvPr id="4" name="Slide Number Placeholder 3">
            <a:extLst>
              <a:ext uri="{FF2B5EF4-FFF2-40B4-BE49-F238E27FC236}">
                <a16:creationId xmlns:a16="http://schemas.microsoft.com/office/drawing/2014/main" id="{21F3290C-F053-E05D-C294-641FE93D82F6}"/>
              </a:ext>
            </a:extLst>
          </p:cNvPr>
          <p:cNvSpPr>
            <a:spLocks noGrp="1"/>
          </p:cNvSpPr>
          <p:nvPr>
            <p:ph type="sldNum" sz="quarter" idx="12"/>
          </p:nvPr>
        </p:nvSpPr>
        <p:spPr/>
        <p:txBody>
          <a:bodyPr/>
          <a:lstStyle/>
          <a:p>
            <a:fld id="{3F8FFD44-3125-48DD-9AC2-A99B91DF9DE5}" type="slidenum">
              <a:rPr lang="en-GB" smtClean="0"/>
              <a:t>2</a:t>
            </a:fld>
            <a:endParaRPr lang="en-GB"/>
          </a:p>
        </p:txBody>
      </p:sp>
    </p:spTree>
    <p:extLst>
      <p:ext uri="{BB962C8B-B14F-4D97-AF65-F5344CB8AC3E}">
        <p14:creationId xmlns:p14="http://schemas.microsoft.com/office/powerpoint/2010/main" val="60985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62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62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D8B49F4-48E3-E6E7-4B4A-FAF89DBE7587}"/>
              </a:ext>
            </a:extLst>
          </p:cNvPr>
          <p:cNvSpPr/>
          <p:nvPr/>
        </p:nvSpPr>
        <p:spPr>
          <a:xfrm>
            <a:off x="721947" y="1717727"/>
            <a:ext cx="6483783" cy="1554111"/>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649" name="Rectangle 2"/>
          <p:cNvSpPr>
            <a:spLocks noGrp="1" noChangeArrowheads="1"/>
          </p:cNvSpPr>
          <p:nvPr>
            <p:ph type="title"/>
          </p:nvPr>
        </p:nvSpPr>
        <p:spPr/>
        <p:txBody>
          <a:bodyPr>
            <a:normAutofit/>
          </a:bodyPr>
          <a:lstStyle/>
          <a:p>
            <a:pPr eaLnBrk="1" hangingPunct="1"/>
            <a:r>
              <a:rPr lang="en-US" altLang="en-US" sz="4000"/>
              <a:t>Complementarities</a:t>
            </a:r>
          </a:p>
        </p:txBody>
      </p:sp>
      <p:sp>
        <p:nvSpPr>
          <p:cNvPr id="27650" name="Rectangle 3"/>
          <p:cNvSpPr>
            <a:spLocks noGrp="1" noChangeArrowheads="1"/>
          </p:cNvSpPr>
          <p:nvPr>
            <p:ph idx="1"/>
          </p:nvPr>
        </p:nvSpPr>
        <p:spPr>
          <a:xfrm>
            <a:off x="838198" y="1456791"/>
            <a:ext cx="6555583" cy="4755473"/>
          </a:xfrm>
        </p:spPr>
        <p:txBody>
          <a:bodyPr/>
          <a:lstStyle/>
          <a:p>
            <a:pPr eaLnBrk="1" hangingPunct="1">
              <a:lnSpc>
                <a:spcPct val="100000"/>
              </a:lnSpc>
            </a:pPr>
            <a:endParaRPr lang="en-US" altLang="en-US" dirty="0"/>
          </a:p>
          <a:p>
            <a:pPr eaLnBrk="1" hangingPunct="1">
              <a:lnSpc>
                <a:spcPct val="100000"/>
              </a:lnSpc>
            </a:pPr>
            <a:r>
              <a:rPr lang="en-US" altLang="en-US" sz="2000" dirty="0"/>
              <a:t>Commodity A </a:t>
            </a:r>
            <a:r>
              <a:rPr lang="en-US" altLang="en-US" sz="2000" b="1" dirty="0">
                <a:solidFill>
                  <a:srgbClr val="0000FF"/>
                </a:solidFill>
              </a:rPr>
              <a:t>complements</a:t>
            </a:r>
            <a:r>
              <a:rPr lang="en-US" altLang="en-US" sz="2000" dirty="0"/>
              <a:t> commodity B if more of commodity A increases the </a:t>
            </a:r>
            <a:r>
              <a:rPr lang="en-US" altLang="en-US" sz="2000" i="1" dirty="0"/>
              <a:t>value </a:t>
            </a:r>
            <a:r>
              <a:rPr lang="en-US" altLang="en-US" sz="2000" dirty="0"/>
              <a:t>of an extra unit of commodity B.</a:t>
            </a:r>
          </a:p>
          <a:p>
            <a:pPr eaLnBrk="1" hangingPunct="1">
              <a:lnSpc>
                <a:spcPct val="100000"/>
              </a:lnSpc>
            </a:pPr>
            <a:endParaRPr lang="en-US" altLang="en-US" sz="2000" dirty="0"/>
          </a:p>
          <a:p>
            <a:pPr eaLnBrk="1" hangingPunct="1">
              <a:lnSpc>
                <a:spcPct val="100000"/>
              </a:lnSpc>
            </a:pPr>
            <a:r>
              <a:rPr lang="en-US" altLang="en-US" sz="2000" dirty="0"/>
              <a:t>For example:</a:t>
            </a:r>
          </a:p>
          <a:p>
            <a:pPr lvl="1" eaLnBrk="1" hangingPunct="1">
              <a:lnSpc>
                <a:spcPct val="100000"/>
              </a:lnSpc>
            </a:pPr>
            <a:r>
              <a:rPr lang="en-US" altLang="en-US" sz="1800" dirty="0"/>
              <a:t>More software increases the value of a computer.</a:t>
            </a:r>
          </a:p>
          <a:p>
            <a:pPr lvl="1" eaLnBrk="1" hangingPunct="1">
              <a:lnSpc>
                <a:spcPct val="100000"/>
              </a:lnSpc>
            </a:pPr>
            <a:r>
              <a:rPr lang="en-US" altLang="en-US" sz="1800" dirty="0"/>
              <a:t>More roads increase the value of a car.</a:t>
            </a:r>
          </a:p>
        </p:txBody>
      </p:sp>
      <p:pic>
        <p:nvPicPr>
          <p:cNvPr id="1032" name="Picture 8" descr="App Store and Play Store">
            <a:extLst>
              <a:ext uri="{FF2B5EF4-FFF2-40B4-BE49-F238E27FC236}">
                <a16:creationId xmlns:a16="http://schemas.microsoft.com/office/drawing/2014/main" id="{DCC47949-5E00-3286-F216-B914BC6CB46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300"/>
          <a:stretch/>
        </p:blipFill>
        <p:spPr bwMode="auto">
          <a:xfrm>
            <a:off x="7802886" y="3736662"/>
            <a:ext cx="1518948" cy="200094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pp Store and Play Store">
            <a:extLst>
              <a:ext uri="{FF2B5EF4-FFF2-40B4-BE49-F238E27FC236}">
                <a16:creationId xmlns:a16="http://schemas.microsoft.com/office/drawing/2014/main" id="{9AB55118-A746-204B-3F95-3B02801CAE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43365"/>
          <a:stretch/>
        </p:blipFill>
        <p:spPr bwMode="auto">
          <a:xfrm>
            <a:off x="7802886" y="982364"/>
            <a:ext cx="1518948" cy="15086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6BCBC97A-30BB-4E3D-B466-454C061E5EC2}"/>
              </a:ext>
            </a:extLst>
          </p:cNvPr>
          <p:cNvSpPr>
            <a:spLocks noGrp="1"/>
          </p:cNvSpPr>
          <p:nvPr>
            <p:ph type="sldNum" sz="quarter" idx="12"/>
          </p:nvPr>
        </p:nvSpPr>
        <p:spPr/>
        <p:txBody>
          <a:bodyPr/>
          <a:lstStyle/>
          <a:p>
            <a:fld id="{3F8FFD44-3125-48DD-9AC2-A99B91DF9DE5}" type="slidenum">
              <a:rPr lang="en-GB" smtClean="0"/>
              <a:t>3</a:t>
            </a:fld>
            <a:endParaRPr lang="en-GB"/>
          </a:p>
        </p:txBody>
      </p:sp>
      <p:pic>
        <p:nvPicPr>
          <p:cNvPr id="1026" name="Picture 2" descr="Google Phones: A Look at the Pixel Line">
            <a:extLst>
              <a:ext uri="{FF2B5EF4-FFF2-40B4-BE49-F238E27FC236}">
                <a16:creationId xmlns:a16="http://schemas.microsoft.com/office/drawing/2014/main" id="{F7198F7C-9242-52F4-03CA-B41B7583F2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978" r="30598"/>
          <a:stretch/>
        </p:blipFill>
        <p:spPr bwMode="auto">
          <a:xfrm>
            <a:off x="9730940" y="3275313"/>
            <a:ext cx="1809111" cy="27328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Купить оригинальный Apple iPhone 15, 128 ГБ (2 nano sim), голубой в  интернет-магазине The iStore">
            <a:extLst>
              <a:ext uri="{FF2B5EF4-FFF2-40B4-BE49-F238E27FC236}">
                <a16:creationId xmlns:a16="http://schemas.microsoft.com/office/drawing/2014/main" id="{F424AF0F-1126-8B6C-8B6F-A88DF640F5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2701" y="683378"/>
            <a:ext cx="1727349" cy="2014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49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650">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65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DE2AD8-5F10-3433-F2F1-0A6D3A632AC1}"/>
              </a:ext>
            </a:extLst>
          </p:cNvPr>
          <p:cNvSpPr/>
          <p:nvPr/>
        </p:nvSpPr>
        <p:spPr>
          <a:xfrm>
            <a:off x="715507" y="1788560"/>
            <a:ext cx="6619011" cy="1554111"/>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673" name="Rectangle 2"/>
          <p:cNvSpPr>
            <a:spLocks noGrp="1" noChangeArrowheads="1"/>
          </p:cNvSpPr>
          <p:nvPr>
            <p:ph type="title"/>
          </p:nvPr>
        </p:nvSpPr>
        <p:spPr/>
        <p:txBody>
          <a:bodyPr>
            <a:normAutofit/>
          </a:bodyPr>
          <a:lstStyle/>
          <a:p>
            <a:r>
              <a:rPr lang="en-US" altLang="en-US" sz="4000" dirty="0"/>
              <a:t>Network Externalities</a:t>
            </a:r>
          </a:p>
        </p:txBody>
      </p:sp>
      <p:sp>
        <p:nvSpPr>
          <p:cNvPr id="28674" name="Rectangle 3"/>
          <p:cNvSpPr>
            <a:spLocks noGrp="1" noChangeArrowheads="1"/>
          </p:cNvSpPr>
          <p:nvPr>
            <p:ph idx="1"/>
          </p:nvPr>
        </p:nvSpPr>
        <p:spPr>
          <a:xfrm>
            <a:off x="838199" y="1456791"/>
            <a:ext cx="6219825" cy="4755473"/>
          </a:xfrm>
        </p:spPr>
        <p:txBody>
          <a:bodyPr>
            <a:normAutofit/>
          </a:bodyPr>
          <a:lstStyle/>
          <a:p>
            <a:pPr eaLnBrk="1" hangingPunct="1">
              <a:lnSpc>
                <a:spcPct val="100000"/>
              </a:lnSpc>
            </a:pPr>
            <a:endParaRPr lang="en-US" altLang="en-US" sz="2000" dirty="0"/>
          </a:p>
          <a:p>
            <a:pPr eaLnBrk="1" hangingPunct="1">
              <a:lnSpc>
                <a:spcPct val="100000"/>
              </a:lnSpc>
            </a:pPr>
            <a:r>
              <a:rPr lang="en-US" altLang="en-US" sz="2000" dirty="0"/>
              <a:t>A commodity has a positive (negative) </a:t>
            </a:r>
            <a:r>
              <a:rPr lang="en-US" altLang="en-US" sz="2000" b="1" dirty="0">
                <a:solidFill>
                  <a:srgbClr val="0000FF"/>
                </a:solidFill>
              </a:rPr>
              <a:t>network externality</a:t>
            </a:r>
            <a:r>
              <a:rPr lang="en-US" altLang="en-US" sz="2000" b="1" dirty="0"/>
              <a:t> </a:t>
            </a:r>
            <a:r>
              <a:rPr lang="en-US" altLang="en-US" sz="2000" dirty="0"/>
              <a:t>if the utility to a consumer of that commodity increases (decreases) as </a:t>
            </a:r>
            <a:r>
              <a:rPr lang="en-US" altLang="en-US" sz="2000" i="1" dirty="0"/>
              <a:t>more people</a:t>
            </a:r>
            <a:r>
              <a:rPr lang="en-US" altLang="en-US" sz="2000" dirty="0"/>
              <a:t> also consume the commodity.</a:t>
            </a:r>
          </a:p>
          <a:p>
            <a:pPr eaLnBrk="1" hangingPunct="1">
              <a:lnSpc>
                <a:spcPct val="100000"/>
              </a:lnSpc>
            </a:pPr>
            <a:endParaRPr lang="en-US" altLang="en-US" sz="2000" dirty="0"/>
          </a:p>
          <a:p>
            <a:pPr eaLnBrk="1" hangingPunct="1">
              <a:lnSpc>
                <a:spcPct val="100000"/>
              </a:lnSpc>
            </a:pPr>
            <a:r>
              <a:rPr lang="en-US" altLang="en-US" sz="2000" dirty="0"/>
              <a:t>For example:</a:t>
            </a:r>
          </a:p>
          <a:p>
            <a:pPr lvl="1" eaLnBrk="1" hangingPunct="1">
              <a:lnSpc>
                <a:spcPct val="100000"/>
              </a:lnSpc>
            </a:pPr>
            <a:r>
              <a:rPr lang="en-US" altLang="en-US" sz="1800" dirty="0"/>
              <a:t>A social media app gives more utility to any one user if more other people use it as well.</a:t>
            </a:r>
          </a:p>
          <a:p>
            <a:pPr lvl="1" eaLnBrk="1" hangingPunct="1">
              <a:lnSpc>
                <a:spcPct val="100000"/>
              </a:lnSpc>
            </a:pPr>
            <a:r>
              <a:rPr lang="en-US" altLang="en-US" sz="1800" dirty="0"/>
              <a:t>A highway gives less utility to any one user as more people use it (congestion).</a:t>
            </a:r>
          </a:p>
        </p:txBody>
      </p:sp>
      <p:pic>
        <p:nvPicPr>
          <p:cNvPr id="2050" name="Picture 2" descr="WhatsApp - Wikipedia">
            <a:extLst>
              <a:ext uri="{FF2B5EF4-FFF2-40B4-BE49-F238E27FC236}">
                <a16:creationId xmlns:a16="http://schemas.microsoft.com/office/drawing/2014/main" id="{14E3EBE1-FF32-C6F5-E268-B656612555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86236" y="1647130"/>
            <a:ext cx="1671939" cy="168167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Apple, messages, bubble, communication, conversation, imessage, message icon  - Free download">
            <a:extLst>
              <a:ext uri="{FF2B5EF4-FFF2-40B4-BE49-F238E27FC236}">
                <a16:creationId xmlns:a16="http://schemas.microsoft.com/office/drawing/2014/main" id="{67258974-A7EB-236A-A080-6618C94E67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1866" y="1154130"/>
            <a:ext cx="1436498" cy="1436498"/>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C2CB329-2961-41F7-0559-DEAB3A190671}"/>
              </a:ext>
            </a:extLst>
          </p:cNvPr>
          <p:cNvSpPr>
            <a:spLocks noGrp="1"/>
          </p:cNvSpPr>
          <p:nvPr>
            <p:ph type="sldNum" sz="quarter" idx="12"/>
          </p:nvPr>
        </p:nvSpPr>
        <p:spPr/>
        <p:txBody>
          <a:bodyPr/>
          <a:lstStyle/>
          <a:p>
            <a:fld id="{3F8FFD44-3125-48DD-9AC2-A99B91DF9DE5}" type="slidenum">
              <a:rPr lang="en-GB" smtClean="0"/>
              <a:t>4</a:t>
            </a:fld>
            <a:endParaRPr lang="en-GB"/>
          </a:p>
        </p:txBody>
      </p:sp>
      <p:pic>
        <p:nvPicPr>
          <p:cNvPr id="3" name="Picture 2" descr="Facebook on the App Store">
            <a:extLst>
              <a:ext uri="{FF2B5EF4-FFF2-40B4-BE49-F238E27FC236}">
                <a16:creationId xmlns:a16="http://schemas.microsoft.com/office/drawing/2014/main" id="{A604E88A-2160-FE7C-14EF-42176C37C10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999" t="10778" r="27390" b="9974"/>
          <a:stretch/>
        </p:blipFill>
        <p:spPr bwMode="auto">
          <a:xfrm>
            <a:off x="8164666" y="3304904"/>
            <a:ext cx="1541040" cy="143722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tiktok logo png, tikok icon transparent png, tikok app logo png 18930574 PNG">
            <a:extLst>
              <a:ext uri="{FF2B5EF4-FFF2-40B4-BE49-F238E27FC236}">
                <a16:creationId xmlns:a16="http://schemas.microsoft.com/office/drawing/2014/main" id="{DB432A57-CA90-89A9-D344-3B450934F2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05706" y="3429000"/>
            <a:ext cx="2563969" cy="2563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591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45B8-14FC-4EE7-BE64-CA386A90E219}"/>
              </a:ext>
            </a:extLst>
          </p:cNvPr>
          <p:cNvSpPr>
            <a:spLocks noGrp="1"/>
          </p:cNvSpPr>
          <p:nvPr>
            <p:ph type="title"/>
          </p:nvPr>
        </p:nvSpPr>
        <p:spPr/>
        <p:txBody>
          <a:bodyPr/>
          <a:lstStyle/>
          <a:p>
            <a:r>
              <a:rPr lang="en-US"/>
              <a:t>Review Question 1</a:t>
            </a:r>
            <a:endParaRPr lang="en-GB"/>
          </a:p>
        </p:txBody>
      </p:sp>
      <p:sp>
        <p:nvSpPr>
          <p:cNvPr id="3" name="Content Placeholder 2">
            <a:extLst>
              <a:ext uri="{FF2B5EF4-FFF2-40B4-BE49-F238E27FC236}">
                <a16:creationId xmlns:a16="http://schemas.microsoft.com/office/drawing/2014/main" id="{CDF4B2E5-1CF0-4D19-AFAA-E09B13AE7CF3}"/>
              </a:ext>
            </a:extLst>
          </p:cNvPr>
          <p:cNvSpPr>
            <a:spLocks noGrp="1"/>
          </p:cNvSpPr>
          <p:nvPr>
            <p:ph idx="1"/>
          </p:nvPr>
        </p:nvSpPr>
        <p:spPr/>
        <p:txBody>
          <a:bodyPr>
            <a:normAutofit/>
          </a:bodyPr>
          <a:lstStyle/>
          <a:p>
            <a:r>
              <a:rPr lang="en-GB" dirty="0"/>
              <a:t>Which of the following are good examples of complementary goods?</a:t>
            </a:r>
          </a:p>
          <a:p>
            <a:pPr marL="800100" lvl="1" indent="-342900">
              <a:buFont typeface="+mj-lt"/>
              <a:buAutoNum type="alphaLcParenR"/>
            </a:pPr>
            <a:r>
              <a:rPr lang="en-GB" dirty="0" err="1"/>
              <a:t>Onedrive</a:t>
            </a:r>
            <a:r>
              <a:rPr lang="en-GB" dirty="0"/>
              <a:t> and Microsoft Office</a:t>
            </a:r>
          </a:p>
          <a:p>
            <a:pPr marL="800100" lvl="1" indent="-342900">
              <a:buFont typeface="+mj-lt"/>
              <a:buAutoNum type="alphaLcParenR"/>
            </a:pPr>
            <a:r>
              <a:rPr lang="en-GB" dirty="0"/>
              <a:t>Xbox games and Xbox consoles</a:t>
            </a:r>
          </a:p>
          <a:p>
            <a:pPr marL="800100" lvl="1" indent="-342900">
              <a:buFont typeface="+mj-lt"/>
              <a:buAutoNum type="alphaLcParenR"/>
            </a:pPr>
            <a:r>
              <a:rPr lang="en-GB" dirty="0" err="1"/>
              <a:t>Iphones</a:t>
            </a:r>
            <a:r>
              <a:rPr lang="en-GB" dirty="0"/>
              <a:t> and Google services </a:t>
            </a:r>
          </a:p>
          <a:p>
            <a:endParaRPr lang="en-GB" dirty="0"/>
          </a:p>
          <a:p>
            <a:r>
              <a:rPr lang="en-GB" dirty="0"/>
              <a:t>Which of the following are good examples of goods with network externalities?</a:t>
            </a:r>
          </a:p>
          <a:p>
            <a:pPr marL="914400" lvl="1" indent="-457200">
              <a:buFont typeface="+mj-lt"/>
              <a:buAutoNum type="alphaLcParenR"/>
            </a:pPr>
            <a:r>
              <a:rPr lang="en-GB" dirty="0"/>
              <a:t>Microsoft Office</a:t>
            </a:r>
          </a:p>
          <a:p>
            <a:pPr marL="914400" lvl="1" indent="-457200">
              <a:buFont typeface="+mj-lt"/>
              <a:buAutoNum type="alphaLcParenR"/>
            </a:pPr>
            <a:r>
              <a:rPr lang="en-GB" dirty="0"/>
              <a:t>A single player video game</a:t>
            </a:r>
          </a:p>
          <a:p>
            <a:pPr marL="914400" lvl="1" indent="-457200">
              <a:buFont typeface="+mj-lt"/>
              <a:buAutoNum type="alphaLcParenR"/>
            </a:pPr>
            <a:r>
              <a:rPr lang="en-GB" dirty="0" err="1"/>
              <a:t>Tiktok</a:t>
            </a:r>
            <a:endParaRPr lang="en-GB" dirty="0"/>
          </a:p>
          <a:p>
            <a:pPr marL="914400" lvl="1" indent="-457200">
              <a:buFont typeface="+mj-lt"/>
              <a:buAutoNum type="alphaLcParenR"/>
            </a:pPr>
            <a:r>
              <a:rPr lang="en-GB" dirty="0" err="1"/>
              <a:t>Youtube</a:t>
            </a:r>
            <a:endParaRPr lang="en-GB" dirty="0"/>
          </a:p>
          <a:p>
            <a:pPr marL="914400" lvl="1" indent="-457200">
              <a:buFont typeface="+mj-lt"/>
              <a:buAutoNum type="alphaLcParenR"/>
            </a:pPr>
            <a:endParaRPr lang="en-GB" sz="2200" dirty="0"/>
          </a:p>
          <a:p>
            <a:pPr marL="914400" lvl="1" indent="-457200">
              <a:buFont typeface="+mj-lt"/>
              <a:buAutoNum type="alphaLcParenR"/>
            </a:pPr>
            <a:endParaRPr lang="en-GB" sz="2200" dirty="0"/>
          </a:p>
          <a:p>
            <a:pPr marL="914400" lvl="1" indent="-457200">
              <a:buFont typeface="+mj-lt"/>
              <a:buAutoNum type="arabicPeriod"/>
            </a:pPr>
            <a:endParaRPr lang="en-GB" sz="2000" dirty="0"/>
          </a:p>
          <a:p>
            <a:pPr lvl="1"/>
            <a:endParaRPr lang="en-GB" sz="2000" dirty="0"/>
          </a:p>
          <a:p>
            <a:endParaRPr lang="en-GB" sz="2400" dirty="0"/>
          </a:p>
          <a:p>
            <a:pPr marL="0" indent="0">
              <a:buNone/>
            </a:pPr>
            <a:endParaRPr lang="en-GB" sz="2400" dirty="0"/>
          </a:p>
        </p:txBody>
      </p:sp>
      <p:pic>
        <p:nvPicPr>
          <p:cNvPr id="5" name="Picture 4">
            <a:extLst>
              <a:ext uri="{FF2B5EF4-FFF2-40B4-BE49-F238E27FC236}">
                <a16:creationId xmlns:a16="http://schemas.microsoft.com/office/drawing/2014/main" id="{64AD149A-80D7-895C-4892-334A18822CEA}"/>
              </a:ext>
            </a:extLst>
          </p:cNvPr>
          <p:cNvPicPr>
            <a:picLocks noChangeAspect="1"/>
          </p:cNvPicPr>
          <p:nvPr/>
        </p:nvPicPr>
        <p:blipFill>
          <a:blip r:embed="rId3"/>
          <a:stretch>
            <a:fillRect/>
          </a:stretch>
        </p:blipFill>
        <p:spPr>
          <a:xfrm>
            <a:off x="10159735" y="481057"/>
            <a:ext cx="1571863" cy="1534556"/>
          </a:xfrm>
          <a:prstGeom prst="rect">
            <a:avLst/>
          </a:prstGeom>
        </p:spPr>
      </p:pic>
      <p:sp>
        <p:nvSpPr>
          <p:cNvPr id="7" name="Slide Number Placeholder 6">
            <a:extLst>
              <a:ext uri="{FF2B5EF4-FFF2-40B4-BE49-F238E27FC236}">
                <a16:creationId xmlns:a16="http://schemas.microsoft.com/office/drawing/2014/main" id="{98526D76-1F2A-74CA-02B7-4D15C6DE2DEB}"/>
              </a:ext>
            </a:extLst>
          </p:cNvPr>
          <p:cNvSpPr>
            <a:spLocks noGrp="1"/>
          </p:cNvSpPr>
          <p:nvPr>
            <p:ph type="sldNum" sz="quarter" idx="12"/>
          </p:nvPr>
        </p:nvSpPr>
        <p:spPr/>
        <p:txBody>
          <a:bodyPr/>
          <a:lstStyle/>
          <a:p>
            <a:fld id="{3F8FFD44-3125-48DD-9AC2-A99B91DF9DE5}" type="slidenum">
              <a:rPr lang="en-GB" smtClean="0"/>
              <a:t>5</a:t>
            </a:fld>
            <a:endParaRPr lang="en-GB"/>
          </a:p>
        </p:txBody>
      </p:sp>
    </p:spTree>
    <p:extLst>
      <p:ext uri="{BB962C8B-B14F-4D97-AF65-F5344CB8AC3E}">
        <p14:creationId xmlns:p14="http://schemas.microsoft.com/office/powerpoint/2010/main" val="4146181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Complementarities </a:t>
            </a:r>
            <a:br>
              <a:rPr lang="en-US"/>
            </a:br>
            <a:r>
              <a:rPr lang="en-US"/>
              <a:t>in Information Technology</a:t>
            </a:r>
            <a:endParaRPr lang="en-SG"/>
          </a:p>
        </p:txBody>
      </p:sp>
      <p:sp>
        <p:nvSpPr>
          <p:cNvPr id="5" name="Slide Number Placeholder 4">
            <a:extLst>
              <a:ext uri="{FF2B5EF4-FFF2-40B4-BE49-F238E27FC236}">
                <a16:creationId xmlns:a16="http://schemas.microsoft.com/office/drawing/2014/main" id="{05745147-7F14-DF42-DADB-4EE99071C81C}"/>
              </a:ext>
            </a:extLst>
          </p:cNvPr>
          <p:cNvSpPr>
            <a:spLocks noGrp="1"/>
          </p:cNvSpPr>
          <p:nvPr>
            <p:ph type="sldNum" sz="quarter" idx="12"/>
          </p:nvPr>
        </p:nvSpPr>
        <p:spPr/>
        <p:txBody>
          <a:bodyPr/>
          <a:lstStyle/>
          <a:p>
            <a:fld id="{3F8FFD44-3125-48DD-9AC2-A99B91DF9DE5}" type="slidenum">
              <a:rPr lang="en-GB" smtClean="0"/>
              <a:t>6</a:t>
            </a:fld>
            <a:endParaRPr lang="en-GB"/>
          </a:p>
        </p:txBody>
      </p:sp>
    </p:spTree>
    <p:extLst>
      <p:ext uri="{BB962C8B-B14F-4D97-AF65-F5344CB8AC3E}">
        <p14:creationId xmlns:p14="http://schemas.microsoft.com/office/powerpoint/2010/main" val="627690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altLang="en-US"/>
              <a:t>IT &amp; Complementarities </a:t>
            </a:r>
          </a:p>
        </p:txBody>
      </p:sp>
      <p:sp>
        <p:nvSpPr>
          <p:cNvPr id="29698" name="Rectangle 3"/>
          <p:cNvSpPr>
            <a:spLocks noGrp="1" noChangeArrowheads="1"/>
          </p:cNvSpPr>
          <p:nvPr>
            <p:ph idx="1"/>
          </p:nvPr>
        </p:nvSpPr>
        <p:spPr>
          <a:xfrm>
            <a:off x="838199" y="1456791"/>
            <a:ext cx="10515599" cy="4755473"/>
          </a:xfrm>
        </p:spPr>
        <p:txBody>
          <a:bodyPr>
            <a:normAutofit/>
          </a:bodyPr>
          <a:lstStyle/>
          <a:p>
            <a:pPr eaLnBrk="1" hangingPunct="1">
              <a:lnSpc>
                <a:spcPct val="100000"/>
              </a:lnSpc>
            </a:pPr>
            <a:endParaRPr lang="en-US" altLang="en-US" sz="2000" dirty="0"/>
          </a:p>
          <a:p>
            <a:pPr eaLnBrk="1" hangingPunct="1">
              <a:lnSpc>
                <a:spcPct val="100000"/>
              </a:lnSpc>
            </a:pPr>
            <a:r>
              <a:rPr lang="en-US" altLang="en-US" sz="2000" dirty="0"/>
              <a:t>Information technologies are technologies which </a:t>
            </a:r>
            <a:r>
              <a:rPr lang="en-GB" altLang="en-US" sz="2000" dirty="0"/>
              <a:t>create, process, store, retrieve, and exchange all kinds of electronic data and information. </a:t>
            </a:r>
          </a:p>
          <a:p>
            <a:pPr eaLnBrk="1" hangingPunct="1">
              <a:lnSpc>
                <a:spcPct val="100000"/>
              </a:lnSpc>
            </a:pPr>
            <a:endParaRPr lang="en-GB" altLang="en-US" sz="2000" dirty="0"/>
          </a:p>
          <a:p>
            <a:pPr eaLnBrk="1" hangingPunct="1">
              <a:lnSpc>
                <a:spcPct val="100000"/>
              </a:lnSpc>
            </a:pPr>
            <a:r>
              <a:rPr lang="en-GB" altLang="en-US" sz="2000" dirty="0"/>
              <a:t>This digitalisation of information </a:t>
            </a:r>
            <a:r>
              <a:rPr lang="en-US" altLang="en-US" sz="2000" dirty="0"/>
              <a:t>has greatly increased complementarities between commodities.</a:t>
            </a:r>
          </a:p>
          <a:p>
            <a:pPr lvl="1" eaLnBrk="1" hangingPunct="1">
              <a:lnSpc>
                <a:spcPct val="100000"/>
              </a:lnSpc>
            </a:pPr>
            <a:r>
              <a:rPr lang="en-US" altLang="en-US" sz="1800" dirty="0"/>
              <a:t>Computers and operating systems (OS)</a:t>
            </a:r>
          </a:p>
          <a:p>
            <a:pPr lvl="1" eaLnBrk="1" hangingPunct="1">
              <a:lnSpc>
                <a:spcPct val="100000"/>
              </a:lnSpc>
            </a:pPr>
            <a:r>
              <a:rPr lang="en-US" altLang="en-US" sz="1800" dirty="0"/>
              <a:t>DVD players and DVD disks</a:t>
            </a:r>
          </a:p>
          <a:p>
            <a:pPr lvl="1" eaLnBrk="1" hangingPunct="1">
              <a:lnSpc>
                <a:spcPct val="100000"/>
              </a:lnSpc>
            </a:pPr>
            <a:r>
              <a:rPr lang="en-US" altLang="en-US" sz="1800" dirty="0"/>
              <a:t>Wi-Fi sites and laptop computers</a:t>
            </a:r>
          </a:p>
          <a:p>
            <a:pPr lvl="1" eaLnBrk="1" hangingPunct="1">
              <a:lnSpc>
                <a:spcPct val="100000"/>
              </a:lnSpc>
            </a:pPr>
            <a:r>
              <a:rPr lang="en-US" altLang="en-US" sz="1800" dirty="0"/>
              <a:t>Cell phones and cell phone towers</a:t>
            </a:r>
          </a:p>
          <a:p>
            <a:pPr lvl="1" eaLnBrk="1" hangingPunct="1">
              <a:lnSpc>
                <a:spcPct val="100000"/>
              </a:lnSpc>
            </a:pPr>
            <a:endParaRPr lang="en-US" altLang="en-US" sz="1800" dirty="0"/>
          </a:p>
        </p:txBody>
      </p:sp>
      <p:sp>
        <p:nvSpPr>
          <p:cNvPr id="4" name="Slide Number Placeholder 3">
            <a:extLst>
              <a:ext uri="{FF2B5EF4-FFF2-40B4-BE49-F238E27FC236}">
                <a16:creationId xmlns:a16="http://schemas.microsoft.com/office/drawing/2014/main" id="{3AA14707-B816-DF56-ADA2-5CCDA9AFDEC4}"/>
              </a:ext>
            </a:extLst>
          </p:cNvPr>
          <p:cNvSpPr>
            <a:spLocks noGrp="1"/>
          </p:cNvSpPr>
          <p:nvPr>
            <p:ph type="sldNum" sz="quarter" idx="12"/>
          </p:nvPr>
        </p:nvSpPr>
        <p:spPr/>
        <p:txBody>
          <a:bodyPr/>
          <a:lstStyle/>
          <a:p>
            <a:fld id="{3F8FFD44-3125-48DD-9AC2-A99B91DF9DE5}" type="slidenum">
              <a:rPr lang="en-GB" smtClean="0"/>
              <a:t>7</a:t>
            </a:fld>
            <a:endParaRPr lang="en-GB"/>
          </a:p>
        </p:txBody>
      </p:sp>
    </p:spTree>
    <p:extLst>
      <p:ext uri="{BB962C8B-B14F-4D97-AF65-F5344CB8AC3E}">
        <p14:creationId xmlns:p14="http://schemas.microsoft.com/office/powerpoint/2010/main" val="3982701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pPr eaLnBrk="1" hangingPunct="1"/>
            <a:r>
              <a:rPr lang="en-US" altLang="en-US" dirty="0"/>
              <a:t>Complementarity &amp; Externalities</a:t>
            </a:r>
          </a:p>
        </p:txBody>
      </p:sp>
      <p:sp>
        <p:nvSpPr>
          <p:cNvPr id="30722" name="Rectangle 3"/>
          <p:cNvSpPr>
            <a:spLocks noGrp="1" noChangeArrowheads="1"/>
          </p:cNvSpPr>
          <p:nvPr>
            <p:ph idx="1"/>
          </p:nvPr>
        </p:nvSpPr>
        <p:spPr>
          <a:xfrm>
            <a:off x="838200" y="1456791"/>
            <a:ext cx="10337800" cy="4755473"/>
          </a:xfrm>
        </p:spPr>
        <p:txBody>
          <a:bodyPr>
            <a:normAutofit/>
          </a:bodyPr>
          <a:lstStyle/>
          <a:p>
            <a:pPr eaLnBrk="1" hangingPunct="1">
              <a:lnSpc>
                <a:spcPct val="100000"/>
              </a:lnSpc>
            </a:pPr>
            <a:endParaRPr lang="en-US" altLang="en-US" sz="2000" dirty="0"/>
          </a:p>
          <a:p>
            <a:pPr eaLnBrk="1" hangingPunct="1">
              <a:lnSpc>
                <a:spcPct val="100000"/>
              </a:lnSpc>
            </a:pPr>
            <a:r>
              <a:rPr lang="en-US" altLang="en-US" sz="2000" dirty="0"/>
              <a:t>What happens when a firm produces a commodity that complements another commodity?</a:t>
            </a:r>
          </a:p>
          <a:p>
            <a:pPr eaLnBrk="1" hangingPunct="1">
              <a:lnSpc>
                <a:spcPct val="100000"/>
              </a:lnSpc>
            </a:pPr>
            <a:endParaRPr lang="en-US" altLang="en-US" sz="2000" dirty="0"/>
          </a:p>
          <a:p>
            <a:pPr eaLnBrk="1" hangingPunct="1">
              <a:lnSpc>
                <a:spcPct val="100000"/>
              </a:lnSpc>
            </a:pPr>
            <a:r>
              <a:rPr lang="en-US" altLang="en-US" sz="2000" dirty="0"/>
              <a:t>Suppose that when Firm A makes more of its product (commodity A), it increases the value of firm B</a:t>
            </a:r>
            <a:r>
              <a:rPr lang="ja-JP" altLang="en-US" sz="2000" dirty="0"/>
              <a:t>’</a:t>
            </a:r>
            <a:r>
              <a:rPr lang="en-US" altLang="ja-JP" sz="2000" dirty="0"/>
              <a:t>s product (commodity B)</a:t>
            </a:r>
            <a:r>
              <a:rPr lang="en-US" altLang="ja-JP" sz="2000" i="1" dirty="0"/>
              <a:t>. </a:t>
            </a:r>
            <a:r>
              <a:rPr lang="en-US" altLang="ja-JP" sz="2000" b="1" i="1" dirty="0">
                <a:solidFill>
                  <a:srgbClr val="FF0000"/>
                </a:solidFill>
              </a:rPr>
              <a:t>These are like externalities! </a:t>
            </a:r>
            <a:br>
              <a:rPr lang="en-US" altLang="ja-JP" sz="2000" i="1" dirty="0"/>
            </a:br>
            <a:endParaRPr lang="en-US" altLang="ja-JP" sz="2000" i="1" dirty="0"/>
          </a:p>
          <a:p>
            <a:pPr marL="0" indent="0" eaLnBrk="1" hangingPunct="1">
              <a:lnSpc>
                <a:spcPct val="100000"/>
              </a:lnSpc>
              <a:buNone/>
            </a:pPr>
            <a:r>
              <a:rPr lang="en-US" altLang="ja-JP" sz="2000" b="1" dirty="0"/>
              <a:t>What will outcomes be like under standard competition?</a:t>
            </a:r>
            <a:endParaRPr lang="en-US" altLang="ja-JP" sz="2000" b="1" spc="300" dirty="0"/>
          </a:p>
          <a:p>
            <a:pPr eaLnBrk="1" hangingPunct="1">
              <a:lnSpc>
                <a:spcPct val="100000"/>
              </a:lnSpc>
            </a:pPr>
            <a:r>
              <a:rPr lang="en-US" altLang="ja-JP" sz="2000" dirty="0"/>
              <a:t>Intuitively, from what we learnt before, this should lead to some inefficiencies…</a:t>
            </a:r>
          </a:p>
          <a:p>
            <a:pPr lvl="1">
              <a:lnSpc>
                <a:spcPct val="100000"/>
              </a:lnSpc>
            </a:pPr>
            <a:r>
              <a:rPr lang="en-US" altLang="en-US" sz="1800" dirty="0"/>
              <a:t>We will discuss this in the context of a simple model.</a:t>
            </a:r>
          </a:p>
          <a:p>
            <a:pPr eaLnBrk="1" hangingPunct="1">
              <a:lnSpc>
                <a:spcPct val="100000"/>
              </a:lnSpc>
            </a:pPr>
            <a:endParaRPr lang="en-US" altLang="ja-JP" sz="2000" dirty="0"/>
          </a:p>
          <a:p>
            <a:pPr eaLnBrk="1" hangingPunct="1">
              <a:lnSpc>
                <a:spcPct val="100000"/>
              </a:lnSpc>
            </a:pPr>
            <a:endParaRPr lang="en-US" altLang="en-US" sz="2000" dirty="0"/>
          </a:p>
          <a:p>
            <a:pPr eaLnBrk="1" hangingPunct="1">
              <a:lnSpc>
                <a:spcPct val="100000"/>
              </a:lnSpc>
            </a:pPr>
            <a:endParaRPr lang="en-US" altLang="en-US" sz="2000" dirty="0"/>
          </a:p>
        </p:txBody>
      </p:sp>
      <p:sp>
        <p:nvSpPr>
          <p:cNvPr id="4" name="Slide Number Placeholder 3">
            <a:extLst>
              <a:ext uri="{FF2B5EF4-FFF2-40B4-BE49-F238E27FC236}">
                <a16:creationId xmlns:a16="http://schemas.microsoft.com/office/drawing/2014/main" id="{382293C4-96F6-3A62-978F-F4ABF47AF176}"/>
              </a:ext>
            </a:extLst>
          </p:cNvPr>
          <p:cNvSpPr>
            <a:spLocks noGrp="1"/>
          </p:cNvSpPr>
          <p:nvPr>
            <p:ph type="sldNum" sz="quarter" idx="12"/>
          </p:nvPr>
        </p:nvSpPr>
        <p:spPr/>
        <p:txBody>
          <a:bodyPr/>
          <a:lstStyle/>
          <a:p>
            <a:fld id="{3F8FFD44-3125-48DD-9AC2-A99B91DF9DE5}" type="slidenum">
              <a:rPr lang="en-GB" smtClean="0"/>
              <a:t>8</a:t>
            </a:fld>
            <a:endParaRPr lang="en-GB"/>
          </a:p>
        </p:txBody>
      </p:sp>
    </p:spTree>
    <p:extLst>
      <p:ext uri="{BB962C8B-B14F-4D97-AF65-F5344CB8AC3E}">
        <p14:creationId xmlns:p14="http://schemas.microsoft.com/office/powerpoint/2010/main" val="106210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2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altLang="en-US"/>
              <a:t>Complementarity &amp; Competition: Example</a:t>
            </a:r>
          </a:p>
        </p:txBody>
      </p:sp>
      <mc:AlternateContent xmlns:mc="http://schemas.openxmlformats.org/markup-compatibility/2006" xmlns:a14="http://schemas.microsoft.com/office/drawing/2010/main">
        <mc:Choice Requires="a14">
          <p:sp>
            <p:nvSpPr>
              <p:cNvPr id="32770" name="Rectangle 3"/>
              <p:cNvSpPr>
                <a:spLocks noGrp="1" noChangeArrowheads="1"/>
              </p:cNvSpPr>
              <p:nvPr>
                <p:ph idx="1"/>
              </p:nvPr>
            </p:nvSpPr>
            <p:spPr>
              <a:xfrm>
                <a:off x="838199" y="1456791"/>
                <a:ext cx="10381343" cy="4755473"/>
              </a:xfrm>
            </p:spPr>
            <p:txBody>
              <a:bodyPr>
                <a:normAutofit/>
              </a:bodyPr>
              <a:lstStyle/>
              <a:p>
                <a:pPr eaLnBrk="1" hangingPunct="1">
                  <a:lnSpc>
                    <a:spcPct val="100000"/>
                  </a:lnSpc>
                </a:pPr>
                <a:endParaRPr lang="en-US" altLang="en-US" sz="2000" dirty="0"/>
              </a:p>
              <a:p>
                <a:pPr eaLnBrk="1" hangingPunct="1">
                  <a:lnSpc>
                    <a:spcPct val="100000"/>
                  </a:lnSpc>
                </a:pPr>
                <a:r>
                  <a:rPr lang="en-US" altLang="en-US" sz="2000" dirty="0"/>
                  <a:t>The price of a computer is </a:t>
                </a:r>
                <a:r>
                  <a:rPr lang="en-US" altLang="en-US" sz="2000" i="1" dirty="0" err="1"/>
                  <a:t>p</a:t>
                </a:r>
                <a:r>
                  <a:rPr lang="en-US" altLang="en-US" sz="2000" i="1" baseline="-25000" dirty="0" err="1"/>
                  <a:t>C</a:t>
                </a:r>
                <a:r>
                  <a:rPr lang="en-US" altLang="en-US" sz="2000" dirty="0"/>
                  <a:t>.</a:t>
                </a:r>
              </a:p>
              <a:p>
                <a:pPr eaLnBrk="1" hangingPunct="1">
                  <a:lnSpc>
                    <a:spcPct val="100000"/>
                  </a:lnSpc>
                </a:pPr>
                <a:r>
                  <a:rPr lang="en-US" altLang="en-US" sz="2000" dirty="0"/>
                  <a:t>The price of the OS is </a:t>
                </a:r>
                <a:r>
                  <a:rPr lang="en-US" altLang="en-US" sz="2000" i="1" dirty="0" err="1"/>
                  <a:t>p</a:t>
                </a:r>
                <a:r>
                  <a:rPr lang="en-US" altLang="en-US" sz="2000" i="1" baseline="-25000" dirty="0" err="1"/>
                  <a:t>OS</a:t>
                </a:r>
                <a:r>
                  <a:rPr lang="en-US" altLang="en-US" sz="2000" dirty="0" err="1"/>
                  <a:t>.</a:t>
                </a:r>
                <a:endParaRPr lang="en-US" altLang="en-US" sz="2000" dirty="0"/>
              </a:p>
              <a:p>
                <a:pPr eaLnBrk="1" hangingPunct="1">
                  <a:lnSpc>
                    <a:spcPct val="100000"/>
                  </a:lnSpc>
                </a:pPr>
                <a:endParaRPr lang="en-US" altLang="en-US" sz="2000" dirty="0"/>
              </a:p>
              <a:p>
                <a:pPr eaLnBrk="1" hangingPunct="1">
                  <a:lnSpc>
                    <a:spcPct val="100000"/>
                  </a:lnSpc>
                </a:pPr>
                <a:r>
                  <a:rPr lang="en-US" altLang="en-US" sz="2000" dirty="0"/>
                  <a:t>A computer has to be consumed together with an OS (</a:t>
                </a:r>
                <a:r>
                  <a:rPr lang="en-US" altLang="en-US" sz="2000" b="1" dirty="0"/>
                  <a:t>perfect complements</a:t>
                </a:r>
                <a:r>
                  <a:rPr lang="en-US" altLang="en-US" sz="2000" dirty="0"/>
                  <a:t>).</a:t>
                </a:r>
              </a:p>
              <a:p>
                <a:pPr lvl="1">
                  <a:lnSpc>
                    <a:spcPct val="100000"/>
                  </a:lnSpc>
                </a:pPr>
                <a:r>
                  <a:rPr lang="en-US" altLang="en-US" sz="1800" dirty="0"/>
                  <a:t>The quantities demanded of computers and the OS are the same and depends upon</a:t>
                </a:r>
                <a:r>
                  <a:rPr lang="en-US" altLang="en-US" sz="1800" spc="300" dirty="0"/>
                  <a:t> </a:t>
                </a:r>
                <a14:m>
                  <m:oMath xmlns:m="http://schemas.openxmlformats.org/officeDocument/2006/math">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𝑝</m:t>
                        </m:r>
                      </m:e>
                      <m:sub>
                        <m:r>
                          <a:rPr lang="en-SG" altLang="en-US" sz="1800" b="0" i="1" smtClean="0">
                            <a:latin typeface="Cambria Math" panose="02040503050406030204" pitchFamily="18" charset="0"/>
                          </a:rPr>
                          <m:t>𝑐</m:t>
                        </m:r>
                      </m:sub>
                    </m:sSub>
                    <m:r>
                      <a:rPr lang="en-SG" altLang="en-US" sz="1800" b="0" i="1" smtClean="0">
                        <a:latin typeface="Cambria Math" panose="02040503050406030204" pitchFamily="18" charset="0"/>
                      </a:rPr>
                      <m:t>+</m:t>
                    </m:r>
                    <m:sSub>
                      <m:sSubPr>
                        <m:ctrlPr>
                          <a:rPr lang="en-SG" altLang="en-US" sz="1800" b="0" i="1" smtClean="0">
                            <a:latin typeface="Cambria Math" panose="02040503050406030204" pitchFamily="18" charset="0"/>
                          </a:rPr>
                        </m:ctrlPr>
                      </m:sSubPr>
                      <m:e>
                        <m:r>
                          <a:rPr lang="en-SG" altLang="en-US" sz="1800" b="0" i="1" smtClean="0">
                            <a:latin typeface="Cambria Math" panose="02040503050406030204" pitchFamily="18" charset="0"/>
                          </a:rPr>
                          <m:t>𝑝</m:t>
                        </m:r>
                      </m:e>
                      <m:sub>
                        <m:r>
                          <a:rPr lang="en-SG" altLang="en-US" sz="1800" b="0" i="1" smtClean="0">
                            <a:latin typeface="Cambria Math" panose="02040503050406030204" pitchFamily="18" charset="0"/>
                          </a:rPr>
                          <m:t>𝑜𝑠</m:t>
                        </m:r>
                      </m:sub>
                    </m:sSub>
                  </m:oMath>
                </a14:m>
                <a:r>
                  <a:rPr lang="en-US" altLang="en-US" sz="1800" dirty="0"/>
                  <a:t>,</a:t>
                </a:r>
                <a:r>
                  <a:rPr lang="en-US" altLang="en-US" sz="1800" spc="300" dirty="0"/>
                  <a:t> </a:t>
                </a:r>
                <a:r>
                  <a:rPr lang="en-US" altLang="en-US" sz="1800" dirty="0"/>
                  <a:t>not just</a:t>
                </a:r>
                <a:r>
                  <a:rPr lang="en-US" altLang="en-US" sz="1800" spc="300" dirty="0"/>
                  <a:t> </a:t>
                </a:r>
                <a14:m>
                  <m:oMath xmlns:m="http://schemas.openxmlformats.org/officeDocument/2006/math">
                    <m:sSub>
                      <m:sSubPr>
                        <m:ctrlPr>
                          <a:rPr lang="en-SG" altLang="en-US" sz="1800" b="0" i="1" spc="300" smtClean="0">
                            <a:latin typeface="Cambria Math" panose="02040503050406030204" pitchFamily="18" charset="0"/>
                          </a:rPr>
                        </m:ctrlPr>
                      </m:sSubPr>
                      <m:e>
                        <m:r>
                          <a:rPr lang="en-SG" altLang="en-US" sz="1800" b="0" i="1" spc="300" smtClean="0">
                            <a:latin typeface="Cambria Math" panose="02040503050406030204" pitchFamily="18" charset="0"/>
                          </a:rPr>
                          <m:t>𝑝</m:t>
                        </m:r>
                      </m:e>
                      <m:sub>
                        <m:r>
                          <a:rPr lang="en-SG" altLang="en-US" sz="1800" b="0" i="1" spc="300" smtClean="0">
                            <a:latin typeface="Cambria Math" panose="02040503050406030204" pitchFamily="18" charset="0"/>
                          </a:rPr>
                          <m:t>𝑐</m:t>
                        </m:r>
                      </m:sub>
                    </m:sSub>
                  </m:oMath>
                </a14:m>
                <a:r>
                  <a:rPr lang="en-US" altLang="en-US" sz="1800" dirty="0"/>
                  <a:t>or just</a:t>
                </a:r>
                <a:r>
                  <a:rPr lang="en-US" altLang="en-US" sz="1800" spc="300" dirty="0"/>
                  <a:t> </a:t>
                </a:r>
                <a14:m>
                  <m:oMath xmlns:m="http://schemas.openxmlformats.org/officeDocument/2006/math">
                    <m:sSub>
                      <m:sSubPr>
                        <m:ctrlPr>
                          <a:rPr lang="en-SG" altLang="en-US" sz="1800" b="0" i="1" dirty="0" smtClean="0">
                            <a:latin typeface="Cambria Math" panose="02040503050406030204" pitchFamily="18" charset="0"/>
                          </a:rPr>
                        </m:ctrlPr>
                      </m:sSubPr>
                      <m:e>
                        <m:r>
                          <a:rPr lang="en-SG" altLang="en-US" sz="1800" b="0" i="1" dirty="0" smtClean="0">
                            <a:latin typeface="Cambria Math" panose="02040503050406030204" pitchFamily="18" charset="0"/>
                          </a:rPr>
                          <m:t>𝑝</m:t>
                        </m:r>
                      </m:e>
                      <m:sub>
                        <m:r>
                          <a:rPr lang="en-SG" altLang="en-US" sz="1800" b="0" i="1" dirty="0" smtClean="0">
                            <a:latin typeface="Cambria Math" panose="02040503050406030204" pitchFamily="18" charset="0"/>
                          </a:rPr>
                          <m:t>𝑜𝑠</m:t>
                        </m:r>
                      </m:sub>
                    </m:sSub>
                  </m:oMath>
                </a14:m>
                <a:r>
                  <a:rPr lang="en-US" altLang="en-US" sz="1800" dirty="0"/>
                  <a:t>.</a:t>
                </a:r>
              </a:p>
              <a:p>
                <a:pPr eaLnBrk="1" hangingPunct="1">
                  <a:lnSpc>
                    <a:spcPct val="100000"/>
                  </a:lnSpc>
                </a:pPr>
                <a:endParaRPr lang="en-US" altLang="en-US" sz="2000" dirty="0"/>
              </a:p>
              <a:p>
                <a:pPr>
                  <a:lnSpc>
                    <a:spcPct val="100000"/>
                  </a:lnSpc>
                </a:pPr>
                <a:r>
                  <a:rPr lang="en-US" altLang="en-US" sz="2000" dirty="0"/>
                  <a:t>Suppose the computer and software firms</a:t>
                </a:r>
                <a:r>
                  <a:rPr lang="ja-JP" altLang="en-US" sz="2000" dirty="0"/>
                  <a:t>’</a:t>
                </a:r>
                <a:r>
                  <a:rPr lang="en-US" altLang="ja-JP" sz="2000" dirty="0"/>
                  <a:t> marginal production costs are zero. </a:t>
                </a:r>
                <a:br>
                  <a:rPr lang="en-US" altLang="ja-JP" sz="2000" dirty="0"/>
                </a:br>
                <a:r>
                  <a:rPr lang="en-US" altLang="ja-JP" sz="2000" dirty="0"/>
                  <a:t>Fixed costs are</a:t>
                </a:r>
                <a:r>
                  <a:rPr lang="en-US" altLang="en-US" sz="2000" spc="300" dirty="0"/>
                  <a:t> </a:t>
                </a:r>
                <a:r>
                  <a:rPr lang="en-US" altLang="ja-JP" sz="2000" i="1" dirty="0"/>
                  <a:t>F</a:t>
                </a:r>
                <a:r>
                  <a:rPr lang="en-US" altLang="ja-JP" sz="2000" i="1" baseline="-25000" dirty="0"/>
                  <a:t>C</a:t>
                </a:r>
                <a:r>
                  <a:rPr lang="en-US" altLang="en-US" sz="2000" spc="300" dirty="0"/>
                  <a:t> </a:t>
                </a:r>
                <a:r>
                  <a:rPr lang="en-US" altLang="ja-JP" sz="2000" dirty="0"/>
                  <a:t>and</a:t>
                </a:r>
                <a:r>
                  <a:rPr lang="en-US" altLang="en-US" sz="2000" spc="300" dirty="0"/>
                  <a:t> </a:t>
                </a:r>
                <a:r>
                  <a:rPr lang="en-US" altLang="ja-JP" sz="2000" i="1" dirty="0"/>
                  <a:t>F</a:t>
                </a:r>
                <a:r>
                  <a:rPr lang="en-US" altLang="ja-JP" sz="2000" i="1" baseline="-25000" dirty="0"/>
                  <a:t>OS</a:t>
                </a:r>
                <a:r>
                  <a:rPr lang="en-US" altLang="ja-JP" sz="2000" dirty="0"/>
                  <a:t>.</a:t>
                </a:r>
                <a:endParaRPr lang="en-US" altLang="en-US" sz="2000" dirty="0"/>
              </a:p>
              <a:p>
                <a:pPr eaLnBrk="1" hangingPunct="1">
                  <a:lnSpc>
                    <a:spcPct val="100000"/>
                  </a:lnSpc>
                </a:pPr>
                <a:endParaRPr lang="en-US" altLang="en-US" sz="2000" dirty="0"/>
              </a:p>
            </p:txBody>
          </p:sp>
        </mc:Choice>
        <mc:Fallback xmlns="">
          <p:sp>
            <p:nvSpPr>
              <p:cNvPr id="32770" name="Rectangle 3"/>
              <p:cNvSpPr>
                <a:spLocks noGrp="1" noRot="1" noChangeAspect="1" noMove="1" noResize="1" noEditPoints="1" noAdjustHandles="1" noChangeArrowheads="1" noChangeShapeType="1" noTextEdit="1"/>
              </p:cNvSpPr>
              <p:nvPr>
                <p:ph idx="1"/>
              </p:nvPr>
            </p:nvSpPr>
            <p:spPr>
              <a:xfrm>
                <a:off x="838199" y="1456791"/>
                <a:ext cx="10381343" cy="4755473"/>
              </a:xfrm>
              <a:blipFill>
                <a:blip r:embed="rId3"/>
                <a:stretch>
                  <a:fillRect l="-47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58D3C4C3-3E68-5B30-8536-80063D13B9E2}"/>
              </a:ext>
            </a:extLst>
          </p:cNvPr>
          <p:cNvSpPr>
            <a:spLocks noGrp="1"/>
          </p:cNvSpPr>
          <p:nvPr>
            <p:ph type="sldNum" sz="quarter" idx="12"/>
          </p:nvPr>
        </p:nvSpPr>
        <p:spPr/>
        <p:txBody>
          <a:bodyPr/>
          <a:lstStyle/>
          <a:p>
            <a:fld id="{3F8FFD44-3125-48DD-9AC2-A99B91DF9DE5}" type="slidenum">
              <a:rPr lang="en-GB" smtClean="0"/>
              <a:t>9</a:t>
            </a:fld>
            <a:endParaRPr lang="en-GB"/>
          </a:p>
        </p:txBody>
      </p:sp>
      <p:pic>
        <p:nvPicPr>
          <p:cNvPr id="32" name="Picture 31">
            <a:extLst>
              <a:ext uri="{FF2B5EF4-FFF2-40B4-BE49-F238E27FC236}">
                <a16:creationId xmlns:a16="http://schemas.microsoft.com/office/drawing/2014/main" id="{A8A203B6-CB5A-851B-D436-09CEA4D5C947}"/>
              </a:ext>
            </a:extLst>
          </p:cNvPr>
          <p:cNvPicPr>
            <a:picLocks noChangeAspect="1"/>
          </p:cNvPicPr>
          <p:nvPr/>
        </p:nvPicPr>
        <p:blipFill>
          <a:blip r:embed="rId4"/>
          <a:stretch>
            <a:fillRect/>
          </a:stretch>
        </p:blipFill>
        <p:spPr>
          <a:xfrm>
            <a:off x="0" y="119601"/>
            <a:ext cx="560881" cy="6236749"/>
          </a:xfrm>
          <a:prstGeom prst="rect">
            <a:avLst/>
          </a:prstGeom>
        </p:spPr>
      </p:pic>
    </p:spTree>
    <p:extLst>
      <p:ext uri="{BB962C8B-B14F-4D97-AF65-F5344CB8AC3E}">
        <p14:creationId xmlns:p14="http://schemas.microsoft.com/office/powerpoint/2010/main" val="27367860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altLang="en-US"/>
              <a:t>Complementarity &amp; Competition: Example</a:t>
            </a:r>
          </a:p>
        </p:txBody>
      </p:sp>
      <mc:AlternateContent xmlns:mc="http://schemas.openxmlformats.org/markup-compatibility/2006" xmlns:a14="http://schemas.microsoft.com/office/drawing/2010/main">
        <mc:Choice Requires="a14">
          <p:sp>
            <p:nvSpPr>
              <p:cNvPr id="32770" name="Rectangle 3"/>
              <p:cNvSpPr>
                <a:spLocks noGrp="1" noChangeArrowheads="1"/>
              </p:cNvSpPr>
              <p:nvPr>
                <p:ph idx="1"/>
              </p:nvPr>
            </p:nvSpPr>
            <p:spPr>
              <a:xfrm>
                <a:off x="838199" y="1456791"/>
                <a:ext cx="10381343" cy="4755473"/>
              </a:xfrm>
            </p:spPr>
            <p:txBody>
              <a:bodyPr>
                <a:normAutofit/>
              </a:bodyPr>
              <a:lstStyle/>
              <a:p>
                <a:pPr eaLnBrk="1" hangingPunct="1">
                  <a:lnSpc>
                    <a:spcPct val="100000"/>
                  </a:lnSpc>
                </a:pPr>
                <a:endParaRPr lang="en-SG" altLang="en-US" sz="2000" dirty="0"/>
              </a:p>
              <a:p>
                <a:pPr eaLnBrk="1" hangingPunct="1">
                  <a:lnSpc>
                    <a:spcPct val="100000"/>
                  </a:lnSpc>
                </a:pPr>
                <a:r>
                  <a:rPr lang="en-SG" altLang="en-US" sz="2000" dirty="0"/>
                  <a:t>Suppose the firms do not collude and compete in terms of </a:t>
                </a:r>
                <a:r>
                  <a:rPr lang="en-SG" altLang="en-US" sz="2000" i="1" dirty="0"/>
                  <a:t>prices</a:t>
                </a:r>
                <a:r>
                  <a:rPr lang="en-SG" altLang="en-US" sz="2000" dirty="0"/>
                  <a:t>.</a:t>
                </a:r>
              </a:p>
              <a:p>
                <a:pPr eaLnBrk="1" hangingPunct="1">
                  <a:lnSpc>
                    <a:spcPct val="100000"/>
                  </a:lnSpc>
                </a:pPr>
                <a:endParaRPr lang="en-SG" altLang="en-US" sz="2000" dirty="0"/>
              </a:p>
              <a:p>
                <a:pPr marL="0" indent="0" eaLnBrk="1" hangingPunct="1">
                  <a:lnSpc>
                    <a:spcPct val="100000"/>
                  </a:lnSpc>
                  <a:buNone/>
                </a:pPr>
                <a:r>
                  <a:rPr lang="en-SG" altLang="en-US" sz="2000" dirty="0"/>
                  <a:t>The computer firm’s profit maximisation problem is:</a:t>
                </a:r>
                <a14:m>
                  <m:oMath xmlns:m="http://schemas.openxmlformats.org/officeDocument/2006/math">
                    <m:r>
                      <a:rPr lang="en-SG" altLang="en-US" sz="2000" b="0" i="0" smtClean="0">
                        <a:latin typeface="Cambria Math" panose="02040503050406030204" pitchFamily="18" charset="0"/>
                      </a:rPr>
                      <m:t> </m:t>
                    </m:r>
                    <m:func>
                      <m:funcPr>
                        <m:ctrlPr>
                          <a:rPr lang="en-SG" altLang="en-US" sz="2000" b="0" i="1" smtClean="0">
                            <a:latin typeface="Cambria Math" panose="02040503050406030204" pitchFamily="18" charset="0"/>
                          </a:rPr>
                        </m:ctrlPr>
                      </m:funcPr>
                      <m:fName>
                        <m:limLow>
                          <m:limLowPr>
                            <m:ctrlPr>
                              <a:rPr lang="en-SG" altLang="en-US" sz="2000" i="1">
                                <a:latin typeface="Cambria Math" panose="02040503050406030204" pitchFamily="18" charset="0"/>
                              </a:rPr>
                            </m:ctrlPr>
                          </m:limLowPr>
                          <m:e>
                            <m:r>
                              <m:rPr>
                                <m:sty m:val="p"/>
                              </m:rPr>
                              <a:rPr lang="en-SG" altLang="en-US" sz="2000">
                                <a:latin typeface="Cambria Math" panose="02040503050406030204" pitchFamily="18" charset="0"/>
                              </a:rPr>
                              <m:t>max</m:t>
                            </m:r>
                          </m:e>
                          <m:lim>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𝑐</m:t>
                                </m:r>
                              </m:sub>
                            </m:sSub>
                          </m:lim>
                        </m:limLow>
                        <m:r>
                          <a:rPr lang="en-SG" altLang="en-US" sz="2000" i="1">
                            <a:latin typeface="Cambria Math" panose="02040503050406030204" pitchFamily="18" charset="0"/>
                          </a:rPr>
                          <m:t> </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𝑐</m:t>
                            </m:r>
                          </m:sub>
                        </m:sSub>
                        <m:r>
                          <a:rPr lang="en-SG" altLang="en-US" sz="2000" i="1">
                            <a:latin typeface="Cambria Math" panose="02040503050406030204" pitchFamily="18" charset="0"/>
                          </a:rPr>
                          <m:t>𝐷</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𝑐</m:t>
                                </m:r>
                              </m:sub>
                            </m:sSub>
                            <m:r>
                              <a:rPr lang="en-SG" altLang="en-US" sz="2000" i="1">
                                <a:latin typeface="Cambria Math" panose="02040503050406030204" pitchFamily="18" charset="0"/>
                              </a:rPr>
                              <m:t>+</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𝑜𝑠</m:t>
                                </m:r>
                              </m:sub>
                            </m:sSub>
                          </m:e>
                        </m:d>
                        <m:r>
                          <a:rPr lang="en-SG" altLang="en-US" sz="2000" i="1">
                            <a:latin typeface="Cambria Math" panose="02040503050406030204" pitchFamily="18" charset="0"/>
                          </a:rPr>
                          <m:t>−</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𝐹</m:t>
                            </m:r>
                          </m:e>
                          <m:sub>
                            <m:r>
                              <a:rPr lang="en-SG" altLang="en-US" sz="2000" i="1">
                                <a:latin typeface="Cambria Math" panose="02040503050406030204" pitchFamily="18" charset="0"/>
                              </a:rPr>
                              <m:t>𝐶</m:t>
                            </m:r>
                          </m:sub>
                        </m:sSub>
                      </m:fName>
                      <m:e>
                        <m:r>
                          <a:rPr lang="en-SG" altLang="en-US" sz="2000" b="0" i="1" smtClean="0">
                            <a:latin typeface="Cambria Math" panose="02040503050406030204" pitchFamily="18" charset="0"/>
                          </a:rPr>
                          <m:t> </m:t>
                        </m:r>
                      </m:e>
                    </m:func>
                  </m:oMath>
                </a14:m>
                <a:endParaRPr lang="en-US" altLang="en-US" sz="2000" dirty="0"/>
              </a:p>
              <a:p>
                <a:pPr marL="0" indent="0" eaLnBrk="1" hangingPunct="1">
                  <a:lnSpc>
                    <a:spcPct val="100000"/>
                  </a:lnSpc>
                  <a:buNone/>
                </a:pPr>
                <a:endParaRPr lang="en-SG" altLang="en-US" sz="2000" dirty="0"/>
              </a:p>
              <a:p>
                <a:pPr marL="0" indent="0" eaLnBrk="1" hangingPunct="1">
                  <a:lnSpc>
                    <a:spcPct val="100000"/>
                  </a:lnSpc>
                  <a:buNone/>
                </a:pPr>
                <a:r>
                  <a:rPr lang="en-SG" altLang="en-US" sz="2000" dirty="0"/>
                  <a:t>The OS firm’s profit maximisation problem is:</a:t>
                </a:r>
                <a14:m>
                  <m:oMath xmlns:m="http://schemas.openxmlformats.org/officeDocument/2006/math">
                    <m:r>
                      <a:rPr lang="en-SG" altLang="en-US" sz="2000" b="0" i="0" smtClean="0">
                        <a:latin typeface="Cambria Math" panose="02040503050406030204" pitchFamily="18" charset="0"/>
                      </a:rPr>
                      <m:t> </m:t>
                    </m:r>
                    <m:func>
                      <m:funcPr>
                        <m:ctrlPr>
                          <a:rPr lang="en-SG" altLang="en-US" sz="2000" b="0" i="1" smtClean="0">
                            <a:latin typeface="Cambria Math" panose="02040503050406030204" pitchFamily="18" charset="0"/>
                          </a:rPr>
                        </m:ctrlPr>
                      </m:funcPr>
                      <m:fName>
                        <m:limLow>
                          <m:limLowPr>
                            <m:ctrlPr>
                              <a:rPr lang="en-SG" altLang="en-US" sz="2000" i="1">
                                <a:latin typeface="Cambria Math" panose="02040503050406030204" pitchFamily="18" charset="0"/>
                              </a:rPr>
                            </m:ctrlPr>
                          </m:limLowPr>
                          <m:e>
                            <m:r>
                              <m:rPr>
                                <m:sty m:val="p"/>
                              </m:rPr>
                              <a:rPr lang="en-SG" altLang="en-US" sz="2000">
                                <a:latin typeface="Cambria Math" panose="02040503050406030204" pitchFamily="18" charset="0"/>
                              </a:rPr>
                              <m:t>max</m:t>
                            </m:r>
                          </m:e>
                          <m:lim>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𝑜𝑠</m:t>
                                </m:r>
                              </m:sub>
                            </m:sSub>
                          </m:lim>
                        </m:limLow>
                        <m:r>
                          <a:rPr lang="en-SG" altLang="en-US" sz="2000" i="1">
                            <a:latin typeface="Cambria Math" panose="02040503050406030204" pitchFamily="18" charset="0"/>
                          </a:rPr>
                          <m:t> </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𝑜𝑠</m:t>
                            </m:r>
                          </m:sub>
                        </m:sSub>
                        <m:r>
                          <a:rPr lang="en-SG" altLang="en-US" sz="2000" i="1">
                            <a:latin typeface="Cambria Math" panose="02040503050406030204" pitchFamily="18" charset="0"/>
                          </a:rPr>
                          <m:t>𝐷</m:t>
                        </m:r>
                        <m:d>
                          <m:dPr>
                            <m:ctrlPr>
                              <a:rPr lang="en-SG" altLang="en-US" sz="2000" i="1">
                                <a:latin typeface="Cambria Math" panose="02040503050406030204" pitchFamily="18" charset="0"/>
                              </a:rPr>
                            </m:ctrlPr>
                          </m:dPr>
                          <m:e>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𝑐</m:t>
                                </m:r>
                              </m:sub>
                            </m:sSub>
                            <m:r>
                              <a:rPr lang="en-SG" altLang="en-US" sz="2000" i="1">
                                <a:latin typeface="Cambria Math" panose="02040503050406030204" pitchFamily="18" charset="0"/>
                              </a:rPr>
                              <m:t>+</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𝑝</m:t>
                                </m:r>
                              </m:e>
                              <m:sub>
                                <m:r>
                                  <a:rPr lang="en-SG" altLang="en-US" sz="2000" i="1">
                                    <a:latin typeface="Cambria Math" panose="02040503050406030204" pitchFamily="18" charset="0"/>
                                  </a:rPr>
                                  <m:t>𝑂𝑆</m:t>
                                </m:r>
                              </m:sub>
                            </m:sSub>
                          </m:e>
                        </m:d>
                        <m:r>
                          <a:rPr lang="en-SG" altLang="en-US" sz="2000" i="1">
                            <a:latin typeface="Cambria Math" panose="02040503050406030204" pitchFamily="18" charset="0"/>
                          </a:rPr>
                          <m:t>−</m:t>
                        </m:r>
                        <m:sSub>
                          <m:sSubPr>
                            <m:ctrlPr>
                              <a:rPr lang="en-SG" altLang="en-US" sz="2000" i="1">
                                <a:latin typeface="Cambria Math" panose="02040503050406030204" pitchFamily="18" charset="0"/>
                              </a:rPr>
                            </m:ctrlPr>
                          </m:sSubPr>
                          <m:e>
                            <m:r>
                              <a:rPr lang="en-SG" altLang="en-US" sz="2000" i="1">
                                <a:latin typeface="Cambria Math" panose="02040503050406030204" pitchFamily="18" charset="0"/>
                              </a:rPr>
                              <m:t>𝐹</m:t>
                            </m:r>
                          </m:e>
                          <m:sub>
                            <m:r>
                              <a:rPr lang="en-SG" altLang="en-US" sz="2000" i="1">
                                <a:latin typeface="Cambria Math" panose="02040503050406030204" pitchFamily="18" charset="0"/>
                              </a:rPr>
                              <m:t>𝑜𝑠</m:t>
                            </m:r>
                          </m:sub>
                        </m:sSub>
                      </m:fName>
                      <m:e>
                        <m:r>
                          <a:rPr lang="en-SG" altLang="en-US" sz="2000" b="0" i="1" smtClean="0">
                            <a:latin typeface="Cambria Math" panose="02040503050406030204" pitchFamily="18" charset="0"/>
                          </a:rPr>
                          <m:t> </m:t>
                        </m:r>
                      </m:e>
                    </m:func>
                  </m:oMath>
                </a14:m>
                <a:endParaRPr lang="en-US" altLang="en-US" sz="2000" dirty="0"/>
              </a:p>
              <a:p>
                <a:pPr>
                  <a:lnSpc>
                    <a:spcPct val="100000"/>
                  </a:lnSpc>
                </a:pPr>
                <a:endParaRPr lang="en-US" altLang="en-US" sz="2000" dirty="0"/>
              </a:p>
              <a:p>
                <a:pPr>
                  <a:lnSpc>
                    <a:spcPct val="100000"/>
                  </a:lnSpc>
                </a:pPr>
                <a:r>
                  <a:rPr lang="en-US" altLang="en-US" sz="2000" dirty="0"/>
                  <a:t>Assume </a:t>
                </a:r>
                <a14:m>
                  <m:oMath xmlns:m="http://schemas.openxmlformats.org/officeDocument/2006/math">
                    <m:r>
                      <a:rPr lang="en-SG" altLang="en-US" sz="2000" b="0" i="1" smtClean="0">
                        <a:latin typeface="Cambria Math" panose="02040503050406030204" pitchFamily="18" charset="0"/>
                      </a:rPr>
                      <m:t>𝐷</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𝑐</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𝑜𝑠</m:t>
                            </m:r>
                          </m:sub>
                        </m:sSub>
                      </m:e>
                    </m:d>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d>
                      <m:dPr>
                        <m:ctrlPr>
                          <a:rPr lang="en-SG" altLang="en-US" sz="2000" b="0" i="1" smtClean="0">
                            <a:latin typeface="Cambria Math" panose="02040503050406030204" pitchFamily="18" charset="0"/>
                          </a:rPr>
                        </m:ctrlPr>
                      </m:dPr>
                      <m:e>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𝑐</m:t>
                            </m:r>
                          </m:sub>
                        </m:sSub>
                        <m:r>
                          <a:rPr lang="en-SG" altLang="en-US" sz="2000" b="0" i="1" smtClean="0">
                            <a:latin typeface="Cambria Math" panose="02040503050406030204" pitchFamily="18" charset="0"/>
                          </a:rPr>
                          <m:t>+</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𝑜𝑠</m:t>
                            </m:r>
                          </m:sub>
                        </m:sSub>
                      </m:e>
                    </m:d>
                  </m:oMath>
                </a14:m>
                <a:endParaRPr lang="en-SG" altLang="en-US" sz="2000" b="0" dirty="0"/>
              </a:p>
            </p:txBody>
          </p:sp>
        </mc:Choice>
        <mc:Fallback xmlns="">
          <p:sp>
            <p:nvSpPr>
              <p:cNvPr id="32770" name="Rectangle 3"/>
              <p:cNvSpPr>
                <a:spLocks noGrp="1" noRot="1" noChangeAspect="1" noMove="1" noResize="1" noEditPoints="1" noAdjustHandles="1" noChangeArrowheads="1" noChangeShapeType="1" noTextEdit="1"/>
              </p:cNvSpPr>
              <p:nvPr>
                <p:ph idx="1"/>
              </p:nvPr>
            </p:nvSpPr>
            <p:spPr>
              <a:xfrm>
                <a:off x="838199" y="1456791"/>
                <a:ext cx="10381343" cy="4755473"/>
              </a:xfrm>
              <a:blipFill>
                <a:blip r:embed="rId3"/>
                <a:stretch>
                  <a:fillRect l="-587"/>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77A68A3C-F348-D416-9D77-69C5E05C15C1}"/>
              </a:ext>
            </a:extLst>
          </p:cNvPr>
          <p:cNvSpPr>
            <a:spLocks noGrp="1"/>
          </p:cNvSpPr>
          <p:nvPr>
            <p:ph type="sldNum" sz="quarter" idx="12"/>
          </p:nvPr>
        </p:nvSpPr>
        <p:spPr/>
        <p:txBody>
          <a:bodyPr/>
          <a:lstStyle/>
          <a:p>
            <a:fld id="{3F8FFD44-3125-48DD-9AC2-A99B91DF9DE5}" type="slidenum">
              <a:rPr lang="en-GB" smtClean="0"/>
              <a:t>10</a:t>
            </a:fld>
            <a:endParaRPr lang="en-GB"/>
          </a:p>
        </p:txBody>
      </p:sp>
      <p:pic>
        <p:nvPicPr>
          <p:cNvPr id="2" name="Picture 1">
            <a:extLst>
              <a:ext uri="{FF2B5EF4-FFF2-40B4-BE49-F238E27FC236}">
                <a16:creationId xmlns:a16="http://schemas.microsoft.com/office/drawing/2014/main" id="{80357E0B-AFD7-35DA-0808-8E17345EE288}"/>
              </a:ext>
            </a:extLst>
          </p:cNvPr>
          <p:cNvPicPr>
            <a:picLocks noChangeAspect="1"/>
          </p:cNvPicPr>
          <p:nvPr/>
        </p:nvPicPr>
        <p:blipFill>
          <a:blip r:embed="rId4"/>
          <a:stretch>
            <a:fillRect/>
          </a:stretch>
        </p:blipFill>
        <p:spPr>
          <a:xfrm>
            <a:off x="0" y="119601"/>
            <a:ext cx="560881" cy="6236749"/>
          </a:xfrm>
          <a:prstGeom prst="rect">
            <a:avLst/>
          </a:prstGeom>
        </p:spPr>
      </p:pic>
    </p:spTree>
    <p:extLst>
      <p:ext uri="{BB962C8B-B14F-4D97-AF65-F5344CB8AC3E}">
        <p14:creationId xmlns:p14="http://schemas.microsoft.com/office/powerpoint/2010/main" val="2766970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noChangeArrowheads="1"/>
          </p:cNvSpPr>
          <p:nvPr>
            <p:ph type="title"/>
          </p:nvPr>
        </p:nvSpPr>
        <p:spPr/>
        <p:txBody>
          <a:bodyPr/>
          <a:lstStyle/>
          <a:p>
            <a:pPr eaLnBrk="1" hangingPunct="1"/>
            <a:r>
              <a:rPr lang="en-US" altLang="en-US"/>
              <a:t>Complementarity &amp; Competition: Example</a:t>
            </a:r>
          </a:p>
        </p:txBody>
      </p:sp>
      <mc:AlternateContent xmlns:mc="http://schemas.openxmlformats.org/markup-compatibility/2006" xmlns:a14="http://schemas.microsoft.com/office/drawing/2010/main">
        <mc:Choice Requires="a14">
          <p:sp>
            <p:nvSpPr>
              <p:cNvPr id="32770" name="Rectangle 3"/>
              <p:cNvSpPr>
                <a:spLocks noGrp="1" noChangeArrowheads="1"/>
              </p:cNvSpPr>
              <p:nvPr>
                <p:ph idx="1"/>
              </p:nvPr>
            </p:nvSpPr>
            <p:spPr>
              <a:xfrm>
                <a:off x="838199" y="1456791"/>
                <a:ext cx="10381343" cy="4755473"/>
              </a:xfrm>
            </p:spPr>
            <p:txBody>
              <a:bodyPr>
                <a:normAutofit/>
              </a:bodyPr>
              <a:lstStyle/>
              <a:p>
                <a:pPr eaLnBrk="1" hangingPunct="1">
                  <a:lnSpc>
                    <a:spcPct val="100000"/>
                  </a:lnSpc>
                </a:pPr>
                <a:endParaRPr lang="en-SG" altLang="en-US" sz="2000" dirty="0"/>
              </a:p>
              <a:p>
                <a:pPr eaLnBrk="1" hangingPunct="1">
                  <a:lnSpc>
                    <a:spcPct val="100000"/>
                  </a:lnSpc>
                </a:pPr>
                <a:r>
                  <a:rPr lang="en-SG" altLang="en-US" sz="2000" dirty="0"/>
                  <a:t>Solving the profit maximisation problem of each firm to get their </a:t>
                </a:r>
                <a:r>
                  <a:rPr lang="en-SG" altLang="en-US" sz="2000" b="1" dirty="0">
                    <a:solidFill>
                      <a:srgbClr val="0000FF"/>
                    </a:solidFill>
                  </a:rPr>
                  <a:t>best response functions:</a:t>
                </a:r>
                <a:br>
                  <a:rPr lang="en-SG" altLang="en-US" sz="2000" b="1" dirty="0">
                    <a:solidFill>
                      <a:srgbClr val="0000FF"/>
                    </a:solidFill>
                  </a:rPr>
                </a:br>
                <a:endParaRPr lang="en-SG" altLang="en-US" sz="2000" b="0" dirty="0"/>
              </a:p>
              <a:p>
                <a:pPr marL="0" indent="0" eaLnBrk="1" hangingPunct="1">
                  <a:lnSpc>
                    <a:spcPct val="100000"/>
                  </a:lnSpc>
                  <a:buNone/>
                </a:pPr>
                <a14:m>
                  <m:oMathPara xmlns:m="http://schemas.openxmlformats.org/officeDocument/2006/math">
                    <m:oMathParaPr>
                      <m:jc m:val="centerGroup"/>
                    </m:oMathParaPr>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𝑐</m:t>
                          </m:r>
                        </m:sub>
                      </m:sSub>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𝑎</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𝑜𝑠</m:t>
                              </m:r>
                            </m:sub>
                          </m:sSub>
                        </m:num>
                        <m:den>
                          <m:r>
                            <a:rPr lang="en-SG" altLang="en-US" sz="2000" b="0" i="1" smtClean="0">
                              <a:latin typeface="Cambria Math" panose="02040503050406030204" pitchFamily="18" charset="0"/>
                            </a:rPr>
                            <m:t>2</m:t>
                          </m:r>
                          <m:r>
                            <a:rPr lang="en-SG" altLang="en-US" sz="2000" b="0" i="1" smtClean="0">
                              <a:latin typeface="Cambria Math" panose="02040503050406030204" pitchFamily="18" charset="0"/>
                            </a:rPr>
                            <m:t>𝑏</m:t>
                          </m:r>
                        </m:den>
                      </m:f>
                    </m:oMath>
                  </m:oMathPara>
                </a14:m>
                <a:endParaRPr lang="en-SG" altLang="en-US" sz="2000" b="0" dirty="0"/>
              </a:p>
              <a:p>
                <a:pPr marL="0" indent="0">
                  <a:lnSpc>
                    <a:spcPct val="100000"/>
                  </a:lnSpc>
                  <a:buNone/>
                </a:pPr>
                <a14:m>
                  <m:oMathPara xmlns:m="http://schemas.openxmlformats.org/officeDocument/2006/math">
                    <m:oMathParaPr>
                      <m:jc m:val="centerGroup"/>
                    </m:oMathParaPr>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𝑜𝑠</m:t>
                          </m:r>
                        </m:sub>
                      </m:sSub>
                      <m:r>
                        <a:rPr lang="en-SG" altLang="en-US" sz="2000" i="1">
                          <a:latin typeface="Cambria Math" panose="02040503050406030204" pitchFamily="18" charset="0"/>
                        </a:rPr>
                        <m:t>=</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𝑎</m:t>
                          </m:r>
                          <m:r>
                            <a:rPr lang="en-SG" altLang="en-US" sz="2000" i="1">
                              <a:latin typeface="Cambria Math" panose="02040503050406030204" pitchFamily="18" charset="0"/>
                            </a:rPr>
                            <m:t>−</m:t>
                          </m:r>
                          <m:r>
                            <a:rPr lang="en-SG" altLang="en-US" sz="2000" i="1">
                              <a:latin typeface="Cambria Math" panose="02040503050406030204" pitchFamily="18" charset="0"/>
                            </a:rPr>
                            <m:t>𝑏</m:t>
                          </m:r>
                          <m:sSub>
                            <m:sSubPr>
                              <m:ctrlPr>
                                <a:rPr lang="en-GB" altLang="en-US" sz="2000" b="0" i="1" smtClean="0">
                                  <a:latin typeface="Cambria Math" panose="02040503050406030204" pitchFamily="18" charset="0"/>
                                </a:rPr>
                              </m:ctrlPr>
                            </m:sSubPr>
                            <m:e>
                              <m:r>
                                <a:rPr lang="en-GB" altLang="en-US" sz="2000" b="0" i="1" smtClean="0">
                                  <a:latin typeface="Cambria Math" panose="02040503050406030204" pitchFamily="18" charset="0"/>
                                </a:rPr>
                                <m:t>𝑝</m:t>
                              </m:r>
                            </m:e>
                            <m:sub>
                              <m:r>
                                <a:rPr lang="en-GB" altLang="en-US" sz="2000" b="0" i="1" smtClean="0">
                                  <a:latin typeface="Cambria Math" panose="02040503050406030204" pitchFamily="18" charset="0"/>
                                </a:rPr>
                                <m:t>𝑐</m:t>
                              </m:r>
                            </m:sub>
                          </m:sSub>
                        </m:num>
                        <m:den>
                          <m:r>
                            <a:rPr lang="en-SG" altLang="en-US" sz="2000" i="1">
                              <a:latin typeface="Cambria Math" panose="02040503050406030204" pitchFamily="18" charset="0"/>
                            </a:rPr>
                            <m:t>2</m:t>
                          </m:r>
                          <m:r>
                            <a:rPr lang="en-SG" altLang="en-US" sz="2000" i="1">
                              <a:latin typeface="Cambria Math" panose="02040503050406030204" pitchFamily="18" charset="0"/>
                            </a:rPr>
                            <m:t>𝑏</m:t>
                          </m:r>
                        </m:den>
                      </m:f>
                    </m:oMath>
                  </m:oMathPara>
                </a14:m>
                <a:endParaRPr lang="en-SG" altLang="en-US" sz="2000" b="0" dirty="0"/>
              </a:p>
              <a:p>
                <a:pPr marL="0" indent="0">
                  <a:lnSpc>
                    <a:spcPct val="100000"/>
                  </a:lnSpc>
                  <a:buNone/>
                </a:pPr>
                <a:endParaRPr lang="en-SG" altLang="en-US" sz="2000" dirty="0"/>
              </a:p>
              <a:p>
                <a:pPr>
                  <a:lnSpc>
                    <a:spcPct val="100000"/>
                  </a:lnSpc>
                </a:pPr>
                <a:r>
                  <a:rPr lang="en-SG" altLang="en-US" sz="2000" b="0" dirty="0"/>
                  <a:t>The Nash Equilibrium is </a:t>
                </a:r>
                <a14:m>
                  <m:oMath xmlns:m="http://schemas.openxmlformats.org/officeDocument/2006/math">
                    <m:sSubSup>
                      <m:sSubSupPr>
                        <m:ctrlPr>
                          <a:rPr lang="en-SG"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𝑐</m:t>
                        </m:r>
                      </m:sub>
                      <m:sup>
                        <m:r>
                          <a:rPr lang="en-SG" altLang="en-US" sz="2000" b="0" i="1" smtClean="0">
                            <a:latin typeface="Cambria Math" panose="02040503050406030204" pitchFamily="18" charset="0"/>
                          </a:rPr>
                          <m:t>∗</m:t>
                        </m:r>
                      </m:sup>
                    </m:sSubSup>
                    <m:r>
                      <a:rPr lang="en-SG" altLang="en-US" sz="2000" b="0" i="1" smtClean="0">
                        <a:latin typeface="Cambria Math" panose="02040503050406030204" pitchFamily="18" charset="0"/>
                      </a:rPr>
                      <m:t>=</m:t>
                    </m:r>
                    <m:sSubSup>
                      <m:sSubSupPr>
                        <m:ctrlPr>
                          <a:rPr lang="en-SG"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𝑝</m:t>
                        </m:r>
                      </m:e>
                      <m:sub>
                        <m:r>
                          <a:rPr lang="en-SG" altLang="en-US" sz="2000" b="0" i="1" smtClean="0">
                            <a:latin typeface="Cambria Math" panose="02040503050406030204" pitchFamily="18" charset="0"/>
                          </a:rPr>
                          <m:t>𝑜𝑠</m:t>
                        </m:r>
                      </m:sub>
                      <m:sup>
                        <m:r>
                          <a:rPr lang="en-SG" altLang="en-US" sz="2000" b="0" i="1" smtClean="0">
                            <a:latin typeface="Cambria Math" panose="02040503050406030204" pitchFamily="18" charset="0"/>
                          </a:rPr>
                          <m:t>∗</m:t>
                        </m:r>
                      </m:sup>
                    </m:sSubSup>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𝑎</m:t>
                        </m:r>
                      </m:num>
                      <m:den>
                        <m:r>
                          <a:rPr lang="en-SG" altLang="en-US" sz="2000" b="0" i="1" smtClean="0">
                            <a:latin typeface="Cambria Math" panose="02040503050406030204" pitchFamily="18" charset="0"/>
                          </a:rPr>
                          <m:t>3</m:t>
                        </m:r>
                        <m:r>
                          <a:rPr lang="en-SG" altLang="en-US" sz="2000" b="0" i="1" smtClean="0">
                            <a:latin typeface="Cambria Math" panose="02040503050406030204" pitchFamily="18" charset="0"/>
                          </a:rPr>
                          <m:t>𝑏</m:t>
                        </m:r>
                      </m:den>
                    </m:f>
                  </m:oMath>
                </a14:m>
                <a:r>
                  <a:rPr lang="en-SG" altLang="en-US" sz="2000" b="0" dirty="0"/>
                  <a:t>. </a:t>
                </a:r>
                <a:r>
                  <a:rPr lang="en-SG" altLang="en-US" sz="2000" dirty="0"/>
                  <a:t> </a:t>
                </a:r>
                <a:br>
                  <a:rPr lang="en-SG" altLang="en-US" sz="2000" dirty="0"/>
                </a:br>
                <a14:m>
                  <m:oMath xmlns:m="http://schemas.openxmlformats.org/officeDocument/2006/math">
                    <m:sSubSup>
                      <m:sSubSupPr>
                        <m:ctrlPr>
                          <a:rPr lang="en-SG"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𝑞</m:t>
                        </m:r>
                      </m:e>
                      <m:sub>
                        <m:r>
                          <a:rPr lang="en-SG" altLang="en-US" sz="2000" b="0" i="1" smtClean="0">
                            <a:latin typeface="Cambria Math" panose="02040503050406030204" pitchFamily="18" charset="0"/>
                          </a:rPr>
                          <m:t>𝑐</m:t>
                        </m:r>
                      </m:sub>
                      <m:sup>
                        <m:r>
                          <a:rPr lang="en-SG" altLang="en-US" sz="2000" b="0" i="1" smtClean="0">
                            <a:latin typeface="Cambria Math" panose="02040503050406030204" pitchFamily="18" charset="0"/>
                          </a:rPr>
                          <m:t>∗</m:t>
                        </m:r>
                      </m:sup>
                    </m:sSubSup>
                    <m:r>
                      <a:rPr lang="en-SG" altLang="en-US" sz="2000" b="0" i="1" smtClean="0">
                        <a:latin typeface="Cambria Math" panose="02040503050406030204" pitchFamily="18" charset="0"/>
                      </a:rPr>
                      <m:t>=</m:t>
                    </m:r>
                    <m:sSubSup>
                      <m:sSubSupPr>
                        <m:ctrlPr>
                          <a:rPr lang="en-SG" altLang="en-US" sz="2000" b="0" i="1" smtClean="0">
                            <a:latin typeface="Cambria Math" panose="02040503050406030204" pitchFamily="18" charset="0"/>
                          </a:rPr>
                        </m:ctrlPr>
                      </m:sSubSupPr>
                      <m:e>
                        <m:r>
                          <a:rPr lang="en-SG" altLang="en-US" sz="2000" b="0" i="1" smtClean="0">
                            <a:latin typeface="Cambria Math" panose="02040503050406030204" pitchFamily="18" charset="0"/>
                          </a:rPr>
                          <m:t>𝑞</m:t>
                        </m:r>
                      </m:e>
                      <m:sub>
                        <m:r>
                          <a:rPr lang="en-SG" altLang="en-US" sz="2000" b="0" i="1" smtClean="0">
                            <a:latin typeface="Cambria Math" panose="02040503050406030204" pitchFamily="18" charset="0"/>
                          </a:rPr>
                          <m:t>𝑜𝑠</m:t>
                        </m:r>
                      </m:sub>
                      <m:sup>
                        <m:r>
                          <a:rPr lang="en-SG" altLang="en-US" sz="2000" b="0" i="1" smtClean="0">
                            <a:latin typeface="Cambria Math" panose="02040503050406030204" pitchFamily="18" charset="0"/>
                          </a:rPr>
                          <m:t>∗</m:t>
                        </m:r>
                      </m:sup>
                    </m:sSubSup>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𝑎</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𝑏</m:t>
                    </m:r>
                    <m:f>
                      <m:fPr>
                        <m:ctrlPr>
                          <a:rPr lang="en-SG" altLang="en-US" sz="2000" i="1">
                            <a:latin typeface="Cambria Math" panose="02040503050406030204" pitchFamily="18" charset="0"/>
                          </a:rPr>
                        </m:ctrlPr>
                      </m:fPr>
                      <m:num>
                        <m:r>
                          <a:rPr lang="en-SG" altLang="en-US" sz="2000" i="1">
                            <a:latin typeface="Cambria Math" panose="02040503050406030204" pitchFamily="18" charset="0"/>
                          </a:rPr>
                          <m:t>2</m:t>
                        </m:r>
                        <m:r>
                          <a:rPr lang="en-SG" altLang="en-US" sz="2000" i="1">
                            <a:latin typeface="Cambria Math" panose="02040503050406030204" pitchFamily="18" charset="0"/>
                          </a:rPr>
                          <m:t>𝑎</m:t>
                        </m:r>
                      </m:num>
                      <m:den>
                        <m:r>
                          <a:rPr lang="en-SG" altLang="en-US" sz="2000" i="1">
                            <a:latin typeface="Cambria Math" panose="02040503050406030204" pitchFamily="18" charset="0"/>
                          </a:rPr>
                          <m:t>3</m:t>
                        </m:r>
                        <m:r>
                          <a:rPr lang="en-SG" altLang="en-US" sz="2000" i="1">
                            <a:latin typeface="Cambria Math" panose="02040503050406030204" pitchFamily="18" charset="0"/>
                          </a:rPr>
                          <m:t>𝑏</m:t>
                        </m:r>
                      </m:den>
                    </m:f>
                    <m:r>
                      <a:rPr lang="en-SG" altLang="en-US" sz="2000" b="0" i="1" smtClean="0">
                        <a:latin typeface="Cambria Math" panose="02040503050406030204" pitchFamily="18" charset="0"/>
                      </a:rPr>
                      <m:t>=</m:t>
                    </m:r>
                    <m:f>
                      <m:fPr>
                        <m:ctrlPr>
                          <a:rPr lang="en-SG" altLang="en-US" sz="2000" b="0" i="1" smtClean="0">
                            <a:solidFill>
                              <a:srgbClr val="FF0000"/>
                            </a:solidFill>
                            <a:latin typeface="Cambria Math" panose="02040503050406030204" pitchFamily="18" charset="0"/>
                          </a:rPr>
                        </m:ctrlPr>
                      </m:fPr>
                      <m:num>
                        <m:r>
                          <a:rPr lang="en-SG" altLang="en-US" sz="2000" b="0" i="1" smtClean="0">
                            <a:solidFill>
                              <a:srgbClr val="FF0000"/>
                            </a:solidFill>
                            <a:latin typeface="Cambria Math" panose="02040503050406030204" pitchFamily="18" charset="0"/>
                          </a:rPr>
                          <m:t>𝑎</m:t>
                        </m:r>
                      </m:num>
                      <m:den>
                        <m:r>
                          <a:rPr lang="en-SG" altLang="en-US" sz="2000" b="0" i="1" smtClean="0">
                            <a:solidFill>
                              <a:srgbClr val="FF0000"/>
                            </a:solidFill>
                            <a:latin typeface="Cambria Math" panose="02040503050406030204" pitchFamily="18" charset="0"/>
                          </a:rPr>
                          <m:t>3</m:t>
                        </m:r>
                      </m:den>
                    </m:f>
                    <m:r>
                      <a:rPr lang="en-SG" altLang="en-US" sz="2000" b="0" i="1" smtClean="0">
                        <a:solidFill>
                          <a:srgbClr val="FF0000"/>
                        </a:solidFill>
                        <a:latin typeface="Cambria Math" panose="02040503050406030204" pitchFamily="18" charset="0"/>
                      </a:rPr>
                      <m:t> </m:t>
                    </m:r>
                  </m:oMath>
                </a14:m>
                <a:r>
                  <a:rPr lang="en-SG" altLang="en-US" sz="2000" b="0" dirty="0">
                    <a:solidFill>
                      <a:srgbClr val="FF0000"/>
                    </a:solidFill>
                  </a:rPr>
                  <a:t> </a:t>
                </a:r>
              </a:p>
              <a:p>
                <a:pPr>
                  <a:lnSpc>
                    <a:spcPct val="100000"/>
                  </a:lnSpc>
                </a:pPr>
                <a:r>
                  <a:rPr lang="en-SG" altLang="en-US" sz="2000" dirty="0"/>
                  <a:t>Total revenue= </a:t>
                </a:r>
                <a14:m>
                  <m:oMath xmlns:m="http://schemas.openxmlformats.org/officeDocument/2006/math">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𝑎</m:t>
                        </m:r>
                      </m:num>
                      <m:den>
                        <m:r>
                          <a:rPr lang="en-SG" altLang="en-US" sz="2000" b="0" i="1" smtClean="0">
                            <a:latin typeface="Cambria Math" panose="02040503050406030204" pitchFamily="18" charset="0"/>
                          </a:rPr>
                          <m:t>3</m:t>
                        </m:r>
                      </m:den>
                    </m:f>
                    <m:r>
                      <a:rPr lang="en-SG" altLang="en-US" sz="2000" b="0" i="1" smtClean="0">
                        <a:latin typeface="Cambria Math" panose="02040503050406030204" pitchFamily="18" charset="0"/>
                      </a:rPr>
                      <m:t>×</m:t>
                    </m:r>
                    <m:f>
                      <m:fPr>
                        <m:ctrlPr>
                          <a:rPr lang="en-SG" altLang="en-US" sz="2000" b="0" i="1" smtClean="0">
                            <a:latin typeface="Cambria Math" panose="02040503050406030204" pitchFamily="18" charset="0"/>
                          </a:rPr>
                        </m:ctrlPr>
                      </m:fPr>
                      <m:num>
                        <m:r>
                          <a:rPr lang="en-SG" altLang="en-US" sz="2000" b="0" i="1" smtClean="0">
                            <a:latin typeface="Cambria Math" panose="02040503050406030204" pitchFamily="18" charset="0"/>
                          </a:rPr>
                          <m:t>𝑎</m:t>
                        </m:r>
                      </m:num>
                      <m:den>
                        <m:r>
                          <a:rPr lang="en-SG" altLang="en-US" sz="2000" b="0" i="1" smtClean="0">
                            <a:latin typeface="Cambria Math" panose="02040503050406030204" pitchFamily="18" charset="0"/>
                          </a:rPr>
                          <m:t>3</m:t>
                        </m:r>
                        <m:r>
                          <a:rPr lang="en-SG" altLang="en-US" sz="2000" b="0" i="1" smtClean="0">
                            <a:latin typeface="Cambria Math" panose="02040503050406030204" pitchFamily="18" charset="0"/>
                          </a:rPr>
                          <m:t>𝑏</m:t>
                        </m:r>
                      </m:den>
                    </m:f>
                    <m:r>
                      <a:rPr lang="en-SG" altLang="en-US" sz="2000" b="0" i="1" smtClean="0">
                        <a:latin typeface="Cambria Math" panose="02040503050406030204" pitchFamily="18" charset="0"/>
                      </a:rPr>
                      <m:t>× 2=</m:t>
                    </m:r>
                    <m:f>
                      <m:fPr>
                        <m:ctrlPr>
                          <a:rPr lang="en-SG" altLang="en-US" sz="2000" b="0" i="1" smtClean="0">
                            <a:solidFill>
                              <a:srgbClr val="FF0000"/>
                            </a:solidFill>
                            <a:latin typeface="Cambria Math" panose="02040503050406030204" pitchFamily="18" charset="0"/>
                          </a:rPr>
                        </m:ctrlPr>
                      </m:fPr>
                      <m:num>
                        <m:r>
                          <a:rPr lang="en-SG" altLang="en-US" sz="2000" b="0" i="1" smtClean="0">
                            <a:solidFill>
                              <a:srgbClr val="FF0000"/>
                            </a:solidFill>
                            <a:latin typeface="Cambria Math" panose="02040503050406030204" pitchFamily="18" charset="0"/>
                          </a:rPr>
                          <m:t>2</m:t>
                        </m:r>
                        <m:sSup>
                          <m:sSupPr>
                            <m:ctrlPr>
                              <a:rPr lang="en-SG" altLang="en-US" sz="2000" b="0" i="1" smtClean="0">
                                <a:solidFill>
                                  <a:srgbClr val="FF0000"/>
                                </a:solidFill>
                                <a:latin typeface="Cambria Math" panose="02040503050406030204" pitchFamily="18" charset="0"/>
                              </a:rPr>
                            </m:ctrlPr>
                          </m:sSupPr>
                          <m:e>
                            <m:r>
                              <a:rPr lang="en-SG" altLang="en-US" sz="2000" b="0" i="1" smtClean="0">
                                <a:solidFill>
                                  <a:srgbClr val="FF0000"/>
                                </a:solidFill>
                                <a:latin typeface="Cambria Math" panose="02040503050406030204" pitchFamily="18" charset="0"/>
                              </a:rPr>
                              <m:t>𝑎</m:t>
                            </m:r>
                          </m:e>
                          <m:sup>
                            <m:r>
                              <a:rPr lang="en-SG" altLang="en-US" sz="2000" b="0" i="1" smtClean="0">
                                <a:solidFill>
                                  <a:srgbClr val="FF0000"/>
                                </a:solidFill>
                                <a:latin typeface="Cambria Math" panose="02040503050406030204" pitchFamily="18" charset="0"/>
                              </a:rPr>
                              <m:t>2</m:t>
                            </m:r>
                          </m:sup>
                        </m:sSup>
                      </m:num>
                      <m:den>
                        <m:r>
                          <a:rPr lang="en-SG" altLang="en-US" sz="2000" b="0" i="1" smtClean="0">
                            <a:solidFill>
                              <a:srgbClr val="FF0000"/>
                            </a:solidFill>
                            <a:latin typeface="Cambria Math" panose="02040503050406030204" pitchFamily="18" charset="0"/>
                          </a:rPr>
                          <m:t>9</m:t>
                        </m:r>
                        <m:r>
                          <a:rPr lang="en-SG" altLang="en-US" sz="2000" b="0" i="1" smtClean="0">
                            <a:solidFill>
                              <a:srgbClr val="FF0000"/>
                            </a:solidFill>
                            <a:latin typeface="Cambria Math" panose="02040503050406030204" pitchFamily="18" charset="0"/>
                          </a:rPr>
                          <m:t>𝑏</m:t>
                        </m:r>
                      </m:den>
                    </m:f>
                  </m:oMath>
                </a14:m>
                <a:endParaRPr lang="en-SG" altLang="en-US" sz="2000" b="0" dirty="0"/>
              </a:p>
            </p:txBody>
          </p:sp>
        </mc:Choice>
        <mc:Fallback xmlns="">
          <p:sp>
            <p:nvSpPr>
              <p:cNvPr id="32770" name="Rectangle 3"/>
              <p:cNvSpPr>
                <a:spLocks noGrp="1" noRot="1" noChangeAspect="1" noMove="1" noResize="1" noEditPoints="1" noAdjustHandles="1" noChangeArrowheads="1" noChangeShapeType="1" noTextEdit="1"/>
              </p:cNvSpPr>
              <p:nvPr>
                <p:ph idx="1"/>
              </p:nvPr>
            </p:nvSpPr>
            <p:spPr>
              <a:xfrm>
                <a:off x="838199" y="1456791"/>
                <a:ext cx="10381343" cy="4755473"/>
              </a:xfrm>
              <a:blipFill>
                <a:blip r:embed="rId3"/>
                <a:stretch>
                  <a:fillRect l="-470"/>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337C4E1C-E187-6679-67F8-DE9C212B6299}"/>
              </a:ext>
            </a:extLst>
          </p:cNvPr>
          <p:cNvSpPr>
            <a:spLocks noGrp="1"/>
          </p:cNvSpPr>
          <p:nvPr>
            <p:ph type="sldNum" sz="quarter" idx="12"/>
          </p:nvPr>
        </p:nvSpPr>
        <p:spPr/>
        <p:txBody>
          <a:bodyPr/>
          <a:lstStyle/>
          <a:p>
            <a:fld id="{3F8FFD44-3125-48DD-9AC2-A99B91DF9DE5}" type="slidenum">
              <a:rPr lang="en-GB" smtClean="0"/>
              <a:t>11</a:t>
            </a:fld>
            <a:endParaRPr lang="en-GB"/>
          </a:p>
        </p:txBody>
      </p:sp>
    </p:spTree>
    <p:extLst>
      <p:ext uri="{BB962C8B-B14F-4D97-AF65-F5344CB8AC3E}">
        <p14:creationId xmlns:p14="http://schemas.microsoft.com/office/powerpoint/2010/main" val="34883525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pPr eaLnBrk="1" hangingPunct="1"/>
            <a:r>
              <a:rPr lang="en-US" altLang="en-US" dirty="0"/>
              <a:t>Complementarity: Monopoly</a:t>
            </a:r>
          </a:p>
        </p:txBody>
      </p:sp>
      <mc:AlternateContent xmlns:mc="http://schemas.openxmlformats.org/markup-compatibility/2006" xmlns:a14="http://schemas.microsoft.com/office/drawing/2010/main">
        <mc:Choice Requires="a14">
          <p:sp>
            <p:nvSpPr>
              <p:cNvPr id="43010" name="Rectangle 3"/>
              <p:cNvSpPr>
                <a:spLocks noGrp="1" noChangeArrowheads="1"/>
              </p:cNvSpPr>
              <p:nvPr>
                <p:ph idx="1"/>
              </p:nvPr>
            </p:nvSpPr>
            <p:spPr>
              <a:xfrm>
                <a:off x="838199" y="1456791"/>
                <a:ext cx="9820275" cy="4398204"/>
              </a:xfrm>
            </p:spPr>
            <p:txBody>
              <a:bodyPr>
                <a:normAutofit/>
              </a:bodyPr>
              <a:lstStyle/>
              <a:p>
                <a:pPr eaLnBrk="1" hangingPunct="1"/>
                <a:endParaRPr lang="en-US" altLang="en-US" sz="2000" dirty="0">
                  <a:sym typeface="Symbol" pitchFamily="18" charset="2"/>
                </a:endParaRPr>
              </a:p>
              <a:p>
                <a:pPr eaLnBrk="1" hangingPunct="1"/>
                <a:r>
                  <a:rPr lang="en-US" altLang="en-US" sz="2000" dirty="0">
                    <a:sym typeface="Symbol" pitchFamily="18" charset="2"/>
                  </a:rPr>
                  <a:t>Assume instead a monopoly aiming to </a:t>
                </a:r>
                <a:r>
                  <a:rPr lang="en-US" altLang="en-US" sz="2000" dirty="0" err="1">
                    <a:sym typeface="Symbol" pitchFamily="18" charset="2"/>
                  </a:rPr>
                  <a:t>maximise</a:t>
                </a:r>
                <a:r>
                  <a:rPr lang="en-US" altLang="en-US" sz="2000" dirty="0">
                    <a:sym typeface="Symbol" pitchFamily="18" charset="2"/>
                  </a:rPr>
                  <a:t> total profits. </a:t>
                </a:r>
              </a:p>
              <a:p>
                <a:pPr lvl="1"/>
                <a:r>
                  <a:rPr lang="en-US" altLang="en-US" sz="1800" dirty="0">
                    <a:sym typeface="Symbol" pitchFamily="18" charset="2"/>
                  </a:rPr>
                  <a:t>It bundles a computer and an operating system and sells it at a price </a:t>
                </a:r>
                <a:r>
                  <a:rPr lang="en-US" altLang="en-US" sz="1800" i="1" dirty="0" err="1">
                    <a:sym typeface="Symbol" pitchFamily="18" charset="2"/>
                  </a:rPr>
                  <a:t>p</a:t>
                </a:r>
                <a:r>
                  <a:rPr lang="en-US" altLang="en-US" sz="1800" i="1" baseline="-25000" dirty="0" err="1">
                    <a:sym typeface="Symbol" pitchFamily="18" charset="2"/>
                  </a:rPr>
                  <a:t>B</a:t>
                </a:r>
                <a:r>
                  <a:rPr lang="en-US" altLang="en-US" sz="1800" dirty="0">
                    <a:sym typeface="Symbol" pitchFamily="18" charset="2"/>
                  </a:rPr>
                  <a:t>. </a:t>
                </a:r>
                <a:br>
                  <a:rPr lang="en-US" altLang="en-US" sz="1800" dirty="0">
                    <a:sym typeface="Symbol" pitchFamily="18" charset="2"/>
                  </a:rPr>
                </a:br>
                <a:endParaRPr lang="en-US" altLang="en-US" sz="1800" dirty="0">
                  <a:sym typeface="Symbol" pitchFamily="18" charset="2"/>
                </a:endParaRPr>
              </a:p>
              <a:p>
                <a:pPr eaLnBrk="1" hangingPunct="1"/>
                <a:r>
                  <a:rPr lang="en-US" altLang="en-US" sz="2000" dirty="0">
                    <a:sym typeface="Symbol" pitchFamily="18" charset="2"/>
                  </a:rPr>
                  <a:t>The monopolist’s </a:t>
                </a:r>
                <a:r>
                  <a:rPr lang="en-US" altLang="ja-JP" sz="2000" dirty="0">
                    <a:sym typeface="Symbol" pitchFamily="18" charset="2"/>
                  </a:rPr>
                  <a:t>problem is to choose </a:t>
                </a:r>
                <a:r>
                  <a:rPr lang="en-US" altLang="ja-JP" sz="2000" i="1" dirty="0" err="1">
                    <a:sym typeface="Symbol" pitchFamily="18" charset="2"/>
                  </a:rPr>
                  <a:t>p</a:t>
                </a:r>
                <a:r>
                  <a:rPr lang="en-US" altLang="ja-JP" sz="2000" i="1" baseline="-25000" dirty="0" err="1">
                    <a:sym typeface="Symbol" pitchFamily="18" charset="2"/>
                  </a:rPr>
                  <a:t>B</a:t>
                </a:r>
                <a:r>
                  <a:rPr lang="en-US" altLang="ja-JP" sz="2000" dirty="0">
                    <a:sym typeface="Symbol" pitchFamily="18" charset="2"/>
                  </a:rPr>
                  <a:t> to maximize </a:t>
                </a:r>
                <a14:m>
                  <m:oMath xmlns:m="http://schemas.openxmlformats.org/officeDocument/2006/math">
                    <m:sSub>
                      <m:sSubPr>
                        <m:ctrlPr>
                          <a:rPr lang="en-SG" altLang="ja-JP" sz="2000" b="0" i="1" smtClean="0">
                            <a:latin typeface="Cambria Math" panose="02040503050406030204" pitchFamily="18" charset="0"/>
                            <a:sym typeface="Symbol" pitchFamily="18" charset="2"/>
                          </a:rPr>
                        </m:ctrlPr>
                      </m:sSubPr>
                      <m:e>
                        <m:r>
                          <a:rPr lang="en-SG" altLang="ja-JP" sz="2000" b="0" i="1" smtClean="0">
                            <a:latin typeface="Cambria Math" panose="02040503050406030204" pitchFamily="18" charset="0"/>
                            <a:sym typeface="Symbol" pitchFamily="18" charset="2"/>
                          </a:rPr>
                          <m:t>𝑝</m:t>
                        </m:r>
                      </m:e>
                      <m:sub>
                        <m:r>
                          <a:rPr lang="en-SG" altLang="ja-JP" sz="2000" b="0" i="1" smtClean="0">
                            <a:latin typeface="Cambria Math" panose="02040503050406030204" pitchFamily="18" charset="0"/>
                            <a:sym typeface="Symbol" pitchFamily="18" charset="2"/>
                          </a:rPr>
                          <m:t>𝐵</m:t>
                        </m:r>
                      </m:sub>
                    </m:sSub>
                    <m:r>
                      <a:rPr lang="en-SG" altLang="ja-JP" sz="2000" b="0" i="1" smtClean="0">
                        <a:latin typeface="Cambria Math" panose="02040503050406030204" pitchFamily="18" charset="0"/>
                        <a:sym typeface="Symbol" pitchFamily="18" charset="2"/>
                      </a:rPr>
                      <m:t>𝐷</m:t>
                    </m:r>
                    <m:d>
                      <m:dPr>
                        <m:ctrlPr>
                          <a:rPr lang="en-SG" altLang="ja-JP" sz="2000" b="0" i="1" smtClean="0">
                            <a:latin typeface="Cambria Math" panose="02040503050406030204" pitchFamily="18" charset="0"/>
                            <a:sym typeface="Symbol" pitchFamily="18" charset="2"/>
                          </a:rPr>
                        </m:ctrlPr>
                      </m:dPr>
                      <m:e>
                        <m:sSub>
                          <m:sSubPr>
                            <m:ctrlPr>
                              <a:rPr lang="en-SG" altLang="ja-JP" sz="2000" b="0" i="1" smtClean="0">
                                <a:latin typeface="Cambria Math" panose="02040503050406030204" pitchFamily="18" charset="0"/>
                                <a:sym typeface="Symbol" pitchFamily="18" charset="2"/>
                              </a:rPr>
                            </m:ctrlPr>
                          </m:sSubPr>
                          <m:e>
                            <m:r>
                              <a:rPr lang="en-SG" altLang="ja-JP" sz="2000" b="0" i="1" smtClean="0">
                                <a:latin typeface="Cambria Math" panose="02040503050406030204" pitchFamily="18" charset="0"/>
                                <a:sym typeface="Symbol" pitchFamily="18" charset="2"/>
                              </a:rPr>
                              <m:t>𝑝</m:t>
                            </m:r>
                          </m:e>
                          <m:sub>
                            <m:r>
                              <a:rPr lang="en-SG" altLang="ja-JP" sz="2000" b="0" i="1" smtClean="0">
                                <a:latin typeface="Cambria Math" panose="02040503050406030204" pitchFamily="18" charset="0"/>
                                <a:sym typeface="Symbol" pitchFamily="18" charset="2"/>
                              </a:rPr>
                              <m:t>𝐵</m:t>
                            </m:r>
                          </m:sub>
                        </m:sSub>
                      </m:e>
                    </m:d>
                    <m:r>
                      <a:rPr lang="en-SG" altLang="ja-JP" sz="2000" b="0" i="1" smtClean="0">
                        <a:latin typeface="Cambria Math" panose="02040503050406030204" pitchFamily="18" charset="0"/>
                        <a:sym typeface="Symbol" pitchFamily="18" charset="2"/>
                      </a:rPr>
                      <m:t>−</m:t>
                    </m:r>
                    <m:sSub>
                      <m:sSubPr>
                        <m:ctrlPr>
                          <a:rPr lang="en-SG" altLang="ja-JP" sz="2000" b="0" i="1" smtClean="0">
                            <a:latin typeface="Cambria Math" panose="02040503050406030204" pitchFamily="18" charset="0"/>
                            <a:sym typeface="Symbol" pitchFamily="18" charset="2"/>
                          </a:rPr>
                        </m:ctrlPr>
                      </m:sSubPr>
                      <m:e>
                        <m:r>
                          <a:rPr lang="en-SG" altLang="ja-JP" sz="2000" b="0" i="1" smtClean="0">
                            <a:latin typeface="Cambria Math" panose="02040503050406030204" pitchFamily="18" charset="0"/>
                            <a:sym typeface="Symbol" pitchFamily="18" charset="2"/>
                          </a:rPr>
                          <m:t>𝐹</m:t>
                        </m:r>
                      </m:e>
                      <m:sub>
                        <m:r>
                          <a:rPr lang="en-SG" altLang="ja-JP" sz="2000" b="0" i="1" smtClean="0">
                            <a:latin typeface="Cambria Math" panose="02040503050406030204" pitchFamily="18" charset="0"/>
                            <a:sym typeface="Symbol" pitchFamily="18" charset="2"/>
                          </a:rPr>
                          <m:t>𝐶</m:t>
                        </m:r>
                      </m:sub>
                    </m:sSub>
                    <m:r>
                      <a:rPr lang="en-SG" altLang="ja-JP" sz="2000" b="0" i="1" smtClean="0">
                        <a:latin typeface="Cambria Math" panose="02040503050406030204" pitchFamily="18" charset="0"/>
                        <a:sym typeface="Symbol" pitchFamily="18" charset="2"/>
                      </a:rPr>
                      <m:t>−</m:t>
                    </m:r>
                    <m:sSub>
                      <m:sSubPr>
                        <m:ctrlPr>
                          <a:rPr lang="en-SG" altLang="ja-JP" sz="2000" b="0" i="1" smtClean="0">
                            <a:latin typeface="Cambria Math" panose="02040503050406030204" pitchFamily="18" charset="0"/>
                            <a:sym typeface="Symbol" pitchFamily="18" charset="2"/>
                          </a:rPr>
                        </m:ctrlPr>
                      </m:sSubPr>
                      <m:e>
                        <m:r>
                          <a:rPr lang="en-SG" altLang="ja-JP" sz="2000" b="0" i="1" smtClean="0">
                            <a:latin typeface="Cambria Math" panose="02040503050406030204" pitchFamily="18" charset="0"/>
                            <a:sym typeface="Symbol" pitchFamily="18" charset="2"/>
                          </a:rPr>
                          <m:t>𝐹</m:t>
                        </m:r>
                      </m:e>
                      <m:sub>
                        <m:r>
                          <a:rPr lang="en-SG" altLang="ja-JP" sz="2000" b="0" i="1" smtClean="0">
                            <a:latin typeface="Cambria Math" panose="02040503050406030204" pitchFamily="18" charset="0"/>
                            <a:sym typeface="Symbol" pitchFamily="18" charset="2"/>
                          </a:rPr>
                          <m:t>𝑂𝑆</m:t>
                        </m:r>
                      </m:sub>
                    </m:sSub>
                  </m:oMath>
                </a14:m>
                <a:br>
                  <a:rPr lang="en-SG" altLang="ja-JP" sz="2000" b="0" dirty="0">
                    <a:sym typeface="Symbol" pitchFamily="18" charset="2"/>
                  </a:rPr>
                </a:br>
                <a:endParaRPr lang="en-SG" altLang="ja-JP" sz="2000" b="0" dirty="0">
                  <a:sym typeface="Symbol" pitchFamily="18" charset="2"/>
                </a:endParaRPr>
              </a:p>
              <a:p>
                <a:pPr eaLnBrk="1" hangingPunct="1"/>
                <a:endParaRPr lang="en-US" altLang="en-US" sz="2000" dirty="0">
                  <a:sym typeface="Symbol" pitchFamily="18" charset="2"/>
                </a:endParaRPr>
              </a:p>
              <a:p>
                <a:pPr eaLnBrk="1" hangingPunct="1"/>
                <a:r>
                  <a:rPr lang="en-US" altLang="en-US" sz="2000" dirty="0">
                    <a:sym typeface="Symbol" pitchFamily="18" charset="2"/>
                  </a:rPr>
                  <a:t>Solving, we get </a:t>
                </a:r>
                <a14:m>
                  <m:oMath xmlns:m="http://schemas.openxmlformats.org/officeDocument/2006/math">
                    <m:sSubSup>
                      <m:sSubSupPr>
                        <m:ctrlPr>
                          <a:rPr lang="en-SG" altLang="en-US" sz="2000" b="0" i="1" smtClean="0">
                            <a:latin typeface="Cambria Math" panose="02040503050406030204" pitchFamily="18" charset="0"/>
                            <a:sym typeface="Symbol" pitchFamily="18" charset="2"/>
                          </a:rPr>
                        </m:ctrlPr>
                      </m:sSubSupPr>
                      <m:e>
                        <m:r>
                          <a:rPr lang="en-SG" altLang="en-US" sz="2000" b="0" i="1" smtClean="0">
                            <a:latin typeface="Cambria Math" panose="02040503050406030204" pitchFamily="18" charset="0"/>
                            <a:sym typeface="Symbol" pitchFamily="18" charset="2"/>
                          </a:rPr>
                          <m:t>𝑝</m:t>
                        </m:r>
                      </m:e>
                      <m:sub>
                        <m:r>
                          <a:rPr lang="en-SG" altLang="en-US" sz="2000" b="0" i="1" smtClean="0">
                            <a:latin typeface="Cambria Math" panose="02040503050406030204" pitchFamily="18" charset="0"/>
                            <a:sym typeface="Symbol" pitchFamily="18" charset="2"/>
                          </a:rPr>
                          <m:t>𝐵</m:t>
                        </m:r>
                      </m:sub>
                      <m:sup>
                        <m:r>
                          <a:rPr lang="en-SG" altLang="en-US" sz="2000" b="0" i="1" smtClean="0">
                            <a:latin typeface="Cambria Math" panose="02040503050406030204" pitchFamily="18" charset="0"/>
                            <a:sym typeface="Symbol" pitchFamily="18" charset="2"/>
                          </a:rPr>
                          <m:t>∗</m:t>
                        </m:r>
                      </m:sup>
                    </m:sSubSup>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r>
                          <a:rPr lang="en-SG" altLang="en-US" sz="2000" b="0" i="1" smtClean="0">
                            <a:latin typeface="Cambria Math" panose="02040503050406030204" pitchFamily="18" charset="0"/>
                            <a:sym typeface="Symbol" pitchFamily="18" charset="2"/>
                          </a:rPr>
                          <m:t>𝑎</m:t>
                        </m:r>
                      </m:num>
                      <m:den>
                        <m:r>
                          <a:rPr lang="en-SG" altLang="en-US" sz="2000" b="0" i="1" smtClean="0">
                            <a:latin typeface="Cambria Math" panose="02040503050406030204" pitchFamily="18" charset="0"/>
                            <a:sym typeface="Symbol" pitchFamily="18" charset="2"/>
                          </a:rPr>
                          <m:t>2</m:t>
                        </m:r>
                        <m:r>
                          <a:rPr lang="en-SG" altLang="en-US" sz="2000" b="0" i="1" smtClean="0">
                            <a:latin typeface="Cambria Math" panose="02040503050406030204" pitchFamily="18" charset="0"/>
                            <a:sym typeface="Symbol" pitchFamily="18" charset="2"/>
                          </a:rPr>
                          <m:t>𝑏</m:t>
                        </m:r>
                      </m:den>
                    </m:f>
                    <m:r>
                      <a:rPr lang="en-SG" altLang="en-US" sz="2000" b="0" i="1" smtClean="0">
                        <a:latin typeface="Cambria Math" panose="02040503050406030204" pitchFamily="18" charset="0"/>
                        <a:sym typeface="Symbol" pitchFamily="18" charset="2"/>
                      </a:rPr>
                      <m:t>&lt;</m:t>
                    </m:r>
                    <m:d>
                      <m:dPr>
                        <m:ctrlPr>
                          <a:rPr lang="en-SG" altLang="en-US" sz="2000" b="0" i="1" smtClean="0">
                            <a:latin typeface="Cambria Math" panose="02040503050406030204" pitchFamily="18" charset="0"/>
                            <a:sym typeface="Symbol" pitchFamily="18" charset="2"/>
                          </a:rPr>
                        </m:ctrlPr>
                      </m:dPr>
                      <m:e>
                        <m:sSubSup>
                          <m:sSubSupPr>
                            <m:ctrlPr>
                              <a:rPr lang="en-SG" altLang="en-US" sz="2000" b="0" i="1" smtClean="0">
                                <a:latin typeface="Cambria Math" panose="02040503050406030204" pitchFamily="18" charset="0"/>
                                <a:sym typeface="Symbol" pitchFamily="18" charset="2"/>
                              </a:rPr>
                            </m:ctrlPr>
                          </m:sSubSupPr>
                          <m:e>
                            <m:r>
                              <a:rPr lang="en-SG" altLang="en-US" sz="2000" b="0" i="1" smtClean="0">
                                <a:latin typeface="Cambria Math" panose="02040503050406030204" pitchFamily="18" charset="0"/>
                                <a:sym typeface="Symbol" pitchFamily="18" charset="2"/>
                              </a:rPr>
                              <m:t>𝑝</m:t>
                            </m:r>
                          </m:e>
                          <m:sub>
                            <m:r>
                              <a:rPr lang="en-SG" altLang="en-US" sz="2000" b="0" i="1" smtClean="0">
                                <a:latin typeface="Cambria Math" panose="02040503050406030204" pitchFamily="18" charset="0"/>
                                <a:sym typeface="Symbol" pitchFamily="18" charset="2"/>
                              </a:rPr>
                              <m:t>𝑐</m:t>
                            </m:r>
                          </m:sub>
                          <m:sup>
                            <m:r>
                              <a:rPr lang="en-SG" altLang="en-US" sz="2000" b="0" i="1" smtClean="0">
                                <a:latin typeface="Cambria Math" panose="02040503050406030204" pitchFamily="18" charset="0"/>
                                <a:sym typeface="Symbol" pitchFamily="18" charset="2"/>
                              </a:rPr>
                              <m:t>∗</m:t>
                            </m:r>
                          </m:sup>
                        </m:sSubSup>
                        <m:r>
                          <a:rPr lang="en-SG" altLang="en-US" sz="2000" b="0" i="1" smtClean="0">
                            <a:latin typeface="Cambria Math" panose="02040503050406030204" pitchFamily="18" charset="0"/>
                            <a:sym typeface="Symbol" pitchFamily="18" charset="2"/>
                          </a:rPr>
                          <m:t>+</m:t>
                        </m:r>
                        <m:sSubSup>
                          <m:sSubSupPr>
                            <m:ctrlPr>
                              <a:rPr lang="en-SG" altLang="en-US" sz="2000" b="0" i="1" smtClean="0">
                                <a:latin typeface="Cambria Math" panose="02040503050406030204" pitchFamily="18" charset="0"/>
                                <a:sym typeface="Symbol" pitchFamily="18" charset="2"/>
                              </a:rPr>
                            </m:ctrlPr>
                          </m:sSubSupPr>
                          <m:e>
                            <m:r>
                              <a:rPr lang="en-SG" altLang="en-US" sz="2000" b="0" i="1" smtClean="0">
                                <a:latin typeface="Cambria Math" panose="02040503050406030204" pitchFamily="18" charset="0"/>
                                <a:sym typeface="Symbol" pitchFamily="18" charset="2"/>
                              </a:rPr>
                              <m:t>𝑝</m:t>
                            </m:r>
                          </m:e>
                          <m:sub>
                            <m:r>
                              <a:rPr lang="en-SG" altLang="en-US" sz="2000" b="0" i="1" smtClean="0">
                                <a:latin typeface="Cambria Math" panose="02040503050406030204" pitchFamily="18" charset="0"/>
                                <a:sym typeface="Symbol" pitchFamily="18" charset="2"/>
                              </a:rPr>
                              <m:t>𝑜𝑠</m:t>
                            </m:r>
                          </m:sub>
                          <m:sup>
                            <m:r>
                              <a:rPr lang="en-SG" altLang="en-US" sz="2000" b="0" i="1" smtClean="0">
                                <a:latin typeface="Cambria Math" panose="02040503050406030204" pitchFamily="18" charset="0"/>
                                <a:sym typeface="Symbol" pitchFamily="18" charset="2"/>
                              </a:rPr>
                              <m:t>∗</m:t>
                            </m:r>
                          </m:sup>
                        </m:sSubSup>
                      </m:e>
                    </m:d>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r>
                          <a:rPr lang="en-SG" altLang="en-US" sz="2000" b="0" i="1" smtClean="0">
                            <a:latin typeface="Cambria Math" panose="02040503050406030204" pitchFamily="18" charset="0"/>
                            <a:sym typeface="Symbol" pitchFamily="18" charset="2"/>
                          </a:rPr>
                          <m:t>2</m:t>
                        </m:r>
                        <m:r>
                          <a:rPr lang="en-SG" altLang="en-US" sz="2000" b="0" i="1" smtClean="0">
                            <a:latin typeface="Cambria Math" panose="02040503050406030204" pitchFamily="18" charset="0"/>
                            <a:sym typeface="Symbol" pitchFamily="18" charset="2"/>
                          </a:rPr>
                          <m:t>𝑎</m:t>
                        </m:r>
                      </m:num>
                      <m:den>
                        <m:r>
                          <a:rPr lang="en-SG" altLang="en-US" sz="2000" b="0" i="1" smtClean="0">
                            <a:latin typeface="Cambria Math" panose="02040503050406030204" pitchFamily="18" charset="0"/>
                            <a:sym typeface="Symbol" pitchFamily="18" charset="2"/>
                          </a:rPr>
                          <m:t>3</m:t>
                        </m:r>
                        <m:r>
                          <a:rPr lang="en-SG" altLang="en-US" sz="2000" b="0" i="1" smtClean="0">
                            <a:latin typeface="Cambria Math" panose="02040503050406030204" pitchFamily="18" charset="0"/>
                            <a:sym typeface="Symbol" pitchFamily="18" charset="2"/>
                          </a:rPr>
                          <m:t>𝑏</m:t>
                        </m:r>
                      </m:den>
                    </m:f>
                  </m:oMath>
                </a14:m>
                <a:br>
                  <a:rPr lang="en-SG" altLang="en-US" sz="2000" b="0" i="1" dirty="0">
                    <a:latin typeface="Cambria Math" panose="02040503050406030204" pitchFamily="18" charset="0"/>
                    <a:sym typeface="Symbol" pitchFamily="18" charset="2"/>
                  </a:rPr>
                </a:br>
                <a14:m>
                  <m:oMath xmlns:m="http://schemas.openxmlformats.org/officeDocument/2006/math">
                    <m:sSubSup>
                      <m:sSubSupPr>
                        <m:ctrlPr>
                          <a:rPr lang="en-SG" altLang="en-US" sz="2000" b="0" i="1" smtClean="0">
                            <a:latin typeface="Cambria Math" panose="02040503050406030204" pitchFamily="18" charset="0"/>
                            <a:sym typeface="Symbol" pitchFamily="18" charset="2"/>
                          </a:rPr>
                        </m:ctrlPr>
                      </m:sSubSupPr>
                      <m:e>
                        <m:r>
                          <a:rPr lang="en-SG" altLang="en-US" sz="2000" b="0" i="1" smtClean="0">
                            <a:latin typeface="Cambria Math" panose="02040503050406030204" pitchFamily="18" charset="0"/>
                            <a:sym typeface="Symbol" pitchFamily="18" charset="2"/>
                          </a:rPr>
                          <m:t>𝑞</m:t>
                        </m:r>
                      </m:e>
                      <m:sub>
                        <m:r>
                          <a:rPr lang="en-SG" altLang="en-US" sz="2000" b="0" i="1" smtClean="0">
                            <a:latin typeface="Cambria Math" panose="02040503050406030204" pitchFamily="18" charset="0"/>
                            <a:sym typeface="Symbol" pitchFamily="18" charset="2"/>
                          </a:rPr>
                          <m:t>𝐵</m:t>
                        </m:r>
                      </m:sub>
                      <m:sup>
                        <m:r>
                          <a:rPr lang="en-SG" altLang="en-US" sz="2000" b="0" i="1" smtClean="0">
                            <a:latin typeface="Cambria Math" panose="02040503050406030204" pitchFamily="18" charset="0"/>
                            <a:sym typeface="Symbol" pitchFamily="18" charset="2"/>
                          </a:rPr>
                          <m:t>∗</m:t>
                        </m:r>
                      </m:sup>
                    </m:sSubSup>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r>
                          <a:rPr lang="en-SG" altLang="en-US" sz="2000" b="0" i="1" smtClean="0">
                            <a:latin typeface="Cambria Math" panose="02040503050406030204" pitchFamily="18" charset="0"/>
                            <a:sym typeface="Symbol" pitchFamily="18" charset="2"/>
                          </a:rPr>
                          <m:t>𝑎</m:t>
                        </m:r>
                      </m:num>
                      <m:den>
                        <m:r>
                          <a:rPr lang="en-SG" altLang="en-US" sz="2000" b="0" i="1" smtClean="0">
                            <a:latin typeface="Cambria Math" panose="02040503050406030204" pitchFamily="18" charset="0"/>
                            <a:sym typeface="Symbol" pitchFamily="18" charset="2"/>
                          </a:rPr>
                          <m:t>2</m:t>
                        </m:r>
                      </m:den>
                    </m:f>
                    <m:r>
                      <a:rPr lang="en-SG" altLang="en-US" sz="2000" b="0" i="1" smtClean="0">
                        <a:latin typeface="Cambria Math" panose="02040503050406030204" pitchFamily="18" charset="0"/>
                        <a:sym typeface="Symbol" pitchFamily="18" charset="2"/>
                      </a:rPr>
                      <m:t>&gt;</m:t>
                    </m:r>
                    <m:f>
                      <m:fPr>
                        <m:ctrlPr>
                          <a:rPr lang="en-SG" altLang="en-US" sz="2000" b="0" i="1" smtClean="0">
                            <a:solidFill>
                              <a:srgbClr val="FF0000"/>
                            </a:solidFill>
                            <a:latin typeface="Cambria Math" panose="02040503050406030204" pitchFamily="18" charset="0"/>
                            <a:sym typeface="Symbol" pitchFamily="18" charset="2"/>
                          </a:rPr>
                        </m:ctrlPr>
                      </m:fPr>
                      <m:num>
                        <m:r>
                          <a:rPr lang="en-SG" altLang="en-US" sz="2000" b="0" i="1" smtClean="0">
                            <a:solidFill>
                              <a:srgbClr val="FF0000"/>
                            </a:solidFill>
                            <a:latin typeface="Cambria Math" panose="02040503050406030204" pitchFamily="18" charset="0"/>
                            <a:sym typeface="Symbol" pitchFamily="18" charset="2"/>
                          </a:rPr>
                          <m:t>𝑎</m:t>
                        </m:r>
                      </m:num>
                      <m:den>
                        <m:r>
                          <a:rPr lang="en-SG" altLang="en-US" sz="2000" b="0" i="1" smtClean="0">
                            <a:solidFill>
                              <a:srgbClr val="FF0000"/>
                            </a:solidFill>
                            <a:latin typeface="Cambria Math" panose="02040503050406030204" pitchFamily="18" charset="0"/>
                            <a:sym typeface="Symbol" pitchFamily="18" charset="2"/>
                          </a:rPr>
                          <m:t>3</m:t>
                        </m:r>
                      </m:den>
                    </m:f>
                    <m:r>
                      <a:rPr lang="en-SG" altLang="en-US" sz="2000" b="0" i="1" smtClean="0">
                        <a:solidFill>
                          <a:srgbClr val="FF0000"/>
                        </a:solidFill>
                        <a:latin typeface="Cambria Math" panose="02040503050406030204" pitchFamily="18" charset="0"/>
                        <a:sym typeface="Symbol" pitchFamily="18" charset="2"/>
                      </a:rPr>
                      <m:t> </m:t>
                    </m:r>
                  </m:oMath>
                </a14:m>
                <a:r>
                  <a:rPr lang="en-US" altLang="en-US" sz="2000" dirty="0">
                    <a:solidFill>
                      <a:srgbClr val="FF0000"/>
                    </a:solidFill>
                    <a:sym typeface="Symbol" pitchFamily="18" charset="2"/>
                  </a:rPr>
                  <a:t> </a:t>
                </a:r>
                <a:endParaRPr lang="en-US" altLang="en-US" sz="2000" dirty="0">
                  <a:sym typeface="Symbol" pitchFamily="18" charset="2"/>
                </a:endParaRPr>
              </a:p>
              <a:p>
                <a:r>
                  <a:rPr lang="en-US" altLang="en-US" sz="2000" dirty="0">
                    <a:sym typeface="Symbol" pitchFamily="18" charset="2"/>
                  </a:rPr>
                  <a:t>Total revenue </a:t>
                </a:r>
                <a14:m>
                  <m:oMath xmlns:m="http://schemas.openxmlformats.org/officeDocument/2006/math">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r>
                          <a:rPr lang="en-SG" altLang="en-US" sz="2000" b="0" i="1" smtClean="0">
                            <a:latin typeface="Cambria Math" panose="02040503050406030204" pitchFamily="18" charset="0"/>
                            <a:sym typeface="Symbol" pitchFamily="18" charset="2"/>
                          </a:rPr>
                          <m:t>𝑎</m:t>
                        </m:r>
                      </m:num>
                      <m:den>
                        <m:r>
                          <a:rPr lang="en-SG" altLang="en-US" sz="2000" b="0" i="1" smtClean="0">
                            <a:latin typeface="Cambria Math" panose="02040503050406030204" pitchFamily="18" charset="0"/>
                            <a:sym typeface="Symbol" pitchFamily="18" charset="2"/>
                          </a:rPr>
                          <m:t>2</m:t>
                        </m:r>
                        <m:r>
                          <a:rPr lang="en-SG" altLang="en-US" sz="2000" b="0" i="1" smtClean="0">
                            <a:latin typeface="Cambria Math" panose="02040503050406030204" pitchFamily="18" charset="0"/>
                            <a:sym typeface="Symbol" pitchFamily="18" charset="2"/>
                          </a:rPr>
                          <m:t>𝑏</m:t>
                        </m:r>
                      </m:den>
                    </m:f>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r>
                          <a:rPr lang="en-SG" altLang="en-US" sz="2000" b="0" i="1" smtClean="0">
                            <a:latin typeface="Cambria Math" panose="02040503050406030204" pitchFamily="18" charset="0"/>
                            <a:sym typeface="Symbol" pitchFamily="18" charset="2"/>
                          </a:rPr>
                          <m:t>𝑎</m:t>
                        </m:r>
                      </m:num>
                      <m:den>
                        <m:r>
                          <a:rPr lang="en-SG" altLang="en-US" sz="2000" b="0" i="1" smtClean="0">
                            <a:latin typeface="Cambria Math" panose="02040503050406030204" pitchFamily="18" charset="0"/>
                            <a:sym typeface="Symbol" pitchFamily="18" charset="2"/>
                          </a:rPr>
                          <m:t>2</m:t>
                        </m:r>
                      </m:den>
                    </m:f>
                    <m:r>
                      <a:rPr lang="en-SG" altLang="en-US" sz="2000" b="0" i="1" smtClean="0">
                        <a:latin typeface="Cambria Math" panose="02040503050406030204" pitchFamily="18" charset="0"/>
                        <a:sym typeface="Symbol" pitchFamily="18" charset="2"/>
                      </a:rPr>
                      <m:t>=</m:t>
                    </m:r>
                    <m:f>
                      <m:fPr>
                        <m:ctrlPr>
                          <a:rPr lang="en-SG" altLang="en-US" sz="2000" b="0" i="1" smtClean="0">
                            <a:latin typeface="Cambria Math" panose="02040503050406030204" pitchFamily="18" charset="0"/>
                            <a:sym typeface="Symbol" pitchFamily="18" charset="2"/>
                          </a:rPr>
                        </m:ctrlPr>
                      </m:fPr>
                      <m:num>
                        <m:sSup>
                          <m:sSupPr>
                            <m:ctrlPr>
                              <a:rPr lang="en-SG" altLang="en-US" sz="2000" b="0" i="1" smtClean="0">
                                <a:latin typeface="Cambria Math" panose="02040503050406030204" pitchFamily="18" charset="0"/>
                                <a:sym typeface="Symbol" pitchFamily="18" charset="2"/>
                              </a:rPr>
                            </m:ctrlPr>
                          </m:sSupPr>
                          <m:e>
                            <m:r>
                              <a:rPr lang="en-SG" altLang="en-US" sz="2000" b="0" i="1" smtClean="0">
                                <a:latin typeface="Cambria Math" panose="02040503050406030204" pitchFamily="18" charset="0"/>
                                <a:sym typeface="Symbol" pitchFamily="18" charset="2"/>
                              </a:rPr>
                              <m:t>𝑎</m:t>
                            </m:r>
                          </m:e>
                          <m:sup>
                            <m:r>
                              <a:rPr lang="en-SG" altLang="en-US" sz="2000" b="0" i="1" smtClean="0">
                                <a:latin typeface="Cambria Math" panose="02040503050406030204" pitchFamily="18" charset="0"/>
                                <a:sym typeface="Symbol" pitchFamily="18" charset="2"/>
                              </a:rPr>
                              <m:t>2</m:t>
                            </m:r>
                          </m:sup>
                        </m:sSup>
                      </m:num>
                      <m:den>
                        <m:r>
                          <a:rPr lang="en-SG" altLang="en-US" sz="2000" b="0" i="1" smtClean="0">
                            <a:latin typeface="Cambria Math" panose="02040503050406030204" pitchFamily="18" charset="0"/>
                            <a:sym typeface="Symbol" pitchFamily="18" charset="2"/>
                          </a:rPr>
                          <m:t>4</m:t>
                        </m:r>
                        <m:r>
                          <a:rPr lang="en-SG" altLang="en-US" sz="2000" b="0" i="1" smtClean="0">
                            <a:latin typeface="Cambria Math" panose="02040503050406030204" pitchFamily="18" charset="0"/>
                            <a:sym typeface="Symbol" pitchFamily="18" charset="2"/>
                          </a:rPr>
                          <m:t>𝑏</m:t>
                        </m:r>
                      </m:den>
                    </m:f>
                    <m:r>
                      <a:rPr lang="en-SG" altLang="en-US" sz="2000" b="0" i="1" smtClean="0">
                        <a:latin typeface="Cambria Math" panose="02040503050406030204" pitchFamily="18" charset="0"/>
                        <a:sym typeface="Symbol" pitchFamily="18" charset="2"/>
                      </a:rPr>
                      <m:t>&gt;</m:t>
                    </m:r>
                    <m:f>
                      <m:fPr>
                        <m:ctrlPr>
                          <a:rPr lang="en-SG" altLang="en-US" sz="2000" i="1" smtClean="0">
                            <a:solidFill>
                              <a:srgbClr val="FF0000"/>
                            </a:solidFill>
                            <a:latin typeface="Cambria Math" panose="02040503050406030204" pitchFamily="18" charset="0"/>
                          </a:rPr>
                        </m:ctrlPr>
                      </m:fPr>
                      <m:num>
                        <m:r>
                          <a:rPr lang="en-SG" altLang="en-US" sz="2000" i="1">
                            <a:solidFill>
                              <a:srgbClr val="FF0000"/>
                            </a:solidFill>
                            <a:latin typeface="Cambria Math" panose="02040503050406030204" pitchFamily="18" charset="0"/>
                          </a:rPr>
                          <m:t>2</m:t>
                        </m:r>
                        <m:sSup>
                          <m:sSupPr>
                            <m:ctrlPr>
                              <a:rPr lang="en-SG" altLang="en-US" sz="2000" i="1">
                                <a:solidFill>
                                  <a:srgbClr val="FF0000"/>
                                </a:solidFill>
                                <a:latin typeface="Cambria Math" panose="02040503050406030204" pitchFamily="18" charset="0"/>
                              </a:rPr>
                            </m:ctrlPr>
                          </m:sSupPr>
                          <m:e>
                            <m:r>
                              <a:rPr lang="en-SG" altLang="en-US" sz="2000" i="1">
                                <a:solidFill>
                                  <a:srgbClr val="FF0000"/>
                                </a:solidFill>
                                <a:latin typeface="Cambria Math" panose="02040503050406030204" pitchFamily="18" charset="0"/>
                              </a:rPr>
                              <m:t>𝑎</m:t>
                            </m:r>
                          </m:e>
                          <m:sup>
                            <m:r>
                              <a:rPr lang="en-SG" altLang="en-US" sz="2000" i="1">
                                <a:solidFill>
                                  <a:srgbClr val="FF0000"/>
                                </a:solidFill>
                                <a:latin typeface="Cambria Math" panose="02040503050406030204" pitchFamily="18" charset="0"/>
                              </a:rPr>
                              <m:t>2</m:t>
                            </m:r>
                          </m:sup>
                        </m:sSup>
                      </m:num>
                      <m:den>
                        <m:r>
                          <a:rPr lang="en-SG" altLang="en-US" sz="2000" i="1">
                            <a:solidFill>
                              <a:srgbClr val="FF0000"/>
                            </a:solidFill>
                            <a:latin typeface="Cambria Math" panose="02040503050406030204" pitchFamily="18" charset="0"/>
                          </a:rPr>
                          <m:t>9</m:t>
                        </m:r>
                        <m:r>
                          <a:rPr lang="en-SG" altLang="en-US" sz="2000" i="1">
                            <a:solidFill>
                              <a:srgbClr val="FF0000"/>
                            </a:solidFill>
                            <a:latin typeface="Cambria Math" panose="02040503050406030204" pitchFamily="18" charset="0"/>
                          </a:rPr>
                          <m:t>𝑏</m:t>
                        </m:r>
                      </m:den>
                    </m:f>
                  </m:oMath>
                </a14:m>
                <a:endParaRPr lang="en-US" altLang="en-US" sz="2000" dirty="0">
                  <a:solidFill>
                    <a:srgbClr val="FF0000"/>
                  </a:solidFill>
                  <a:sym typeface="Symbol" pitchFamily="18" charset="2"/>
                </a:endParaRPr>
              </a:p>
              <a:p>
                <a:pPr eaLnBrk="1" hangingPunct="1"/>
                <a:endParaRPr lang="en-US" altLang="en-US" sz="2000" dirty="0">
                  <a:sym typeface="Symbol" pitchFamily="18" charset="2"/>
                </a:endParaRPr>
              </a:p>
            </p:txBody>
          </p:sp>
        </mc:Choice>
        <mc:Fallback xmlns="">
          <p:sp>
            <p:nvSpPr>
              <p:cNvPr id="43010" name="Rectangle 3"/>
              <p:cNvSpPr>
                <a:spLocks noGrp="1" noRot="1" noChangeAspect="1" noMove="1" noResize="1" noEditPoints="1" noAdjustHandles="1" noChangeArrowheads="1" noChangeShapeType="1" noTextEdit="1"/>
              </p:cNvSpPr>
              <p:nvPr>
                <p:ph idx="1"/>
              </p:nvPr>
            </p:nvSpPr>
            <p:spPr>
              <a:xfrm>
                <a:off x="838199" y="1456791"/>
                <a:ext cx="9820275" cy="4398204"/>
              </a:xfrm>
              <a:blipFill>
                <a:blip r:embed="rId3"/>
                <a:stretch>
                  <a:fillRect l="-497"/>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0B2B3695-3AF7-88C1-9CD8-37B466D4E6E3}"/>
              </a:ext>
            </a:extLst>
          </p:cNvPr>
          <p:cNvSpPr>
            <a:spLocks noGrp="1"/>
          </p:cNvSpPr>
          <p:nvPr>
            <p:ph type="sldNum" sz="quarter" idx="12"/>
          </p:nvPr>
        </p:nvSpPr>
        <p:spPr/>
        <p:txBody>
          <a:bodyPr/>
          <a:lstStyle/>
          <a:p>
            <a:fld id="{3F8FFD44-3125-48DD-9AC2-A99B91DF9DE5}" type="slidenum">
              <a:rPr lang="en-GB" smtClean="0"/>
              <a:t>12</a:t>
            </a:fld>
            <a:endParaRPr lang="en-GB"/>
          </a:p>
        </p:txBody>
      </p:sp>
    </p:spTree>
    <p:extLst>
      <p:ext uri="{BB962C8B-B14F-4D97-AF65-F5344CB8AC3E}">
        <p14:creationId xmlns:p14="http://schemas.microsoft.com/office/powerpoint/2010/main" val="3389499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0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736198-BED5-6236-BB09-AC838A4EF448}"/>
              </a:ext>
            </a:extLst>
          </p:cNvPr>
          <p:cNvSpPr/>
          <p:nvPr/>
        </p:nvSpPr>
        <p:spPr>
          <a:xfrm>
            <a:off x="715507" y="1788560"/>
            <a:ext cx="10453637" cy="2177580"/>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009" name="Rectangle 2"/>
          <p:cNvSpPr>
            <a:spLocks noGrp="1" noChangeArrowheads="1"/>
          </p:cNvSpPr>
          <p:nvPr>
            <p:ph type="title"/>
          </p:nvPr>
        </p:nvSpPr>
        <p:spPr/>
        <p:txBody>
          <a:bodyPr/>
          <a:lstStyle/>
          <a:p>
            <a:pPr eaLnBrk="1" hangingPunct="1"/>
            <a:r>
              <a:rPr lang="en-US" altLang="en-US"/>
              <a:t>Complementarity and Inefficiency</a:t>
            </a:r>
          </a:p>
        </p:txBody>
      </p:sp>
      <p:sp>
        <p:nvSpPr>
          <p:cNvPr id="43010" name="Rectangle 3"/>
          <p:cNvSpPr>
            <a:spLocks noGrp="1" noChangeArrowheads="1"/>
          </p:cNvSpPr>
          <p:nvPr>
            <p:ph idx="1"/>
          </p:nvPr>
        </p:nvSpPr>
        <p:spPr>
          <a:xfrm>
            <a:off x="838199" y="1456791"/>
            <a:ext cx="9820275" cy="4398204"/>
          </a:xfrm>
        </p:spPr>
        <p:txBody>
          <a:bodyPr>
            <a:normAutofit/>
          </a:bodyPr>
          <a:lstStyle/>
          <a:p>
            <a:pPr eaLnBrk="1" hangingPunct="1"/>
            <a:endParaRPr lang="en-US" altLang="en-US" sz="2000" dirty="0">
              <a:sym typeface="Symbol" pitchFamily="18" charset="2"/>
            </a:endParaRPr>
          </a:p>
          <a:p>
            <a:pPr eaLnBrk="1" hangingPunct="1"/>
            <a:r>
              <a:rPr lang="en-US" altLang="en-US" sz="2000" dirty="0">
                <a:sym typeface="Symbol" pitchFamily="18" charset="2"/>
              </a:rPr>
              <a:t>Compared to the monopoly, </a:t>
            </a:r>
          </a:p>
          <a:p>
            <a:pPr lvl="1"/>
            <a:r>
              <a:rPr lang="en-US" altLang="en-US" sz="1800" dirty="0">
                <a:sym typeface="Symbol" pitchFamily="18" charset="2"/>
              </a:rPr>
              <a:t>Competing firms </a:t>
            </a:r>
            <a:r>
              <a:rPr lang="en-US" altLang="en-US" sz="1800" u="sng" dirty="0">
                <a:sym typeface="Symbol" pitchFamily="18" charset="2"/>
              </a:rPr>
              <a:t>supply less</a:t>
            </a:r>
            <a:r>
              <a:rPr lang="en-US" altLang="en-US" sz="1800" dirty="0">
                <a:sym typeface="Symbol" pitchFamily="18" charset="2"/>
              </a:rPr>
              <a:t> computers and OS at a </a:t>
            </a:r>
            <a:r>
              <a:rPr lang="en-US" altLang="en-US" sz="1800" u="sng" dirty="0">
                <a:sym typeface="Symbol" pitchFamily="18" charset="2"/>
              </a:rPr>
              <a:t>higher price</a:t>
            </a:r>
          </a:p>
          <a:p>
            <a:pPr lvl="1"/>
            <a:r>
              <a:rPr lang="en-US" altLang="en-US" sz="1800" dirty="0">
                <a:sym typeface="Symbol" pitchFamily="18" charset="2"/>
              </a:rPr>
              <a:t>Competing firms also have </a:t>
            </a:r>
            <a:r>
              <a:rPr lang="en-US" altLang="en-US" sz="1800" u="sng" dirty="0">
                <a:sym typeface="Symbol" pitchFamily="18" charset="2"/>
              </a:rPr>
              <a:t>less total revenue (and profits)</a:t>
            </a:r>
          </a:p>
          <a:p>
            <a:pPr lvl="1"/>
            <a:endParaRPr lang="en-US" altLang="en-US" sz="1600" dirty="0">
              <a:sym typeface="Symbol" pitchFamily="18" charset="2"/>
            </a:endParaRPr>
          </a:p>
          <a:p>
            <a:pPr marL="0" indent="0">
              <a:buNone/>
            </a:pPr>
            <a:r>
              <a:rPr lang="en-US" altLang="en-US" sz="2000" b="1" dirty="0">
                <a:sym typeface="Symbol" pitchFamily="18" charset="2"/>
              </a:rPr>
              <a:t>Paradoxically, competition is </a:t>
            </a:r>
            <a:r>
              <a:rPr lang="en-US" altLang="en-US" sz="2000" b="1" i="1" dirty="0">
                <a:sym typeface="Symbol" pitchFamily="18" charset="2"/>
              </a:rPr>
              <a:t>worse</a:t>
            </a:r>
            <a:r>
              <a:rPr lang="en-US" altLang="en-US" sz="2000" b="1" dirty="0">
                <a:sym typeface="Symbol" pitchFamily="18" charset="2"/>
              </a:rPr>
              <a:t> for </a:t>
            </a:r>
            <a:r>
              <a:rPr lang="en-US" altLang="en-US" sz="2000" b="1" u="sng" dirty="0">
                <a:sym typeface="Symbol" pitchFamily="18" charset="2"/>
              </a:rPr>
              <a:t>everyone</a:t>
            </a:r>
            <a:r>
              <a:rPr lang="en-US" altLang="en-US" sz="2000" b="1" dirty="0">
                <a:sym typeface="Symbol" pitchFamily="18" charset="2"/>
              </a:rPr>
              <a:t>! Why?</a:t>
            </a:r>
            <a:br>
              <a:rPr lang="en-US" altLang="en-US" sz="2000" dirty="0">
                <a:sym typeface="Symbol" pitchFamily="18" charset="2"/>
              </a:rPr>
            </a:br>
            <a:r>
              <a:rPr lang="en-US" altLang="en-US" sz="2000" dirty="0">
                <a:sym typeface="Symbol" pitchFamily="18" charset="2"/>
              </a:rPr>
              <a:t>A problem of externalities!</a:t>
            </a:r>
          </a:p>
          <a:p>
            <a:pPr marL="0" indent="0">
              <a:buNone/>
            </a:pPr>
            <a:endParaRPr lang="en-US" altLang="en-US" sz="2000" dirty="0">
              <a:sym typeface="Symbol" pitchFamily="18" charset="2"/>
            </a:endParaRPr>
          </a:p>
          <a:p>
            <a:r>
              <a:rPr lang="en-US" altLang="en-US" sz="1800" dirty="0">
                <a:cs typeface="Arial" pitchFamily="34" charset="0"/>
                <a:sym typeface="Symbol" pitchFamily="18" charset="2"/>
              </a:rPr>
              <a:t>The noncooperative firms ignore the external benefit (complementarity) each creates for the other. So, each </a:t>
            </a:r>
            <a:r>
              <a:rPr lang="en-US" altLang="en-US" sz="1800" u="sng" dirty="0">
                <a:cs typeface="Arial" pitchFamily="34" charset="0"/>
                <a:sym typeface="Symbol" pitchFamily="18" charset="2"/>
              </a:rPr>
              <a:t>undersupplies</a:t>
            </a:r>
            <a:r>
              <a:rPr lang="en-US" altLang="en-US" sz="1800" dirty="0">
                <a:cs typeface="Arial" pitchFamily="34" charset="0"/>
                <a:sym typeface="Symbol" pitchFamily="18" charset="2"/>
              </a:rPr>
              <a:t> the market, causing a higher market price.</a:t>
            </a:r>
          </a:p>
          <a:p>
            <a:r>
              <a:rPr lang="en-US" altLang="en-US" sz="1800" dirty="0">
                <a:cs typeface="Arial" pitchFamily="34" charset="0"/>
                <a:sym typeface="Symbol" pitchFamily="18" charset="2"/>
              </a:rPr>
              <a:t>These externalities are fully internalized in the merged firm, inducing it to supply more computers and OS and thereby cause a lower market price.</a:t>
            </a:r>
          </a:p>
          <a:p>
            <a:pPr lvl="1"/>
            <a:endParaRPr lang="en-US" altLang="en-US" sz="1800" dirty="0">
              <a:sym typeface="Symbol" pitchFamily="18" charset="2"/>
            </a:endParaRPr>
          </a:p>
          <a:p>
            <a:pPr eaLnBrk="1" hangingPunct="1"/>
            <a:endParaRPr lang="en-US" altLang="en-US" sz="2000" dirty="0">
              <a:sym typeface="Symbol" pitchFamily="18" charset="2"/>
            </a:endParaRPr>
          </a:p>
          <a:p>
            <a:pPr eaLnBrk="1" hangingPunct="1"/>
            <a:endParaRPr lang="en-US" altLang="en-US" sz="2000" dirty="0">
              <a:sym typeface="Symbol" pitchFamily="18" charset="2"/>
            </a:endParaRPr>
          </a:p>
          <a:p>
            <a:pPr eaLnBrk="1" hangingPunct="1"/>
            <a:endParaRPr lang="en-US" altLang="en-US" sz="2000" dirty="0">
              <a:sym typeface="Symbol" pitchFamily="18" charset="2"/>
            </a:endParaRPr>
          </a:p>
        </p:txBody>
      </p:sp>
      <p:sp>
        <p:nvSpPr>
          <p:cNvPr id="4" name="Slide Number Placeholder 3">
            <a:extLst>
              <a:ext uri="{FF2B5EF4-FFF2-40B4-BE49-F238E27FC236}">
                <a16:creationId xmlns:a16="http://schemas.microsoft.com/office/drawing/2014/main" id="{89990F33-2108-9E42-C39D-F77047C597E8}"/>
              </a:ext>
            </a:extLst>
          </p:cNvPr>
          <p:cNvSpPr>
            <a:spLocks noGrp="1"/>
          </p:cNvSpPr>
          <p:nvPr>
            <p:ph type="sldNum" sz="quarter" idx="12"/>
          </p:nvPr>
        </p:nvSpPr>
        <p:spPr/>
        <p:txBody>
          <a:bodyPr/>
          <a:lstStyle/>
          <a:p>
            <a:fld id="{3F8FFD44-3125-48DD-9AC2-A99B91DF9DE5}" type="slidenum">
              <a:rPr lang="en-GB" smtClean="0"/>
              <a:t>13</a:t>
            </a:fld>
            <a:endParaRPr lang="en-GB"/>
          </a:p>
        </p:txBody>
      </p:sp>
    </p:spTree>
    <p:extLst>
      <p:ext uri="{BB962C8B-B14F-4D97-AF65-F5344CB8AC3E}">
        <p14:creationId xmlns:p14="http://schemas.microsoft.com/office/powerpoint/2010/main" val="1890180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010">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010">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0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noChangeArrowheads="1"/>
          </p:cNvSpPr>
          <p:nvPr>
            <p:ph type="title"/>
          </p:nvPr>
        </p:nvSpPr>
        <p:spPr/>
        <p:txBody>
          <a:bodyPr/>
          <a:lstStyle/>
          <a:p>
            <a:pPr eaLnBrk="1" hangingPunct="1"/>
            <a:r>
              <a:rPr lang="en-US" altLang="en-US"/>
              <a:t>Solutions to complementarity problems</a:t>
            </a:r>
          </a:p>
        </p:txBody>
      </p:sp>
      <p:sp>
        <p:nvSpPr>
          <p:cNvPr id="30722" name="Rectangle 3"/>
          <p:cNvSpPr>
            <a:spLocks noGrp="1" noChangeArrowheads="1"/>
          </p:cNvSpPr>
          <p:nvPr>
            <p:ph idx="1"/>
          </p:nvPr>
        </p:nvSpPr>
        <p:spPr>
          <a:xfrm>
            <a:off x="838199" y="1456791"/>
            <a:ext cx="10515599" cy="4755473"/>
          </a:xfrm>
        </p:spPr>
        <p:txBody>
          <a:bodyPr>
            <a:normAutofit/>
          </a:bodyPr>
          <a:lstStyle/>
          <a:p>
            <a:pPr>
              <a:lnSpc>
                <a:spcPct val="100000"/>
              </a:lnSpc>
            </a:pPr>
            <a:endParaRPr lang="en-US" altLang="ja-JP" sz="2000" dirty="0"/>
          </a:p>
          <a:p>
            <a:pPr>
              <a:lnSpc>
                <a:spcPct val="100000"/>
              </a:lnSpc>
            </a:pPr>
            <a:r>
              <a:rPr lang="en-US" altLang="ja-JP" sz="2000" dirty="0"/>
              <a:t>Such inefficiencies may be solved if Firm A can get some of the gain it creates for Firm B.</a:t>
            </a:r>
            <a:endParaRPr lang="en-US" altLang="en-US" sz="2000" dirty="0"/>
          </a:p>
          <a:p>
            <a:pPr eaLnBrk="1" hangingPunct="1">
              <a:lnSpc>
                <a:spcPct val="100000"/>
              </a:lnSpc>
            </a:pPr>
            <a:endParaRPr lang="en-US" altLang="en-US" sz="2000" dirty="0"/>
          </a:p>
          <a:p>
            <a:pPr eaLnBrk="1" hangingPunct="1">
              <a:lnSpc>
                <a:spcPct val="100000"/>
              </a:lnSpc>
            </a:pPr>
            <a:r>
              <a:rPr lang="en-US" altLang="en-US" sz="2000" dirty="0"/>
              <a:t>An obvious strategy as hinted in lecture 7 would be to negotiate a </a:t>
            </a:r>
            <a:r>
              <a:rPr lang="en-US" altLang="en-US" sz="2000" b="1" dirty="0">
                <a:solidFill>
                  <a:srgbClr val="0000FF"/>
                </a:solidFill>
              </a:rPr>
              <a:t>merger</a:t>
            </a:r>
            <a:r>
              <a:rPr lang="en-US" altLang="en-US" sz="2000" dirty="0"/>
              <a:t> between firms A and B.</a:t>
            </a:r>
          </a:p>
          <a:p>
            <a:pPr eaLnBrk="1" hangingPunct="1">
              <a:lnSpc>
                <a:spcPct val="100000"/>
              </a:lnSpc>
            </a:pPr>
            <a:endParaRPr lang="en-US" altLang="en-US" sz="2000" dirty="0"/>
          </a:p>
          <a:p>
            <a:pPr eaLnBrk="1" hangingPunct="1">
              <a:lnSpc>
                <a:spcPct val="100000"/>
              </a:lnSpc>
            </a:pPr>
            <a:r>
              <a:rPr lang="en-US" altLang="en-US" sz="2000" dirty="0"/>
              <a:t>Alternatively, firms A and B can agree to cooperate somewhat with each other.</a:t>
            </a:r>
          </a:p>
          <a:p>
            <a:pPr lvl="1" eaLnBrk="1" hangingPunct="1">
              <a:lnSpc>
                <a:spcPct val="100000"/>
              </a:lnSpc>
            </a:pPr>
            <a:r>
              <a:rPr lang="en-US" altLang="en-US" sz="1800" dirty="0"/>
              <a:t>Microsoft releases part of its OS to firms making software that runs under its OS.</a:t>
            </a:r>
          </a:p>
          <a:p>
            <a:pPr lvl="1" eaLnBrk="1" hangingPunct="1">
              <a:lnSpc>
                <a:spcPct val="100000"/>
              </a:lnSpc>
            </a:pPr>
            <a:r>
              <a:rPr lang="en-US" altLang="en-US" sz="1800" dirty="0"/>
              <a:t>DVD manufacturers agree upon a standard format for their disks.</a:t>
            </a:r>
          </a:p>
          <a:p>
            <a:pPr lvl="1" eaLnBrk="1" hangingPunct="1">
              <a:lnSpc>
                <a:spcPct val="100000"/>
              </a:lnSpc>
            </a:pPr>
            <a:endParaRPr lang="en-US" altLang="en-US" sz="1800" dirty="0"/>
          </a:p>
          <a:p>
            <a:pPr eaLnBrk="1" hangingPunct="1">
              <a:lnSpc>
                <a:spcPct val="100000"/>
              </a:lnSpc>
            </a:pPr>
            <a:endParaRPr lang="en-US" altLang="en-US" sz="2000" dirty="0"/>
          </a:p>
          <a:p>
            <a:pPr eaLnBrk="1" hangingPunct="1">
              <a:lnSpc>
                <a:spcPct val="100000"/>
              </a:lnSpc>
            </a:pPr>
            <a:endParaRPr lang="en-US" altLang="en-US" sz="2000" dirty="0"/>
          </a:p>
        </p:txBody>
      </p:sp>
      <p:sp>
        <p:nvSpPr>
          <p:cNvPr id="4" name="Slide Number Placeholder 3">
            <a:extLst>
              <a:ext uri="{FF2B5EF4-FFF2-40B4-BE49-F238E27FC236}">
                <a16:creationId xmlns:a16="http://schemas.microsoft.com/office/drawing/2014/main" id="{DEA91A38-BE82-8A43-3463-DA9FE21928F9}"/>
              </a:ext>
            </a:extLst>
          </p:cNvPr>
          <p:cNvSpPr>
            <a:spLocks noGrp="1"/>
          </p:cNvSpPr>
          <p:nvPr>
            <p:ph type="sldNum" sz="quarter" idx="12"/>
          </p:nvPr>
        </p:nvSpPr>
        <p:spPr/>
        <p:txBody>
          <a:bodyPr/>
          <a:lstStyle/>
          <a:p>
            <a:fld id="{3F8FFD44-3125-48DD-9AC2-A99B91DF9DE5}" type="slidenum">
              <a:rPr lang="en-GB" smtClean="0"/>
              <a:t>14</a:t>
            </a:fld>
            <a:endParaRPr lang="en-GB"/>
          </a:p>
        </p:txBody>
      </p:sp>
    </p:spTree>
    <p:extLst>
      <p:ext uri="{BB962C8B-B14F-4D97-AF65-F5344CB8AC3E}">
        <p14:creationId xmlns:p14="http://schemas.microsoft.com/office/powerpoint/2010/main" val="933616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p:txBody>
          <a:bodyPr/>
          <a:lstStyle/>
          <a:p>
            <a:pPr eaLnBrk="1" hangingPunct="1"/>
            <a:r>
              <a:rPr lang="en-US" altLang="en-US"/>
              <a:t>Solutions to complementarity problems</a:t>
            </a:r>
          </a:p>
        </p:txBody>
      </p:sp>
      <p:sp>
        <p:nvSpPr>
          <p:cNvPr id="47106" name="Rectangle 3"/>
          <p:cNvSpPr>
            <a:spLocks noGrp="1" noChangeArrowheads="1"/>
          </p:cNvSpPr>
          <p:nvPr>
            <p:ph idx="1"/>
          </p:nvPr>
        </p:nvSpPr>
        <p:spPr>
          <a:xfrm>
            <a:off x="838199" y="1456791"/>
            <a:ext cx="10468429" cy="4755473"/>
          </a:xfrm>
        </p:spPr>
        <p:txBody>
          <a:bodyPr>
            <a:normAutofit/>
          </a:bodyPr>
          <a:lstStyle/>
          <a:p>
            <a:pPr eaLnBrk="1" hangingPunct="1"/>
            <a:endParaRPr lang="en-US" altLang="en-US" sz="2000">
              <a:cs typeface="Arial" pitchFamily="34" charset="0"/>
              <a:sym typeface="Symbol" pitchFamily="18" charset="2"/>
            </a:endParaRPr>
          </a:p>
          <a:p>
            <a:pPr eaLnBrk="1" hangingPunct="1"/>
            <a:r>
              <a:rPr lang="en-US" altLang="en-US" sz="2000">
                <a:cs typeface="Arial" pitchFamily="34" charset="0"/>
                <a:sym typeface="Symbol" pitchFamily="18" charset="2"/>
              </a:rPr>
              <a:t>More typical cooperation consists of </a:t>
            </a:r>
            <a:r>
              <a:rPr lang="en-US" altLang="en-US" sz="2000" b="1">
                <a:solidFill>
                  <a:srgbClr val="0000FF"/>
                </a:solidFill>
                <a:cs typeface="Arial" pitchFamily="34" charset="0"/>
                <a:sym typeface="Symbol" pitchFamily="18" charset="2"/>
              </a:rPr>
              <a:t>contracts</a:t>
            </a:r>
            <a:r>
              <a:rPr lang="en-US" altLang="en-US" sz="2000">
                <a:cs typeface="Arial" pitchFamily="34" charset="0"/>
                <a:sym typeface="Symbol" pitchFamily="18" charset="2"/>
              </a:rPr>
              <a:t> between component manufacturers and an assembler of a final product. </a:t>
            </a:r>
          </a:p>
          <a:p>
            <a:pPr lvl="1" eaLnBrk="1" hangingPunct="1"/>
            <a:r>
              <a:rPr lang="en-US" altLang="en-US" sz="1800">
                <a:cs typeface="Arial" pitchFamily="34" charset="0"/>
                <a:sym typeface="Symbol" pitchFamily="18" charset="2"/>
              </a:rPr>
              <a:t>E.g. car components and a car assembler, a computer assembler and manufacturers of CPUs, hard drives, memory chips, etc.</a:t>
            </a:r>
          </a:p>
          <a:p>
            <a:pPr marL="457200" lvl="1" indent="0" eaLnBrk="1" hangingPunct="1">
              <a:buNone/>
            </a:pPr>
            <a:endParaRPr lang="en-US" altLang="en-US" sz="1800">
              <a:cs typeface="Arial" pitchFamily="34" charset="0"/>
              <a:sym typeface="Symbol" pitchFamily="18" charset="2"/>
            </a:endParaRPr>
          </a:p>
          <a:p>
            <a:pPr eaLnBrk="1" hangingPunct="1">
              <a:lnSpc>
                <a:spcPct val="90000"/>
              </a:lnSpc>
            </a:pPr>
            <a:r>
              <a:rPr lang="en-US" altLang="en-US" sz="2000">
                <a:cs typeface="Arial" pitchFamily="34" charset="0"/>
                <a:sym typeface="Symbol" pitchFamily="18" charset="2"/>
              </a:rPr>
              <a:t>Some examples of contracts include:</a:t>
            </a:r>
          </a:p>
          <a:p>
            <a:pPr lvl="1"/>
            <a:r>
              <a:rPr lang="en-US" altLang="en-US" sz="1800" b="1">
                <a:solidFill>
                  <a:srgbClr val="0000FF"/>
                </a:solidFill>
                <a:cs typeface="Arial" pitchFamily="34" charset="0"/>
                <a:sym typeface="Symbol" pitchFamily="18" charset="2"/>
              </a:rPr>
              <a:t>Revenue sharing</a:t>
            </a:r>
            <a:r>
              <a:rPr lang="en-US" altLang="en-US" sz="1800">
                <a:cs typeface="Arial" pitchFamily="34" charset="0"/>
                <a:sym typeface="Symbol" pitchFamily="18" charset="2"/>
              </a:rPr>
              <a:t>:</a:t>
            </a:r>
            <a:r>
              <a:rPr lang="en-US" altLang="en-US" sz="1800" spc="300">
                <a:cs typeface="Arial" pitchFamily="34" charset="0"/>
                <a:sym typeface="Symbol" pitchFamily="18" charset="2"/>
              </a:rPr>
              <a:t> </a:t>
            </a:r>
            <a:r>
              <a:rPr lang="en-US" altLang="en-US" sz="1800">
                <a:cs typeface="Arial" pitchFamily="34" charset="0"/>
                <a:sym typeface="Symbol" pitchFamily="18" charset="2"/>
              </a:rPr>
              <a:t>two firms share the revenue from the final product made up from the two firms</a:t>
            </a:r>
            <a:r>
              <a:rPr lang="ja-JP" altLang="en-US" sz="1800">
                <a:cs typeface="Arial" pitchFamily="34" charset="0"/>
                <a:sym typeface="Symbol" pitchFamily="18" charset="2"/>
              </a:rPr>
              <a:t>’</a:t>
            </a:r>
            <a:r>
              <a:rPr lang="en-US" altLang="ja-JP" sz="1800">
                <a:cs typeface="Arial" pitchFamily="34" charset="0"/>
                <a:sym typeface="Symbol" pitchFamily="18" charset="2"/>
              </a:rPr>
              <a:t> components. One firm sets the combined price.</a:t>
            </a:r>
          </a:p>
          <a:p>
            <a:pPr lvl="1"/>
            <a:r>
              <a:rPr lang="en-US" altLang="en-US" sz="1800" b="1">
                <a:solidFill>
                  <a:srgbClr val="0000FF"/>
                </a:solidFill>
                <a:cs typeface="Arial" pitchFamily="34" charset="0"/>
                <a:sym typeface="Symbol" pitchFamily="18" charset="2"/>
              </a:rPr>
              <a:t>Licensing</a:t>
            </a:r>
            <a:r>
              <a:rPr lang="en-US" altLang="en-US" sz="1800">
                <a:cs typeface="Arial" pitchFamily="34" charset="0"/>
                <a:sym typeface="Symbol" pitchFamily="18" charset="2"/>
              </a:rPr>
              <a:t>:</a:t>
            </a:r>
            <a:r>
              <a:rPr lang="en-US" altLang="en-US" sz="1800" spc="300">
                <a:cs typeface="Arial" pitchFamily="34" charset="0"/>
                <a:sym typeface="Symbol" pitchFamily="18" charset="2"/>
              </a:rPr>
              <a:t> </a:t>
            </a:r>
            <a:r>
              <a:rPr lang="en-US" altLang="en-US" sz="1800">
                <a:cs typeface="Arial" pitchFamily="34" charset="0"/>
                <a:sym typeface="Symbol" pitchFamily="18" charset="2"/>
              </a:rPr>
              <a:t>let firms making complements to your product use your technology for a low fee so they make large quantities of complements, thereby increasing the value of your product to consumers.</a:t>
            </a:r>
          </a:p>
          <a:p>
            <a:pPr marL="0" indent="0">
              <a:buNone/>
            </a:pPr>
            <a:endParaRPr lang="en-US" altLang="en-US" sz="2000">
              <a:cs typeface="Arial" pitchFamily="34" charset="0"/>
              <a:sym typeface="Symbol" pitchFamily="18" charset="2"/>
            </a:endParaRPr>
          </a:p>
          <a:p>
            <a:pPr marL="0" indent="0">
              <a:buNone/>
            </a:pPr>
            <a:r>
              <a:rPr lang="en-US" altLang="en-US" sz="2000" b="1">
                <a:cs typeface="Arial" pitchFamily="34" charset="0"/>
                <a:sym typeface="Symbol" pitchFamily="18" charset="2"/>
              </a:rPr>
              <a:t>Idea: Better to have a small share of a large successful industry, than a large share of a small industry.</a:t>
            </a:r>
          </a:p>
          <a:p>
            <a:endParaRPr lang="en-US" altLang="en-US">
              <a:cs typeface="Arial" pitchFamily="34" charset="0"/>
              <a:sym typeface="Symbol" pitchFamily="18" charset="2"/>
            </a:endParaRPr>
          </a:p>
        </p:txBody>
      </p:sp>
      <p:sp>
        <p:nvSpPr>
          <p:cNvPr id="4" name="Slide Number Placeholder 3">
            <a:extLst>
              <a:ext uri="{FF2B5EF4-FFF2-40B4-BE49-F238E27FC236}">
                <a16:creationId xmlns:a16="http://schemas.microsoft.com/office/drawing/2014/main" id="{33246F11-04FF-2FBC-0700-9E6F1EBF1FAE}"/>
              </a:ext>
            </a:extLst>
          </p:cNvPr>
          <p:cNvSpPr>
            <a:spLocks noGrp="1"/>
          </p:cNvSpPr>
          <p:nvPr>
            <p:ph type="sldNum" sz="quarter" idx="12"/>
          </p:nvPr>
        </p:nvSpPr>
        <p:spPr/>
        <p:txBody>
          <a:bodyPr/>
          <a:lstStyle/>
          <a:p>
            <a:fld id="{3F8FFD44-3125-48DD-9AC2-A99B91DF9DE5}" type="slidenum">
              <a:rPr lang="en-GB" smtClean="0"/>
              <a:t>15</a:t>
            </a:fld>
            <a:endParaRPr lang="en-GB"/>
          </a:p>
        </p:txBody>
      </p:sp>
    </p:spTree>
    <p:extLst>
      <p:ext uri="{BB962C8B-B14F-4D97-AF65-F5344CB8AC3E}">
        <p14:creationId xmlns:p14="http://schemas.microsoft.com/office/powerpoint/2010/main" val="1702885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710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1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45B8-14FC-4EE7-BE64-CA386A90E219}"/>
              </a:ext>
            </a:extLst>
          </p:cNvPr>
          <p:cNvSpPr>
            <a:spLocks noGrp="1"/>
          </p:cNvSpPr>
          <p:nvPr>
            <p:ph type="title"/>
          </p:nvPr>
        </p:nvSpPr>
        <p:spPr/>
        <p:txBody>
          <a:bodyPr/>
          <a:lstStyle/>
          <a:p>
            <a:r>
              <a:rPr lang="en-US"/>
              <a:t>Review Question 2</a:t>
            </a:r>
            <a:endParaRPr lang="en-GB"/>
          </a:p>
        </p:txBody>
      </p:sp>
      <p:sp>
        <p:nvSpPr>
          <p:cNvPr id="3" name="Content Placeholder 2">
            <a:extLst>
              <a:ext uri="{FF2B5EF4-FFF2-40B4-BE49-F238E27FC236}">
                <a16:creationId xmlns:a16="http://schemas.microsoft.com/office/drawing/2014/main" id="{CDF4B2E5-1CF0-4D19-AFAA-E09B13AE7CF3}"/>
              </a:ext>
            </a:extLst>
          </p:cNvPr>
          <p:cNvSpPr>
            <a:spLocks noGrp="1"/>
          </p:cNvSpPr>
          <p:nvPr>
            <p:ph idx="1"/>
          </p:nvPr>
        </p:nvSpPr>
        <p:spPr>
          <a:xfrm>
            <a:off x="967733" y="2048926"/>
            <a:ext cx="10763865" cy="3844668"/>
          </a:xfrm>
        </p:spPr>
        <p:txBody>
          <a:bodyPr>
            <a:normAutofit/>
          </a:bodyPr>
          <a:lstStyle/>
          <a:p>
            <a:pPr marL="0" indent="0">
              <a:buNone/>
            </a:pPr>
            <a:r>
              <a:rPr lang="en-SG" altLang="en-US" sz="2000" dirty="0"/>
              <a:t>Assume that firms compete via prices as before.</a:t>
            </a:r>
          </a:p>
          <a:p>
            <a:pPr marL="0" indent="0">
              <a:buNone/>
            </a:pPr>
            <a:endParaRPr lang="en-SG" altLang="en-US" sz="2000" dirty="0"/>
          </a:p>
          <a:p>
            <a:pPr marL="457200" indent="-457200">
              <a:buFont typeface="+mj-lt"/>
              <a:buAutoNum type="arabicPeriod"/>
            </a:pPr>
            <a:r>
              <a:rPr lang="en-SG" altLang="en-US" sz="2000" dirty="0"/>
              <a:t>In a market with 2 firms, whose products are (perfect) complements, how does social welfare (producer and consumer surplus) compare to a monopoly scenario? - Lower</a:t>
            </a:r>
            <a:endParaRPr lang="en-GB" sz="1800" dirty="0"/>
          </a:p>
          <a:p>
            <a:pPr marL="457200" indent="-457200">
              <a:buFont typeface="+mj-lt"/>
              <a:buAutoNum type="arabicPeriod"/>
            </a:pPr>
            <a:endParaRPr lang="en-GB" sz="1800" dirty="0"/>
          </a:p>
          <a:p>
            <a:pPr marL="457200" indent="-457200">
              <a:buFont typeface="+mj-lt"/>
              <a:buAutoNum type="arabicPeriod"/>
            </a:pPr>
            <a:r>
              <a:rPr lang="en-SG" altLang="en-US" sz="2000" dirty="0"/>
              <a:t>In a market with 2 firms, whose products are (perfect) substitutes, how does social welfare (producer and consumer surplus) compare to a monopoly scenario? - Higher</a:t>
            </a:r>
            <a:endParaRPr lang="en-GB" sz="2000" dirty="0"/>
          </a:p>
          <a:p>
            <a:pPr marL="457200" lvl="1" indent="0">
              <a:buNone/>
            </a:pPr>
            <a:endParaRPr lang="en-GB" sz="2200" dirty="0"/>
          </a:p>
          <a:p>
            <a:pPr marL="457200" lvl="1" indent="0">
              <a:buNone/>
            </a:pPr>
            <a:endParaRPr lang="en-GB" sz="2200" dirty="0"/>
          </a:p>
          <a:p>
            <a:pPr marL="457200" lvl="1" indent="0">
              <a:buNone/>
            </a:pPr>
            <a:endParaRPr lang="en-GB" sz="2200" dirty="0"/>
          </a:p>
          <a:p>
            <a:pPr marL="0" indent="0">
              <a:buNone/>
            </a:pPr>
            <a:endParaRPr lang="en-GB" dirty="0"/>
          </a:p>
          <a:p>
            <a:pPr marL="0" indent="0">
              <a:buNone/>
            </a:pPr>
            <a:endParaRPr lang="en-GB" dirty="0"/>
          </a:p>
        </p:txBody>
      </p:sp>
      <p:pic>
        <p:nvPicPr>
          <p:cNvPr id="7" name="Picture 6">
            <a:extLst>
              <a:ext uri="{FF2B5EF4-FFF2-40B4-BE49-F238E27FC236}">
                <a16:creationId xmlns:a16="http://schemas.microsoft.com/office/drawing/2014/main" id="{8E3DE683-4841-5C84-3150-B96AD92D258F}"/>
              </a:ext>
            </a:extLst>
          </p:cNvPr>
          <p:cNvPicPr>
            <a:picLocks noChangeAspect="1"/>
          </p:cNvPicPr>
          <p:nvPr/>
        </p:nvPicPr>
        <p:blipFill>
          <a:blip r:embed="rId3"/>
          <a:stretch>
            <a:fillRect/>
          </a:stretch>
        </p:blipFill>
        <p:spPr>
          <a:xfrm>
            <a:off x="10159735" y="481057"/>
            <a:ext cx="1571863" cy="1534556"/>
          </a:xfrm>
          <a:prstGeom prst="rect">
            <a:avLst/>
          </a:prstGeom>
        </p:spPr>
      </p:pic>
      <p:sp>
        <p:nvSpPr>
          <p:cNvPr id="6" name="Slide Number Placeholder 5">
            <a:extLst>
              <a:ext uri="{FF2B5EF4-FFF2-40B4-BE49-F238E27FC236}">
                <a16:creationId xmlns:a16="http://schemas.microsoft.com/office/drawing/2014/main" id="{DC38A65F-DDF6-A36C-769F-1BC236253E9F}"/>
              </a:ext>
            </a:extLst>
          </p:cNvPr>
          <p:cNvSpPr>
            <a:spLocks noGrp="1"/>
          </p:cNvSpPr>
          <p:nvPr>
            <p:ph type="sldNum" sz="quarter" idx="12"/>
          </p:nvPr>
        </p:nvSpPr>
        <p:spPr/>
        <p:txBody>
          <a:bodyPr/>
          <a:lstStyle/>
          <a:p>
            <a:fld id="{3F8FFD44-3125-48DD-9AC2-A99B91DF9DE5}" type="slidenum">
              <a:rPr lang="en-GB" smtClean="0"/>
              <a:t>16</a:t>
            </a:fld>
            <a:endParaRPr lang="en-GB"/>
          </a:p>
        </p:txBody>
      </p:sp>
    </p:spTree>
    <p:extLst>
      <p:ext uri="{BB962C8B-B14F-4D97-AF65-F5344CB8AC3E}">
        <p14:creationId xmlns:p14="http://schemas.microsoft.com/office/powerpoint/2010/main" val="724432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Network Externalities</a:t>
            </a:r>
            <a:br>
              <a:rPr lang="en-US"/>
            </a:br>
            <a:r>
              <a:rPr lang="en-US"/>
              <a:t>in Information Technology</a:t>
            </a:r>
            <a:endParaRPr lang="en-SG"/>
          </a:p>
        </p:txBody>
      </p:sp>
      <p:sp>
        <p:nvSpPr>
          <p:cNvPr id="5" name="Slide Number Placeholder 4">
            <a:extLst>
              <a:ext uri="{FF2B5EF4-FFF2-40B4-BE49-F238E27FC236}">
                <a16:creationId xmlns:a16="http://schemas.microsoft.com/office/drawing/2014/main" id="{5FDE0F7D-40E0-D315-12DD-E52F6A02B380}"/>
              </a:ext>
            </a:extLst>
          </p:cNvPr>
          <p:cNvSpPr>
            <a:spLocks noGrp="1"/>
          </p:cNvSpPr>
          <p:nvPr>
            <p:ph type="sldNum" sz="quarter" idx="12"/>
          </p:nvPr>
        </p:nvSpPr>
        <p:spPr/>
        <p:txBody>
          <a:bodyPr/>
          <a:lstStyle/>
          <a:p>
            <a:fld id="{3F8FFD44-3125-48DD-9AC2-A99B91DF9DE5}" type="slidenum">
              <a:rPr lang="en-GB" smtClean="0"/>
              <a:t>17</a:t>
            </a:fld>
            <a:endParaRPr lang="en-GB"/>
          </a:p>
        </p:txBody>
      </p:sp>
    </p:spTree>
    <p:extLst>
      <p:ext uri="{BB962C8B-B14F-4D97-AF65-F5344CB8AC3E}">
        <p14:creationId xmlns:p14="http://schemas.microsoft.com/office/powerpoint/2010/main" val="4075477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p:txBody>
          <a:bodyPr/>
          <a:lstStyle/>
          <a:p>
            <a:pPr eaLnBrk="1" hangingPunct="1"/>
            <a:r>
              <a:rPr lang="en-US" altLang="en-US"/>
              <a:t>IT &amp; Network Externalities</a:t>
            </a:r>
          </a:p>
        </p:txBody>
      </p:sp>
      <p:sp>
        <p:nvSpPr>
          <p:cNvPr id="29698" name="Rectangle 3"/>
          <p:cNvSpPr>
            <a:spLocks noGrp="1" noChangeArrowheads="1"/>
          </p:cNvSpPr>
          <p:nvPr>
            <p:ph idx="1"/>
          </p:nvPr>
        </p:nvSpPr>
        <p:spPr>
          <a:xfrm>
            <a:off x="838200" y="1456791"/>
            <a:ext cx="10337800" cy="4755473"/>
          </a:xfrm>
        </p:spPr>
        <p:txBody>
          <a:bodyPr/>
          <a:lstStyle/>
          <a:p>
            <a:pPr eaLnBrk="1" hangingPunct="1">
              <a:lnSpc>
                <a:spcPct val="100000"/>
              </a:lnSpc>
            </a:pPr>
            <a:endParaRPr lang="en-US" altLang="en-US" sz="2000"/>
          </a:p>
          <a:p>
            <a:pPr eaLnBrk="1" hangingPunct="1">
              <a:lnSpc>
                <a:spcPct val="100000"/>
              </a:lnSpc>
            </a:pPr>
            <a:r>
              <a:rPr lang="en-US" altLang="en-US" sz="2000"/>
              <a:t>Information technologies and the internet in particular, also create greater scope for network externalities. </a:t>
            </a:r>
          </a:p>
          <a:p>
            <a:pPr eaLnBrk="1" hangingPunct="1">
              <a:lnSpc>
                <a:spcPct val="100000"/>
              </a:lnSpc>
            </a:pPr>
            <a:endParaRPr lang="en-GB" altLang="en-US" sz="2000"/>
          </a:p>
          <a:p>
            <a:pPr eaLnBrk="1" hangingPunct="1">
              <a:lnSpc>
                <a:spcPct val="100000"/>
              </a:lnSpc>
            </a:pPr>
            <a:r>
              <a:rPr lang="en-GB" altLang="en-US" sz="2000"/>
              <a:t>The digitalisation of information and ease of sharing between people</a:t>
            </a:r>
            <a:r>
              <a:rPr lang="en-SG" altLang="en-US" sz="2000"/>
              <a:t> means that there are greater benefits from more people using a common system. </a:t>
            </a:r>
            <a:endParaRPr lang="en-US" altLang="en-US" sz="2000"/>
          </a:p>
          <a:p>
            <a:pPr lvl="1" eaLnBrk="1" hangingPunct="1">
              <a:lnSpc>
                <a:spcPct val="100000"/>
              </a:lnSpc>
            </a:pPr>
            <a:r>
              <a:rPr lang="en-US" altLang="en-US" sz="1800"/>
              <a:t>Social Networks</a:t>
            </a:r>
          </a:p>
          <a:p>
            <a:pPr lvl="1" eaLnBrk="1" hangingPunct="1">
              <a:lnSpc>
                <a:spcPct val="100000"/>
              </a:lnSpc>
            </a:pPr>
            <a:r>
              <a:rPr lang="en-US" altLang="en-US" sz="1800"/>
              <a:t>Communications platforms</a:t>
            </a:r>
          </a:p>
          <a:p>
            <a:pPr lvl="1" eaLnBrk="1" hangingPunct="1">
              <a:lnSpc>
                <a:spcPct val="100000"/>
              </a:lnSpc>
            </a:pPr>
            <a:r>
              <a:rPr lang="en-US" altLang="en-US" sz="1800"/>
              <a:t>Media sharing platforms</a:t>
            </a:r>
          </a:p>
          <a:p>
            <a:pPr lvl="1" eaLnBrk="1" hangingPunct="1">
              <a:lnSpc>
                <a:spcPct val="100000"/>
              </a:lnSpc>
            </a:pPr>
            <a:endParaRPr lang="en-US" altLang="en-US"/>
          </a:p>
        </p:txBody>
      </p:sp>
      <p:sp>
        <p:nvSpPr>
          <p:cNvPr id="4" name="Slide Number Placeholder 3">
            <a:extLst>
              <a:ext uri="{FF2B5EF4-FFF2-40B4-BE49-F238E27FC236}">
                <a16:creationId xmlns:a16="http://schemas.microsoft.com/office/drawing/2014/main" id="{D68184AF-78C4-2D80-9EC9-5CDA4F852DBF}"/>
              </a:ext>
            </a:extLst>
          </p:cNvPr>
          <p:cNvSpPr>
            <a:spLocks noGrp="1"/>
          </p:cNvSpPr>
          <p:nvPr>
            <p:ph type="sldNum" sz="quarter" idx="12"/>
          </p:nvPr>
        </p:nvSpPr>
        <p:spPr/>
        <p:txBody>
          <a:bodyPr/>
          <a:lstStyle/>
          <a:p>
            <a:fld id="{3F8FFD44-3125-48DD-9AC2-A99B91DF9DE5}" type="slidenum">
              <a:rPr lang="en-GB" smtClean="0"/>
              <a:t>18</a:t>
            </a:fld>
            <a:endParaRPr lang="en-GB"/>
          </a:p>
        </p:txBody>
      </p:sp>
    </p:spTree>
    <p:extLst>
      <p:ext uri="{BB962C8B-B14F-4D97-AF65-F5344CB8AC3E}">
        <p14:creationId xmlns:p14="http://schemas.microsoft.com/office/powerpoint/2010/main" val="679611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pPr eaLnBrk="1" hangingPunct="1"/>
            <a:r>
              <a:rPr lang="en-US" altLang="en-US" dirty="0"/>
              <a:t>Network Externalities: an Example</a:t>
            </a:r>
          </a:p>
        </p:txBody>
      </p:sp>
      <mc:AlternateContent xmlns:mc="http://schemas.openxmlformats.org/markup-compatibility/2006" xmlns:a14="http://schemas.microsoft.com/office/drawing/2010/main">
        <mc:Choice Requires="a14">
          <p:sp>
            <p:nvSpPr>
              <p:cNvPr id="62466" name="Rectangle 3"/>
              <p:cNvSpPr>
                <a:spLocks noGrp="1" noChangeArrowheads="1"/>
              </p:cNvSpPr>
              <p:nvPr>
                <p:ph idx="1"/>
              </p:nvPr>
            </p:nvSpPr>
            <p:spPr>
              <a:xfrm>
                <a:off x="838200" y="1456791"/>
                <a:ext cx="10424886" cy="4755473"/>
              </a:xfrm>
            </p:spPr>
            <p:txBody>
              <a:bodyPr>
                <a:normAutofit/>
              </a:bodyPr>
              <a:lstStyle/>
              <a:p>
                <a:pPr marL="0" indent="0">
                  <a:buNone/>
                </a:pPr>
                <a:endParaRPr lang="en-US" altLang="en-US" sz="2000" dirty="0"/>
              </a:p>
              <a:p>
                <a:pPr marL="0" indent="0">
                  <a:buNone/>
                </a:pPr>
                <a:r>
                  <a:rPr lang="en-US" altLang="en-US" sz="2000" dirty="0"/>
                  <a:t>Let us now try to model network externalities using a simple supply and demand model.</a:t>
                </a:r>
              </a:p>
              <a:p>
                <a:endParaRPr lang="en-US" altLang="en-US" sz="2000" dirty="0"/>
              </a:p>
              <a:p>
                <a:r>
                  <a:rPr lang="en-US" altLang="en-US" sz="2000" dirty="0"/>
                  <a:t>Suppose we have 1000 consumers: </a:t>
                </a:r>
                <a14:m>
                  <m:oMath xmlns:m="http://schemas.openxmlformats.org/officeDocument/2006/math">
                    <m:r>
                      <a:rPr lang="en-SG" altLang="en-US" sz="2000" b="0" i="1" smtClean="0">
                        <a:latin typeface="Cambria Math" panose="02040503050406030204" pitchFamily="18" charset="0"/>
                      </a:rPr>
                      <m:t>𝑖</m:t>
                    </m:r>
                    <m:r>
                      <a:rPr lang="en-SG" altLang="en-US" sz="2000" b="0" i="1" smtClean="0">
                        <a:latin typeface="Cambria Math" panose="02040503050406030204" pitchFamily="18" charset="0"/>
                      </a:rPr>
                      <m:t>=</m:t>
                    </m:r>
                    <m:r>
                      <m:rPr>
                        <m:nor/>
                      </m:rPr>
                      <a:rPr lang="en-US" altLang="en-US" sz="2000" dirty="0"/>
                      <m:t>1, . . . , 1000</m:t>
                    </m:r>
                    <m:r>
                      <m:rPr>
                        <m:nor/>
                      </m:rPr>
                      <a:rPr lang="en-US" altLang="en-US" sz="2000" b="0" i="0" dirty="0" smtClean="0"/>
                      <m:t>.</m:t>
                    </m:r>
                  </m:oMath>
                </a14:m>
                <a:br>
                  <a:rPr lang="en-US" altLang="en-US" sz="2000" dirty="0"/>
                </a:br>
                <a:r>
                  <a:rPr lang="en-US" altLang="en-US" sz="2000" dirty="0"/>
                  <a:t>Each can buy one unit of a good which provides a network externality.</a:t>
                </a:r>
              </a:p>
              <a:p>
                <a:pPr eaLnBrk="1" hangingPunct="1"/>
                <a:endParaRPr lang="en-US" altLang="en-US" sz="2000" dirty="0"/>
              </a:p>
              <a:p>
                <a:pPr eaLnBrk="1" hangingPunct="1"/>
                <a:r>
                  <a:rPr lang="en-US" altLang="en-US" sz="2000" dirty="0"/>
                  <a:t>The consumers have different preferences for the good,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𝑖</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𝑖</m:t>
                    </m:r>
                  </m:oMath>
                </a14:m>
                <a:endParaRPr lang="en-US" altLang="en-US" sz="2000" dirty="0"/>
              </a:p>
              <a:p>
                <a:pPr lvl="1"/>
                <a:r>
                  <a:rPr lang="en-US" altLang="en-US" sz="1800" dirty="0"/>
                  <a:t>I.e. they are labelled such that their preferences are </a:t>
                </a:r>
                <a:r>
                  <a:rPr lang="en-US" altLang="en-US" sz="1800" b="1" dirty="0">
                    <a:solidFill>
                      <a:srgbClr val="FF0000"/>
                    </a:solidFill>
                  </a:rPr>
                  <a:t>in increasing order; </a:t>
                </a:r>
                <a14:m>
                  <m:oMath xmlns:m="http://schemas.openxmlformats.org/officeDocument/2006/math">
                    <m:sSub>
                      <m:sSubPr>
                        <m:ctrlPr>
                          <a:rPr lang="en-SG" altLang="en-US" sz="1800" b="1" i="1" smtClean="0">
                            <a:solidFill>
                              <a:srgbClr val="FF0000"/>
                            </a:solidFill>
                            <a:latin typeface="Cambria Math" panose="02040503050406030204" pitchFamily="18" charset="0"/>
                          </a:rPr>
                        </m:ctrlPr>
                      </m:sSubPr>
                      <m:e>
                        <m:r>
                          <a:rPr lang="en-SG" altLang="en-US" sz="1800" b="1" i="1" smtClean="0">
                            <a:solidFill>
                              <a:srgbClr val="FF0000"/>
                            </a:solidFill>
                            <a:latin typeface="Cambria Math" panose="02040503050406030204" pitchFamily="18" charset="0"/>
                          </a:rPr>
                          <m:t>𝒗</m:t>
                        </m:r>
                      </m:e>
                      <m:sub>
                        <m:r>
                          <a:rPr lang="en-SG" altLang="en-US" sz="1800" b="1" i="1" smtClean="0">
                            <a:solidFill>
                              <a:srgbClr val="FF0000"/>
                            </a:solidFill>
                            <a:latin typeface="Cambria Math" panose="02040503050406030204" pitchFamily="18" charset="0"/>
                          </a:rPr>
                          <m:t>𝟏</m:t>
                        </m:r>
                      </m:sub>
                    </m:sSub>
                    <m:r>
                      <a:rPr lang="en-SG" altLang="en-US" sz="1800" b="1" i="1" smtClean="0">
                        <a:solidFill>
                          <a:srgbClr val="FF0000"/>
                        </a:solidFill>
                        <a:latin typeface="Cambria Math" panose="02040503050406030204" pitchFamily="18" charset="0"/>
                      </a:rPr>
                      <m:t>&lt;</m:t>
                    </m:r>
                    <m:sSub>
                      <m:sSubPr>
                        <m:ctrlPr>
                          <a:rPr lang="en-SG" altLang="en-US" sz="1800" b="1" i="1" smtClean="0">
                            <a:solidFill>
                              <a:srgbClr val="FF0000"/>
                            </a:solidFill>
                            <a:latin typeface="Cambria Math" panose="02040503050406030204" pitchFamily="18" charset="0"/>
                          </a:rPr>
                        </m:ctrlPr>
                      </m:sSubPr>
                      <m:e>
                        <m:r>
                          <a:rPr lang="en-SG" altLang="en-US" sz="1800" b="1" i="1" smtClean="0">
                            <a:solidFill>
                              <a:srgbClr val="FF0000"/>
                            </a:solidFill>
                            <a:latin typeface="Cambria Math" panose="02040503050406030204" pitchFamily="18" charset="0"/>
                          </a:rPr>
                          <m:t>𝒗</m:t>
                        </m:r>
                      </m:e>
                      <m:sub>
                        <m:r>
                          <a:rPr lang="en-SG" altLang="en-US" sz="1800" b="1" i="1" smtClean="0">
                            <a:solidFill>
                              <a:srgbClr val="FF0000"/>
                            </a:solidFill>
                            <a:latin typeface="Cambria Math" panose="02040503050406030204" pitchFamily="18" charset="0"/>
                          </a:rPr>
                          <m:t>𝟐</m:t>
                        </m:r>
                      </m:sub>
                    </m:sSub>
                    <m:r>
                      <a:rPr lang="en-SG" altLang="en-US" sz="1800" b="1" i="1" smtClean="0">
                        <a:solidFill>
                          <a:srgbClr val="FF0000"/>
                        </a:solidFill>
                        <a:latin typeface="Cambria Math" panose="02040503050406030204" pitchFamily="18" charset="0"/>
                      </a:rPr>
                      <m:t>&lt;…</m:t>
                    </m:r>
                    <m:sSub>
                      <m:sSubPr>
                        <m:ctrlPr>
                          <a:rPr lang="en-SG" altLang="en-US" sz="1800" b="1" i="1" smtClean="0">
                            <a:solidFill>
                              <a:srgbClr val="FF0000"/>
                            </a:solidFill>
                            <a:latin typeface="Cambria Math" panose="02040503050406030204" pitchFamily="18" charset="0"/>
                          </a:rPr>
                        </m:ctrlPr>
                      </m:sSubPr>
                      <m:e>
                        <m:r>
                          <a:rPr lang="en-SG" altLang="en-US" sz="1800" b="1" i="1" smtClean="0">
                            <a:solidFill>
                              <a:srgbClr val="FF0000"/>
                            </a:solidFill>
                            <a:latin typeface="Cambria Math" panose="02040503050406030204" pitchFamily="18" charset="0"/>
                          </a:rPr>
                          <m:t>𝒗</m:t>
                        </m:r>
                      </m:e>
                      <m:sub>
                        <m:r>
                          <a:rPr lang="en-SG" altLang="en-US" sz="1800" b="1" i="1" smtClean="0">
                            <a:solidFill>
                              <a:srgbClr val="FF0000"/>
                            </a:solidFill>
                            <a:latin typeface="Cambria Math" panose="02040503050406030204" pitchFamily="18" charset="0"/>
                          </a:rPr>
                          <m:t>𝟏𝟎𝟎𝟎</m:t>
                        </m:r>
                      </m:sub>
                    </m:sSub>
                  </m:oMath>
                </a14:m>
                <a:endParaRPr lang="en-US" altLang="en-US" sz="1800" b="1" dirty="0"/>
              </a:p>
              <a:p>
                <a:pPr lvl="1"/>
                <a:r>
                  <a:rPr lang="en-US" altLang="en-US" sz="1800" dirty="0"/>
                  <a:t>Can think of this as their reservation price in a setting without network externalities.</a:t>
                </a:r>
              </a:p>
              <a:p>
                <a:pPr eaLnBrk="1" hangingPunct="1"/>
                <a:endParaRPr lang="en-US" altLang="en-US" sz="2000" dirty="0"/>
              </a:p>
              <a:p>
                <a:pPr eaLnBrk="1" hangingPunct="1"/>
                <a:r>
                  <a:rPr lang="en-US" altLang="en-US" sz="2000" b="1" dirty="0">
                    <a:solidFill>
                      <a:srgbClr val="0000FF"/>
                    </a:solidFill>
                  </a:rPr>
                  <a:t>Network externalities</a:t>
                </a:r>
                <a:r>
                  <a:rPr lang="en-US" altLang="en-US" sz="2000" dirty="0"/>
                  <a:t>: Consumer </a:t>
                </a:r>
                <a14:m>
                  <m:oMath xmlns:m="http://schemas.openxmlformats.org/officeDocument/2006/math">
                    <m:r>
                      <a:rPr lang="en-SG" altLang="en-US" sz="2000" b="0" i="1" smtClean="0">
                        <a:latin typeface="Cambria Math" panose="02040503050406030204" pitchFamily="18" charset="0"/>
                      </a:rPr>
                      <m:t>𝑖</m:t>
                    </m:r>
                  </m:oMath>
                </a14:m>
                <a:r>
                  <a:rPr lang="en-US" altLang="en-US" sz="2000" dirty="0"/>
                  <a:t>’s valuation of the good depends on his preference </a:t>
                </a:r>
                <a14:m>
                  <m:oMath xmlns:m="http://schemas.openxmlformats.org/officeDocument/2006/math">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𝑖</m:t>
                        </m:r>
                      </m:sub>
                    </m:sSub>
                  </m:oMath>
                </a14:m>
                <a:r>
                  <a:rPr lang="en-US" altLang="en-US" sz="2000" dirty="0"/>
                  <a:t> and the number who buy the good </a:t>
                </a:r>
                <a14:m>
                  <m:oMath xmlns:m="http://schemas.openxmlformats.org/officeDocument/2006/math">
                    <m:r>
                      <a:rPr lang="en-SG" altLang="en-US" sz="2000" b="0" i="1" smtClean="0">
                        <a:latin typeface="Cambria Math" panose="02040503050406030204" pitchFamily="18" charset="0"/>
                      </a:rPr>
                      <m:t>𝑛</m:t>
                    </m:r>
                  </m:oMath>
                </a14:m>
                <a:r>
                  <a:rPr lang="en-US" altLang="en-US" sz="2000" dirty="0"/>
                  <a:t>.  He values a unit of the good at </a:t>
                </a:r>
                <a14:m>
                  <m:oMath xmlns:m="http://schemas.openxmlformats.org/officeDocument/2006/math">
                    <m:sSub>
                      <m:sSubPr>
                        <m:ctrlPr>
                          <a:rPr lang="en-SG" altLang="en-US" sz="2000" b="0" i="1" dirty="0" smtClean="0">
                            <a:latin typeface="Cambria Math" panose="02040503050406030204" pitchFamily="18" charset="0"/>
                          </a:rPr>
                        </m:ctrlPr>
                      </m:sSubPr>
                      <m:e>
                        <m:r>
                          <a:rPr lang="en-SG" altLang="en-US" sz="2000" b="0" i="1" dirty="0" smtClean="0">
                            <a:latin typeface="Cambria Math" panose="02040503050406030204" pitchFamily="18" charset="0"/>
                          </a:rPr>
                          <m:t>𝑛𝑣</m:t>
                        </m:r>
                      </m:e>
                      <m:sub>
                        <m:r>
                          <a:rPr lang="en-SG" altLang="en-US" sz="2000" b="0" i="1" dirty="0" smtClean="0">
                            <a:latin typeface="Cambria Math" panose="02040503050406030204" pitchFamily="18" charset="0"/>
                          </a:rPr>
                          <m:t>𝑖</m:t>
                        </m:r>
                      </m:sub>
                    </m:sSub>
                  </m:oMath>
                </a14:m>
                <a:endParaRPr lang="en-US" altLang="en-US" sz="2000" dirty="0"/>
              </a:p>
              <a:p>
                <a:pPr eaLnBrk="1" hangingPunct="1"/>
                <a:endParaRPr lang="en-US" altLang="en-US" sz="2000" dirty="0"/>
              </a:p>
            </p:txBody>
          </p:sp>
        </mc:Choice>
        <mc:Fallback xmlns="">
          <p:sp>
            <p:nvSpPr>
              <p:cNvPr id="62466" name="Rectangle 3"/>
              <p:cNvSpPr>
                <a:spLocks noGrp="1" noRot="1" noChangeAspect="1" noMove="1" noResize="1" noEditPoints="1" noAdjustHandles="1" noChangeArrowheads="1" noChangeShapeType="1" noTextEdit="1"/>
              </p:cNvSpPr>
              <p:nvPr>
                <p:ph idx="1"/>
              </p:nvPr>
            </p:nvSpPr>
            <p:spPr>
              <a:xfrm>
                <a:off x="838200" y="1456791"/>
                <a:ext cx="10424886" cy="4755473"/>
              </a:xfrm>
              <a:blipFill>
                <a:blip r:embed="rId2"/>
                <a:stretch>
                  <a:fillRect l="-643" r="-526"/>
                </a:stretch>
              </a:blipFill>
            </p:spPr>
            <p:txBody>
              <a:bodyPr/>
              <a:lstStyle/>
              <a:p>
                <a:r>
                  <a:rPr lang="en-SG">
                    <a:noFill/>
                  </a:rPr>
                  <a:t> </a:t>
                </a:r>
              </a:p>
            </p:txBody>
          </p:sp>
        </mc:Fallback>
      </mc:AlternateContent>
      <p:pic>
        <p:nvPicPr>
          <p:cNvPr id="2" name="Picture 1">
            <a:extLst>
              <a:ext uri="{FF2B5EF4-FFF2-40B4-BE49-F238E27FC236}">
                <a16:creationId xmlns:a16="http://schemas.microsoft.com/office/drawing/2014/main" id="{B3DA0FD4-2381-463B-E5F3-266A9B9DD90E}"/>
              </a:ext>
            </a:extLst>
          </p:cNvPr>
          <p:cNvPicPr>
            <a:picLocks noChangeAspect="1"/>
          </p:cNvPicPr>
          <p:nvPr/>
        </p:nvPicPr>
        <p:blipFill>
          <a:blip r:embed="rId3"/>
          <a:stretch>
            <a:fillRect/>
          </a:stretch>
        </p:blipFill>
        <p:spPr>
          <a:xfrm>
            <a:off x="0" y="119601"/>
            <a:ext cx="560881" cy="6236749"/>
          </a:xfrm>
          <a:prstGeom prst="rect">
            <a:avLst/>
          </a:prstGeom>
        </p:spPr>
      </p:pic>
    </p:spTree>
    <p:extLst>
      <p:ext uri="{BB962C8B-B14F-4D97-AF65-F5344CB8AC3E}">
        <p14:creationId xmlns:p14="http://schemas.microsoft.com/office/powerpoint/2010/main" val="3920119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pPr eaLnBrk="1" hangingPunct="1"/>
            <a:r>
              <a:rPr lang="en-US" altLang="en-US" dirty="0"/>
              <a:t>Network Externalities: an Example</a:t>
            </a:r>
          </a:p>
        </p:txBody>
      </p:sp>
      <mc:AlternateContent xmlns:mc="http://schemas.openxmlformats.org/markup-compatibility/2006" xmlns:a14="http://schemas.microsoft.com/office/drawing/2010/main">
        <mc:Choice Requires="a14">
          <p:sp>
            <p:nvSpPr>
              <p:cNvPr id="63490" name="Rectangle 3"/>
              <p:cNvSpPr>
                <a:spLocks noGrp="1" noChangeArrowheads="1"/>
              </p:cNvSpPr>
              <p:nvPr>
                <p:ph idx="1"/>
              </p:nvPr>
            </p:nvSpPr>
            <p:spPr>
              <a:xfrm>
                <a:off x="847800" y="1456792"/>
                <a:ext cx="10439400" cy="2543708"/>
              </a:xfrm>
            </p:spPr>
            <p:txBody>
              <a:bodyPr>
                <a:normAutofit/>
              </a:bodyPr>
              <a:lstStyle/>
              <a:p>
                <a:pPr marL="0" indent="0">
                  <a:buNone/>
                </a:pPr>
                <a:r>
                  <a:rPr lang="en-US" altLang="en-US" sz="2000" b="1" dirty="0"/>
                  <a:t>What is the </a:t>
                </a:r>
                <a:r>
                  <a:rPr lang="en-US" altLang="en-US" sz="2000" b="1" u="sng" dirty="0"/>
                  <a:t>inverse demand function</a:t>
                </a:r>
                <a:r>
                  <a:rPr lang="en-US" altLang="en-US" sz="2000" b="1" dirty="0"/>
                  <a:t> of this market?</a:t>
                </a:r>
              </a:p>
              <a:p>
                <a:pPr marL="0" indent="0">
                  <a:buNone/>
                </a:pPr>
                <a:r>
                  <a:rPr lang="en-US" altLang="en-US" sz="2000" u="sng" dirty="0"/>
                  <a:t>Price</a:t>
                </a:r>
                <a:r>
                  <a:rPr lang="en-US" altLang="en-US" sz="2000" dirty="0"/>
                  <a:t> (Valuation of marginal consumer) as a function of </a:t>
                </a:r>
                <a:r>
                  <a:rPr lang="en-US" altLang="en-US" sz="2000" u="sng" dirty="0"/>
                  <a:t>Quantity</a:t>
                </a:r>
                <a:r>
                  <a:rPr lang="en-US" altLang="en-US" sz="2000" dirty="0"/>
                  <a:t> (Number of consumers in market)</a:t>
                </a:r>
              </a:p>
              <a:p>
                <a:endParaRPr lang="en-US" altLang="en-US" sz="2000" dirty="0"/>
              </a:p>
              <a:p>
                <a:pPr marL="457200" indent="-457200">
                  <a:buFont typeface="+mj-lt"/>
                  <a:buAutoNum type="arabicPeriod"/>
                </a:pPr>
                <a:r>
                  <a:rPr lang="en-SG" altLang="en-US" sz="2000" dirty="0"/>
                  <a:t>At a price </a:t>
                </a:r>
                <a14:m>
                  <m:oMath xmlns:m="http://schemas.openxmlformats.org/officeDocument/2006/math">
                    <m:r>
                      <a:rPr lang="en-SG" altLang="en-US" sz="2000" b="0" i="1" smtClean="0">
                        <a:latin typeface="Cambria Math" panose="02040503050406030204" pitchFamily="18" charset="0"/>
                      </a:rPr>
                      <m:t>𝑝</m:t>
                    </m:r>
                    <m:r>
                      <a:rPr lang="en-SG" altLang="en-US" sz="2000" b="0" i="0" smtClean="0">
                        <a:latin typeface="Cambria Math" panose="02040503050406030204" pitchFamily="18" charset="0"/>
                      </a:rPr>
                      <m:t>, </m:t>
                    </m:r>
                  </m:oMath>
                </a14:m>
                <a:r>
                  <a:rPr lang="en-SG" altLang="en-US" sz="2000" dirty="0"/>
                  <a:t>suppose</a:t>
                </a:r>
                <a:r>
                  <a:rPr lang="en-US" altLang="en-US" sz="2000" dirty="0"/>
                  <a:t> </a:t>
                </a:r>
                <a14:m>
                  <m:oMath xmlns:m="http://schemas.openxmlformats.org/officeDocument/2006/math">
                    <m:r>
                      <a:rPr lang="en-SG" altLang="en-US" sz="2000" b="0" i="1" smtClean="0">
                        <a:latin typeface="Cambria Math" panose="02040503050406030204" pitchFamily="18" charset="0"/>
                      </a:rPr>
                      <m:t>𝑗</m:t>
                    </m:r>
                  </m:oMath>
                </a14:m>
                <a:r>
                  <a:rPr lang="en-US" altLang="en-US" sz="2000" dirty="0"/>
                  <a:t> is the marginal consumer </a:t>
                </a:r>
                <a:r>
                  <a:rPr lang="en-US" altLang="en-US" sz="2000" u="sng" dirty="0">
                    <a:solidFill>
                      <a:schemeClr val="tx1"/>
                    </a:solidFill>
                  </a:rPr>
                  <a:t>in the market</a:t>
                </a:r>
                <a:r>
                  <a:rPr lang="en-US" altLang="en-US" sz="2000" dirty="0"/>
                  <a:t>, what is the number of consumers in the market? </a:t>
                </a:r>
                <a:r>
                  <a:rPr lang="en-US" altLang="en-US" sz="2000" b="1" dirty="0"/>
                  <a:t>All buyers </a:t>
                </a:r>
                <a14:m>
                  <m:oMath xmlns:m="http://schemas.openxmlformats.org/officeDocument/2006/math">
                    <m:r>
                      <a:rPr lang="en-SG" altLang="en-US" sz="2000" b="1" i="1">
                        <a:latin typeface="Cambria Math" panose="02040503050406030204" pitchFamily="18" charset="0"/>
                      </a:rPr>
                      <m:t>𝒊</m:t>
                    </m:r>
                    <m:r>
                      <a:rPr lang="en-SG" altLang="en-US" sz="2000" b="1" i="1">
                        <a:latin typeface="Cambria Math" panose="02040503050406030204" pitchFamily="18" charset="0"/>
                      </a:rPr>
                      <m:t>≥</m:t>
                    </m:r>
                    <m:r>
                      <a:rPr lang="en-SG" altLang="en-US" sz="2000" b="1" i="1">
                        <a:latin typeface="Cambria Math" panose="02040503050406030204" pitchFamily="18" charset="0"/>
                      </a:rPr>
                      <m:t>𝒋</m:t>
                    </m:r>
                  </m:oMath>
                </a14:m>
                <a:r>
                  <a:rPr lang="en-US" altLang="en-US" sz="2000" b="1" spc="300" dirty="0"/>
                  <a:t> </a:t>
                </a:r>
                <a:r>
                  <a:rPr lang="en-US" altLang="ja-JP" sz="2000" b="1" dirty="0"/>
                  <a:t>value the good more, and so buy it.</a:t>
                </a:r>
              </a:p>
              <a:p>
                <a:pPr marL="457200" indent="-457200">
                  <a:buFont typeface="+mj-lt"/>
                  <a:buAutoNum type="arabicPeriod"/>
                </a:pPr>
                <a:endParaRPr lang="en-US" altLang="en-US" sz="2000" dirty="0"/>
              </a:p>
            </p:txBody>
          </p:sp>
        </mc:Choice>
        <mc:Fallback xmlns="">
          <p:sp>
            <p:nvSpPr>
              <p:cNvPr id="63490" name="Rectangle 3"/>
              <p:cNvSpPr>
                <a:spLocks noGrp="1" noRot="1" noChangeAspect="1" noMove="1" noResize="1" noEditPoints="1" noAdjustHandles="1" noChangeArrowheads="1" noChangeShapeType="1" noTextEdit="1"/>
              </p:cNvSpPr>
              <p:nvPr>
                <p:ph idx="1"/>
              </p:nvPr>
            </p:nvSpPr>
            <p:spPr>
              <a:xfrm>
                <a:off x="847800" y="1456792"/>
                <a:ext cx="10439400" cy="2543708"/>
              </a:xfrm>
              <a:blipFill>
                <a:blip r:embed="rId2"/>
                <a:stretch>
                  <a:fillRect l="-642" t="-2638"/>
                </a:stretch>
              </a:blipFill>
            </p:spPr>
            <p:txBody>
              <a:bodyPr/>
              <a:lstStyle/>
              <a:p>
                <a:r>
                  <a:rPr lang="en-SG">
                    <a:noFill/>
                  </a:rPr>
                  <a:t> </a:t>
                </a:r>
              </a:p>
            </p:txBody>
          </p:sp>
        </mc:Fallback>
      </mc:AlternateContent>
      <p:sp>
        <p:nvSpPr>
          <p:cNvPr id="3" name="TextBox 2">
            <a:extLst>
              <a:ext uri="{FF2B5EF4-FFF2-40B4-BE49-F238E27FC236}">
                <a16:creationId xmlns:a16="http://schemas.microsoft.com/office/drawing/2014/main" id="{0F74A7C4-DB0A-E29E-400F-365FE177D3BC}"/>
              </a:ext>
            </a:extLst>
          </p:cNvPr>
          <p:cNvSpPr txBox="1"/>
          <p:nvPr/>
        </p:nvSpPr>
        <p:spPr>
          <a:xfrm>
            <a:off x="3893216" y="3656792"/>
            <a:ext cx="401072" cy="369332"/>
          </a:xfrm>
          <a:prstGeom prst="rect">
            <a:avLst/>
          </a:prstGeom>
          <a:noFill/>
        </p:spPr>
        <p:txBody>
          <a:bodyPr wrap="none" rtlCol="0">
            <a:spAutoFit/>
          </a:bodyPr>
          <a:lstStyle/>
          <a:p>
            <a:r>
              <a:rPr lang="en-SG"/>
              <a:t>….</a:t>
            </a:r>
          </a:p>
        </p:txBody>
      </p:sp>
      <p:grpSp>
        <p:nvGrpSpPr>
          <p:cNvPr id="9" name="Group 8">
            <a:extLst>
              <a:ext uri="{FF2B5EF4-FFF2-40B4-BE49-F238E27FC236}">
                <a16:creationId xmlns:a16="http://schemas.microsoft.com/office/drawing/2014/main" id="{8BB1F8C8-BC91-B488-DA2E-72A63A19C9C2}"/>
              </a:ext>
            </a:extLst>
          </p:cNvPr>
          <p:cNvGrpSpPr>
            <a:grpSpLocks noChangeAspect="1"/>
          </p:cNvGrpSpPr>
          <p:nvPr/>
        </p:nvGrpSpPr>
        <p:grpSpPr>
          <a:xfrm>
            <a:off x="1761619" y="3582406"/>
            <a:ext cx="7848509" cy="462399"/>
            <a:chOff x="1245393" y="3692234"/>
            <a:chExt cx="5232337" cy="308266"/>
          </a:xfrm>
        </p:grpSpPr>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8A9C668A-957B-4CDE-C59A-A1C7E7E2A855}"/>
                    </a:ext>
                  </a:extLst>
                </p:cNvPr>
                <p:cNvSpPr/>
                <p:nvPr/>
              </p:nvSpPr>
              <p:spPr>
                <a:xfrm>
                  <a:off x="1245393" y="3714750"/>
                  <a:ext cx="292894" cy="2857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1</m:t>
                            </m:r>
                          </m:sub>
                        </m:sSub>
                      </m:oMath>
                    </m:oMathPara>
                  </a14:m>
                  <a:endParaRPr lang="en-SG" sz="1200"/>
                </a:p>
              </p:txBody>
            </p:sp>
          </mc:Choice>
          <mc:Fallback xmlns="">
            <p:sp>
              <p:nvSpPr>
                <p:cNvPr id="13" name="Oval 12">
                  <a:extLst>
                    <a:ext uri="{FF2B5EF4-FFF2-40B4-BE49-F238E27FC236}">
                      <a16:creationId xmlns:a16="http://schemas.microsoft.com/office/drawing/2014/main" id="{8A9C668A-957B-4CDE-C59A-A1C7E7E2A855}"/>
                    </a:ext>
                  </a:extLst>
                </p:cNvPr>
                <p:cNvSpPr>
                  <a:spLocks noRot="1" noChangeAspect="1" noMove="1" noResize="1" noEditPoints="1" noAdjustHandles="1" noChangeArrowheads="1" noChangeShapeType="1" noTextEdit="1"/>
                </p:cNvSpPr>
                <p:nvPr/>
              </p:nvSpPr>
              <p:spPr>
                <a:xfrm>
                  <a:off x="1245393" y="3714750"/>
                  <a:ext cx="292894" cy="285750"/>
                </a:xfrm>
                <a:prstGeom prst="ellipse">
                  <a:avLst/>
                </a:prstGeom>
                <a:blipFill>
                  <a:blip r:embed="rId3"/>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Oval 13">
                  <a:extLst>
                    <a:ext uri="{FF2B5EF4-FFF2-40B4-BE49-F238E27FC236}">
                      <a16:creationId xmlns:a16="http://schemas.microsoft.com/office/drawing/2014/main" id="{FD147CF5-B967-BA80-4C30-2A1338ECF3CA}"/>
                    </a:ext>
                  </a:extLst>
                </p:cNvPr>
                <p:cNvSpPr/>
                <p:nvPr/>
              </p:nvSpPr>
              <p:spPr>
                <a:xfrm>
                  <a:off x="1633535" y="3714750"/>
                  <a:ext cx="292894" cy="2857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2</m:t>
                            </m:r>
                          </m:sub>
                        </m:sSub>
                      </m:oMath>
                    </m:oMathPara>
                  </a14:m>
                  <a:endParaRPr lang="en-SG" sz="1200"/>
                </a:p>
              </p:txBody>
            </p:sp>
          </mc:Choice>
          <mc:Fallback xmlns="">
            <p:sp>
              <p:nvSpPr>
                <p:cNvPr id="14" name="Oval 13">
                  <a:extLst>
                    <a:ext uri="{FF2B5EF4-FFF2-40B4-BE49-F238E27FC236}">
                      <a16:creationId xmlns:a16="http://schemas.microsoft.com/office/drawing/2014/main" id="{FD147CF5-B967-BA80-4C30-2A1338ECF3CA}"/>
                    </a:ext>
                  </a:extLst>
                </p:cNvPr>
                <p:cNvSpPr>
                  <a:spLocks noRot="1" noChangeAspect="1" noMove="1" noResize="1" noEditPoints="1" noAdjustHandles="1" noChangeArrowheads="1" noChangeShapeType="1" noTextEdit="1"/>
                </p:cNvSpPr>
                <p:nvPr/>
              </p:nvSpPr>
              <p:spPr>
                <a:xfrm>
                  <a:off x="1633535" y="3714750"/>
                  <a:ext cx="292894" cy="285750"/>
                </a:xfrm>
                <a:prstGeom prst="ellipse">
                  <a:avLst/>
                </a:prstGeom>
                <a:blipFill>
                  <a:blip r:embed="rId4"/>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val 19">
                  <a:extLst>
                    <a:ext uri="{FF2B5EF4-FFF2-40B4-BE49-F238E27FC236}">
                      <a16:creationId xmlns:a16="http://schemas.microsoft.com/office/drawing/2014/main" id="{7213F9CB-B661-9399-089C-78285325C0CE}"/>
                    </a:ext>
                  </a:extLst>
                </p:cNvPr>
                <p:cNvSpPr/>
                <p:nvPr/>
              </p:nvSpPr>
              <p:spPr>
                <a:xfrm>
                  <a:off x="3405187" y="3714750"/>
                  <a:ext cx="292894" cy="285750"/>
                </a:xfrm>
                <a:prstGeom prst="ellipse">
                  <a:avLst/>
                </a:prstGeom>
                <a:solidFill>
                  <a:srgbClr val="00B0F0"/>
                </a:solid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𝑗</m:t>
                            </m:r>
                          </m:sub>
                        </m:sSub>
                      </m:oMath>
                    </m:oMathPara>
                  </a14:m>
                  <a:endParaRPr lang="en-SG" sz="1200"/>
                </a:p>
              </p:txBody>
            </p:sp>
          </mc:Choice>
          <mc:Fallback xmlns="">
            <p:sp>
              <p:nvSpPr>
                <p:cNvPr id="20" name="Oval 19">
                  <a:extLst>
                    <a:ext uri="{FF2B5EF4-FFF2-40B4-BE49-F238E27FC236}">
                      <a16:creationId xmlns:a16="http://schemas.microsoft.com/office/drawing/2014/main" id="{7213F9CB-B661-9399-089C-78285325C0CE}"/>
                    </a:ext>
                  </a:extLst>
                </p:cNvPr>
                <p:cNvSpPr>
                  <a:spLocks noRot="1" noChangeAspect="1" noMove="1" noResize="1" noEditPoints="1" noAdjustHandles="1" noChangeArrowheads="1" noChangeShapeType="1" noTextEdit="1"/>
                </p:cNvSpPr>
                <p:nvPr/>
              </p:nvSpPr>
              <p:spPr>
                <a:xfrm>
                  <a:off x="3405187" y="3714750"/>
                  <a:ext cx="292894" cy="285750"/>
                </a:xfrm>
                <a:prstGeom prst="ellipse">
                  <a:avLst/>
                </a:prstGeom>
                <a:blipFill>
                  <a:blip r:embed="rId5"/>
                  <a:stretch>
                    <a:fillRect/>
                  </a:stretch>
                </a:blipFill>
                <a:ln>
                  <a:solidFill>
                    <a:srgbClr val="00B0F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val 21">
                  <a:extLst>
                    <a:ext uri="{FF2B5EF4-FFF2-40B4-BE49-F238E27FC236}">
                      <a16:creationId xmlns:a16="http://schemas.microsoft.com/office/drawing/2014/main" id="{7C1E8AF8-04EF-B3F6-7995-2BCD07A3CAFD}"/>
                    </a:ext>
                  </a:extLst>
                </p:cNvPr>
                <p:cNvSpPr/>
                <p:nvPr/>
              </p:nvSpPr>
              <p:spPr>
                <a:xfrm>
                  <a:off x="2040812" y="3714750"/>
                  <a:ext cx="292894" cy="285750"/>
                </a:xfrm>
                <a:prstGeom prst="ellipse">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3</m:t>
                            </m:r>
                          </m:sub>
                        </m:sSub>
                      </m:oMath>
                    </m:oMathPara>
                  </a14:m>
                  <a:endParaRPr lang="en-SG" sz="1200"/>
                </a:p>
              </p:txBody>
            </p:sp>
          </mc:Choice>
          <mc:Fallback xmlns="">
            <p:sp>
              <p:nvSpPr>
                <p:cNvPr id="22" name="Oval 21">
                  <a:extLst>
                    <a:ext uri="{FF2B5EF4-FFF2-40B4-BE49-F238E27FC236}">
                      <a16:creationId xmlns:a16="http://schemas.microsoft.com/office/drawing/2014/main" id="{7C1E8AF8-04EF-B3F6-7995-2BCD07A3CAFD}"/>
                    </a:ext>
                  </a:extLst>
                </p:cNvPr>
                <p:cNvSpPr>
                  <a:spLocks noRot="1" noChangeAspect="1" noMove="1" noResize="1" noEditPoints="1" noAdjustHandles="1" noChangeArrowheads="1" noChangeShapeType="1" noTextEdit="1"/>
                </p:cNvSpPr>
                <p:nvPr/>
              </p:nvSpPr>
              <p:spPr>
                <a:xfrm>
                  <a:off x="2040812" y="3714750"/>
                  <a:ext cx="292894" cy="285750"/>
                </a:xfrm>
                <a:prstGeom prst="ellipse">
                  <a:avLst/>
                </a:prstGeom>
                <a:blipFill>
                  <a:blip r:embed="rId6"/>
                  <a:stretch>
                    <a:fillRect/>
                  </a:stretch>
                </a:blipFill>
                <a:ln>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val 22">
                  <a:extLst>
                    <a:ext uri="{FF2B5EF4-FFF2-40B4-BE49-F238E27FC236}">
                      <a16:creationId xmlns:a16="http://schemas.microsoft.com/office/drawing/2014/main" id="{4EBB7170-F4FD-2DCF-E2AD-BD00A15E6DA5}"/>
                    </a:ext>
                  </a:extLst>
                </p:cNvPr>
                <p:cNvSpPr/>
                <p:nvPr/>
              </p:nvSpPr>
              <p:spPr>
                <a:xfrm>
                  <a:off x="3841117" y="3702296"/>
                  <a:ext cx="292894" cy="285750"/>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𝑗</m:t>
                            </m:r>
                            <m:r>
                              <a:rPr lang="en-SG" sz="1200" b="0" i="1" smtClean="0">
                                <a:latin typeface="Cambria Math" panose="02040503050406030204" pitchFamily="18" charset="0"/>
                              </a:rPr>
                              <m:t>+1</m:t>
                            </m:r>
                          </m:sub>
                        </m:sSub>
                      </m:oMath>
                    </m:oMathPara>
                  </a14:m>
                  <a:endParaRPr lang="en-SG" sz="1200"/>
                </a:p>
              </p:txBody>
            </p:sp>
          </mc:Choice>
          <mc:Fallback xmlns="">
            <p:sp>
              <p:nvSpPr>
                <p:cNvPr id="23" name="Oval 22">
                  <a:extLst>
                    <a:ext uri="{FF2B5EF4-FFF2-40B4-BE49-F238E27FC236}">
                      <a16:creationId xmlns:a16="http://schemas.microsoft.com/office/drawing/2014/main" id="{4EBB7170-F4FD-2DCF-E2AD-BD00A15E6DA5}"/>
                    </a:ext>
                  </a:extLst>
                </p:cNvPr>
                <p:cNvSpPr>
                  <a:spLocks noRot="1" noChangeAspect="1" noMove="1" noResize="1" noEditPoints="1" noAdjustHandles="1" noChangeArrowheads="1" noChangeShapeType="1" noTextEdit="1"/>
                </p:cNvSpPr>
                <p:nvPr/>
              </p:nvSpPr>
              <p:spPr>
                <a:xfrm>
                  <a:off x="3841117" y="3702296"/>
                  <a:ext cx="292894" cy="285750"/>
                </a:xfrm>
                <a:prstGeom prst="ellipse">
                  <a:avLst/>
                </a:prstGeom>
                <a:blipFill>
                  <a:blip r:embed="rId7"/>
                  <a:stretch>
                    <a:fillRect/>
                  </a:stretch>
                </a:blipFill>
                <a:ln>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Oval 23">
                  <a:extLst>
                    <a:ext uri="{FF2B5EF4-FFF2-40B4-BE49-F238E27FC236}">
                      <a16:creationId xmlns:a16="http://schemas.microsoft.com/office/drawing/2014/main" id="{74B040D4-9BA5-8507-E2AB-1448F4839B73}"/>
                    </a:ext>
                  </a:extLst>
                </p:cNvPr>
                <p:cNvSpPr/>
                <p:nvPr/>
              </p:nvSpPr>
              <p:spPr>
                <a:xfrm>
                  <a:off x="4248471" y="3697265"/>
                  <a:ext cx="292894" cy="285750"/>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𝑗</m:t>
                            </m:r>
                            <m:r>
                              <a:rPr lang="en-SG" sz="1200" b="0" i="1" smtClean="0">
                                <a:latin typeface="Cambria Math" panose="02040503050406030204" pitchFamily="18" charset="0"/>
                              </a:rPr>
                              <m:t>+2</m:t>
                            </m:r>
                          </m:sub>
                        </m:sSub>
                      </m:oMath>
                    </m:oMathPara>
                  </a14:m>
                  <a:endParaRPr lang="en-SG" sz="1200"/>
                </a:p>
              </p:txBody>
            </p:sp>
          </mc:Choice>
          <mc:Fallback xmlns="">
            <p:sp>
              <p:nvSpPr>
                <p:cNvPr id="24" name="Oval 23">
                  <a:extLst>
                    <a:ext uri="{FF2B5EF4-FFF2-40B4-BE49-F238E27FC236}">
                      <a16:creationId xmlns:a16="http://schemas.microsoft.com/office/drawing/2014/main" id="{74B040D4-9BA5-8507-E2AB-1448F4839B73}"/>
                    </a:ext>
                  </a:extLst>
                </p:cNvPr>
                <p:cNvSpPr>
                  <a:spLocks noRot="1" noChangeAspect="1" noMove="1" noResize="1" noEditPoints="1" noAdjustHandles="1" noChangeArrowheads="1" noChangeShapeType="1" noTextEdit="1"/>
                </p:cNvSpPr>
                <p:nvPr/>
              </p:nvSpPr>
              <p:spPr>
                <a:xfrm>
                  <a:off x="4248471" y="3697265"/>
                  <a:ext cx="292894" cy="285750"/>
                </a:xfrm>
                <a:prstGeom prst="ellipse">
                  <a:avLst/>
                </a:prstGeom>
                <a:blipFill>
                  <a:blip r:embed="rId8"/>
                  <a:stretch>
                    <a:fillRect/>
                  </a:stretch>
                </a:blipFill>
                <a:ln>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Oval 24">
                  <a:extLst>
                    <a:ext uri="{FF2B5EF4-FFF2-40B4-BE49-F238E27FC236}">
                      <a16:creationId xmlns:a16="http://schemas.microsoft.com/office/drawing/2014/main" id="{9C1F08CC-4C92-7D37-D368-3C4B112B9A3C}"/>
                    </a:ext>
                  </a:extLst>
                </p:cNvPr>
                <p:cNvSpPr/>
                <p:nvPr/>
              </p:nvSpPr>
              <p:spPr>
                <a:xfrm>
                  <a:off x="5777482" y="3697265"/>
                  <a:ext cx="292894" cy="285750"/>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999</m:t>
                            </m:r>
                          </m:sub>
                        </m:sSub>
                      </m:oMath>
                    </m:oMathPara>
                  </a14:m>
                  <a:endParaRPr lang="en-SG" sz="1200"/>
                </a:p>
              </p:txBody>
            </p:sp>
          </mc:Choice>
          <mc:Fallback xmlns="">
            <p:sp>
              <p:nvSpPr>
                <p:cNvPr id="25" name="Oval 24">
                  <a:extLst>
                    <a:ext uri="{FF2B5EF4-FFF2-40B4-BE49-F238E27FC236}">
                      <a16:creationId xmlns:a16="http://schemas.microsoft.com/office/drawing/2014/main" id="{9C1F08CC-4C92-7D37-D368-3C4B112B9A3C}"/>
                    </a:ext>
                  </a:extLst>
                </p:cNvPr>
                <p:cNvSpPr>
                  <a:spLocks noRot="1" noChangeAspect="1" noMove="1" noResize="1" noEditPoints="1" noAdjustHandles="1" noChangeArrowheads="1" noChangeShapeType="1" noTextEdit="1"/>
                </p:cNvSpPr>
                <p:nvPr/>
              </p:nvSpPr>
              <p:spPr>
                <a:xfrm>
                  <a:off x="5777482" y="3697265"/>
                  <a:ext cx="292894" cy="285750"/>
                </a:xfrm>
                <a:prstGeom prst="ellipse">
                  <a:avLst/>
                </a:prstGeom>
                <a:blipFill>
                  <a:blip r:embed="rId9"/>
                  <a:stretch>
                    <a:fillRect/>
                  </a:stretch>
                </a:blipFill>
                <a:ln>
                  <a:solidFill>
                    <a:srgbClr val="00B05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val 25">
                  <a:extLst>
                    <a:ext uri="{FF2B5EF4-FFF2-40B4-BE49-F238E27FC236}">
                      <a16:creationId xmlns:a16="http://schemas.microsoft.com/office/drawing/2014/main" id="{20B91762-97EA-B722-29FC-609625E90400}"/>
                    </a:ext>
                  </a:extLst>
                </p:cNvPr>
                <p:cNvSpPr/>
                <p:nvPr/>
              </p:nvSpPr>
              <p:spPr>
                <a:xfrm>
                  <a:off x="6184836" y="3692234"/>
                  <a:ext cx="292894" cy="285750"/>
                </a:xfrm>
                <a:prstGeom prst="ellipse">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SG" sz="1200" b="0" i="1" smtClean="0">
                                <a:latin typeface="Cambria Math" panose="02040503050406030204" pitchFamily="18" charset="0"/>
                              </a:rPr>
                            </m:ctrlPr>
                          </m:sSubPr>
                          <m:e>
                            <m:r>
                              <a:rPr lang="en-SG" sz="1200" b="0" i="1" smtClean="0">
                                <a:latin typeface="Cambria Math" panose="02040503050406030204" pitchFamily="18" charset="0"/>
                              </a:rPr>
                              <m:t>𝑣</m:t>
                            </m:r>
                          </m:e>
                          <m:sub>
                            <m:r>
                              <a:rPr lang="en-SG" sz="1200" b="0" i="1" smtClean="0">
                                <a:latin typeface="Cambria Math" panose="02040503050406030204" pitchFamily="18" charset="0"/>
                              </a:rPr>
                              <m:t>1000</m:t>
                            </m:r>
                          </m:sub>
                        </m:sSub>
                      </m:oMath>
                    </m:oMathPara>
                  </a14:m>
                  <a:endParaRPr lang="en-SG" sz="1200"/>
                </a:p>
              </p:txBody>
            </p:sp>
          </mc:Choice>
          <mc:Fallback xmlns="">
            <p:sp>
              <p:nvSpPr>
                <p:cNvPr id="26" name="Oval 25">
                  <a:extLst>
                    <a:ext uri="{FF2B5EF4-FFF2-40B4-BE49-F238E27FC236}">
                      <a16:creationId xmlns:a16="http://schemas.microsoft.com/office/drawing/2014/main" id="{20B91762-97EA-B722-29FC-609625E90400}"/>
                    </a:ext>
                  </a:extLst>
                </p:cNvPr>
                <p:cNvSpPr>
                  <a:spLocks noRot="1" noChangeAspect="1" noMove="1" noResize="1" noEditPoints="1" noAdjustHandles="1" noChangeArrowheads="1" noChangeShapeType="1" noTextEdit="1"/>
                </p:cNvSpPr>
                <p:nvPr/>
              </p:nvSpPr>
              <p:spPr>
                <a:xfrm>
                  <a:off x="6184836" y="3692234"/>
                  <a:ext cx="292894" cy="285750"/>
                </a:xfrm>
                <a:prstGeom prst="ellipse">
                  <a:avLst/>
                </a:prstGeom>
                <a:blipFill>
                  <a:blip r:embed="rId10"/>
                  <a:stretch>
                    <a:fillRect/>
                  </a:stretch>
                </a:blipFill>
                <a:ln>
                  <a:solidFill>
                    <a:srgbClr val="00B050"/>
                  </a:solidFill>
                </a:ln>
              </p:spPr>
              <p:txBody>
                <a:bodyPr/>
                <a:lstStyle/>
                <a:p>
                  <a:r>
                    <a:rPr lang="en-US">
                      <a:noFill/>
                    </a:rPr>
                    <a:t> </a:t>
                  </a:r>
                </a:p>
              </p:txBody>
            </p:sp>
          </mc:Fallback>
        </mc:AlternateContent>
      </p:grpSp>
      <p:sp>
        <p:nvSpPr>
          <p:cNvPr id="27" name="TextBox 26">
            <a:extLst>
              <a:ext uri="{FF2B5EF4-FFF2-40B4-BE49-F238E27FC236}">
                <a16:creationId xmlns:a16="http://schemas.microsoft.com/office/drawing/2014/main" id="{7F011C0C-DE2C-482E-5C5F-446AB858207E}"/>
              </a:ext>
            </a:extLst>
          </p:cNvPr>
          <p:cNvSpPr txBox="1"/>
          <p:nvPr/>
        </p:nvSpPr>
        <p:spPr>
          <a:xfrm>
            <a:off x="7477318" y="3624412"/>
            <a:ext cx="401072" cy="369332"/>
          </a:xfrm>
          <a:prstGeom prst="rect">
            <a:avLst/>
          </a:prstGeom>
          <a:noFill/>
        </p:spPr>
        <p:txBody>
          <a:bodyPr wrap="none" rtlCol="0">
            <a:spAutoFit/>
          </a:bodyPr>
          <a:lstStyle/>
          <a:p>
            <a:r>
              <a:rPr lang="en-SG"/>
              <a:t>….</a:t>
            </a:r>
          </a:p>
        </p:txBody>
      </p:sp>
      <p:cxnSp>
        <p:nvCxnSpPr>
          <p:cNvPr id="28" name="Straight Arrow Connector 27">
            <a:extLst>
              <a:ext uri="{FF2B5EF4-FFF2-40B4-BE49-F238E27FC236}">
                <a16:creationId xmlns:a16="http://schemas.microsoft.com/office/drawing/2014/main" id="{2AAB6617-7857-6F2E-F0F8-FC7E7F1FD828}"/>
              </a:ext>
            </a:extLst>
          </p:cNvPr>
          <p:cNvCxnSpPr/>
          <p:nvPr/>
        </p:nvCxnSpPr>
        <p:spPr>
          <a:xfrm>
            <a:off x="5786437" y="4266261"/>
            <a:ext cx="3721894" cy="0"/>
          </a:xfrm>
          <a:prstGeom prst="straightConnector1">
            <a:avLst/>
          </a:prstGeom>
          <a:ln w="28575">
            <a:solidFill>
              <a:srgbClr val="00B05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68C52313-0D7E-3DB7-9A68-C6E4B9D86843}"/>
                  </a:ext>
                </a:extLst>
              </p:cNvPr>
              <p:cNvSpPr txBox="1"/>
              <p:nvPr/>
            </p:nvSpPr>
            <p:spPr>
              <a:xfrm>
                <a:off x="6711582" y="4070438"/>
                <a:ext cx="1871603" cy="391646"/>
              </a:xfrm>
              <a:prstGeom prst="rect">
                <a:avLst/>
              </a:prstGeom>
              <a:solidFill>
                <a:schemeClr val="bg1"/>
              </a:solidFill>
            </p:spPr>
            <p:txBody>
              <a:bodyPr wrap="none" rtlCol="0">
                <a:spAutoFit/>
              </a:bodyPr>
              <a:lstStyle/>
              <a:p>
                <a14:m>
                  <m:oMath xmlns:m="http://schemas.openxmlformats.org/officeDocument/2006/math">
                    <m:r>
                      <a:rPr lang="en-SG" b="0" i="1" smtClean="0">
                        <a:latin typeface="Cambria Math" panose="02040503050406030204" pitchFamily="18" charset="0"/>
                      </a:rPr>
                      <m:t>1000−</m:t>
                    </m:r>
                    <m:sSub>
                      <m:sSubPr>
                        <m:ctrlPr>
                          <a:rPr lang="en-SG" b="0" i="1" smtClean="0">
                            <a:latin typeface="Cambria Math" panose="02040503050406030204" pitchFamily="18" charset="0"/>
                          </a:rPr>
                        </m:ctrlPr>
                      </m:sSubPr>
                      <m:e>
                        <m:r>
                          <a:rPr lang="en-SG" b="0" i="1" smtClean="0">
                            <a:latin typeface="Cambria Math" panose="02040503050406030204" pitchFamily="18" charset="0"/>
                          </a:rPr>
                          <m:t>𝑣</m:t>
                        </m:r>
                      </m:e>
                      <m:sub>
                        <m:r>
                          <a:rPr lang="en-SG" b="0" i="1" smtClean="0">
                            <a:latin typeface="Cambria Math" panose="02040503050406030204" pitchFamily="18" charset="0"/>
                          </a:rPr>
                          <m:t>𝑗</m:t>
                        </m:r>
                      </m:sub>
                    </m:sSub>
                  </m:oMath>
                </a14:m>
                <a:r>
                  <a:rPr lang="en-SG"/>
                  <a:t> people</a:t>
                </a:r>
              </a:p>
            </p:txBody>
          </p:sp>
        </mc:Choice>
        <mc:Fallback xmlns="">
          <p:sp>
            <p:nvSpPr>
              <p:cNvPr id="29" name="TextBox 28">
                <a:extLst>
                  <a:ext uri="{FF2B5EF4-FFF2-40B4-BE49-F238E27FC236}">
                    <a16:creationId xmlns:a16="http://schemas.microsoft.com/office/drawing/2014/main" id="{68C52313-0D7E-3DB7-9A68-C6E4B9D86843}"/>
                  </a:ext>
                </a:extLst>
              </p:cNvPr>
              <p:cNvSpPr txBox="1">
                <a:spLocks noRot="1" noChangeAspect="1" noMove="1" noResize="1" noEditPoints="1" noAdjustHandles="1" noChangeArrowheads="1" noChangeShapeType="1" noTextEdit="1"/>
              </p:cNvSpPr>
              <p:nvPr/>
            </p:nvSpPr>
            <p:spPr>
              <a:xfrm>
                <a:off x="6711582" y="4070438"/>
                <a:ext cx="1871603" cy="391646"/>
              </a:xfrm>
              <a:prstGeom prst="rect">
                <a:avLst/>
              </a:prstGeom>
              <a:blipFill>
                <a:blip r:embed="rId11"/>
                <a:stretch>
                  <a:fillRect t="-7813" r="-2280" b="-20313"/>
                </a:stretch>
              </a:blipFill>
            </p:spPr>
            <p:txBody>
              <a:bodyPr/>
              <a:lstStyle/>
              <a:p>
                <a:r>
                  <a:rPr lang="en-SG">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3C7C130-7DC7-684F-0F04-FD3B9F37B19A}"/>
                  </a:ext>
                </a:extLst>
              </p:cNvPr>
              <p:cNvSpPr txBox="1"/>
              <p:nvPr/>
            </p:nvSpPr>
            <p:spPr>
              <a:xfrm>
                <a:off x="1294403" y="4709767"/>
                <a:ext cx="6773272" cy="429220"/>
              </a:xfrm>
              <a:prstGeom prst="rect">
                <a:avLst/>
              </a:prstGeom>
              <a:noFill/>
            </p:spPr>
            <p:txBody>
              <a:bodyPr wrap="square">
                <a:spAutoFit/>
              </a:bodyPr>
              <a:lstStyle/>
              <a:p>
                <a:pPr eaLnBrk="1" hangingPunct="1"/>
                <a:r>
                  <a:rPr lang="en-US" altLang="en-US" sz="2000" dirty="0"/>
                  <a:t>Quantity demanded is </a:t>
                </a:r>
                <a14:m>
                  <m:oMath xmlns:m="http://schemas.openxmlformats.org/officeDocument/2006/math">
                    <m:r>
                      <a:rPr lang="en-SG" altLang="en-US" sz="2000" b="1" i="1" smtClean="0">
                        <a:latin typeface="Cambria Math" panose="02040503050406030204" pitchFamily="18" charset="0"/>
                      </a:rPr>
                      <m:t>𝒏</m:t>
                    </m:r>
                    <m:r>
                      <a:rPr lang="en-SG" altLang="en-US" sz="2000" b="1" i="1" smtClean="0">
                        <a:latin typeface="Cambria Math" panose="02040503050406030204" pitchFamily="18" charset="0"/>
                      </a:rPr>
                      <m:t>=</m:t>
                    </m:r>
                    <m:r>
                      <a:rPr lang="en-SG" altLang="en-US" sz="2000" b="1" i="1" smtClean="0">
                        <a:latin typeface="Cambria Math" panose="02040503050406030204" pitchFamily="18" charset="0"/>
                      </a:rPr>
                      <m:t>𝟏𝟎𝟎𝟎</m:t>
                    </m:r>
                    <m:r>
                      <a:rPr lang="en-SG" altLang="en-US" sz="2000" b="1" i="1" smtClean="0">
                        <a:latin typeface="Cambria Math" panose="02040503050406030204" pitchFamily="18" charset="0"/>
                      </a:rPr>
                      <m:t>−</m:t>
                    </m:r>
                    <m:sSub>
                      <m:sSubPr>
                        <m:ctrlPr>
                          <a:rPr lang="en-SG" altLang="en-US" sz="2000" b="1" i="1" smtClean="0">
                            <a:latin typeface="Cambria Math" panose="02040503050406030204" pitchFamily="18" charset="0"/>
                          </a:rPr>
                        </m:ctrlPr>
                      </m:sSubPr>
                      <m:e>
                        <m:r>
                          <a:rPr lang="en-SG" altLang="en-US" sz="2000" b="1" i="1" smtClean="0">
                            <a:latin typeface="Cambria Math" panose="02040503050406030204" pitchFamily="18" charset="0"/>
                          </a:rPr>
                          <m:t>𝒗</m:t>
                        </m:r>
                      </m:e>
                      <m:sub>
                        <m:r>
                          <a:rPr lang="en-SG" altLang="en-US" sz="2000" b="1" i="1" smtClean="0">
                            <a:latin typeface="Cambria Math" panose="02040503050406030204" pitchFamily="18" charset="0"/>
                          </a:rPr>
                          <m:t>𝒋</m:t>
                        </m:r>
                      </m:sub>
                    </m:sSub>
                    <m:r>
                      <a:rPr lang="en-SG" altLang="en-US" sz="2000" b="1" i="1" smtClean="0">
                        <a:solidFill>
                          <a:srgbClr val="00B0F0"/>
                        </a:solidFill>
                        <a:latin typeface="Cambria Math" panose="02040503050406030204" pitchFamily="18" charset="0"/>
                      </a:rPr>
                      <m:t>+</m:t>
                    </m:r>
                    <m:r>
                      <a:rPr lang="en-SG" altLang="en-US" sz="2000" b="1" i="0" smtClean="0">
                        <a:solidFill>
                          <a:srgbClr val="00B0F0"/>
                        </a:solidFill>
                        <a:latin typeface="Cambria Math" panose="02040503050406030204" pitchFamily="18" charset="0"/>
                      </a:rPr>
                      <m:t>𝟏</m:t>
                    </m:r>
                  </m:oMath>
                </a14:m>
                <a:r>
                  <a:rPr lang="en-US" altLang="en-US" sz="2000" dirty="0"/>
                  <a:t>      </a:t>
                </a:r>
                <a:r>
                  <a:rPr lang="en-US" altLang="en-US" sz="2000" i="1" dirty="0">
                    <a:solidFill>
                      <a:srgbClr val="00B0F0"/>
                    </a:solidFill>
                  </a:rPr>
                  <a:t>(Including j)</a:t>
                </a:r>
              </a:p>
            </p:txBody>
          </p:sp>
        </mc:Choice>
        <mc:Fallback xmlns="">
          <p:sp>
            <p:nvSpPr>
              <p:cNvPr id="31" name="TextBox 30">
                <a:extLst>
                  <a:ext uri="{FF2B5EF4-FFF2-40B4-BE49-F238E27FC236}">
                    <a16:creationId xmlns:a16="http://schemas.microsoft.com/office/drawing/2014/main" id="{A3C7C130-7DC7-684F-0F04-FD3B9F37B19A}"/>
                  </a:ext>
                </a:extLst>
              </p:cNvPr>
              <p:cNvSpPr txBox="1">
                <a:spLocks noRot="1" noChangeAspect="1" noMove="1" noResize="1" noEditPoints="1" noAdjustHandles="1" noChangeArrowheads="1" noChangeShapeType="1" noTextEdit="1"/>
              </p:cNvSpPr>
              <p:nvPr/>
            </p:nvSpPr>
            <p:spPr>
              <a:xfrm>
                <a:off x="1294403" y="4709767"/>
                <a:ext cx="6773272" cy="429220"/>
              </a:xfrm>
              <a:prstGeom prst="rect">
                <a:avLst/>
              </a:prstGeom>
              <a:blipFill>
                <a:blip r:embed="rId12"/>
                <a:stretch>
                  <a:fillRect l="-900" t="-7143" b="-20000"/>
                </a:stretch>
              </a:blipFill>
            </p:spPr>
            <p:txBody>
              <a:bodyPr/>
              <a:lstStyle/>
              <a:p>
                <a:r>
                  <a:rPr lang="en-SG">
                    <a:noFill/>
                  </a:rPr>
                  <a:t> </a:t>
                </a:r>
              </a:p>
            </p:txBody>
          </p:sp>
        </mc:Fallback>
      </mc:AlternateContent>
      <p:sp>
        <p:nvSpPr>
          <p:cNvPr id="5" name="Slide Number Placeholder 4">
            <a:extLst>
              <a:ext uri="{FF2B5EF4-FFF2-40B4-BE49-F238E27FC236}">
                <a16:creationId xmlns:a16="http://schemas.microsoft.com/office/drawing/2014/main" id="{14D1CCA2-C4FB-7A14-2E75-6A7549696E2D}"/>
              </a:ext>
            </a:extLst>
          </p:cNvPr>
          <p:cNvSpPr>
            <a:spLocks noGrp="1"/>
          </p:cNvSpPr>
          <p:nvPr>
            <p:ph type="sldNum" sz="quarter" idx="12"/>
          </p:nvPr>
        </p:nvSpPr>
        <p:spPr/>
        <p:txBody>
          <a:bodyPr/>
          <a:lstStyle/>
          <a:p>
            <a:fld id="{3F8FFD44-3125-48DD-9AC2-A99B91DF9DE5}" type="slidenum">
              <a:rPr lang="en-GB" smtClean="0"/>
              <a:t>20</a:t>
            </a:fld>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E07EBBA-1F23-9F9F-7BDF-A72D750369B6}"/>
                  </a:ext>
                </a:extLst>
              </p:cNvPr>
              <p:cNvSpPr txBox="1"/>
              <p:nvPr/>
            </p:nvSpPr>
            <p:spPr>
              <a:xfrm>
                <a:off x="1627779" y="5289892"/>
                <a:ext cx="6439896" cy="668645"/>
              </a:xfrm>
              <a:prstGeom prst="rect">
                <a:avLst/>
              </a:prstGeom>
              <a:noFill/>
            </p:spPr>
            <p:txBody>
              <a:bodyPr wrap="square" rtlCol="0">
                <a:spAutoFit/>
              </a:bodyPr>
              <a:lstStyle/>
              <a:p>
                <a14:m>
                  <m:oMath xmlns:m="http://schemas.openxmlformats.org/officeDocument/2006/math">
                    <m:r>
                      <a:rPr lang="en-SG" b="0" i="1" smtClean="0">
                        <a:solidFill>
                          <a:srgbClr val="FF0000"/>
                        </a:solidFill>
                        <a:latin typeface="Cambria Math" panose="02040503050406030204" pitchFamily="18" charset="0"/>
                      </a:rPr>
                      <m:t>𝑛</m:t>
                    </m:r>
                    <m:r>
                      <a:rPr lang="en-SG" b="0" i="1" smtClean="0">
                        <a:solidFill>
                          <a:srgbClr val="FF0000"/>
                        </a:solidFill>
                        <a:latin typeface="Cambria Math" panose="02040503050406030204" pitchFamily="18" charset="0"/>
                      </a:rPr>
                      <m:t>=1000−</m:t>
                    </m:r>
                    <m:r>
                      <a:rPr lang="en-SG" b="0" i="1" smtClean="0">
                        <a:solidFill>
                          <a:srgbClr val="FF0000"/>
                        </a:solidFill>
                        <a:latin typeface="Cambria Math" panose="02040503050406030204" pitchFamily="18" charset="0"/>
                      </a:rPr>
                      <m:t>𝑗</m:t>
                    </m:r>
                    <m:r>
                      <a:rPr lang="en-SG" b="0" i="1" smtClean="0">
                        <a:solidFill>
                          <a:srgbClr val="FF0000"/>
                        </a:solidFill>
                        <a:latin typeface="Cambria Math" panose="02040503050406030204" pitchFamily="18" charset="0"/>
                      </a:rPr>
                      <m:t>+1</m:t>
                    </m:r>
                  </m:oMath>
                </a14:m>
                <a:r>
                  <a:rPr lang="en-SG" dirty="0">
                    <a:solidFill>
                      <a:srgbClr val="FF0000"/>
                    </a:solidFill>
                  </a:rPr>
                  <a:t>.  We use </a:t>
                </a:r>
                <a14:m>
                  <m:oMath xmlns:m="http://schemas.openxmlformats.org/officeDocument/2006/math">
                    <m:sSub>
                      <m:sSubPr>
                        <m:ctrlPr>
                          <a:rPr lang="en-SG" b="1" i="1" smtClean="0">
                            <a:solidFill>
                              <a:srgbClr val="FF0000"/>
                            </a:solidFill>
                            <a:latin typeface="Cambria Math" panose="02040503050406030204" pitchFamily="18" charset="0"/>
                          </a:rPr>
                        </m:ctrlPr>
                      </m:sSubPr>
                      <m:e>
                        <m:r>
                          <a:rPr lang="en-SG" b="1" i="1" smtClean="0">
                            <a:solidFill>
                              <a:srgbClr val="FF0000"/>
                            </a:solidFill>
                            <a:latin typeface="Cambria Math" panose="02040503050406030204" pitchFamily="18" charset="0"/>
                          </a:rPr>
                          <m:t>𝒗</m:t>
                        </m:r>
                      </m:e>
                      <m:sub>
                        <m:r>
                          <a:rPr lang="en-SG" b="1" i="1" smtClean="0">
                            <a:solidFill>
                              <a:srgbClr val="FF0000"/>
                            </a:solidFill>
                            <a:latin typeface="Cambria Math" panose="02040503050406030204" pitchFamily="18" charset="0"/>
                          </a:rPr>
                          <m:t>𝒋</m:t>
                        </m:r>
                      </m:sub>
                    </m:sSub>
                    <m:r>
                      <a:rPr lang="en-SG" b="1" i="1" smtClean="0">
                        <a:solidFill>
                          <a:srgbClr val="FF0000"/>
                        </a:solidFill>
                        <a:latin typeface="Cambria Math" panose="02040503050406030204" pitchFamily="18" charset="0"/>
                      </a:rPr>
                      <m:t>=</m:t>
                    </m:r>
                    <m:r>
                      <a:rPr lang="en-SG" b="1" i="1" smtClean="0">
                        <a:solidFill>
                          <a:srgbClr val="FF0000"/>
                        </a:solidFill>
                        <a:latin typeface="Cambria Math" panose="02040503050406030204" pitchFamily="18" charset="0"/>
                      </a:rPr>
                      <m:t>𝒋</m:t>
                    </m:r>
                  </m:oMath>
                </a14:m>
                <a:r>
                  <a:rPr lang="en-SG" dirty="0">
                    <a:solidFill>
                      <a:srgbClr val="FF0000"/>
                    </a:solidFill>
                  </a:rPr>
                  <a:t> to get the relationship between the number of consumers and the value of the marginal consumer.</a:t>
                </a:r>
              </a:p>
            </p:txBody>
          </p:sp>
        </mc:Choice>
        <mc:Fallback xmlns="">
          <p:sp>
            <p:nvSpPr>
              <p:cNvPr id="2" name="TextBox 1">
                <a:extLst>
                  <a:ext uri="{FF2B5EF4-FFF2-40B4-BE49-F238E27FC236}">
                    <a16:creationId xmlns:a16="http://schemas.microsoft.com/office/drawing/2014/main" id="{9E07EBBA-1F23-9F9F-7BDF-A72D750369B6}"/>
                  </a:ext>
                </a:extLst>
              </p:cNvPr>
              <p:cNvSpPr txBox="1">
                <a:spLocks noRot="1" noChangeAspect="1" noMove="1" noResize="1" noEditPoints="1" noAdjustHandles="1" noChangeArrowheads="1" noChangeShapeType="1" noTextEdit="1"/>
              </p:cNvSpPr>
              <p:nvPr/>
            </p:nvSpPr>
            <p:spPr>
              <a:xfrm>
                <a:off x="1627779" y="5289892"/>
                <a:ext cx="6439896" cy="668645"/>
              </a:xfrm>
              <a:prstGeom prst="rect">
                <a:avLst/>
              </a:prstGeom>
              <a:blipFill>
                <a:blip r:embed="rId13"/>
                <a:stretch>
                  <a:fillRect l="-758" t="-4587" r="-568" b="-14679"/>
                </a:stretch>
              </a:blipFill>
            </p:spPr>
            <p:txBody>
              <a:bodyPr/>
              <a:lstStyle/>
              <a:p>
                <a:r>
                  <a:rPr lang="en-SG">
                    <a:noFill/>
                  </a:rPr>
                  <a:t> </a:t>
                </a:r>
              </a:p>
            </p:txBody>
          </p:sp>
        </mc:Fallback>
      </mc:AlternateContent>
      <p:cxnSp>
        <p:nvCxnSpPr>
          <p:cNvPr id="6" name="Straight Arrow Connector 5">
            <a:extLst>
              <a:ext uri="{FF2B5EF4-FFF2-40B4-BE49-F238E27FC236}">
                <a16:creationId xmlns:a16="http://schemas.microsoft.com/office/drawing/2014/main" id="{B49D948D-2514-E17A-3505-C1BB9B3D3A43}"/>
              </a:ext>
            </a:extLst>
          </p:cNvPr>
          <p:cNvCxnSpPr>
            <a:cxnSpLocks/>
          </p:cNvCxnSpPr>
          <p:nvPr/>
        </p:nvCxnSpPr>
        <p:spPr>
          <a:xfrm flipV="1">
            <a:off x="4681039" y="5054662"/>
            <a:ext cx="373361" cy="13905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419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pPr eaLnBrk="1" hangingPunct="1"/>
            <a:r>
              <a:rPr lang="en-US" altLang="en-US"/>
              <a:t>Network Externalities: an Example</a:t>
            </a:r>
          </a:p>
        </p:txBody>
      </p:sp>
      <mc:AlternateContent xmlns:mc="http://schemas.openxmlformats.org/markup-compatibility/2006" xmlns:a14="http://schemas.microsoft.com/office/drawing/2010/main">
        <mc:Choice Requires="a14">
          <p:sp>
            <p:nvSpPr>
              <p:cNvPr id="63490" name="Rectangle 3"/>
              <p:cNvSpPr>
                <a:spLocks noGrp="1" noChangeArrowheads="1"/>
              </p:cNvSpPr>
              <p:nvPr>
                <p:ph idx="1"/>
              </p:nvPr>
            </p:nvSpPr>
            <p:spPr>
              <a:xfrm>
                <a:off x="847800" y="1456792"/>
                <a:ext cx="10439400" cy="3922452"/>
              </a:xfrm>
            </p:spPr>
            <p:txBody>
              <a:bodyPr>
                <a:normAutofit/>
              </a:bodyPr>
              <a:lstStyle/>
              <a:p>
                <a:pPr marL="0" indent="0">
                  <a:buNone/>
                </a:pPr>
                <a:r>
                  <a:rPr lang="en-US" altLang="en-US" sz="2000" b="1" dirty="0"/>
                  <a:t>What is the inverse demand function of this market?</a:t>
                </a:r>
              </a:p>
              <a:p>
                <a:pPr marL="0" indent="0">
                  <a:buNone/>
                </a:pPr>
                <a:r>
                  <a:rPr lang="en-US" altLang="en-US" sz="2000" u="sng" dirty="0"/>
                  <a:t>Price</a:t>
                </a:r>
                <a:r>
                  <a:rPr lang="en-US" altLang="en-US" sz="2000" dirty="0"/>
                  <a:t> (Valuation of marginal consumer) as a function of </a:t>
                </a:r>
                <a:r>
                  <a:rPr lang="en-US" altLang="en-US" sz="2000" u="sng" dirty="0"/>
                  <a:t>Quantity</a:t>
                </a:r>
                <a:r>
                  <a:rPr lang="en-US" altLang="en-US" sz="2000" dirty="0"/>
                  <a:t> (Number of consumers in market)</a:t>
                </a:r>
              </a:p>
              <a:p>
                <a:endParaRPr lang="en-US" altLang="en-US" sz="2000" dirty="0"/>
              </a:p>
              <a:p>
                <a:pPr marL="457200" indent="-457200">
                  <a:buFont typeface="+mj-lt"/>
                  <a:buAutoNum type="arabicPeriod" startAt="2"/>
                </a:pPr>
                <a:r>
                  <a:rPr lang="en-SG" altLang="en-US" sz="2000" dirty="0"/>
                  <a:t>Suppose</a:t>
                </a:r>
                <a:r>
                  <a:rPr lang="en-US" altLang="en-US" sz="2000" dirty="0"/>
                  <a:t> </a:t>
                </a:r>
                <a14:m>
                  <m:oMath xmlns:m="http://schemas.openxmlformats.org/officeDocument/2006/math">
                    <m:r>
                      <a:rPr lang="en-SG" altLang="en-US" sz="2000" b="0" i="1" smtClean="0">
                        <a:latin typeface="Cambria Math" panose="02040503050406030204" pitchFamily="18" charset="0"/>
                      </a:rPr>
                      <m:t>𝑗</m:t>
                    </m:r>
                  </m:oMath>
                </a14:m>
                <a:r>
                  <a:rPr lang="en-US" altLang="en-US" sz="2000" dirty="0"/>
                  <a:t> is the marginal consumer, and there are </a:t>
                </a:r>
                <a14:m>
                  <m:oMath xmlns:m="http://schemas.openxmlformats.org/officeDocument/2006/math">
                    <m:r>
                      <a:rPr lang="en-SG" altLang="en-US" sz="2000" b="0" i="1" smtClean="0">
                        <a:latin typeface="Cambria Math" panose="02040503050406030204" pitchFamily="18" charset="0"/>
                      </a:rPr>
                      <m:t>𝑛</m:t>
                    </m:r>
                  </m:oMath>
                </a14:m>
                <a:r>
                  <a:rPr lang="en-US" altLang="en-US" sz="2000" dirty="0"/>
                  <a:t> consumers in the market. </a:t>
                </a:r>
                <a:br>
                  <a:rPr lang="en-US" altLang="en-US" sz="2000" dirty="0"/>
                </a:br>
                <a:r>
                  <a:rPr lang="en-US" altLang="en-US" sz="2000" dirty="0"/>
                  <a:t>What is his marginal valuation?</a:t>
                </a:r>
                <a14:m>
                  <m:oMath xmlns:m="http://schemas.openxmlformats.org/officeDocument/2006/math">
                    <m:r>
                      <a:rPr lang="en-SG" altLang="en-US" sz="2000" b="0" i="0" smtClean="0">
                        <a:latin typeface="Cambria Math" panose="02040503050406030204" pitchFamily="18" charset="0"/>
                      </a:rPr>
                      <m:t>  </m:t>
                    </m:r>
                    <m:r>
                      <a:rPr lang="en-SG" altLang="en-US" sz="2000" b="1" i="1" smtClean="0">
                        <a:latin typeface="Cambria Math" panose="02040503050406030204" pitchFamily="18" charset="0"/>
                      </a:rPr>
                      <m:t>𝒑</m:t>
                    </m:r>
                    <m:r>
                      <a:rPr lang="en-SG" altLang="en-US" sz="2000" b="1" i="0" smtClean="0">
                        <a:latin typeface="Cambria Math" panose="02040503050406030204" pitchFamily="18" charset="0"/>
                      </a:rPr>
                      <m:t>=</m:t>
                    </m:r>
                    <m:r>
                      <a:rPr lang="en-SG" altLang="en-US" sz="2000" b="1" i="1" smtClean="0">
                        <a:latin typeface="Cambria Math" panose="02040503050406030204" pitchFamily="18" charset="0"/>
                      </a:rPr>
                      <m:t>𝒏</m:t>
                    </m:r>
                    <m:sSub>
                      <m:sSubPr>
                        <m:ctrlPr>
                          <a:rPr lang="en-SG" altLang="en-US" sz="2000" b="1" i="1" smtClean="0">
                            <a:latin typeface="Cambria Math" panose="02040503050406030204" pitchFamily="18" charset="0"/>
                          </a:rPr>
                        </m:ctrlPr>
                      </m:sSubPr>
                      <m:e>
                        <m:r>
                          <a:rPr lang="en-SG" altLang="en-US" sz="2000" b="1" i="1" smtClean="0">
                            <a:latin typeface="Cambria Math" panose="02040503050406030204" pitchFamily="18" charset="0"/>
                          </a:rPr>
                          <m:t>𝒗</m:t>
                        </m:r>
                      </m:e>
                      <m:sub>
                        <m:r>
                          <a:rPr lang="en-SG" altLang="en-US" sz="2000" b="1" i="1" smtClean="0">
                            <a:latin typeface="Cambria Math" panose="02040503050406030204" pitchFamily="18" charset="0"/>
                          </a:rPr>
                          <m:t>𝒋</m:t>
                        </m:r>
                      </m:sub>
                    </m:sSub>
                  </m:oMath>
                </a14:m>
                <a:endParaRPr lang="en-US" altLang="ja-JP" sz="2000" b="1" dirty="0"/>
              </a:p>
              <a:p>
                <a:pPr marL="457200" indent="-457200">
                  <a:buFont typeface="+mj-lt"/>
                  <a:buAutoNum type="arabicPeriod" startAt="2"/>
                </a:pPr>
                <a:endParaRPr lang="en-US" altLang="ja-JP" sz="2000" dirty="0"/>
              </a:p>
              <a:p>
                <a:pPr marL="0" indent="0">
                  <a:buNone/>
                </a:pPr>
                <a:r>
                  <a:rPr lang="en-US" altLang="en-US" sz="2000" dirty="0"/>
                  <a:t>Combining 1 and 2, we get the inverse demand function:</a:t>
                </a:r>
                <a:br>
                  <a:rPr lang="en-US" altLang="en-US" sz="2000" dirty="0"/>
                </a:br>
                <a:endParaRPr lang="en-US" altLang="en-US" sz="2000" dirty="0"/>
              </a:p>
              <a:p>
                <a:pPr marL="0" indent="0">
                  <a:buNone/>
                </a:pPr>
                <a14:m>
                  <m:oMathPara xmlns:m="http://schemas.openxmlformats.org/officeDocument/2006/math">
                    <m:oMathParaPr>
                      <m:jc m:val="centerGroup"/>
                    </m:oMathParaPr>
                    <m:oMath xmlns:m="http://schemas.openxmlformats.org/officeDocument/2006/math">
                      <m:r>
                        <a:rPr lang="en-SG" altLang="en-US" sz="2000" b="0" i="1" smtClean="0">
                          <a:latin typeface="Cambria Math" panose="02040503050406030204" pitchFamily="18" charset="0"/>
                        </a:rPr>
                        <m:t>𝑝</m:t>
                      </m:r>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𝑛</m:t>
                      </m:r>
                      <m:sSub>
                        <m:sSubPr>
                          <m:ctrlPr>
                            <a:rPr lang="en-SG" altLang="en-US" sz="2000" b="0" i="1" smtClean="0">
                              <a:latin typeface="Cambria Math" panose="02040503050406030204" pitchFamily="18" charset="0"/>
                            </a:rPr>
                          </m:ctrlPr>
                        </m:sSubPr>
                        <m:e>
                          <m:r>
                            <a:rPr lang="en-SG" altLang="en-US" sz="2000" b="0" i="1" smtClean="0">
                              <a:latin typeface="Cambria Math" panose="02040503050406030204" pitchFamily="18" charset="0"/>
                            </a:rPr>
                            <m:t>𝑣</m:t>
                          </m:r>
                        </m:e>
                        <m:sub>
                          <m:r>
                            <a:rPr lang="en-SG" altLang="en-US" sz="2000" b="0" i="1" smtClean="0">
                              <a:latin typeface="Cambria Math" panose="02040503050406030204" pitchFamily="18" charset="0"/>
                            </a:rPr>
                            <m:t>𝑗</m:t>
                          </m:r>
                        </m:sub>
                      </m:sSub>
                      <m:r>
                        <a:rPr lang="en-SG" altLang="en-US" sz="2000" b="0" i="1" smtClean="0">
                          <a:latin typeface="Cambria Math" panose="02040503050406030204" pitchFamily="18" charset="0"/>
                        </a:rPr>
                        <m:t>=</m:t>
                      </m:r>
                      <m:r>
                        <a:rPr lang="en-SG" altLang="en-US" sz="2000" b="0" i="1" smtClean="0">
                          <a:latin typeface="Cambria Math" panose="02040503050406030204" pitchFamily="18" charset="0"/>
                        </a:rPr>
                        <m:t>𝑛</m:t>
                      </m:r>
                      <m:r>
                        <a:rPr lang="en-SG" altLang="en-US" sz="2000" b="0" i="1" smtClean="0">
                          <a:latin typeface="Cambria Math" panose="02040503050406030204" pitchFamily="18" charset="0"/>
                        </a:rPr>
                        <m:t>(1001−</m:t>
                      </m:r>
                      <m:r>
                        <a:rPr lang="en-SG" altLang="en-US" sz="2000" b="0" i="1" smtClean="0">
                          <a:latin typeface="Cambria Math" panose="02040503050406030204" pitchFamily="18" charset="0"/>
                        </a:rPr>
                        <m:t>𝑛</m:t>
                      </m:r>
                      <m:r>
                        <a:rPr lang="en-SG" altLang="en-US" sz="2000" b="0" i="1" smtClean="0">
                          <a:latin typeface="Cambria Math" panose="02040503050406030204" pitchFamily="18" charset="0"/>
                        </a:rPr>
                        <m:t>)</m:t>
                      </m:r>
                    </m:oMath>
                  </m:oMathPara>
                </a14:m>
                <a:endParaRPr lang="en-US" altLang="en-US" sz="2000" dirty="0"/>
              </a:p>
              <a:p>
                <a:pPr marL="457200" indent="-457200">
                  <a:buFont typeface="+mj-lt"/>
                  <a:buAutoNum type="arabicPeriod" startAt="2"/>
                </a:pPr>
                <a:endParaRPr lang="en-US" altLang="ja-JP" sz="2000" dirty="0"/>
              </a:p>
              <a:p>
                <a:pPr marL="457200" indent="-457200">
                  <a:buFont typeface="+mj-lt"/>
                  <a:buAutoNum type="arabicPeriod" startAt="2"/>
                </a:pPr>
                <a:endParaRPr lang="en-US" altLang="en-US" sz="2000" dirty="0"/>
              </a:p>
            </p:txBody>
          </p:sp>
        </mc:Choice>
        <mc:Fallback xmlns="">
          <p:sp>
            <p:nvSpPr>
              <p:cNvPr id="63490" name="Rectangle 3"/>
              <p:cNvSpPr>
                <a:spLocks noGrp="1" noRot="1" noChangeAspect="1" noMove="1" noResize="1" noEditPoints="1" noAdjustHandles="1" noChangeArrowheads="1" noChangeShapeType="1" noTextEdit="1"/>
              </p:cNvSpPr>
              <p:nvPr>
                <p:ph idx="1"/>
              </p:nvPr>
            </p:nvSpPr>
            <p:spPr>
              <a:xfrm>
                <a:off x="847800" y="1456792"/>
                <a:ext cx="10439400" cy="3922452"/>
              </a:xfrm>
              <a:blipFill>
                <a:blip r:embed="rId2"/>
                <a:stretch>
                  <a:fillRect l="-642" t="-1711"/>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FD1E0737-E075-4838-DC99-34643F244A87}"/>
              </a:ext>
            </a:extLst>
          </p:cNvPr>
          <p:cNvSpPr>
            <a:spLocks noGrp="1"/>
          </p:cNvSpPr>
          <p:nvPr>
            <p:ph type="sldNum" sz="quarter" idx="12"/>
          </p:nvPr>
        </p:nvSpPr>
        <p:spPr/>
        <p:txBody>
          <a:bodyPr/>
          <a:lstStyle/>
          <a:p>
            <a:fld id="{3F8FFD44-3125-48DD-9AC2-A99B91DF9DE5}" type="slidenum">
              <a:rPr lang="en-GB" smtClean="0"/>
              <a:t>21</a:t>
            </a:fld>
            <a:endParaRPr lang="en-GB"/>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9AC5E94-1C68-1320-C05D-F889048DA12B}"/>
                  </a:ext>
                </a:extLst>
              </p:cNvPr>
              <p:cNvSpPr txBox="1"/>
              <p:nvPr/>
            </p:nvSpPr>
            <p:spPr>
              <a:xfrm>
                <a:off x="838200" y="5467687"/>
                <a:ext cx="6218775" cy="400110"/>
              </a:xfrm>
              <a:prstGeom prst="rect">
                <a:avLst/>
              </a:prstGeom>
              <a:noFill/>
            </p:spPr>
            <p:txBody>
              <a:bodyPr wrap="square" rtlCol="0">
                <a:spAutoFit/>
              </a:bodyPr>
              <a:lstStyle/>
              <a:p>
                <a:r>
                  <a:rPr lang="en-SG" sz="2000" b="1" dirty="0">
                    <a:solidFill>
                      <a:srgbClr val="FF0000"/>
                    </a:solidFill>
                  </a:rPr>
                  <a:t>Food for thought: What if instead </a:t>
                </a:r>
                <a14:m>
                  <m:oMath xmlns:m="http://schemas.openxmlformats.org/officeDocument/2006/math">
                    <m:sSub>
                      <m:sSubPr>
                        <m:ctrlPr>
                          <a:rPr lang="en-SG" sz="2000" b="1" i="1" smtClean="0">
                            <a:solidFill>
                              <a:srgbClr val="FF0000"/>
                            </a:solidFill>
                            <a:latin typeface="Cambria Math" panose="02040503050406030204" pitchFamily="18" charset="0"/>
                          </a:rPr>
                        </m:ctrlPr>
                      </m:sSubPr>
                      <m:e>
                        <m:r>
                          <a:rPr lang="en-SG" sz="2000" b="1" i="1" smtClean="0">
                            <a:solidFill>
                              <a:srgbClr val="FF0000"/>
                            </a:solidFill>
                            <a:latin typeface="Cambria Math" panose="02040503050406030204" pitchFamily="18" charset="0"/>
                          </a:rPr>
                          <m:t>𝒗</m:t>
                        </m:r>
                      </m:e>
                      <m:sub>
                        <m:r>
                          <a:rPr lang="en-SG" sz="2000" b="1" i="1" smtClean="0">
                            <a:solidFill>
                              <a:srgbClr val="FF0000"/>
                            </a:solidFill>
                            <a:latin typeface="Cambria Math" panose="02040503050406030204" pitchFamily="18" charset="0"/>
                          </a:rPr>
                          <m:t>𝒊</m:t>
                        </m:r>
                      </m:sub>
                    </m:sSub>
                    <m:r>
                      <a:rPr lang="en-SG" sz="2000" b="1" i="1" smtClean="0">
                        <a:solidFill>
                          <a:srgbClr val="FF0000"/>
                        </a:solidFill>
                        <a:latin typeface="Cambria Math" panose="02040503050406030204" pitchFamily="18" charset="0"/>
                      </a:rPr>
                      <m:t>=</m:t>
                    </m:r>
                    <m:r>
                      <a:rPr lang="en-SG" sz="2000" b="1" i="1" smtClean="0">
                        <a:solidFill>
                          <a:srgbClr val="FF0000"/>
                        </a:solidFill>
                        <a:latin typeface="Cambria Math" panose="02040503050406030204" pitchFamily="18" charset="0"/>
                      </a:rPr>
                      <m:t>𝟐</m:t>
                    </m:r>
                    <m:r>
                      <a:rPr lang="en-SG" sz="2000" b="1" i="1" smtClean="0">
                        <a:solidFill>
                          <a:srgbClr val="FF0000"/>
                        </a:solidFill>
                        <a:latin typeface="Cambria Math" panose="02040503050406030204" pitchFamily="18" charset="0"/>
                      </a:rPr>
                      <m:t>𝒊</m:t>
                    </m:r>
                  </m:oMath>
                </a14:m>
                <a:r>
                  <a:rPr lang="en-SG" sz="2000" b="1" dirty="0">
                    <a:solidFill>
                      <a:srgbClr val="FF0000"/>
                    </a:solidFill>
                  </a:rPr>
                  <a:t>?</a:t>
                </a:r>
              </a:p>
            </p:txBody>
          </p:sp>
        </mc:Choice>
        <mc:Fallback xmlns="">
          <p:sp>
            <p:nvSpPr>
              <p:cNvPr id="2" name="TextBox 1">
                <a:extLst>
                  <a:ext uri="{FF2B5EF4-FFF2-40B4-BE49-F238E27FC236}">
                    <a16:creationId xmlns:a16="http://schemas.microsoft.com/office/drawing/2014/main" id="{59AC5E94-1C68-1320-C05D-F889048DA12B}"/>
                  </a:ext>
                </a:extLst>
              </p:cNvPr>
              <p:cNvSpPr txBox="1">
                <a:spLocks noRot="1" noChangeAspect="1" noMove="1" noResize="1" noEditPoints="1" noAdjustHandles="1" noChangeArrowheads="1" noChangeShapeType="1" noTextEdit="1"/>
              </p:cNvSpPr>
              <p:nvPr/>
            </p:nvSpPr>
            <p:spPr>
              <a:xfrm>
                <a:off x="838200" y="5467687"/>
                <a:ext cx="6218775" cy="400110"/>
              </a:xfrm>
              <a:prstGeom prst="rect">
                <a:avLst/>
              </a:prstGeom>
              <a:blipFill>
                <a:blip r:embed="rId3"/>
                <a:stretch>
                  <a:fillRect l="-1078" t="-9091" b="-25758"/>
                </a:stretch>
              </a:blipFill>
            </p:spPr>
            <p:txBody>
              <a:bodyPr/>
              <a:lstStyle/>
              <a:p>
                <a:r>
                  <a:rPr lang="en-SG">
                    <a:noFill/>
                  </a:rPr>
                  <a:t> </a:t>
                </a:r>
              </a:p>
            </p:txBody>
          </p:sp>
        </mc:Fallback>
      </mc:AlternateContent>
    </p:spTree>
    <p:extLst>
      <p:ext uri="{BB962C8B-B14F-4D97-AF65-F5344CB8AC3E}">
        <p14:creationId xmlns:p14="http://schemas.microsoft.com/office/powerpoint/2010/main" val="1256208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p:txBody>
          <a:bodyPr/>
          <a:lstStyle/>
          <a:p>
            <a:pPr algn="l" eaLnBrk="1" hangingPunct="1"/>
            <a:r>
              <a:rPr lang="en-US" altLang="en-US"/>
              <a:t>Network Externalities: an Example</a:t>
            </a:r>
          </a:p>
        </p:txBody>
      </p:sp>
      <p:pic>
        <p:nvPicPr>
          <p:cNvPr id="4" name="Picture 3" descr="A graph shows demand curve. A U-shaped curve is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10;"/>
          <p:cNvPicPr>
            <a:picLocks noChangeAspect="1"/>
          </p:cNvPicPr>
          <p:nvPr/>
        </p:nvPicPr>
        <p:blipFill>
          <a:blip r:embed="rId2"/>
          <a:stretch>
            <a:fillRect/>
          </a:stretch>
        </p:blipFill>
        <p:spPr>
          <a:xfrm>
            <a:off x="1536769" y="2153628"/>
            <a:ext cx="7678671" cy="388143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82E0A8E-3857-3398-47DA-A852AA28EC07}"/>
                  </a:ext>
                </a:extLst>
              </p:cNvPr>
              <p:cNvSpPr txBox="1"/>
              <p:nvPr/>
            </p:nvSpPr>
            <p:spPr>
              <a:xfrm>
                <a:off x="1721644" y="2621756"/>
                <a:ext cx="2114550"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b="0" i="1" smtClean="0">
                          <a:solidFill>
                            <a:srgbClr val="58697D"/>
                          </a:solidFill>
                          <a:latin typeface="Cambria Math" panose="02040503050406030204" pitchFamily="18" charset="0"/>
                        </a:rPr>
                        <m:t>𝑝</m:t>
                      </m:r>
                      <m:r>
                        <a:rPr lang="en-SG" b="0" i="1" smtClean="0">
                          <a:solidFill>
                            <a:srgbClr val="58697D"/>
                          </a:solidFill>
                          <a:latin typeface="Cambria Math" panose="02040503050406030204" pitchFamily="18" charset="0"/>
                        </a:rPr>
                        <m:t>=</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(1001−</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m:t>
                      </m:r>
                    </m:oMath>
                  </m:oMathPara>
                </a14:m>
                <a:endParaRPr lang="en-SG">
                  <a:solidFill>
                    <a:srgbClr val="58697D"/>
                  </a:solidFill>
                </a:endParaRPr>
              </a:p>
            </p:txBody>
          </p:sp>
        </mc:Choice>
        <mc:Fallback xmlns="">
          <p:sp>
            <p:nvSpPr>
              <p:cNvPr id="3" name="TextBox 2">
                <a:extLst>
                  <a:ext uri="{FF2B5EF4-FFF2-40B4-BE49-F238E27FC236}">
                    <a16:creationId xmlns:a16="http://schemas.microsoft.com/office/drawing/2014/main" id="{C82E0A8E-3857-3398-47DA-A852AA28EC07}"/>
                  </a:ext>
                </a:extLst>
              </p:cNvPr>
              <p:cNvSpPr txBox="1">
                <a:spLocks noRot="1" noChangeAspect="1" noMove="1" noResize="1" noEditPoints="1" noAdjustHandles="1" noChangeArrowheads="1" noChangeShapeType="1" noTextEdit="1"/>
              </p:cNvSpPr>
              <p:nvPr/>
            </p:nvSpPr>
            <p:spPr>
              <a:xfrm>
                <a:off x="1721644" y="2621756"/>
                <a:ext cx="2114550" cy="369332"/>
              </a:xfrm>
              <a:prstGeom prst="rect">
                <a:avLst/>
              </a:prstGeom>
              <a:blipFill>
                <a:blip r:embed="rId3"/>
                <a:stretch>
                  <a:fillRect b="-13115"/>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E42E815-E3E4-608B-951F-6A3D18326BE3}"/>
              </a:ext>
            </a:extLst>
          </p:cNvPr>
          <p:cNvSpPr txBox="1"/>
          <p:nvPr/>
        </p:nvSpPr>
        <p:spPr>
          <a:xfrm>
            <a:off x="7550943" y="5573393"/>
            <a:ext cx="806631" cy="461665"/>
          </a:xfrm>
          <a:prstGeom prst="rect">
            <a:avLst/>
          </a:prstGeom>
          <a:solidFill>
            <a:schemeClr val="bg1"/>
          </a:solidFill>
        </p:spPr>
        <p:txBody>
          <a:bodyPr wrap="none" rtlCol="0">
            <a:spAutoFit/>
          </a:bodyPr>
          <a:lstStyle/>
          <a:p>
            <a:r>
              <a:rPr lang="en-SG" sz="2400"/>
              <a:t>1001</a:t>
            </a:r>
          </a:p>
        </p:txBody>
      </p:sp>
      <p:sp>
        <p:nvSpPr>
          <p:cNvPr id="7" name="Slide Number Placeholder 6">
            <a:extLst>
              <a:ext uri="{FF2B5EF4-FFF2-40B4-BE49-F238E27FC236}">
                <a16:creationId xmlns:a16="http://schemas.microsoft.com/office/drawing/2014/main" id="{F4FB5BF8-CA48-3057-8434-B2BF43DD9F1D}"/>
              </a:ext>
            </a:extLst>
          </p:cNvPr>
          <p:cNvSpPr>
            <a:spLocks noGrp="1"/>
          </p:cNvSpPr>
          <p:nvPr>
            <p:ph type="sldNum" sz="quarter" idx="12"/>
          </p:nvPr>
        </p:nvSpPr>
        <p:spPr/>
        <p:txBody>
          <a:bodyPr/>
          <a:lstStyle/>
          <a:p>
            <a:fld id="{3F8FFD44-3125-48DD-9AC2-A99B91DF9DE5}" type="slidenum">
              <a:rPr lang="en-GB" smtClean="0"/>
              <a:t>22</a:t>
            </a:fld>
            <a:endParaRPr lang="en-GB"/>
          </a:p>
        </p:txBody>
      </p:sp>
    </p:spTree>
    <p:extLst>
      <p:ext uri="{BB962C8B-B14F-4D97-AF65-F5344CB8AC3E}">
        <p14:creationId xmlns:p14="http://schemas.microsoft.com/office/powerpoint/2010/main" val="111974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p:txBody>
          <a:bodyPr/>
          <a:lstStyle/>
          <a:p>
            <a:pPr eaLnBrk="1" hangingPunct="1"/>
            <a:r>
              <a:rPr lang="en-US" altLang="en-US"/>
              <a:t>Network Externalities: an Example</a:t>
            </a:r>
          </a:p>
        </p:txBody>
      </p:sp>
      <mc:AlternateContent xmlns:mc="http://schemas.openxmlformats.org/markup-compatibility/2006" xmlns:a14="http://schemas.microsoft.com/office/drawing/2010/main">
        <mc:Choice Requires="a14">
          <p:sp>
            <p:nvSpPr>
              <p:cNvPr id="65538" name="Rectangle 3"/>
              <p:cNvSpPr>
                <a:spLocks noGrp="1" noChangeArrowheads="1"/>
              </p:cNvSpPr>
              <p:nvPr>
                <p:ph idx="1"/>
              </p:nvPr>
            </p:nvSpPr>
            <p:spPr>
              <a:xfrm>
                <a:off x="6417469" y="1959958"/>
                <a:ext cx="5048250" cy="972084"/>
              </a:xfrm>
            </p:spPr>
            <p:txBody>
              <a:bodyPr>
                <a:normAutofit/>
              </a:bodyPr>
              <a:lstStyle/>
              <a:p>
                <a:pPr marL="0" indent="0" eaLnBrk="1" hangingPunct="1">
                  <a:buNone/>
                </a:pPr>
                <a:r>
                  <a:rPr lang="en-US" altLang="en-US" sz="2000" dirty="0">
                    <a:solidFill>
                      <a:srgbClr val="0070C0"/>
                    </a:solidFill>
                  </a:rPr>
                  <a:t>Suppose that each consumer costs the same to serve: constant marginal production cost, </a:t>
                </a:r>
                <a14:m>
                  <m:oMath xmlns:m="http://schemas.openxmlformats.org/officeDocument/2006/math">
                    <m:r>
                      <a:rPr lang="en-US" altLang="en-US" sz="2000" b="0" i="1" smtClean="0">
                        <a:solidFill>
                          <a:srgbClr val="0070C0"/>
                        </a:solidFill>
                        <a:latin typeface="Cambria Math" panose="02040503050406030204" pitchFamily="18" charset="0"/>
                      </a:rPr>
                      <m:t>𝑐</m:t>
                    </m:r>
                  </m:oMath>
                </a14:m>
                <a:r>
                  <a:rPr lang="en-US" altLang="en-US" sz="2000" dirty="0">
                    <a:solidFill>
                      <a:srgbClr val="0070C0"/>
                    </a:solidFill>
                  </a:rPr>
                  <a:t>. </a:t>
                </a:r>
              </a:p>
            </p:txBody>
          </p:sp>
        </mc:Choice>
        <mc:Fallback xmlns="">
          <p:sp>
            <p:nvSpPr>
              <p:cNvPr id="65538" name="Rectangle 3"/>
              <p:cNvSpPr>
                <a:spLocks noGrp="1" noRot="1" noChangeAspect="1" noMove="1" noResize="1" noEditPoints="1" noAdjustHandles="1" noChangeArrowheads="1" noChangeShapeType="1" noTextEdit="1"/>
              </p:cNvSpPr>
              <p:nvPr>
                <p:ph idx="1"/>
              </p:nvPr>
            </p:nvSpPr>
            <p:spPr>
              <a:xfrm>
                <a:off x="6417469" y="1959958"/>
                <a:ext cx="5048250" cy="972084"/>
              </a:xfrm>
              <a:blipFill>
                <a:blip r:embed="rId2"/>
                <a:stretch>
                  <a:fillRect l="-1329" t="-6918" r="-2174"/>
                </a:stretch>
              </a:blipFill>
            </p:spPr>
            <p:txBody>
              <a:bodyPr/>
              <a:lstStyle/>
              <a:p>
                <a:r>
                  <a:rPr lang="en-SG">
                    <a:noFill/>
                  </a:rPr>
                  <a:t> </a:t>
                </a:r>
              </a:p>
            </p:txBody>
          </p:sp>
        </mc:Fallback>
      </mc:AlternateContent>
      <p:pic>
        <p:nvPicPr>
          <p:cNvPr id="5" name="Picture 4" descr="A graph shows demand curve and supply curve. A U-shaped curve and a line are graphed on a coordinate plane.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10;">
            <a:extLst>
              <a:ext uri="{FF2B5EF4-FFF2-40B4-BE49-F238E27FC236}">
                <a16:creationId xmlns:a16="http://schemas.microsoft.com/office/drawing/2014/main" id="{38DF7E8D-689E-4A34-B657-4895C97C266E}"/>
              </a:ext>
            </a:extLst>
          </p:cNvPr>
          <p:cNvPicPr>
            <a:picLocks noChangeAspect="1"/>
          </p:cNvPicPr>
          <p:nvPr/>
        </p:nvPicPr>
        <p:blipFill>
          <a:blip r:embed="rId3"/>
          <a:stretch>
            <a:fillRect/>
          </a:stretch>
        </p:blipFill>
        <p:spPr>
          <a:xfrm>
            <a:off x="1543037" y="2132555"/>
            <a:ext cx="8786826" cy="3986840"/>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0B5E812-30A7-B883-AFC5-96CB682448C0}"/>
                  </a:ext>
                </a:extLst>
              </p:cNvPr>
              <p:cNvSpPr txBox="1"/>
              <p:nvPr/>
            </p:nvSpPr>
            <p:spPr>
              <a:xfrm>
                <a:off x="1721644" y="2550316"/>
                <a:ext cx="2114550"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b="0" i="1" smtClean="0">
                          <a:solidFill>
                            <a:srgbClr val="58697D"/>
                          </a:solidFill>
                          <a:latin typeface="Cambria Math" panose="02040503050406030204" pitchFamily="18" charset="0"/>
                        </a:rPr>
                        <m:t>𝑝</m:t>
                      </m:r>
                      <m:r>
                        <a:rPr lang="en-SG" b="0" i="1" smtClean="0">
                          <a:solidFill>
                            <a:srgbClr val="58697D"/>
                          </a:solidFill>
                          <a:latin typeface="Cambria Math" panose="02040503050406030204" pitchFamily="18" charset="0"/>
                        </a:rPr>
                        <m:t>=</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(1001−</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m:t>
                      </m:r>
                    </m:oMath>
                  </m:oMathPara>
                </a14:m>
                <a:endParaRPr lang="en-SG">
                  <a:solidFill>
                    <a:srgbClr val="58697D"/>
                  </a:solidFill>
                </a:endParaRPr>
              </a:p>
            </p:txBody>
          </p:sp>
        </mc:Choice>
        <mc:Fallback xmlns="">
          <p:sp>
            <p:nvSpPr>
              <p:cNvPr id="6" name="TextBox 5">
                <a:extLst>
                  <a:ext uri="{FF2B5EF4-FFF2-40B4-BE49-F238E27FC236}">
                    <a16:creationId xmlns:a16="http://schemas.microsoft.com/office/drawing/2014/main" id="{B0B5E812-30A7-B883-AFC5-96CB682448C0}"/>
                  </a:ext>
                </a:extLst>
              </p:cNvPr>
              <p:cNvSpPr txBox="1">
                <a:spLocks noRot="1" noChangeAspect="1" noMove="1" noResize="1" noEditPoints="1" noAdjustHandles="1" noChangeArrowheads="1" noChangeShapeType="1" noTextEdit="1"/>
              </p:cNvSpPr>
              <p:nvPr/>
            </p:nvSpPr>
            <p:spPr>
              <a:xfrm>
                <a:off x="1721644" y="2550316"/>
                <a:ext cx="2114550" cy="369332"/>
              </a:xfrm>
              <a:prstGeom prst="rect">
                <a:avLst/>
              </a:prstGeom>
              <a:blipFill>
                <a:blip r:embed="rId4"/>
                <a:stretch>
                  <a:fillRect b="-131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3376A49-F309-CD50-58D5-DF709D5B6437}"/>
              </a:ext>
            </a:extLst>
          </p:cNvPr>
          <p:cNvSpPr txBox="1"/>
          <p:nvPr/>
        </p:nvSpPr>
        <p:spPr>
          <a:xfrm>
            <a:off x="7608093" y="5591810"/>
            <a:ext cx="806631" cy="461665"/>
          </a:xfrm>
          <a:prstGeom prst="rect">
            <a:avLst/>
          </a:prstGeom>
          <a:solidFill>
            <a:schemeClr val="bg1"/>
          </a:solidFill>
        </p:spPr>
        <p:txBody>
          <a:bodyPr wrap="none" rtlCol="0">
            <a:spAutoFit/>
          </a:bodyPr>
          <a:lstStyle/>
          <a:p>
            <a:r>
              <a:rPr lang="en-SG" sz="2400">
                <a:solidFill>
                  <a:srgbClr val="FF0000"/>
                </a:solidFill>
              </a:rPr>
              <a:t>1001</a:t>
            </a:r>
          </a:p>
        </p:txBody>
      </p:sp>
      <p:sp>
        <p:nvSpPr>
          <p:cNvPr id="7" name="Slide Number Placeholder 6">
            <a:extLst>
              <a:ext uri="{FF2B5EF4-FFF2-40B4-BE49-F238E27FC236}">
                <a16:creationId xmlns:a16="http://schemas.microsoft.com/office/drawing/2014/main" id="{2E6B6A84-EE71-1357-3FE2-8557D6569D93}"/>
              </a:ext>
            </a:extLst>
          </p:cNvPr>
          <p:cNvSpPr>
            <a:spLocks noGrp="1"/>
          </p:cNvSpPr>
          <p:nvPr>
            <p:ph type="sldNum" sz="quarter" idx="12"/>
          </p:nvPr>
        </p:nvSpPr>
        <p:spPr/>
        <p:txBody>
          <a:bodyPr/>
          <a:lstStyle/>
          <a:p>
            <a:fld id="{3F8FFD44-3125-48DD-9AC2-A99B91DF9DE5}" type="slidenum">
              <a:rPr lang="en-GB" smtClean="0"/>
              <a:t>23</a:t>
            </a:fld>
            <a:endParaRPr lang="en-GB"/>
          </a:p>
        </p:txBody>
      </p:sp>
    </p:spTree>
    <p:extLst>
      <p:ext uri="{BB962C8B-B14F-4D97-AF65-F5344CB8AC3E}">
        <p14:creationId xmlns:p14="http://schemas.microsoft.com/office/powerpoint/2010/main" val="1849850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1026"/>
          <p:cNvSpPr>
            <a:spLocks noGrp="1" noChangeArrowheads="1"/>
          </p:cNvSpPr>
          <p:nvPr>
            <p:ph type="title"/>
          </p:nvPr>
        </p:nvSpPr>
        <p:spPr/>
        <p:txBody>
          <a:bodyPr/>
          <a:lstStyle/>
          <a:p>
            <a:pPr eaLnBrk="1" hangingPunct="1"/>
            <a:r>
              <a:rPr lang="en-US" altLang="en-US"/>
              <a:t>Network Externalities: an Example</a:t>
            </a:r>
          </a:p>
        </p:txBody>
      </p:sp>
      <mc:AlternateContent xmlns:mc="http://schemas.openxmlformats.org/markup-compatibility/2006" xmlns:a14="http://schemas.microsoft.com/office/drawing/2010/main">
        <mc:Choice Requires="a14">
          <p:sp>
            <p:nvSpPr>
              <p:cNvPr id="68610" name="Rectangle 1027"/>
              <p:cNvSpPr>
                <a:spLocks noGrp="1" noChangeArrowheads="1"/>
              </p:cNvSpPr>
              <p:nvPr>
                <p:ph idx="1"/>
              </p:nvPr>
            </p:nvSpPr>
            <p:spPr>
              <a:xfrm>
                <a:off x="838200" y="1456791"/>
                <a:ext cx="4419600" cy="4755473"/>
              </a:xfrm>
            </p:spPr>
            <p:txBody>
              <a:bodyPr>
                <a:normAutofit/>
              </a:bodyPr>
              <a:lstStyle/>
              <a:p>
                <a:pPr eaLnBrk="1" hangingPunct="1"/>
                <a:endParaRPr lang="en-US" altLang="en-US" sz="2000"/>
              </a:p>
              <a:p>
                <a:pPr marL="0" indent="0" eaLnBrk="1" hangingPunct="1">
                  <a:buNone/>
                </a:pPr>
                <a:r>
                  <a:rPr lang="en-US" altLang="en-US" sz="2000" b="1"/>
                  <a:t>What are the market equilibria?</a:t>
                </a:r>
              </a:p>
              <a:p>
                <a:pPr eaLnBrk="1" hangingPunct="1"/>
                <a:endParaRPr lang="en-US" altLang="en-US" sz="2000"/>
              </a:p>
              <a:p>
                <a:pPr marL="0" indent="0" eaLnBrk="1" hangingPunct="1">
                  <a:buNone/>
                </a:pPr>
                <a:r>
                  <a:rPr lang="en-US" altLang="en-US" sz="2000"/>
                  <a:t>(a) No buyer buys, no seller supplies.</a:t>
                </a:r>
              </a:p>
              <a:p>
                <a:r>
                  <a:rPr lang="en-US" altLang="en-US" sz="1800"/>
                  <a:t>If </a:t>
                </a:r>
                <a14:m>
                  <m:oMath xmlns:m="http://schemas.openxmlformats.org/officeDocument/2006/math">
                    <m:r>
                      <a:rPr lang="en-US" altLang="en-US" sz="1800" b="0" i="1" smtClean="0">
                        <a:latin typeface="Cambria Math" panose="02040503050406030204" pitchFamily="18" charset="0"/>
                      </a:rPr>
                      <m:t>𝑛</m:t>
                    </m:r>
                    <m:r>
                      <a:rPr lang="en-US" altLang="en-US" sz="1800" b="0" i="1" smtClean="0">
                        <a:latin typeface="Cambria Math" panose="02040503050406030204" pitchFamily="18" charset="0"/>
                      </a:rPr>
                      <m:t>=0</m:t>
                    </m:r>
                  </m:oMath>
                </a14:m>
                <a:r>
                  <a:rPr lang="en-US" altLang="en-US" sz="1800"/>
                  <a:t>, then value </a:t>
                </a:r>
                <a14:m>
                  <m:oMath xmlns:m="http://schemas.openxmlformats.org/officeDocument/2006/math">
                    <m:r>
                      <a:rPr lang="en-US" altLang="en-US" sz="1800" i="1" dirty="0" smtClean="0">
                        <a:latin typeface="Cambria Math" panose="02040503050406030204" pitchFamily="18" charset="0"/>
                      </a:rPr>
                      <m:t>𝑛𝑣</m:t>
                    </m:r>
                    <m:r>
                      <a:rPr lang="en-US" altLang="en-US" sz="1800" i="1" dirty="0" smtClean="0">
                        <a:latin typeface="Cambria Math" panose="02040503050406030204" pitchFamily="18" charset="0"/>
                      </a:rPr>
                      <m:t> = 0</m:t>
                    </m:r>
                  </m:oMath>
                </a14:m>
                <a:r>
                  <a:rPr lang="en-US" altLang="en-US" sz="1800"/>
                  <a:t> for all buyers </a:t>
                </a:r>
                <a14:m>
                  <m:oMath xmlns:m="http://schemas.openxmlformats.org/officeDocument/2006/math">
                    <m:r>
                      <a:rPr lang="en-US" altLang="en-US" sz="1800" i="1" dirty="0" smtClean="0">
                        <a:latin typeface="Cambria Math" panose="02040503050406030204" pitchFamily="18" charset="0"/>
                      </a:rPr>
                      <m:t>𝑣</m:t>
                    </m:r>
                  </m:oMath>
                </a14:m>
                <a:r>
                  <a:rPr lang="en-US" altLang="en-US" sz="1800"/>
                  <a:t>, so no buyer buys.</a:t>
                </a:r>
              </a:p>
              <a:p>
                <a:r>
                  <a:rPr lang="en-US" altLang="en-US" sz="1800"/>
                  <a:t>If no buyer buys, then no seller supplies.</a:t>
                </a:r>
              </a:p>
            </p:txBody>
          </p:sp>
        </mc:Choice>
        <mc:Fallback xmlns="">
          <p:sp>
            <p:nvSpPr>
              <p:cNvPr id="68610" name="Rectangle 1027"/>
              <p:cNvSpPr>
                <a:spLocks noGrp="1" noRot="1" noChangeAspect="1" noMove="1" noResize="1" noEditPoints="1" noAdjustHandles="1" noChangeArrowheads="1" noChangeShapeType="1" noTextEdit="1"/>
              </p:cNvSpPr>
              <p:nvPr>
                <p:ph idx="1"/>
              </p:nvPr>
            </p:nvSpPr>
            <p:spPr>
              <a:xfrm>
                <a:off x="838200" y="1456791"/>
                <a:ext cx="4419600" cy="4755473"/>
              </a:xfrm>
              <a:blipFill>
                <a:blip r:embed="rId3"/>
                <a:stretch>
                  <a:fillRect l="-1517" r="-552"/>
                </a:stretch>
              </a:blipFill>
            </p:spPr>
            <p:txBody>
              <a:bodyPr/>
              <a:lstStyle/>
              <a:p>
                <a:r>
                  <a:rPr lang="en-US">
                    <a:noFill/>
                  </a:rPr>
                  <a:t> </a:t>
                </a:r>
              </a:p>
            </p:txBody>
          </p:sp>
        </mc:Fallback>
      </mc:AlternateContent>
      <p:pic>
        <p:nvPicPr>
          <p:cNvPr id="5" name="Picture 4" descr="A graph shows demand curve and supply curve. A U-shaped curve and a line are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 Origin is highlighted and labeled (a).&#10;">
            <a:extLst>
              <a:ext uri="{FF2B5EF4-FFF2-40B4-BE49-F238E27FC236}">
                <a16:creationId xmlns:a16="http://schemas.microsoft.com/office/drawing/2014/main" id="{E3183B36-7FA6-43AE-BE23-02075AE98B08}"/>
              </a:ext>
            </a:extLst>
          </p:cNvPr>
          <p:cNvPicPr>
            <a:picLocks noChangeAspect="1"/>
          </p:cNvPicPr>
          <p:nvPr/>
        </p:nvPicPr>
        <p:blipFill>
          <a:blip r:embed="rId4"/>
          <a:stretch>
            <a:fillRect/>
          </a:stretch>
        </p:blipFill>
        <p:spPr>
          <a:xfrm>
            <a:off x="5453506" y="2255319"/>
            <a:ext cx="6240384" cy="2824513"/>
          </a:xfrm>
          <a:prstGeom prst="rect">
            <a:avLst/>
          </a:prstGeom>
        </p:spPr>
      </p:pic>
      <p:sp>
        <p:nvSpPr>
          <p:cNvPr id="3" name="TextBox 2">
            <a:extLst>
              <a:ext uri="{FF2B5EF4-FFF2-40B4-BE49-F238E27FC236}">
                <a16:creationId xmlns:a16="http://schemas.microsoft.com/office/drawing/2014/main" id="{FAEA540A-7CEB-A6E9-73FE-056A9D5A2082}"/>
              </a:ext>
            </a:extLst>
          </p:cNvPr>
          <p:cNvSpPr txBox="1"/>
          <p:nvPr/>
        </p:nvSpPr>
        <p:spPr>
          <a:xfrm>
            <a:off x="9686923" y="4710500"/>
            <a:ext cx="652743" cy="369332"/>
          </a:xfrm>
          <a:prstGeom prst="rect">
            <a:avLst/>
          </a:prstGeom>
          <a:solidFill>
            <a:schemeClr val="bg1"/>
          </a:solidFill>
        </p:spPr>
        <p:txBody>
          <a:bodyPr wrap="none" rtlCol="0">
            <a:spAutoFit/>
          </a:bodyPr>
          <a:lstStyle/>
          <a:p>
            <a:r>
              <a:rPr lang="en-SG">
                <a:solidFill>
                  <a:srgbClr val="58697D"/>
                </a:solidFill>
              </a:rPr>
              <a:t>1001</a:t>
            </a:r>
          </a:p>
        </p:txBody>
      </p:sp>
      <p:sp>
        <p:nvSpPr>
          <p:cNvPr id="4" name="TextBox 3">
            <a:extLst>
              <a:ext uri="{FF2B5EF4-FFF2-40B4-BE49-F238E27FC236}">
                <a16:creationId xmlns:a16="http://schemas.microsoft.com/office/drawing/2014/main" id="{BFB7AFFF-AF42-6290-B231-48F7D10A860D}"/>
              </a:ext>
            </a:extLst>
          </p:cNvPr>
          <p:cNvSpPr txBox="1"/>
          <p:nvPr/>
        </p:nvSpPr>
        <p:spPr>
          <a:xfrm>
            <a:off x="9686922" y="4710500"/>
            <a:ext cx="652743" cy="369332"/>
          </a:xfrm>
          <a:prstGeom prst="rect">
            <a:avLst/>
          </a:prstGeom>
          <a:solidFill>
            <a:schemeClr val="bg1"/>
          </a:solidFill>
        </p:spPr>
        <p:txBody>
          <a:bodyPr wrap="none" rtlCol="0">
            <a:spAutoFit/>
          </a:bodyPr>
          <a:lstStyle/>
          <a:p>
            <a:r>
              <a:rPr lang="en-SG">
                <a:solidFill>
                  <a:srgbClr val="FF0000"/>
                </a:solidFill>
              </a:rPr>
              <a:t>1001</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1E7F499-E094-55F9-8769-677B39F47E21}"/>
                  </a:ext>
                </a:extLst>
              </p:cNvPr>
              <p:cNvSpPr txBox="1"/>
              <p:nvPr/>
            </p:nvSpPr>
            <p:spPr>
              <a:xfrm>
                <a:off x="5453506" y="2526778"/>
                <a:ext cx="2114550" cy="3077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1400" b="0" i="1" smtClean="0">
                          <a:solidFill>
                            <a:srgbClr val="58697D"/>
                          </a:solidFill>
                          <a:latin typeface="Cambria Math" panose="02040503050406030204" pitchFamily="18" charset="0"/>
                        </a:rPr>
                        <m:t>𝑝</m:t>
                      </m:r>
                      <m:r>
                        <a:rPr lang="en-SG" sz="1400" b="0" i="1" smtClean="0">
                          <a:solidFill>
                            <a:srgbClr val="58697D"/>
                          </a:solidFill>
                          <a:latin typeface="Cambria Math" panose="02040503050406030204" pitchFamily="18" charset="0"/>
                        </a:rPr>
                        <m:t>=</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(1001−</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m:t>
                      </m:r>
                    </m:oMath>
                  </m:oMathPara>
                </a14:m>
                <a:endParaRPr lang="en-SG" sz="1400">
                  <a:solidFill>
                    <a:srgbClr val="58697D"/>
                  </a:solidFill>
                </a:endParaRPr>
              </a:p>
            </p:txBody>
          </p:sp>
        </mc:Choice>
        <mc:Fallback xmlns="">
          <p:sp>
            <p:nvSpPr>
              <p:cNvPr id="6" name="TextBox 5">
                <a:extLst>
                  <a:ext uri="{FF2B5EF4-FFF2-40B4-BE49-F238E27FC236}">
                    <a16:creationId xmlns:a16="http://schemas.microsoft.com/office/drawing/2014/main" id="{A1E7F499-E094-55F9-8769-677B39F47E21}"/>
                  </a:ext>
                </a:extLst>
              </p:cNvPr>
              <p:cNvSpPr txBox="1">
                <a:spLocks noRot="1" noChangeAspect="1" noMove="1" noResize="1" noEditPoints="1" noAdjustHandles="1" noChangeArrowheads="1" noChangeShapeType="1" noTextEdit="1"/>
              </p:cNvSpPr>
              <p:nvPr/>
            </p:nvSpPr>
            <p:spPr>
              <a:xfrm>
                <a:off x="5453506" y="2526778"/>
                <a:ext cx="2114550" cy="307777"/>
              </a:xfrm>
              <a:prstGeom prst="rect">
                <a:avLst/>
              </a:prstGeom>
              <a:blipFill>
                <a:blip r:embed="rId5"/>
                <a:stretch>
                  <a:fillRect b="-5882"/>
                </a:stretch>
              </a:blipFill>
            </p:spPr>
            <p:txBody>
              <a:bodyPr/>
              <a:lstStyle/>
              <a:p>
                <a:r>
                  <a:rPr lang="en-SG">
                    <a:noFill/>
                  </a:rPr>
                  <a:t> </a:t>
                </a:r>
              </a:p>
            </p:txBody>
          </p:sp>
        </mc:Fallback>
      </mc:AlternateContent>
      <p:sp>
        <p:nvSpPr>
          <p:cNvPr id="8" name="Slide Number Placeholder 7">
            <a:extLst>
              <a:ext uri="{FF2B5EF4-FFF2-40B4-BE49-F238E27FC236}">
                <a16:creationId xmlns:a16="http://schemas.microsoft.com/office/drawing/2014/main" id="{5E2A1365-0B6B-8A2A-760C-293DA60BD6A0}"/>
              </a:ext>
            </a:extLst>
          </p:cNvPr>
          <p:cNvSpPr>
            <a:spLocks noGrp="1"/>
          </p:cNvSpPr>
          <p:nvPr>
            <p:ph type="sldNum" sz="quarter" idx="12"/>
          </p:nvPr>
        </p:nvSpPr>
        <p:spPr/>
        <p:txBody>
          <a:bodyPr/>
          <a:lstStyle/>
          <a:p>
            <a:fld id="{3F8FFD44-3125-48DD-9AC2-A99B91DF9DE5}" type="slidenum">
              <a:rPr lang="en-GB" smtClean="0"/>
              <a:t>24</a:t>
            </a:fld>
            <a:endParaRPr lang="en-GB"/>
          </a:p>
        </p:txBody>
      </p:sp>
    </p:spTree>
    <p:extLst>
      <p:ext uri="{BB962C8B-B14F-4D97-AF65-F5344CB8AC3E}">
        <p14:creationId xmlns:p14="http://schemas.microsoft.com/office/powerpoint/2010/main" val="4342010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pPr eaLnBrk="1" hangingPunct="1"/>
            <a:r>
              <a:rPr lang="en-US" altLang="en-US"/>
              <a:t>Network Externalities: an Example</a:t>
            </a:r>
          </a:p>
        </p:txBody>
      </p:sp>
      <mc:AlternateContent xmlns:mc="http://schemas.openxmlformats.org/markup-compatibility/2006" xmlns:a14="http://schemas.microsoft.com/office/drawing/2010/main">
        <mc:Choice Requires="a14">
          <p:sp>
            <p:nvSpPr>
              <p:cNvPr id="71682" name="Rectangle 3"/>
              <p:cNvSpPr>
                <a:spLocks noGrp="1" noChangeArrowheads="1"/>
              </p:cNvSpPr>
              <p:nvPr>
                <p:ph idx="1"/>
              </p:nvPr>
            </p:nvSpPr>
            <p:spPr>
              <a:xfrm>
                <a:off x="965198" y="1453896"/>
                <a:ext cx="4602281" cy="5138290"/>
              </a:xfrm>
            </p:spPr>
            <p:txBody>
              <a:bodyPr>
                <a:normAutofit/>
              </a:bodyPr>
              <a:lstStyle/>
              <a:p>
                <a:pPr eaLnBrk="1" hangingPunct="1"/>
                <a:endParaRPr lang="en-US" altLang="en-US" sz="2000" dirty="0"/>
              </a:p>
              <a:p>
                <a:pPr marL="0" indent="0" eaLnBrk="1" hangingPunct="1">
                  <a:buNone/>
                </a:pPr>
                <a:r>
                  <a:rPr lang="en-US" altLang="en-US" sz="2000" b="1" dirty="0"/>
                  <a:t>What are the market equilibria?</a:t>
                </a:r>
              </a:p>
              <a:p>
                <a:pPr eaLnBrk="1" hangingPunct="1"/>
                <a:endParaRPr lang="en-US" altLang="en-US" sz="2000" dirty="0"/>
              </a:p>
              <a:p>
                <a:pPr marL="0" indent="0" eaLnBrk="1" hangingPunct="1">
                  <a:buNone/>
                </a:pPr>
                <a:r>
                  <a:rPr lang="en-US" altLang="en-US" sz="2000" dirty="0"/>
                  <a:t>(b) A small number, </a:t>
                </a:r>
                <a14:m>
                  <m:oMath xmlns:m="http://schemas.openxmlformats.org/officeDocument/2006/math">
                    <m:r>
                      <a:rPr lang="en-US" altLang="en-US" sz="2000" i="1" dirty="0" smtClean="0">
                        <a:latin typeface="Cambria Math" panose="02040503050406030204" pitchFamily="18" charset="0"/>
                      </a:rPr>
                      <m:t>𝑛</m:t>
                    </m:r>
                    <m:r>
                      <a:rPr lang="en-US" altLang="ja-JP" sz="2000" i="1" dirty="0">
                        <a:latin typeface="Cambria Math" panose="02040503050406030204" pitchFamily="18" charset="0"/>
                      </a:rPr>
                      <m:t>′</m:t>
                    </m:r>
                  </m:oMath>
                </a14:m>
                <a:r>
                  <a:rPr lang="en-US" altLang="ja-JP" sz="2000" dirty="0"/>
                  <a:t>, of buyers buy.</a:t>
                </a:r>
              </a:p>
              <a:p>
                <a:r>
                  <a:rPr lang="en-US" altLang="en-US" sz="1800" dirty="0"/>
                  <a:t>Small </a:t>
                </a:r>
                <a14:m>
                  <m:oMath xmlns:m="http://schemas.openxmlformats.org/officeDocument/2006/math">
                    <m:r>
                      <a:rPr lang="en-US" altLang="en-US" sz="1800" i="1" dirty="0" smtClean="0">
                        <a:latin typeface="Cambria Math" panose="02040503050406030204" pitchFamily="18" charset="0"/>
                      </a:rPr>
                      <m:t>𝑛</m:t>
                    </m:r>
                    <m:r>
                      <a:rPr lang="en-US" altLang="ja-JP" sz="1800" i="1" dirty="0">
                        <a:latin typeface="Cambria Math" panose="02040503050406030204" pitchFamily="18" charset="0"/>
                      </a:rPr>
                      <m:t>′</m:t>
                    </m:r>
                  </m:oMath>
                </a14:m>
                <a:r>
                  <a:rPr lang="en-US" altLang="ja-JP" sz="1800" i="1" dirty="0"/>
                  <a:t> </a:t>
                </a:r>
                <a:r>
                  <a:rPr lang="en-US" altLang="ja-JP" sz="1800" dirty="0">
                    <a:sym typeface="Symbol" pitchFamily="18" charset="2"/>
                  </a:rPr>
                  <a:t> small network externality value </a:t>
                </a:r>
              </a:p>
              <a:p>
                <a:r>
                  <a:rPr lang="en-US" altLang="ja-JP" sz="1800" dirty="0">
                    <a:sym typeface="Symbol" pitchFamily="18" charset="2"/>
                  </a:rPr>
                  <a:t>G</a:t>
                </a:r>
                <a:r>
                  <a:rPr lang="en-US" altLang="en-US" sz="1800" dirty="0">
                    <a:sym typeface="Symbol" pitchFamily="18" charset="2"/>
                  </a:rPr>
                  <a:t>ood is bought only by buyers with </a:t>
                </a:r>
                <a14:m>
                  <m:oMath xmlns:m="http://schemas.openxmlformats.org/officeDocument/2006/math">
                    <m:sSup>
                      <m:sSupPr>
                        <m:ctrlPr>
                          <a:rPr lang="en-SG" altLang="en-US" sz="1800" b="0" i="1" smtClean="0">
                            <a:latin typeface="Cambria Math" panose="02040503050406030204" pitchFamily="18" charset="0"/>
                            <a:sym typeface="Symbol" pitchFamily="18" charset="2"/>
                          </a:rPr>
                        </m:ctrlPr>
                      </m:sSupPr>
                      <m:e>
                        <m:r>
                          <a:rPr lang="en-SG" altLang="en-US" sz="1800" b="0" i="1" smtClean="0">
                            <a:latin typeface="Cambria Math" panose="02040503050406030204" pitchFamily="18" charset="0"/>
                            <a:sym typeface="Symbol" pitchFamily="18" charset="2"/>
                          </a:rPr>
                          <m:t>𝑛</m:t>
                        </m:r>
                      </m:e>
                      <m:sup>
                        <m:r>
                          <a:rPr lang="en-SG" altLang="en-US" sz="1800" b="0" i="1" smtClean="0">
                            <a:latin typeface="Cambria Math" panose="02040503050406030204" pitchFamily="18" charset="0"/>
                            <a:sym typeface="Symbol" pitchFamily="18" charset="2"/>
                          </a:rPr>
                          <m:t>′</m:t>
                        </m:r>
                      </m:sup>
                    </m:sSup>
                    <m:sSub>
                      <m:sSubPr>
                        <m:ctrlPr>
                          <a:rPr lang="en-SG" altLang="en-US" sz="1800" b="0" i="1" smtClean="0">
                            <a:latin typeface="Cambria Math" panose="02040503050406030204" pitchFamily="18" charset="0"/>
                            <a:sym typeface="Symbol" pitchFamily="18" charset="2"/>
                          </a:rPr>
                        </m:ctrlPr>
                      </m:sSubPr>
                      <m:e>
                        <m:r>
                          <a:rPr lang="en-SG" altLang="en-US" sz="1800" b="0" i="1" smtClean="0">
                            <a:latin typeface="Cambria Math" panose="02040503050406030204" pitchFamily="18" charset="0"/>
                            <a:sym typeface="Symbol" pitchFamily="18" charset="2"/>
                          </a:rPr>
                          <m:t>𝑣</m:t>
                        </m:r>
                      </m:e>
                      <m:sub>
                        <m:r>
                          <a:rPr lang="en-SG" altLang="en-US" sz="1800" b="0" i="1" smtClean="0">
                            <a:latin typeface="Cambria Math" panose="02040503050406030204" pitchFamily="18" charset="0"/>
                            <a:sym typeface="Symbol" pitchFamily="18" charset="2"/>
                          </a:rPr>
                          <m:t>𝑖</m:t>
                        </m:r>
                      </m:sub>
                    </m:sSub>
                    <m:r>
                      <a:rPr lang="en-SG" altLang="en-US" sz="1800" b="0" i="1" smtClean="0">
                        <a:latin typeface="Cambria Math" panose="02040503050406030204" pitchFamily="18" charset="0"/>
                        <a:sym typeface="Symbol" pitchFamily="18" charset="2"/>
                      </a:rPr>
                      <m:t>≥</m:t>
                    </m:r>
                    <m:r>
                      <a:rPr lang="en-SG" altLang="en-US" sz="1800" b="0" i="1" smtClean="0">
                        <a:latin typeface="Cambria Math" panose="02040503050406030204" pitchFamily="18" charset="0"/>
                        <a:sym typeface="Symbol" pitchFamily="18" charset="2"/>
                      </a:rPr>
                      <m:t>𝑐</m:t>
                    </m:r>
                  </m:oMath>
                </a14:m>
                <a:endParaRPr lang="en-SG" altLang="en-US" sz="1800" b="0" dirty="0">
                  <a:sym typeface="Symbol" pitchFamily="18" charset="2"/>
                </a:endParaRPr>
              </a:p>
              <a:p>
                <a:pPr lvl="1" eaLnBrk="1" hangingPunct="1"/>
                <a:endParaRPr lang="en-US" altLang="ja-JP" sz="1800" dirty="0">
                  <a:sym typeface="Symbol" pitchFamily="18" charset="2"/>
                </a:endParaRPr>
              </a:p>
              <a:p>
                <a:r>
                  <a:rPr lang="en-US" altLang="ja-JP" sz="2000" dirty="0">
                    <a:sym typeface="Symbol" pitchFamily="18" charset="2"/>
                  </a:rPr>
                  <a:t>In other words, only those with large enough valuations buy the good.</a:t>
                </a:r>
              </a:p>
            </p:txBody>
          </p:sp>
        </mc:Choice>
        <mc:Fallback xmlns="">
          <p:sp>
            <p:nvSpPr>
              <p:cNvPr id="71682" name="Rectangle 3"/>
              <p:cNvSpPr>
                <a:spLocks noGrp="1" noRot="1" noChangeAspect="1" noMove="1" noResize="1" noEditPoints="1" noAdjustHandles="1" noChangeArrowheads="1" noChangeShapeType="1" noTextEdit="1"/>
              </p:cNvSpPr>
              <p:nvPr>
                <p:ph idx="1"/>
              </p:nvPr>
            </p:nvSpPr>
            <p:spPr>
              <a:xfrm>
                <a:off x="965198" y="1453896"/>
                <a:ext cx="4602281" cy="5138290"/>
              </a:xfrm>
              <a:blipFill>
                <a:blip r:embed="rId2"/>
                <a:stretch>
                  <a:fillRect l="-1325"/>
                </a:stretch>
              </a:blipFill>
            </p:spPr>
            <p:txBody>
              <a:bodyPr/>
              <a:lstStyle/>
              <a:p>
                <a:r>
                  <a:rPr lang="en-SG">
                    <a:noFill/>
                  </a:rPr>
                  <a:t> </a:t>
                </a:r>
              </a:p>
            </p:txBody>
          </p:sp>
        </mc:Fallback>
      </mc:AlternateContent>
      <p:pic>
        <p:nvPicPr>
          <p:cNvPr id="5" name="Picture 4" descr="v greater than or equal to v prime equals c over n prime. " hidden="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4164" y="3832225"/>
            <a:ext cx="1266825" cy="257175"/>
          </a:xfrm>
          <a:prstGeom prst="rect">
            <a:avLst/>
          </a:prstGeom>
          <a:noFill/>
          <a:ln>
            <a:noFill/>
          </a:ln>
        </p:spPr>
      </p:pic>
      <p:pic>
        <p:nvPicPr>
          <p:cNvPr id="8" name="Picture 7" descr="A graph shows demand curve and supply curve. A U-shaped curve and a line are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 Origin is highlighted and labeled (a). The intersecting point of the supply curve and the increasing part of the demand curve is highlighted and labeled (b). A vertical dashed line is drawn from a point n prime on the horizontal axis to the highlighted intersecting point. &#10;">
            <a:extLst>
              <a:ext uri="{FF2B5EF4-FFF2-40B4-BE49-F238E27FC236}">
                <a16:creationId xmlns:a16="http://schemas.microsoft.com/office/drawing/2014/main" id="{EE4489EF-5EB0-4721-B0EA-00641BDBDC53}"/>
              </a:ext>
            </a:extLst>
          </p:cNvPr>
          <p:cNvPicPr>
            <a:picLocks noChangeAspect="1"/>
          </p:cNvPicPr>
          <p:nvPr/>
        </p:nvPicPr>
        <p:blipFill>
          <a:blip r:embed="rId4"/>
          <a:stretch>
            <a:fillRect/>
          </a:stretch>
        </p:blipFill>
        <p:spPr>
          <a:xfrm>
            <a:off x="5484812" y="2233780"/>
            <a:ext cx="6306895" cy="2854617"/>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FFD9E0D-36DF-252B-F67A-3673BFA157C8}"/>
                  </a:ext>
                </a:extLst>
              </p:cNvPr>
              <p:cNvSpPr txBox="1"/>
              <p:nvPr/>
            </p:nvSpPr>
            <p:spPr>
              <a:xfrm>
                <a:off x="5357813" y="2521744"/>
                <a:ext cx="2114550" cy="3077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1400" b="0" i="1" smtClean="0">
                          <a:solidFill>
                            <a:srgbClr val="58697D"/>
                          </a:solidFill>
                          <a:latin typeface="Cambria Math" panose="02040503050406030204" pitchFamily="18" charset="0"/>
                        </a:rPr>
                        <m:t>𝑝</m:t>
                      </m:r>
                      <m:r>
                        <a:rPr lang="en-SG" sz="1400" b="0" i="1" smtClean="0">
                          <a:solidFill>
                            <a:srgbClr val="58697D"/>
                          </a:solidFill>
                          <a:latin typeface="Cambria Math" panose="02040503050406030204" pitchFamily="18" charset="0"/>
                        </a:rPr>
                        <m:t>=</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(1001−</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m:t>
                      </m:r>
                    </m:oMath>
                  </m:oMathPara>
                </a14:m>
                <a:endParaRPr lang="en-SG" sz="1400">
                  <a:solidFill>
                    <a:srgbClr val="58697D"/>
                  </a:solidFill>
                </a:endParaRPr>
              </a:p>
            </p:txBody>
          </p:sp>
        </mc:Choice>
        <mc:Fallback xmlns="">
          <p:sp>
            <p:nvSpPr>
              <p:cNvPr id="7" name="TextBox 6">
                <a:extLst>
                  <a:ext uri="{FF2B5EF4-FFF2-40B4-BE49-F238E27FC236}">
                    <a16:creationId xmlns:a16="http://schemas.microsoft.com/office/drawing/2014/main" id="{FFFD9E0D-36DF-252B-F67A-3673BFA157C8}"/>
                  </a:ext>
                </a:extLst>
              </p:cNvPr>
              <p:cNvSpPr txBox="1">
                <a:spLocks noRot="1" noChangeAspect="1" noMove="1" noResize="1" noEditPoints="1" noAdjustHandles="1" noChangeArrowheads="1" noChangeShapeType="1" noTextEdit="1"/>
              </p:cNvSpPr>
              <p:nvPr/>
            </p:nvSpPr>
            <p:spPr>
              <a:xfrm>
                <a:off x="5357813" y="2521744"/>
                <a:ext cx="2114550" cy="307777"/>
              </a:xfrm>
              <a:prstGeom prst="rect">
                <a:avLst/>
              </a:prstGeom>
              <a:blipFill>
                <a:blip r:embed="rId5"/>
                <a:stretch>
                  <a:fillRect b="-800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C92ACC2-FDB1-7185-4702-9939907B9A04}"/>
              </a:ext>
            </a:extLst>
          </p:cNvPr>
          <p:cNvSpPr txBox="1"/>
          <p:nvPr/>
        </p:nvSpPr>
        <p:spPr>
          <a:xfrm>
            <a:off x="9801223" y="4719065"/>
            <a:ext cx="652743" cy="369332"/>
          </a:xfrm>
          <a:prstGeom prst="rect">
            <a:avLst/>
          </a:prstGeom>
          <a:solidFill>
            <a:schemeClr val="bg1"/>
          </a:solidFill>
        </p:spPr>
        <p:txBody>
          <a:bodyPr wrap="none" rtlCol="0">
            <a:spAutoFit/>
          </a:bodyPr>
          <a:lstStyle/>
          <a:p>
            <a:r>
              <a:rPr lang="en-SG">
                <a:solidFill>
                  <a:srgbClr val="FF0000"/>
                </a:solidFill>
              </a:rPr>
              <a:t>1001</a:t>
            </a:r>
          </a:p>
        </p:txBody>
      </p:sp>
      <p:sp>
        <p:nvSpPr>
          <p:cNvPr id="6" name="Slide Number Placeholder 5">
            <a:extLst>
              <a:ext uri="{FF2B5EF4-FFF2-40B4-BE49-F238E27FC236}">
                <a16:creationId xmlns:a16="http://schemas.microsoft.com/office/drawing/2014/main" id="{310658D2-6035-0BD0-86DA-89AE965AC309}"/>
              </a:ext>
            </a:extLst>
          </p:cNvPr>
          <p:cNvSpPr>
            <a:spLocks noGrp="1"/>
          </p:cNvSpPr>
          <p:nvPr>
            <p:ph type="sldNum" sz="quarter" idx="12"/>
          </p:nvPr>
        </p:nvSpPr>
        <p:spPr/>
        <p:txBody>
          <a:bodyPr/>
          <a:lstStyle/>
          <a:p>
            <a:fld id="{3F8FFD44-3125-48DD-9AC2-A99B91DF9DE5}" type="slidenum">
              <a:rPr lang="en-GB" smtClean="0"/>
              <a:t>25</a:t>
            </a:fld>
            <a:endParaRPr lang="en-GB"/>
          </a:p>
        </p:txBody>
      </p:sp>
    </p:spTree>
    <p:extLst>
      <p:ext uri="{BB962C8B-B14F-4D97-AF65-F5344CB8AC3E}">
        <p14:creationId xmlns:p14="http://schemas.microsoft.com/office/powerpoint/2010/main" val="1748669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p:txBody>
          <a:bodyPr/>
          <a:lstStyle/>
          <a:p>
            <a:pPr eaLnBrk="1" hangingPunct="1"/>
            <a:r>
              <a:rPr lang="en-US" altLang="en-US"/>
              <a:t>Network Externalities: an Example</a:t>
            </a:r>
          </a:p>
        </p:txBody>
      </p:sp>
      <mc:AlternateContent xmlns:mc="http://schemas.openxmlformats.org/markup-compatibility/2006" xmlns:a14="http://schemas.microsoft.com/office/drawing/2010/main">
        <mc:Choice Requires="a14">
          <p:sp>
            <p:nvSpPr>
              <p:cNvPr id="71682" name="Rectangle 3"/>
              <p:cNvSpPr>
                <a:spLocks noGrp="1" noChangeArrowheads="1"/>
              </p:cNvSpPr>
              <p:nvPr>
                <p:ph idx="1"/>
              </p:nvPr>
            </p:nvSpPr>
            <p:spPr>
              <a:xfrm>
                <a:off x="965199" y="1453896"/>
                <a:ext cx="4818494" cy="5138290"/>
              </a:xfrm>
            </p:spPr>
            <p:txBody>
              <a:bodyPr>
                <a:normAutofit/>
              </a:bodyPr>
              <a:lstStyle/>
              <a:p>
                <a:pPr eaLnBrk="1" hangingPunct="1"/>
                <a:endParaRPr lang="en-US" altLang="en-US" sz="2000" dirty="0"/>
              </a:p>
              <a:p>
                <a:pPr marL="0" indent="0" eaLnBrk="1" hangingPunct="1">
                  <a:buNone/>
                </a:pPr>
                <a:r>
                  <a:rPr lang="en-US" altLang="en-US" sz="2000" b="1" dirty="0"/>
                  <a:t>What are the market equilibria?</a:t>
                </a:r>
              </a:p>
              <a:p>
                <a:pPr eaLnBrk="1" hangingPunct="1"/>
                <a:endParaRPr lang="en-US" altLang="en-US" sz="2000" dirty="0"/>
              </a:p>
              <a:p>
                <a:pPr marL="0" indent="0" eaLnBrk="1" hangingPunct="1">
                  <a:buNone/>
                </a:pPr>
                <a:r>
                  <a:rPr lang="en-US" altLang="en-US" sz="2000" dirty="0"/>
                  <a:t>(c) A large number, </a:t>
                </a:r>
                <a14:m>
                  <m:oMath xmlns:m="http://schemas.openxmlformats.org/officeDocument/2006/math">
                    <m:r>
                      <a:rPr lang="en-US" altLang="en-US" sz="2000" i="1" dirty="0" smtClean="0">
                        <a:latin typeface="Cambria Math" panose="02040503050406030204" pitchFamily="18" charset="0"/>
                      </a:rPr>
                      <m:t>𝑛</m:t>
                    </m:r>
                    <m:r>
                      <a:rPr lang="en-US" altLang="ja-JP" sz="2000" i="1" dirty="0">
                        <a:latin typeface="Cambria Math" panose="02040503050406030204" pitchFamily="18" charset="0"/>
                      </a:rPr>
                      <m:t>′</m:t>
                    </m:r>
                    <m:r>
                      <a:rPr lang="en-SG" altLang="ja-JP" sz="2000" b="0" i="1" dirty="0" smtClean="0">
                        <a:latin typeface="Cambria Math" panose="02040503050406030204" pitchFamily="18" charset="0"/>
                      </a:rPr>
                      <m:t>′</m:t>
                    </m:r>
                  </m:oMath>
                </a14:m>
                <a:r>
                  <a:rPr lang="en-US" altLang="ja-JP" sz="2000" dirty="0"/>
                  <a:t>, of buyers buy.</a:t>
                </a:r>
              </a:p>
              <a:p>
                <a:r>
                  <a:rPr lang="en-US" altLang="en-US" sz="1800" dirty="0"/>
                  <a:t>Large </a:t>
                </a:r>
                <a14:m>
                  <m:oMath xmlns:m="http://schemas.openxmlformats.org/officeDocument/2006/math">
                    <m:r>
                      <a:rPr lang="en-SG" altLang="en-US" sz="1800" b="0" i="1" dirty="0" smtClean="0">
                        <a:latin typeface="Cambria Math" panose="02040503050406030204" pitchFamily="18" charset="0"/>
                      </a:rPr>
                      <m:t>𝑛</m:t>
                    </m:r>
                    <m:r>
                      <a:rPr lang="en-SG" altLang="en-US" sz="1800" b="0" i="1" dirty="0" smtClean="0">
                        <a:latin typeface="Cambria Math" panose="02040503050406030204" pitchFamily="18" charset="0"/>
                      </a:rPr>
                      <m:t>′′</m:t>
                    </m:r>
                  </m:oMath>
                </a14:m>
                <a:r>
                  <a:rPr lang="en-US" altLang="ja-JP" sz="1800" i="1" dirty="0"/>
                  <a:t> </a:t>
                </a:r>
                <a:r>
                  <a:rPr lang="en-US" altLang="ja-JP" sz="1800" dirty="0">
                    <a:sym typeface="Symbol" pitchFamily="18" charset="2"/>
                  </a:rPr>
                  <a:t> large network externality value</a:t>
                </a:r>
              </a:p>
              <a:p>
                <a:r>
                  <a:rPr lang="en-US" altLang="en-US" sz="1800" dirty="0">
                    <a:sym typeface="Symbol" pitchFamily="18" charset="2"/>
                  </a:rPr>
                  <a:t>Good is bought only by buyers with </a:t>
                </a:r>
                <a14:m>
                  <m:oMath xmlns:m="http://schemas.openxmlformats.org/officeDocument/2006/math">
                    <m:sSup>
                      <m:sSupPr>
                        <m:ctrlPr>
                          <a:rPr lang="en-SG" altLang="en-US" sz="1800" b="0" i="1" smtClean="0">
                            <a:latin typeface="Cambria Math" panose="02040503050406030204" pitchFamily="18" charset="0"/>
                            <a:sym typeface="Symbol" pitchFamily="18" charset="2"/>
                          </a:rPr>
                        </m:ctrlPr>
                      </m:sSupPr>
                      <m:e>
                        <m:r>
                          <a:rPr lang="en-SG" altLang="en-US" sz="1800" b="0" i="1" smtClean="0">
                            <a:latin typeface="Cambria Math" panose="02040503050406030204" pitchFamily="18" charset="0"/>
                            <a:sym typeface="Symbol" pitchFamily="18" charset="2"/>
                          </a:rPr>
                          <m:t>𝑛</m:t>
                        </m:r>
                      </m:e>
                      <m:sup>
                        <m:r>
                          <a:rPr lang="en-SG" altLang="en-US" sz="1800" b="0" i="1" smtClean="0">
                            <a:latin typeface="Cambria Math" panose="02040503050406030204" pitchFamily="18" charset="0"/>
                            <a:sym typeface="Symbol" pitchFamily="18" charset="2"/>
                          </a:rPr>
                          <m:t>′′</m:t>
                        </m:r>
                      </m:sup>
                    </m:sSup>
                    <m:sSub>
                      <m:sSubPr>
                        <m:ctrlPr>
                          <a:rPr lang="en-SG" altLang="en-US" sz="1800" b="0" i="1" smtClean="0">
                            <a:latin typeface="Cambria Math" panose="02040503050406030204" pitchFamily="18" charset="0"/>
                            <a:sym typeface="Symbol" pitchFamily="18" charset="2"/>
                          </a:rPr>
                        </m:ctrlPr>
                      </m:sSubPr>
                      <m:e>
                        <m:r>
                          <a:rPr lang="en-SG" altLang="en-US" sz="1800" b="0" i="1" smtClean="0">
                            <a:latin typeface="Cambria Math" panose="02040503050406030204" pitchFamily="18" charset="0"/>
                            <a:sym typeface="Symbol" pitchFamily="18" charset="2"/>
                          </a:rPr>
                          <m:t>𝑣</m:t>
                        </m:r>
                      </m:e>
                      <m:sub>
                        <m:r>
                          <a:rPr lang="en-SG" altLang="en-US" sz="1800" b="0" i="1" smtClean="0">
                            <a:latin typeface="Cambria Math" panose="02040503050406030204" pitchFamily="18" charset="0"/>
                            <a:sym typeface="Symbol" pitchFamily="18" charset="2"/>
                          </a:rPr>
                          <m:t>𝑖</m:t>
                        </m:r>
                      </m:sub>
                    </m:sSub>
                    <m:r>
                      <a:rPr lang="en-SG" altLang="en-US" sz="1800" b="0" i="1" smtClean="0">
                        <a:latin typeface="Cambria Math" panose="02040503050406030204" pitchFamily="18" charset="0"/>
                        <a:sym typeface="Symbol" pitchFamily="18" charset="2"/>
                      </a:rPr>
                      <m:t>′′≥</m:t>
                    </m:r>
                    <m:r>
                      <a:rPr lang="en-SG" altLang="en-US" sz="1800" b="0" i="1" smtClean="0">
                        <a:latin typeface="Cambria Math" panose="02040503050406030204" pitchFamily="18" charset="0"/>
                        <a:sym typeface="Symbol" pitchFamily="18" charset="2"/>
                      </a:rPr>
                      <m:t>𝑐</m:t>
                    </m:r>
                  </m:oMath>
                </a14:m>
                <a:endParaRPr lang="en-SG" altLang="en-US" sz="1800" b="0" dirty="0">
                  <a:sym typeface="Symbol" pitchFamily="18" charset="2"/>
                </a:endParaRPr>
              </a:p>
              <a:p>
                <a:pPr lvl="1" eaLnBrk="1" hangingPunct="1"/>
                <a:endParaRPr lang="en-US" altLang="ja-JP" sz="1800" dirty="0">
                  <a:sym typeface="Symbol" pitchFamily="18" charset="2"/>
                </a:endParaRPr>
              </a:p>
              <a:p>
                <a:r>
                  <a:rPr lang="en-US" altLang="ja-JP" sz="2000" dirty="0">
                    <a:sym typeface="Symbol" pitchFamily="18" charset="2"/>
                  </a:rPr>
                  <a:t>In other words, more buyers will purchase the good since </a:t>
                </a:r>
                <a14:m>
                  <m:oMath xmlns:m="http://schemas.openxmlformats.org/officeDocument/2006/math">
                    <m:sSubSup>
                      <m:sSubSupPr>
                        <m:ctrlPr>
                          <a:rPr lang="en-SG" altLang="ja-JP" sz="1800" b="0" i="1" smtClean="0">
                            <a:latin typeface="Cambria Math" panose="02040503050406030204" pitchFamily="18" charset="0"/>
                            <a:sym typeface="Symbol" pitchFamily="18" charset="2"/>
                          </a:rPr>
                        </m:ctrlPr>
                      </m:sSubSupPr>
                      <m:e>
                        <m:r>
                          <a:rPr lang="en-SG" altLang="ja-JP" sz="1800" b="0" i="1" smtClean="0">
                            <a:latin typeface="Cambria Math" panose="02040503050406030204" pitchFamily="18" charset="0"/>
                            <a:sym typeface="Symbol" pitchFamily="18" charset="2"/>
                          </a:rPr>
                          <m:t>𝑣</m:t>
                        </m:r>
                      </m:e>
                      <m:sub>
                        <m:r>
                          <a:rPr lang="en-SG" altLang="ja-JP" sz="1800" b="0" i="1" smtClean="0">
                            <a:latin typeface="Cambria Math" panose="02040503050406030204" pitchFamily="18" charset="0"/>
                            <a:sym typeface="Symbol" pitchFamily="18" charset="2"/>
                          </a:rPr>
                          <m:t>𝑖</m:t>
                        </m:r>
                      </m:sub>
                      <m:sup>
                        <m:r>
                          <a:rPr lang="en-SG" altLang="ja-JP" sz="1800" b="0" i="1" smtClean="0">
                            <a:latin typeface="Cambria Math" panose="02040503050406030204" pitchFamily="18" charset="0"/>
                            <a:sym typeface="Symbol" pitchFamily="18" charset="2"/>
                          </a:rPr>
                          <m:t>′′</m:t>
                        </m:r>
                      </m:sup>
                    </m:sSubSup>
                    <m:r>
                      <a:rPr lang="en-SG" altLang="ja-JP" sz="1800" b="0" i="1" smtClean="0">
                        <a:latin typeface="Cambria Math" panose="02040503050406030204" pitchFamily="18" charset="0"/>
                        <a:sym typeface="Symbol" pitchFamily="18" charset="2"/>
                      </a:rPr>
                      <m:t>=</m:t>
                    </m:r>
                    <m:f>
                      <m:fPr>
                        <m:ctrlPr>
                          <a:rPr lang="en-SG" altLang="ja-JP" sz="1800" b="0" i="1" smtClean="0">
                            <a:latin typeface="Cambria Math" panose="02040503050406030204" pitchFamily="18" charset="0"/>
                            <a:sym typeface="Symbol" pitchFamily="18" charset="2"/>
                          </a:rPr>
                        </m:ctrlPr>
                      </m:fPr>
                      <m:num>
                        <m:r>
                          <a:rPr lang="en-SG" altLang="ja-JP" sz="1800" b="0" i="1" smtClean="0">
                            <a:latin typeface="Cambria Math" panose="02040503050406030204" pitchFamily="18" charset="0"/>
                            <a:sym typeface="Symbol" pitchFamily="18" charset="2"/>
                          </a:rPr>
                          <m:t>𝑐</m:t>
                        </m:r>
                      </m:num>
                      <m:den>
                        <m:sSup>
                          <m:sSupPr>
                            <m:ctrlPr>
                              <a:rPr lang="en-SG" altLang="ja-JP" sz="1800" b="0" i="1" smtClean="0">
                                <a:latin typeface="Cambria Math" panose="02040503050406030204" pitchFamily="18" charset="0"/>
                                <a:sym typeface="Symbol" pitchFamily="18" charset="2"/>
                              </a:rPr>
                            </m:ctrlPr>
                          </m:sSupPr>
                          <m:e>
                            <m:r>
                              <a:rPr lang="en-SG" altLang="ja-JP" sz="1800" b="0" i="1" smtClean="0">
                                <a:latin typeface="Cambria Math" panose="02040503050406030204" pitchFamily="18" charset="0"/>
                                <a:sym typeface="Symbol" pitchFamily="18" charset="2"/>
                              </a:rPr>
                              <m:t>𝑛</m:t>
                            </m:r>
                          </m:e>
                          <m:sup>
                            <m:r>
                              <a:rPr lang="en-SG" altLang="ja-JP" sz="1800" b="0" i="1" smtClean="0">
                                <a:latin typeface="Cambria Math" panose="02040503050406030204" pitchFamily="18" charset="0"/>
                                <a:sym typeface="Symbol" pitchFamily="18" charset="2"/>
                              </a:rPr>
                              <m:t>′′</m:t>
                            </m:r>
                          </m:sup>
                        </m:sSup>
                      </m:den>
                    </m:f>
                    <m:r>
                      <a:rPr lang="en-SG" altLang="ja-JP" sz="1800" b="0" i="1" smtClean="0">
                        <a:latin typeface="Cambria Math" panose="02040503050406030204" pitchFamily="18" charset="0"/>
                        <a:sym typeface="Symbol" pitchFamily="18" charset="2"/>
                      </a:rPr>
                      <m:t>&lt;</m:t>
                    </m:r>
                    <m:f>
                      <m:fPr>
                        <m:ctrlPr>
                          <a:rPr lang="en-SG" altLang="ja-JP" sz="1800" b="0" i="1" smtClean="0">
                            <a:latin typeface="Cambria Math" panose="02040503050406030204" pitchFamily="18" charset="0"/>
                            <a:sym typeface="Symbol" pitchFamily="18" charset="2"/>
                          </a:rPr>
                        </m:ctrlPr>
                      </m:fPr>
                      <m:num>
                        <m:r>
                          <a:rPr lang="en-SG" altLang="ja-JP" sz="1800" b="0" i="1" smtClean="0">
                            <a:latin typeface="Cambria Math" panose="02040503050406030204" pitchFamily="18" charset="0"/>
                            <a:sym typeface="Symbol" pitchFamily="18" charset="2"/>
                          </a:rPr>
                          <m:t>𝑐</m:t>
                        </m:r>
                      </m:num>
                      <m:den>
                        <m:sSup>
                          <m:sSupPr>
                            <m:ctrlPr>
                              <a:rPr lang="en-SG" altLang="ja-JP" sz="1800" b="0" i="1" smtClean="0">
                                <a:latin typeface="Cambria Math" panose="02040503050406030204" pitchFamily="18" charset="0"/>
                                <a:sym typeface="Symbol" pitchFamily="18" charset="2"/>
                              </a:rPr>
                            </m:ctrlPr>
                          </m:sSupPr>
                          <m:e>
                            <m:r>
                              <a:rPr lang="en-SG" altLang="ja-JP" sz="1800" b="0" i="1" smtClean="0">
                                <a:latin typeface="Cambria Math" panose="02040503050406030204" pitchFamily="18" charset="0"/>
                                <a:sym typeface="Symbol" pitchFamily="18" charset="2"/>
                              </a:rPr>
                              <m:t>𝑛</m:t>
                            </m:r>
                          </m:e>
                          <m:sup>
                            <m:r>
                              <a:rPr lang="en-SG" altLang="ja-JP" sz="1800" b="0" i="1" smtClean="0">
                                <a:latin typeface="Cambria Math" panose="02040503050406030204" pitchFamily="18" charset="0"/>
                                <a:sym typeface="Symbol" pitchFamily="18" charset="2"/>
                              </a:rPr>
                              <m:t>′</m:t>
                            </m:r>
                          </m:sup>
                        </m:sSup>
                      </m:den>
                    </m:f>
                  </m:oMath>
                </a14:m>
                <a:r>
                  <a:rPr lang="en-SG" altLang="ja-JP" sz="1800" dirty="0">
                    <a:sym typeface="Symbol" pitchFamily="18" charset="2"/>
                  </a:rPr>
                  <a:t> </a:t>
                </a:r>
                <a:r>
                  <a:rPr lang="en-SG" altLang="ja-JP" sz="2000" i="1" dirty="0">
                    <a:sym typeface="Symbol" pitchFamily="18" charset="2"/>
                  </a:rPr>
                  <a:t>(lower threshold)</a:t>
                </a:r>
                <a:endParaRPr lang="en-US" altLang="ja-JP" sz="2400" i="1" dirty="0">
                  <a:sym typeface="Symbol" pitchFamily="18" charset="2"/>
                </a:endParaRPr>
              </a:p>
            </p:txBody>
          </p:sp>
        </mc:Choice>
        <mc:Fallback xmlns="">
          <p:sp>
            <p:nvSpPr>
              <p:cNvPr id="71682" name="Rectangle 3"/>
              <p:cNvSpPr>
                <a:spLocks noGrp="1" noRot="1" noChangeAspect="1" noMove="1" noResize="1" noEditPoints="1" noAdjustHandles="1" noChangeArrowheads="1" noChangeShapeType="1" noTextEdit="1"/>
              </p:cNvSpPr>
              <p:nvPr>
                <p:ph idx="1"/>
              </p:nvPr>
            </p:nvSpPr>
            <p:spPr>
              <a:xfrm>
                <a:off x="965199" y="1453896"/>
                <a:ext cx="4818494" cy="5138290"/>
              </a:xfrm>
              <a:blipFill>
                <a:blip r:embed="rId2"/>
                <a:stretch>
                  <a:fillRect l="-1264" r="-1138"/>
                </a:stretch>
              </a:blipFill>
            </p:spPr>
            <p:txBody>
              <a:bodyPr/>
              <a:lstStyle/>
              <a:p>
                <a:r>
                  <a:rPr lang="en-SG">
                    <a:noFill/>
                  </a:rPr>
                  <a:t> </a:t>
                </a:r>
              </a:p>
            </p:txBody>
          </p:sp>
        </mc:Fallback>
      </mc:AlternateContent>
      <p:pic>
        <p:nvPicPr>
          <p:cNvPr id="5" name="Picture 4" descr="v greater than or equal to v prime equals c over n prime. " hidden="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54164" y="3832225"/>
            <a:ext cx="1266825" cy="257175"/>
          </a:xfrm>
          <a:prstGeom prst="rect">
            <a:avLst/>
          </a:prstGeom>
          <a:noFill/>
          <a:ln>
            <a:noFill/>
          </a:ln>
        </p:spPr>
      </p:pic>
      <p:pic>
        <p:nvPicPr>
          <p:cNvPr id="7" name="Picture 6" descr="A graph shows demand curve and supply curve. A U-shaped curve and a line are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 Origin is highlighted and labeled (a). The intersecting point of the supply curve and the increasing part of the demand curve is highlighted and labeled (b). A vertical dashed line is drawn from a point n prime on the horizontal axis to the highlighted intersecting point. The intersecting point of the supply curve and the decreasing part of the demand curve is highlighted and labeled (c). Another vertical dashed line is drawn from a point n double prime on the horizontal axis to the highlighted intersecting point.  Text reads which equilibrium is likely to occur?&#10;">
            <a:extLst>
              <a:ext uri="{FF2B5EF4-FFF2-40B4-BE49-F238E27FC236}">
                <a16:creationId xmlns:a16="http://schemas.microsoft.com/office/drawing/2014/main" id="{D62B33EF-924F-48A9-8ACA-77D15DE35F94}"/>
              </a:ext>
            </a:extLst>
          </p:cNvPr>
          <p:cNvPicPr>
            <a:picLocks noChangeAspect="1"/>
          </p:cNvPicPr>
          <p:nvPr/>
        </p:nvPicPr>
        <p:blipFill rotWithShape="1">
          <a:blip r:embed="rId4"/>
          <a:srcRect b="13291"/>
          <a:stretch/>
        </p:blipFill>
        <p:spPr>
          <a:xfrm>
            <a:off x="5537382" y="2241478"/>
            <a:ext cx="6342440" cy="2780578"/>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697BF4-978D-70A0-B8B6-6648F6F65D95}"/>
                  </a:ext>
                </a:extLst>
              </p:cNvPr>
              <p:cNvSpPr txBox="1"/>
              <p:nvPr/>
            </p:nvSpPr>
            <p:spPr>
              <a:xfrm>
                <a:off x="5537382" y="2543175"/>
                <a:ext cx="2114550" cy="307777"/>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sz="1400" b="0" i="1" smtClean="0">
                          <a:solidFill>
                            <a:srgbClr val="58697D"/>
                          </a:solidFill>
                          <a:latin typeface="Cambria Math" panose="02040503050406030204" pitchFamily="18" charset="0"/>
                        </a:rPr>
                        <m:t>𝑝</m:t>
                      </m:r>
                      <m:r>
                        <a:rPr lang="en-SG" sz="1400" b="0" i="1" smtClean="0">
                          <a:solidFill>
                            <a:srgbClr val="58697D"/>
                          </a:solidFill>
                          <a:latin typeface="Cambria Math" panose="02040503050406030204" pitchFamily="18" charset="0"/>
                        </a:rPr>
                        <m:t>=</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(1001−</m:t>
                      </m:r>
                      <m:r>
                        <a:rPr lang="en-SG" sz="1400" b="0" i="1" smtClean="0">
                          <a:solidFill>
                            <a:srgbClr val="58697D"/>
                          </a:solidFill>
                          <a:latin typeface="Cambria Math" panose="02040503050406030204" pitchFamily="18" charset="0"/>
                        </a:rPr>
                        <m:t>𝑛</m:t>
                      </m:r>
                      <m:r>
                        <a:rPr lang="en-SG" sz="1400" b="0" i="1" smtClean="0">
                          <a:solidFill>
                            <a:srgbClr val="58697D"/>
                          </a:solidFill>
                          <a:latin typeface="Cambria Math" panose="02040503050406030204" pitchFamily="18" charset="0"/>
                        </a:rPr>
                        <m:t>)</m:t>
                      </m:r>
                    </m:oMath>
                  </m:oMathPara>
                </a14:m>
                <a:endParaRPr lang="en-SG" sz="1400">
                  <a:solidFill>
                    <a:srgbClr val="58697D"/>
                  </a:solidFill>
                </a:endParaRPr>
              </a:p>
            </p:txBody>
          </p:sp>
        </mc:Choice>
        <mc:Fallback xmlns="">
          <p:sp>
            <p:nvSpPr>
              <p:cNvPr id="9" name="TextBox 8">
                <a:extLst>
                  <a:ext uri="{FF2B5EF4-FFF2-40B4-BE49-F238E27FC236}">
                    <a16:creationId xmlns:a16="http://schemas.microsoft.com/office/drawing/2014/main" id="{D0697BF4-978D-70A0-B8B6-6648F6F65D95}"/>
                  </a:ext>
                </a:extLst>
              </p:cNvPr>
              <p:cNvSpPr txBox="1">
                <a:spLocks noRot="1" noChangeAspect="1" noMove="1" noResize="1" noEditPoints="1" noAdjustHandles="1" noChangeArrowheads="1" noChangeShapeType="1" noTextEdit="1"/>
              </p:cNvSpPr>
              <p:nvPr/>
            </p:nvSpPr>
            <p:spPr>
              <a:xfrm>
                <a:off x="5537382" y="2543175"/>
                <a:ext cx="2114550" cy="307777"/>
              </a:xfrm>
              <a:prstGeom prst="rect">
                <a:avLst/>
              </a:prstGeom>
              <a:blipFill>
                <a:blip r:embed="rId5"/>
                <a:stretch>
                  <a:fillRect b="-5882"/>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DE873D7-863F-E1C8-1DDD-DE60303A4EED}"/>
              </a:ext>
            </a:extLst>
          </p:cNvPr>
          <p:cNvSpPr txBox="1"/>
          <p:nvPr/>
        </p:nvSpPr>
        <p:spPr>
          <a:xfrm>
            <a:off x="9872661" y="4769756"/>
            <a:ext cx="652743" cy="369332"/>
          </a:xfrm>
          <a:prstGeom prst="rect">
            <a:avLst/>
          </a:prstGeom>
          <a:solidFill>
            <a:schemeClr val="bg1"/>
          </a:solidFill>
        </p:spPr>
        <p:txBody>
          <a:bodyPr wrap="none" rtlCol="0">
            <a:spAutoFit/>
          </a:bodyPr>
          <a:lstStyle/>
          <a:p>
            <a:r>
              <a:rPr lang="en-SG">
                <a:solidFill>
                  <a:srgbClr val="FF0000"/>
                </a:solidFill>
              </a:rPr>
              <a:t>1001</a:t>
            </a:r>
          </a:p>
        </p:txBody>
      </p:sp>
      <p:sp>
        <p:nvSpPr>
          <p:cNvPr id="6" name="Slide Number Placeholder 5">
            <a:extLst>
              <a:ext uri="{FF2B5EF4-FFF2-40B4-BE49-F238E27FC236}">
                <a16:creationId xmlns:a16="http://schemas.microsoft.com/office/drawing/2014/main" id="{9D8AC24F-C2B1-D849-CF21-64F85416B408}"/>
              </a:ext>
            </a:extLst>
          </p:cNvPr>
          <p:cNvSpPr>
            <a:spLocks noGrp="1"/>
          </p:cNvSpPr>
          <p:nvPr>
            <p:ph type="sldNum" sz="quarter" idx="12"/>
          </p:nvPr>
        </p:nvSpPr>
        <p:spPr/>
        <p:txBody>
          <a:bodyPr/>
          <a:lstStyle/>
          <a:p>
            <a:fld id="{3F8FFD44-3125-48DD-9AC2-A99B91DF9DE5}" type="slidenum">
              <a:rPr lang="en-GB" smtClean="0"/>
              <a:t>26</a:t>
            </a:fld>
            <a:endParaRPr lang="en-GB"/>
          </a:p>
        </p:txBody>
      </p:sp>
    </p:spTree>
    <p:extLst>
      <p:ext uri="{BB962C8B-B14F-4D97-AF65-F5344CB8AC3E}">
        <p14:creationId xmlns:p14="http://schemas.microsoft.com/office/powerpoint/2010/main" val="264684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68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pPr eaLnBrk="1" hangingPunct="1"/>
            <a:r>
              <a:rPr lang="en-US" altLang="en-US" dirty="0"/>
              <a:t>Network Externalities: an Example</a:t>
            </a:r>
          </a:p>
        </p:txBody>
      </p:sp>
      <p:sp>
        <p:nvSpPr>
          <p:cNvPr id="63490" name="Rectangle 3"/>
          <p:cNvSpPr>
            <a:spLocks noGrp="1" noChangeArrowheads="1"/>
          </p:cNvSpPr>
          <p:nvPr>
            <p:ph idx="1"/>
          </p:nvPr>
        </p:nvSpPr>
        <p:spPr>
          <a:xfrm>
            <a:off x="838200" y="1608257"/>
            <a:ext cx="10439400" cy="3155402"/>
          </a:xfrm>
        </p:spPr>
        <p:txBody>
          <a:bodyPr>
            <a:normAutofit/>
          </a:bodyPr>
          <a:lstStyle/>
          <a:p>
            <a:r>
              <a:rPr lang="en-US" altLang="en-US" sz="2000" dirty="0"/>
              <a:t>Network externalities can lead to </a:t>
            </a:r>
            <a:r>
              <a:rPr lang="en-US" altLang="en-US" sz="2000" b="1" dirty="0">
                <a:solidFill>
                  <a:srgbClr val="0000FF"/>
                </a:solidFill>
              </a:rPr>
              <a:t>multiple equilibria </a:t>
            </a:r>
            <a:r>
              <a:rPr lang="en-US" altLang="en-US" sz="2000" dirty="0"/>
              <a:t>in the market.</a:t>
            </a:r>
          </a:p>
          <a:p>
            <a:pPr lvl="1"/>
            <a:r>
              <a:rPr lang="en-US" altLang="en-US" sz="1800" dirty="0"/>
              <a:t>In some, the market will not exist, while in others there is large usage (and high benefits). </a:t>
            </a:r>
          </a:p>
          <a:p>
            <a:endParaRPr lang="en-US" altLang="en-US" sz="2000" dirty="0"/>
          </a:p>
          <a:p>
            <a:r>
              <a:rPr lang="en-US" altLang="en-US" sz="2000" dirty="0"/>
              <a:t>Which of these outcomes can we expect to see in the market and how can we model the dynamics in the market?</a:t>
            </a:r>
          </a:p>
          <a:p>
            <a:pPr lvl="1"/>
            <a:endParaRPr lang="en-US" altLang="en-US" sz="1800" dirty="0"/>
          </a:p>
          <a:p>
            <a:r>
              <a:rPr lang="en-US" altLang="en-US" sz="2000" dirty="0"/>
              <a:t>It is possible to narrow down on the outcomes by focusing on the </a:t>
            </a:r>
            <a:r>
              <a:rPr lang="en-US" altLang="en-US" sz="2000" b="1" dirty="0">
                <a:solidFill>
                  <a:srgbClr val="0000FF"/>
                </a:solidFill>
              </a:rPr>
              <a:t>stability</a:t>
            </a:r>
            <a:r>
              <a:rPr lang="en-US" altLang="en-US" sz="2000" b="1" dirty="0"/>
              <a:t> </a:t>
            </a:r>
            <a:r>
              <a:rPr lang="en-US" altLang="en-US" sz="2000" dirty="0"/>
              <a:t>of each equilibria. </a:t>
            </a:r>
          </a:p>
          <a:p>
            <a:pPr lvl="1"/>
            <a:r>
              <a:rPr lang="en-US" altLang="en-US" sz="1800" dirty="0"/>
              <a:t>Let us say that an equilibrium is </a:t>
            </a:r>
            <a:r>
              <a:rPr lang="en-US" altLang="en-US" sz="1800" b="1" dirty="0">
                <a:solidFill>
                  <a:srgbClr val="0000FF"/>
                </a:solidFill>
              </a:rPr>
              <a:t>(locally) stable </a:t>
            </a:r>
            <a:r>
              <a:rPr lang="en-US" altLang="en-US" sz="1800" dirty="0"/>
              <a:t>if there exists some region around it for which any </a:t>
            </a:r>
            <a:r>
              <a:rPr lang="en-US" altLang="en-US" sz="1800" b="1" dirty="0">
                <a:solidFill>
                  <a:srgbClr val="0000FF"/>
                </a:solidFill>
              </a:rPr>
              <a:t>small random shocks</a:t>
            </a:r>
            <a:r>
              <a:rPr lang="en-US" altLang="en-US" sz="1800" i="1" dirty="0"/>
              <a:t> </a:t>
            </a:r>
            <a:r>
              <a:rPr lang="en-US" altLang="en-US" sz="1800" dirty="0"/>
              <a:t>within it still result in convergence to the same equilibrium.</a:t>
            </a:r>
          </a:p>
        </p:txBody>
      </p:sp>
      <p:grpSp>
        <p:nvGrpSpPr>
          <p:cNvPr id="13" name="Group 12">
            <a:extLst>
              <a:ext uri="{FF2B5EF4-FFF2-40B4-BE49-F238E27FC236}">
                <a16:creationId xmlns:a16="http://schemas.microsoft.com/office/drawing/2014/main" id="{1EBC3743-9CD1-6647-F57E-54E82A0394CC}"/>
              </a:ext>
            </a:extLst>
          </p:cNvPr>
          <p:cNvGrpSpPr/>
          <p:nvPr/>
        </p:nvGrpSpPr>
        <p:grpSpPr>
          <a:xfrm>
            <a:off x="2062335" y="5080456"/>
            <a:ext cx="3602043" cy="988755"/>
            <a:chOff x="1447477" y="5242374"/>
            <a:chExt cx="2188070" cy="630764"/>
          </a:xfrm>
        </p:grpSpPr>
        <p:cxnSp>
          <p:nvCxnSpPr>
            <p:cNvPr id="4" name="Straight Connector 3">
              <a:extLst>
                <a:ext uri="{FF2B5EF4-FFF2-40B4-BE49-F238E27FC236}">
                  <a16:creationId xmlns:a16="http://schemas.microsoft.com/office/drawing/2014/main" id="{84D04CA0-493F-C5C7-7E48-7D8351BABC71}"/>
                </a:ext>
              </a:extLst>
            </p:cNvPr>
            <p:cNvCxnSpPr/>
            <p:nvPr/>
          </p:nvCxnSpPr>
          <p:spPr>
            <a:xfrm>
              <a:off x="1507253" y="5416062"/>
              <a:ext cx="17082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E131E072-04F3-7359-B1E5-1FCB9BA56C21}"/>
                </a:ext>
              </a:extLst>
            </p:cNvPr>
            <p:cNvSpPr/>
            <p:nvPr/>
          </p:nvSpPr>
          <p:spPr>
            <a:xfrm>
              <a:off x="2220687" y="5305532"/>
              <a:ext cx="231112" cy="211014"/>
            </a:xfrm>
            <a:prstGeom prst="ellipse">
              <a:avLst/>
            </a:prstGeom>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SG"/>
            </a:p>
          </p:txBody>
        </p:sp>
        <p:sp>
          <p:nvSpPr>
            <p:cNvPr id="6" name="Arrow: Right 5">
              <a:extLst>
                <a:ext uri="{FF2B5EF4-FFF2-40B4-BE49-F238E27FC236}">
                  <a16:creationId xmlns:a16="http://schemas.microsoft.com/office/drawing/2014/main" id="{96CE2591-7233-2BA7-07C4-518BE186B3B5}"/>
                </a:ext>
              </a:extLst>
            </p:cNvPr>
            <p:cNvSpPr/>
            <p:nvPr/>
          </p:nvSpPr>
          <p:spPr>
            <a:xfrm flipH="1">
              <a:off x="2601486" y="5248787"/>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7" name="Arrow: Right 6">
              <a:extLst>
                <a:ext uri="{FF2B5EF4-FFF2-40B4-BE49-F238E27FC236}">
                  <a16:creationId xmlns:a16="http://schemas.microsoft.com/office/drawing/2014/main" id="{189BA6FC-6BE2-B2DE-BAA1-3A8184262301}"/>
                </a:ext>
              </a:extLst>
            </p:cNvPr>
            <p:cNvSpPr/>
            <p:nvPr/>
          </p:nvSpPr>
          <p:spPr>
            <a:xfrm flipH="1">
              <a:off x="2802452" y="5250173"/>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8" name="Arrow: Right 7">
              <a:extLst>
                <a:ext uri="{FF2B5EF4-FFF2-40B4-BE49-F238E27FC236}">
                  <a16:creationId xmlns:a16="http://schemas.microsoft.com/office/drawing/2014/main" id="{A6446434-6CB7-C6D9-54D4-F8E04228B055}"/>
                </a:ext>
              </a:extLst>
            </p:cNvPr>
            <p:cNvSpPr/>
            <p:nvPr/>
          </p:nvSpPr>
          <p:spPr>
            <a:xfrm>
              <a:off x="1725421" y="5247391"/>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9" name="Arrow: Right 8">
              <a:extLst>
                <a:ext uri="{FF2B5EF4-FFF2-40B4-BE49-F238E27FC236}">
                  <a16:creationId xmlns:a16="http://schemas.microsoft.com/office/drawing/2014/main" id="{CCD9B78F-703B-5969-863E-173BBEC89D50}"/>
                </a:ext>
              </a:extLst>
            </p:cNvPr>
            <p:cNvSpPr/>
            <p:nvPr/>
          </p:nvSpPr>
          <p:spPr>
            <a:xfrm>
              <a:off x="1916323" y="5242374"/>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D6CD3C-FDD0-DFA4-0240-DE56F0DAF847}"/>
                    </a:ext>
                  </a:extLst>
                </p:cNvPr>
                <p:cNvSpPr txBox="1"/>
                <p:nvPr/>
              </p:nvSpPr>
              <p:spPr>
                <a:xfrm>
                  <a:off x="2348441" y="5442251"/>
                  <a:ext cx="867032" cy="430887"/>
                </a:xfrm>
                <a:prstGeom prst="rect">
                  <a:avLst/>
                </a:prstGeom>
                <a:noFill/>
              </p:spPr>
              <p:txBody>
                <a:bodyPr wrap="square" rtlCol="0">
                  <a:spAutoFit/>
                </a:bodyPr>
                <a:lstStyle/>
                <a:p>
                  <a:pPr algn="ctr"/>
                  <a14:m>
                    <m:oMath xmlns:m="http://schemas.openxmlformats.org/officeDocument/2006/math">
                      <m:r>
                        <a:rPr lang="en-SG" sz="1100" b="0" i="1" smtClean="0">
                          <a:latin typeface="Cambria Math" panose="02040503050406030204" pitchFamily="18" charset="0"/>
                        </a:rPr>
                        <m:t>𝑥</m:t>
                      </m:r>
                    </m:oMath>
                  </a14:m>
                  <a:r>
                    <a:rPr lang="en-SG" sz="1100"/>
                    <a:t> decreases here</a:t>
                  </a:r>
                </a:p>
              </p:txBody>
            </p:sp>
          </mc:Choice>
          <mc:Fallback xmlns="">
            <p:sp>
              <p:nvSpPr>
                <p:cNvPr id="10" name="TextBox 9">
                  <a:extLst>
                    <a:ext uri="{FF2B5EF4-FFF2-40B4-BE49-F238E27FC236}">
                      <a16:creationId xmlns:a16="http://schemas.microsoft.com/office/drawing/2014/main" id="{A2D6CD3C-FDD0-DFA4-0240-DE56F0DAF847}"/>
                    </a:ext>
                  </a:extLst>
                </p:cNvPr>
                <p:cNvSpPr txBox="1">
                  <a:spLocks noRot="1" noChangeAspect="1" noMove="1" noResize="1" noEditPoints="1" noAdjustHandles="1" noChangeArrowheads="1" noChangeShapeType="1" noTextEdit="1"/>
                </p:cNvSpPr>
                <p:nvPr/>
              </p:nvSpPr>
              <p:spPr>
                <a:xfrm>
                  <a:off x="2348441" y="5442251"/>
                  <a:ext cx="867032" cy="430887"/>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47CFEC2-CADD-8B18-3FAF-881C42E4AA5D}"/>
                    </a:ext>
                  </a:extLst>
                </p:cNvPr>
                <p:cNvSpPr txBox="1"/>
                <p:nvPr/>
              </p:nvSpPr>
              <p:spPr>
                <a:xfrm>
                  <a:off x="1447477" y="5448978"/>
                  <a:ext cx="773210" cy="166891"/>
                </a:xfrm>
                <a:prstGeom prst="rect">
                  <a:avLst/>
                </a:prstGeom>
                <a:noFill/>
              </p:spPr>
              <p:txBody>
                <a:bodyPr wrap="square" rtlCol="0">
                  <a:spAutoFit/>
                </a:bodyPr>
                <a:lstStyle/>
                <a:p>
                  <a:pPr algn="ctr"/>
                  <a14:m>
                    <m:oMath xmlns:m="http://schemas.openxmlformats.org/officeDocument/2006/math">
                      <m:r>
                        <a:rPr lang="en-SG" sz="1100" b="0" i="1" smtClean="0">
                          <a:latin typeface="Cambria Math" panose="02040503050406030204" pitchFamily="18" charset="0"/>
                        </a:rPr>
                        <m:t>𝑥</m:t>
                      </m:r>
                    </m:oMath>
                  </a14:m>
                  <a:r>
                    <a:rPr lang="en-SG" sz="1100"/>
                    <a:t> increases here</a:t>
                  </a:r>
                </a:p>
              </p:txBody>
            </p:sp>
          </mc:Choice>
          <mc:Fallback xmlns="">
            <p:sp>
              <p:nvSpPr>
                <p:cNvPr id="11" name="TextBox 10">
                  <a:extLst>
                    <a:ext uri="{FF2B5EF4-FFF2-40B4-BE49-F238E27FC236}">
                      <a16:creationId xmlns:a16="http://schemas.microsoft.com/office/drawing/2014/main" id="{B47CFEC2-CADD-8B18-3FAF-881C42E4AA5D}"/>
                    </a:ext>
                  </a:extLst>
                </p:cNvPr>
                <p:cNvSpPr txBox="1">
                  <a:spLocks noRot="1" noChangeAspect="1" noMove="1" noResize="1" noEditPoints="1" noAdjustHandles="1" noChangeArrowheads="1" noChangeShapeType="1" noTextEdit="1"/>
                </p:cNvSpPr>
                <p:nvPr/>
              </p:nvSpPr>
              <p:spPr>
                <a:xfrm>
                  <a:off x="1447477" y="5448978"/>
                  <a:ext cx="773210" cy="166891"/>
                </a:xfrm>
                <a:prstGeom prst="rect">
                  <a:avLst/>
                </a:prstGeom>
                <a:blipFill>
                  <a:blip r:embed="rId3"/>
                  <a:stretch>
                    <a:fillRect b="-19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5CFB6FD-15B5-276D-F387-631B0DE66BAB}"/>
                    </a:ext>
                  </a:extLst>
                </p:cNvPr>
                <p:cNvSpPr txBox="1"/>
                <p:nvPr/>
              </p:nvSpPr>
              <p:spPr>
                <a:xfrm>
                  <a:off x="3050907" y="5271427"/>
                  <a:ext cx="584640" cy="21597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SG" sz="1600" b="0" i="1" smtClean="0">
                            <a:latin typeface="Cambria Math" panose="02040503050406030204" pitchFamily="18" charset="0"/>
                          </a:rPr>
                          <m:t>𝑥</m:t>
                        </m:r>
                      </m:oMath>
                    </m:oMathPara>
                  </a14:m>
                  <a:endParaRPr lang="en-SG" sz="1600"/>
                </a:p>
              </p:txBody>
            </p:sp>
          </mc:Choice>
          <mc:Fallback xmlns="">
            <p:sp>
              <p:nvSpPr>
                <p:cNvPr id="12" name="TextBox 11">
                  <a:extLst>
                    <a:ext uri="{FF2B5EF4-FFF2-40B4-BE49-F238E27FC236}">
                      <a16:creationId xmlns:a16="http://schemas.microsoft.com/office/drawing/2014/main" id="{55CFB6FD-15B5-276D-F387-631B0DE66BAB}"/>
                    </a:ext>
                  </a:extLst>
                </p:cNvPr>
                <p:cNvSpPr txBox="1">
                  <a:spLocks noRot="1" noChangeAspect="1" noMove="1" noResize="1" noEditPoints="1" noAdjustHandles="1" noChangeArrowheads="1" noChangeShapeType="1" noTextEdit="1"/>
                </p:cNvSpPr>
                <p:nvPr/>
              </p:nvSpPr>
              <p:spPr>
                <a:xfrm>
                  <a:off x="3050907" y="5271427"/>
                  <a:ext cx="584640" cy="215976"/>
                </a:xfrm>
                <a:prstGeom prst="rect">
                  <a:avLst/>
                </a:prstGeom>
                <a:blipFill>
                  <a:blip r:embed="rId4"/>
                  <a:stretch>
                    <a:fillRect/>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743DA2B8-4738-F07F-8270-DDC2C0903F07}"/>
              </a:ext>
            </a:extLst>
          </p:cNvPr>
          <p:cNvGrpSpPr/>
          <p:nvPr/>
        </p:nvGrpSpPr>
        <p:grpSpPr>
          <a:xfrm>
            <a:off x="6559668" y="5052773"/>
            <a:ext cx="3602043" cy="585473"/>
            <a:chOff x="1447477" y="5242374"/>
            <a:chExt cx="2188070" cy="373495"/>
          </a:xfrm>
        </p:grpSpPr>
        <p:cxnSp>
          <p:nvCxnSpPr>
            <p:cNvPr id="15" name="Straight Connector 14">
              <a:extLst>
                <a:ext uri="{FF2B5EF4-FFF2-40B4-BE49-F238E27FC236}">
                  <a16:creationId xmlns:a16="http://schemas.microsoft.com/office/drawing/2014/main" id="{6E2B8490-0F09-87A3-2EEA-37A34362E603}"/>
                </a:ext>
              </a:extLst>
            </p:cNvPr>
            <p:cNvCxnSpPr/>
            <p:nvPr/>
          </p:nvCxnSpPr>
          <p:spPr>
            <a:xfrm>
              <a:off x="1507253" y="5416062"/>
              <a:ext cx="17082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91385327-B19E-527D-4B05-C92BBA855E5A}"/>
                </a:ext>
              </a:extLst>
            </p:cNvPr>
            <p:cNvSpPr/>
            <p:nvPr/>
          </p:nvSpPr>
          <p:spPr>
            <a:xfrm>
              <a:off x="2220687" y="5305532"/>
              <a:ext cx="231112" cy="211014"/>
            </a:xfrm>
            <a:prstGeom prst="ellipse">
              <a:avLst/>
            </a:prstGeom>
            <a:solidFill>
              <a:srgbClr val="FF0000"/>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SG"/>
            </a:p>
          </p:txBody>
        </p:sp>
        <p:sp>
          <p:nvSpPr>
            <p:cNvPr id="17" name="Arrow: Right 16">
              <a:extLst>
                <a:ext uri="{FF2B5EF4-FFF2-40B4-BE49-F238E27FC236}">
                  <a16:creationId xmlns:a16="http://schemas.microsoft.com/office/drawing/2014/main" id="{F54E0CB4-EFFF-98DC-4CF7-40286D1C9B5A}"/>
                </a:ext>
              </a:extLst>
            </p:cNvPr>
            <p:cNvSpPr/>
            <p:nvPr/>
          </p:nvSpPr>
          <p:spPr>
            <a:xfrm>
              <a:off x="2601486" y="5248787"/>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18" name="Arrow: Right 17">
              <a:extLst>
                <a:ext uri="{FF2B5EF4-FFF2-40B4-BE49-F238E27FC236}">
                  <a16:creationId xmlns:a16="http://schemas.microsoft.com/office/drawing/2014/main" id="{1FC1A504-27B6-A3F2-D398-1A0FA1D48ED8}"/>
                </a:ext>
              </a:extLst>
            </p:cNvPr>
            <p:cNvSpPr/>
            <p:nvPr/>
          </p:nvSpPr>
          <p:spPr>
            <a:xfrm>
              <a:off x="2802452" y="5250173"/>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19" name="Arrow: Right 18">
              <a:extLst>
                <a:ext uri="{FF2B5EF4-FFF2-40B4-BE49-F238E27FC236}">
                  <a16:creationId xmlns:a16="http://schemas.microsoft.com/office/drawing/2014/main" id="{15FBD4B5-96BA-1C4E-085C-48C6FB6DF6BC}"/>
                </a:ext>
              </a:extLst>
            </p:cNvPr>
            <p:cNvSpPr/>
            <p:nvPr/>
          </p:nvSpPr>
          <p:spPr>
            <a:xfrm flipH="1">
              <a:off x="1725421" y="5247391"/>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p:sp>
          <p:nvSpPr>
            <p:cNvPr id="20" name="Arrow: Right 19">
              <a:extLst>
                <a:ext uri="{FF2B5EF4-FFF2-40B4-BE49-F238E27FC236}">
                  <a16:creationId xmlns:a16="http://schemas.microsoft.com/office/drawing/2014/main" id="{F93475D2-16D8-7F03-C071-A6C1FDA4EB56}"/>
                </a:ext>
              </a:extLst>
            </p:cNvPr>
            <p:cNvSpPr/>
            <p:nvPr/>
          </p:nvSpPr>
          <p:spPr>
            <a:xfrm flipH="1">
              <a:off x="1916323" y="5242374"/>
              <a:ext cx="130628" cy="130628"/>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SG"/>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DDDFFB3-D754-ED5F-B64D-9C81CBDAABAC}"/>
                    </a:ext>
                  </a:extLst>
                </p:cNvPr>
                <p:cNvSpPr txBox="1"/>
                <p:nvPr/>
              </p:nvSpPr>
              <p:spPr>
                <a:xfrm>
                  <a:off x="2348441" y="5442251"/>
                  <a:ext cx="867032" cy="166891"/>
                </a:xfrm>
                <a:prstGeom prst="rect">
                  <a:avLst/>
                </a:prstGeom>
                <a:noFill/>
              </p:spPr>
              <p:txBody>
                <a:bodyPr wrap="square" rtlCol="0">
                  <a:spAutoFit/>
                </a:bodyPr>
                <a:lstStyle/>
                <a:p>
                  <a:pPr algn="ctr"/>
                  <a14:m>
                    <m:oMath xmlns:m="http://schemas.openxmlformats.org/officeDocument/2006/math">
                      <m:r>
                        <a:rPr lang="en-SG" sz="1100" b="0" i="1" smtClean="0">
                          <a:latin typeface="Cambria Math" panose="02040503050406030204" pitchFamily="18" charset="0"/>
                        </a:rPr>
                        <m:t>𝑥</m:t>
                      </m:r>
                    </m:oMath>
                  </a14:m>
                  <a:r>
                    <a:rPr lang="en-SG" sz="1100"/>
                    <a:t> increases here</a:t>
                  </a:r>
                </a:p>
              </p:txBody>
            </p:sp>
          </mc:Choice>
          <mc:Fallback xmlns="">
            <p:sp>
              <p:nvSpPr>
                <p:cNvPr id="21" name="TextBox 20">
                  <a:extLst>
                    <a:ext uri="{FF2B5EF4-FFF2-40B4-BE49-F238E27FC236}">
                      <a16:creationId xmlns:a16="http://schemas.microsoft.com/office/drawing/2014/main" id="{FDDDFFB3-D754-ED5F-B64D-9C81CBDAABAC}"/>
                    </a:ext>
                  </a:extLst>
                </p:cNvPr>
                <p:cNvSpPr txBox="1">
                  <a:spLocks noRot="1" noChangeAspect="1" noMove="1" noResize="1" noEditPoints="1" noAdjustHandles="1" noChangeArrowheads="1" noChangeShapeType="1" noTextEdit="1"/>
                </p:cNvSpPr>
                <p:nvPr/>
              </p:nvSpPr>
              <p:spPr>
                <a:xfrm>
                  <a:off x="2348441" y="5442251"/>
                  <a:ext cx="867032" cy="166891"/>
                </a:xfrm>
                <a:prstGeom prst="rect">
                  <a:avLst/>
                </a:prstGeom>
                <a:blipFill>
                  <a:blip r:embed="rId5"/>
                  <a:stretch>
                    <a:fillRect b="-16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C1F608A-7200-D653-4EBA-171302B23724}"/>
                    </a:ext>
                  </a:extLst>
                </p:cNvPr>
                <p:cNvSpPr txBox="1"/>
                <p:nvPr/>
              </p:nvSpPr>
              <p:spPr>
                <a:xfrm>
                  <a:off x="1447477" y="5448978"/>
                  <a:ext cx="773210" cy="166891"/>
                </a:xfrm>
                <a:prstGeom prst="rect">
                  <a:avLst/>
                </a:prstGeom>
                <a:noFill/>
              </p:spPr>
              <p:txBody>
                <a:bodyPr wrap="square" rtlCol="0">
                  <a:spAutoFit/>
                </a:bodyPr>
                <a:lstStyle/>
                <a:p>
                  <a:pPr algn="ctr"/>
                  <a14:m>
                    <m:oMath xmlns:m="http://schemas.openxmlformats.org/officeDocument/2006/math">
                      <m:r>
                        <a:rPr lang="en-SG" sz="1100" b="0" i="1" smtClean="0">
                          <a:latin typeface="Cambria Math" panose="02040503050406030204" pitchFamily="18" charset="0"/>
                        </a:rPr>
                        <m:t>𝑥</m:t>
                      </m:r>
                    </m:oMath>
                  </a14:m>
                  <a:r>
                    <a:rPr lang="en-SG" sz="1100"/>
                    <a:t> decreases here</a:t>
                  </a:r>
                </a:p>
              </p:txBody>
            </p:sp>
          </mc:Choice>
          <mc:Fallback xmlns="">
            <p:sp>
              <p:nvSpPr>
                <p:cNvPr id="22" name="TextBox 21">
                  <a:extLst>
                    <a:ext uri="{FF2B5EF4-FFF2-40B4-BE49-F238E27FC236}">
                      <a16:creationId xmlns:a16="http://schemas.microsoft.com/office/drawing/2014/main" id="{BC1F608A-7200-D653-4EBA-171302B23724}"/>
                    </a:ext>
                  </a:extLst>
                </p:cNvPr>
                <p:cNvSpPr txBox="1">
                  <a:spLocks noRot="1" noChangeAspect="1" noMove="1" noResize="1" noEditPoints="1" noAdjustHandles="1" noChangeArrowheads="1" noChangeShapeType="1" noTextEdit="1"/>
                </p:cNvSpPr>
                <p:nvPr/>
              </p:nvSpPr>
              <p:spPr>
                <a:xfrm>
                  <a:off x="1447477" y="5448978"/>
                  <a:ext cx="773210" cy="166891"/>
                </a:xfrm>
                <a:prstGeom prst="rect">
                  <a:avLst/>
                </a:prstGeom>
                <a:blipFill>
                  <a:blip r:embed="rId6"/>
                  <a:stretch>
                    <a:fillRect b="-16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BD755B1-801A-AFFA-08E2-6B3858F20D5B}"/>
                    </a:ext>
                  </a:extLst>
                </p:cNvPr>
                <p:cNvSpPr txBox="1"/>
                <p:nvPr/>
              </p:nvSpPr>
              <p:spPr>
                <a:xfrm>
                  <a:off x="3050907" y="5271427"/>
                  <a:ext cx="584640" cy="21597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SG" sz="1600" b="0" i="1" smtClean="0">
                            <a:latin typeface="Cambria Math" panose="02040503050406030204" pitchFamily="18" charset="0"/>
                          </a:rPr>
                          <m:t>𝑥</m:t>
                        </m:r>
                      </m:oMath>
                    </m:oMathPara>
                  </a14:m>
                  <a:endParaRPr lang="en-SG" sz="1600"/>
                </a:p>
              </p:txBody>
            </p:sp>
          </mc:Choice>
          <mc:Fallback xmlns="">
            <p:sp>
              <p:nvSpPr>
                <p:cNvPr id="23" name="TextBox 22">
                  <a:extLst>
                    <a:ext uri="{FF2B5EF4-FFF2-40B4-BE49-F238E27FC236}">
                      <a16:creationId xmlns:a16="http://schemas.microsoft.com/office/drawing/2014/main" id="{0BD755B1-801A-AFFA-08E2-6B3858F20D5B}"/>
                    </a:ext>
                  </a:extLst>
                </p:cNvPr>
                <p:cNvSpPr txBox="1">
                  <a:spLocks noRot="1" noChangeAspect="1" noMove="1" noResize="1" noEditPoints="1" noAdjustHandles="1" noChangeArrowheads="1" noChangeShapeType="1" noTextEdit="1"/>
                </p:cNvSpPr>
                <p:nvPr/>
              </p:nvSpPr>
              <p:spPr>
                <a:xfrm>
                  <a:off x="3050907" y="5271427"/>
                  <a:ext cx="584640" cy="215976"/>
                </a:xfrm>
                <a:prstGeom prst="rect">
                  <a:avLst/>
                </a:prstGeom>
                <a:blipFill>
                  <a:blip r:embed="rId7"/>
                  <a:stretch>
                    <a:fillRect/>
                  </a:stretch>
                </a:blipFill>
              </p:spPr>
              <p:txBody>
                <a:bodyPr/>
                <a:lstStyle/>
                <a:p>
                  <a:r>
                    <a:rPr lang="en-US">
                      <a:noFill/>
                    </a:rPr>
                    <a:t> </a:t>
                  </a:r>
                </a:p>
              </p:txBody>
            </p:sp>
          </mc:Fallback>
        </mc:AlternateContent>
      </p:grpSp>
      <p:sp>
        <p:nvSpPr>
          <p:cNvPr id="24" name="TextBox 23">
            <a:extLst>
              <a:ext uri="{FF2B5EF4-FFF2-40B4-BE49-F238E27FC236}">
                <a16:creationId xmlns:a16="http://schemas.microsoft.com/office/drawing/2014/main" id="{1134A6A8-4903-8465-6E47-C4EAC3C23ABE}"/>
              </a:ext>
            </a:extLst>
          </p:cNvPr>
          <p:cNvSpPr txBox="1"/>
          <p:nvPr/>
        </p:nvSpPr>
        <p:spPr>
          <a:xfrm>
            <a:off x="3162850" y="5775514"/>
            <a:ext cx="765338" cy="369332"/>
          </a:xfrm>
          <a:prstGeom prst="rect">
            <a:avLst/>
          </a:prstGeom>
          <a:noFill/>
        </p:spPr>
        <p:txBody>
          <a:bodyPr wrap="none" rtlCol="0">
            <a:spAutoFit/>
          </a:bodyPr>
          <a:lstStyle/>
          <a:p>
            <a:r>
              <a:rPr lang="en-SG"/>
              <a:t>Stable</a:t>
            </a:r>
          </a:p>
        </p:txBody>
      </p:sp>
      <p:sp>
        <p:nvSpPr>
          <p:cNvPr id="25" name="TextBox 24">
            <a:extLst>
              <a:ext uri="{FF2B5EF4-FFF2-40B4-BE49-F238E27FC236}">
                <a16:creationId xmlns:a16="http://schemas.microsoft.com/office/drawing/2014/main" id="{182D18A7-2F4B-DC9A-8AF0-54286371108F}"/>
              </a:ext>
            </a:extLst>
          </p:cNvPr>
          <p:cNvSpPr txBox="1"/>
          <p:nvPr/>
        </p:nvSpPr>
        <p:spPr>
          <a:xfrm>
            <a:off x="7514747" y="5729974"/>
            <a:ext cx="1016047" cy="369332"/>
          </a:xfrm>
          <a:prstGeom prst="rect">
            <a:avLst/>
          </a:prstGeom>
          <a:noFill/>
        </p:spPr>
        <p:txBody>
          <a:bodyPr wrap="none" rtlCol="0">
            <a:spAutoFit/>
          </a:bodyPr>
          <a:lstStyle/>
          <a:p>
            <a:r>
              <a:rPr lang="en-SG"/>
              <a:t>Unstable</a:t>
            </a:r>
          </a:p>
        </p:txBody>
      </p:sp>
      <p:sp>
        <p:nvSpPr>
          <p:cNvPr id="26" name="Slide Number Placeholder 25">
            <a:extLst>
              <a:ext uri="{FF2B5EF4-FFF2-40B4-BE49-F238E27FC236}">
                <a16:creationId xmlns:a16="http://schemas.microsoft.com/office/drawing/2014/main" id="{020A8AA4-17EC-6948-B12F-2352DA8BFC25}"/>
              </a:ext>
            </a:extLst>
          </p:cNvPr>
          <p:cNvSpPr>
            <a:spLocks noGrp="1"/>
          </p:cNvSpPr>
          <p:nvPr>
            <p:ph type="sldNum" sz="quarter" idx="12"/>
          </p:nvPr>
        </p:nvSpPr>
        <p:spPr/>
        <p:txBody>
          <a:bodyPr/>
          <a:lstStyle/>
          <a:p>
            <a:fld id="{3F8FFD44-3125-48DD-9AC2-A99B91DF9DE5}" type="slidenum">
              <a:rPr lang="en-GB" smtClean="0"/>
              <a:t>27</a:t>
            </a:fld>
            <a:endParaRPr lang="en-GB"/>
          </a:p>
        </p:txBody>
      </p:sp>
    </p:spTree>
    <p:extLst>
      <p:ext uri="{BB962C8B-B14F-4D97-AF65-F5344CB8AC3E}">
        <p14:creationId xmlns:p14="http://schemas.microsoft.com/office/powerpoint/2010/main" val="1637301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0">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Network </a:t>
            </a:r>
            <a:r>
              <a:rPr lang="en-US" err="1"/>
              <a:t>Externalties</a:t>
            </a:r>
            <a:r>
              <a:rPr lang="en-US"/>
              <a:t>: </a:t>
            </a:r>
            <a:br>
              <a:rPr lang="en-US"/>
            </a:br>
            <a:r>
              <a:rPr lang="en-US"/>
              <a:t>Market Dynamics</a:t>
            </a:r>
            <a:endParaRPr lang="en-SG"/>
          </a:p>
        </p:txBody>
      </p:sp>
      <p:sp>
        <p:nvSpPr>
          <p:cNvPr id="5" name="Slide Number Placeholder 4">
            <a:extLst>
              <a:ext uri="{FF2B5EF4-FFF2-40B4-BE49-F238E27FC236}">
                <a16:creationId xmlns:a16="http://schemas.microsoft.com/office/drawing/2014/main" id="{E0D0A344-4077-D397-15C9-4209B9B84DEC}"/>
              </a:ext>
            </a:extLst>
          </p:cNvPr>
          <p:cNvSpPr>
            <a:spLocks noGrp="1"/>
          </p:cNvSpPr>
          <p:nvPr>
            <p:ph type="sldNum" sz="quarter" idx="12"/>
          </p:nvPr>
        </p:nvSpPr>
        <p:spPr/>
        <p:txBody>
          <a:bodyPr/>
          <a:lstStyle/>
          <a:p>
            <a:fld id="{3F8FFD44-3125-48DD-9AC2-A99B91DF9DE5}" type="slidenum">
              <a:rPr lang="en-GB" smtClean="0"/>
              <a:t>28</a:t>
            </a:fld>
            <a:endParaRPr lang="en-GB"/>
          </a:p>
        </p:txBody>
      </p:sp>
    </p:spTree>
    <p:extLst>
      <p:ext uri="{BB962C8B-B14F-4D97-AF65-F5344CB8AC3E}">
        <p14:creationId xmlns:p14="http://schemas.microsoft.com/office/powerpoint/2010/main" val="786517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p:txBody>
          <a:bodyPr/>
          <a:lstStyle/>
          <a:p>
            <a:pPr eaLnBrk="1" hangingPunct="1"/>
            <a:r>
              <a:rPr lang="en-US" altLang="en-US"/>
              <a:t>Network Externalities: Dynamics</a:t>
            </a:r>
          </a:p>
        </p:txBody>
      </p:sp>
      <p:pic>
        <p:nvPicPr>
          <p:cNvPr id="5" name="Picture 4" descr="A graph shows demand curve and supply curve. A U-shaped curve and a line are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 Origin is highlighted. The intersecting point of the supply curve and the increasing part of the demand curve is highlighted and labeled unstable. A vertical dashed line is drawn from a point n prime on the horizontal axis to the highlighted intersecting point. The intersecting point of the supply curve and the decreasing part of the demand curve is highlighted. Another vertical dashed line is drawn from a point n double prime on the horizontal axis to the highlighted intersecting point.  Two horizontal arrows on both sides of the first vertical dashed line point away from each other. Two horizontal arrows on both sides of the second vertical dashed line point towards each other. Text reads which equilibrium is likely to occur?&#10;">
            <a:extLst>
              <a:ext uri="{FF2B5EF4-FFF2-40B4-BE49-F238E27FC236}">
                <a16:creationId xmlns:a16="http://schemas.microsoft.com/office/drawing/2014/main" id="{9A6ECEF0-EE14-4799-A38D-7C5984E31E30}"/>
              </a:ext>
            </a:extLst>
          </p:cNvPr>
          <p:cNvPicPr>
            <a:picLocks noChangeAspect="1"/>
          </p:cNvPicPr>
          <p:nvPr/>
        </p:nvPicPr>
        <p:blipFill rotWithShape="1">
          <a:blip r:embed="rId3"/>
          <a:srcRect b="11715"/>
          <a:stretch/>
        </p:blipFill>
        <p:spPr>
          <a:xfrm>
            <a:off x="2067240" y="2500961"/>
            <a:ext cx="7392353" cy="3299764"/>
          </a:xfrm>
          <a:prstGeom prst="rect">
            <a:avLst/>
          </a:prstGeom>
        </p:spPr>
      </p:pic>
      <p:sp>
        <p:nvSpPr>
          <p:cNvPr id="3" name="TextBox 2">
            <a:extLst>
              <a:ext uri="{FF2B5EF4-FFF2-40B4-BE49-F238E27FC236}">
                <a16:creationId xmlns:a16="http://schemas.microsoft.com/office/drawing/2014/main" id="{5E600CE9-8C09-7347-2837-F3B03B337EF1}"/>
              </a:ext>
            </a:extLst>
          </p:cNvPr>
          <p:cNvSpPr txBox="1"/>
          <p:nvPr/>
        </p:nvSpPr>
        <p:spPr>
          <a:xfrm>
            <a:off x="7108030" y="5411103"/>
            <a:ext cx="806631" cy="461665"/>
          </a:xfrm>
          <a:prstGeom prst="rect">
            <a:avLst/>
          </a:prstGeom>
          <a:solidFill>
            <a:schemeClr val="bg1"/>
          </a:solidFill>
        </p:spPr>
        <p:txBody>
          <a:bodyPr wrap="none" rtlCol="0">
            <a:spAutoFit/>
          </a:bodyPr>
          <a:lstStyle/>
          <a:p>
            <a:r>
              <a:rPr lang="en-SG" sz="2400">
                <a:solidFill>
                  <a:srgbClr val="FF0000"/>
                </a:solidFill>
              </a:rPr>
              <a:t>1001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E54B7F1-DBEA-01F7-07F3-2151CCADB7C0}"/>
                  </a:ext>
                </a:extLst>
              </p:cNvPr>
              <p:cNvSpPr txBox="1"/>
              <p:nvPr/>
            </p:nvSpPr>
            <p:spPr>
              <a:xfrm>
                <a:off x="2010088" y="2843210"/>
                <a:ext cx="2028512"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b="0" i="1" smtClean="0">
                          <a:solidFill>
                            <a:srgbClr val="58697D"/>
                          </a:solidFill>
                          <a:latin typeface="Cambria Math" panose="02040503050406030204" pitchFamily="18" charset="0"/>
                        </a:rPr>
                        <m:t>𝑝</m:t>
                      </m:r>
                      <m:r>
                        <a:rPr lang="en-SG" b="0" i="1" smtClean="0">
                          <a:solidFill>
                            <a:srgbClr val="58697D"/>
                          </a:solidFill>
                          <a:latin typeface="Cambria Math" panose="02040503050406030204" pitchFamily="18" charset="0"/>
                        </a:rPr>
                        <m:t>=</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(1001−</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m:t>
                      </m:r>
                    </m:oMath>
                  </m:oMathPara>
                </a14:m>
                <a:endParaRPr lang="en-SG">
                  <a:solidFill>
                    <a:srgbClr val="58697D"/>
                  </a:solidFill>
                </a:endParaRPr>
              </a:p>
            </p:txBody>
          </p:sp>
        </mc:Choice>
        <mc:Fallback xmlns="">
          <p:sp>
            <p:nvSpPr>
              <p:cNvPr id="4" name="TextBox 3">
                <a:extLst>
                  <a:ext uri="{FF2B5EF4-FFF2-40B4-BE49-F238E27FC236}">
                    <a16:creationId xmlns:a16="http://schemas.microsoft.com/office/drawing/2014/main" id="{AE54B7F1-DBEA-01F7-07F3-2151CCADB7C0}"/>
                  </a:ext>
                </a:extLst>
              </p:cNvPr>
              <p:cNvSpPr txBox="1">
                <a:spLocks noRot="1" noChangeAspect="1" noMove="1" noResize="1" noEditPoints="1" noAdjustHandles="1" noChangeArrowheads="1" noChangeShapeType="1" noTextEdit="1"/>
              </p:cNvSpPr>
              <p:nvPr/>
            </p:nvSpPr>
            <p:spPr>
              <a:xfrm>
                <a:off x="2010088" y="2843210"/>
                <a:ext cx="2028512" cy="369332"/>
              </a:xfrm>
              <a:prstGeom prst="rect">
                <a:avLst/>
              </a:prstGeom>
              <a:blipFill>
                <a:blip r:embed="rId4"/>
                <a:stretch>
                  <a:fillRect b="-13115"/>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595E2852-ABEA-8414-8168-5C2E8A3E03D7}"/>
              </a:ext>
            </a:extLst>
          </p:cNvPr>
          <p:cNvSpPr>
            <a:spLocks noGrp="1"/>
          </p:cNvSpPr>
          <p:nvPr>
            <p:ph type="sldNum" sz="quarter" idx="12"/>
          </p:nvPr>
        </p:nvSpPr>
        <p:spPr/>
        <p:txBody>
          <a:bodyPr/>
          <a:lstStyle/>
          <a:p>
            <a:fld id="{3F8FFD44-3125-48DD-9AC2-A99B91DF9DE5}" type="slidenum">
              <a:rPr lang="en-GB" smtClean="0"/>
              <a:t>29</a:t>
            </a:fld>
            <a:endParaRPr lang="en-GB"/>
          </a:p>
        </p:txBody>
      </p:sp>
      <p:sp>
        <p:nvSpPr>
          <p:cNvPr id="9" name="Rectangle 3">
            <a:extLst>
              <a:ext uri="{FF2B5EF4-FFF2-40B4-BE49-F238E27FC236}">
                <a16:creationId xmlns:a16="http://schemas.microsoft.com/office/drawing/2014/main" id="{BEA5AD23-0890-79D8-C6E0-486927B72997}"/>
              </a:ext>
            </a:extLst>
          </p:cNvPr>
          <p:cNvSpPr>
            <a:spLocks noGrp="1" noChangeArrowheads="1"/>
          </p:cNvSpPr>
          <p:nvPr>
            <p:ph idx="1"/>
          </p:nvPr>
        </p:nvSpPr>
        <p:spPr>
          <a:xfrm>
            <a:off x="838200" y="1597154"/>
            <a:ext cx="10366829" cy="4755473"/>
          </a:xfrm>
        </p:spPr>
        <p:txBody>
          <a:bodyPr>
            <a:normAutofit/>
          </a:bodyPr>
          <a:lstStyle/>
          <a:p>
            <a:pPr eaLnBrk="1" hangingPunct="1"/>
            <a:r>
              <a:rPr lang="en-US" altLang="en-US" sz="2000" dirty="0"/>
              <a:t>Suppose the market expands whenever willingness to pay exceeds marginal production cost, </a:t>
            </a:r>
            <a:r>
              <a:rPr lang="en-US" altLang="en-US" sz="2000" i="1" dirty="0"/>
              <a:t>c </a:t>
            </a:r>
            <a:r>
              <a:rPr lang="en-US" altLang="en-US" sz="2000" dirty="0"/>
              <a:t>and vice versa.</a:t>
            </a:r>
          </a:p>
        </p:txBody>
      </p:sp>
    </p:spTree>
    <p:extLst>
      <p:ext uri="{BB962C8B-B14F-4D97-AF65-F5344CB8AC3E}">
        <p14:creationId xmlns:p14="http://schemas.microsoft.com/office/powerpoint/2010/main" val="2761039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p:nvPr>
        </p:nvSpPr>
        <p:spPr/>
        <p:txBody>
          <a:bodyPr/>
          <a:lstStyle/>
          <a:p>
            <a:pPr eaLnBrk="1" hangingPunct="1"/>
            <a:r>
              <a:rPr lang="en-US" altLang="en-US"/>
              <a:t>Network Externalities: Dynamics</a:t>
            </a:r>
          </a:p>
        </p:txBody>
      </p:sp>
      <p:sp>
        <p:nvSpPr>
          <p:cNvPr id="75778" name="Rectangle 3"/>
          <p:cNvSpPr>
            <a:spLocks noGrp="1" noChangeArrowheads="1"/>
          </p:cNvSpPr>
          <p:nvPr>
            <p:ph idx="1"/>
          </p:nvPr>
        </p:nvSpPr>
        <p:spPr>
          <a:xfrm>
            <a:off x="838200" y="1597154"/>
            <a:ext cx="10366829" cy="4755473"/>
          </a:xfrm>
        </p:spPr>
        <p:txBody>
          <a:bodyPr>
            <a:normAutofit/>
          </a:bodyPr>
          <a:lstStyle/>
          <a:p>
            <a:pPr eaLnBrk="1" hangingPunct="1"/>
            <a:r>
              <a:rPr lang="en-US" altLang="en-US" sz="2000" dirty="0"/>
              <a:t>Suppose the market expands whenever willingness to pay exceeds marginal production cost, </a:t>
            </a:r>
            <a:r>
              <a:rPr lang="en-US" altLang="en-US" sz="2000" i="1" dirty="0"/>
              <a:t>c </a:t>
            </a:r>
            <a:r>
              <a:rPr lang="en-US" altLang="en-US" sz="2000" dirty="0"/>
              <a:t>and vice versa.</a:t>
            </a:r>
          </a:p>
        </p:txBody>
      </p:sp>
      <p:pic>
        <p:nvPicPr>
          <p:cNvPr id="6" name="Picture 5" descr="A graph shows demand curve and supply curve. A U-shaped curve and a line are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 The horizontal line representing supply curve is drawn from a point c on the vertical axis, and intersects the increasing and decreasing part of the demand curve. Origin is highlighted and area around the origin remains stable. The intersecting point of the supply curve and the increasing part of the demand curve is highlighted and labeled unstable. A vertical dashed line is drawn from a point n prime on the horizontal axis to the highlighted intersecting point. The intersecting point of the supply curve and the decreasing part of the demand curve is highlighted and labeled stable. Another vertical dashed line is drawn from a point n double prime on the horizontal axis to the highlighted intersecting point.  Two horizontal arrows on both sides of the first vertical dashed line point away from each other. Two horizontal arrows on both sides of the second vertical dashed line point towards each other. Text reads which equilibrium is likely to occur?&#10;">
            <a:extLst>
              <a:ext uri="{FF2B5EF4-FFF2-40B4-BE49-F238E27FC236}">
                <a16:creationId xmlns:a16="http://schemas.microsoft.com/office/drawing/2014/main" id="{36B13609-557B-471D-A3BB-92BD667CDE1A}"/>
              </a:ext>
            </a:extLst>
          </p:cNvPr>
          <p:cNvPicPr>
            <a:picLocks noChangeAspect="1"/>
          </p:cNvPicPr>
          <p:nvPr/>
        </p:nvPicPr>
        <p:blipFill rotWithShape="1">
          <a:blip r:embed="rId3"/>
          <a:srcRect b="11551"/>
          <a:stretch/>
        </p:blipFill>
        <p:spPr>
          <a:xfrm>
            <a:off x="2053613" y="2495720"/>
            <a:ext cx="7454186" cy="3333582"/>
          </a:xfrm>
          <a:prstGeom prst="rect">
            <a:avLst/>
          </a:prstGeom>
        </p:spPr>
      </p:pic>
      <p:sp>
        <p:nvSpPr>
          <p:cNvPr id="3" name="TextBox 2">
            <a:extLst>
              <a:ext uri="{FF2B5EF4-FFF2-40B4-BE49-F238E27FC236}">
                <a16:creationId xmlns:a16="http://schemas.microsoft.com/office/drawing/2014/main" id="{A5975491-53AD-4431-3300-C864AA619982}"/>
              </a:ext>
            </a:extLst>
          </p:cNvPr>
          <p:cNvSpPr txBox="1"/>
          <p:nvPr/>
        </p:nvSpPr>
        <p:spPr>
          <a:xfrm>
            <a:off x="7208043" y="5439680"/>
            <a:ext cx="806631" cy="461665"/>
          </a:xfrm>
          <a:prstGeom prst="rect">
            <a:avLst/>
          </a:prstGeom>
          <a:solidFill>
            <a:schemeClr val="bg1"/>
          </a:solidFill>
        </p:spPr>
        <p:txBody>
          <a:bodyPr wrap="none" rtlCol="0">
            <a:spAutoFit/>
          </a:bodyPr>
          <a:lstStyle/>
          <a:p>
            <a:r>
              <a:rPr lang="en-SG" sz="2400">
                <a:solidFill>
                  <a:srgbClr val="FF0000"/>
                </a:solidFill>
              </a:rPr>
              <a:t>1001</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045EACF-4CDE-BEBA-82D5-72DF783767B3}"/>
                  </a:ext>
                </a:extLst>
              </p:cNvPr>
              <p:cNvSpPr txBox="1"/>
              <p:nvPr/>
            </p:nvSpPr>
            <p:spPr>
              <a:xfrm>
                <a:off x="2010088" y="2836066"/>
                <a:ext cx="2028512"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SG" b="0" i="1" smtClean="0">
                          <a:solidFill>
                            <a:srgbClr val="58697D"/>
                          </a:solidFill>
                          <a:latin typeface="Cambria Math" panose="02040503050406030204" pitchFamily="18" charset="0"/>
                        </a:rPr>
                        <m:t>𝑝</m:t>
                      </m:r>
                      <m:r>
                        <a:rPr lang="en-SG" b="0" i="1" smtClean="0">
                          <a:solidFill>
                            <a:srgbClr val="58697D"/>
                          </a:solidFill>
                          <a:latin typeface="Cambria Math" panose="02040503050406030204" pitchFamily="18" charset="0"/>
                        </a:rPr>
                        <m:t>=</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(1001−</m:t>
                      </m:r>
                      <m:r>
                        <a:rPr lang="en-SG" b="0" i="1" smtClean="0">
                          <a:solidFill>
                            <a:srgbClr val="58697D"/>
                          </a:solidFill>
                          <a:latin typeface="Cambria Math" panose="02040503050406030204" pitchFamily="18" charset="0"/>
                        </a:rPr>
                        <m:t>𝑛</m:t>
                      </m:r>
                      <m:r>
                        <a:rPr lang="en-SG" b="0" i="1" smtClean="0">
                          <a:solidFill>
                            <a:srgbClr val="58697D"/>
                          </a:solidFill>
                          <a:latin typeface="Cambria Math" panose="02040503050406030204" pitchFamily="18" charset="0"/>
                        </a:rPr>
                        <m:t>)</m:t>
                      </m:r>
                    </m:oMath>
                  </m:oMathPara>
                </a14:m>
                <a:endParaRPr lang="en-SG">
                  <a:solidFill>
                    <a:srgbClr val="58697D"/>
                  </a:solidFill>
                </a:endParaRPr>
              </a:p>
            </p:txBody>
          </p:sp>
        </mc:Choice>
        <mc:Fallback xmlns="">
          <p:sp>
            <p:nvSpPr>
              <p:cNvPr id="4" name="TextBox 3">
                <a:extLst>
                  <a:ext uri="{FF2B5EF4-FFF2-40B4-BE49-F238E27FC236}">
                    <a16:creationId xmlns:a16="http://schemas.microsoft.com/office/drawing/2014/main" id="{B045EACF-4CDE-BEBA-82D5-72DF783767B3}"/>
                  </a:ext>
                </a:extLst>
              </p:cNvPr>
              <p:cNvSpPr txBox="1">
                <a:spLocks noRot="1" noChangeAspect="1" noMove="1" noResize="1" noEditPoints="1" noAdjustHandles="1" noChangeArrowheads="1" noChangeShapeType="1" noTextEdit="1"/>
              </p:cNvSpPr>
              <p:nvPr/>
            </p:nvSpPr>
            <p:spPr>
              <a:xfrm>
                <a:off x="2010088" y="2836066"/>
                <a:ext cx="2028512" cy="369332"/>
              </a:xfrm>
              <a:prstGeom prst="rect">
                <a:avLst/>
              </a:prstGeom>
              <a:blipFill>
                <a:blip r:embed="rId4"/>
                <a:stretch>
                  <a:fillRect b="-13115"/>
                </a:stretch>
              </a:blipFill>
            </p:spPr>
            <p:txBody>
              <a:bodyPr/>
              <a:lstStyle/>
              <a:p>
                <a:r>
                  <a:rPr lang="en-US">
                    <a:noFill/>
                  </a:rPr>
                  <a:t> </a:t>
                </a:r>
              </a:p>
            </p:txBody>
          </p:sp>
        </mc:Fallback>
      </mc:AlternateContent>
      <p:sp>
        <p:nvSpPr>
          <p:cNvPr id="7" name="Slide Number Placeholder 6">
            <a:extLst>
              <a:ext uri="{FF2B5EF4-FFF2-40B4-BE49-F238E27FC236}">
                <a16:creationId xmlns:a16="http://schemas.microsoft.com/office/drawing/2014/main" id="{497F35BA-3019-0DAE-075A-FB6F4F0256A4}"/>
              </a:ext>
            </a:extLst>
          </p:cNvPr>
          <p:cNvSpPr>
            <a:spLocks noGrp="1"/>
          </p:cNvSpPr>
          <p:nvPr>
            <p:ph type="sldNum" sz="quarter" idx="12"/>
          </p:nvPr>
        </p:nvSpPr>
        <p:spPr/>
        <p:txBody>
          <a:bodyPr/>
          <a:lstStyle/>
          <a:p>
            <a:fld id="{3F8FFD44-3125-48DD-9AC2-A99B91DF9DE5}" type="slidenum">
              <a:rPr lang="en-GB" smtClean="0"/>
              <a:t>30</a:t>
            </a:fld>
            <a:endParaRPr lang="en-GB"/>
          </a:p>
        </p:txBody>
      </p:sp>
    </p:spTree>
    <p:extLst>
      <p:ext uri="{BB962C8B-B14F-4D97-AF65-F5344CB8AC3E}">
        <p14:creationId xmlns:p14="http://schemas.microsoft.com/office/powerpoint/2010/main" val="1681545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CDC7D2-B9A7-9AE3-E26C-C2E2154E29A5}"/>
              </a:ext>
            </a:extLst>
          </p:cNvPr>
          <p:cNvSpPr/>
          <p:nvPr/>
        </p:nvSpPr>
        <p:spPr>
          <a:xfrm>
            <a:off x="657074" y="3107837"/>
            <a:ext cx="6562762" cy="2849787"/>
          </a:xfrm>
          <a:prstGeom prst="rect">
            <a:avLst/>
          </a:prstGeom>
          <a:solidFill>
            <a:srgbClr val="FF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489" name="Rectangle 2"/>
          <p:cNvSpPr>
            <a:spLocks noGrp="1" noChangeArrowheads="1"/>
          </p:cNvSpPr>
          <p:nvPr>
            <p:ph type="title"/>
          </p:nvPr>
        </p:nvSpPr>
        <p:spPr/>
        <p:txBody>
          <a:bodyPr/>
          <a:lstStyle/>
          <a:p>
            <a:pPr eaLnBrk="1" hangingPunct="1"/>
            <a:r>
              <a:rPr lang="en-US" altLang="en-US" dirty="0"/>
              <a:t>Network Externalities: Stability</a:t>
            </a:r>
          </a:p>
        </p:txBody>
      </p:sp>
      <p:sp>
        <p:nvSpPr>
          <p:cNvPr id="63490" name="Rectangle 3"/>
          <p:cNvSpPr>
            <a:spLocks noGrp="1" noChangeArrowheads="1"/>
          </p:cNvSpPr>
          <p:nvPr>
            <p:ph idx="1"/>
          </p:nvPr>
        </p:nvSpPr>
        <p:spPr>
          <a:xfrm>
            <a:off x="838200" y="1600878"/>
            <a:ext cx="10439400" cy="1646872"/>
          </a:xfrm>
        </p:spPr>
        <p:txBody>
          <a:bodyPr>
            <a:normAutofit/>
          </a:bodyPr>
          <a:lstStyle/>
          <a:p>
            <a:r>
              <a:rPr lang="en-SG" altLang="en-US" sz="2000" dirty="0"/>
              <a:t>As you can see, there are </a:t>
            </a:r>
            <a:r>
              <a:rPr lang="en-SG" altLang="en-US" sz="2000" b="1" dirty="0">
                <a:solidFill>
                  <a:srgbClr val="0000FF"/>
                </a:solidFill>
              </a:rPr>
              <a:t>two main stable equilibria </a:t>
            </a:r>
            <a:r>
              <a:rPr lang="en-SG" altLang="en-US" sz="2000" dirty="0"/>
              <a:t>in this scenario with network externalities:</a:t>
            </a:r>
          </a:p>
          <a:p>
            <a:pPr marL="457200" indent="-457200">
              <a:buFont typeface="+mj-lt"/>
              <a:buAutoNum type="arabicPeriod"/>
            </a:pPr>
            <a:r>
              <a:rPr lang="en-SG" altLang="en-US" sz="2000" dirty="0"/>
              <a:t>No consumption of the good</a:t>
            </a:r>
          </a:p>
          <a:p>
            <a:pPr marL="457200" indent="-457200">
              <a:buFont typeface="+mj-lt"/>
              <a:buAutoNum type="arabicPeriod"/>
            </a:pPr>
            <a:r>
              <a:rPr lang="en-SG" altLang="en-US" sz="2000" dirty="0"/>
              <a:t>High consumption of the good</a:t>
            </a:r>
          </a:p>
          <a:p>
            <a:pPr marL="457200" indent="-457200">
              <a:buFont typeface="+mj-lt"/>
              <a:buAutoNum type="arabicPeriod"/>
            </a:pPr>
            <a:endParaRPr lang="en-SG" altLang="en-US" sz="2000" dirty="0"/>
          </a:p>
          <a:p>
            <a:pPr marL="457200" lvl="1" indent="0">
              <a:buNone/>
            </a:pPr>
            <a:endParaRPr lang="en-SG" altLang="en-US" sz="1800" dirty="0">
              <a:solidFill>
                <a:srgbClr val="FF0000"/>
              </a:solidFill>
            </a:endParaRPr>
          </a:p>
        </p:txBody>
      </p:sp>
      <p:sp>
        <p:nvSpPr>
          <p:cNvPr id="4" name="Slide Number Placeholder 3">
            <a:extLst>
              <a:ext uri="{FF2B5EF4-FFF2-40B4-BE49-F238E27FC236}">
                <a16:creationId xmlns:a16="http://schemas.microsoft.com/office/drawing/2014/main" id="{73010A4E-DABC-CDA6-6D1C-98C4371EEE66}"/>
              </a:ext>
            </a:extLst>
          </p:cNvPr>
          <p:cNvSpPr>
            <a:spLocks noGrp="1"/>
          </p:cNvSpPr>
          <p:nvPr>
            <p:ph type="sldNum" sz="quarter" idx="12"/>
          </p:nvPr>
        </p:nvSpPr>
        <p:spPr/>
        <p:txBody>
          <a:bodyPr/>
          <a:lstStyle/>
          <a:p>
            <a:fld id="{3F8FFD44-3125-48DD-9AC2-A99B91DF9DE5}" type="slidenum">
              <a:rPr lang="en-GB" smtClean="0"/>
              <a:t>31</a:t>
            </a:fld>
            <a:endParaRPr lang="en-GB"/>
          </a:p>
        </p:txBody>
      </p:sp>
      <p:pic>
        <p:nvPicPr>
          <p:cNvPr id="2" name="Picture 1" descr="A graph shows demand curve. A U-shaped curve is graphed on a coordinate plane. The horizontal axis represents n and vertical axis represents willingness to pay p equals n (1000 minus n). The U-shaped curve representing demand curve starts from the origin, reaches the peak, and then gradually decreases and ends at a point (1000, 0) on the horizontal axis.&#10;">
            <a:extLst>
              <a:ext uri="{FF2B5EF4-FFF2-40B4-BE49-F238E27FC236}">
                <a16:creationId xmlns:a16="http://schemas.microsoft.com/office/drawing/2014/main" id="{95845EDE-268F-D7F1-36A1-20357C9B8FE2}"/>
              </a:ext>
            </a:extLst>
          </p:cNvPr>
          <p:cNvPicPr>
            <a:picLocks noChangeAspect="1"/>
          </p:cNvPicPr>
          <p:nvPr/>
        </p:nvPicPr>
        <p:blipFill>
          <a:blip r:embed="rId3"/>
          <a:stretch>
            <a:fillRect/>
          </a:stretch>
        </p:blipFill>
        <p:spPr>
          <a:xfrm>
            <a:off x="7349876" y="3452288"/>
            <a:ext cx="4080124" cy="206243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80CA398-51BD-B63F-9970-3D3E6F641301}"/>
                  </a:ext>
                </a:extLst>
              </p:cNvPr>
              <p:cNvSpPr txBox="1"/>
              <p:nvPr/>
            </p:nvSpPr>
            <p:spPr>
              <a:xfrm>
                <a:off x="762000" y="3194692"/>
                <a:ext cx="6694030" cy="2677656"/>
              </a:xfrm>
              <a:prstGeom prst="rect">
                <a:avLst/>
              </a:prstGeom>
              <a:noFill/>
            </p:spPr>
            <p:txBody>
              <a:bodyPr wrap="square" rtlCol="0">
                <a:spAutoFit/>
              </a:bodyPr>
              <a:lstStyle/>
              <a:p>
                <a:r>
                  <a:rPr lang="en-SG" altLang="en-US" sz="2000" dirty="0"/>
                  <a:t>Intuitively, this is because there are two effects on marginal valuation, </a:t>
                </a:r>
                <a14:m>
                  <m:oMath xmlns:m="http://schemas.openxmlformats.org/officeDocument/2006/math">
                    <m:r>
                      <a:rPr lang="en-SG" altLang="en-US" sz="2000" i="1">
                        <a:latin typeface="Cambria Math" panose="02040503050406030204" pitchFamily="18" charset="0"/>
                      </a:rPr>
                      <m:t>𝑝</m:t>
                    </m:r>
                    <m:r>
                      <a:rPr lang="en-SG" altLang="en-US" sz="2000" i="1">
                        <a:latin typeface="Cambria Math" panose="02040503050406030204" pitchFamily="18" charset="0"/>
                      </a:rPr>
                      <m:t>=</m:t>
                    </m:r>
                    <m:r>
                      <a:rPr lang="en-SG" altLang="en-US" sz="2000" b="0" i="1" smtClean="0">
                        <a:solidFill>
                          <a:srgbClr val="00B050"/>
                        </a:solidFill>
                        <a:latin typeface="Cambria Math" panose="02040503050406030204" pitchFamily="18" charset="0"/>
                      </a:rPr>
                      <m:t>𝑛</m:t>
                    </m:r>
                    <m:r>
                      <a:rPr lang="en-SG" altLang="en-US" sz="2000" i="1" smtClean="0">
                        <a:solidFill>
                          <a:srgbClr val="FF0000"/>
                        </a:solidFill>
                        <a:latin typeface="Cambria Math" panose="02040503050406030204" pitchFamily="18" charset="0"/>
                      </a:rPr>
                      <m:t>(1001−</m:t>
                    </m:r>
                    <m:r>
                      <a:rPr lang="en-SG" altLang="en-US" sz="2000" i="1" smtClean="0">
                        <a:solidFill>
                          <a:srgbClr val="FF0000"/>
                        </a:solidFill>
                        <a:latin typeface="Cambria Math" panose="02040503050406030204" pitchFamily="18" charset="0"/>
                      </a:rPr>
                      <m:t>𝑛</m:t>
                    </m:r>
                    <m:r>
                      <a:rPr lang="en-SG" altLang="en-US" sz="2000" i="1" smtClean="0">
                        <a:solidFill>
                          <a:srgbClr val="FF0000"/>
                        </a:solidFill>
                        <a:latin typeface="Cambria Math" panose="02040503050406030204" pitchFamily="18" charset="0"/>
                      </a:rPr>
                      <m:t>)</m:t>
                    </m:r>
                  </m:oMath>
                </a14:m>
                <a:r>
                  <a:rPr lang="en-SG" altLang="en-US" sz="2000" dirty="0">
                    <a:solidFill>
                      <a:srgbClr val="FF0000"/>
                    </a:solidFill>
                  </a:rPr>
                  <a:t> </a:t>
                </a:r>
                <a:r>
                  <a:rPr lang="en-SG" altLang="en-US" sz="2000" dirty="0"/>
                  <a:t>when </a:t>
                </a:r>
                <a14:m>
                  <m:oMath xmlns:m="http://schemas.openxmlformats.org/officeDocument/2006/math">
                    <m:r>
                      <a:rPr lang="en-SG" altLang="en-US" sz="2000" b="0" i="1" smtClean="0">
                        <a:latin typeface="Cambria Math" panose="02040503050406030204" pitchFamily="18" charset="0"/>
                      </a:rPr>
                      <m:t>𝑛</m:t>
                    </m:r>
                  </m:oMath>
                </a14:m>
                <a:r>
                  <a:rPr lang="en-SG" altLang="en-US" sz="2000" dirty="0"/>
                  <a:t> increases:</a:t>
                </a:r>
              </a:p>
              <a:p>
                <a:pPr marL="285750" indent="-285750">
                  <a:buFont typeface="Arial" panose="020B0604020202020204" pitchFamily="34" charset="0"/>
                  <a:buChar char="•"/>
                </a:pPr>
                <a:r>
                  <a:rPr lang="en-SG" altLang="en-US" dirty="0"/>
                  <a:t>Network externalities raises the valuation for others. </a:t>
                </a:r>
                <a:r>
                  <a:rPr lang="en-SG" altLang="en-US" dirty="0">
                    <a:solidFill>
                      <a:srgbClr val="00B050"/>
                    </a:solidFill>
                  </a:rPr>
                  <a:t>(</a:t>
                </a:r>
                <a14:m>
                  <m:oMath xmlns:m="http://schemas.openxmlformats.org/officeDocument/2006/math">
                    <m:r>
                      <a:rPr lang="en-SG" altLang="en-US" b="0" i="1" smtClean="0">
                        <a:solidFill>
                          <a:srgbClr val="00B050"/>
                        </a:solidFill>
                        <a:latin typeface="Cambria Math" panose="02040503050406030204" pitchFamily="18" charset="0"/>
                      </a:rPr>
                      <m:t>+</m:t>
                    </m:r>
                  </m:oMath>
                </a14:m>
                <a:r>
                  <a:rPr lang="en-SG" altLang="en-US" dirty="0">
                    <a:solidFill>
                      <a:srgbClr val="00B050"/>
                    </a:solidFill>
                  </a:rPr>
                  <a:t>)</a:t>
                </a:r>
              </a:p>
              <a:p>
                <a:pPr marL="285750" indent="-285750">
                  <a:buFont typeface="Arial" panose="020B0604020202020204" pitchFamily="34" charset="0"/>
                  <a:buChar char="•"/>
                </a:pPr>
                <a:r>
                  <a:rPr lang="en-SG" altLang="en-US" dirty="0"/>
                  <a:t>The next marginal consumer has lower valuation. </a:t>
                </a:r>
                <a:r>
                  <a:rPr lang="en-SG" altLang="en-US" dirty="0">
                    <a:solidFill>
                      <a:srgbClr val="FF0000"/>
                    </a:solidFill>
                  </a:rPr>
                  <a:t>(</a:t>
                </a:r>
                <a14:m>
                  <m:oMath xmlns:m="http://schemas.openxmlformats.org/officeDocument/2006/math">
                    <m:r>
                      <a:rPr lang="en-SG" altLang="en-US" b="0" i="1" smtClean="0">
                        <a:solidFill>
                          <a:srgbClr val="FF0000"/>
                        </a:solidFill>
                        <a:latin typeface="Cambria Math" panose="02040503050406030204" pitchFamily="18" charset="0"/>
                      </a:rPr>
                      <m:t>−</m:t>
                    </m:r>
                  </m:oMath>
                </a14:m>
                <a:r>
                  <a:rPr lang="en-SG" altLang="en-US" dirty="0">
                    <a:solidFill>
                      <a:srgbClr val="FF0000"/>
                    </a:solidFill>
                  </a:rPr>
                  <a:t>)</a:t>
                </a:r>
                <a:endParaRPr lang="en-SG" altLang="en-US" dirty="0"/>
              </a:p>
              <a:p>
                <a:pPr lvl="1"/>
                <a:endParaRPr lang="en-SG" altLang="en-US" sz="1800" dirty="0">
                  <a:solidFill>
                    <a:srgbClr val="FF0000"/>
                  </a:solidFill>
                </a:endParaRPr>
              </a:p>
              <a:p>
                <a:r>
                  <a:rPr lang="en-SG" altLang="en-US" sz="2000" dirty="0">
                    <a:solidFill>
                      <a:schemeClr val="tx1"/>
                    </a:solidFill>
                  </a:rPr>
                  <a:t>Which effect is larger depends on the level of </a:t>
                </a:r>
                <a14:m>
                  <m:oMath xmlns:m="http://schemas.openxmlformats.org/officeDocument/2006/math">
                    <m:r>
                      <a:rPr lang="en-SG" altLang="en-US" sz="2000" b="0" i="1" smtClean="0">
                        <a:solidFill>
                          <a:schemeClr val="tx1"/>
                        </a:solidFill>
                        <a:latin typeface="Cambria Math" panose="02040503050406030204" pitchFamily="18" charset="0"/>
                      </a:rPr>
                      <m:t>𝑛</m:t>
                    </m:r>
                  </m:oMath>
                </a14:m>
                <a:r>
                  <a:rPr lang="en-SG" altLang="en-US" sz="2000" dirty="0">
                    <a:solidFill>
                      <a:schemeClr val="tx1"/>
                    </a:solidFill>
                  </a:rPr>
                  <a:t>:</a:t>
                </a:r>
              </a:p>
              <a:p>
                <a:pPr marL="285750" indent="-285750">
                  <a:buFont typeface="Arial" panose="020B0604020202020204" pitchFamily="34" charset="0"/>
                  <a:buChar char="•"/>
                </a:pPr>
                <a:r>
                  <a:rPr lang="en-SG" altLang="en-US" dirty="0">
                    <a:solidFill>
                      <a:schemeClr val="tx1"/>
                    </a:solidFill>
                  </a:rPr>
                  <a:t>When inverse demand is upward sloping: </a:t>
                </a:r>
                <a14:m>
                  <m:oMath xmlns:m="http://schemas.openxmlformats.org/officeDocument/2006/math">
                    <m:r>
                      <a:rPr lang="en-SG" altLang="en-US" b="0" i="1" smtClean="0">
                        <a:solidFill>
                          <a:schemeClr val="tx1"/>
                        </a:solidFill>
                        <a:latin typeface="Cambria Math" panose="02040503050406030204" pitchFamily="18" charset="0"/>
                      </a:rPr>
                      <m:t>+</m:t>
                    </m:r>
                    <m:r>
                      <a:rPr lang="en-SG" altLang="en-US" b="0" i="1" smtClean="0">
                        <a:solidFill>
                          <a:schemeClr val="tx1"/>
                        </a:solidFill>
                        <a:latin typeface="Cambria Math" panose="02040503050406030204" pitchFamily="18" charset="0"/>
                      </a:rPr>
                      <m:t>𝑣𝑒</m:t>
                    </m:r>
                    <m:r>
                      <a:rPr lang="en-SG" altLang="en-US" b="0" i="1" smtClean="0">
                        <a:solidFill>
                          <a:schemeClr val="tx1"/>
                        </a:solidFill>
                        <a:latin typeface="Cambria Math" panose="02040503050406030204" pitchFamily="18" charset="0"/>
                      </a:rPr>
                      <m:t>≻−</m:t>
                    </m:r>
                    <m:r>
                      <a:rPr lang="en-SG" altLang="en-US" b="0" i="1" smtClean="0">
                        <a:solidFill>
                          <a:schemeClr val="tx1"/>
                        </a:solidFill>
                        <a:latin typeface="Cambria Math" panose="02040503050406030204" pitchFamily="18" charset="0"/>
                      </a:rPr>
                      <m:t>𝑣𝑒</m:t>
                    </m:r>
                  </m:oMath>
                </a14:m>
                <a:endParaRPr lang="en-SG" altLang="en-US" b="0" dirty="0">
                  <a:solidFill>
                    <a:schemeClr val="tx1"/>
                  </a:solidFill>
                </a:endParaRPr>
              </a:p>
              <a:p>
                <a:pPr marL="285750" indent="-285750">
                  <a:buFont typeface="Arial" panose="020B0604020202020204" pitchFamily="34" charset="0"/>
                  <a:buChar char="•"/>
                </a:pPr>
                <a:r>
                  <a:rPr lang="en-SG" altLang="en-US" dirty="0">
                    <a:solidFill>
                      <a:schemeClr val="tx1"/>
                    </a:solidFill>
                  </a:rPr>
                  <a:t>When inverse demand is downward sloping: </a:t>
                </a:r>
                <a14:m>
                  <m:oMath xmlns:m="http://schemas.openxmlformats.org/officeDocument/2006/math">
                    <m:r>
                      <a:rPr lang="en-SG" altLang="en-US" b="0" i="0" smtClean="0">
                        <a:solidFill>
                          <a:schemeClr val="tx1"/>
                        </a:solidFill>
                        <a:latin typeface="Cambria Math" panose="02040503050406030204" pitchFamily="18" charset="0"/>
                      </a:rPr>
                      <m:t>−</m:t>
                    </m:r>
                    <m:r>
                      <a:rPr lang="en-SG" altLang="en-US" b="0" i="1" smtClean="0">
                        <a:solidFill>
                          <a:schemeClr val="tx1"/>
                        </a:solidFill>
                        <a:latin typeface="Cambria Math" panose="02040503050406030204" pitchFamily="18" charset="0"/>
                      </a:rPr>
                      <m:t>𝑣𝑒</m:t>
                    </m:r>
                    <m:r>
                      <a:rPr lang="en-SG" altLang="en-US" b="0" i="1" smtClean="0">
                        <a:solidFill>
                          <a:schemeClr val="tx1"/>
                        </a:solidFill>
                        <a:latin typeface="Cambria Math" panose="02040503050406030204" pitchFamily="18" charset="0"/>
                      </a:rPr>
                      <m:t>&gt;+</m:t>
                    </m:r>
                    <m:r>
                      <a:rPr lang="en-SG" altLang="en-US" b="0" i="1" smtClean="0">
                        <a:solidFill>
                          <a:schemeClr val="tx1"/>
                        </a:solidFill>
                        <a:latin typeface="Cambria Math" panose="02040503050406030204" pitchFamily="18" charset="0"/>
                      </a:rPr>
                      <m:t>𝑣𝑒</m:t>
                    </m:r>
                  </m:oMath>
                </a14:m>
                <a:endParaRPr lang="en-SG" altLang="en-US" b="0" dirty="0">
                  <a:solidFill>
                    <a:schemeClr val="tx1"/>
                  </a:solidFill>
                </a:endParaRPr>
              </a:p>
              <a:p>
                <a:endParaRPr lang="en-SG" dirty="0"/>
              </a:p>
            </p:txBody>
          </p:sp>
        </mc:Choice>
        <mc:Fallback xmlns="">
          <p:sp>
            <p:nvSpPr>
              <p:cNvPr id="3" name="TextBox 2">
                <a:extLst>
                  <a:ext uri="{FF2B5EF4-FFF2-40B4-BE49-F238E27FC236}">
                    <a16:creationId xmlns:a16="http://schemas.microsoft.com/office/drawing/2014/main" id="{780CA398-51BD-B63F-9970-3D3E6F641301}"/>
                  </a:ext>
                </a:extLst>
              </p:cNvPr>
              <p:cNvSpPr txBox="1">
                <a:spLocks noRot="1" noChangeAspect="1" noMove="1" noResize="1" noEditPoints="1" noAdjustHandles="1" noChangeArrowheads="1" noChangeShapeType="1" noTextEdit="1"/>
              </p:cNvSpPr>
              <p:nvPr/>
            </p:nvSpPr>
            <p:spPr>
              <a:xfrm>
                <a:off x="762000" y="3194692"/>
                <a:ext cx="6694030" cy="2677656"/>
              </a:xfrm>
              <a:prstGeom prst="rect">
                <a:avLst/>
              </a:prstGeom>
              <a:blipFill>
                <a:blip r:embed="rId4"/>
                <a:stretch>
                  <a:fillRect l="-911" t="-1139"/>
                </a:stretch>
              </a:blipFill>
            </p:spPr>
            <p:txBody>
              <a:bodyPr/>
              <a:lstStyle/>
              <a:p>
                <a:r>
                  <a:rPr lang="en-SG">
                    <a:noFill/>
                  </a:rPr>
                  <a:t> </a:t>
                </a:r>
              </a:p>
            </p:txBody>
          </p:sp>
        </mc:Fallback>
      </mc:AlternateContent>
    </p:spTree>
    <p:extLst>
      <p:ext uri="{BB962C8B-B14F-4D97-AF65-F5344CB8AC3E}">
        <p14:creationId xmlns:p14="http://schemas.microsoft.com/office/powerpoint/2010/main" val="15846228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noChangeArrowheads="1"/>
          </p:cNvSpPr>
          <p:nvPr>
            <p:ph type="title"/>
          </p:nvPr>
        </p:nvSpPr>
        <p:spPr/>
        <p:txBody>
          <a:bodyPr/>
          <a:lstStyle/>
          <a:p>
            <a:pPr eaLnBrk="1" hangingPunct="1"/>
            <a:r>
              <a:rPr lang="en-US" altLang="en-US"/>
              <a:t>Network Externalities: Stability</a:t>
            </a:r>
          </a:p>
        </p:txBody>
      </p:sp>
      <mc:AlternateContent xmlns:mc="http://schemas.openxmlformats.org/markup-compatibility/2006" xmlns:a14="http://schemas.microsoft.com/office/drawing/2010/main">
        <mc:Choice Requires="a14">
          <p:sp>
            <p:nvSpPr>
              <p:cNvPr id="63490" name="Rectangle 3"/>
              <p:cNvSpPr>
                <a:spLocks noGrp="1" noChangeArrowheads="1"/>
              </p:cNvSpPr>
              <p:nvPr>
                <p:ph idx="1"/>
              </p:nvPr>
            </p:nvSpPr>
            <p:spPr>
              <a:xfrm>
                <a:off x="838199" y="1456791"/>
                <a:ext cx="11065829" cy="4755473"/>
              </a:xfrm>
            </p:spPr>
            <p:txBody>
              <a:bodyPr>
                <a:normAutofit fontScale="92500" lnSpcReduction="10000"/>
              </a:bodyPr>
              <a:lstStyle/>
              <a:p>
                <a:endParaRPr lang="en-SG" altLang="en-US" sz="2000" dirty="0"/>
              </a:p>
              <a:p>
                <a:r>
                  <a:rPr lang="en-SG" altLang="en-US" sz="2000" dirty="0"/>
                  <a:t>At 0, a positive shock raises marginal benefits relative to marginal costs, but is insufficient to outweigh them. </a:t>
                </a:r>
                <a:r>
                  <a:rPr lang="en-SG" altLang="en-US" sz="2000" b="1" dirty="0"/>
                  <a:t>Falls back to 0.</a:t>
                </a:r>
              </a:p>
              <a:p>
                <a:r>
                  <a:rPr lang="en-SG" altLang="en-US" sz="2000" dirty="0"/>
                  <a:t>At </a:t>
                </a:r>
                <a14:m>
                  <m:oMath xmlns:m="http://schemas.openxmlformats.org/officeDocument/2006/math">
                    <m:r>
                      <a:rPr lang="en-SG" altLang="en-US" sz="2000" b="0" i="1" smtClean="0">
                        <a:latin typeface="Cambria Math" panose="02040503050406030204" pitchFamily="18" charset="0"/>
                      </a:rPr>
                      <m:t>𝑛</m:t>
                    </m:r>
                    <m:r>
                      <a:rPr lang="en-SG" altLang="en-US" sz="2000" b="0" i="1" smtClean="0">
                        <a:latin typeface="Cambria Math" panose="02040503050406030204" pitchFamily="18" charset="0"/>
                      </a:rPr>
                      <m:t>′′</m:t>
                    </m:r>
                  </m:oMath>
                </a14:m>
                <a:r>
                  <a:rPr lang="en-SG" altLang="en-US" sz="2000" dirty="0"/>
                  <a:t>, marginal benefits = marginal costs. </a:t>
                </a:r>
                <a:r>
                  <a:rPr lang="en-SG" altLang="en-US" sz="2000" i="1" dirty="0"/>
                  <a:t>A positive shock lowers marginal benefits relative to marginal costs. A negative shock instead raises marginal benefits relative to marginal costs.</a:t>
                </a:r>
                <a:r>
                  <a:rPr lang="en-SG" altLang="en-US" sz="2000" dirty="0"/>
                  <a:t> </a:t>
                </a:r>
                <a:r>
                  <a:rPr lang="en-SG" altLang="en-US" sz="2000" b="1" dirty="0"/>
                  <a:t>Remains at </a:t>
                </a:r>
                <a14:m>
                  <m:oMath xmlns:m="http://schemas.openxmlformats.org/officeDocument/2006/math">
                    <m:r>
                      <a:rPr lang="en-SG" altLang="en-US" sz="2000" b="1" i="1" smtClean="0">
                        <a:latin typeface="Cambria Math" panose="02040503050406030204" pitchFamily="18" charset="0"/>
                      </a:rPr>
                      <m:t>𝒏</m:t>
                    </m:r>
                    <m:r>
                      <a:rPr lang="en-SG" altLang="en-US" sz="2000" b="1" i="1" smtClean="0">
                        <a:latin typeface="Cambria Math" panose="02040503050406030204" pitchFamily="18" charset="0"/>
                      </a:rPr>
                      <m:t>′′</m:t>
                    </m:r>
                  </m:oMath>
                </a14:m>
                <a:r>
                  <a:rPr lang="en-SG" altLang="en-US" sz="2000" dirty="0"/>
                  <a:t>.</a:t>
                </a:r>
              </a:p>
              <a:p>
                <a:r>
                  <a:rPr lang="en-SG" altLang="en-US" sz="2000" dirty="0"/>
                  <a:t>At </a:t>
                </a:r>
                <a14:m>
                  <m:oMath xmlns:m="http://schemas.openxmlformats.org/officeDocument/2006/math">
                    <m:r>
                      <a:rPr lang="en-SG" altLang="en-US" sz="2000" b="0" i="1" smtClean="0">
                        <a:latin typeface="Cambria Math" panose="02040503050406030204" pitchFamily="18" charset="0"/>
                      </a:rPr>
                      <m:t>𝑛</m:t>
                    </m:r>
                    <m:r>
                      <a:rPr lang="en-SG" altLang="en-US" sz="2000" b="0" i="1" smtClean="0">
                        <a:latin typeface="Cambria Math" panose="02040503050406030204" pitchFamily="18" charset="0"/>
                      </a:rPr>
                      <m:t>′</m:t>
                    </m:r>
                  </m:oMath>
                </a14:m>
                <a:r>
                  <a:rPr lang="en-US" altLang="en-US" sz="2000" dirty="0"/>
                  <a:t>, </a:t>
                </a:r>
                <a:r>
                  <a:rPr lang="en-SG" altLang="en-US" sz="2000" dirty="0"/>
                  <a:t>marginal benefits = marginal costs.</a:t>
                </a:r>
                <a:r>
                  <a:rPr lang="en-US" altLang="en-US" sz="2000" dirty="0"/>
                  <a:t> </a:t>
                </a:r>
                <a:r>
                  <a:rPr lang="en-US" altLang="en-US" sz="2000" i="1" dirty="0"/>
                  <a:t>A positive shock raises marginal benefits relative to costs. In contrast, </a:t>
                </a:r>
                <a:r>
                  <a:rPr lang="en-US" altLang="en-US" sz="2000" i="1" dirty="0">
                    <a:solidFill>
                      <a:schemeClr val="tx1"/>
                    </a:solidFill>
                  </a:rPr>
                  <a:t>a negative shock lowers marginal benefits relative to marginal costs.</a:t>
                </a:r>
                <a:r>
                  <a:rPr lang="en-US" altLang="en-US" sz="2000" dirty="0">
                    <a:solidFill>
                      <a:schemeClr val="tx1"/>
                    </a:solidFill>
                  </a:rPr>
                  <a:t> </a:t>
                </a:r>
                <a:r>
                  <a:rPr lang="en-US" altLang="en-US" sz="2000" b="1" dirty="0">
                    <a:solidFill>
                      <a:schemeClr val="tx1"/>
                    </a:solidFill>
                  </a:rPr>
                  <a:t>Moves away from </a:t>
                </a:r>
                <a14:m>
                  <m:oMath xmlns:m="http://schemas.openxmlformats.org/officeDocument/2006/math">
                    <m:r>
                      <a:rPr lang="en-SG" altLang="en-US" sz="2000" b="1" i="1" smtClean="0">
                        <a:solidFill>
                          <a:schemeClr val="tx1"/>
                        </a:solidFill>
                        <a:latin typeface="Cambria Math" panose="02040503050406030204" pitchFamily="18" charset="0"/>
                      </a:rPr>
                      <m:t>𝒏</m:t>
                    </m:r>
                    <m:r>
                      <a:rPr lang="en-SG" altLang="en-US" sz="2000" b="1" i="1" smtClean="0">
                        <a:solidFill>
                          <a:schemeClr val="tx1"/>
                        </a:solidFill>
                        <a:latin typeface="Cambria Math" panose="02040503050406030204" pitchFamily="18" charset="0"/>
                      </a:rPr>
                      <m:t>′</m:t>
                    </m:r>
                  </m:oMath>
                </a14:m>
                <a:r>
                  <a:rPr lang="en-US" altLang="en-US" sz="2000" dirty="0">
                    <a:solidFill>
                      <a:schemeClr val="tx1"/>
                    </a:solidFill>
                  </a:rPr>
                  <a:t>.</a:t>
                </a:r>
              </a:p>
              <a:p>
                <a:endParaRPr lang="en-US" altLang="en-US" sz="2000" dirty="0"/>
              </a:p>
              <a:p>
                <a:r>
                  <a:rPr lang="en-US" altLang="en-US" sz="2000" dirty="0"/>
                  <a:t>Consequence: important to have a </a:t>
                </a:r>
                <a:r>
                  <a:rPr lang="en-US" altLang="en-US" sz="2000" b="1" dirty="0">
                    <a:solidFill>
                      <a:srgbClr val="0000FF"/>
                    </a:solidFill>
                  </a:rPr>
                  <a:t>“big push” </a:t>
                </a:r>
                <a:r>
                  <a:rPr lang="en-US" altLang="en-US" sz="2000" dirty="0"/>
                  <a:t>beyond </a:t>
                </a:r>
                <a14:m>
                  <m:oMath xmlns:m="http://schemas.openxmlformats.org/officeDocument/2006/math">
                    <m:r>
                      <a:rPr lang="en-US" altLang="en-US" sz="2000" i="1" dirty="0" smtClean="0">
                        <a:latin typeface="Cambria Math" panose="02040503050406030204" pitchFamily="18" charset="0"/>
                      </a:rPr>
                      <m:t>𝑛</m:t>
                    </m:r>
                    <m:r>
                      <a:rPr lang="en-US" altLang="en-US" sz="2000" i="1" dirty="0" smtClean="0">
                        <a:latin typeface="Cambria Math" panose="02040503050406030204" pitchFamily="18" charset="0"/>
                      </a:rPr>
                      <m:t>’ </m:t>
                    </m:r>
                  </m:oMath>
                </a14:m>
                <a:r>
                  <a:rPr lang="en-US" altLang="en-US" sz="2000" dirty="0"/>
                  <a:t>to achieve the high equilibrium. </a:t>
                </a:r>
              </a:p>
              <a:p>
                <a:pPr lvl="1"/>
                <a:r>
                  <a:rPr lang="en-US" altLang="en-US" sz="1800" dirty="0"/>
                  <a:t>If do not reach critical market size, will have sustained losses..</a:t>
                </a:r>
              </a:p>
              <a:p>
                <a:pPr lvl="1"/>
                <a:endParaRPr lang="en-US" altLang="en-US" sz="1800" dirty="0"/>
              </a:p>
              <a:p>
                <a:r>
                  <a:rPr lang="en-US" altLang="en-US" sz="2000" dirty="0"/>
                  <a:t>Related to marketing strategies..</a:t>
                </a:r>
              </a:p>
              <a:p>
                <a:pPr lvl="1"/>
                <a:r>
                  <a:rPr lang="en-US" altLang="en-US" sz="1800" dirty="0"/>
                  <a:t>Advertising is important to change people’s beliefs</a:t>
                </a:r>
              </a:p>
              <a:p>
                <a:pPr lvl="1"/>
                <a:r>
                  <a:rPr lang="en-US" altLang="en-US" sz="1800" dirty="0"/>
                  <a:t>Loss leader pricing</a:t>
                </a:r>
              </a:p>
              <a:p>
                <a:pPr lvl="1"/>
                <a:r>
                  <a:rPr lang="en-US" altLang="en-US" sz="1800" dirty="0"/>
                  <a:t>…</a:t>
                </a:r>
              </a:p>
            </p:txBody>
          </p:sp>
        </mc:Choice>
        <mc:Fallback xmlns="">
          <p:sp>
            <p:nvSpPr>
              <p:cNvPr id="63490" name="Rectangle 3"/>
              <p:cNvSpPr>
                <a:spLocks noGrp="1" noRot="1" noChangeAspect="1" noMove="1" noResize="1" noEditPoints="1" noAdjustHandles="1" noChangeArrowheads="1" noChangeShapeType="1" noTextEdit="1"/>
              </p:cNvSpPr>
              <p:nvPr>
                <p:ph idx="1"/>
              </p:nvPr>
            </p:nvSpPr>
            <p:spPr>
              <a:xfrm>
                <a:off x="838199" y="1456791"/>
                <a:ext cx="11065829" cy="4755473"/>
              </a:xfrm>
              <a:blipFill>
                <a:blip r:embed="rId3"/>
                <a:stretch>
                  <a:fillRect l="-385" r="-551"/>
                </a:stretch>
              </a:blipFill>
            </p:spPr>
            <p:txBody>
              <a:bodyPr/>
              <a:lstStyle/>
              <a:p>
                <a:r>
                  <a:rPr lang="en-SG">
                    <a:noFill/>
                  </a:rPr>
                  <a:t> </a:t>
                </a:r>
              </a:p>
            </p:txBody>
          </p:sp>
        </mc:Fallback>
      </mc:AlternateContent>
      <p:sp>
        <p:nvSpPr>
          <p:cNvPr id="4" name="Slide Number Placeholder 3">
            <a:extLst>
              <a:ext uri="{FF2B5EF4-FFF2-40B4-BE49-F238E27FC236}">
                <a16:creationId xmlns:a16="http://schemas.microsoft.com/office/drawing/2014/main" id="{07E3CF89-F55C-C961-879B-1BF910B2A8B6}"/>
              </a:ext>
            </a:extLst>
          </p:cNvPr>
          <p:cNvSpPr>
            <a:spLocks noGrp="1"/>
          </p:cNvSpPr>
          <p:nvPr>
            <p:ph type="sldNum" sz="quarter" idx="12"/>
          </p:nvPr>
        </p:nvSpPr>
        <p:spPr/>
        <p:txBody>
          <a:bodyPr/>
          <a:lstStyle/>
          <a:p>
            <a:fld id="{3F8FFD44-3125-48DD-9AC2-A99B91DF9DE5}" type="slidenum">
              <a:rPr lang="en-GB" smtClean="0"/>
              <a:t>32</a:t>
            </a:fld>
            <a:endParaRPr lang="en-GB"/>
          </a:p>
        </p:txBody>
      </p:sp>
    </p:spTree>
    <p:extLst>
      <p:ext uri="{BB962C8B-B14F-4D97-AF65-F5344CB8AC3E}">
        <p14:creationId xmlns:p14="http://schemas.microsoft.com/office/powerpoint/2010/main" val="3253673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3490">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3490">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3490">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490">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3490">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545B8-14FC-4EE7-BE64-CA386A90E219}"/>
              </a:ext>
            </a:extLst>
          </p:cNvPr>
          <p:cNvSpPr>
            <a:spLocks noGrp="1"/>
          </p:cNvSpPr>
          <p:nvPr>
            <p:ph type="title"/>
          </p:nvPr>
        </p:nvSpPr>
        <p:spPr/>
        <p:txBody>
          <a:bodyPr/>
          <a:lstStyle/>
          <a:p>
            <a:r>
              <a:rPr lang="en-US"/>
              <a:t>Review Question 3</a:t>
            </a:r>
            <a:endParaRPr lang="en-GB"/>
          </a:p>
        </p:txBody>
      </p:sp>
      <p:sp>
        <p:nvSpPr>
          <p:cNvPr id="3" name="Content Placeholder 2">
            <a:extLst>
              <a:ext uri="{FF2B5EF4-FFF2-40B4-BE49-F238E27FC236}">
                <a16:creationId xmlns:a16="http://schemas.microsoft.com/office/drawing/2014/main" id="{CDF4B2E5-1CF0-4D19-AFAA-E09B13AE7CF3}"/>
              </a:ext>
            </a:extLst>
          </p:cNvPr>
          <p:cNvSpPr>
            <a:spLocks noGrp="1"/>
          </p:cNvSpPr>
          <p:nvPr>
            <p:ph idx="1"/>
          </p:nvPr>
        </p:nvSpPr>
        <p:spPr>
          <a:xfrm>
            <a:off x="710376" y="5081383"/>
            <a:ext cx="10763865" cy="1604963"/>
          </a:xfrm>
        </p:spPr>
        <p:txBody>
          <a:bodyPr>
            <a:normAutofit/>
          </a:bodyPr>
          <a:lstStyle/>
          <a:p>
            <a:r>
              <a:rPr lang="en-US" altLang="en-US" sz="2000" dirty="0"/>
              <a:t>Consider the above fictional perfectly competitive market. </a:t>
            </a:r>
            <a:r>
              <a:rPr lang="en-US" altLang="en-US" sz="2000" i="1" dirty="0"/>
              <a:t>Suppose it expands whenever willingness to pay exceeds marginal production costs, c and vice versa.</a:t>
            </a:r>
            <a:r>
              <a:rPr lang="en-US" altLang="en-US" sz="2000" dirty="0"/>
              <a:t> </a:t>
            </a:r>
            <a:r>
              <a:rPr lang="en-GB" sz="2000" dirty="0"/>
              <a:t>Which of the above are </a:t>
            </a:r>
            <a:r>
              <a:rPr lang="en-GB" sz="2000" i="1" dirty="0"/>
              <a:t>stable </a:t>
            </a:r>
            <a:r>
              <a:rPr lang="en-GB" sz="2000" dirty="0"/>
              <a:t>market equilibria?</a:t>
            </a:r>
          </a:p>
          <a:p>
            <a:pPr marL="457200" lvl="1" indent="0">
              <a:buNone/>
            </a:pPr>
            <a:r>
              <a:rPr lang="en-GB" sz="2200"/>
              <a:t>B and D</a:t>
            </a:r>
            <a:endParaRPr lang="en-GB" sz="2200" dirty="0"/>
          </a:p>
          <a:p>
            <a:pPr marL="914400" lvl="1" indent="-457200">
              <a:buFont typeface="+mj-lt"/>
              <a:buAutoNum type="arabicPeriod"/>
            </a:pPr>
            <a:endParaRPr lang="en-GB" sz="2200" dirty="0"/>
          </a:p>
          <a:p>
            <a:pPr lvl="1"/>
            <a:endParaRPr lang="en-GB" sz="2200" dirty="0"/>
          </a:p>
          <a:p>
            <a:endParaRPr lang="en-GB" dirty="0"/>
          </a:p>
          <a:p>
            <a:pPr marL="0" indent="0">
              <a:buNone/>
            </a:pPr>
            <a:endParaRPr lang="en-GB" dirty="0"/>
          </a:p>
        </p:txBody>
      </p:sp>
      <p:grpSp>
        <p:nvGrpSpPr>
          <p:cNvPr id="26" name="Group 25">
            <a:extLst>
              <a:ext uri="{FF2B5EF4-FFF2-40B4-BE49-F238E27FC236}">
                <a16:creationId xmlns:a16="http://schemas.microsoft.com/office/drawing/2014/main" id="{F86FFC5B-C1D4-7F32-CBB6-E89F86BC64A5}"/>
              </a:ext>
            </a:extLst>
          </p:cNvPr>
          <p:cNvGrpSpPr/>
          <p:nvPr/>
        </p:nvGrpSpPr>
        <p:grpSpPr>
          <a:xfrm>
            <a:off x="2418735" y="1727830"/>
            <a:ext cx="7260545" cy="3156656"/>
            <a:chOff x="2418735" y="1226384"/>
            <a:chExt cx="7260545" cy="3156656"/>
          </a:xfrm>
        </p:grpSpPr>
        <p:cxnSp>
          <p:nvCxnSpPr>
            <p:cNvPr id="25" name="Straight Connector 24">
              <a:extLst>
                <a:ext uri="{FF2B5EF4-FFF2-40B4-BE49-F238E27FC236}">
                  <a16:creationId xmlns:a16="http://schemas.microsoft.com/office/drawing/2014/main" id="{EFEBDCCF-8148-0BA2-FF09-1BA9BC4AC38D}"/>
                </a:ext>
              </a:extLst>
            </p:cNvPr>
            <p:cNvCxnSpPr/>
            <p:nvPr/>
          </p:nvCxnSpPr>
          <p:spPr>
            <a:xfrm>
              <a:off x="7497098" y="1889801"/>
              <a:ext cx="0" cy="2316369"/>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EF77A9-C336-9DDC-CF72-D58248F2FA3A}"/>
                </a:ext>
              </a:extLst>
            </p:cNvPr>
            <p:cNvCxnSpPr/>
            <p:nvPr/>
          </p:nvCxnSpPr>
          <p:spPr>
            <a:xfrm>
              <a:off x="6125496" y="1882005"/>
              <a:ext cx="0" cy="2316369"/>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AA5402A-A78C-AAC2-920B-DAB35F3CEAC6}"/>
                </a:ext>
              </a:extLst>
            </p:cNvPr>
            <p:cNvCxnSpPr/>
            <p:nvPr/>
          </p:nvCxnSpPr>
          <p:spPr>
            <a:xfrm>
              <a:off x="5070982" y="1890219"/>
              <a:ext cx="0" cy="2316369"/>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4687BCE-FC05-9B29-5D67-20FA204A7D9A}"/>
                </a:ext>
              </a:extLst>
            </p:cNvPr>
            <p:cNvCxnSpPr/>
            <p:nvPr/>
          </p:nvCxnSpPr>
          <p:spPr>
            <a:xfrm>
              <a:off x="3667432" y="1882005"/>
              <a:ext cx="0" cy="2316369"/>
            </a:xfrm>
            <a:prstGeom prst="line">
              <a:avLst/>
            </a:prstGeom>
            <a:ln w="381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A0494B99-5FE7-D4FA-FD94-883F6CA4D3A0}"/>
                </a:ext>
              </a:extLst>
            </p:cNvPr>
            <p:cNvGrpSpPr/>
            <p:nvPr/>
          </p:nvGrpSpPr>
          <p:grpSpPr>
            <a:xfrm>
              <a:off x="2418735" y="1226384"/>
              <a:ext cx="6323107" cy="3156656"/>
              <a:chOff x="2418735" y="1226384"/>
              <a:chExt cx="6323107" cy="3156656"/>
            </a:xfrm>
          </p:grpSpPr>
          <p:cxnSp>
            <p:nvCxnSpPr>
              <p:cNvPr id="6" name="Straight Arrow Connector 5">
                <a:extLst>
                  <a:ext uri="{FF2B5EF4-FFF2-40B4-BE49-F238E27FC236}">
                    <a16:creationId xmlns:a16="http://schemas.microsoft.com/office/drawing/2014/main" id="{FA49ADDA-E986-6EBB-E698-8412AC323A77}"/>
                  </a:ext>
                </a:extLst>
              </p:cNvPr>
              <p:cNvCxnSpPr/>
              <p:nvPr/>
            </p:nvCxnSpPr>
            <p:spPr>
              <a:xfrm flipV="1">
                <a:off x="3038167" y="1514167"/>
                <a:ext cx="0" cy="2684207"/>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42C2041F-9381-3E15-AD0C-EC54F02B73FE}"/>
                  </a:ext>
                </a:extLst>
              </p:cNvPr>
              <p:cNvCxnSpPr/>
              <p:nvPr/>
            </p:nvCxnSpPr>
            <p:spPr>
              <a:xfrm>
                <a:off x="3038167" y="4198374"/>
                <a:ext cx="5329085"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sp>
            <p:nvSpPr>
              <p:cNvPr id="9" name="Freeform: Shape 8">
                <a:extLst>
                  <a:ext uri="{FF2B5EF4-FFF2-40B4-BE49-F238E27FC236}">
                    <a16:creationId xmlns:a16="http://schemas.microsoft.com/office/drawing/2014/main" id="{B33BEC53-BAD5-7BC1-3429-31BB0F8F6245}"/>
                  </a:ext>
                </a:extLst>
              </p:cNvPr>
              <p:cNvSpPr/>
              <p:nvPr/>
            </p:nvSpPr>
            <p:spPr>
              <a:xfrm>
                <a:off x="3038168" y="1882005"/>
                <a:ext cx="5181600" cy="1857800"/>
              </a:xfrm>
              <a:custGeom>
                <a:avLst/>
                <a:gdLst>
                  <a:gd name="connsiteX0" fmla="*/ 0 w 5181600"/>
                  <a:gd name="connsiteY0" fmla="*/ 1834589 h 1857800"/>
                  <a:gd name="connsiteX1" fmla="*/ 934064 w 5181600"/>
                  <a:gd name="connsiteY1" fmla="*/ 497401 h 1857800"/>
                  <a:gd name="connsiteX2" fmla="*/ 1396180 w 5181600"/>
                  <a:gd name="connsiteY2" fmla="*/ 5789 h 1857800"/>
                  <a:gd name="connsiteX3" fmla="*/ 1759974 w 5181600"/>
                  <a:gd name="connsiteY3" fmla="*/ 772705 h 1857800"/>
                  <a:gd name="connsiteX4" fmla="*/ 2664542 w 5181600"/>
                  <a:gd name="connsiteY4" fmla="*/ 1569118 h 1857800"/>
                  <a:gd name="connsiteX5" fmla="*/ 3156155 w 5181600"/>
                  <a:gd name="connsiteY5" fmla="*/ 1097169 h 1857800"/>
                  <a:gd name="connsiteX6" fmla="*/ 3578942 w 5181600"/>
                  <a:gd name="connsiteY6" fmla="*/ 625221 h 1857800"/>
                  <a:gd name="connsiteX7" fmla="*/ 4247535 w 5181600"/>
                  <a:gd name="connsiteY7" fmla="*/ 694047 h 1857800"/>
                  <a:gd name="connsiteX8" fmla="*/ 4611329 w 5181600"/>
                  <a:gd name="connsiteY8" fmla="*/ 1392137 h 1857800"/>
                  <a:gd name="connsiteX9" fmla="*/ 4984955 w 5181600"/>
                  <a:gd name="connsiteY9" fmla="*/ 1824756 h 1857800"/>
                  <a:gd name="connsiteX10" fmla="*/ 5181600 w 5181600"/>
                  <a:gd name="connsiteY10" fmla="*/ 1795260 h 18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181600" h="1857800">
                    <a:moveTo>
                      <a:pt x="0" y="1834589"/>
                    </a:moveTo>
                    <a:cubicBezTo>
                      <a:pt x="350683" y="1318395"/>
                      <a:pt x="701367" y="802201"/>
                      <a:pt x="934064" y="497401"/>
                    </a:cubicBezTo>
                    <a:cubicBezTo>
                      <a:pt x="1166761" y="192601"/>
                      <a:pt x="1258528" y="-40095"/>
                      <a:pt x="1396180" y="5789"/>
                    </a:cubicBezTo>
                    <a:cubicBezTo>
                      <a:pt x="1533832" y="51673"/>
                      <a:pt x="1548580" y="512150"/>
                      <a:pt x="1759974" y="772705"/>
                    </a:cubicBezTo>
                    <a:cubicBezTo>
                      <a:pt x="1971368" y="1033260"/>
                      <a:pt x="2431845" y="1515041"/>
                      <a:pt x="2664542" y="1569118"/>
                    </a:cubicBezTo>
                    <a:cubicBezTo>
                      <a:pt x="2897239" y="1623195"/>
                      <a:pt x="3003755" y="1254485"/>
                      <a:pt x="3156155" y="1097169"/>
                    </a:cubicBezTo>
                    <a:cubicBezTo>
                      <a:pt x="3308555" y="939853"/>
                      <a:pt x="3397045" y="692408"/>
                      <a:pt x="3578942" y="625221"/>
                    </a:cubicBezTo>
                    <a:cubicBezTo>
                      <a:pt x="3760839" y="558034"/>
                      <a:pt x="4075471" y="566228"/>
                      <a:pt x="4247535" y="694047"/>
                    </a:cubicBezTo>
                    <a:cubicBezTo>
                      <a:pt x="4419599" y="821866"/>
                      <a:pt x="4488426" y="1203686"/>
                      <a:pt x="4611329" y="1392137"/>
                    </a:cubicBezTo>
                    <a:cubicBezTo>
                      <a:pt x="4734232" y="1580588"/>
                      <a:pt x="4889910" y="1757569"/>
                      <a:pt x="4984955" y="1824756"/>
                    </a:cubicBezTo>
                    <a:cubicBezTo>
                      <a:pt x="5080000" y="1891943"/>
                      <a:pt x="5130800" y="1843601"/>
                      <a:pt x="5181600" y="1795260"/>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0947DAE7-A203-3B68-A6F3-F40705CD61CF}"/>
                  </a:ext>
                </a:extLst>
              </p:cNvPr>
              <p:cNvSpPr/>
              <p:nvPr/>
            </p:nvSpPr>
            <p:spPr>
              <a:xfrm>
                <a:off x="3038168" y="2546555"/>
                <a:ext cx="5161935" cy="570255"/>
              </a:xfrm>
              <a:custGeom>
                <a:avLst/>
                <a:gdLst>
                  <a:gd name="connsiteX0" fmla="*/ 0 w 5161935"/>
                  <a:gd name="connsiteY0" fmla="*/ 68826 h 570255"/>
                  <a:gd name="connsiteX1" fmla="*/ 1278193 w 5161935"/>
                  <a:gd name="connsiteY1" fmla="*/ 393290 h 570255"/>
                  <a:gd name="connsiteX2" fmla="*/ 2497393 w 5161935"/>
                  <a:gd name="connsiteY2" fmla="*/ 442451 h 570255"/>
                  <a:gd name="connsiteX3" fmla="*/ 3952567 w 5161935"/>
                  <a:gd name="connsiteY3" fmla="*/ 550606 h 570255"/>
                  <a:gd name="connsiteX4" fmla="*/ 5161935 w 5161935"/>
                  <a:gd name="connsiteY4" fmla="*/ 0 h 570255"/>
                  <a:gd name="connsiteX5" fmla="*/ 5161935 w 5161935"/>
                  <a:gd name="connsiteY5" fmla="*/ 0 h 57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61935" h="570255">
                    <a:moveTo>
                      <a:pt x="0" y="68826"/>
                    </a:moveTo>
                    <a:cubicBezTo>
                      <a:pt x="430980" y="199922"/>
                      <a:pt x="861961" y="331019"/>
                      <a:pt x="1278193" y="393290"/>
                    </a:cubicBezTo>
                    <a:cubicBezTo>
                      <a:pt x="1694425" y="455561"/>
                      <a:pt x="2051664" y="416232"/>
                      <a:pt x="2497393" y="442451"/>
                    </a:cubicBezTo>
                    <a:cubicBezTo>
                      <a:pt x="2943122" y="468670"/>
                      <a:pt x="3508477" y="624348"/>
                      <a:pt x="3952567" y="550606"/>
                    </a:cubicBezTo>
                    <a:cubicBezTo>
                      <a:pt x="4396657" y="476864"/>
                      <a:pt x="5161935" y="0"/>
                      <a:pt x="5161935" y="0"/>
                    </a:cubicBezTo>
                    <a:lnTo>
                      <a:pt x="5161935" y="0"/>
                    </a:lnTo>
                  </a:path>
                </a:pathLst>
              </a:custGeom>
              <a:ln w="38100"/>
            </p:spPr>
            <p:style>
              <a:lnRef idx="1">
                <a:schemeClr val="dk1"/>
              </a:lnRef>
              <a:fillRef idx="0">
                <a:schemeClr val="dk1"/>
              </a:fillRef>
              <a:effectRef idx="0">
                <a:schemeClr val="dk1"/>
              </a:effectRef>
              <a:fontRef idx="minor">
                <a:schemeClr val="tx1"/>
              </a:fontRef>
            </p:style>
            <p:txBody>
              <a:bodyPr rtlCol="0" anchor="ctr"/>
              <a:lstStyle/>
              <a:p>
                <a:pPr algn="ctr"/>
                <a:endParaRPr lang="en-GB"/>
              </a:p>
            </p:txBody>
          </p:sp>
          <p:sp>
            <p:nvSpPr>
              <p:cNvPr id="11" name="TextBox 10">
                <a:extLst>
                  <a:ext uri="{FF2B5EF4-FFF2-40B4-BE49-F238E27FC236}">
                    <a16:creationId xmlns:a16="http://schemas.microsoft.com/office/drawing/2014/main" id="{A70BAEA6-A1A6-7072-A2D2-A562749F3149}"/>
                  </a:ext>
                </a:extLst>
              </p:cNvPr>
              <p:cNvSpPr txBox="1"/>
              <p:nvPr/>
            </p:nvSpPr>
            <p:spPr>
              <a:xfrm>
                <a:off x="2418735" y="1226384"/>
                <a:ext cx="1883721" cy="369332"/>
              </a:xfrm>
              <a:prstGeom prst="rect">
                <a:avLst/>
              </a:prstGeom>
              <a:noFill/>
            </p:spPr>
            <p:txBody>
              <a:bodyPr wrap="none" rtlCol="0">
                <a:spAutoFit/>
              </a:bodyPr>
              <a:lstStyle/>
              <a:p>
                <a:r>
                  <a:rPr lang="en-GB"/>
                  <a:t>Willingness to pay</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B8C8A6D-725C-4549-FD9C-18B12072BD87}"/>
                      </a:ext>
                    </a:extLst>
                  </p:cNvPr>
                  <p:cNvSpPr txBox="1"/>
                  <p:nvPr/>
                </p:nvSpPr>
                <p:spPr>
                  <a:xfrm>
                    <a:off x="8367252" y="401370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𝑛</m:t>
                          </m:r>
                        </m:oMath>
                      </m:oMathPara>
                    </a14:m>
                    <a:endParaRPr lang="en-GB"/>
                  </a:p>
                </p:txBody>
              </p:sp>
            </mc:Choice>
            <mc:Fallback xmlns="">
              <p:sp>
                <p:nvSpPr>
                  <p:cNvPr id="12" name="TextBox 11">
                    <a:extLst>
                      <a:ext uri="{FF2B5EF4-FFF2-40B4-BE49-F238E27FC236}">
                        <a16:creationId xmlns:a16="http://schemas.microsoft.com/office/drawing/2014/main" id="{6B8C8A6D-725C-4549-FD9C-18B12072BD87}"/>
                      </a:ext>
                    </a:extLst>
                  </p:cNvPr>
                  <p:cNvSpPr txBox="1">
                    <a:spLocks noRot="1" noChangeAspect="1" noMove="1" noResize="1" noEditPoints="1" noAdjustHandles="1" noChangeArrowheads="1" noChangeShapeType="1" noTextEdit="1"/>
                  </p:cNvSpPr>
                  <p:nvPr/>
                </p:nvSpPr>
                <p:spPr>
                  <a:xfrm>
                    <a:off x="8367252" y="4013708"/>
                    <a:ext cx="374590" cy="369332"/>
                  </a:xfrm>
                  <a:prstGeom prst="rect">
                    <a:avLst/>
                  </a:prstGeom>
                  <a:blipFill>
                    <a:blip r:embed="rId3"/>
                    <a:stretch>
                      <a:fillRect/>
                    </a:stretch>
                  </a:blipFill>
                </p:spPr>
                <p:txBody>
                  <a:bodyPr/>
                  <a:lstStyle/>
                  <a:p>
                    <a:r>
                      <a:rPr lang="en-US">
                        <a:noFill/>
                      </a:rPr>
                      <a:t> </a:t>
                    </a:r>
                  </a:p>
                </p:txBody>
              </p:sp>
            </mc:Fallback>
          </mc:AlternateContent>
        </p:grpSp>
        <p:sp>
          <p:nvSpPr>
            <p:cNvPr id="14" name="Oval 13">
              <a:extLst>
                <a:ext uri="{FF2B5EF4-FFF2-40B4-BE49-F238E27FC236}">
                  <a16:creationId xmlns:a16="http://schemas.microsoft.com/office/drawing/2014/main" id="{A03C565D-C1A5-A90B-F168-A5D9D3AF0E27}"/>
                </a:ext>
              </a:extLst>
            </p:cNvPr>
            <p:cNvSpPr/>
            <p:nvPr/>
          </p:nvSpPr>
          <p:spPr>
            <a:xfrm>
              <a:off x="2900514" y="4065309"/>
              <a:ext cx="275303" cy="274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A</a:t>
              </a:r>
            </a:p>
          </p:txBody>
        </p:sp>
        <p:sp>
          <p:nvSpPr>
            <p:cNvPr id="15" name="Oval 14">
              <a:extLst>
                <a:ext uri="{FF2B5EF4-FFF2-40B4-BE49-F238E27FC236}">
                  <a16:creationId xmlns:a16="http://schemas.microsoft.com/office/drawing/2014/main" id="{24F0A178-5A50-4592-BF41-9C2D17641E8E}"/>
                </a:ext>
              </a:extLst>
            </p:cNvPr>
            <p:cNvSpPr/>
            <p:nvPr/>
          </p:nvSpPr>
          <p:spPr>
            <a:xfrm>
              <a:off x="3510116" y="4064516"/>
              <a:ext cx="275303" cy="274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B</a:t>
              </a:r>
            </a:p>
          </p:txBody>
        </p:sp>
        <p:sp>
          <p:nvSpPr>
            <p:cNvPr id="16" name="Oval 15">
              <a:extLst>
                <a:ext uri="{FF2B5EF4-FFF2-40B4-BE49-F238E27FC236}">
                  <a16:creationId xmlns:a16="http://schemas.microsoft.com/office/drawing/2014/main" id="{7F40BCC8-1263-E197-6DA2-7B738EA74901}"/>
                </a:ext>
              </a:extLst>
            </p:cNvPr>
            <p:cNvSpPr/>
            <p:nvPr/>
          </p:nvSpPr>
          <p:spPr>
            <a:xfrm>
              <a:off x="4903836" y="4064516"/>
              <a:ext cx="275303" cy="274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C</a:t>
              </a:r>
            </a:p>
          </p:txBody>
        </p:sp>
        <p:sp>
          <p:nvSpPr>
            <p:cNvPr id="17" name="Oval 16">
              <a:extLst>
                <a:ext uri="{FF2B5EF4-FFF2-40B4-BE49-F238E27FC236}">
                  <a16:creationId xmlns:a16="http://schemas.microsoft.com/office/drawing/2014/main" id="{FCCC7295-859B-6070-D616-AD65AD60FC92}"/>
                </a:ext>
              </a:extLst>
            </p:cNvPr>
            <p:cNvSpPr/>
            <p:nvPr/>
          </p:nvSpPr>
          <p:spPr>
            <a:xfrm>
              <a:off x="5954658" y="4053283"/>
              <a:ext cx="275303" cy="274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D</a:t>
              </a:r>
            </a:p>
          </p:txBody>
        </p:sp>
        <p:sp>
          <p:nvSpPr>
            <p:cNvPr id="18" name="Oval 17">
              <a:extLst>
                <a:ext uri="{FF2B5EF4-FFF2-40B4-BE49-F238E27FC236}">
                  <a16:creationId xmlns:a16="http://schemas.microsoft.com/office/drawing/2014/main" id="{0840B03A-0BCA-0D2F-A92A-25CFC579CDBB}"/>
                </a:ext>
              </a:extLst>
            </p:cNvPr>
            <p:cNvSpPr/>
            <p:nvPr/>
          </p:nvSpPr>
          <p:spPr>
            <a:xfrm>
              <a:off x="7360671" y="4064516"/>
              <a:ext cx="275303" cy="27480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a:t>E</a:t>
              </a:r>
            </a:p>
          </p:txBody>
        </p:sp>
        <p:sp>
          <p:nvSpPr>
            <p:cNvPr id="19" name="TextBox 18">
              <a:extLst>
                <a:ext uri="{FF2B5EF4-FFF2-40B4-BE49-F238E27FC236}">
                  <a16:creationId xmlns:a16="http://schemas.microsoft.com/office/drawing/2014/main" id="{7A849082-43C3-23A2-40AA-4507A7DF24FD}"/>
                </a:ext>
              </a:extLst>
            </p:cNvPr>
            <p:cNvSpPr txBox="1"/>
            <p:nvPr/>
          </p:nvSpPr>
          <p:spPr>
            <a:xfrm>
              <a:off x="8200103" y="3415092"/>
              <a:ext cx="1385187" cy="369332"/>
            </a:xfrm>
            <a:prstGeom prst="rect">
              <a:avLst/>
            </a:prstGeom>
            <a:noFill/>
          </p:spPr>
          <p:txBody>
            <a:bodyPr wrap="none" rtlCol="0">
              <a:spAutoFit/>
            </a:bodyPr>
            <a:lstStyle/>
            <a:p>
              <a:r>
                <a:rPr lang="en-GB">
                  <a:solidFill>
                    <a:srgbClr val="0070C0"/>
                  </a:solidFill>
                </a:rPr>
                <a:t>Supply curve</a:t>
              </a:r>
            </a:p>
          </p:txBody>
        </p:sp>
        <p:sp>
          <p:nvSpPr>
            <p:cNvPr id="20" name="TextBox 19">
              <a:extLst>
                <a:ext uri="{FF2B5EF4-FFF2-40B4-BE49-F238E27FC236}">
                  <a16:creationId xmlns:a16="http://schemas.microsoft.com/office/drawing/2014/main" id="{C40E2F49-2010-F45A-9982-0092BFCE8B05}"/>
                </a:ext>
              </a:extLst>
            </p:cNvPr>
            <p:cNvSpPr txBox="1"/>
            <p:nvPr/>
          </p:nvSpPr>
          <p:spPr>
            <a:xfrm>
              <a:off x="8125778" y="2365072"/>
              <a:ext cx="1553502" cy="369332"/>
            </a:xfrm>
            <a:prstGeom prst="rect">
              <a:avLst/>
            </a:prstGeom>
            <a:noFill/>
          </p:spPr>
          <p:txBody>
            <a:bodyPr wrap="none" rtlCol="0">
              <a:spAutoFit/>
            </a:bodyPr>
            <a:lstStyle/>
            <a:p>
              <a:r>
                <a:rPr lang="en-GB"/>
                <a:t>Demand curve</a:t>
              </a:r>
            </a:p>
          </p:txBody>
        </p:sp>
      </p:grpSp>
      <p:pic>
        <p:nvPicPr>
          <p:cNvPr id="7" name="Picture 6">
            <a:extLst>
              <a:ext uri="{FF2B5EF4-FFF2-40B4-BE49-F238E27FC236}">
                <a16:creationId xmlns:a16="http://schemas.microsoft.com/office/drawing/2014/main" id="{8E3DE683-4841-5C84-3150-B96AD92D258F}"/>
              </a:ext>
            </a:extLst>
          </p:cNvPr>
          <p:cNvPicPr>
            <a:picLocks noChangeAspect="1"/>
          </p:cNvPicPr>
          <p:nvPr/>
        </p:nvPicPr>
        <p:blipFill>
          <a:blip r:embed="rId4"/>
          <a:stretch>
            <a:fillRect/>
          </a:stretch>
        </p:blipFill>
        <p:spPr>
          <a:xfrm>
            <a:off x="10159735" y="481057"/>
            <a:ext cx="1571863" cy="1534556"/>
          </a:xfrm>
          <a:prstGeom prst="rect">
            <a:avLst/>
          </a:prstGeom>
        </p:spPr>
      </p:pic>
      <p:sp>
        <p:nvSpPr>
          <p:cNvPr id="21" name="Slide Number Placeholder 20">
            <a:extLst>
              <a:ext uri="{FF2B5EF4-FFF2-40B4-BE49-F238E27FC236}">
                <a16:creationId xmlns:a16="http://schemas.microsoft.com/office/drawing/2014/main" id="{6FBE1130-9084-EAAB-7BCE-5EFFE2F308C3}"/>
              </a:ext>
            </a:extLst>
          </p:cNvPr>
          <p:cNvSpPr>
            <a:spLocks noGrp="1"/>
          </p:cNvSpPr>
          <p:nvPr>
            <p:ph type="sldNum" sz="quarter" idx="12"/>
          </p:nvPr>
        </p:nvSpPr>
        <p:spPr/>
        <p:txBody>
          <a:bodyPr/>
          <a:lstStyle/>
          <a:p>
            <a:fld id="{3F8FFD44-3125-48DD-9AC2-A99B91DF9DE5}" type="slidenum">
              <a:rPr lang="en-GB" smtClean="0"/>
              <a:t>33</a:t>
            </a:fld>
            <a:endParaRPr lang="en-GB"/>
          </a:p>
        </p:txBody>
      </p:sp>
    </p:spTree>
    <p:extLst>
      <p:ext uri="{BB962C8B-B14F-4D97-AF65-F5344CB8AC3E}">
        <p14:creationId xmlns:p14="http://schemas.microsoft.com/office/powerpoint/2010/main" val="410549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E8B178-01C8-4DCD-B46E-160FEEC9F757}"/>
              </a:ext>
            </a:extLst>
          </p:cNvPr>
          <p:cNvSpPr>
            <a:spLocks noGrp="1"/>
          </p:cNvSpPr>
          <p:nvPr>
            <p:ph type="title"/>
          </p:nvPr>
        </p:nvSpPr>
        <p:spPr>
          <a:xfrm>
            <a:off x="748259" y="2576174"/>
            <a:ext cx="10786672" cy="1325563"/>
          </a:xfrm>
        </p:spPr>
        <p:txBody>
          <a:bodyPr/>
          <a:lstStyle/>
          <a:p>
            <a:pPr algn="ctr"/>
            <a:r>
              <a:rPr lang="en-US"/>
              <a:t>Network externalities in</a:t>
            </a:r>
            <a:br>
              <a:rPr lang="en-US"/>
            </a:br>
            <a:r>
              <a:rPr lang="en-US"/>
              <a:t>Two sided markets</a:t>
            </a:r>
            <a:endParaRPr lang="en-SG"/>
          </a:p>
        </p:txBody>
      </p:sp>
      <p:sp>
        <p:nvSpPr>
          <p:cNvPr id="5" name="Slide Number Placeholder 4">
            <a:extLst>
              <a:ext uri="{FF2B5EF4-FFF2-40B4-BE49-F238E27FC236}">
                <a16:creationId xmlns:a16="http://schemas.microsoft.com/office/drawing/2014/main" id="{357650A4-29A1-B66F-1767-E051D46A0A96}"/>
              </a:ext>
            </a:extLst>
          </p:cNvPr>
          <p:cNvSpPr>
            <a:spLocks noGrp="1"/>
          </p:cNvSpPr>
          <p:nvPr>
            <p:ph type="sldNum" sz="quarter" idx="12"/>
          </p:nvPr>
        </p:nvSpPr>
        <p:spPr/>
        <p:txBody>
          <a:bodyPr/>
          <a:lstStyle/>
          <a:p>
            <a:fld id="{3F8FFD44-3125-48DD-9AC2-A99B91DF9DE5}" type="slidenum">
              <a:rPr lang="en-GB" smtClean="0"/>
              <a:t>34</a:t>
            </a:fld>
            <a:endParaRPr lang="en-GB"/>
          </a:p>
        </p:txBody>
      </p:sp>
    </p:spTree>
    <p:extLst>
      <p:ext uri="{BB962C8B-B14F-4D97-AF65-F5344CB8AC3E}">
        <p14:creationId xmlns:p14="http://schemas.microsoft.com/office/powerpoint/2010/main" val="15753233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5BA6-7FF1-C4FC-0FA0-68745D569591}"/>
              </a:ext>
            </a:extLst>
          </p:cNvPr>
          <p:cNvSpPr>
            <a:spLocks noGrp="1"/>
          </p:cNvSpPr>
          <p:nvPr>
            <p:ph type="title"/>
          </p:nvPr>
        </p:nvSpPr>
        <p:spPr/>
        <p:txBody>
          <a:bodyPr/>
          <a:lstStyle/>
          <a:p>
            <a:r>
              <a:rPr lang="en-US"/>
              <a:t>Two-sided markets</a:t>
            </a:r>
            <a:endParaRPr lang="en-SG"/>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195060D-B1A5-D17B-DB0B-CBF6A0833656}"/>
                  </a:ext>
                </a:extLst>
              </p:cNvPr>
              <p:cNvSpPr>
                <a:spLocks noGrp="1"/>
              </p:cNvSpPr>
              <p:nvPr>
                <p:ph idx="1"/>
              </p:nvPr>
            </p:nvSpPr>
            <p:spPr/>
            <p:txBody>
              <a:bodyPr>
                <a:normAutofit/>
              </a:bodyPr>
              <a:lstStyle/>
              <a:p>
                <a:r>
                  <a:rPr lang="en-US" sz="2000" dirty="0"/>
                  <a:t>A </a:t>
                </a:r>
                <a:r>
                  <a:rPr lang="en-US" sz="2000" b="1" dirty="0">
                    <a:solidFill>
                      <a:srgbClr val="0000FF"/>
                    </a:solidFill>
                  </a:rPr>
                  <a:t>two-sided market</a:t>
                </a:r>
                <a:r>
                  <a:rPr lang="en-US" sz="2000" dirty="0">
                    <a:solidFill>
                      <a:srgbClr val="0000FF"/>
                    </a:solidFill>
                  </a:rPr>
                  <a:t> </a:t>
                </a:r>
                <a:r>
                  <a:rPr lang="en-US" sz="2000" dirty="0"/>
                  <a:t>is a special kind of network externality.</a:t>
                </a:r>
              </a:p>
              <a:p>
                <a:pPr lvl="1"/>
                <a:r>
                  <a:rPr lang="en-US" sz="1800" dirty="0"/>
                  <a:t>Previously we assumed that network externalities were </a:t>
                </a:r>
                <a:r>
                  <a:rPr lang="en-US" sz="1800" b="1" i="1" dirty="0"/>
                  <a:t>direct</a:t>
                </a:r>
                <a:r>
                  <a:rPr lang="en-US" sz="1800" dirty="0"/>
                  <a:t>, but they can also be </a:t>
                </a:r>
                <a:r>
                  <a:rPr lang="en-US" sz="1800" b="1" i="1" dirty="0"/>
                  <a:t>indirect</a:t>
                </a:r>
                <a:r>
                  <a:rPr lang="en-US" sz="1800" dirty="0"/>
                  <a:t>.</a:t>
                </a:r>
              </a:p>
              <a:p>
                <a:endParaRPr lang="en-US" sz="2000" dirty="0"/>
              </a:p>
              <a:p>
                <a:r>
                  <a:rPr lang="en-US" sz="2000" dirty="0"/>
                  <a:t>For example, consider owning a PS5.</a:t>
                </a:r>
              </a:p>
              <a:p>
                <a:pPr lvl="1"/>
                <a:r>
                  <a:rPr lang="en-US" sz="1800" dirty="0"/>
                  <a:t>Other people owning a PS5 doesn’t directly raise my value </a:t>
                </a:r>
                <a14:m>
                  <m:oMath xmlns:m="http://schemas.openxmlformats.org/officeDocument/2006/math">
                    <m:r>
                      <a:rPr lang="en-US" sz="1800" b="0" i="1" smtClean="0">
                        <a:latin typeface="Cambria Math" panose="02040503050406030204" pitchFamily="18" charset="0"/>
                      </a:rPr>
                      <m:t>−</m:t>
                    </m:r>
                  </m:oMath>
                </a14:m>
                <a:r>
                  <a:rPr lang="en-US" sz="1800" dirty="0"/>
                  <a:t> no direct network effect.</a:t>
                </a:r>
              </a:p>
              <a:p>
                <a:pPr lvl="1"/>
                <a:r>
                  <a:rPr lang="en-US" sz="1800" dirty="0"/>
                  <a:t>But the more PS5s are sold, the more games are going to become available for the PS5, which makes it more attractive to buy a PS5.</a:t>
                </a:r>
              </a:p>
              <a:p>
                <a:pPr lvl="1"/>
                <a:r>
                  <a:rPr lang="en-US" sz="1800" dirty="0"/>
                  <a:t>More people owning a PS5 indirectly leads to more benefits from owning a PS5.</a:t>
                </a:r>
              </a:p>
              <a:p>
                <a:pPr marL="457200" lvl="1" indent="0">
                  <a:buNone/>
                </a:pPr>
                <a:endParaRPr lang="en-US" sz="2000" dirty="0"/>
              </a:p>
              <a:p>
                <a:r>
                  <a:rPr lang="en-US" sz="2000" dirty="0"/>
                  <a:t>This </a:t>
                </a:r>
                <a:r>
                  <a:rPr lang="en-US" sz="2000" b="1" dirty="0"/>
                  <a:t>“complementarity”</a:t>
                </a:r>
                <a:r>
                  <a:rPr lang="en-US" sz="2000" dirty="0"/>
                  <a:t> between the goods markets leads to an indirect network externality.</a:t>
                </a:r>
              </a:p>
              <a:p>
                <a:endParaRPr lang="en-SG" sz="2000" dirty="0"/>
              </a:p>
            </p:txBody>
          </p:sp>
        </mc:Choice>
        <mc:Fallback xmlns="">
          <p:sp>
            <p:nvSpPr>
              <p:cNvPr id="3" name="Content Placeholder 2">
                <a:extLst>
                  <a:ext uri="{FF2B5EF4-FFF2-40B4-BE49-F238E27FC236}">
                    <a16:creationId xmlns:a16="http://schemas.microsoft.com/office/drawing/2014/main" id="{D195060D-B1A5-D17B-DB0B-CBF6A0833656}"/>
                  </a:ext>
                </a:extLst>
              </p:cNvPr>
              <p:cNvSpPr>
                <a:spLocks noGrp="1" noRot="1" noChangeAspect="1" noMove="1" noResize="1" noEditPoints="1" noAdjustHandles="1" noChangeArrowheads="1" noChangeShapeType="1" noTextEdit="1"/>
              </p:cNvSpPr>
              <p:nvPr>
                <p:ph idx="1"/>
              </p:nvPr>
            </p:nvSpPr>
            <p:spPr>
              <a:blipFill>
                <a:blip r:embed="rId2"/>
                <a:stretch>
                  <a:fillRect l="-522" t="-1401"/>
                </a:stretch>
              </a:blipFill>
            </p:spPr>
            <p:txBody>
              <a:bodyPr/>
              <a:lstStyle/>
              <a:p>
                <a:r>
                  <a:rPr lang="en-SG">
                    <a:noFill/>
                  </a:rPr>
                  <a:t> </a:t>
                </a:r>
              </a:p>
            </p:txBody>
          </p:sp>
        </mc:Fallback>
      </mc:AlternateContent>
      <p:sp>
        <p:nvSpPr>
          <p:cNvPr id="6" name="Slide Number Placeholder 5">
            <a:extLst>
              <a:ext uri="{FF2B5EF4-FFF2-40B4-BE49-F238E27FC236}">
                <a16:creationId xmlns:a16="http://schemas.microsoft.com/office/drawing/2014/main" id="{1ADD4BF0-FB2F-CA47-BA09-C67191F54D9B}"/>
              </a:ext>
            </a:extLst>
          </p:cNvPr>
          <p:cNvSpPr>
            <a:spLocks noGrp="1"/>
          </p:cNvSpPr>
          <p:nvPr>
            <p:ph type="sldNum" sz="quarter" idx="12"/>
          </p:nvPr>
        </p:nvSpPr>
        <p:spPr/>
        <p:txBody>
          <a:bodyPr/>
          <a:lstStyle/>
          <a:p>
            <a:fld id="{3F8FFD44-3125-48DD-9AC2-A99B91DF9DE5}" type="slidenum">
              <a:rPr lang="en-GB" smtClean="0"/>
              <a:t>35</a:t>
            </a:fld>
            <a:endParaRPr lang="en-GB"/>
          </a:p>
        </p:txBody>
      </p:sp>
      <p:graphicFrame>
        <p:nvGraphicFramePr>
          <p:cNvPr id="4" name="Diagram 3">
            <a:extLst>
              <a:ext uri="{FF2B5EF4-FFF2-40B4-BE49-F238E27FC236}">
                <a16:creationId xmlns:a16="http://schemas.microsoft.com/office/drawing/2014/main" id="{FF9E634F-34C1-7C7F-AFE7-82198E665D98}"/>
              </a:ext>
            </a:extLst>
          </p:cNvPr>
          <p:cNvGraphicFramePr/>
          <p:nvPr>
            <p:extLst>
              <p:ext uri="{D42A27DB-BD31-4B8C-83A1-F6EECF244321}">
                <p14:modId xmlns:p14="http://schemas.microsoft.com/office/powerpoint/2010/main" val="822987861"/>
              </p:ext>
            </p:extLst>
          </p:nvPr>
        </p:nvGraphicFramePr>
        <p:xfrm>
          <a:off x="8713290" y="180000"/>
          <a:ext cx="2743200" cy="18900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99278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05BA6-7FF1-C4FC-0FA0-68745D569591}"/>
              </a:ext>
            </a:extLst>
          </p:cNvPr>
          <p:cNvSpPr>
            <a:spLocks noGrp="1"/>
          </p:cNvSpPr>
          <p:nvPr>
            <p:ph type="title"/>
          </p:nvPr>
        </p:nvSpPr>
        <p:spPr/>
        <p:txBody>
          <a:bodyPr/>
          <a:lstStyle/>
          <a:p>
            <a:r>
              <a:rPr lang="en-US"/>
              <a:t>Two-sided markets</a:t>
            </a:r>
            <a:endParaRPr lang="en-SG"/>
          </a:p>
        </p:txBody>
      </p:sp>
      <p:sp>
        <p:nvSpPr>
          <p:cNvPr id="3" name="Content Placeholder 2">
            <a:extLst>
              <a:ext uri="{FF2B5EF4-FFF2-40B4-BE49-F238E27FC236}">
                <a16:creationId xmlns:a16="http://schemas.microsoft.com/office/drawing/2014/main" id="{D195060D-B1A5-D17B-DB0B-CBF6A0833656}"/>
              </a:ext>
            </a:extLst>
          </p:cNvPr>
          <p:cNvSpPr>
            <a:spLocks noGrp="1"/>
          </p:cNvSpPr>
          <p:nvPr>
            <p:ph idx="1"/>
          </p:nvPr>
        </p:nvSpPr>
        <p:spPr/>
        <p:txBody>
          <a:bodyPr>
            <a:normAutofit/>
          </a:bodyPr>
          <a:lstStyle/>
          <a:p>
            <a:r>
              <a:rPr lang="en-US" sz="2000" dirty="0"/>
              <a:t>Network externalities in two sided markets result in similar outcomes to that from standard network externalities.</a:t>
            </a:r>
          </a:p>
          <a:p>
            <a:pPr lvl="1"/>
            <a:r>
              <a:rPr lang="en-US" altLang="en-US" sz="1800" b="1" dirty="0"/>
              <a:t>More on models of two-sided markets next week. </a:t>
            </a:r>
          </a:p>
          <a:p>
            <a:pPr lvl="1"/>
            <a:endParaRPr lang="en-US" sz="1800" dirty="0"/>
          </a:p>
          <a:p>
            <a:r>
              <a:rPr lang="en-US" sz="2000" dirty="0"/>
              <a:t>Other examples:</a:t>
            </a:r>
          </a:p>
          <a:p>
            <a:pPr lvl="1"/>
            <a:r>
              <a:rPr lang="en-US" sz="1800" dirty="0"/>
              <a:t>iPhones and iTunes store.</a:t>
            </a:r>
          </a:p>
          <a:p>
            <a:pPr lvl="1"/>
            <a:r>
              <a:rPr lang="en-US" sz="1800" dirty="0"/>
              <a:t>New media formats and media players. (CD, DVD, </a:t>
            </a:r>
            <a:r>
              <a:rPr lang="en-US" sz="1800" dirty="0" err="1"/>
              <a:t>BluRay</a:t>
            </a:r>
            <a:r>
              <a:rPr lang="en-US" sz="1800" dirty="0"/>
              <a:t>…)</a:t>
            </a:r>
          </a:p>
          <a:p>
            <a:pPr marL="0" indent="0">
              <a:buNone/>
            </a:pPr>
            <a:endParaRPr lang="en-US" sz="2000" dirty="0"/>
          </a:p>
          <a:p>
            <a:endParaRPr lang="en-SG" sz="2000" dirty="0"/>
          </a:p>
        </p:txBody>
      </p:sp>
      <p:sp>
        <p:nvSpPr>
          <p:cNvPr id="6" name="Slide Number Placeholder 5">
            <a:extLst>
              <a:ext uri="{FF2B5EF4-FFF2-40B4-BE49-F238E27FC236}">
                <a16:creationId xmlns:a16="http://schemas.microsoft.com/office/drawing/2014/main" id="{AE4B5CAE-3A5E-B564-CE3D-D432876FC18F}"/>
              </a:ext>
            </a:extLst>
          </p:cNvPr>
          <p:cNvSpPr>
            <a:spLocks noGrp="1"/>
          </p:cNvSpPr>
          <p:nvPr>
            <p:ph type="sldNum" sz="quarter" idx="12"/>
          </p:nvPr>
        </p:nvSpPr>
        <p:spPr/>
        <p:txBody>
          <a:bodyPr/>
          <a:lstStyle/>
          <a:p>
            <a:fld id="{3F8FFD44-3125-48DD-9AC2-A99B91DF9DE5}" type="slidenum">
              <a:rPr lang="en-GB" smtClean="0"/>
              <a:t>36</a:t>
            </a:fld>
            <a:endParaRPr lang="en-GB"/>
          </a:p>
        </p:txBody>
      </p:sp>
    </p:spTree>
    <p:extLst>
      <p:ext uri="{BB962C8B-B14F-4D97-AF65-F5344CB8AC3E}">
        <p14:creationId xmlns:p14="http://schemas.microsoft.com/office/powerpoint/2010/main" val="28826232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p:txBody>
          <a:bodyPr/>
          <a:lstStyle/>
          <a:p>
            <a:pPr eaLnBrk="1" hangingPunct="1"/>
            <a:r>
              <a:rPr lang="en-US" altLang="en-US" dirty="0"/>
              <a:t>Key Learning Outcomes</a:t>
            </a:r>
          </a:p>
        </p:txBody>
      </p:sp>
      <p:sp>
        <p:nvSpPr>
          <p:cNvPr id="62466" name="Rectangle 3"/>
          <p:cNvSpPr>
            <a:spLocks noGrp="1" noChangeArrowheads="1"/>
          </p:cNvSpPr>
          <p:nvPr>
            <p:ph idx="1"/>
          </p:nvPr>
        </p:nvSpPr>
        <p:spPr>
          <a:xfrm>
            <a:off x="838200" y="1456791"/>
            <a:ext cx="10424886" cy="4755473"/>
          </a:xfrm>
        </p:spPr>
        <p:txBody>
          <a:bodyPr>
            <a:normAutofit/>
          </a:bodyPr>
          <a:lstStyle/>
          <a:p>
            <a:endParaRPr lang="en-US" altLang="en-US" sz="2000" dirty="0"/>
          </a:p>
          <a:p>
            <a:r>
              <a:rPr lang="en-US" altLang="en-US" sz="2000" dirty="0"/>
              <a:t>How to model information technology in markets?</a:t>
            </a:r>
          </a:p>
          <a:p>
            <a:pPr lvl="1"/>
            <a:r>
              <a:rPr lang="en-US" altLang="en-US" sz="1800" dirty="0"/>
              <a:t>Complementarities </a:t>
            </a:r>
          </a:p>
          <a:p>
            <a:pPr lvl="1"/>
            <a:r>
              <a:rPr lang="en-US" altLang="en-US" sz="1800" dirty="0"/>
              <a:t>Network externalities</a:t>
            </a:r>
          </a:p>
          <a:p>
            <a:endParaRPr lang="en-US" altLang="en-US" sz="2000" dirty="0"/>
          </a:p>
          <a:p>
            <a:r>
              <a:rPr lang="en-US" altLang="en-US" sz="2000" dirty="0"/>
              <a:t>Effects on efficiency in such markets.</a:t>
            </a:r>
          </a:p>
          <a:p>
            <a:pPr lvl="1"/>
            <a:r>
              <a:rPr lang="en-US" altLang="en-US" sz="1800" dirty="0"/>
              <a:t>Need to know how to </a:t>
            </a:r>
            <a:r>
              <a:rPr lang="en-US" altLang="en-US" sz="1800" dirty="0" err="1"/>
              <a:t>analyse</a:t>
            </a:r>
            <a:r>
              <a:rPr lang="en-US" altLang="en-US" sz="1800" dirty="0"/>
              <a:t> </a:t>
            </a:r>
            <a:r>
              <a:rPr lang="en-US" altLang="en-US" sz="1800"/>
              <a:t>equilibrium outcomes.</a:t>
            </a:r>
            <a:endParaRPr lang="en-US" altLang="en-US" sz="1800" dirty="0"/>
          </a:p>
          <a:p>
            <a:endParaRPr lang="en-US" altLang="en-US" sz="2000" dirty="0"/>
          </a:p>
          <a:p>
            <a:r>
              <a:rPr lang="en-US" altLang="en-US" sz="2000" dirty="0"/>
              <a:t>Consequences for the structure of policies to improve social welfare.</a:t>
            </a:r>
          </a:p>
          <a:p>
            <a:pPr eaLnBrk="1" hangingPunct="1"/>
            <a:endParaRPr lang="en-US" altLang="en-US" sz="2000" dirty="0"/>
          </a:p>
        </p:txBody>
      </p:sp>
      <p:sp>
        <p:nvSpPr>
          <p:cNvPr id="4" name="Slide Number Placeholder 3">
            <a:extLst>
              <a:ext uri="{FF2B5EF4-FFF2-40B4-BE49-F238E27FC236}">
                <a16:creationId xmlns:a16="http://schemas.microsoft.com/office/drawing/2014/main" id="{CD207EE6-8891-5329-B3F1-DE3BAACFFB65}"/>
              </a:ext>
            </a:extLst>
          </p:cNvPr>
          <p:cNvSpPr>
            <a:spLocks noGrp="1"/>
          </p:cNvSpPr>
          <p:nvPr>
            <p:ph type="sldNum" sz="quarter" idx="12"/>
          </p:nvPr>
        </p:nvSpPr>
        <p:spPr/>
        <p:txBody>
          <a:bodyPr/>
          <a:lstStyle/>
          <a:p>
            <a:fld id="{3F8FFD44-3125-48DD-9AC2-A99B91DF9DE5}" type="slidenum">
              <a:rPr lang="en-GB" smtClean="0"/>
              <a:t>37</a:t>
            </a:fld>
            <a:endParaRPr lang="en-GB"/>
          </a:p>
        </p:txBody>
      </p:sp>
    </p:spTree>
    <p:extLst>
      <p:ext uri="{BB962C8B-B14F-4D97-AF65-F5344CB8AC3E}">
        <p14:creationId xmlns:p14="http://schemas.microsoft.com/office/powerpoint/2010/main" val="4288377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0DFFD-8557-2342-87A9-643109E09269}"/>
              </a:ext>
            </a:extLst>
          </p:cNvPr>
          <p:cNvSpPr>
            <a:spLocks noGrp="1"/>
          </p:cNvSpPr>
          <p:nvPr>
            <p:ph type="title"/>
          </p:nvPr>
        </p:nvSpPr>
        <p:spPr/>
        <p:txBody>
          <a:bodyPr/>
          <a:lstStyle/>
          <a:p>
            <a:r>
              <a:rPr lang="en-US"/>
              <a:t>Readings</a:t>
            </a:r>
          </a:p>
        </p:txBody>
      </p:sp>
      <p:sp>
        <p:nvSpPr>
          <p:cNvPr id="3" name="Content Placeholder 2">
            <a:extLst>
              <a:ext uri="{FF2B5EF4-FFF2-40B4-BE49-F238E27FC236}">
                <a16:creationId xmlns:a16="http://schemas.microsoft.com/office/drawing/2014/main" id="{30C3B834-1E86-AF4D-9260-11EEF3497366}"/>
              </a:ext>
            </a:extLst>
          </p:cNvPr>
          <p:cNvSpPr>
            <a:spLocks noGrp="1"/>
          </p:cNvSpPr>
          <p:nvPr>
            <p:ph idx="1"/>
          </p:nvPr>
        </p:nvSpPr>
        <p:spPr>
          <a:xfrm>
            <a:off x="838200" y="1456791"/>
            <a:ext cx="9277350" cy="4755473"/>
          </a:xfrm>
        </p:spPr>
        <p:txBody>
          <a:bodyPr>
            <a:normAutofit/>
          </a:bodyPr>
          <a:lstStyle/>
          <a:p>
            <a:endParaRPr lang="en-US" sz="2000"/>
          </a:p>
          <a:p>
            <a:r>
              <a:rPr lang="en-US" sz="2000"/>
              <a:t>Varian Chapter 36</a:t>
            </a:r>
          </a:p>
          <a:p>
            <a:pPr lvl="1"/>
            <a:r>
              <a:rPr lang="en-US" sz="1800">
                <a:solidFill>
                  <a:srgbClr val="2E445C"/>
                </a:solidFill>
              </a:rPr>
              <a:t>Has many real-life examples, albeit outdated..</a:t>
            </a:r>
          </a:p>
          <a:p>
            <a:pPr lvl="1"/>
            <a:endParaRPr lang="en-US" sz="1800">
              <a:solidFill>
                <a:srgbClr val="2E445C"/>
              </a:solidFill>
            </a:endParaRPr>
          </a:p>
          <a:p>
            <a:r>
              <a:rPr lang="en-US" sz="2000">
                <a:solidFill>
                  <a:schemeClr val="tx1"/>
                </a:solidFill>
              </a:rPr>
              <a:t>Dynamic Strategies:</a:t>
            </a:r>
            <a:br>
              <a:rPr lang="en-US" sz="2000">
                <a:solidFill>
                  <a:schemeClr val="tx1"/>
                </a:solidFill>
              </a:rPr>
            </a:br>
            <a:r>
              <a:rPr lang="en-US" sz="1800">
                <a:solidFill>
                  <a:schemeClr val="accent1"/>
                </a:solidFill>
                <a:hlinkClick r:id="rId2">
                  <a:extLst>
                    <a:ext uri="{A12FA001-AC4F-418D-AE19-62706E023703}">
                      <ahyp:hlinkClr xmlns:ahyp="http://schemas.microsoft.com/office/drawing/2018/hyperlinkcolor" val="tx"/>
                    </a:ext>
                  </a:extLst>
                </a:hlinkClick>
              </a:rPr>
              <a:t>https://timharford.com/2023/03/the-enshittification-of-apps-is-real-but-is-it-bad/</a:t>
            </a:r>
            <a:r>
              <a:rPr lang="en-US" sz="1800">
                <a:solidFill>
                  <a:schemeClr val="accent1"/>
                </a:solidFill>
              </a:rPr>
              <a:t> </a:t>
            </a:r>
          </a:p>
          <a:p>
            <a:endParaRPr lang="en-US" sz="1400"/>
          </a:p>
        </p:txBody>
      </p:sp>
      <p:sp>
        <p:nvSpPr>
          <p:cNvPr id="6" name="Slide Number Placeholder 5">
            <a:extLst>
              <a:ext uri="{FF2B5EF4-FFF2-40B4-BE49-F238E27FC236}">
                <a16:creationId xmlns:a16="http://schemas.microsoft.com/office/drawing/2014/main" id="{8BE44DB1-9966-ED07-2604-55617AFD8356}"/>
              </a:ext>
            </a:extLst>
          </p:cNvPr>
          <p:cNvSpPr>
            <a:spLocks noGrp="1"/>
          </p:cNvSpPr>
          <p:nvPr>
            <p:ph type="sldNum" sz="quarter" idx="12"/>
          </p:nvPr>
        </p:nvSpPr>
        <p:spPr/>
        <p:txBody>
          <a:bodyPr/>
          <a:lstStyle/>
          <a:p>
            <a:fld id="{3F8FFD44-3125-48DD-9AC2-A99B91DF9DE5}" type="slidenum">
              <a:rPr lang="en-GB" smtClean="0"/>
              <a:t>38</a:t>
            </a:fld>
            <a:endParaRPr lang="en-GB"/>
          </a:p>
        </p:txBody>
      </p:sp>
    </p:spTree>
    <p:extLst>
      <p:ext uri="{BB962C8B-B14F-4D97-AF65-F5344CB8AC3E}">
        <p14:creationId xmlns:p14="http://schemas.microsoft.com/office/powerpoint/2010/main" val="1757574941"/>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327</TotalTime>
  <Words>2583</Words>
  <Application>Microsoft Office PowerPoint</Application>
  <PresentationFormat>Widescreen</PresentationFormat>
  <Paragraphs>374</Paragraphs>
  <Slides>38</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Cambria Math</vt:lpstr>
      <vt:lpstr>Symbol</vt:lpstr>
      <vt:lpstr>Office Theme</vt:lpstr>
      <vt:lpstr>Information Technology 1</vt:lpstr>
      <vt:lpstr>Introduction</vt:lpstr>
      <vt:lpstr>Complementarities</vt:lpstr>
      <vt:lpstr>Network Externalities</vt:lpstr>
      <vt:lpstr>Review Question 1</vt:lpstr>
      <vt:lpstr>Complementarities  in Information Technology</vt:lpstr>
      <vt:lpstr>IT &amp; Complementarities </vt:lpstr>
      <vt:lpstr>Complementarity &amp; Externalities</vt:lpstr>
      <vt:lpstr>Complementarity &amp; Competition: Example</vt:lpstr>
      <vt:lpstr>Complementarity &amp; Competition: Example</vt:lpstr>
      <vt:lpstr>Complementarity &amp; Competition: Example</vt:lpstr>
      <vt:lpstr>Complementarity: Monopoly</vt:lpstr>
      <vt:lpstr>Complementarity and Inefficiency</vt:lpstr>
      <vt:lpstr>Solutions to complementarity problems</vt:lpstr>
      <vt:lpstr>Solutions to complementarity problems</vt:lpstr>
      <vt:lpstr>Review Question 2</vt:lpstr>
      <vt:lpstr>Network Externalities in Information Technology</vt:lpstr>
      <vt:lpstr>IT &amp; Network Externalities</vt:lpstr>
      <vt:lpstr>Network Externalities: an Example</vt:lpstr>
      <vt:lpstr>Network Externalities: an Example</vt:lpstr>
      <vt:lpstr>Network Externalities: an Example</vt:lpstr>
      <vt:lpstr>Network Externalities: an Example</vt:lpstr>
      <vt:lpstr>Network Externalities: an Example</vt:lpstr>
      <vt:lpstr>Network Externalities: an Example</vt:lpstr>
      <vt:lpstr>Network Externalities: an Example</vt:lpstr>
      <vt:lpstr>Network Externalities: an Example</vt:lpstr>
      <vt:lpstr>Network Externalities: an Example</vt:lpstr>
      <vt:lpstr>Network Externalties:  Market Dynamics</vt:lpstr>
      <vt:lpstr>Network Externalities: Dynamics</vt:lpstr>
      <vt:lpstr>Network Externalities: Dynamics</vt:lpstr>
      <vt:lpstr>Network Externalities: Stability</vt:lpstr>
      <vt:lpstr>Network Externalities: Stability</vt:lpstr>
      <vt:lpstr>Review Question 3</vt:lpstr>
      <vt:lpstr>Network externalities in Two sided markets</vt:lpstr>
      <vt:lpstr>Two-sided markets</vt:lpstr>
      <vt:lpstr>Two-sided markets</vt:lpstr>
      <vt:lpstr>Key Learning Outcomes</vt:lpstr>
      <vt:lpstr>Readings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Externalities</dc:title>
  <dc:creator>Jonathan Yeo</dc:creator>
  <cp:lastModifiedBy>issac goh</cp:lastModifiedBy>
  <cp:revision>16</cp:revision>
  <dcterms:created xsi:type="dcterms:W3CDTF">2020-11-25T09:54:01Z</dcterms:created>
  <dcterms:modified xsi:type="dcterms:W3CDTF">2024-11-12T09:17:27Z</dcterms:modified>
</cp:coreProperties>
</file>