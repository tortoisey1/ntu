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5"/>
  </p:notesMasterIdLst>
  <p:handoutMasterIdLst>
    <p:handoutMasterId r:id="rId16"/>
  </p:handoutMasterIdLst>
  <p:sldIdLst>
    <p:sldId id="394" r:id="rId2"/>
    <p:sldId id="402" r:id="rId3"/>
    <p:sldId id="395" r:id="rId4"/>
    <p:sldId id="396" r:id="rId5"/>
    <p:sldId id="409" r:id="rId6"/>
    <p:sldId id="401" r:id="rId7"/>
    <p:sldId id="398" r:id="rId8"/>
    <p:sldId id="403" r:id="rId9"/>
    <p:sldId id="405" r:id="rId10"/>
    <p:sldId id="406" r:id="rId11"/>
    <p:sldId id="407" r:id="rId12"/>
    <p:sldId id="410" r:id="rId13"/>
    <p:sldId id="408" r:id="rId14"/>
  </p:sldIdLst>
  <p:sldSz cx="9144000" cy="6858000" type="screen4x3"/>
  <p:notesSz cx="7315200" cy="9601200"/>
  <p:defaultTextStyle>
    <a:defPPr>
      <a:defRPr lang="en-US"/>
    </a:defPPr>
    <a:lvl1pPr algn="l" rtl="0" eaLnBrk="0" fontAlgn="base" hangingPunct="0">
      <a:spcBef>
        <a:spcPct val="0"/>
      </a:spcBef>
      <a:spcAft>
        <a:spcPct val="0"/>
      </a:spcAft>
      <a:defRPr sz="1400" kern="1200">
        <a:solidFill>
          <a:schemeClr val="tx1"/>
        </a:solidFill>
        <a:latin typeface="Helvetica" panose="020B060402020202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Helvetica" panose="020B060402020202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Helvetica" panose="020B060402020202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Helvetica" panose="020B060402020202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Helvetica" panose="020B0604020202020204" pitchFamily="34" charset="0"/>
        <a:ea typeface="+mn-ea"/>
        <a:cs typeface="+mn-cs"/>
      </a:defRPr>
    </a:lvl5pPr>
    <a:lvl6pPr marL="2286000" algn="l" defTabSz="914400" rtl="0" eaLnBrk="1" latinLnBrk="0" hangingPunct="1">
      <a:defRPr sz="1400" kern="1200">
        <a:solidFill>
          <a:schemeClr val="tx1"/>
        </a:solidFill>
        <a:latin typeface="Helvetica" panose="020B0604020202020204" pitchFamily="34" charset="0"/>
        <a:ea typeface="+mn-ea"/>
        <a:cs typeface="+mn-cs"/>
      </a:defRPr>
    </a:lvl6pPr>
    <a:lvl7pPr marL="2743200" algn="l" defTabSz="914400" rtl="0" eaLnBrk="1" latinLnBrk="0" hangingPunct="1">
      <a:defRPr sz="1400" kern="1200">
        <a:solidFill>
          <a:schemeClr val="tx1"/>
        </a:solidFill>
        <a:latin typeface="Helvetica" panose="020B0604020202020204" pitchFamily="34" charset="0"/>
        <a:ea typeface="+mn-ea"/>
        <a:cs typeface="+mn-cs"/>
      </a:defRPr>
    </a:lvl7pPr>
    <a:lvl8pPr marL="3200400" algn="l" defTabSz="914400" rtl="0" eaLnBrk="1" latinLnBrk="0" hangingPunct="1">
      <a:defRPr sz="1400" kern="1200">
        <a:solidFill>
          <a:schemeClr val="tx1"/>
        </a:solidFill>
        <a:latin typeface="Helvetica" panose="020B0604020202020204" pitchFamily="34" charset="0"/>
        <a:ea typeface="+mn-ea"/>
        <a:cs typeface="+mn-cs"/>
      </a:defRPr>
    </a:lvl8pPr>
    <a:lvl9pPr marL="3657600" algn="l" defTabSz="914400" rtl="0" eaLnBrk="1" latinLnBrk="0" hangingPunct="1">
      <a:defRPr sz="1400" kern="1200">
        <a:solidFill>
          <a:schemeClr val="tx1"/>
        </a:solidFill>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3589">
          <p15:clr>
            <a:srgbClr val="A4A3A4"/>
          </p15:clr>
        </p15:guide>
        <p15:guide id="2" pos="113">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EF301F-B3C8-9441-B754-5405A3F3DF96}" v="9" dt="2025-01-13T01:23:09.0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62"/>
    <p:restoredTop sz="94719"/>
  </p:normalViewPr>
  <p:slideViewPr>
    <p:cSldViewPr snapToGrid="0" showGuides="1">
      <p:cViewPr varScale="1">
        <p:scale>
          <a:sx n="148" d="100"/>
          <a:sy n="148" d="100"/>
        </p:scale>
        <p:origin x="1432" y="192"/>
      </p:cViewPr>
      <p:guideLst>
        <p:guide orient="horz" pos="3589"/>
        <p:guide pos="113"/>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vind Easwaran" userId="S::arvinde@staff.main.ntu.edu.sg::6059df8d-17bf-4148-9f7c-190b13d86f35" providerId="AD" clId="Web-{C1D72DD3-FB12-BD2E-B649-2DA3DDF15620}"/>
    <pc:docChg chg="modSld">
      <pc:chgData name="Arvind Easwaran" userId="S::arvinde@staff.main.ntu.edu.sg::6059df8d-17bf-4148-9f7c-190b13d86f35" providerId="AD" clId="Web-{C1D72DD3-FB12-BD2E-B649-2DA3DDF15620}" dt="2024-01-18T02:07:01.482" v="22" actId="20577"/>
      <pc:docMkLst>
        <pc:docMk/>
      </pc:docMkLst>
      <pc:sldChg chg="modSp">
        <pc:chgData name="Arvind Easwaran" userId="S::arvinde@staff.main.ntu.edu.sg::6059df8d-17bf-4148-9f7c-190b13d86f35" providerId="AD" clId="Web-{C1D72DD3-FB12-BD2E-B649-2DA3DDF15620}" dt="2024-01-18T02:07:01.482" v="22" actId="20577"/>
        <pc:sldMkLst>
          <pc:docMk/>
          <pc:sldMk cId="0" sldId="405"/>
        </pc:sldMkLst>
        <pc:spChg chg="mod">
          <ac:chgData name="Arvind Easwaran" userId="S::arvinde@staff.main.ntu.edu.sg::6059df8d-17bf-4148-9f7c-190b13d86f35" providerId="AD" clId="Web-{C1D72DD3-FB12-BD2E-B649-2DA3DDF15620}" dt="2024-01-18T02:07:01.482" v="22" actId="20577"/>
          <ac:spMkLst>
            <pc:docMk/>
            <pc:sldMk cId="0" sldId="405"/>
            <ac:spMk id="27650" creationId="{AC66D70B-0272-4674-BB2A-874AE1406023}"/>
          </ac:spMkLst>
        </pc:spChg>
      </pc:sldChg>
      <pc:sldChg chg="modSp mod modShow">
        <pc:chgData name="Arvind Easwaran" userId="S::arvinde@staff.main.ntu.edu.sg::6059df8d-17bf-4148-9f7c-190b13d86f35" providerId="AD" clId="Web-{C1D72DD3-FB12-BD2E-B649-2DA3DDF15620}" dt="2024-01-18T02:06:25.372" v="2" actId="20577"/>
        <pc:sldMkLst>
          <pc:docMk/>
          <pc:sldMk cId="2170149330" sldId="409"/>
        </pc:sldMkLst>
        <pc:spChg chg="mod">
          <ac:chgData name="Arvind Easwaran" userId="S::arvinde@staff.main.ntu.edu.sg::6059df8d-17bf-4148-9f7c-190b13d86f35" providerId="AD" clId="Web-{C1D72DD3-FB12-BD2E-B649-2DA3DDF15620}" dt="2024-01-18T02:06:25.372" v="2" actId="20577"/>
          <ac:spMkLst>
            <pc:docMk/>
            <pc:sldMk cId="2170149330" sldId="409"/>
            <ac:spMk id="19459" creationId="{82028A6E-493B-4861-B482-CCBC86648EB2}"/>
          </ac:spMkLst>
        </pc:spChg>
      </pc:sldChg>
    </pc:docChg>
  </pc:docChgLst>
  <pc:docChgLst>
    <pc:chgData name="Arvind Easwaran" userId="6059df8d-17bf-4148-9f7c-190b13d86f35" providerId="ADAL" clId="{1FEF301F-B3C8-9441-B754-5405A3F3DF96}"/>
    <pc:docChg chg="undo custSel modSld">
      <pc:chgData name="Arvind Easwaran" userId="6059df8d-17bf-4148-9f7c-190b13d86f35" providerId="ADAL" clId="{1FEF301F-B3C8-9441-B754-5405A3F3DF96}" dt="2025-01-13T01:23:18.068" v="74" actId="14100"/>
      <pc:docMkLst>
        <pc:docMk/>
      </pc:docMkLst>
      <pc:sldChg chg="modSp mod">
        <pc:chgData name="Arvind Easwaran" userId="6059df8d-17bf-4148-9f7c-190b13d86f35" providerId="ADAL" clId="{1FEF301F-B3C8-9441-B754-5405A3F3DF96}" dt="2025-01-09T06:45:44.771" v="3" actId="20577"/>
        <pc:sldMkLst>
          <pc:docMk/>
          <pc:sldMk cId="0" sldId="394"/>
        </pc:sldMkLst>
        <pc:spChg chg="mod">
          <ac:chgData name="Arvind Easwaran" userId="6059df8d-17bf-4148-9f7c-190b13d86f35" providerId="ADAL" clId="{1FEF301F-B3C8-9441-B754-5405A3F3DF96}" dt="2025-01-09T06:45:44.771" v="3" actId="20577"/>
          <ac:spMkLst>
            <pc:docMk/>
            <pc:sldMk cId="0" sldId="394"/>
            <ac:spMk id="15364" creationId="{C72C07CD-ED52-4D02-B782-A8CD804BA161}"/>
          </ac:spMkLst>
        </pc:spChg>
      </pc:sldChg>
      <pc:sldChg chg="modSp mod">
        <pc:chgData name="Arvind Easwaran" userId="6059df8d-17bf-4148-9f7c-190b13d86f35" providerId="ADAL" clId="{1FEF301F-B3C8-9441-B754-5405A3F3DF96}" dt="2025-01-09T06:48:26.454" v="66" actId="113"/>
        <pc:sldMkLst>
          <pc:docMk/>
          <pc:sldMk cId="0" sldId="395"/>
        </pc:sldMkLst>
        <pc:spChg chg="mod">
          <ac:chgData name="Arvind Easwaran" userId="6059df8d-17bf-4148-9f7c-190b13d86f35" providerId="ADAL" clId="{1FEF301F-B3C8-9441-B754-5405A3F3DF96}" dt="2025-01-09T06:48:26.454" v="66" actId="113"/>
          <ac:spMkLst>
            <pc:docMk/>
            <pc:sldMk cId="0" sldId="395"/>
            <ac:spMk id="17411" creationId="{174E3F5D-B039-418D-80B3-18CB3B87EA02}"/>
          </ac:spMkLst>
        </pc:spChg>
      </pc:sldChg>
      <pc:sldChg chg="addSp delSp modSp mod">
        <pc:chgData name="Arvind Easwaran" userId="6059df8d-17bf-4148-9f7c-190b13d86f35" providerId="ADAL" clId="{1FEF301F-B3C8-9441-B754-5405A3F3DF96}" dt="2025-01-09T06:46:33.354" v="10" actId="14100"/>
        <pc:sldMkLst>
          <pc:docMk/>
          <pc:sldMk cId="0" sldId="396"/>
        </pc:sldMkLst>
        <pc:spChg chg="mod">
          <ac:chgData name="Arvind Easwaran" userId="6059df8d-17bf-4148-9f7c-190b13d86f35" providerId="ADAL" clId="{1FEF301F-B3C8-9441-B754-5405A3F3DF96}" dt="2025-01-09T06:45:59.074" v="5" actId="20577"/>
          <ac:spMkLst>
            <pc:docMk/>
            <pc:sldMk cId="0" sldId="396"/>
            <ac:spMk id="19459" creationId="{82028A6E-493B-4861-B482-CCBC86648EB2}"/>
          </ac:spMkLst>
        </pc:spChg>
        <pc:graphicFrameChg chg="add mod">
          <ac:chgData name="Arvind Easwaran" userId="6059df8d-17bf-4148-9f7c-190b13d86f35" providerId="ADAL" clId="{1FEF301F-B3C8-9441-B754-5405A3F3DF96}" dt="2025-01-09T06:46:17.011" v="7"/>
          <ac:graphicFrameMkLst>
            <pc:docMk/>
            <pc:sldMk cId="0" sldId="396"/>
            <ac:graphicFrameMk id="2" creationId="{2319C1B3-6777-89F3-B0D1-12BF34744E7A}"/>
          </ac:graphicFrameMkLst>
        </pc:graphicFrameChg>
        <pc:graphicFrameChg chg="add mod modGraphic">
          <ac:chgData name="Arvind Easwaran" userId="6059df8d-17bf-4148-9f7c-190b13d86f35" providerId="ADAL" clId="{1FEF301F-B3C8-9441-B754-5405A3F3DF96}" dt="2025-01-09T06:46:33.354" v="10" actId="14100"/>
          <ac:graphicFrameMkLst>
            <pc:docMk/>
            <pc:sldMk cId="0" sldId="396"/>
            <ac:graphicFrameMk id="4" creationId="{38DF7A5A-D84E-E91D-A2B9-CD10DF496C29}"/>
          </ac:graphicFrameMkLst>
        </pc:graphicFrameChg>
        <pc:picChg chg="del">
          <ac:chgData name="Arvind Easwaran" userId="6059df8d-17bf-4148-9f7c-190b13d86f35" providerId="ADAL" clId="{1FEF301F-B3C8-9441-B754-5405A3F3DF96}" dt="2025-01-09T06:46:02.223" v="6" actId="478"/>
          <ac:picMkLst>
            <pc:docMk/>
            <pc:sldMk cId="0" sldId="396"/>
            <ac:picMk id="3" creationId="{D5D2AC92-DC89-FAC5-51C5-9D1FB40BEE3C}"/>
          </ac:picMkLst>
        </pc:picChg>
      </pc:sldChg>
      <pc:sldChg chg="modSp mod">
        <pc:chgData name="Arvind Easwaran" userId="6059df8d-17bf-4148-9f7c-190b13d86f35" providerId="ADAL" clId="{1FEF301F-B3C8-9441-B754-5405A3F3DF96}" dt="2025-01-09T06:48:43.568" v="68" actId="20577"/>
        <pc:sldMkLst>
          <pc:docMk/>
          <pc:sldMk cId="0" sldId="403"/>
        </pc:sldMkLst>
        <pc:spChg chg="mod">
          <ac:chgData name="Arvind Easwaran" userId="6059df8d-17bf-4148-9f7c-190b13d86f35" providerId="ADAL" clId="{1FEF301F-B3C8-9441-B754-5405A3F3DF96}" dt="2025-01-09T06:48:43.568" v="68" actId="20577"/>
          <ac:spMkLst>
            <pc:docMk/>
            <pc:sldMk cId="0" sldId="403"/>
            <ac:spMk id="25603" creationId="{57B6DA5C-757D-4496-9B3F-E2687BF7284B}"/>
          </ac:spMkLst>
        </pc:spChg>
      </pc:sldChg>
      <pc:sldChg chg="addSp delSp modSp mod">
        <pc:chgData name="Arvind Easwaran" userId="6059df8d-17bf-4148-9f7c-190b13d86f35" providerId="ADAL" clId="{1FEF301F-B3C8-9441-B754-5405A3F3DF96}" dt="2025-01-13T01:23:18.068" v="74" actId="14100"/>
        <pc:sldMkLst>
          <pc:docMk/>
          <pc:sldMk cId="2170149330" sldId="409"/>
        </pc:sldMkLst>
        <pc:graphicFrameChg chg="add mod">
          <ac:chgData name="Arvind Easwaran" userId="6059df8d-17bf-4148-9f7c-190b13d86f35" providerId="ADAL" clId="{1FEF301F-B3C8-9441-B754-5405A3F3DF96}" dt="2025-01-13T01:23:06.412" v="71"/>
          <ac:graphicFrameMkLst>
            <pc:docMk/>
            <pc:sldMk cId="2170149330" sldId="409"/>
            <ac:graphicFrameMk id="2" creationId="{48C632FE-BFA0-55AB-9A65-FB8A119CD65B}"/>
          </ac:graphicFrameMkLst>
        </pc:graphicFrameChg>
        <pc:graphicFrameChg chg="add mod">
          <ac:chgData name="Arvind Easwaran" userId="6059df8d-17bf-4148-9f7c-190b13d86f35" providerId="ADAL" clId="{1FEF301F-B3C8-9441-B754-5405A3F3DF96}" dt="2025-01-09T06:46:53.452" v="12"/>
          <ac:graphicFrameMkLst>
            <pc:docMk/>
            <pc:sldMk cId="2170149330" sldId="409"/>
            <ac:graphicFrameMk id="2" creationId="{DC13E438-4B31-2372-65C7-87B28AE2E4ED}"/>
          </ac:graphicFrameMkLst>
        </pc:graphicFrameChg>
        <pc:graphicFrameChg chg="add mod modGraphic">
          <ac:chgData name="Arvind Easwaran" userId="6059df8d-17bf-4148-9f7c-190b13d86f35" providerId="ADAL" clId="{1FEF301F-B3C8-9441-B754-5405A3F3DF96}" dt="2025-01-13T01:23:18.068" v="74" actId="14100"/>
          <ac:graphicFrameMkLst>
            <pc:docMk/>
            <pc:sldMk cId="2170149330" sldId="409"/>
            <ac:graphicFrameMk id="3" creationId="{59ECA247-59CE-7956-0B9A-1BC577A95400}"/>
          </ac:graphicFrameMkLst>
        </pc:graphicFrameChg>
        <pc:graphicFrameChg chg="add del mod modGraphic">
          <ac:chgData name="Arvind Easwaran" userId="6059df8d-17bf-4148-9f7c-190b13d86f35" providerId="ADAL" clId="{1FEF301F-B3C8-9441-B754-5405A3F3DF96}" dt="2025-01-13T01:22:49.496" v="70" actId="478"/>
          <ac:graphicFrameMkLst>
            <pc:docMk/>
            <pc:sldMk cId="2170149330" sldId="409"/>
            <ac:graphicFrameMk id="4" creationId="{7862A707-4BA7-4424-B066-AF6ACADEBB91}"/>
          </ac:graphicFrameMkLst>
        </pc:graphicFrameChg>
        <pc:picChg chg="del">
          <ac:chgData name="Arvind Easwaran" userId="6059df8d-17bf-4148-9f7c-190b13d86f35" providerId="ADAL" clId="{1FEF301F-B3C8-9441-B754-5405A3F3DF96}" dt="2025-01-09T06:46:44.376" v="11" actId="478"/>
          <ac:picMkLst>
            <pc:docMk/>
            <pc:sldMk cId="2170149330" sldId="409"/>
            <ac:picMk id="3" creationId="{F42A7515-D1EE-CC6C-717E-5807A656A14D}"/>
          </ac:picMkLst>
        </pc:picChg>
      </pc:sldChg>
    </pc:docChg>
  </pc:docChgLst>
  <pc:docChgLst>
    <pc:chgData name="Arvind Easwaran" userId="S::arvinde@staff.main.ntu.edu.sg::6059df8d-17bf-4148-9f7c-190b13d86f35" providerId="AD" clId="Web-{64FB2C89-0992-016F-7127-4CAAC815D287}"/>
    <pc:docChg chg="modSld">
      <pc:chgData name="Arvind Easwaran" userId="S::arvinde@staff.main.ntu.edu.sg::6059df8d-17bf-4148-9f7c-190b13d86f35" providerId="AD" clId="Web-{64FB2C89-0992-016F-7127-4CAAC815D287}" dt="2024-01-15T03:17:34.168" v="74" actId="20577"/>
      <pc:docMkLst>
        <pc:docMk/>
      </pc:docMkLst>
      <pc:sldChg chg="modSp">
        <pc:chgData name="Arvind Easwaran" userId="S::arvinde@staff.main.ntu.edu.sg::6059df8d-17bf-4148-9f7c-190b13d86f35" providerId="AD" clId="Web-{64FB2C89-0992-016F-7127-4CAAC815D287}" dt="2024-01-15T03:17:34.168" v="74" actId="20577"/>
        <pc:sldMkLst>
          <pc:docMk/>
          <pc:sldMk cId="0" sldId="398"/>
        </pc:sldMkLst>
        <pc:spChg chg="mod">
          <ac:chgData name="Arvind Easwaran" userId="S::arvinde@staff.main.ntu.edu.sg::6059df8d-17bf-4148-9f7c-190b13d86f35" providerId="AD" clId="Web-{64FB2C89-0992-016F-7127-4CAAC815D287}" dt="2024-01-15T03:17:34.168" v="74" actId="20577"/>
          <ac:spMkLst>
            <pc:docMk/>
            <pc:sldMk cId="0" sldId="398"/>
            <ac:spMk id="23555" creationId="{25BB3B2E-EAE6-463C-B284-C9643859C207}"/>
          </ac:spMkLst>
        </pc:spChg>
      </pc:sldChg>
      <pc:sldChg chg="modNotes">
        <pc:chgData name="Arvind Easwaran" userId="S::arvinde@staff.main.ntu.edu.sg::6059df8d-17bf-4148-9f7c-190b13d86f35" providerId="AD" clId="Web-{64FB2C89-0992-016F-7127-4CAAC815D287}" dt="2024-01-15T03:16:32.838" v="15"/>
        <pc:sldMkLst>
          <pc:docMk/>
          <pc:sldMk cId="0" sldId="401"/>
        </pc:sldMkLst>
      </pc:sldChg>
    </pc:docChg>
  </pc:docChgLst>
  <pc:docChgLst>
    <pc:chgData name="Arvind Easwaran" userId="6059df8d-17bf-4148-9f7c-190b13d86f35" providerId="ADAL" clId="{A9D1C3D4-C70B-C643-86D1-FF3A799C1C24}"/>
    <pc:docChg chg="undo custSel modSld modMainMaster">
      <pc:chgData name="Arvind Easwaran" userId="6059df8d-17bf-4148-9f7c-190b13d86f35" providerId="ADAL" clId="{A9D1C3D4-C70B-C643-86D1-FF3A799C1C24}" dt="2022-09-19T00:04:46.167" v="148" actId="20577"/>
      <pc:docMkLst>
        <pc:docMk/>
      </pc:docMkLst>
      <pc:sldChg chg="addSp delSp modSp mod chgLayout">
        <pc:chgData name="Arvind Easwaran" userId="6059df8d-17bf-4148-9f7c-190b13d86f35" providerId="ADAL" clId="{A9D1C3D4-C70B-C643-86D1-FF3A799C1C24}" dt="2022-08-04T01:59:30.999" v="88" actId="700"/>
        <pc:sldMkLst>
          <pc:docMk/>
          <pc:sldMk cId="0" sldId="394"/>
        </pc:sldMkLst>
        <pc:spChg chg="add del mod">
          <ac:chgData name="Arvind Easwaran" userId="6059df8d-17bf-4148-9f7c-190b13d86f35" providerId="ADAL" clId="{A9D1C3D4-C70B-C643-86D1-FF3A799C1C24}" dt="2022-08-04T01:54:22.616" v="85"/>
          <ac:spMkLst>
            <pc:docMk/>
            <pc:sldMk cId="0" sldId="394"/>
            <ac:spMk id="2" creationId="{9840EE62-9EA3-C847-954C-8A3B2A0A9292}"/>
          </ac:spMkLst>
        </pc:spChg>
        <pc:spChg chg="add del mod">
          <ac:chgData name="Arvind Easwaran" userId="6059df8d-17bf-4148-9f7c-190b13d86f35" providerId="ADAL" clId="{A9D1C3D4-C70B-C643-86D1-FF3A799C1C24}" dt="2022-08-04T01:54:22.616" v="85"/>
          <ac:spMkLst>
            <pc:docMk/>
            <pc:sldMk cId="0" sldId="394"/>
            <ac:spMk id="3" creationId="{D2D070FA-3C9A-8346-883D-A6275E3B638F}"/>
          </ac:spMkLst>
        </pc:spChg>
        <pc:spChg chg="add del mod">
          <ac:chgData name="Arvind Easwaran" userId="6059df8d-17bf-4148-9f7c-190b13d86f35" providerId="ADAL" clId="{A9D1C3D4-C70B-C643-86D1-FF3A799C1C24}" dt="2022-08-04T01:54:22.616" v="85"/>
          <ac:spMkLst>
            <pc:docMk/>
            <pc:sldMk cId="0" sldId="394"/>
            <ac:spMk id="4" creationId="{D21ACEE2-D4B8-AC4A-832F-F3FD75CFAD38}"/>
          </ac:spMkLst>
        </pc:spChg>
        <pc:spChg chg="mod ord">
          <ac:chgData name="Arvind Easwaran" userId="6059df8d-17bf-4148-9f7c-190b13d86f35" providerId="ADAL" clId="{A9D1C3D4-C70B-C643-86D1-FF3A799C1C24}" dt="2022-08-04T01:59:30.999" v="88" actId="700"/>
          <ac:spMkLst>
            <pc:docMk/>
            <pc:sldMk cId="0" sldId="394"/>
            <ac:spMk id="15361" creationId="{F7966877-A75D-4FEB-A6CA-0A02E3B07088}"/>
          </ac:spMkLst>
        </pc:spChg>
        <pc:spChg chg="mod ord">
          <ac:chgData name="Arvind Easwaran" userId="6059df8d-17bf-4148-9f7c-190b13d86f35" providerId="ADAL" clId="{A9D1C3D4-C70B-C643-86D1-FF3A799C1C24}" dt="2022-08-04T01:59:30.999" v="88" actId="700"/>
          <ac:spMkLst>
            <pc:docMk/>
            <pc:sldMk cId="0" sldId="394"/>
            <ac:spMk id="15362" creationId="{85F37269-32EF-450F-9BF7-E45D808CDEBE}"/>
          </ac:spMkLst>
        </pc:spChg>
        <pc:spChg chg="mod ord">
          <ac:chgData name="Arvind Easwaran" userId="6059df8d-17bf-4148-9f7c-190b13d86f35" providerId="ADAL" clId="{A9D1C3D4-C70B-C643-86D1-FF3A799C1C24}" dt="2022-08-04T01:59:30.999" v="88" actId="700"/>
          <ac:spMkLst>
            <pc:docMk/>
            <pc:sldMk cId="0" sldId="394"/>
            <ac:spMk id="15363" creationId="{E3FFDB76-EB69-4172-9412-513495DC753C}"/>
          </ac:spMkLst>
        </pc:spChg>
      </pc:sldChg>
      <pc:sldChg chg="addSp delSp modSp mod modClrScheme chgLayout">
        <pc:chgData name="Arvind Easwaran" userId="6059df8d-17bf-4148-9f7c-190b13d86f35" providerId="ADAL" clId="{A9D1C3D4-C70B-C643-86D1-FF3A799C1C24}" dt="2022-08-04T02:00:22.882" v="91" actId="700"/>
        <pc:sldMkLst>
          <pc:docMk/>
          <pc:sldMk cId="0" sldId="395"/>
        </pc:sldMkLst>
        <pc:spChg chg="add del mod">
          <ac:chgData name="Arvind Easwaran" userId="6059df8d-17bf-4148-9f7c-190b13d86f35" providerId="ADAL" clId="{A9D1C3D4-C70B-C643-86D1-FF3A799C1C24}" dt="2022-08-04T01:54:22.616" v="85"/>
          <ac:spMkLst>
            <pc:docMk/>
            <pc:sldMk cId="0" sldId="395"/>
            <ac:spMk id="2" creationId="{53A1E30E-0CA3-014D-BA2A-9DE90C0C1761}"/>
          </ac:spMkLst>
        </pc:spChg>
        <pc:spChg chg="add del mod">
          <ac:chgData name="Arvind Easwaran" userId="6059df8d-17bf-4148-9f7c-190b13d86f35" providerId="ADAL" clId="{A9D1C3D4-C70B-C643-86D1-FF3A799C1C24}" dt="2022-08-04T01:54:22.616" v="85"/>
          <ac:spMkLst>
            <pc:docMk/>
            <pc:sldMk cId="0" sldId="395"/>
            <ac:spMk id="3" creationId="{B6D49902-35AC-EB46-A313-C778ADD10A28}"/>
          </ac:spMkLst>
        </pc:spChg>
        <pc:spChg chg="add del mod">
          <ac:chgData name="Arvind Easwaran" userId="6059df8d-17bf-4148-9f7c-190b13d86f35" providerId="ADAL" clId="{A9D1C3D4-C70B-C643-86D1-FF3A799C1C24}" dt="2022-08-04T01:54:22.616" v="85"/>
          <ac:spMkLst>
            <pc:docMk/>
            <pc:sldMk cId="0" sldId="395"/>
            <ac:spMk id="4" creationId="{46911E1F-C123-3449-8749-0B84A6C163D3}"/>
          </ac:spMkLst>
        </pc:spChg>
        <pc:spChg chg="mod ord">
          <ac:chgData name="Arvind Easwaran" userId="6059df8d-17bf-4148-9f7c-190b13d86f35" providerId="ADAL" clId="{A9D1C3D4-C70B-C643-86D1-FF3A799C1C24}" dt="2022-08-04T02:00:22.882" v="91" actId="700"/>
          <ac:spMkLst>
            <pc:docMk/>
            <pc:sldMk cId="0" sldId="395"/>
            <ac:spMk id="17409" creationId="{A5DE8DCC-7A56-4B5F-9D74-44F974D7A1FA}"/>
          </ac:spMkLst>
        </pc:spChg>
        <pc:spChg chg="mod ord">
          <ac:chgData name="Arvind Easwaran" userId="6059df8d-17bf-4148-9f7c-190b13d86f35" providerId="ADAL" clId="{A9D1C3D4-C70B-C643-86D1-FF3A799C1C24}" dt="2022-08-04T02:00:22.882" v="91" actId="700"/>
          <ac:spMkLst>
            <pc:docMk/>
            <pc:sldMk cId="0" sldId="395"/>
            <ac:spMk id="17410" creationId="{C12EAB37-13A7-47EB-AB1C-01F5C8F99F4F}"/>
          </ac:spMkLst>
        </pc:spChg>
        <pc:spChg chg="mod ord">
          <ac:chgData name="Arvind Easwaran" userId="6059df8d-17bf-4148-9f7c-190b13d86f35" providerId="ADAL" clId="{A9D1C3D4-C70B-C643-86D1-FF3A799C1C24}" dt="2022-08-04T02:00:22.882" v="91" actId="700"/>
          <ac:spMkLst>
            <pc:docMk/>
            <pc:sldMk cId="0" sldId="395"/>
            <ac:spMk id="17411" creationId="{174E3F5D-B039-418D-80B3-18CB3B87EA02}"/>
          </ac:spMkLst>
        </pc:spChg>
      </pc:sldChg>
      <pc:sldChg chg="addSp delSp modSp mod modClrScheme chgLayout">
        <pc:chgData name="Arvind Easwaran" userId="6059df8d-17bf-4148-9f7c-190b13d86f35" providerId="ADAL" clId="{A9D1C3D4-C70B-C643-86D1-FF3A799C1C24}" dt="2022-09-19T00:04:20.330" v="139" actId="1035"/>
        <pc:sldMkLst>
          <pc:docMk/>
          <pc:sldMk cId="0" sldId="396"/>
        </pc:sldMkLst>
        <pc:spChg chg="add del mod">
          <ac:chgData name="Arvind Easwaran" userId="6059df8d-17bf-4148-9f7c-190b13d86f35" providerId="ADAL" clId="{A9D1C3D4-C70B-C643-86D1-FF3A799C1C24}" dt="2022-08-04T01:54:22.616" v="85"/>
          <ac:spMkLst>
            <pc:docMk/>
            <pc:sldMk cId="0" sldId="396"/>
            <ac:spMk id="2" creationId="{2951039C-47A8-9944-AD00-050AF78B7E2B}"/>
          </ac:spMkLst>
        </pc:spChg>
        <pc:spChg chg="add del mod">
          <ac:chgData name="Arvind Easwaran" userId="6059df8d-17bf-4148-9f7c-190b13d86f35" providerId="ADAL" clId="{A9D1C3D4-C70B-C643-86D1-FF3A799C1C24}" dt="2022-08-04T01:54:22.616" v="85"/>
          <ac:spMkLst>
            <pc:docMk/>
            <pc:sldMk cId="0" sldId="396"/>
            <ac:spMk id="3" creationId="{66CCA81A-CF6F-594E-B464-CF167CFE7445}"/>
          </ac:spMkLst>
        </pc:spChg>
        <pc:spChg chg="add del mod">
          <ac:chgData name="Arvind Easwaran" userId="6059df8d-17bf-4148-9f7c-190b13d86f35" providerId="ADAL" clId="{A9D1C3D4-C70B-C643-86D1-FF3A799C1C24}" dt="2022-08-04T01:54:22.616" v="85"/>
          <ac:spMkLst>
            <pc:docMk/>
            <pc:sldMk cId="0" sldId="396"/>
            <ac:spMk id="4" creationId="{2A87878E-994C-BA4D-BEEE-5D81CBCA99A5}"/>
          </ac:spMkLst>
        </pc:spChg>
        <pc:spChg chg="add del mod ord">
          <ac:chgData name="Arvind Easwaran" userId="6059df8d-17bf-4148-9f7c-190b13d86f35" providerId="ADAL" clId="{A9D1C3D4-C70B-C643-86D1-FF3A799C1C24}" dt="2022-08-04T02:00:22.882" v="91" actId="700"/>
          <ac:spMkLst>
            <pc:docMk/>
            <pc:sldMk cId="0" sldId="396"/>
            <ac:spMk id="5" creationId="{FC4DD9A0-D181-8E4E-87DE-11675DAD6D22}"/>
          </ac:spMkLst>
        </pc:spChg>
        <pc:spChg chg="add">
          <ac:chgData name="Arvind Easwaran" userId="6059df8d-17bf-4148-9f7c-190b13d86f35" providerId="ADAL" clId="{A9D1C3D4-C70B-C643-86D1-FF3A799C1C24}" dt="2022-08-04T02:01:23.172" v="124"/>
          <ac:spMkLst>
            <pc:docMk/>
            <pc:sldMk cId="0" sldId="396"/>
            <ac:spMk id="10" creationId="{B2391052-E3B5-8F4D-A52B-E06C9075BA75}"/>
          </ac:spMkLst>
        </pc:spChg>
        <pc:spChg chg="del mod ord">
          <ac:chgData name="Arvind Easwaran" userId="6059df8d-17bf-4148-9f7c-190b13d86f35" providerId="ADAL" clId="{A9D1C3D4-C70B-C643-86D1-FF3A799C1C24}" dt="2022-08-04T02:01:22.507" v="123" actId="478"/>
          <ac:spMkLst>
            <pc:docMk/>
            <pc:sldMk cId="0" sldId="396"/>
            <ac:spMk id="19457" creationId="{8F3E5D8A-EEE5-48BF-A290-6611163BAF40}"/>
          </ac:spMkLst>
        </pc:spChg>
        <pc:spChg chg="mod ord">
          <ac:chgData name="Arvind Easwaran" userId="6059df8d-17bf-4148-9f7c-190b13d86f35" providerId="ADAL" clId="{A9D1C3D4-C70B-C643-86D1-FF3A799C1C24}" dt="2022-08-04T02:00:22.882" v="91" actId="700"/>
          <ac:spMkLst>
            <pc:docMk/>
            <pc:sldMk cId="0" sldId="396"/>
            <ac:spMk id="19458" creationId="{2D1A2F7E-14B0-4CF4-A8EE-CDD2DFD4F9CA}"/>
          </ac:spMkLst>
        </pc:spChg>
        <pc:graphicFrameChg chg="add del">
          <ac:chgData name="Arvind Easwaran" userId="6059df8d-17bf-4148-9f7c-190b13d86f35" providerId="ADAL" clId="{A9D1C3D4-C70B-C643-86D1-FF3A799C1C24}" dt="2022-09-19T00:03:39.429" v="128"/>
          <ac:graphicFrameMkLst>
            <pc:docMk/>
            <pc:sldMk cId="0" sldId="396"/>
            <ac:graphicFrameMk id="2" creationId="{6BC8C95A-B87B-B24B-90C2-C8EAFC99FF66}"/>
          </ac:graphicFrameMkLst>
        </pc:graphicFrameChg>
        <pc:graphicFrameChg chg="add mod modGraphic">
          <ac:chgData name="Arvind Easwaran" userId="6059df8d-17bf-4148-9f7c-190b13d86f35" providerId="ADAL" clId="{A9D1C3D4-C70B-C643-86D1-FF3A799C1C24}" dt="2022-09-19T00:04:20.330" v="139" actId="1035"/>
          <ac:graphicFrameMkLst>
            <pc:docMk/>
            <pc:sldMk cId="0" sldId="396"/>
            <ac:graphicFrameMk id="3" creationId="{5845D5D5-BAC9-B045-BA22-0068EDEC0988}"/>
          </ac:graphicFrameMkLst>
        </pc:graphicFrameChg>
      </pc:sldChg>
      <pc:sldChg chg="addSp delSp modSp mod modClrScheme chgLayout">
        <pc:chgData name="Arvind Easwaran" userId="6059df8d-17bf-4148-9f7c-190b13d86f35" providerId="ADAL" clId="{A9D1C3D4-C70B-C643-86D1-FF3A799C1C24}" dt="2022-08-04T02:01:12.569" v="118"/>
        <pc:sldMkLst>
          <pc:docMk/>
          <pc:sldMk cId="0" sldId="398"/>
        </pc:sldMkLst>
        <pc:spChg chg="add del mod">
          <ac:chgData name="Arvind Easwaran" userId="6059df8d-17bf-4148-9f7c-190b13d86f35" providerId="ADAL" clId="{A9D1C3D4-C70B-C643-86D1-FF3A799C1C24}" dt="2022-08-04T01:54:22.616" v="85"/>
          <ac:spMkLst>
            <pc:docMk/>
            <pc:sldMk cId="0" sldId="398"/>
            <ac:spMk id="2" creationId="{FFEAA6EC-9FD8-3E42-9602-5655300C6696}"/>
          </ac:spMkLst>
        </pc:spChg>
        <pc:spChg chg="add del mod">
          <ac:chgData name="Arvind Easwaran" userId="6059df8d-17bf-4148-9f7c-190b13d86f35" providerId="ADAL" clId="{A9D1C3D4-C70B-C643-86D1-FF3A799C1C24}" dt="2022-08-04T01:54:22.616" v="85"/>
          <ac:spMkLst>
            <pc:docMk/>
            <pc:sldMk cId="0" sldId="398"/>
            <ac:spMk id="3" creationId="{DB10DD5C-1CA9-2548-80BF-665353687A13}"/>
          </ac:spMkLst>
        </pc:spChg>
        <pc:spChg chg="add del mod">
          <ac:chgData name="Arvind Easwaran" userId="6059df8d-17bf-4148-9f7c-190b13d86f35" providerId="ADAL" clId="{A9D1C3D4-C70B-C643-86D1-FF3A799C1C24}" dt="2022-08-04T01:54:22.616" v="85"/>
          <ac:spMkLst>
            <pc:docMk/>
            <pc:sldMk cId="0" sldId="398"/>
            <ac:spMk id="4" creationId="{E44E0FB4-80B9-994F-BADB-DBEA39CD31BE}"/>
          </ac:spMkLst>
        </pc:spChg>
        <pc:spChg chg="add">
          <ac:chgData name="Arvind Easwaran" userId="6059df8d-17bf-4148-9f7c-190b13d86f35" providerId="ADAL" clId="{A9D1C3D4-C70B-C643-86D1-FF3A799C1C24}" dt="2022-08-04T02:01:12.569" v="118"/>
          <ac:spMkLst>
            <pc:docMk/>
            <pc:sldMk cId="0" sldId="398"/>
            <ac:spMk id="8" creationId="{C00E2F2E-8A56-C449-B197-3B961FE567BF}"/>
          </ac:spMkLst>
        </pc:spChg>
        <pc:spChg chg="del mod ord">
          <ac:chgData name="Arvind Easwaran" userId="6059df8d-17bf-4148-9f7c-190b13d86f35" providerId="ADAL" clId="{A9D1C3D4-C70B-C643-86D1-FF3A799C1C24}" dt="2022-08-04T02:01:11.882" v="117" actId="478"/>
          <ac:spMkLst>
            <pc:docMk/>
            <pc:sldMk cId="0" sldId="398"/>
            <ac:spMk id="23553" creationId="{123B0163-FF6F-46D2-93B6-1DA3F178BC5B}"/>
          </ac:spMkLst>
        </pc:spChg>
        <pc:spChg chg="mod ord">
          <ac:chgData name="Arvind Easwaran" userId="6059df8d-17bf-4148-9f7c-190b13d86f35" providerId="ADAL" clId="{A9D1C3D4-C70B-C643-86D1-FF3A799C1C24}" dt="2022-08-04T02:00:22.882" v="91" actId="700"/>
          <ac:spMkLst>
            <pc:docMk/>
            <pc:sldMk cId="0" sldId="398"/>
            <ac:spMk id="23554" creationId="{CF016999-62B5-44C9-AD84-A81D943D9D78}"/>
          </ac:spMkLst>
        </pc:spChg>
        <pc:spChg chg="mod ord">
          <ac:chgData name="Arvind Easwaran" userId="6059df8d-17bf-4148-9f7c-190b13d86f35" providerId="ADAL" clId="{A9D1C3D4-C70B-C643-86D1-FF3A799C1C24}" dt="2022-08-04T02:00:22.882" v="91" actId="700"/>
          <ac:spMkLst>
            <pc:docMk/>
            <pc:sldMk cId="0" sldId="398"/>
            <ac:spMk id="23555" creationId="{25BB3B2E-EAE6-463C-B284-C9643859C207}"/>
          </ac:spMkLst>
        </pc:spChg>
      </pc:sldChg>
      <pc:sldChg chg="addSp delSp modSp mod modClrScheme chgLayout">
        <pc:chgData name="Arvind Easwaran" userId="6059df8d-17bf-4148-9f7c-190b13d86f35" providerId="ADAL" clId="{A9D1C3D4-C70B-C643-86D1-FF3A799C1C24}" dt="2022-08-04T02:01:16.588" v="120"/>
        <pc:sldMkLst>
          <pc:docMk/>
          <pc:sldMk cId="0" sldId="401"/>
        </pc:sldMkLst>
        <pc:spChg chg="add del mod">
          <ac:chgData name="Arvind Easwaran" userId="6059df8d-17bf-4148-9f7c-190b13d86f35" providerId="ADAL" clId="{A9D1C3D4-C70B-C643-86D1-FF3A799C1C24}" dt="2022-08-04T01:54:22.616" v="85"/>
          <ac:spMkLst>
            <pc:docMk/>
            <pc:sldMk cId="0" sldId="401"/>
            <ac:spMk id="2" creationId="{0BC25984-CFC6-E649-86E9-3CFBBB7D0F27}"/>
          </ac:spMkLst>
        </pc:spChg>
        <pc:spChg chg="add del mod">
          <ac:chgData name="Arvind Easwaran" userId="6059df8d-17bf-4148-9f7c-190b13d86f35" providerId="ADAL" clId="{A9D1C3D4-C70B-C643-86D1-FF3A799C1C24}" dt="2022-08-04T01:54:22.616" v="85"/>
          <ac:spMkLst>
            <pc:docMk/>
            <pc:sldMk cId="0" sldId="401"/>
            <ac:spMk id="3" creationId="{A2077B80-C9A9-644F-AB42-3F7643F8AD30}"/>
          </ac:spMkLst>
        </pc:spChg>
        <pc:spChg chg="add del mod">
          <ac:chgData name="Arvind Easwaran" userId="6059df8d-17bf-4148-9f7c-190b13d86f35" providerId="ADAL" clId="{A9D1C3D4-C70B-C643-86D1-FF3A799C1C24}" dt="2022-08-04T01:54:22.616" v="85"/>
          <ac:spMkLst>
            <pc:docMk/>
            <pc:sldMk cId="0" sldId="401"/>
            <ac:spMk id="4" creationId="{A1C9D535-D898-E849-900D-63AE5CAAE67C}"/>
          </ac:spMkLst>
        </pc:spChg>
        <pc:spChg chg="add">
          <ac:chgData name="Arvind Easwaran" userId="6059df8d-17bf-4148-9f7c-190b13d86f35" providerId="ADAL" clId="{A9D1C3D4-C70B-C643-86D1-FF3A799C1C24}" dt="2022-08-04T02:01:16.588" v="120"/>
          <ac:spMkLst>
            <pc:docMk/>
            <pc:sldMk cId="0" sldId="401"/>
            <ac:spMk id="11" creationId="{63070745-4C55-B241-93D6-DA1BAB817CD9}"/>
          </ac:spMkLst>
        </pc:spChg>
        <pc:spChg chg="mod ord">
          <ac:chgData name="Arvind Easwaran" userId="6059df8d-17bf-4148-9f7c-190b13d86f35" providerId="ADAL" clId="{A9D1C3D4-C70B-C643-86D1-FF3A799C1C24}" dt="2022-08-04T02:00:22.882" v="91" actId="700"/>
          <ac:spMkLst>
            <pc:docMk/>
            <pc:sldMk cId="0" sldId="401"/>
            <ac:spMk id="21505" creationId="{1C1C4F28-4B11-48FD-B3D4-DE35BF5524FB}"/>
          </ac:spMkLst>
        </pc:spChg>
        <pc:spChg chg="mod ord">
          <ac:chgData name="Arvind Easwaran" userId="6059df8d-17bf-4148-9f7c-190b13d86f35" providerId="ADAL" clId="{A9D1C3D4-C70B-C643-86D1-FF3A799C1C24}" dt="2022-08-04T02:00:22.882" v="91" actId="700"/>
          <ac:spMkLst>
            <pc:docMk/>
            <pc:sldMk cId="0" sldId="401"/>
            <ac:spMk id="21506" creationId="{3CFBAD2B-BB07-45C5-8AB1-6C149989A16F}"/>
          </ac:spMkLst>
        </pc:spChg>
        <pc:spChg chg="del mod ord">
          <ac:chgData name="Arvind Easwaran" userId="6059df8d-17bf-4148-9f7c-190b13d86f35" providerId="ADAL" clId="{A9D1C3D4-C70B-C643-86D1-FF3A799C1C24}" dt="2022-08-04T02:01:15.892" v="119" actId="478"/>
          <ac:spMkLst>
            <pc:docMk/>
            <pc:sldMk cId="0" sldId="401"/>
            <ac:spMk id="21509" creationId="{70C79341-75E3-414F-8FFF-403F9AC2034D}"/>
          </ac:spMkLst>
        </pc:spChg>
      </pc:sldChg>
      <pc:sldChg chg="addSp delSp modSp mod modClrScheme chgLayout">
        <pc:chgData name="Arvind Easwaran" userId="6059df8d-17bf-4148-9f7c-190b13d86f35" providerId="ADAL" clId="{A9D1C3D4-C70B-C643-86D1-FF3A799C1C24}" dt="2022-08-04T02:02:13.454" v="126"/>
        <pc:sldMkLst>
          <pc:docMk/>
          <pc:sldMk cId="0" sldId="402"/>
        </pc:sldMkLst>
        <pc:spChg chg="add del mod">
          <ac:chgData name="Arvind Easwaran" userId="6059df8d-17bf-4148-9f7c-190b13d86f35" providerId="ADAL" clId="{A9D1C3D4-C70B-C643-86D1-FF3A799C1C24}" dt="2022-08-04T01:54:22.616" v="85"/>
          <ac:spMkLst>
            <pc:docMk/>
            <pc:sldMk cId="0" sldId="402"/>
            <ac:spMk id="2" creationId="{A82BF32C-9234-DB48-9997-D1BF2801EF4A}"/>
          </ac:spMkLst>
        </pc:spChg>
        <pc:spChg chg="add del mod">
          <ac:chgData name="Arvind Easwaran" userId="6059df8d-17bf-4148-9f7c-190b13d86f35" providerId="ADAL" clId="{A9D1C3D4-C70B-C643-86D1-FF3A799C1C24}" dt="2022-08-04T01:54:22.616" v="85"/>
          <ac:spMkLst>
            <pc:docMk/>
            <pc:sldMk cId="0" sldId="402"/>
            <ac:spMk id="3" creationId="{E86181F4-0DA0-F243-8235-F0BD6A667B02}"/>
          </ac:spMkLst>
        </pc:spChg>
        <pc:spChg chg="add del mod">
          <ac:chgData name="Arvind Easwaran" userId="6059df8d-17bf-4148-9f7c-190b13d86f35" providerId="ADAL" clId="{A9D1C3D4-C70B-C643-86D1-FF3A799C1C24}" dt="2022-08-04T01:54:22.616" v="85"/>
          <ac:spMkLst>
            <pc:docMk/>
            <pc:sldMk cId="0" sldId="402"/>
            <ac:spMk id="4" creationId="{4F6A987E-CE81-804D-B87B-9D55F09F2208}"/>
          </ac:spMkLst>
        </pc:spChg>
        <pc:spChg chg="add">
          <ac:chgData name="Arvind Easwaran" userId="6059df8d-17bf-4148-9f7c-190b13d86f35" providerId="ADAL" clId="{A9D1C3D4-C70B-C643-86D1-FF3A799C1C24}" dt="2022-08-04T02:02:13.454" v="126"/>
          <ac:spMkLst>
            <pc:docMk/>
            <pc:sldMk cId="0" sldId="402"/>
            <ac:spMk id="5" creationId="{3466555D-20B0-5D4E-A4D4-CB2CECA2F8A6}"/>
          </ac:spMkLst>
        </pc:spChg>
        <pc:spChg chg="mod ord">
          <ac:chgData name="Arvind Easwaran" userId="6059df8d-17bf-4148-9f7c-190b13d86f35" providerId="ADAL" clId="{A9D1C3D4-C70B-C643-86D1-FF3A799C1C24}" dt="2022-08-04T02:00:22.882" v="91" actId="700"/>
          <ac:spMkLst>
            <pc:docMk/>
            <pc:sldMk cId="0" sldId="402"/>
            <ac:spMk id="32769" creationId="{2621BA9F-5E45-4E1A-9105-9EDD0AC17CF5}"/>
          </ac:spMkLst>
        </pc:spChg>
        <pc:spChg chg="mod ord">
          <ac:chgData name="Arvind Easwaran" userId="6059df8d-17bf-4148-9f7c-190b13d86f35" providerId="ADAL" clId="{A9D1C3D4-C70B-C643-86D1-FF3A799C1C24}" dt="2022-08-04T02:00:22.882" v="91" actId="700"/>
          <ac:spMkLst>
            <pc:docMk/>
            <pc:sldMk cId="0" sldId="402"/>
            <ac:spMk id="32770" creationId="{E296EA99-31E4-4E46-B139-01CCBAA83F68}"/>
          </ac:spMkLst>
        </pc:spChg>
        <pc:spChg chg="del mod ord">
          <ac:chgData name="Arvind Easwaran" userId="6059df8d-17bf-4148-9f7c-190b13d86f35" providerId="ADAL" clId="{A9D1C3D4-C70B-C643-86D1-FF3A799C1C24}" dt="2022-08-04T02:02:12.756" v="125" actId="478"/>
          <ac:spMkLst>
            <pc:docMk/>
            <pc:sldMk cId="0" sldId="402"/>
            <ac:spMk id="32771" creationId="{0B0FB84C-AAC8-4D62-A2F2-0416A5A8B87D}"/>
          </ac:spMkLst>
        </pc:spChg>
      </pc:sldChg>
      <pc:sldChg chg="addSp delSp modSp mod modClrScheme chgLayout">
        <pc:chgData name="Arvind Easwaran" userId="6059df8d-17bf-4148-9f7c-190b13d86f35" providerId="ADAL" clId="{A9D1C3D4-C70B-C643-86D1-FF3A799C1C24}" dt="2022-08-04T02:01:07.507" v="116"/>
        <pc:sldMkLst>
          <pc:docMk/>
          <pc:sldMk cId="0" sldId="403"/>
        </pc:sldMkLst>
        <pc:spChg chg="add del mod">
          <ac:chgData name="Arvind Easwaran" userId="6059df8d-17bf-4148-9f7c-190b13d86f35" providerId="ADAL" clId="{A9D1C3D4-C70B-C643-86D1-FF3A799C1C24}" dt="2022-08-04T01:54:22.616" v="85"/>
          <ac:spMkLst>
            <pc:docMk/>
            <pc:sldMk cId="0" sldId="403"/>
            <ac:spMk id="2" creationId="{AEE9B361-C32D-6F44-A30B-C2BA6BE8CD3F}"/>
          </ac:spMkLst>
        </pc:spChg>
        <pc:spChg chg="add del mod">
          <ac:chgData name="Arvind Easwaran" userId="6059df8d-17bf-4148-9f7c-190b13d86f35" providerId="ADAL" clId="{A9D1C3D4-C70B-C643-86D1-FF3A799C1C24}" dt="2022-08-04T01:54:22.616" v="85"/>
          <ac:spMkLst>
            <pc:docMk/>
            <pc:sldMk cId="0" sldId="403"/>
            <ac:spMk id="3" creationId="{59F7D099-CA5F-BB41-A718-8CFC74FAD92C}"/>
          </ac:spMkLst>
        </pc:spChg>
        <pc:spChg chg="add del mod">
          <ac:chgData name="Arvind Easwaran" userId="6059df8d-17bf-4148-9f7c-190b13d86f35" providerId="ADAL" clId="{A9D1C3D4-C70B-C643-86D1-FF3A799C1C24}" dt="2022-08-04T01:54:22.616" v="85"/>
          <ac:spMkLst>
            <pc:docMk/>
            <pc:sldMk cId="0" sldId="403"/>
            <ac:spMk id="4" creationId="{E88A1577-EEBB-4343-AE37-089A8C2A9402}"/>
          </ac:spMkLst>
        </pc:spChg>
        <pc:spChg chg="add">
          <ac:chgData name="Arvind Easwaran" userId="6059df8d-17bf-4148-9f7c-190b13d86f35" providerId="ADAL" clId="{A9D1C3D4-C70B-C643-86D1-FF3A799C1C24}" dt="2022-08-04T02:01:07.507" v="116"/>
          <ac:spMkLst>
            <pc:docMk/>
            <pc:sldMk cId="0" sldId="403"/>
            <ac:spMk id="8" creationId="{C1F1953E-97BB-7643-9CE0-26DC4E2C5318}"/>
          </ac:spMkLst>
        </pc:spChg>
        <pc:spChg chg="del mod ord">
          <ac:chgData name="Arvind Easwaran" userId="6059df8d-17bf-4148-9f7c-190b13d86f35" providerId="ADAL" clId="{A9D1C3D4-C70B-C643-86D1-FF3A799C1C24}" dt="2022-08-04T02:01:06.772" v="115" actId="478"/>
          <ac:spMkLst>
            <pc:docMk/>
            <pc:sldMk cId="0" sldId="403"/>
            <ac:spMk id="25601" creationId="{3DA02D77-E4FF-4103-90DD-D8F8FFBE3AC8}"/>
          </ac:spMkLst>
        </pc:spChg>
        <pc:spChg chg="mod ord">
          <ac:chgData name="Arvind Easwaran" userId="6059df8d-17bf-4148-9f7c-190b13d86f35" providerId="ADAL" clId="{A9D1C3D4-C70B-C643-86D1-FF3A799C1C24}" dt="2022-08-04T02:00:22.882" v="91" actId="700"/>
          <ac:spMkLst>
            <pc:docMk/>
            <pc:sldMk cId="0" sldId="403"/>
            <ac:spMk id="25602" creationId="{FC61F780-C72D-4B5C-BDE0-C458243D1B4B}"/>
          </ac:spMkLst>
        </pc:spChg>
        <pc:spChg chg="mod ord">
          <ac:chgData name="Arvind Easwaran" userId="6059df8d-17bf-4148-9f7c-190b13d86f35" providerId="ADAL" clId="{A9D1C3D4-C70B-C643-86D1-FF3A799C1C24}" dt="2022-08-04T02:00:22.882" v="91" actId="700"/>
          <ac:spMkLst>
            <pc:docMk/>
            <pc:sldMk cId="0" sldId="403"/>
            <ac:spMk id="25603" creationId="{57B6DA5C-757D-4496-9B3F-E2687BF7284B}"/>
          </ac:spMkLst>
        </pc:spChg>
      </pc:sldChg>
      <pc:sldChg chg="addSp delSp modSp mod modClrScheme chgLayout">
        <pc:chgData name="Arvind Easwaran" userId="6059df8d-17bf-4148-9f7c-190b13d86f35" providerId="ADAL" clId="{A9D1C3D4-C70B-C643-86D1-FF3A799C1C24}" dt="2022-09-19T00:04:36.044" v="146" actId="20577"/>
        <pc:sldMkLst>
          <pc:docMk/>
          <pc:sldMk cId="0" sldId="405"/>
        </pc:sldMkLst>
        <pc:spChg chg="add del mod">
          <ac:chgData name="Arvind Easwaran" userId="6059df8d-17bf-4148-9f7c-190b13d86f35" providerId="ADAL" clId="{A9D1C3D4-C70B-C643-86D1-FF3A799C1C24}" dt="2022-08-04T01:54:22.616" v="85"/>
          <ac:spMkLst>
            <pc:docMk/>
            <pc:sldMk cId="0" sldId="405"/>
            <ac:spMk id="2" creationId="{8830DF76-1CAF-E04B-822D-D0928264A7E3}"/>
          </ac:spMkLst>
        </pc:spChg>
        <pc:spChg chg="add del mod">
          <ac:chgData name="Arvind Easwaran" userId="6059df8d-17bf-4148-9f7c-190b13d86f35" providerId="ADAL" clId="{A9D1C3D4-C70B-C643-86D1-FF3A799C1C24}" dt="2022-08-04T01:54:22.616" v="85"/>
          <ac:spMkLst>
            <pc:docMk/>
            <pc:sldMk cId="0" sldId="405"/>
            <ac:spMk id="3" creationId="{77592F1F-46F5-884D-A978-98F2B848F25D}"/>
          </ac:spMkLst>
        </pc:spChg>
        <pc:spChg chg="add del mod">
          <ac:chgData name="Arvind Easwaran" userId="6059df8d-17bf-4148-9f7c-190b13d86f35" providerId="ADAL" clId="{A9D1C3D4-C70B-C643-86D1-FF3A799C1C24}" dt="2022-08-04T01:54:22.616" v="85"/>
          <ac:spMkLst>
            <pc:docMk/>
            <pc:sldMk cId="0" sldId="405"/>
            <ac:spMk id="4" creationId="{D3F93FF8-17C8-144F-8CD2-CD7E0C7F1925}"/>
          </ac:spMkLst>
        </pc:spChg>
        <pc:spChg chg="add">
          <ac:chgData name="Arvind Easwaran" userId="6059df8d-17bf-4148-9f7c-190b13d86f35" providerId="ADAL" clId="{A9D1C3D4-C70B-C643-86D1-FF3A799C1C24}" dt="2022-08-04T02:01:02.554" v="114"/>
          <ac:spMkLst>
            <pc:docMk/>
            <pc:sldMk cId="0" sldId="405"/>
            <ac:spMk id="8" creationId="{4BCAC270-EC67-0B40-8F30-6B268CEE95FA}"/>
          </ac:spMkLst>
        </pc:spChg>
        <pc:spChg chg="mod ord">
          <ac:chgData name="Arvind Easwaran" userId="6059df8d-17bf-4148-9f7c-190b13d86f35" providerId="ADAL" clId="{A9D1C3D4-C70B-C643-86D1-FF3A799C1C24}" dt="2022-08-04T02:00:22.882" v="91" actId="700"/>
          <ac:spMkLst>
            <pc:docMk/>
            <pc:sldMk cId="0" sldId="405"/>
            <ac:spMk id="27649" creationId="{B2519818-92A3-4354-8A5C-D07B966668C3}"/>
          </ac:spMkLst>
        </pc:spChg>
        <pc:spChg chg="mod ord">
          <ac:chgData name="Arvind Easwaran" userId="6059df8d-17bf-4148-9f7c-190b13d86f35" providerId="ADAL" clId="{A9D1C3D4-C70B-C643-86D1-FF3A799C1C24}" dt="2022-09-19T00:04:36.044" v="146" actId="20577"/>
          <ac:spMkLst>
            <pc:docMk/>
            <pc:sldMk cId="0" sldId="405"/>
            <ac:spMk id="27650" creationId="{AC66D70B-0272-4674-BB2A-874AE1406023}"/>
          </ac:spMkLst>
        </pc:spChg>
        <pc:spChg chg="del mod ord">
          <ac:chgData name="Arvind Easwaran" userId="6059df8d-17bf-4148-9f7c-190b13d86f35" providerId="ADAL" clId="{A9D1C3D4-C70B-C643-86D1-FF3A799C1C24}" dt="2022-08-04T02:01:01.828" v="113" actId="478"/>
          <ac:spMkLst>
            <pc:docMk/>
            <pc:sldMk cId="0" sldId="405"/>
            <ac:spMk id="27651" creationId="{8B822731-DA40-4A9C-83E5-FAE5488F9265}"/>
          </ac:spMkLst>
        </pc:spChg>
      </pc:sldChg>
      <pc:sldChg chg="addSp delSp modSp mod modClrScheme chgLayout">
        <pc:chgData name="Arvind Easwaran" userId="6059df8d-17bf-4148-9f7c-190b13d86f35" providerId="ADAL" clId="{A9D1C3D4-C70B-C643-86D1-FF3A799C1C24}" dt="2022-09-19T00:04:46.167" v="148" actId="20577"/>
        <pc:sldMkLst>
          <pc:docMk/>
          <pc:sldMk cId="0" sldId="406"/>
        </pc:sldMkLst>
        <pc:spChg chg="add del mod">
          <ac:chgData name="Arvind Easwaran" userId="6059df8d-17bf-4148-9f7c-190b13d86f35" providerId="ADAL" clId="{A9D1C3D4-C70B-C643-86D1-FF3A799C1C24}" dt="2022-08-04T01:54:22.616" v="85"/>
          <ac:spMkLst>
            <pc:docMk/>
            <pc:sldMk cId="0" sldId="406"/>
            <ac:spMk id="2" creationId="{B8C4979B-47B5-2A4B-9EEC-A0FAE121C247}"/>
          </ac:spMkLst>
        </pc:spChg>
        <pc:spChg chg="add del mod">
          <ac:chgData name="Arvind Easwaran" userId="6059df8d-17bf-4148-9f7c-190b13d86f35" providerId="ADAL" clId="{A9D1C3D4-C70B-C643-86D1-FF3A799C1C24}" dt="2022-08-04T01:54:22.616" v="85"/>
          <ac:spMkLst>
            <pc:docMk/>
            <pc:sldMk cId="0" sldId="406"/>
            <ac:spMk id="3" creationId="{23357875-909E-1A42-8C1E-D5100BEBD2EC}"/>
          </ac:spMkLst>
        </pc:spChg>
        <pc:spChg chg="add del mod">
          <ac:chgData name="Arvind Easwaran" userId="6059df8d-17bf-4148-9f7c-190b13d86f35" providerId="ADAL" clId="{A9D1C3D4-C70B-C643-86D1-FF3A799C1C24}" dt="2022-08-04T01:54:22.616" v="85"/>
          <ac:spMkLst>
            <pc:docMk/>
            <pc:sldMk cId="0" sldId="406"/>
            <ac:spMk id="4" creationId="{AB5B5273-0B84-C54E-AD9A-8978C118E945}"/>
          </ac:spMkLst>
        </pc:spChg>
        <pc:spChg chg="add">
          <ac:chgData name="Arvind Easwaran" userId="6059df8d-17bf-4148-9f7c-190b13d86f35" providerId="ADAL" clId="{A9D1C3D4-C70B-C643-86D1-FF3A799C1C24}" dt="2022-08-04T02:00:56.370" v="112"/>
          <ac:spMkLst>
            <pc:docMk/>
            <pc:sldMk cId="0" sldId="406"/>
            <ac:spMk id="8" creationId="{5CECBB33-CE67-E544-BC1A-AE438FFBD55D}"/>
          </ac:spMkLst>
        </pc:spChg>
        <pc:spChg chg="mod ord">
          <ac:chgData name="Arvind Easwaran" userId="6059df8d-17bf-4148-9f7c-190b13d86f35" providerId="ADAL" clId="{A9D1C3D4-C70B-C643-86D1-FF3A799C1C24}" dt="2022-08-04T02:00:22.882" v="91" actId="700"/>
          <ac:spMkLst>
            <pc:docMk/>
            <pc:sldMk cId="0" sldId="406"/>
            <ac:spMk id="28673" creationId="{296672CC-BDC8-4898-AA62-B49039CA50ED}"/>
          </ac:spMkLst>
        </pc:spChg>
        <pc:spChg chg="mod ord">
          <ac:chgData name="Arvind Easwaran" userId="6059df8d-17bf-4148-9f7c-190b13d86f35" providerId="ADAL" clId="{A9D1C3D4-C70B-C643-86D1-FF3A799C1C24}" dt="2022-09-19T00:04:46.167" v="148" actId="20577"/>
          <ac:spMkLst>
            <pc:docMk/>
            <pc:sldMk cId="0" sldId="406"/>
            <ac:spMk id="28674" creationId="{EA6891AF-1FAC-495C-9216-90ED70D798B7}"/>
          </ac:spMkLst>
        </pc:spChg>
        <pc:spChg chg="del mod ord">
          <ac:chgData name="Arvind Easwaran" userId="6059df8d-17bf-4148-9f7c-190b13d86f35" providerId="ADAL" clId="{A9D1C3D4-C70B-C643-86D1-FF3A799C1C24}" dt="2022-08-04T02:00:55.604" v="111" actId="478"/>
          <ac:spMkLst>
            <pc:docMk/>
            <pc:sldMk cId="0" sldId="406"/>
            <ac:spMk id="28675" creationId="{D0CF0B9D-D96E-4719-B74A-AD73119D795F}"/>
          </ac:spMkLst>
        </pc:spChg>
      </pc:sldChg>
      <pc:sldChg chg="addSp delSp modSp mod modClrScheme chgLayout">
        <pc:chgData name="Arvind Easwaran" userId="6059df8d-17bf-4148-9f7c-190b13d86f35" providerId="ADAL" clId="{A9D1C3D4-C70B-C643-86D1-FF3A799C1C24}" dt="2022-08-04T02:00:50.205" v="110"/>
        <pc:sldMkLst>
          <pc:docMk/>
          <pc:sldMk cId="0" sldId="407"/>
        </pc:sldMkLst>
        <pc:spChg chg="add del mod">
          <ac:chgData name="Arvind Easwaran" userId="6059df8d-17bf-4148-9f7c-190b13d86f35" providerId="ADAL" clId="{A9D1C3D4-C70B-C643-86D1-FF3A799C1C24}" dt="2022-08-04T01:54:22.616" v="85"/>
          <ac:spMkLst>
            <pc:docMk/>
            <pc:sldMk cId="0" sldId="407"/>
            <ac:spMk id="2" creationId="{4397336B-BEE2-0944-92A5-CEC904C93C3B}"/>
          </ac:spMkLst>
        </pc:spChg>
        <pc:spChg chg="add del mod">
          <ac:chgData name="Arvind Easwaran" userId="6059df8d-17bf-4148-9f7c-190b13d86f35" providerId="ADAL" clId="{A9D1C3D4-C70B-C643-86D1-FF3A799C1C24}" dt="2022-08-04T01:54:22.616" v="85"/>
          <ac:spMkLst>
            <pc:docMk/>
            <pc:sldMk cId="0" sldId="407"/>
            <ac:spMk id="3" creationId="{0B2AAB86-1111-0E49-89C8-39C902758567}"/>
          </ac:spMkLst>
        </pc:spChg>
        <pc:spChg chg="add del mod">
          <ac:chgData name="Arvind Easwaran" userId="6059df8d-17bf-4148-9f7c-190b13d86f35" providerId="ADAL" clId="{A9D1C3D4-C70B-C643-86D1-FF3A799C1C24}" dt="2022-08-04T01:54:22.616" v="85"/>
          <ac:spMkLst>
            <pc:docMk/>
            <pc:sldMk cId="0" sldId="407"/>
            <ac:spMk id="4" creationId="{C70EF385-1A94-4840-A63E-8B6A61EE0E2D}"/>
          </ac:spMkLst>
        </pc:spChg>
        <pc:spChg chg="add">
          <ac:chgData name="Arvind Easwaran" userId="6059df8d-17bf-4148-9f7c-190b13d86f35" providerId="ADAL" clId="{A9D1C3D4-C70B-C643-86D1-FF3A799C1C24}" dt="2022-08-04T02:00:50.205" v="110"/>
          <ac:spMkLst>
            <pc:docMk/>
            <pc:sldMk cId="0" sldId="407"/>
            <ac:spMk id="8" creationId="{73E633A5-3980-6B4D-A2FF-1219F1CD9453}"/>
          </ac:spMkLst>
        </pc:spChg>
        <pc:spChg chg="mod ord">
          <ac:chgData name="Arvind Easwaran" userId="6059df8d-17bf-4148-9f7c-190b13d86f35" providerId="ADAL" clId="{A9D1C3D4-C70B-C643-86D1-FF3A799C1C24}" dt="2022-08-04T02:00:22.882" v="91" actId="700"/>
          <ac:spMkLst>
            <pc:docMk/>
            <pc:sldMk cId="0" sldId="407"/>
            <ac:spMk id="30721" creationId="{18F4AD14-6EDD-4CE9-A824-3A2752A858BF}"/>
          </ac:spMkLst>
        </pc:spChg>
        <pc:spChg chg="mod ord">
          <ac:chgData name="Arvind Easwaran" userId="6059df8d-17bf-4148-9f7c-190b13d86f35" providerId="ADAL" clId="{A9D1C3D4-C70B-C643-86D1-FF3A799C1C24}" dt="2022-08-04T02:00:22.882" v="91" actId="700"/>
          <ac:spMkLst>
            <pc:docMk/>
            <pc:sldMk cId="0" sldId="407"/>
            <ac:spMk id="30722" creationId="{60023510-5D0A-4C8D-BCA2-1E826B84339B}"/>
          </ac:spMkLst>
        </pc:spChg>
        <pc:spChg chg="del mod ord">
          <ac:chgData name="Arvind Easwaran" userId="6059df8d-17bf-4148-9f7c-190b13d86f35" providerId="ADAL" clId="{A9D1C3D4-C70B-C643-86D1-FF3A799C1C24}" dt="2022-08-04T02:00:48.924" v="109" actId="478"/>
          <ac:spMkLst>
            <pc:docMk/>
            <pc:sldMk cId="0" sldId="407"/>
            <ac:spMk id="30723" creationId="{54BC5C55-4E98-4F52-901F-63984B0AC03B}"/>
          </ac:spMkLst>
        </pc:spChg>
      </pc:sldChg>
      <pc:sldChg chg="addSp delSp modSp mod modClrScheme chgLayout">
        <pc:chgData name="Arvind Easwaran" userId="6059df8d-17bf-4148-9f7c-190b13d86f35" providerId="ADAL" clId="{A9D1C3D4-C70B-C643-86D1-FF3A799C1C24}" dt="2022-08-04T02:00:38.774" v="108" actId="20577"/>
        <pc:sldMkLst>
          <pc:docMk/>
          <pc:sldMk cId="0" sldId="408"/>
        </pc:sldMkLst>
        <pc:spChg chg="add del mod">
          <ac:chgData name="Arvind Easwaran" userId="6059df8d-17bf-4148-9f7c-190b13d86f35" providerId="ADAL" clId="{A9D1C3D4-C70B-C643-86D1-FF3A799C1C24}" dt="2022-08-04T01:54:22.616" v="85"/>
          <ac:spMkLst>
            <pc:docMk/>
            <pc:sldMk cId="0" sldId="408"/>
            <ac:spMk id="2" creationId="{8BA33836-4C93-5D42-9E51-1E025CED375F}"/>
          </ac:spMkLst>
        </pc:spChg>
        <pc:spChg chg="add del mod">
          <ac:chgData name="Arvind Easwaran" userId="6059df8d-17bf-4148-9f7c-190b13d86f35" providerId="ADAL" clId="{A9D1C3D4-C70B-C643-86D1-FF3A799C1C24}" dt="2022-08-04T01:54:22.616" v="85"/>
          <ac:spMkLst>
            <pc:docMk/>
            <pc:sldMk cId="0" sldId="408"/>
            <ac:spMk id="3" creationId="{5E44FDF9-7AF6-0A4A-B496-F65B86C9AE10}"/>
          </ac:spMkLst>
        </pc:spChg>
        <pc:spChg chg="add del mod">
          <ac:chgData name="Arvind Easwaran" userId="6059df8d-17bf-4148-9f7c-190b13d86f35" providerId="ADAL" clId="{A9D1C3D4-C70B-C643-86D1-FF3A799C1C24}" dt="2022-08-04T01:54:22.616" v="85"/>
          <ac:spMkLst>
            <pc:docMk/>
            <pc:sldMk cId="0" sldId="408"/>
            <ac:spMk id="4" creationId="{9803D08C-B5E7-104C-9942-BFA2F35E9973}"/>
          </ac:spMkLst>
        </pc:spChg>
        <pc:spChg chg="mod ord">
          <ac:chgData name="Arvind Easwaran" userId="6059df8d-17bf-4148-9f7c-190b13d86f35" providerId="ADAL" clId="{A9D1C3D4-C70B-C643-86D1-FF3A799C1C24}" dt="2022-08-04T02:00:22.882" v="91" actId="700"/>
          <ac:spMkLst>
            <pc:docMk/>
            <pc:sldMk cId="0" sldId="408"/>
            <ac:spMk id="31745" creationId="{AB6D2FCA-5DF0-4613-B2C3-47504EB8A3D9}"/>
          </ac:spMkLst>
        </pc:spChg>
        <pc:spChg chg="mod ord">
          <ac:chgData name="Arvind Easwaran" userId="6059df8d-17bf-4148-9f7c-190b13d86f35" providerId="ADAL" clId="{A9D1C3D4-C70B-C643-86D1-FF3A799C1C24}" dt="2022-08-04T02:00:22.882" v="91" actId="700"/>
          <ac:spMkLst>
            <pc:docMk/>
            <pc:sldMk cId="0" sldId="408"/>
            <ac:spMk id="31746" creationId="{40903160-8950-4393-A95D-028C5AC8396A}"/>
          </ac:spMkLst>
        </pc:spChg>
        <pc:spChg chg="mod ord">
          <ac:chgData name="Arvind Easwaran" userId="6059df8d-17bf-4148-9f7c-190b13d86f35" providerId="ADAL" clId="{A9D1C3D4-C70B-C643-86D1-FF3A799C1C24}" dt="2022-08-04T02:00:38.774" v="108" actId="20577"/>
          <ac:spMkLst>
            <pc:docMk/>
            <pc:sldMk cId="0" sldId="408"/>
            <ac:spMk id="31747" creationId="{8DC076C1-95D6-469A-A5BA-0166F418522C}"/>
          </ac:spMkLst>
        </pc:spChg>
      </pc:sldChg>
      <pc:sldChg chg="addSp delSp modSp mod modClrScheme chgLayout">
        <pc:chgData name="Arvind Easwaran" userId="6059df8d-17bf-4148-9f7c-190b13d86f35" providerId="ADAL" clId="{A9D1C3D4-C70B-C643-86D1-FF3A799C1C24}" dt="2022-08-04T02:01:19.901" v="122"/>
        <pc:sldMkLst>
          <pc:docMk/>
          <pc:sldMk cId="2170149330" sldId="409"/>
        </pc:sldMkLst>
        <pc:spChg chg="add del mod">
          <ac:chgData name="Arvind Easwaran" userId="6059df8d-17bf-4148-9f7c-190b13d86f35" providerId="ADAL" clId="{A9D1C3D4-C70B-C643-86D1-FF3A799C1C24}" dt="2022-08-04T01:54:22.616" v="85"/>
          <ac:spMkLst>
            <pc:docMk/>
            <pc:sldMk cId="2170149330" sldId="409"/>
            <ac:spMk id="2" creationId="{813A424E-2A9B-B94B-9826-9263F85BB895}"/>
          </ac:spMkLst>
        </pc:spChg>
        <pc:spChg chg="add del mod">
          <ac:chgData name="Arvind Easwaran" userId="6059df8d-17bf-4148-9f7c-190b13d86f35" providerId="ADAL" clId="{A9D1C3D4-C70B-C643-86D1-FF3A799C1C24}" dt="2022-08-04T01:54:22.616" v="85"/>
          <ac:spMkLst>
            <pc:docMk/>
            <pc:sldMk cId="2170149330" sldId="409"/>
            <ac:spMk id="3" creationId="{6D40E8A6-5FEA-2C40-8C1E-E2C81ADD09A6}"/>
          </ac:spMkLst>
        </pc:spChg>
        <pc:spChg chg="add del mod">
          <ac:chgData name="Arvind Easwaran" userId="6059df8d-17bf-4148-9f7c-190b13d86f35" providerId="ADAL" clId="{A9D1C3D4-C70B-C643-86D1-FF3A799C1C24}" dt="2022-08-04T01:54:22.616" v="85"/>
          <ac:spMkLst>
            <pc:docMk/>
            <pc:sldMk cId="2170149330" sldId="409"/>
            <ac:spMk id="4" creationId="{582AF608-8B7B-A648-99B9-61A4D527EAEE}"/>
          </ac:spMkLst>
        </pc:spChg>
        <pc:spChg chg="add">
          <ac:chgData name="Arvind Easwaran" userId="6059df8d-17bf-4148-9f7c-190b13d86f35" providerId="ADAL" clId="{A9D1C3D4-C70B-C643-86D1-FF3A799C1C24}" dt="2022-08-04T02:01:19.901" v="122"/>
          <ac:spMkLst>
            <pc:docMk/>
            <pc:sldMk cId="2170149330" sldId="409"/>
            <ac:spMk id="8" creationId="{33B72F5E-6C10-5745-9C08-6561DCA997BC}"/>
          </ac:spMkLst>
        </pc:spChg>
        <pc:spChg chg="del mod ord">
          <ac:chgData name="Arvind Easwaran" userId="6059df8d-17bf-4148-9f7c-190b13d86f35" providerId="ADAL" clId="{A9D1C3D4-C70B-C643-86D1-FF3A799C1C24}" dt="2022-08-04T02:01:19.251" v="121" actId="478"/>
          <ac:spMkLst>
            <pc:docMk/>
            <pc:sldMk cId="2170149330" sldId="409"/>
            <ac:spMk id="19457" creationId="{8F3E5D8A-EEE5-48BF-A290-6611163BAF40}"/>
          </ac:spMkLst>
        </pc:spChg>
        <pc:spChg chg="mod ord">
          <ac:chgData name="Arvind Easwaran" userId="6059df8d-17bf-4148-9f7c-190b13d86f35" providerId="ADAL" clId="{A9D1C3D4-C70B-C643-86D1-FF3A799C1C24}" dt="2022-08-04T02:00:22.882" v="91" actId="700"/>
          <ac:spMkLst>
            <pc:docMk/>
            <pc:sldMk cId="2170149330" sldId="409"/>
            <ac:spMk id="19458" creationId="{2D1A2F7E-14B0-4CF4-A8EE-CDD2DFD4F9CA}"/>
          </ac:spMkLst>
        </pc:spChg>
      </pc:sldChg>
      <pc:sldMasterChg chg="modSp addSldLayout delSldLayout modSldLayout">
        <pc:chgData name="Arvind Easwaran" userId="6059df8d-17bf-4148-9f7c-190b13d86f35" providerId="ADAL" clId="{A9D1C3D4-C70B-C643-86D1-FF3A799C1C24}" dt="2022-08-04T01:58:25.925" v="87" actId="11236"/>
        <pc:sldMasterMkLst>
          <pc:docMk/>
          <pc:sldMasterMk cId="0" sldId="2147483648"/>
        </pc:sldMasterMkLst>
        <pc:spChg chg="mod">
          <ac:chgData name="Arvind Easwaran" userId="6059df8d-17bf-4148-9f7c-190b13d86f35" providerId="ADAL" clId="{A9D1C3D4-C70B-C643-86D1-FF3A799C1C24}" dt="2022-08-04T01:52:11.899" v="32" actId="20577"/>
          <ac:spMkLst>
            <pc:docMk/>
            <pc:sldMasterMk cId="0" sldId="2147483648"/>
            <ac:spMk id="1035" creationId="{3F14476A-DE69-49F3-BE30-54D8C22C78BF}"/>
          </ac:spMkLst>
        </pc:spChg>
        <pc:sldLayoutChg chg="modSp">
          <pc:chgData name="Arvind Easwaran" userId="6059df8d-17bf-4148-9f7c-190b13d86f35" providerId="ADAL" clId="{A9D1C3D4-C70B-C643-86D1-FF3A799C1C24}" dt="2022-08-04T01:52:03.324" v="19" actId="20577"/>
          <pc:sldLayoutMkLst>
            <pc:docMk/>
            <pc:sldMasterMk cId="0" sldId="2147483648"/>
            <pc:sldLayoutMk cId="2786660695" sldId="2147484133"/>
          </pc:sldLayoutMkLst>
          <pc:spChg chg="mod">
            <ac:chgData name="Arvind Easwaran" userId="6059df8d-17bf-4148-9f7c-190b13d86f35" providerId="ADAL" clId="{A9D1C3D4-C70B-C643-86D1-FF3A799C1C24}" dt="2022-08-04T01:52:03.324" v="19" actId="20577"/>
            <ac:spMkLst>
              <pc:docMk/>
              <pc:sldMasterMk cId="0" sldId="2147483648"/>
              <pc:sldLayoutMk cId="2786660695" sldId="2147484133"/>
              <ac:spMk id="4" creationId="{E0F2E0E1-D592-4574-A310-1342388A0BFB}"/>
            </ac:spMkLst>
          </pc:spChg>
        </pc:sldLayoutChg>
        <pc:sldLayoutChg chg="modSp">
          <pc:chgData name="Arvind Easwaran" userId="6059df8d-17bf-4148-9f7c-190b13d86f35" providerId="ADAL" clId="{A9D1C3D4-C70B-C643-86D1-FF3A799C1C24}" dt="2022-08-04T01:52:27.761" v="39" actId="20577"/>
          <pc:sldLayoutMkLst>
            <pc:docMk/>
            <pc:sldMasterMk cId="0" sldId="2147483648"/>
            <pc:sldLayoutMk cId="993676031" sldId="2147484134"/>
          </pc:sldLayoutMkLst>
          <pc:spChg chg="mod">
            <ac:chgData name="Arvind Easwaran" userId="6059df8d-17bf-4148-9f7c-190b13d86f35" providerId="ADAL" clId="{A9D1C3D4-C70B-C643-86D1-FF3A799C1C24}" dt="2022-08-04T01:52:27.761" v="39" actId="20577"/>
            <ac:spMkLst>
              <pc:docMk/>
              <pc:sldMasterMk cId="0" sldId="2147483648"/>
              <pc:sldLayoutMk cId="993676031" sldId="2147484134"/>
              <ac:spMk id="4" creationId="{581AD484-0393-4059-904C-E685250097B3}"/>
            </ac:spMkLst>
          </pc:spChg>
        </pc:sldLayoutChg>
        <pc:sldLayoutChg chg="modSp">
          <pc:chgData name="Arvind Easwaran" userId="6059df8d-17bf-4148-9f7c-190b13d86f35" providerId="ADAL" clId="{A9D1C3D4-C70B-C643-86D1-FF3A799C1C24}" dt="2022-08-04T01:52:41.459" v="54" actId="20577"/>
          <pc:sldLayoutMkLst>
            <pc:docMk/>
            <pc:sldMasterMk cId="0" sldId="2147483648"/>
            <pc:sldLayoutMk cId="3850668950" sldId="2147484135"/>
          </pc:sldLayoutMkLst>
          <pc:spChg chg="mod">
            <ac:chgData name="Arvind Easwaran" userId="6059df8d-17bf-4148-9f7c-190b13d86f35" providerId="ADAL" clId="{A9D1C3D4-C70B-C643-86D1-FF3A799C1C24}" dt="2022-08-04T01:52:41.459" v="54" actId="20577"/>
            <ac:spMkLst>
              <pc:docMk/>
              <pc:sldMasterMk cId="0" sldId="2147483648"/>
              <pc:sldLayoutMk cId="3850668950" sldId="2147484135"/>
              <ac:spMk id="4" creationId="{7D103DB8-F2F8-4713-AA45-624B086C3D4F}"/>
            </ac:spMkLst>
          </pc:spChg>
        </pc:sldLayoutChg>
        <pc:sldLayoutChg chg="modSp">
          <pc:chgData name="Arvind Easwaran" userId="6059df8d-17bf-4148-9f7c-190b13d86f35" providerId="ADAL" clId="{A9D1C3D4-C70B-C643-86D1-FF3A799C1C24}" dt="2022-08-04T01:52:47.993" v="69" actId="20577"/>
          <pc:sldLayoutMkLst>
            <pc:docMk/>
            <pc:sldMasterMk cId="0" sldId="2147483648"/>
            <pc:sldLayoutMk cId="3122689349" sldId="2147484136"/>
          </pc:sldLayoutMkLst>
          <pc:spChg chg="mod">
            <ac:chgData name="Arvind Easwaran" userId="6059df8d-17bf-4148-9f7c-190b13d86f35" providerId="ADAL" clId="{A9D1C3D4-C70B-C643-86D1-FF3A799C1C24}" dt="2022-08-04T01:52:47.993" v="69" actId="20577"/>
            <ac:spMkLst>
              <pc:docMk/>
              <pc:sldMasterMk cId="0" sldId="2147483648"/>
              <pc:sldLayoutMk cId="3122689349" sldId="2147484136"/>
              <ac:spMk id="5" creationId="{260C61DE-90AB-4373-A6EC-5F134C69348E}"/>
            </ac:spMkLst>
          </pc:spChg>
        </pc:sldLayoutChg>
        <pc:sldLayoutChg chg="addSp delSp">
          <pc:chgData name="Arvind Easwaran" userId="6059df8d-17bf-4148-9f7c-190b13d86f35" providerId="ADAL" clId="{A9D1C3D4-C70B-C643-86D1-FF3A799C1C24}" dt="2022-08-04T01:52:58.672" v="71"/>
          <pc:sldLayoutMkLst>
            <pc:docMk/>
            <pc:sldMasterMk cId="0" sldId="2147483648"/>
            <pc:sldLayoutMk cId="309821874" sldId="2147484137"/>
          </pc:sldLayoutMkLst>
          <pc:spChg chg="del">
            <ac:chgData name="Arvind Easwaran" userId="6059df8d-17bf-4148-9f7c-190b13d86f35" providerId="ADAL" clId="{A9D1C3D4-C70B-C643-86D1-FF3A799C1C24}" dt="2022-08-04T01:52:58.078" v="70" actId="478"/>
            <ac:spMkLst>
              <pc:docMk/>
              <pc:sldMasterMk cId="0" sldId="2147483648"/>
              <pc:sldLayoutMk cId="309821874" sldId="2147484137"/>
              <ac:spMk id="7" creationId="{F93BD0F2-08B6-4A9C-AAE3-0DF9407DBBE2}"/>
            </ac:spMkLst>
          </pc:spChg>
          <pc:spChg chg="add">
            <ac:chgData name="Arvind Easwaran" userId="6059df8d-17bf-4148-9f7c-190b13d86f35" providerId="ADAL" clId="{A9D1C3D4-C70B-C643-86D1-FF3A799C1C24}" dt="2022-08-04T01:52:58.672" v="71"/>
            <ac:spMkLst>
              <pc:docMk/>
              <pc:sldMasterMk cId="0" sldId="2147483648"/>
              <pc:sldLayoutMk cId="309821874" sldId="2147484137"/>
              <ac:spMk id="8" creationId="{C83E7D98-E10C-E347-8AE6-FE7DF8ED88B4}"/>
            </ac:spMkLst>
          </pc:spChg>
        </pc:sldLayoutChg>
        <pc:sldLayoutChg chg="addSp delSp">
          <pc:chgData name="Arvind Easwaran" userId="6059df8d-17bf-4148-9f7c-190b13d86f35" providerId="ADAL" clId="{A9D1C3D4-C70B-C643-86D1-FF3A799C1C24}" dt="2022-08-04T01:53:02.083" v="73"/>
          <pc:sldLayoutMkLst>
            <pc:docMk/>
            <pc:sldMasterMk cId="0" sldId="2147483648"/>
            <pc:sldLayoutMk cId="146569077" sldId="2147484138"/>
          </pc:sldLayoutMkLst>
          <pc:spChg chg="del">
            <ac:chgData name="Arvind Easwaran" userId="6059df8d-17bf-4148-9f7c-190b13d86f35" providerId="ADAL" clId="{A9D1C3D4-C70B-C643-86D1-FF3A799C1C24}" dt="2022-08-04T01:53:01.538" v="72" actId="478"/>
            <ac:spMkLst>
              <pc:docMk/>
              <pc:sldMasterMk cId="0" sldId="2147483648"/>
              <pc:sldLayoutMk cId="146569077" sldId="2147484138"/>
              <ac:spMk id="3" creationId="{C9C3F968-D753-4F83-B551-9F64D77EA3EC}"/>
            </ac:spMkLst>
          </pc:spChg>
          <pc:spChg chg="add">
            <ac:chgData name="Arvind Easwaran" userId="6059df8d-17bf-4148-9f7c-190b13d86f35" providerId="ADAL" clId="{A9D1C3D4-C70B-C643-86D1-FF3A799C1C24}" dt="2022-08-04T01:53:02.083" v="73"/>
            <ac:spMkLst>
              <pc:docMk/>
              <pc:sldMasterMk cId="0" sldId="2147483648"/>
              <pc:sldLayoutMk cId="146569077" sldId="2147484138"/>
              <ac:spMk id="4" creationId="{E76B9A24-1946-0D4B-A946-C5D36B9C5435}"/>
            </ac:spMkLst>
          </pc:spChg>
        </pc:sldLayoutChg>
        <pc:sldLayoutChg chg="addSp delSp">
          <pc:chgData name="Arvind Easwaran" userId="6059df8d-17bf-4148-9f7c-190b13d86f35" providerId="ADAL" clId="{A9D1C3D4-C70B-C643-86D1-FF3A799C1C24}" dt="2022-08-04T01:53:05.072" v="75"/>
          <pc:sldLayoutMkLst>
            <pc:docMk/>
            <pc:sldMasterMk cId="0" sldId="2147483648"/>
            <pc:sldLayoutMk cId="2953086109" sldId="2147484139"/>
          </pc:sldLayoutMkLst>
          <pc:spChg chg="del">
            <ac:chgData name="Arvind Easwaran" userId="6059df8d-17bf-4148-9f7c-190b13d86f35" providerId="ADAL" clId="{A9D1C3D4-C70B-C643-86D1-FF3A799C1C24}" dt="2022-08-04T01:53:04.569" v="74" actId="478"/>
            <ac:spMkLst>
              <pc:docMk/>
              <pc:sldMasterMk cId="0" sldId="2147483648"/>
              <pc:sldLayoutMk cId="2953086109" sldId="2147484139"/>
              <ac:spMk id="2" creationId="{9C8DC2B0-85C8-4770-B4DB-6115547D978A}"/>
            </ac:spMkLst>
          </pc:spChg>
          <pc:spChg chg="add">
            <ac:chgData name="Arvind Easwaran" userId="6059df8d-17bf-4148-9f7c-190b13d86f35" providerId="ADAL" clId="{A9D1C3D4-C70B-C643-86D1-FF3A799C1C24}" dt="2022-08-04T01:53:05.072" v="75"/>
            <ac:spMkLst>
              <pc:docMk/>
              <pc:sldMasterMk cId="0" sldId="2147483648"/>
              <pc:sldLayoutMk cId="2953086109" sldId="2147484139"/>
              <ac:spMk id="3" creationId="{E046CB38-7CF1-6547-9F45-254A28B4F368}"/>
            </ac:spMkLst>
          </pc:spChg>
        </pc:sldLayoutChg>
        <pc:sldLayoutChg chg="addSp delSp">
          <pc:chgData name="Arvind Easwaran" userId="6059df8d-17bf-4148-9f7c-190b13d86f35" providerId="ADAL" clId="{A9D1C3D4-C70B-C643-86D1-FF3A799C1C24}" dt="2022-08-04T01:53:08.875" v="77"/>
          <pc:sldLayoutMkLst>
            <pc:docMk/>
            <pc:sldMasterMk cId="0" sldId="2147483648"/>
            <pc:sldLayoutMk cId="2054324316" sldId="2147484140"/>
          </pc:sldLayoutMkLst>
          <pc:spChg chg="del">
            <ac:chgData name="Arvind Easwaran" userId="6059df8d-17bf-4148-9f7c-190b13d86f35" providerId="ADAL" clId="{A9D1C3D4-C70B-C643-86D1-FF3A799C1C24}" dt="2022-08-04T01:53:08.387" v="76" actId="478"/>
            <ac:spMkLst>
              <pc:docMk/>
              <pc:sldMasterMk cId="0" sldId="2147483648"/>
              <pc:sldLayoutMk cId="2054324316" sldId="2147484140"/>
              <ac:spMk id="5" creationId="{A9529997-3ABE-4AFD-90C3-6E0D01FD3A78}"/>
            </ac:spMkLst>
          </pc:spChg>
          <pc:spChg chg="add">
            <ac:chgData name="Arvind Easwaran" userId="6059df8d-17bf-4148-9f7c-190b13d86f35" providerId="ADAL" clId="{A9D1C3D4-C70B-C643-86D1-FF3A799C1C24}" dt="2022-08-04T01:53:08.875" v="77"/>
            <ac:spMkLst>
              <pc:docMk/>
              <pc:sldMasterMk cId="0" sldId="2147483648"/>
              <pc:sldLayoutMk cId="2054324316" sldId="2147484140"/>
              <ac:spMk id="6" creationId="{7D1B1B6D-ADFE-9144-B099-E128176D8033}"/>
            </ac:spMkLst>
          </pc:spChg>
        </pc:sldLayoutChg>
        <pc:sldLayoutChg chg="addSp delSp">
          <pc:chgData name="Arvind Easwaran" userId="6059df8d-17bf-4148-9f7c-190b13d86f35" providerId="ADAL" clId="{A9D1C3D4-C70B-C643-86D1-FF3A799C1C24}" dt="2022-08-04T01:53:12.118" v="79"/>
          <pc:sldLayoutMkLst>
            <pc:docMk/>
            <pc:sldMasterMk cId="0" sldId="2147483648"/>
            <pc:sldLayoutMk cId="803587094" sldId="2147484141"/>
          </pc:sldLayoutMkLst>
          <pc:spChg chg="del">
            <ac:chgData name="Arvind Easwaran" userId="6059df8d-17bf-4148-9f7c-190b13d86f35" providerId="ADAL" clId="{A9D1C3D4-C70B-C643-86D1-FF3A799C1C24}" dt="2022-08-04T01:53:11.650" v="78" actId="478"/>
            <ac:spMkLst>
              <pc:docMk/>
              <pc:sldMasterMk cId="0" sldId="2147483648"/>
              <pc:sldLayoutMk cId="803587094" sldId="2147484141"/>
              <ac:spMk id="5" creationId="{18D1D8B7-EEA6-4B52-9E0E-8B0BD7F55CD4}"/>
            </ac:spMkLst>
          </pc:spChg>
          <pc:spChg chg="add">
            <ac:chgData name="Arvind Easwaran" userId="6059df8d-17bf-4148-9f7c-190b13d86f35" providerId="ADAL" clId="{A9D1C3D4-C70B-C643-86D1-FF3A799C1C24}" dt="2022-08-04T01:53:12.118" v="79"/>
            <ac:spMkLst>
              <pc:docMk/>
              <pc:sldMasterMk cId="0" sldId="2147483648"/>
              <pc:sldLayoutMk cId="803587094" sldId="2147484141"/>
              <ac:spMk id="6" creationId="{3E5A05C2-D5C3-D045-BC77-EFE73DD02209}"/>
            </ac:spMkLst>
          </pc:spChg>
        </pc:sldLayoutChg>
        <pc:sldLayoutChg chg="addSp delSp">
          <pc:chgData name="Arvind Easwaran" userId="6059df8d-17bf-4148-9f7c-190b13d86f35" providerId="ADAL" clId="{A9D1C3D4-C70B-C643-86D1-FF3A799C1C24}" dt="2022-08-04T01:53:16.201" v="81"/>
          <pc:sldLayoutMkLst>
            <pc:docMk/>
            <pc:sldMasterMk cId="0" sldId="2147483648"/>
            <pc:sldLayoutMk cId="2056949816" sldId="2147484142"/>
          </pc:sldLayoutMkLst>
          <pc:spChg chg="del">
            <ac:chgData name="Arvind Easwaran" userId="6059df8d-17bf-4148-9f7c-190b13d86f35" providerId="ADAL" clId="{A9D1C3D4-C70B-C643-86D1-FF3A799C1C24}" dt="2022-08-04T01:53:15.477" v="80" actId="478"/>
            <ac:spMkLst>
              <pc:docMk/>
              <pc:sldMasterMk cId="0" sldId="2147483648"/>
              <pc:sldLayoutMk cId="2056949816" sldId="2147484142"/>
              <ac:spMk id="4" creationId="{661F8E03-4BF5-4321-B497-862CA82D8D76}"/>
            </ac:spMkLst>
          </pc:spChg>
          <pc:spChg chg="add">
            <ac:chgData name="Arvind Easwaran" userId="6059df8d-17bf-4148-9f7c-190b13d86f35" providerId="ADAL" clId="{A9D1C3D4-C70B-C643-86D1-FF3A799C1C24}" dt="2022-08-04T01:53:16.201" v="81"/>
            <ac:spMkLst>
              <pc:docMk/>
              <pc:sldMasterMk cId="0" sldId="2147483648"/>
              <pc:sldLayoutMk cId="2056949816" sldId="2147484142"/>
              <ac:spMk id="5" creationId="{2C04E792-4555-9242-A778-5A1138205C56}"/>
            </ac:spMkLst>
          </pc:spChg>
        </pc:sldLayoutChg>
        <pc:sldLayoutChg chg="addSp delSp">
          <pc:chgData name="Arvind Easwaran" userId="6059df8d-17bf-4148-9f7c-190b13d86f35" providerId="ADAL" clId="{A9D1C3D4-C70B-C643-86D1-FF3A799C1C24}" dt="2022-08-04T01:53:19.369" v="83"/>
          <pc:sldLayoutMkLst>
            <pc:docMk/>
            <pc:sldMasterMk cId="0" sldId="2147483648"/>
            <pc:sldLayoutMk cId="1533027466" sldId="2147484143"/>
          </pc:sldLayoutMkLst>
          <pc:spChg chg="del">
            <ac:chgData name="Arvind Easwaran" userId="6059df8d-17bf-4148-9f7c-190b13d86f35" providerId="ADAL" clId="{A9D1C3D4-C70B-C643-86D1-FF3A799C1C24}" dt="2022-08-04T01:53:18.968" v="82" actId="478"/>
            <ac:spMkLst>
              <pc:docMk/>
              <pc:sldMasterMk cId="0" sldId="2147483648"/>
              <pc:sldLayoutMk cId="1533027466" sldId="2147484143"/>
              <ac:spMk id="4" creationId="{F266D36A-A495-4219-8EC8-8F46829F1BF6}"/>
            </ac:spMkLst>
          </pc:spChg>
          <pc:spChg chg="add">
            <ac:chgData name="Arvind Easwaran" userId="6059df8d-17bf-4148-9f7c-190b13d86f35" providerId="ADAL" clId="{A9D1C3D4-C70B-C643-86D1-FF3A799C1C24}" dt="2022-08-04T01:53:19.369" v="83"/>
            <ac:spMkLst>
              <pc:docMk/>
              <pc:sldMasterMk cId="0" sldId="2147483648"/>
              <pc:sldLayoutMk cId="1533027466" sldId="2147484143"/>
              <ac:spMk id="5" creationId="{DA342B33-86E9-2249-ABF6-0CFF0172824B}"/>
            </ac:spMkLst>
          </pc:spChg>
        </pc:sldLayoutChg>
        <pc:sldLayoutChg chg="new del mod">
          <pc:chgData name="Arvind Easwaran" userId="6059df8d-17bf-4148-9f7c-190b13d86f35" providerId="ADAL" clId="{A9D1C3D4-C70B-C643-86D1-FF3A799C1C24}" dt="2022-08-04T01:58:25.925" v="87" actId="11236"/>
          <pc:sldLayoutMkLst>
            <pc:docMk/>
            <pc:sldMasterMk cId="0" sldId="2147483648"/>
            <pc:sldLayoutMk cId="3331320884" sldId="2147484144"/>
          </pc:sldLayoutMkLst>
        </pc:sldLayoutChg>
      </pc:sldMasterChg>
    </pc:docChg>
  </pc:docChgLst>
  <pc:docChgLst>
    <pc:chgData name="Arvind Easwaran" userId="6059df8d-17bf-4148-9f7c-190b13d86f35" providerId="ADAL" clId="{063A26A4-B550-4246-A003-5B17F5424B77}"/>
    <pc:docChg chg="undo custSel modSld">
      <pc:chgData name="Arvind Easwaran" userId="6059df8d-17bf-4148-9f7c-190b13d86f35" providerId="ADAL" clId="{063A26A4-B550-4246-A003-5B17F5424B77}" dt="2024-01-10T10:09:04.573" v="226" actId="255"/>
      <pc:docMkLst>
        <pc:docMk/>
      </pc:docMkLst>
      <pc:sldChg chg="modSp">
        <pc:chgData name="Arvind Easwaran" userId="6059df8d-17bf-4148-9f7c-190b13d86f35" providerId="ADAL" clId="{063A26A4-B550-4246-A003-5B17F5424B77}" dt="2024-01-10T10:06:06.743" v="7" actId="1076"/>
        <pc:sldMkLst>
          <pc:docMk/>
          <pc:sldMk cId="0" sldId="408"/>
        </pc:sldMkLst>
        <pc:spChg chg="mod">
          <ac:chgData name="Arvind Easwaran" userId="6059df8d-17bf-4148-9f7c-190b13d86f35" providerId="ADAL" clId="{063A26A4-B550-4246-A003-5B17F5424B77}" dt="2024-01-10T10:06:06.743" v="7" actId="1076"/>
          <ac:spMkLst>
            <pc:docMk/>
            <pc:sldMk cId="0" sldId="408"/>
            <ac:spMk id="31746" creationId="{40903160-8950-4393-A95D-028C5AC8396A}"/>
          </ac:spMkLst>
        </pc:spChg>
      </pc:sldChg>
      <pc:sldChg chg="modSp">
        <pc:chgData name="Arvind Easwaran" userId="6059df8d-17bf-4148-9f7c-190b13d86f35" providerId="ADAL" clId="{063A26A4-B550-4246-A003-5B17F5424B77}" dt="2024-01-10T10:09:04.573" v="226" actId="255"/>
        <pc:sldMkLst>
          <pc:docMk/>
          <pc:sldMk cId="3374934932" sldId="410"/>
        </pc:sldMkLst>
        <pc:spChg chg="mod">
          <ac:chgData name="Arvind Easwaran" userId="6059df8d-17bf-4148-9f7c-190b13d86f35" providerId="ADAL" clId="{063A26A4-B550-4246-A003-5B17F5424B77}" dt="2024-01-10T10:09:04.573" v="226" actId="255"/>
          <ac:spMkLst>
            <pc:docMk/>
            <pc:sldMk cId="3374934932" sldId="410"/>
            <ac:spMk id="30722" creationId="{60023510-5D0A-4C8D-BCA2-1E826B84339B}"/>
          </ac:spMkLst>
        </pc:spChg>
      </pc:sldChg>
    </pc:docChg>
  </pc:docChgLst>
  <pc:docChgLst>
    <pc:chgData name="Arvind Easwaran" userId="S::arvinde@staff.main.ntu.edu.sg::6059df8d-17bf-4148-9f7c-190b13d86f35" providerId="AD" clId="Web-{EDD6FFC6-41D6-A25D-48CD-95550D9EA071}"/>
    <pc:docChg chg="modSld">
      <pc:chgData name="Arvind Easwaran" userId="S::arvinde@staff.main.ntu.edu.sg::6059df8d-17bf-4148-9f7c-190b13d86f35" providerId="AD" clId="Web-{EDD6FFC6-41D6-A25D-48CD-95550D9EA071}" dt="2024-01-22T03:04:01.177" v="8" actId="20577"/>
      <pc:docMkLst>
        <pc:docMk/>
      </pc:docMkLst>
      <pc:sldChg chg="modSp">
        <pc:chgData name="Arvind Easwaran" userId="S::arvinde@staff.main.ntu.edu.sg::6059df8d-17bf-4148-9f7c-190b13d86f35" providerId="AD" clId="Web-{EDD6FFC6-41D6-A25D-48CD-95550D9EA071}" dt="2024-01-22T03:04:01.177" v="8" actId="20577"/>
        <pc:sldMkLst>
          <pc:docMk/>
          <pc:sldMk cId="0" sldId="403"/>
        </pc:sldMkLst>
        <pc:spChg chg="mod">
          <ac:chgData name="Arvind Easwaran" userId="S::arvinde@staff.main.ntu.edu.sg::6059df8d-17bf-4148-9f7c-190b13d86f35" providerId="AD" clId="Web-{EDD6FFC6-41D6-A25D-48CD-95550D9EA071}" dt="2024-01-22T03:04:01.177" v="8" actId="20577"/>
          <ac:spMkLst>
            <pc:docMk/>
            <pc:sldMk cId="0" sldId="403"/>
            <ac:spMk id="25603" creationId="{57B6DA5C-757D-4496-9B3F-E2687BF7284B}"/>
          </ac:spMkLst>
        </pc:spChg>
      </pc:sldChg>
    </pc:docChg>
  </pc:docChgLst>
  <pc:docChgLst>
    <pc:chgData name="Arvind Easwaran" userId="S::arvinde@staff.main.ntu.edu.sg::6059df8d-17bf-4148-9f7c-190b13d86f35" providerId="AD" clId="Web-{7DA3CDA4-69A6-28DC-AC17-170901C477E1}"/>
    <pc:docChg chg="modSld">
      <pc:chgData name="Arvind Easwaran" userId="S::arvinde@staff.main.ntu.edu.sg::6059df8d-17bf-4148-9f7c-190b13d86f35" providerId="AD" clId="Web-{7DA3CDA4-69A6-28DC-AC17-170901C477E1}" dt="2021-08-23T08:00:22.557" v="3"/>
      <pc:docMkLst>
        <pc:docMk/>
      </pc:docMkLst>
    </pc:docChg>
  </pc:docChgLst>
  <pc:docChgLst>
    <pc:chgData name="Arvind Easwaran" userId="6059df8d-17bf-4148-9f7c-190b13d86f35" providerId="ADAL" clId="{125DCFB3-6B30-A74A-A4D8-1474A2C7931E}"/>
    <pc:docChg chg="undo custSel addSld modSld sldOrd">
      <pc:chgData name="Arvind Easwaran" userId="6059df8d-17bf-4148-9f7c-190b13d86f35" providerId="ADAL" clId="{125DCFB3-6B30-A74A-A4D8-1474A2C7931E}" dt="2024-01-10T07:04:31.105" v="678" actId="20577"/>
      <pc:docMkLst>
        <pc:docMk/>
      </pc:docMkLst>
      <pc:sldChg chg="modSp">
        <pc:chgData name="Arvind Easwaran" userId="6059df8d-17bf-4148-9f7c-190b13d86f35" providerId="ADAL" clId="{125DCFB3-6B30-A74A-A4D8-1474A2C7931E}" dt="2024-01-10T06:33:54.931" v="61" actId="20577"/>
        <pc:sldMkLst>
          <pc:docMk/>
          <pc:sldMk cId="0" sldId="394"/>
        </pc:sldMkLst>
        <pc:spChg chg="mod">
          <ac:chgData name="Arvind Easwaran" userId="6059df8d-17bf-4148-9f7c-190b13d86f35" providerId="ADAL" clId="{125DCFB3-6B30-A74A-A4D8-1474A2C7931E}" dt="2024-01-10T06:33:54.931" v="61" actId="20577"/>
          <ac:spMkLst>
            <pc:docMk/>
            <pc:sldMk cId="0" sldId="394"/>
            <ac:spMk id="15363" creationId="{E3FFDB76-EB69-4172-9412-513495DC753C}"/>
          </ac:spMkLst>
        </pc:spChg>
        <pc:spChg chg="mod">
          <ac:chgData name="Arvind Easwaran" userId="6059df8d-17bf-4148-9f7c-190b13d86f35" providerId="ADAL" clId="{125DCFB3-6B30-A74A-A4D8-1474A2C7931E}" dt="2024-01-10T06:33:31.609" v="10" actId="20577"/>
          <ac:spMkLst>
            <pc:docMk/>
            <pc:sldMk cId="0" sldId="394"/>
            <ac:spMk id="15364" creationId="{C72C07CD-ED52-4D02-B782-A8CD804BA161}"/>
          </ac:spMkLst>
        </pc:spChg>
      </pc:sldChg>
      <pc:sldChg chg="addSp delSp modSp">
        <pc:chgData name="Arvind Easwaran" userId="6059df8d-17bf-4148-9f7c-190b13d86f35" providerId="ADAL" clId="{125DCFB3-6B30-A74A-A4D8-1474A2C7931E}" dt="2024-01-10T06:42:20.048" v="69" actId="20577"/>
        <pc:sldMkLst>
          <pc:docMk/>
          <pc:sldMk cId="0" sldId="396"/>
        </pc:sldMkLst>
        <pc:spChg chg="mod">
          <ac:chgData name="Arvind Easwaran" userId="6059df8d-17bf-4148-9f7c-190b13d86f35" providerId="ADAL" clId="{125DCFB3-6B30-A74A-A4D8-1474A2C7931E}" dt="2024-01-10T06:42:20.048" v="69" actId="20577"/>
          <ac:spMkLst>
            <pc:docMk/>
            <pc:sldMk cId="0" sldId="396"/>
            <ac:spMk id="19459" creationId="{82028A6E-493B-4861-B482-CCBC86648EB2}"/>
          </ac:spMkLst>
        </pc:spChg>
        <pc:picChg chg="del">
          <ac:chgData name="Arvind Easwaran" userId="6059df8d-17bf-4148-9f7c-190b13d86f35" providerId="ADAL" clId="{125DCFB3-6B30-A74A-A4D8-1474A2C7931E}" dt="2024-01-10T06:41:25.219" v="62" actId="478"/>
          <ac:picMkLst>
            <pc:docMk/>
            <pc:sldMk cId="0" sldId="396"/>
            <ac:picMk id="2" creationId="{57EA14F0-DBBC-D171-F095-2F1DB094FD92}"/>
          </ac:picMkLst>
        </pc:picChg>
        <pc:picChg chg="add mod">
          <ac:chgData name="Arvind Easwaran" userId="6059df8d-17bf-4148-9f7c-190b13d86f35" providerId="ADAL" clId="{125DCFB3-6B30-A74A-A4D8-1474A2C7931E}" dt="2024-01-10T06:42:05.231" v="67" actId="14100"/>
          <ac:picMkLst>
            <pc:docMk/>
            <pc:sldMk cId="0" sldId="396"/>
            <ac:picMk id="3" creationId="{D5D2AC92-DC89-FAC5-51C5-9D1FB40BEE3C}"/>
          </ac:picMkLst>
        </pc:picChg>
      </pc:sldChg>
      <pc:sldChg chg="modSp">
        <pc:chgData name="Arvind Easwaran" userId="6059df8d-17bf-4148-9f7c-190b13d86f35" providerId="ADAL" clId="{125DCFB3-6B30-A74A-A4D8-1474A2C7931E}" dt="2024-01-10T06:44:22.834" v="84" actId="1076"/>
        <pc:sldMkLst>
          <pc:docMk/>
          <pc:sldMk cId="0" sldId="398"/>
        </pc:sldMkLst>
        <pc:spChg chg="mod">
          <ac:chgData name="Arvind Easwaran" userId="6059df8d-17bf-4148-9f7c-190b13d86f35" providerId="ADAL" clId="{125DCFB3-6B30-A74A-A4D8-1474A2C7931E}" dt="2024-01-10T06:44:22.834" v="84" actId="1076"/>
          <ac:spMkLst>
            <pc:docMk/>
            <pc:sldMk cId="0" sldId="398"/>
            <ac:spMk id="23555" creationId="{25BB3B2E-EAE6-463C-B284-C9643859C207}"/>
          </ac:spMkLst>
        </pc:spChg>
      </pc:sldChg>
      <pc:sldChg chg="modSp">
        <pc:chgData name="Arvind Easwaran" userId="6059df8d-17bf-4148-9f7c-190b13d86f35" providerId="ADAL" clId="{125DCFB3-6B30-A74A-A4D8-1474A2C7931E}" dt="2024-01-10T06:44:30.876" v="86" actId="20577"/>
        <pc:sldMkLst>
          <pc:docMk/>
          <pc:sldMk cId="0" sldId="403"/>
        </pc:sldMkLst>
        <pc:spChg chg="mod">
          <ac:chgData name="Arvind Easwaran" userId="6059df8d-17bf-4148-9f7c-190b13d86f35" providerId="ADAL" clId="{125DCFB3-6B30-A74A-A4D8-1474A2C7931E}" dt="2024-01-10T06:44:30.876" v="86" actId="20577"/>
          <ac:spMkLst>
            <pc:docMk/>
            <pc:sldMk cId="0" sldId="403"/>
            <ac:spMk id="25603" creationId="{57B6DA5C-757D-4496-9B3F-E2687BF7284B}"/>
          </ac:spMkLst>
        </pc:spChg>
      </pc:sldChg>
      <pc:sldChg chg="addSp delSp modSp">
        <pc:chgData name="Arvind Easwaran" userId="6059df8d-17bf-4148-9f7c-190b13d86f35" providerId="ADAL" clId="{125DCFB3-6B30-A74A-A4D8-1474A2C7931E}" dt="2024-01-10T06:43:28.815" v="77" actId="20577"/>
        <pc:sldMkLst>
          <pc:docMk/>
          <pc:sldMk cId="2170149330" sldId="409"/>
        </pc:sldMkLst>
        <pc:spChg chg="mod">
          <ac:chgData name="Arvind Easwaran" userId="6059df8d-17bf-4148-9f7c-190b13d86f35" providerId="ADAL" clId="{125DCFB3-6B30-A74A-A4D8-1474A2C7931E}" dt="2024-01-10T06:43:28.815" v="77" actId="20577"/>
          <ac:spMkLst>
            <pc:docMk/>
            <pc:sldMk cId="2170149330" sldId="409"/>
            <ac:spMk id="19459" creationId="{82028A6E-493B-4861-B482-CCBC86648EB2}"/>
          </ac:spMkLst>
        </pc:spChg>
        <pc:picChg chg="del">
          <ac:chgData name="Arvind Easwaran" userId="6059df8d-17bf-4148-9f7c-190b13d86f35" providerId="ADAL" clId="{125DCFB3-6B30-A74A-A4D8-1474A2C7931E}" dt="2024-01-10T06:43:05.241" v="70" actId="478"/>
          <ac:picMkLst>
            <pc:docMk/>
            <pc:sldMk cId="2170149330" sldId="409"/>
            <ac:picMk id="2" creationId="{214DF982-C4FB-A0B3-6AB6-3A2A703B9321}"/>
          </ac:picMkLst>
        </pc:picChg>
        <pc:picChg chg="add mod">
          <ac:chgData name="Arvind Easwaran" userId="6059df8d-17bf-4148-9f7c-190b13d86f35" providerId="ADAL" clId="{125DCFB3-6B30-A74A-A4D8-1474A2C7931E}" dt="2024-01-10T06:43:22.491" v="75" actId="1076"/>
          <ac:picMkLst>
            <pc:docMk/>
            <pc:sldMk cId="2170149330" sldId="409"/>
            <ac:picMk id="3" creationId="{F42A7515-D1EE-CC6C-717E-5807A656A14D}"/>
          </ac:picMkLst>
        </pc:picChg>
      </pc:sldChg>
      <pc:sldChg chg="modSp add ord">
        <pc:chgData name="Arvind Easwaran" userId="6059df8d-17bf-4148-9f7c-190b13d86f35" providerId="ADAL" clId="{125DCFB3-6B30-A74A-A4D8-1474A2C7931E}" dt="2024-01-10T07:04:31.105" v="678" actId="20577"/>
        <pc:sldMkLst>
          <pc:docMk/>
          <pc:sldMk cId="3374934932" sldId="410"/>
        </pc:sldMkLst>
        <pc:spChg chg="mod">
          <ac:chgData name="Arvind Easwaran" userId="6059df8d-17bf-4148-9f7c-190b13d86f35" providerId="ADAL" clId="{125DCFB3-6B30-A74A-A4D8-1474A2C7931E}" dt="2024-01-10T06:53:21.682" v="108" actId="20577"/>
          <ac:spMkLst>
            <pc:docMk/>
            <pc:sldMk cId="3374934932" sldId="410"/>
            <ac:spMk id="30721" creationId="{18F4AD14-6EDD-4CE9-A824-3A2752A858BF}"/>
          </ac:spMkLst>
        </pc:spChg>
        <pc:spChg chg="mod">
          <ac:chgData name="Arvind Easwaran" userId="6059df8d-17bf-4148-9f7c-190b13d86f35" providerId="ADAL" clId="{125DCFB3-6B30-A74A-A4D8-1474A2C7931E}" dt="2024-01-10T07:04:31.105" v="678" actId="20577"/>
          <ac:spMkLst>
            <pc:docMk/>
            <pc:sldMk cId="3374934932" sldId="410"/>
            <ac:spMk id="30722" creationId="{60023510-5D0A-4C8D-BCA2-1E826B84339B}"/>
          </ac:spMkLst>
        </pc:spChg>
      </pc:sldChg>
    </pc:docChg>
  </pc:docChgLst>
  <pc:docChgLst>
    <pc:chgData name="Arvind Easwaran" userId="S::arvinde@staff.main.ntu.edu.sg::6059df8d-17bf-4148-9f7c-190b13d86f35" providerId="AD" clId="Web-{F3F30D16-C187-C0CB-1B7D-9E0EEA11BBDE}"/>
    <pc:docChg chg="modSld">
      <pc:chgData name="Arvind Easwaran" userId="S::arvinde@staff.main.ntu.edu.sg::6059df8d-17bf-4148-9f7c-190b13d86f35" providerId="AD" clId="Web-{F3F30D16-C187-C0CB-1B7D-9E0EEA11BBDE}" dt="2023-01-08T03:49:08.436" v="121" actId="1076"/>
      <pc:docMkLst>
        <pc:docMk/>
      </pc:docMkLst>
      <pc:sldChg chg="modSp">
        <pc:chgData name="Arvind Easwaran" userId="S::arvinde@staff.main.ntu.edu.sg::6059df8d-17bf-4148-9f7c-190b13d86f35" providerId="AD" clId="Web-{F3F30D16-C187-C0CB-1B7D-9E0EEA11BBDE}" dt="2023-01-08T03:34:41.202" v="4" actId="20577"/>
        <pc:sldMkLst>
          <pc:docMk/>
          <pc:sldMk cId="0" sldId="394"/>
        </pc:sldMkLst>
        <pc:spChg chg="mod">
          <ac:chgData name="Arvind Easwaran" userId="S::arvinde@staff.main.ntu.edu.sg::6059df8d-17bf-4148-9f7c-190b13d86f35" providerId="AD" clId="Web-{F3F30D16-C187-C0CB-1B7D-9E0EEA11BBDE}" dt="2023-01-08T03:34:41.202" v="4" actId="20577"/>
          <ac:spMkLst>
            <pc:docMk/>
            <pc:sldMk cId="0" sldId="394"/>
            <ac:spMk id="15364" creationId="{C72C07CD-ED52-4D02-B782-A8CD804BA161}"/>
          </ac:spMkLst>
        </pc:spChg>
      </pc:sldChg>
      <pc:sldChg chg="addSp delSp modSp">
        <pc:chgData name="Arvind Easwaran" userId="S::arvinde@staff.main.ntu.edu.sg::6059df8d-17bf-4148-9f7c-190b13d86f35" providerId="AD" clId="Web-{F3F30D16-C187-C0CB-1B7D-9E0EEA11BBDE}" dt="2023-01-08T03:49:01.248" v="120" actId="1076"/>
        <pc:sldMkLst>
          <pc:docMk/>
          <pc:sldMk cId="0" sldId="396"/>
        </pc:sldMkLst>
        <pc:spChg chg="mod">
          <ac:chgData name="Arvind Easwaran" userId="S::arvinde@staff.main.ntu.edu.sg::6059df8d-17bf-4148-9f7c-190b13d86f35" providerId="AD" clId="Web-{F3F30D16-C187-C0CB-1B7D-9E0EEA11BBDE}" dt="2023-01-08T03:47:56.261" v="102" actId="20577"/>
          <ac:spMkLst>
            <pc:docMk/>
            <pc:sldMk cId="0" sldId="396"/>
            <ac:spMk id="19459" creationId="{82028A6E-493B-4861-B482-CCBC86648EB2}"/>
          </ac:spMkLst>
        </pc:spChg>
        <pc:graphicFrameChg chg="del mod modGraphic">
          <ac:chgData name="Arvind Easwaran" userId="S::arvinde@staff.main.ntu.edu.sg::6059df8d-17bf-4148-9f7c-190b13d86f35" providerId="AD" clId="Web-{F3F30D16-C187-C0CB-1B7D-9E0EEA11BBDE}" dt="2023-01-08T03:35:57.408" v="8"/>
          <ac:graphicFrameMkLst>
            <pc:docMk/>
            <pc:sldMk cId="0" sldId="396"/>
            <ac:graphicFrameMk id="3" creationId="{5845D5D5-BAC9-B045-BA22-0068EDEC0988}"/>
          </ac:graphicFrameMkLst>
        </pc:graphicFrameChg>
        <pc:picChg chg="add del mod">
          <ac:chgData name="Arvind Easwaran" userId="S::arvinde@staff.main.ntu.edu.sg::6059df8d-17bf-4148-9f7c-190b13d86f35" providerId="AD" clId="Web-{F3F30D16-C187-C0CB-1B7D-9E0EEA11BBDE}" dt="2023-01-08T03:37:26.708" v="17"/>
          <ac:picMkLst>
            <pc:docMk/>
            <pc:sldMk cId="0" sldId="396"/>
            <ac:picMk id="2" creationId="{0398F212-06DA-89A7-9A49-36898D905313}"/>
          </ac:picMkLst>
        </pc:picChg>
        <pc:picChg chg="add mod">
          <ac:chgData name="Arvind Easwaran" userId="S::arvinde@staff.main.ntu.edu.sg::6059df8d-17bf-4148-9f7c-190b13d86f35" providerId="AD" clId="Web-{F3F30D16-C187-C0CB-1B7D-9E0EEA11BBDE}" dt="2023-01-08T03:49:01.248" v="120" actId="1076"/>
          <ac:picMkLst>
            <pc:docMk/>
            <pc:sldMk cId="0" sldId="396"/>
            <ac:picMk id="4" creationId="{C19F07B4-BA2E-FF86-0961-DB15B6589B25}"/>
          </ac:picMkLst>
        </pc:picChg>
      </pc:sldChg>
      <pc:sldChg chg="modSp">
        <pc:chgData name="Arvind Easwaran" userId="S::arvinde@staff.main.ntu.edu.sg::6059df8d-17bf-4148-9f7c-190b13d86f35" providerId="AD" clId="Web-{F3F30D16-C187-C0CB-1B7D-9E0EEA11BBDE}" dt="2023-01-08T03:46:35.571" v="80" actId="20577"/>
        <pc:sldMkLst>
          <pc:docMk/>
          <pc:sldMk cId="0" sldId="405"/>
        </pc:sldMkLst>
        <pc:spChg chg="mod">
          <ac:chgData name="Arvind Easwaran" userId="S::arvinde@staff.main.ntu.edu.sg::6059df8d-17bf-4148-9f7c-190b13d86f35" providerId="AD" clId="Web-{F3F30D16-C187-C0CB-1B7D-9E0EEA11BBDE}" dt="2023-01-08T03:46:35.571" v="80" actId="20577"/>
          <ac:spMkLst>
            <pc:docMk/>
            <pc:sldMk cId="0" sldId="405"/>
            <ac:spMk id="27650" creationId="{AC66D70B-0272-4674-BB2A-874AE1406023}"/>
          </ac:spMkLst>
        </pc:spChg>
      </pc:sldChg>
      <pc:sldChg chg="modSp">
        <pc:chgData name="Arvind Easwaran" userId="S::arvinde@staff.main.ntu.edu.sg::6059df8d-17bf-4148-9f7c-190b13d86f35" providerId="AD" clId="Web-{F3F30D16-C187-C0CB-1B7D-9E0EEA11BBDE}" dt="2023-01-08T03:42:22.250" v="34" actId="20577"/>
        <pc:sldMkLst>
          <pc:docMk/>
          <pc:sldMk cId="0" sldId="406"/>
        </pc:sldMkLst>
        <pc:spChg chg="mod">
          <ac:chgData name="Arvind Easwaran" userId="S::arvinde@staff.main.ntu.edu.sg::6059df8d-17bf-4148-9f7c-190b13d86f35" providerId="AD" clId="Web-{F3F30D16-C187-C0CB-1B7D-9E0EEA11BBDE}" dt="2023-01-08T03:42:22.250" v="34" actId="20577"/>
          <ac:spMkLst>
            <pc:docMk/>
            <pc:sldMk cId="0" sldId="406"/>
            <ac:spMk id="28674" creationId="{EA6891AF-1FAC-495C-9216-90ED70D798B7}"/>
          </ac:spMkLst>
        </pc:spChg>
      </pc:sldChg>
      <pc:sldChg chg="addSp modSp">
        <pc:chgData name="Arvind Easwaran" userId="S::arvinde@staff.main.ntu.edu.sg::6059df8d-17bf-4148-9f7c-190b13d86f35" providerId="AD" clId="Web-{F3F30D16-C187-C0CB-1B7D-9E0EEA11BBDE}" dt="2023-01-08T03:49:08.436" v="121" actId="1076"/>
        <pc:sldMkLst>
          <pc:docMk/>
          <pc:sldMk cId="2170149330" sldId="409"/>
        </pc:sldMkLst>
        <pc:spChg chg="mod">
          <ac:chgData name="Arvind Easwaran" userId="S::arvinde@staff.main.ntu.edu.sg::6059df8d-17bf-4148-9f7c-190b13d86f35" providerId="AD" clId="Web-{F3F30D16-C187-C0CB-1B7D-9E0EEA11BBDE}" dt="2023-01-08T03:48:49.951" v="119" actId="20577"/>
          <ac:spMkLst>
            <pc:docMk/>
            <pc:sldMk cId="2170149330" sldId="409"/>
            <ac:spMk id="19459" creationId="{82028A6E-493B-4861-B482-CCBC86648EB2}"/>
          </ac:spMkLst>
        </pc:spChg>
        <pc:picChg chg="add mod">
          <ac:chgData name="Arvind Easwaran" userId="S::arvinde@staff.main.ntu.edu.sg::6059df8d-17bf-4148-9f7c-190b13d86f35" providerId="AD" clId="Web-{F3F30D16-C187-C0CB-1B7D-9E0EEA11BBDE}" dt="2023-01-08T03:49:08.436" v="121" actId="1076"/>
          <ac:picMkLst>
            <pc:docMk/>
            <pc:sldMk cId="2170149330" sldId="409"/>
            <ac:picMk id="2" creationId="{214DF982-C4FB-A0B3-6AB6-3A2A703B9321}"/>
          </ac:picMkLst>
        </pc:picChg>
      </pc:sldChg>
    </pc:docChg>
  </pc:docChgLst>
  <pc:docChgLst>
    <pc:chgData name="Arvind Easwaran" userId="S::arvinde@staff.main.ntu.edu.sg::6059df8d-17bf-4148-9f7c-190b13d86f35" providerId="AD" clId="Web-{39175A37-A830-5DE0-A677-DF70B4F1644F}"/>
    <pc:docChg chg="modSld">
      <pc:chgData name="Arvind Easwaran" userId="S::arvinde@staff.main.ntu.edu.sg::6059df8d-17bf-4148-9f7c-190b13d86f35" providerId="AD" clId="Web-{39175A37-A830-5DE0-A677-DF70B4F1644F}" dt="2022-09-19T00:02:54.528" v="4"/>
      <pc:docMkLst>
        <pc:docMk/>
      </pc:docMkLst>
      <pc:sldChg chg="addSp delSp modSp">
        <pc:chgData name="Arvind Easwaran" userId="S::arvinde@staff.main.ntu.edu.sg::6059df8d-17bf-4148-9f7c-190b13d86f35" providerId="AD" clId="Web-{39175A37-A830-5DE0-A677-DF70B4F1644F}" dt="2022-09-19T00:02:54.528" v="4"/>
        <pc:sldMkLst>
          <pc:docMk/>
          <pc:sldMk cId="0" sldId="396"/>
        </pc:sldMkLst>
        <pc:graphicFrameChg chg="add del mod">
          <ac:chgData name="Arvind Easwaran" userId="S::arvinde@staff.main.ntu.edu.sg::6059df8d-17bf-4148-9f7c-190b13d86f35" providerId="AD" clId="Web-{39175A37-A830-5DE0-A677-DF70B4F1644F}" dt="2022-09-19T00:02:39.371" v="2"/>
          <ac:graphicFrameMkLst>
            <pc:docMk/>
            <pc:sldMk cId="0" sldId="396"/>
            <ac:graphicFrameMk id="3" creationId="{666FA828-C725-5D96-762E-2BDFB13F8C91}"/>
          </ac:graphicFrameMkLst>
        </pc:graphicFrameChg>
        <pc:graphicFrameChg chg="add del mod">
          <ac:chgData name="Arvind Easwaran" userId="S::arvinde@staff.main.ntu.edu.sg::6059df8d-17bf-4148-9f7c-190b13d86f35" providerId="AD" clId="Web-{39175A37-A830-5DE0-A677-DF70B4F1644F}" dt="2022-09-19T00:02:54.528" v="4"/>
          <ac:graphicFrameMkLst>
            <pc:docMk/>
            <pc:sldMk cId="0" sldId="396"/>
            <ac:graphicFrameMk id="5" creationId="{C45F2AA6-9848-8C73-7087-855423D77500}"/>
          </ac:graphicFrameMkLst>
        </pc:graphicFrameChg>
        <pc:picChg chg="del">
          <ac:chgData name="Arvind Easwaran" userId="S::arvinde@staff.main.ntu.edu.sg::6059df8d-17bf-4148-9f7c-190b13d86f35" providerId="AD" clId="Web-{39175A37-A830-5DE0-A677-DF70B4F1644F}" dt="2022-09-19T00:02:30.152" v="0"/>
          <ac:picMkLst>
            <pc:docMk/>
            <pc:sldMk cId="0" sldId="396"/>
            <ac:picMk id="9" creationId="{8BB896FC-F083-70EB-82AF-FC7A0179D567}"/>
          </ac:picMkLst>
        </pc:picChg>
      </pc:sldChg>
    </pc:docChg>
  </pc:docChgLst>
  <pc:docChgLst>
    <pc:chgData name="Arvind Easwaran" userId="S::arvinde@staff.main.ntu.edu.sg::6059df8d-17bf-4148-9f7c-190b13d86f35" providerId="AD" clId="Web-{D1352BD8-6956-3592-028B-12A4CA209948}"/>
    <pc:docChg chg="modSld">
      <pc:chgData name="Arvind Easwaran" userId="S::arvinde@staff.main.ntu.edu.sg::6059df8d-17bf-4148-9f7c-190b13d86f35" providerId="AD" clId="Web-{D1352BD8-6956-3592-028B-12A4CA209948}" dt="2022-01-04T05:35:39.315" v="14"/>
      <pc:docMkLst>
        <pc:docMk/>
      </pc:docMkLst>
      <pc:sldChg chg="modSp">
        <pc:chgData name="Arvind Easwaran" userId="S::arvinde@staff.main.ntu.edu.sg::6059df8d-17bf-4148-9f7c-190b13d86f35" providerId="AD" clId="Web-{D1352BD8-6956-3592-028B-12A4CA209948}" dt="2022-01-04T05:34:24.251" v="9" actId="20577"/>
        <pc:sldMkLst>
          <pc:docMk/>
          <pc:sldMk cId="0" sldId="394"/>
        </pc:sldMkLst>
        <pc:spChg chg="mod">
          <ac:chgData name="Arvind Easwaran" userId="S::arvinde@staff.main.ntu.edu.sg::6059df8d-17bf-4148-9f7c-190b13d86f35" providerId="AD" clId="Web-{D1352BD8-6956-3592-028B-12A4CA209948}" dt="2022-01-04T05:34:24.251" v="9" actId="20577"/>
          <ac:spMkLst>
            <pc:docMk/>
            <pc:sldMk cId="0" sldId="394"/>
            <ac:spMk id="15364" creationId="{C72C07CD-ED52-4D02-B782-A8CD804BA161}"/>
          </ac:spMkLst>
        </pc:spChg>
      </pc:sldChg>
    </pc:docChg>
  </pc:docChgLst>
  <pc:docChgLst>
    <pc:chgData name="Cai Wentong (Prof)" userId="b22aa830-216f-40eb-a687-3460ebbcbaa9" providerId="ADAL" clId="{7D870B80-3D0F-40D6-A0F3-3157B8B2AA61}"/>
    <pc:docChg chg="undo custSel modSld sldOrd">
      <pc:chgData name="Cai Wentong (Prof)" userId="b22aa830-216f-40eb-a687-3460ebbcbaa9" providerId="ADAL" clId="{7D870B80-3D0F-40D6-A0F3-3157B8B2AA61}" dt="2023-08-17T00:30:52.996" v="9" actId="207"/>
      <pc:docMkLst>
        <pc:docMk/>
      </pc:docMkLst>
      <pc:sldChg chg="modSp mod">
        <pc:chgData name="Cai Wentong (Prof)" userId="b22aa830-216f-40eb-a687-3460ebbcbaa9" providerId="ADAL" clId="{7D870B80-3D0F-40D6-A0F3-3157B8B2AA61}" dt="2023-08-17T00:30:52.996" v="9" actId="207"/>
        <pc:sldMkLst>
          <pc:docMk/>
          <pc:sldMk cId="0" sldId="398"/>
        </pc:sldMkLst>
        <pc:spChg chg="mod">
          <ac:chgData name="Cai Wentong (Prof)" userId="b22aa830-216f-40eb-a687-3460ebbcbaa9" providerId="ADAL" clId="{7D870B80-3D0F-40D6-A0F3-3157B8B2AA61}" dt="2023-08-17T00:30:52.996" v="9" actId="207"/>
          <ac:spMkLst>
            <pc:docMk/>
            <pc:sldMk cId="0" sldId="398"/>
            <ac:spMk id="23555" creationId="{25BB3B2E-EAE6-463C-B284-C9643859C207}"/>
          </ac:spMkLst>
        </pc:spChg>
      </pc:sldChg>
      <pc:sldChg chg="ord">
        <pc:chgData name="Cai Wentong (Prof)" userId="b22aa830-216f-40eb-a687-3460ebbcbaa9" providerId="ADAL" clId="{7D870B80-3D0F-40D6-A0F3-3157B8B2AA61}" dt="2023-08-17T00:29:24.538" v="1"/>
        <pc:sldMkLst>
          <pc:docMk/>
          <pc:sldMk cId="0" sldId="402"/>
        </pc:sldMkLst>
      </pc:sldChg>
    </pc:docChg>
  </pc:docChgLst>
  <pc:docChgLst>
    <pc:chgData name="Arvind Easwaran" userId="S::arvinde@staff.main.ntu.edu.sg::6059df8d-17bf-4148-9f7c-190b13d86f35" providerId="AD" clId="Web-{9AEBA68D-1443-EDD1-B5BF-B6127B0602B9}"/>
    <pc:docChg chg="modSld">
      <pc:chgData name="Arvind Easwaran" userId="S::arvinde@staff.main.ntu.edu.sg::6059df8d-17bf-4148-9f7c-190b13d86f35" providerId="AD" clId="Web-{9AEBA68D-1443-EDD1-B5BF-B6127B0602B9}" dt="2022-08-04T01:49:57.855" v="234" actId="20577"/>
      <pc:docMkLst>
        <pc:docMk/>
      </pc:docMkLst>
      <pc:sldChg chg="modSp">
        <pc:chgData name="Arvind Easwaran" userId="S::arvinde@staff.main.ntu.edu.sg::6059df8d-17bf-4148-9f7c-190b13d86f35" providerId="AD" clId="Web-{9AEBA68D-1443-EDD1-B5BF-B6127B0602B9}" dt="2022-08-04T01:49:31.979" v="232" actId="20577"/>
        <pc:sldMkLst>
          <pc:docMk/>
          <pc:sldMk cId="0" sldId="394"/>
        </pc:sldMkLst>
        <pc:spChg chg="mod">
          <ac:chgData name="Arvind Easwaran" userId="S::arvinde@staff.main.ntu.edu.sg::6059df8d-17bf-4148-9f7c-190b13d86f35" providerId="AD" clId="Web-{9AEBA68D-1443-EDD1-B5BF-B6127B0602B9}" dt="2022-08-04T01:49:31.979" v="232" actId="20577"/>
          <ac:spMkLst>
            <pc:docMk/>
            <pc:sldMk cId="0" sldId="394"/>
            <ac:spMk id="15361" creationId="{F7966877-A75D-4FEB-A6CA-0A02E3B07088}"/>
          </ac:spMkLst>
        </pc:spChg>
        <pc:spChg chg="mod">
          <ac:chgData name="Arvind Easwaran" userId="S::arvinde@staff.main.ntu.edu.sg::6059df8d-17bf-4148-9f7c-190b13d86f35" providerId="AD" clId="Web-{9AEBA68D-1443-EDD1-B5BF-B6127B0602B9}" dt="2022-08-04T01:19:36.493" v="12" actId="20577"/>
          <ac:spMkLst>
            <pc:docMk/>
            <pc:sldMk cId="0" sldId="394"/>
            <ac:spMk id="15362" creationId="{85F37269-32EF-450F-9BF7-E45D808CDEBE}"/>
          </ac:spMkLst>
        </pc:spChg>
        <pc:spChg chg="mod">
          <ac:chgData name="Arvind Easwaran" userId="S::arvinde@staff.main.ntu.edu.sg::6059df8d-17bf-4148-9f7c-190b13d86f35" providerId="AD" clId="Web-{9AEBA68D-1443-EDD1-B5BF-B6127B0602B9}" dt="2022-08-04T01:19:30.352" v="8" actId="20577"/>
          <ac:spMkLst>
            <pc:docMk/>
            <pc:sldMk cId="0" sldId="394"/>
            <ac:spMk id="15364" creationId="{C72C07CD-ED52-4D02-B782-A8CD804BA161}"/>
          </ac:spMkLst>
        </pc:spChg>
      </pc:sldChg>
      <pc:sldChg chg="modSp">
        <pc:chgData name="Arvind Easwaran" userId="S::arvinde@staff.main.ntu.edu.sg::6059df8d-17bf-4148-9f7c-190b13d86f35" providerId="AD" clId="Web-{9AEBA68D-1443-EDD1-B5BF-B6127B0602B9}" dt="2022-08-04T01:49:57.855" v="234" actId="20577"/>
        <pc:sldMkLst>
          <pc:docMk/>
          <pc:sldMk cId="0" sldId="395"/>
        </pc:sldMkLst>
        <pc:spChg chg="mod">
          <ac:chgData name="Arvind Easwaran" userId="S::arvinde@staff.main.ntu.edu.sg::6059df8d-17bf-4148-9f7c-190b13d86f35" providerId="AD" clId="Web-{9AEBA68D-1443-EDD1-B5BF-B6127B0602B9}" dt="2022-08-04T01:49:57.855" v="234" actId="20577"/>
          <ac:spMkLst>
            <pc:docMk/>
            <pc:sldMk cId="0" sldId="395"/>
            <ac:spMk id="17409" creationId="{A5DE8DCC-7A56-4B5F-9D74-44F974D7A1FA}"/>
          </ac:spMkLst>
        </pc:spChg>
      </pc:sldChg>
      <pc:sldChg chg="modSp">
        <pc:chgData name="Arvind Easwaran" userId="S::arvinde@staff.main.ntu.edu.sg::6059df8d-17bf-4148-9f7c-190b13d86f35" providerId="AD" clId="Web-{9AEBA68D-1443-EDD1-B5BF-B6127B0602B9}" dt="2022-08-04T01:34:00.024" v="155" actId="20577"/>
        <pc:sldMkLst>
          <pc:docMk/>
          <pc:sldMk cId="0" sldId="403"/>
        </pc:sldMkLst>
        <pc:spChg chg="mod">
          <ac:chgData name="Arvind Easwaran" userId="S::arvinde@staff.main.ntu.edu.sg::6059df8d-17bf-4148-9f7c-190b13d86f35" providerId="AD" clId="Web-{9AEBA68D-1443-EDD1-B5BF-B6127B0602B9}" dt="2022-08-04T01:34:00.024" v="155" actId="20577"/>
          <ac:spMkLst>
            <pc:docMk/>
            <pc:sldMk cId="0" sldId="403"/>
            <ac:spMk id="25603" creationId="{57B6DA5C-757D-4496-9B3F-E2687BF7284B}"/>
          </ac:spMkLst>
        </pc:spChg>
      </pc:sldChg>
      <pc:sldChg chg="modSp">
        <pc:chgData name="Arvind Easwaran" userId="S::arvinde@staff.main.ntu.edu.sg::6059df8d-17bf-4148-9f7c-190b13d86f35" providerId="AD" clId="Web-{9AEBA68D-1443-EDD1-B5BF-B6127B0602B9}" dt="2022-08-04T01:38:51.175" v="227" actId="1076"/>
        <pc:sldMkLst>
          <pc:docMk/>
          <pc:sldMk cId="0" sldId="405"/>
        </pc:sldMkLst>
        <pc:spChg chg="mod">
          <ac:chgData name="Arvind Easwaran" userId="S::arvinde@staff.main.ntu.edu.sg::6059df8d-17bf-4148-9f7c-190b13d86f35" providerId="AD" clId="Web-{9AEBA68D-1443-EDD1-B5BF-B6127B0602B9}" dt="2022-08-04T01:38:51.175" v="227" actId="1076"/>
          <ac:spMkLst>
            <pc:docMk/>
            <pc:sldMk cId="0" sldId="405"/>
            <ac:spMk id="27650" creationId="{AC66D70B-0272-4674-BB2A-874AE1406023}"/>
          </ac:spMkLst>
        </pc:spChg>
      </pc:sldChg>
      <pc:sldChg chg="modSp">
        <pc:chgData name="Arvind Easwaran" userId="S::arvinde@staff.main.ntu.edu.sg::6059df8d-17bf-4148-9f7c-190b13d86f35" providerId="AD" clId="Web-{9AEBA68D-1443-EDD1-B5BF-B6127B0602B9}" dt="2022-08-04T01:34:45.713" v="168" actId="20577"/>
        <pc:sldMkLst>
          <pc:docMk/>
          <pc:sldMk cId="0" sldId="406"/>
        </pc:sldMkLst>
        <pc:spChg chg="mod">
          <ac:chgData name="Arvind Easwaran" userId="S::arvinde@staff.main.ntu.edu.sg::6059df8d-17bf-4148-9f7c-190b13d86f35" providerId="AD" clId="Web-{9AEBA68D-1443-EDD1-B5BF-B6127B0602B9}" dt="2022-08-04T01:34:45.713" v="168" actId="20577"/>
          <ac:spMkLst>
            <pc:docMk/>
            <pc:sldMk cId="0" sldId="406"/>
            <ac:spMk id="28674" creationId="{EA6891AF-1FAC-495C-9216-90ED70D798B7}"/>
          </ac:spMkLst>
        </pc:spChg>
      </pc:sldChg>
      <pc:sldChg chg="modSp">
        <pc:chgData name="Arvind Easwaran" userId="S::arvinde@staff.main.ntu.edu.sg::6059df8d-17bf-4148-9f7c-190b13d86f35" providerId="AD" clId="Web-{9AEBA68D-1443-EDD1-B5BF-B6127B0602B9}" dt="2022-08-04T01:39:15.020" v="230" actId="20577"/>
        <pc:sldMkLst>
          <pc:docMk/>
          <pc:sldMk cId="0" sldId="407"/>
        </pc:sldMkLst>
        <pc:spChg chg="mod">
          <ac:chgData name="Arvind Easwaran" userId="S::arvinde@staff.main.ntu.edu.sg::6059df8d-17bf-4148-9f7c-190b13d86f35" providerId="AD" clId="Web-{9AEBA68D-1443-EDD1-B5BF-B6127B0602B9}" dt="2022-08-04T01:39:15.020" v="230" actId="20577"/>
          <ac:spMkLst>
            <pc:docMk/>
            <pc:sldMk cId="0" sldId="407"/>
            <ac:spMk id="30722" creationId="{60023510-5D0A-4C8D-BCA2-1E826B84339B}"/>
          </ac:spMkLst>
        </pc:spChg>
      </pc:sldChg>
      <pc:sldChg chg="delSp mod modShow">
        <pc:chgData name="Arvind Easwaran" userId="S::arvinde@staff.main.ntu.edu.sg::6059df8d-17bf-4148-9f7c-190b13d86f35" providerId="AD" clId="Web-{9AEBA68D-1443-EDD1-B5BF-B6127B0602B9}" dt="2022-08-04T01:33:19.741" v="148"/>
        <pc:sldMkLst>
          <pc:docMk/>
          <pc:sldMk cId="2170149330" sldId="409"/>
        </pc:sldMkLst>
        <pc:graphicFrameChg chg="del">
          <ac:chgData name="Arvind Easwaran" userId="S::arvinde@staff.main.ntu.edu.sg::6059df8d-17bf-4148-9f7c-190b13d86f35" providerId="AD" clId="Web-{9AEBA68D-1443-EDD1-B5BF-B6127B0602B9}" dt="2022-08-04T01:33:19.741" v="148"/>
          <ac:graphicFrameMkLst>
            <pc:docMk/>
            <pc:sldMk cId="2170149330" sldId="409"/>
            <ac:graphicFrameMk id="2" creationId="{5AAF32B4-F237-D047-97EA-E40EAE4DC1AF}"/>
          </ac:graphicFrameMkLst>
        </pc:graphicFrameChg>
      </pc:sldChg>
    </pc:docChg>
  </pc:docChgLst>
  <pc:docChgLst>
    <pc:chgData name="Arvind Easwaran" userId="S::arvinde@staff.main.ntu.edu.sg::6059df8d-17bf-4148-9f7c-190b13d86f35" providerId="AD" clId="Web-{42A98B3C-7AAC-3D07-FDB1-3C2B839277AF}"/>
    <pc:docChg chg="modSld">
      <pc:chgData name="Arvind Easwaran" userId="S::arvinde@staff.main.ntu.edu.sg::6059df8d-17bf-4148-9f7c-190b13d86f35" providerId="AD" clId="Web-{42A98B3C-7AAC-3D07-FDB1-3C2B839277AF}" dt="2021-08-20T09:16:08.387" v="28"/>
      <pc:docMkLst>
        <pc:docMk/>
      </pc:docMkLst>
      <pc:sldChg chg="addSp delSp modSp">
        <pc:chgData name="Arvind Easwaran" userId="S::arvinde@staff.main.ntu.edu.sg::6059df8d-17bf-4148-9f7c-190b13d86f35" providerId="AD" clId="Web-{42A98B3C-7AAC-3D07-FDB1-3C2B839277AF}" dt="2021-08-20T09:16:08.387" v="28"/>
        <pc:sldMkLst>
          <pc:docMk/>
          <pc:sldMk cId="0" sldId="396"/>
        </pc:sldMkLst>
        <pc:graphicFrameChg chg="add del mod">
          <ac:chgData name="Arvind Easwaran" userId="S::arvinde@staff.main.ntu.edu.sg::6059df8d-17bf-4148-9f7c-190b13d86f35" providerId="AD" clId="Web-{42A98B3C-7AAC-3D07-FDB1-3C2B839277AF}" dt="2021-08-20T09:15:32.292" v="23"/>
          <ac:graphicFrameMkLst>
            <pc:docMk/>
            <pc:sldMk cId="0" sldId="396"/>
            <ac:graphicFrameMk id="3" creationId="{6D2DDFFA-5F5C-4874-AE27-F80A322939B2}"/>
          </ac:graphicFrameMkLst>
        </pc:graphicFrameChg>
        <pc:graphicFrameChg chg="add del mod">
          <ac:chgData name="Arvind Easwaran" userId="S::arvinde@staff.main.ntu.edu.sg::6059df8d-17bf-4148-9f7c-190b13d86f35" providerId="AD" clId="Web-{42A98B3C-7AAC-3D07-FDB1-3C2B839277AF}" dt="2021-08-20T09:15:51.761" v="25"/>
          <ac:graphicFrameMkLst>
            <pc:docMk/>
            <pc:sldMk cId="0" sldId="396"/>
            <ac:graphicFrameMk id="6" creationId="{AEB5CC80-E2D3-49B2-8996-B74256EF2FD8}"/>
          </ac:graphicFrameMkLst>
        </pc:graphicFrameChg>
        <pc:graphicFrameChg chg="add del mod">
          <ac:chgData name="Arvind Easwaran" userId="S::arvinde@staff.main.ntu.edu.sg::6059df8d-17bf-4148-9f7c-190b13d86f35" providerId="AD" clId="Web-{42A98B3C-7AAC-3D07-FDB1-3C2B839277AF}" dt="2021-08-20T09:16:06.902" v="27"/>
          <ac:graphicFrameMkLst>
            <pc:docMk/>
            <pc:sldMk cId="0" sldId="396"/>
            <ac:graphicFrameMk id="8" creationId="{AED500AF-8A2D-43C0-85EB-35B815288A75}"/>
          </ac:graphicFrameMkLst>
        </pc:graphicFrameChg>
        <pc:picChg chg="add del">
          <ac:chgData name="Arvind Easwaran" userId="S::arvinde@staff.main.ntu.edu.sg::6059df8d-17bf-4148-9f7c-190b13d86f35" providerId="AD" clId="Web-{42A98B3C-7AAC-3D07-FDB1-3C2B839277AF}" dt="2021-08-20T09:16:08.387" v="28"/>
          <ac:picMkLst>
            <pc:docMk/>
            <pc:sldMk cId="0" sldId="396"/>
            <ac:picMk id="5" creationId="{DD3C3AB4-7F4D-4966-9151-28C93E18A710}"/>
          </ac:picMkLst>
        </pc:picChg>
      </pc:sldChg>
      <pc:sldChg chg="modSp">
        <pc:chgData name="Arvind Easwaran" userId="S::arvinde@staff.main.ntu.edu.sg::6059df8d-17bf-4148-9f7c-190b13d86f35" providerId="AD" clId="Web-{42A98B3C-7AAC-3D07-FDB1-3C2B839277AF}" dt="2021-08-20T09:13:25.180" v="20" actId="20577"/>
        <pc:sldMkLst>
          <pc:docMk/>
          <pc:sldMk cId="0" sldId="405"/>
        </pc:sldMkLst>
        <pc:spChg chg="mod">
          <ac:chgData name="Arvind Easwaran" userId="S::arvinde@staff.main.ntu.edu.sg::6059df8d-17bf-4148-9f7c-190b13d86f35" providerId="AD" clId="Web-{42A98B3C-7AAC-3D07-FDB1-3C2B839277AF}" dt="2021-08-20T09:13:25.180" v="20" actId="20577"/>
          <ac:spMkLst>
            <pc:docMk/>
            <pc:sldMk cId="0" sldId="405"/>
            <ac:spMk id="27650" creationId="{AC66D70B-0272-4674-BB2A-874AE1406023}"/>
          </ac:spMkLst>
        </pc:spChg>
      </pc:sldChg>
    </pc:docChg>
  </pc:docChgLst>
  <pc:docChgLst>
    <pc:chgData name="Arvind Easwaran" userId="S::arvinde@staff.main.ntu.edu.sg::6059df8d-17bf-4148-9f7c-190b13d86f35" providerId="AD" clId="Web-{45A95EC0-9D22-45BB-BAC7-36400C71ECF3}"/>
    <pc:docChg chg="modSld">
      <pc:chgData name="Arvind Easwaran" userId="S::arvinde@staff.main.ntu.edu.sg::6059df8d-17bf-4148-9f7c-190b13d86f35" providerId="AD" clId="Web-{45A95EC0-9D22-45BB-BAC7-36400C71ECF3}" dt="2021-08-23T09:40:51.148" v="4" actId="1076"/>
      <pc:docMkLst>
        <pc:docMk/>
      </pc:docMkLst>
      <pc:sldChg chg="addSp delSp modSp">
        <pc:chgData name="Arvind Easwaran" userId="S::arvinde@staff.main.ntu.edu.sg::6059df8d-17bf-4148-9f7c-190b13d86f35" providerId="AD" clId="Web-{45A95EC0-9D22-45BB-BAC7-36400C71ECF3}" dt="2021-08-23T09:40:51.148" v="4" actId="1076"/>
        <pc:sldMkLst>
          <pc:docMk/>
          <pc:sldMk cId="2170149330" sldId="409"/>
        </pc:sldMkLst>
        <pc:picChg chg="del">
          <ac:chgData name="Arvind Easwaran" userId="S::arvinde@staff.main.ntu.edu.sg::6059df8d-17bf-4148-9f7c-190b13d86f35" providerId="AD" clId="Web-{45A95EC0-9D22-45BB-BAC7-36400C71ECF3}" dt="2021-08-23T09:40:35.366" v="0"/>
          <ac:picMkLst>
            <pc:docMk/>
            <pc:sldMk cId="2170149330" sldId="409"/>
            <ac:picMk id="2" creationId="{46F92AC4-67B2-4A8A-9717-E76DBA6851AE}"/>
          </ac:picMkLst>
        </pc:picChg>
        <pc:picChg chg="add mod">
          <ac:chgData name="Arvind Easwaran" userId="S::arvinde@staff.main.ntu.edu.sg::6059df8d-17bf-4148-9f7c-190b13d86f35" providerId="AD" clId="Web-{45A95EC0-9D22-45BB-BAC7-36400C71ECF3}" dt="2021-08-23T09:40:51.148" v="4" actId="1076"/>
          <ac:picMkLst>
            <pc:docMk/>
            <pc:sldMk cId="2170149330" sldId="409"/>
            <ac:picMk id="3" creationId="{48B56B78-2507-4D2A-8F71-2C3DDB0AED89}"/>
          </ac:picMkLst>
        </pc:picChg>
      </pc:sldChg>
    </pc:docChg>
  </pc:docChgLst>
  <pc:docChgLst>
    <pc:chgData name="Arvind Easwaran" userId="S::arvinde@staff.main.ntu.edu.sg::6059df8d-17bf-4148-9f7c-190b13d86f35" providerId="AD" clId="Web-{CD3F75FC-5292-5DC0-CA56-C67EEE7AF8A7}"/>
    <pc:docChg chg="modSld">
      <pc:chgData name="Arvind Easwaran" userId="S::arvinde@staff.main.ntu.edu.sg::6059df8d-17bf-4148-9f7c-190b13d86f35" providerId="AD" clId="Web-{CD3F75FC-5292-5DC0-CA56-C67EEE7AF8A7}" dt="2022-08-04T02:00:41.701" v="7"/>
      <pc:docMkLst>
        <pc:docMk/>
      </pc:docMkLst>
      <pc:sldChg chg="addSp delSp modSp">
        <pc:chgData name="Arvind Easwaran" userId="S::arvinde@staff.main.ntu.edu.sg::6059df8d-17bf-4148-9f7c-190b13d86f35" providerId="AD" clId="Web-{CD3F75FC-5292-5DC0-CA56-C67EEE7AF8A7}" dt="2022-08-04T02:00:41.701" v="7"/>
        <pc:sldMkLst>
          <pc:docMk/>
          <pc:sldMk cId="0" sldId="402"/>
        </pc:sldMkLst>
        <pc:spChg chg="add del">
          <ac:chgData name="Arvind Easwaran" userId="S::arvinde@staff.main.ntu.edu.sg::6059df8d-17bf-4148-9f7c-190b13d86f35" providerId="AD" clId="Web-{CD3F75FC-5292-5DC0-CA56-C67EEE7AF8A7}" dt="2022-08-04T02:00:41.701" v="7"/>
          <ac:spMkLst>
            <pc:docMk/>
            <pc:sldMk cId="0" sldId="402"/>
            <ac:spMk id="32771" creationId="{0B0FB84C-AAC8-4D62-A2F2-0416A5A8B87D}"/>
          </ac:spMkLst>
        </pc:spChg>
        <pc:picChg chg="add del mod">
          <ac:chgData name="Arvind Easwaran" userId="S::arvinde@staff.main.ntu.edu.sg::6059df8d-17bf-4148-9f7c-190b13d86f35" providerId="AD" clId="Web-{CD3F75FC-5292-5DC0-CA56-C67EEE7AF8A7}" dt="2022-08-04T01:54:38.645" v="2"/>
          <ac:picMkLst>
            <pc:docMk/>
            <pc:sldMk cId="0" sldId="402"/>
            <ac:picMk id="2" creationId="{27053C0A-2CB3-7AA8-F43C-00E890FBDE06}"/>
          </ac:picMkLst>
        </pc:picChg>
        <pc:picChg chg="add del mod">
          <ac:chgData name="Arvind Easwaran" userId="S::arvinde@staff.main.ntu.edu.sg::6059df8d-17bf-4148-9f7c-190b13d86f35" providerId="AD" clId="Web-{CD3F75FC-5292-5DC0-CA56-C67EEE7AF8A7}" dt="2022-08-04T02:00:39.170" v="6"/>
          <ac:picMkLst>
            <pc:docMk/>
            <pc:sldMk cId="0" sldId="402"/>
            <ac:picMk id="3" creationId="{7023AEC3-D63E-BDC0-5BEC-B53FBC8D899D}"/>
          </ac:picMkLst>
        </pc:picChg>
      </pc:sldChg>
    </pc:docChg>
  </pc:docChgLst>
  <pc:docChgLst>
    <pc:chgData name="Arvind Easwaran" userId="6059df8d-17bf-4148-9f7c-190b13d86f35" providerId="ADAL" clId="{7E4A3CCE-90BD-4907-955C-576B21CB491C}"/>
    <pc:docChg chg="undo redo custSel addSld delSld modSld">
      <pc:chgData name="Arvind Easwaran" userId="6059df8d-17bf-4148-9f7c-190b13d86f35" providerId="ADAL" clId="{7E4A3CCE-90BD-4907-955C-576B21CB491C}" dt="2021-08-06T06:38:19.904" v="958" actId="20577"/>
      <pc:docMkLst>
        <pc:docMk/>
      </pc:docMkLst>
      <pc:sldChg chg="modSp mod">
        <pc:chgData name="Arvind Easwaran" userId="6059df8d-17bf-4148-9f7c-190b13d86f35" providerId="ADAL" clId="{7E4A3CCE-90BD-4907-955C-576B21CB491C}" dt="2021-07-28T08:43:28.208" v="46" actId="20577"/>
        <pc:sldMkLst>
          <pc:docMk/>
          <pc:sldMk cId="0" sldId="394"/>
        </pc:sldMkLst>
        <pc:spChg chg="mod">
          <ac:chgData name="Arvind Easwaran" userId="6059df8d-17bf-4148-9f7c-190b13d86f35" providerId="ADAL" clId="{7E4A3CCE-90BD-4907-955C-576B21CB491C}" dt="2021-07-28T08:43:28.208" v="46" actId="20577"/>
          <ac:spMkLst>
            <pc:docMk/>
            <pc:sldMk cId="0" sldId="394"/>
            <ac:spMk id="15362" creationId="{85F37269-32EF-450F-9BF7-E45D808CDEBE}"/>
          </ac:spMkLst>
        </pc:spChg>
        <pc:spChg chg="mod">
          <ac:chgData name="Arvind Easwaran" userId="6059df8d-17bf-4148-9f7c-190b13d86f35" providerId="ADAL" clId="{7E4A3CCE-90BD-4907-955C-576B21CB491C}" dt="2021-07-28T08:40:51.706" v="14" actId="20577"/>
          <ac:spMkLst>
            <pc:docMk/>
            <pc:sldMk cId="0" sldId="394"/>
            <ac:spMk id="15364" creationId="{C72C07CD-ED52-4D02-B782-A8CD804BA161}"/>
          </ac:spMkLst>
        </pc:spChg>
      </pc:sldChg>
      <pc:sldChg chg="modSp mod modNotesTx">
        <pc:chgData name="Arvind Easwaran" userId="6059df8d-17bf-4148-9f7c-190b13d86f35" providerId="ADAL" clId="{7E4A3CCE-90BD-4907-955C-576B21CB491C}" dt="2021-08-06T05:38:02.609" v="814" actId="20577"/>
        <pc:sldMkLst>
          <pc:docMk/>
          <pc:sldMk cId="0" sldId="395"/>
        </pc:sldMkLst>
        <pc:spChg chg="mod">
          <ac:chgData name="Arvind Easwaran" userId="6059df8d-17bf-4148-9f7c-190b13d86f35" providerId="ADAL" clId="{7E4A3CCE-90BD-4907-955C-576B21CB491C}" dt="2021-08-06T05:37:36.559" v="756" actId="6549"/>
          <ac:spMkLst>
            <pc:docMk/>
            <pc:sldMk cId="0" sldId="395"/>
            <ac:spMk id="17411" creationId="{174E3F5D-B039-418D-80B3-18CB3B87EA02}"/>
          </ac:spMkLst>
        </pc:spChg>
      </pc:sldChg>
      <pc:sldChg chg="addSp delSp modSp add del mod modNotesTx">
        <pc:chgData name="Arvind Easwaran" userId="6059df8d-17bf-4148-9f7c-190b13d86f35" providerId="ADAL" clId="{7E4A3CCE-90BD-4907-955C-576B21CB491C}" dt="2021-08-06T05:39:58.701" v="850" actId="20577"/>
        <pc:sldMkLst>
          <pc:docMk/>
          <pc:sldMk cId="0" sldId="396"/>
        </pc:sldMkLst>
        <pc:spChg chg="mod">
          <ac:chgData name="Arvind Easwaran" userId="6059df8d-17bf-4148-9f7c-190b13d86f35" providerId="ADAL" clId="{7E4A3CCE-90BD-4907-955C-576B21CB491C}" dt="2021-07-29T02:12:17.062" v="194" actId="20577"/>
          <ac:spMkLst>
            <pc:docMk/>
            <pc:sldMk cId="0" sldId="396"/>
            <ac:spMk id="19459" creationId="{82028A6E-493B-4861-B482-CCBC86648EB2}"/>
          </ac:spMkLst>
        </pc:spChg>
        <pc:graphicFrameChg chg="del">
          <ac:chgData name="Arvind Easwaran" userId="6059df8d-17bf-4148-9f7c-190b13d86f35" providerId="ADAL" clId="{7E4A3CCE-90BD-4907-955C-576B21CB491C}" dt="2021-07-29T02:11:07.998" v="176" actId="478"/>
          <ac:graphicFrameMkLst>
            <pc:docMk/>
            <pc:sldMk cId="0" sldId="396"/>
            <ac:graphicFrameMk id="3" creationId="{A3105F54-6C8C-4618-BC37-CC8A14087147}"/>
          </ac:graphicFrameMkLst>
        </pc:graphicFrameChg>
        <pc:picChg chg="add del mod">
          <ac:chgData name="Arvind Easwaran" userId="6059df8d-17bf-4148-9f7c-190b13d86f35" providerId="ADAL" clId="{7E4A3CCE-90BD-4907-955C-576B21CB491C}" dt="2021-08-06T05:39:13.723" v="821" actId="478"/>
          <ac:picMkLst>
            <pc:docMk/>
            <pc:sldMk cId="0" sldId="396"/>
            <ac:picMk id="3" creationId="{773163AC-231F-4D2B-99E7-70247B421624}"/>
          </ac:picMkLst>
        </pc:picChg>
        <pc:picChg chg="add mod">
          <ac:chgData name="Arvind Easwaran" userId="6059df8d-17bf-4148-9f7c-190b13d86f35" providerId="ADAL" clId="{7E4A3CCE-90BD-4907-955C-576B21CB491C}" dt="2021-08-06T05:39:31.060" v="829" actId="14100"/>
          <ac:picMkLst>
            <pc:docMk/>
            <pc:sldMk cId="0" sldId="396"/>
            <ac:picMk id="5" creationId="{DD3C3AB4-7F4D-4966-9151-28C93E18A710}"/>
          </ac:picMkLst>
        </pc:picChg>
      </pc:sldChg>
      <pc:sldChg chg="modSp mod">
        <pc:chgData name="Arvind Easwaran" userId="6059df8d-17bf-4148-9f7c-190b13d86f35" providerId="ADAL" clId="{7E4A3CCE-90BD-4907-955C-576B21CB491C}" dt="2021-08-06T05:41:44.570" v="865" actId="20577"/>
        <pc:sldMkLst>
          <pc:docMk/>
          <pc:sldMk cId="0" sldId="398"/>
        </pc:sldMkLst>
        <pc:spChg chg="mod">
          <ac:chgData name="Arvind Easwaran" userId="6059df8d-17bf-4148-9f7c-190b13d86f35" providerId="ADAL" clId="{7E4A3CCE-90BD-4907-955C-576B21CB491C}" dt="2021-08-06T05:41:44.570" v="865" actId="20577"/>
          <ac:spMkLst>
            <pc:docMk/>
            <pc:sldMk cId="0" sldId="398"/>
            <ac:spMk id="23555" creationId="{25BB3B2E-EAE6-463C-B284-C9643859C207}"/>
          </ac:spMkLst>
        </pc:spChg>
      </pc:sldChg>
      <pc:sldChg chg="modSp mod">
        <pc:chgData name="Arvind Easwaran" userId="6059df8d-17bf-4148-9f7c-190b13d86f35" providerId="ADAL" clId="{7E4A3CCE-90BD-4907-955C-576B21CB491C}" dt="2021-08-06T06:38:19.904" v="958" actId="20577"/>
        <pc:sldMkLst>
          <pc:docMk/>
          <pc:sldMk cId="0" sldId="403"/>
        </pc:sldMkLst>
        <pc:spChg chg="mod">
          <ac:chgData name="Arvind Easwaran" userId="6059df8d-17bf-4148-9f7c-190b13d86f35" providerId="ADAL" clId="{7E4A3CCE-90BD-4907-955C-576B21CB491C}" dt="2021-08-06T06:38:19.904" v="958" actId="20577"/>
          <ac:spMkLst>
            <pc:docMk/>
            <pc:sldMk cId="0" sldId="403"/>
            <ac:spMk id="25603" creationId="{57B6DA5C-757D-4496-9B3F-E2687BF7284B}"/>
          </ac:spMkLst>
        </pc:spChg>
      </pc:sldChg>
      <pc:sldChg chg="modSp mod">
        <pc:chgData name="Arvind Easwaran" userId="6059df8d-17bf-4148-9f7c-190b13d86f35" providerId="ADAL" clId="{7E4A3CCE-90BD-4907-955C-576B21CB491C}" dt="2021-07-29T06:32:56.168" v="370" actId="20577"/>
        <pc:sldMkLst>
          <pc:docMk/>
          <pc:sldMk cId="0" sldId="405"/>
        </pc:sldMkLst>
        <pc:spChg chg="mod">
          <ac:chgData name="Arvind Easwaran" userId="6059df8d-17bf-4148-9f7c-190b13d86f35" providerId="ADAL" clId="{7E4A3CCE-90BD-4907-955C-576B21CB491C}" dt="2021-07-29T06:32:56.168" v="370" actId="20577"/>
          <ac:spMkLst>
            <pc:docMk/>
            <pc:sldMk cId="0" sldId="405"/>
            <ac:spMk id="27650" creationId="{AC66D70B-0272-4674-BB2A-874AE1406023}"/>
          </ac:spMkLst>
        </pc:spChg>
      </pc:sldChg>
      <pc:sldChg chg="modSp mod">
        <pc:chgData name="Arvind Easwaran" userId="6059df8d-17bf-4148-9f7c-190b13d86f35" providerId="ADAL" clId="{7E4A3CCE-90BD-4907-955C-576B21CB491C}" dt="2021-08-06T05:42:35.858" v="867" actId="20577"/>
        <pc:sldMkLst>
          <pc:docMk/>
          <pc:sldMk cId="0" sldId="406"/>
        </pc:sldMkLst>
        <pc:spChg chg="mod">
          <ac:chgData name="Arvind Easwaran" userId="6059df8d-17bf-4148-9f7c-190b13d86f35" providerId="ADAL" clId="{7E4A3CCE-90BD-4907-955C-576B21CB491C}" dt="2021-08-06T05:42:35.858" v="867" actId="20577"/>
          <ac:spMkLst>
            <pc:docMk/>
            <pc:sldMk cId="0" sldId="406"/>
            <ac:spMk id="28674" creationId="{EA6891AF-1FAC-495C-9216-90ED70D798B7}"/>
          </ac:spMkLst>
        </pc:spChg>
      </pc:sldChg>
      <pc:sldChg chg="modSp mod">
        <pc:chgData name="Arvind Easwaran" userId="6059df8d-17bf-4148-9f7c-190b13d86f35" providerId="ADAL" clId="{7E4A3CCE-90BD-4907-955C-576B21CB491C}" dt="2021-08-06T04:22:31.784" v="719" actId="20577"/>
        <pc:sldMkLst>
          <pc:docMk/>
          <pc:sldMk cId="0" sldId="407"/>
        </pc:sldMkLst>
        <pc:spChg chg="mod">
          <ac:chgData name="Arvind Easwaran" userId="6059df8d-17bf-4148-9f7c-190b13d86f35" providerId="ADAL" clId="{7E4A3CCE-90BD-4907-955C-576B21CB491C}" dt="2021-08-06T04:22:31.784" v="719" actId="20577"/>
          <ac:spMkLst>
            <pc:docMk/>
            <pc:sldMk cId="0" sldId="407"/>
            <ac:spMk id="30722" creationId="{60023510-5D0A-4C8D-BCA2-1E826B84339B}"/>
          </ac:spMkLst>
        </pc:spChg>
      </pc:sldChg>
      <pc:sldChg chg="modSp mod">
        <pc:chgData name="Arvind Easwaran" userId="6059df8d-17bf-4148-9f7c-190b13d86f35" providerId="ADAL" clId="{7E4A3CCE-90BD-4907-955C-576B21CB491C}" dt="2021-08-06T05:43:23.068" v="876" actId="20577"/>
        <pc:sldMkLst>
          <pc:docMk/>
          <pc:sldMk cId="0" sldId="408"/>
        </pc:sldMkLst>
        <pc:spChg chg="mod">
          <ac:chgData name="Arvind Easwaran" userId="6059df8d-17bf-4148-9f7c-190b13d86f35" providerId="ADAL" clId="{7E4A3CCE-90BD-4907-955C-576B21CB491C}" dt="2021-08-06T05:43:23.068" v="876" actId="20577"/>
          <ac:spMkLst>
            <pc:docMk/>
            <pc:sldMk cId="0" sldId="408"/>
            <ac:spMk id="31746" creationId="{40903160-8950-4393-A95D-028C5AC8396A}"/>
          </ac:spMkLst>
        </pc:spChg>
      </pc:sldChg>
      <pc:sldChg chg="addSp modSp add del mod modNotesTx">
        <pc:chgData name="Arvind Easwaran" userId="6059df8d-17bf-4148-9f7c-190b13d86f35" providerId="ADAL" clId="{7E4A3CCE-90BD-4907-955C-576B21CB491C}" dt="2021-08-06T05:41:18.114" v="860" actId="1076"/>
        <pc:sldMkLst>
          <pc:docMk/>
          <pc:sldMk cId="2170149330" sldId="409"/>
        </pc:sldMkLst>
        <pc:spChg chg="mod">
          <ac:chgData name="Arvind Easwaran" userId="6059df8d-17bf-4148-9f7c-190b13d86f35" providerId="ADAL" clId="{7E4A3CCE-90BD-4907-955C-576B21CB491C}" dt="2021-07-29T02:12:03.998" v="190" actId="20577"/>
          <ac:spMkLst>
            <pc:docMk/>
            <pc:sldMk cId="2170149330" sldId="409"/>
            <ac:spMk id="19458" creationId="{2D1A2F7E-14B0-4CF4-A8EE-CDD2DFD4F9CA}"/>
          </ac:spMkLst>
        </pc:spChg>
        <pc:spChg chg="mod">
          <ac:chgData name="Arvind Easwaran" userId="6059df8d-17bf-4148-9f7c-190b13d86f35" providerId="ADAL" clId="{7E4A3CCE-90BD-4907-955C-576B21CB491C}" dt="2021-07-29T02:11:58.607" v="182" actId="20577"/>
          <ac:spMkLst>
            <pc:docMk/>
            <pc:sldMk cId="2170149330" sldId="409"/>
            <ac:spMk id="19459" creationId="{82028A6E-493B-4861-B482-CCBC86648EB2}"/>
          </ac:spMkLst>
        </pc:spChg>
        <pc:picChg chg="add mod">
          <ac:chgData name="Arvind Easwaran" userId="6059df8d-17bf-4148-9f7c-190b13d86f35" providerId="ADAL" clId="{7E4A3CCE-90BD-4907-955C-576B21CB491C}" dt="2021-08-06T05:41:18.114" v="860" actId="1076"/>
          <ac:picMkLst>
            <pc:docMk/>
            <pc:sldMk cId="2170149330" sldId="409"/>
            <ac:picMk id="3" creationId="{EB089D0F-1230-4028-9CF8-35C6BF36E18F}"/>
          </ac:picMkLst>
        </pc:picChg>
      </pc:sldChg>
    </pc:docChg>
  </pc:docChgLst>
  <pc:docChgLst>
    <pc:chgData name="Arvind Easwaran" userId="S::arvinde@staff.main.ntu.edu.sg::6059df8d-17bf-4148-9f7c-190b13d86f35" providerId="AD" clId="Web-{5E817428-719E-FAE7-15E4-ED1FA8A4D016}"/>
    <pc:docChg chg="modSld">
      <pc:chgData name="Arvind Easwaran" userId="S::arvinde@staff.main.ntu.edu.sg::6059df8d-17bf-4148-9f7c-190b13d86f35" providerId="AD" clId="Web-{5E817428-719E-FAE7-15E4-ED1FA8A4D016}" dt="2021-08-23T09:32:03.101" v="12" actId="1076"/>
      <pc:docMkLst>
        <pc:docMk/>
      </pc:docMkLst>
      <pc:sldChg chg="addSp delSp modSp">
        <pc:chgData name="Arvind Easwaran" userId="S::arvinde@staff.main.ntu.edu.sg::6059df8d-17bf-4148-9f7c-190b13d86f35" providerId="AD" clId="Web-{5E817428-719E-FAE7-15E4-ED1FA8A4D016}" dt="2021-08-23T09:31:00.472" v="7" actId="14100"/>
        <pc:sldMkLst>
          <pc:docMk/>
          <pc:sldMk cId="0" sldId="396"/>
        </pc:sldMkLst>
        <pc:graphicFrameChg chg="add del mod">
          <ac:chgData name="Arvind Easwaran" userId="S::arvinde@staff.main.ntu.edu.sg::6059df8d-17bf-4148-9f7c-190b13d86f35" providerId="AD" clId="Web-{5E817428-719E-FAE7-15E4-ED1FA8A4D016}" dt="2021-08-23T09:28:37.621" v="2"/>
          <ac:graphicFrameMkLst>
            <pc:docMk/>
            <pc:sldMk cId="0" sldId="396"/>
            <ac:graphicFrameMk id="3" creationId="{ECB2C09F-DC0D-4BC9-BA85-38854F6CC17B}"/>
          </ac:graphicFrameMkLst>
        </pc:graphicFrameChg>
        <pc:picChg chg="add mod">
          <ac:chgData name="Arvind Easwaran" userId="S::arvinde@staff.main.ntu.edu.sg::6059df8d-17bf-4148-9f7c-190b13d86f35" providerId="AD" clId="Web-{5E817428-719E-FAE7-15E4-ED1FA8A4D016}" dt="2021-08-23T09:31:00.472" v="7" actId="14100"/>
          <ac:picMkLst>
            <pc:docMk/>
            <pc:sldMk cId="0" sldId="396"/>
            <ac:picMk id="4" creationId="{AF48F2F4-7C46-422E-BB2D-81DC37088716}"/>
          </ac:picMkLst>
        </pc:picChg>
        <pc:picChg chg="del">
          <ac:chgData name="Arvind Easwaran" userId="S::arvinde@staff.main.ntu.edu.sg::6059df8d-17bf-4148-9f7c-190b13d86f35" providerId="AD" clId="Web-{5E817428-719E-FAE7-15E4-ED1FA8A4D016}" dt="2021-08-23T09:28:21.636" v="0"/>
          <ac:picMkLst>
            <pc:docMk/>
            <pc:sldMk cId="0" sldId="396"/>
            <ac:picMk id="5" creationId="{DD3C3AB4-7F4D-4966-9151-28C93E18A710}"/>
          </ac:picMkLst>
        </pc:picChg>
      </pc:sldChg>
      <pc:sldChg chg="addSp delSp modSp">
        <pc:chgData name="Arvind Easwaran" userId="S::arvinde@staff.main.ntu.edu.sg::6059df8d-17bf-4148-9f7c-190b13d86f35" providerId="AD" clId="Web-{5E817428-719E-FAE7-15E4-ED1FA8A4D016}" dt="2021-08-23T09:32:03.101" v="12" actId="1076"/>
        <pc:sldMkLst>
          <pc:docMk/>
          <pc:sldMk cId="2170149330" sldId="409"/>
        </pc:sldMkLst>
        <pc:picChg chg="add mod">
          <ac:chgData name="Arvind Easwaran" userId="S::arvinde@staff.main.ntu.edu.sg::6059df8d-17bf-4148-9f7c-190b13d86f35" providerId="AD" clId="Web-{5E817428-719E-FAE7-15E4-ED1FA8A4D016}" dt="2021-08-23T09:32:03.101" v="12" actId="1076"/>
          <ac:picMkLst>
            <pc:docMk/>
            <pc:sldMk cId="2170149330" sldId="409"/>
            <ac:picMk id="2" creationId="{46F92AC4-67B2-4A8A-9717-E76DBA6851AE}"/>
          </ac:picMkLst>
        </pc:picChg>
        <pc:picChg chg="del">
          <ac:chgData name="Arvind Easwaran" userId="S::arvinde@staff.main.ntu.edu.sg::6059df8d-17bf-4148-9f7c-190b13d86f35" providerId="AD" clId="Web-{5E817428-719E-FAE7-15E4-ED1FA8A4D016}" dt="2021-08-23T09:31:17.223" v="8"/>
          <ac:picMkLst>
            <pc:docMk/>
            <pc:sldMk cId="2170149330" sldId="409"/>
            <ac:picMk id="3" creationId="{EB089D0F-1230-4028-9CF8-35C6BF36E18F}"/>
          </ac:picMkLst>
        </pc:picChg>
      </pc:sldChg>
    </pc:docChg>
  </pc:docChgLst>
  <pc:docChgLst>
    <pc:chgData name="Dmitrii Ustiugov" userId="fee3c4a0-c40b-4de8-8e1d-1d3cf97580eb" providerId="ADAL" clId="{745F6BA1-5A5B-2249-AA5B-CB5B222C7F20}"/>
    <pc:docChg chg="undo redo custSel modSld">
      <pc:chgData name="Dmitrii Ustiugov" userId="fee3c4a0-c40b-4de8-8e1d-1d3cf97580eb" providerId="ADAL" clId="{745F6BA1-5A5B-2249-AA5B-CB5B222C7F20}" dt="2023-08-03T08:58:39.847" v="783" actId="14100"/>
      <pc:docMkLst>
        <pc:docMk/>
      </pc:docMkLst>
      <pc:sldChg chg="modSp mod">
        <pc:chgData name="Dmitrii Ustiugov" userId="fee3c4a0-c40b-4de8-8e1d-1d3cf97580eb" providerId="ADAL" clId="{745F6BA1-5A5B-2249-AA5B-CB5B222C7F20}" dt="2023-08-03T08:35:41.832" v="50" actId="20577"/>
        <pc:sldMkLst>
          <pc:docMk/>
          <pc:sldMk cId="0" sldId="394"/>
        </pc:sldMkLst>
        <pc:spChg chg="mod">
          <ac:chgData name="Dmitrii Ustiugov" userId="fee3c4a0-c40b-4de8-8e1d-1d3cf97580eb" providerId="ADAL" clId="{745F6BA1-5A5B-2249-AA5B-CB5B222C7F20}" dt="2023-08-03T08:35:41.832" v="50" actId="20577"/>
          <ac:spMkLst>
            <pc:docMk/>
            <pc:sldMk cId="0" sldId="394"/>
            <ac:spMk id="15363" creationId="{E3FFDB76-EB69-4172-9412-513495DC753C}"/>
          </ac:spMkLst>
        </pc:spChg>
        <pc:spChg chg="mod">
          <ac:chgData name="Dmitrii Ustiugov" userId="fee3c4a0-c40b-4de8-8e1d-1d3cf97580eb" providerId="ADAL" clId="{745F6BA1-5A5B-2249-AA5B-CB5B222C7F20}" dt="2023-08-03T08:35:25.358" v="18" actId="20577"/>
          <ac:spMkLst>
            <pc:docMk/>
            <pc:sldMk cId="0" sldId="394"/>
            <ac:spMk id="15364" creationId="{C72C07CD-ED52-4D02-B782-A8CD804BA161}"/>
          </ac:spMkLst>
        </pc:spChg>
      </pc:sldChg>
      <pc:sldChg chg="addSp delSp modSp mod">
        <pc:chgData name="Dmitrii Ustiugov" userId="fee3c4a0-c40b-4de8-8e1d-1d3cf97580eb" providerId="ADAL" clId="{745F6BA1-5A5B-2249-AA5B-CB5B222C7F20}" dt="2023-08-03T08:37:00.847" v="70" actId="1035"/>
        <pc:sldMkLst>
          <pc:docMk/>
          <pc:sldMk cId="0" sldId="396"/>
        </pc:sldMkLst>
        <pc:picChg chg="add mod">
          <ac:chgData name="Dmitrii Ustiugov" userId="fee3c4a0-c40b-4de8-8e1d-1d3cf97580eb" providerId="ADAL" clId="{745F6BA1-5A5B-2249-AA5B-CB5B222C7F20}" dt="2023-08-03T08:37:00.847" v="70" actId="1035"/>
          <ac:picMkLst>
            <pc:docMk/>
            <pc:sldMk cId="0" sldId="396"/>
            <ac:picMk id="2" creationId="{57EA14F0-DBBC-D171-F095-2F1DB094FD92}"/>
          </ac:picMkLst>
        </pc:picChg>
        <pc:picChg chg="del">
          <ac:chgData name="Dmitrii Ustiugov" userId="fee3c4a0-c40b-4de8-8e1d-1d3cf97580eb" providerId="ADAL" clId="{745F6BA1-5A5B-2249-AA5B-CB5B222C7F20}" dt="2023-08-03T08:36:28.747" v="51" actId="478"/>
          <ac:picMkLst>
            <pc:docMk/>
            <pc:sldMk cId="0" sldId="396"/>
            <ac:picMk id="4" creationId="{C19F07B4-BA2E-FF86-0961-DB15B6589B25}"/>
          </ac:picMkLst>
        </pc:picChg>
      </pc:sldChg>
      <pc:sldChg chg="addSp delSp modSp mod">
        <pc:chgData name="Dmitrii Ustiugov" userId="fee3c4a0-c40b-4de8-8e1d-1d3cf97580eb" providerId="ADAL" clId="{745F6BA1-5A5B-2249-AA5B-CB5B222C7F20}" dt="2023-08-03T08:58:39.847" v="783" actId="14100"/>
        <pc:sldMkLst>
          <pc:docMk/>
          <pc:sldMk cId="0" sldId="408"/>
        </pc:sldMkLst>
        <pc:spChg chg="add del mod">
          <ac:chgData name="Dmitrii Ustiugov" userId="fee3c4a0-c40b-4de8-8e1d-1d3cf97580eb" providerId="ADAL" clId="{745F6BA1-5A5B-2249-AA5B-CB5B222C7F20}" dt="2023-08-03T08:50:35.457" v="706"/>
          <ac:spMkLst>
            <pc:docMk/>
            <pc:sldMk cId="0" sldId="408"/>
            <ac:spMk id="2" creationId="{99A36C40-5586-C94E-9391-F8BF91BE8AC7}"/>
          </ac:spMkLst>
        </pc:spChg>
        <pc:spChg chg="mod">
          <ac:chgData name="Dmitrii Ustiugov" userId="fee3c4a0-c40b-4de8-8e1d-1d3cf97580eb" providerId="ADAL" clId="{745F6BA1-5A5B-2249-AA5B-CB5B222C7F20}" dt="2023-08-03T08:40:00.205" v="78" actId="20577"/>
          <ac:spMkLst>
            <pc:docMk/>
            <pc:sldMk cId="0" sldId="408"/>
            <ac:spMk id="31745" creationId="{AB6D2FCA-5DF0-4613-B2C3-47504EB8A3D9}"/>
          </ac:spMkLst>
        </pc:spChg>
        <pc:spChg chg="mod">
          <ac:chgData name="Dmitrii Ustiugov" userId="fee3c4a0-c40b-4de8-8e1d-1d3cf97580eb" providerId="ADAL" clId="{745F6BA1-5A5B-2249-AA5B-CB5B222C7F20}" dt="2023-08-03T08:58:39.847" v="783" actId="14100"/>
          <ac:spMkLst>
            <pc:docMk/>
            <pc:sldMk cId="0" sldId="408"/>
            <ac:spMk id="31746" creationId="{40903160-8950-4393-A95D-028C5AC8396A}"/>
          </ac:spMkLst>
        </pc:spChg>
      </pc:sldChg>
    </pc:docChg>
  </pc:docChgLst>
  <pc:docChgLst>
    <pc:chgData name="Arvind Easwaran" userId="S::arvinde@staff.main.ntu.edu.sg::6059df8d-17bf-4148-9f7c-190b13d86f35" providerId="AD" clId="Web-{D8654DD7-1B8C-A05C-E2B3-EDD6D5898B86}"/>
    <pc:docChg chg="modSld">
      <pc:chgData name="Arvind Easwaran" userId="S::arvinde@staff.main.ntu.edu.sg::6059df8d-17bf-4148-9f7c-190b13d86f35" providerId="AD" clId="Web-{D8654DD7-1B8C-A05C-E2B3-EDD6D5898B86}" dt="2021-08-13T05:27:50.271" v="1" actId="20577"/>
      <pc:docMkLst>
        <pc:docMk/>
      </pc:docMkLst>
      <pc:sldChg chg="modSp">
        <pc:chgData name="Arvind Easwaran" userId="S::arvinde@staff.main.ntu.edu.sg::6059df8d-17bf-4148-9f7c-190b13d86f35" providerId="AD" clId="Web-{D8654DD7-1B8C-A05C-E2B3-EDD6D5898B86}" dt="2021-08-13T05:27:50.271" v="1" actId="20577"/>
        <pc:sldMkLst>
          <pc:docMk/>
          <pc:sldMk cId="0" sldId="406"/>
        </pc:sldMkLst>
        <pc:spChg chg="mod">
          <ac:chgData name="Arvind Easwaran" userId="S::arvinde@staff.main.ntu.edu.sg::6059df8d-17bf-4148-9f7c-190b13d86f35" providerId="AD" clId="Web-{D8654DD7-1B8C-A05C-E2B3-EDD6D5898B86}" dt="2021-08-13T05:27:50.271" v="1" actId="20577"/>
          <ac:spMkLst>
            <pc:docMk/>
            <pc:sldMk cId="0" sldId="406"/>
            <ac:spMk id="28674" creationId="{EA6891AF-1FAC-495C-9216-90ED70D798B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6B6DCC91-F551-4941-88F0-98AE8559B879}"/>
              </a:ext>
            </a:extLst>
          </p:cNvPr>
          <p:cNvSpPr>
            <a:spLocks noGrp="1" noChangeArrowheads="1"/>
          </p:cNvSpPr>
          <p:nvPr>
            <p:ph type="hdr" sz="quarter"/>
          </p:nvPr>
        </p:nvSpPr>
        <p:spPr bwMode="auto">
          <a:xfrm>
            <a:off x="0" y="0"/>
            <a:ext cx="3211513" cy="517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Helvetica" pitchFamily="34" charset="0"/>
              </a:defRPr>
            </a:lvl1pPr>
          </a:lstStyle>
          <a:p>
            <a:pPr>
              <a:defRPr/>
            </a:pPr>
            <a:endParaRPr lang="en-GB" altLang="en-US"/>
          </a:p>
        </p:txBody>
      </p:sp>
      <p:sp>
        <p:nvSpPr>
          <p:cNvPr id="159747" name="Rectangle 3">
            <a:extLst>
              <a:ext uri="{FF2B5EF4-FFF2-40B4-BE49-F238E27FC236}">
                <a16:creationId xmlns:a16="http://schemas.microsoft.com/office/drawing/2014/main" id="{0C008667-173F-4AF5-BCFF-C1D04A0B9C2C}"/>
              </a:ext>
            </a:extLst>
          </p:cNvPr>
          <p:cNvSpPr>
            <a:spLocks noGrp="1" noChangeArrowheads="1"/>
          </p:cNvSpPr>
          <p:nvPr>
            <p:ph type="dt" sz="quarter" idx="1"/>
          </p:nvPr>
        </p:nvSpPr>
        <p:spPr bwMode="auto">
          <a:xfrm>
            <a:off x="4116388" y="0"/>
            <a:ext cx="3213100" cy="517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Helvetica" pitchFamily="34" charset="0"/>
              </a:defRPr>
            </a:lvl1pPr>
          </a:lstStyle>
          <a:p>
            <a:pPr>
              <a:defRPr/>
            </a:pPr>
            <a:endParaRPr lang="en-GB" altLang="en-US"/>
          </a:p>
        </p:txBody>
      </p:sp>
      <p:sp>
        <p:nvSpPr>
          <p:cNvPr id="159748" name="Rectangle 4">
            <a:extLst>
              <a:ext uri="{FF2B5EF4-FFF2-40B4-BE49-F238E27FC236}">
                <a16:creationId xmlns:a16="http://schemas.microsoft.com/office/drawing/2014/main" id="{3DBE4D90-E855-4995-8DE5-C09F4876AA03}"/>
              </a:ext>
            </a:extLst>
          </p:cNvPr>
          <p:cNvSpPr>
            <a:spLocks noGrp="1" noChangeArrowheads="1"/>
          </p:cNvSpPr>
          <p:nvPr>
            <p:ph type="ftr" sz="quarter" idx="2"/>
          </p:nvPr>
        </p:nvSpPr>
        <p:spPr bwMode="auto">
          <a:xfrm>
            <a:off x="0" y="9083675"/>
            <a:ext cx="3211513" cy="5175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Helvetica" pitchFamily="34" charset="0"/>
              </a:defRPr>
            </a:lvl1pPr>
          </a:lstStyle>
          <a:p>
            <a:pPr>
              <a:defRPr/>
            </a:pPr>
            <a:endParaRPr lang="en-GB" altLang="en-US"/>
          </a:p>
        </p:txBody>
      </p:sp>
      <p:sp>
        <p:nvSpPr>
          <p:cNvPr id="159749" name="Rectangle 5">
            <a:extLst>
              <a:ext uri="{FF2B5EF4-FFF2-40B4-BE49-F238E27FC236}">
                <a16:creationId xmlns:a16="http://schemas.microsoft.com/office/drawing/2014/main" id="{E2F865F9-E115-487C-8897-EF799F7DBD41}"/>
              </a:ext>
            </a:extLst>
          </p:cNvPr>
          <p:cNvSpPr>
            <a:spLocks noGrp="1" noChangeArrowheads="1"/>
          </p:cNvSpPr>
          <p:nvPr>
            <p:ph type="sldNum" sz="quarter" idx="3"/>
          </p:nvPr>
        </p:nvSpPr>
        <p:spPr bwMode="auto">
          <a:xfrm>
            <a:off x="4116388" y="9083675"/>
            <a:ext cx="3213100" cy="5175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FFE5C81-9AA7-4547-AD45-42F326BFC60C}"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28EF725-74FA-41B1-89E6-66E5529EA906}"/>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none" lIns="93104" tIns="46552" rIns="93104" bIns="46552" numCol="1" anchor="ctr" anchorCtr="0" compatLnSpc="1">
            <a:prstTxWarp prst="textNoShape">
              <a:avLst/>
            </a:prstTxWarp>
          </a:bodyPr>
          <a:lstStyle>
            <a:lvl1pPr algn="l" defTabSz="930275">
              <a:defRPr sz="1200">
                <a:latin typeface="Times New Roman" pitchFamily="18" charset="0"/>
              </a:defRPr>
            </a:lvl1pPr>
          </a:lstStyle>
          <a:p>
            <a:pPr>
              <a:defRPr/>
            </a:pPr>
            <a:endParaRPr lang="en-GB" altLang="en-US"/>
          </a:p>
        </p:txBody>
      </p:sp>
      <p:sp>
        <p:nvSpPr>
          <p:cNvPr id="6147" name="Rectangle 3">
            <a:extLst>
              <a:ext uri="{FF2B5EF4-FFF2-40B4-BE49-F238E27FC236}">
                <a16:creationId xmlns:a16="http://schemas.microsoft.com/office/drawing/2014/main" id="{0EEED0C4-07EF-45A6-8900-5C5F77BE7654}"/>
              </a:ext>
            </a:extLst>
          </p:cNvPr>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none" lIns="93104" tIns="46552" rIns="93104" bIns="46552" numCol="1" anchor="ctr" anchorCtr="0" compatLnSpc="1">
            <a:prstTxWarp prst="textNoShape">
              <a:avLst/>
            </a:prstTxWarp>
          </a:bodyPr>
          <a:lstStyle>
            <a:lvl1pPr algn="r" defTabSz="930275">
              <a:defRPr sz="1200">
                <a:latin typeface="Times New Roman" pitchFamily="18" charset="0"/>
              </a:defRPr>
            </a:lvl1pPr>
          </a:lstStyle>
          <a:p>
            <a:pPr>
              <a:defRPr/>
            </a:pPr>
            <a:endParaRPr lang="en-GB" altLang="en-US"/>
          </a:p>
        </p:txBody>
      </p:sp>
      <p:sp>
        <p:nvSpPr>
          <p:cNvPr id="13316" name="Rectangle 4">
            <a:extLst>
              <a:ext uri="{FF2B5EF4-FFF2-40B4-BE49-F238E27FC236}">
                <a16:creationId xmlns:a16="http://schemas.microsoft.com/office/drawing/2014/main" id="{A85BD439-9863-416D-A569-8C8F1EBB688D}"/>
              </a:ext>
            </a:extLst>
          </p:cNvPr>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F91C64F7-D0C0-4D22-8142-D51DCCC7DFB3}"/>
              </a:ext>
            </a:extLst>
          </p:cNvPr>
          <p:cNvSpPr>
            <a:spLocks noGrp="1" noChangeArrowheads="1"/>
          </p:cNvSpPr>
          <p:nvPr>
            <p:ph type="body" sz="quarter" idx="3"/>
          </p:nvPr>
        </p:nvSpPr>
        <p:spPr bwMode="auto">
          <a:xfrm>
            <a:off x="976313" y="4560888"/>
            <a:ext cx="5362575" cy="4319587"/>
          </a:xfrm>
          <a:prstGeom prst="rect">
            <a:avLst/>
          </a:prstGeom>
          <a:noFill/>
          <a:ln w="9525">
            <a:noFill/>
            <a:miter lim="800000"/>
            <a:headEnd/>
            <a:tailEnd/>
          </a:ln>
          <a:effectLst/>
        </p:spPr>
        <p:txBody>
          <a:bodyPr vert="horz" wrap="none" lIns="93104" tIns="46552" rIns="93104" bIns="46552"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1E1DFF69-1640-40FF-A0B0-66089B18C20C}"/>
              </a:ext>
            </a:extLst>
          </p:cNvPr>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none" lIns="93104" tIns="46552" rIns="93104" bIns="46552" numCol="1" anchor="b" anchorCtr="0" compatLnSpc="1">
            <a:prstTxWarp prst="textNoShape">
              <a:avLst/>
            </a:prstTxWarp>
          </a:bodyPr>
          <a:lstStyle>
            <a:lvl1pPr algn="l" defTabSz="930275">
              <a:defRPr sz="1200">
                <a:latin typeface="Times New Roman" pitchFamily="18" charset="0"/>
              </a:defRPr>
            </a:lvl1pPr>
          </a:lstStyle>
          <a:p>
            <a:pPr>
              <a:defRPr/>
            </a:pPr>
            <a:endParaRPr lang="en-GB" altLang="en-US"/>
          </a:p>
        </p:txBody>
      </p:sp>
      <p:sp>
        <p:nvSpPr>
          <p:cNvPr id="6151" name="Rectangle 7">
            <a:extLst>
              <a:ext uri="{FF2B5EF4-FFF2-40B4-BE49-F238E27FC236}">
                <a16:creationId xmlns:a16="http://schemas.microsoft.com/office/drawing/2014/main" id="{8A6C5E80-4638-4C7B-9A2A-B203BD35D381}"/>
              </a:ext>
            </a:extLst>
          </p:cNvPr>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none" lIns="93104" tIns="46552" rIns="93104" bIns="46552" numCol="1" anchor="b" anchorCtr="0" compatLnSpc="1">
            <a:prstTxWarp prst="textNoShape">
              <a:avLst/>
            </a:prstTxWarp>
          </a:bodyPr>
          <a:lstStyle>
            <a:lvl1pPr algn="r" defTabSz="930275">
              <a:defRPr sz="1200">
                <a:latin typeface="Times New Roman" panose="02020603050405020304" pitchFamily="18" charset="0"/>
              </a:defRPr>
            </a:lvl1pPr>
          </a:lstStyle>
          <a:p>
            <a:fld id="{81A20DD2-782E-48F7-B448-EA708C5A85A2}"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codex.cs.yale.edu/avi/os-book/OS10/index.html"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www.cs.washington.edu/homes/tom/nachos/"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a:extLst>
              <a:ext uri="{FF2B5EF4-FFF2-40B4-BE49-F238E27FC236}">
                <a16:creationId xmlns:a16="http://schemas.microsoft.com/office/drawing/2014/main" id="{C6621784-B02C-4B4D-A245-904173117A9A}"/>
              </a:ext>
            </a:extLst>
          </p:cNvPr>
          <p:cNvSpPr>
            <a:spLocks noGrp="1" noRot="1" noChangeAspect="1" noChangeArrowheads="1" noTextEdit="1"/>
          </p:cNvSpPr>
          <p:nvPr>
            <p:ph type="sldImg"/>
          </p:nvPr>
        </p:nvSpPr>
        <p:spPr>
          <a:ln/>
        </p:spPr>
      </p:sp>
      <p:sp>
        <p:nvSpPr>
          <p:cNvPr id="16386" name="Notes Placeholder 2">
            <a:extLst>
              <a:ext uri="{FF2B5EF4-FFF2-40B4-BE49-F238E27FC236}">
                <a16:creationId xmlns:a16="http://schemas.microsoft.com/office/drawing/2014/main" id="{4E9E7FDE-A2B4-461D-86C9-948D84907FB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lecture is divided into two parts. The first part is given by me; the second part will be given by Prof. Cai Wentong. The best way of contacting us is via email. You can get the detailed contact information about Prof. Cai and me on the school website. </a:t>
            </a:r>
          </a:p>
          <a:p>
            <a:endParaRPr lang="en-US" altLang="en-US"/>
          </a:p>
          <a:p>
            <a:endParaRPr lang="en-US" altLang="en-US"/>
          </a:p>
        </p:txBody>
      </p:sp>
      <p:sp>
        <p:nvSpPr>
          <p:cNvPr id="16387" name="Slide Number Placeholder 3">
            <a:extLst>
              <a:ext uri="{FF2B5EF4-FFF2-40B4-BE49-F238E27FC236}">
                <a16:creationId xmlns:a16="http://schemas.microsoft.com/office/drawing/2014/main" id="{610DB1EA-E4D7-4B2A-BE8E-BA8E1E81C3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panose="020B0604020202020204" pitchFamily="34" charset="0"/>
              </a:defRPr>
            </a:lvl1pPr>
            <a:lvl2pPr marL="742950" indent="-285750" defTabSz="930275">
              <a:defRPr sz="1400">
                <a:solidFill>
                  <a:schemeClr val="tx1"/>
                </a:solidFill>
                <a:latin typeface="Helvetica" panose="020B0604020202020204" pitchFamily="34" charset="0"/>
              </a:defRPr>
            </a:lvl2pPr>
            <a:lvl3pPr marL="1143000" indent="-228600" defTabSz="930275">
              <a:defRPr sz="1400">
                <a:solidFill>
                  <a:schemeClr val="tx1"/>
                </a:solidFill>
                <a:latin typeface="Helvetica" panose="020B0604020202020204" pitchFamily="34" charset="0"/>
              </a:defRPr>
            </a:lvl3pPr>
            <a:lvl4pPr marL="1600200" indent="-228600" defTabSz="930275">
              <a:defRPr sz="1400">
                <a:solidFill>
                  <a:schemeClr val="tx1"/>
                </a:solidFill>
                <a:latin typeface="Helvetica" panose="020B0604020202020204" pitchFamily="34" charset="0"/>
              </a:defRPr>
            </a:lvl4pPr>
            <a:lvl5pPr marL="2057400" indent="-228600" defTabSz="930275">
              <a:defRPr sz="1400">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sz="1400">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sz="1400">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sz="1400">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sz="1400">
                <a:solidFill>
                  <a:schemeClr val="tx1"/>
                </a:solidFill>
                <a:latin typeface="Helvetica" panose="020B0604020202020204" pitchFamily="34" charset="0"/>
              </a:defRPr>
            </a:lvl9pPr>
          </a:lstStyle>
          <a:p>
            <a:fld id="{B1BF1614-294A-4A1A-BD95-6500FCC2D880}"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F3E630AF-165A-4429-A983-AAD3A8AD288A}"/>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81C21834-6FDA-4349-A68E-7F1E727206E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After taking this course, you should be able to achieve the following three learning outcomes. </a:t>
            </a:r>
          </a:p>
          <a:p>
            <a:endParaRPr lang="en-US" altLang="en-US"/>
          </a:p>
          <a:p>
            <a:r>
              <a:rPr lang="en-US" altLang="en-US"/>
              <a:t>Identify the functions and services provided by an operating system. We will talk about them one by one in our lectures. </a:t>
            </a:r>
          </a:p>
          <a:p>
            <a:endParaRPr lang="en-US" altLang="en-US"/>
          </a:p>
          <a:p>
            <a:r>
              <a:rPr lang="en-US" altLang="en-US"/>
              <a:t>Understand the basic concepts and mechanisms of operating system design and implementations. After this course, you are able to explain the key designs in an existing OS.</a:t>
            </a:r>
          </a:p>
          <a:p>
            <a:endParaRPr lang="en-US" altLang="en-US"/>
          </a:p>
          <a:p>
            <a:r>
              <a:rPr lang="en-US" altLang="en-US"/>
              <a:t>Explain the interactions between different components of an operating system.</a:t>
            </a:r>
          </a:p>
          <a:p>
            <a:endParaRPr lang="en-US" altLang="en-US"/>
          </a:p>
        </p:txBody>
      </p:sp>
      <p:sp>
        <p:nvSpPr>
          <p:cNvPr id="33795" name="Slide Number Placeholder 3">
            <a:extLst>
              <a:ext uri="{FF2B5EF4-FFF2-40B4-BE49-F238E27FC236}">
                <a16:creationId xmlns:a16="http://schemas.microsoft.com/office/drawing/2014/main" id="{A925CFFE-64A8-443A-9DC0-E59B96D9301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panose="020B0604020202020204" pitchFamily="34" charset="0"/>
              </a:defRPr>
            </a:lvl1pPr>
            <a:lvl2pPr marL="742950" indent="-285750" defTabSz="930275">
              <a:defRPr sz="1400">
                <a:solidFill>
                  <a:schemeClr val="tx1"/>
                </a:solidFill>
                <a:latin typeface="Helvetica" panose="020B0604020202020204" pitchFamily="34" charset="0"/>
              </a:defRPr>
            </a:lvl2pPr>
            <a:lvl3pPr marL="1143000" indent="-228600" defTabSz="930275">
              <a:defRPr sz="1400">
                <a:solidFill>
                  <a:schemeClr val="tx1"/>
                </a:solidFill>
                <a:latin typeface="Helvetica" panose="020B0604020202020204" pitchFamily="34" charset="0"/>
              </a:defRPr>
            </a:lvl3pPr>
            <a:lvl4pPr marL="1600200" indent="-228600" defTabSz="930275">
              <a:defRPr sz="1400">
                <a:solidFill>
                  <a:schemeClr val="tx1"/>
                </a:solidFill>
                <a:latin typeface="Helvetica" panose="020B0604020202020204" pitchFamily="34" charset="0"/>
              </a:defRPr>
            </a:lvl4pPr>
            <a:lvl5pPr marL="2057400" indent="-228600" defTabSz="930275">
              <a:defRPr sz="1400">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sz="1400">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sz="1400">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sz="1400">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sz="1400">
                <a:solidFill>
                  <a:schemeClr val="tx1"/>
                </a:solidFill>
                <a:latin typeface="Helvetica" panose="020B0604020202020204" pitchFamily="34" charset="0"/>
              </a:defRPr>
            </a:lvl9pPr>
          </a:lstStyle>
          <a:p>
            <a:fld id="{C23B5868-5F01-42E2-A68F-5E204C28B4F6}" type="slidenum">
              <a:rPr lang="en-US" altLang="en-US" sz="1200">
                <a:latin typeface="Times New Roman" panose="02020603050405020304" pitchFamily="18" charset="0"/>
              </a:rPr>
              <a:pPr/>
              <a:t>2</a:t>
            </a:fld>
            <a:endParaRPr lang="en-US" altLang="en-US" sz="120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28361DBF-03ED-4CAD-9426-6865C3871A9A}"/>
              </a:ext>
            </a:extLst>
          </p:cNvPr>
          <p:cNvSpPr>
            <a:spLocks noGrp="1" noRot="1" noChangeAspect="1" noChangeArrowheads="1" noTextEdit="1"/>
          </p:cNvSpPr>
          <p:nvPr>
            <p:ph type="sldImg"/>
          </p:nvPr>
        </p:nvSpPr>
        <p:spPr>
          <a:ln/>
        </p:spPr>
      </p:sp>
      <p:sp>
        <p:nvSpPr>
          <p:cNvPr id="18434" name="Notes Placeholder 2">
            <a:extLst>
              <a:ext uri="{FF2B5EF4-FFF2-40B4-BE49-F238E27FC236}">
                <a16:creationId xmlns:a16="http://schemas.microsoft.com/office/drawing/2014/main" id="{183079F4-C70C-41BC-BE0C-D81BC439E9B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operating system course is given almost every semester. These are the basic components of this course. We will have lectures, tutorials, and labs. There are 12 weeks in the lectures in total; each week we will have two hours. We have one additional week for revision and a special topic on security.</a:t>
            </a:r>
          </a:p>
          <a:p>
            <a:endParaRPr lang="en-US" altLang="en-US"/>
          </a:p>
          <a:p>
            <a:r>
              <a:rPr lang="en-US" altLang="en-US"/>
              <a:t>There are 12 tutorials.</a:t>
            </a:r>
          </a:p>
          <a:p>
            <a:endParaRPr lang="en-US" altLang="en-US"/>
          </a:p>
          <a:p>
            <a:r>
              <a:rPr lang="en-US" altLang="en-US"/>
              <a:t>There are four lab sessions, 2 hours each. In the lab, we will exercise the key concepts in the lecture using an instructional operating system, called </a:t>
            </a:r>
            <a:r>
              <a:rPr lang="en-US" altLang="en-US" err="1"/>
              <a:t>NachOS</a:t>
            </a:r>
            <a:r>
              <a:rPr lang="en-US" altLang="en-US"/>
              <a:t>. </a:t>
            </a:r>
          </a:p>
          <a:p>
            <a:endParaRPr lang="en-US" altLang="en-US"/>
          </a:p>
          <a:p>
            <a:r>
              <a:rPr lang="en-US" altLang="en-US"/>
              <a:t>The assessment includes 5 coursework components (100% weightage). I will give details of each component in the coming slides.</a:t>
            </a:r>
          </a:p>
        </p:txBody>
      </p:sp>
      <p:sp>
        <p:nvSpPr>
          <p:cNvPr id="18435" name="Slide Number Placeholder 3">
            <a:extLst>
              <a:ext uri="{FF2B5EF4-FFF2-40B4-BE49-F238E27FC236}">
                <a16:creationId xmlns:a16="http://schemas.microsoft.com/office/drawing/2014/main" id="{539F2AC5-FBBD-441F-BE94-76EC86B93A3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panose="020B0604020202020204" pitchFamily="34" charset="0"/>
              </a:defRPr>
            </a:lvl1pPr>
            <a:lvl2pPr marL="742950" indent="-285750" defTabSz="930275">
              <a:defRPr sz="1400">
                <a:solidFill>
                  <a:schemeClr val="tx1"/>
                </a:solidFill>
                <a:latin typeface="Helvetica" panose="020B0604020202020204" pitchFamily="34" charset="0"/>
              </a:defRPr>
            </a:lvl2pPr>
            <a:lvl3pPr marL="1143000" indent="-228600" defTabSz="930275">
              <a:defRPr sz="1400">
                <a:solidFill>
                  <a:schemeClr val="tx1"/>
                </a:solidFill>
                <a:latin typeface="Helvetica" panose="020B0604020202020204" pitchFamily="34" charset="0"/>
              </a:defRPr>
            </a:lvl3pPr>
            <a:lvl4pPr marL="1600200" indent="-228600" defTabSz="930275">
              <a:defRPr sz="1400">
                <a:solidFill>
                  <a:schemeClr val="tx1"/>
                </a:solidFill>
                <a:latin typeface="Helvetica" panose="020B0604020202020204" pitchFamily="34" charset="0"/>
              </a:defRPr>
            </a:lvl4pPr>
            <a:lvl5pPr marL="2057400" indent="-228600" defTabSz="930275">
              <a:defRPr sz="1400">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sz="1400">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sz="1400">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sz="1400">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sz="1400">
                <a:solidFill>
                  <a:schemeClr val="tx1"/>
                </a:solidFill>
                <a:latin typeface="Helvetica" panose="020B0604020202020204" pitchFamily="34" charset="0"/>
              </a:defRPr>
            </a:lvl9pPr>
          </a:lstStyle>
          <a:p>
            <a:fld id="{F3489DF7-1F21-498E-9F94-5DA90EDECC13}" type="slidenum">
              <a:rPr lang="en-US" altLang="en-US" sz="1200">
                <a:latin typeface="Times New Roman" panose="02020603050405020304" pitchFamily="18" charset="0"/>
              </a:rPr>
              <a:pPr/>
              <a:t>3</a:t>
            </a:fld>
            <a:endParaRPr lang="en-US" altLang="en-US" sz="120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EE2CA553-855A-404D-A510-B48217453BC0}"/>
              </a:ext>
            </a:extLst>
          </p:cNvPr>
          <p:cNvSpPr>
            <a:spLocks noGrp="1" noRot="1" noChangeAspect="1" noChangeArrowheads="1" noTextEdit="1"/>
          </p:cNvSpPr>
          <p:nvPr>
            <p:ph type="sldImg"/>
          </p:nvPr>
        </p:nvSpPr>
        <p:spPr>
          <a:ln/>
        </p:spPr>
      </p:sp>
      <p:sp>
        <p:nvSpPr>
          <p:cNvPr id="20482" name="Notes Placeholder 2">
            <a:extLst>
              <a:ext uri="{FF2B5EF4-FFF2-40B4-BE49-F238E27FC236}">
                <a16:creationId xmlns:a16="http://schemas.microsoft.com/office/drawing/2014/main" id="{11D8083D-65A1-4863-BD7C-D417C9FB3A9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This is the overall schedule for the course. I will be responsible for the first half, from Introduction to Real-Time OS. We will cover the main concepts in operating system: computer system structure, OS structures; next, we will move to the concepts of process, thread and scheduling; then we will cover process synchronization and deadlocks, and introduce real-time operating systems and virtualization. Another half will be given by Prof. Cai. In that part, we will cover memory management, virtual memory, file systems, I/O and protection and security. </a:t>
            </a:r>
          </a:p>
          <a:p>
            <a:endParaRPr lang="en-US" altLang="en-US"/>
          </a:p>
          <a:p>
            <a:r>
              <a:rPr lang="en-US" altLang="en-US"/>
              <a:t>Btw, if you are puzzled by some of the concepts or terms, just keep them in mind, and we will describe them in details in the future lectures. </a:t>
            </a:r>
          </a:p>
          <a:p>
            <a:endParaRPr lang="en-US" altLang="en-US"/>
          </a:p>
          <a:p>
            <a:r>
              <a:rPr lang="en-US" altLang="en-US"/>
              <a:t>Tutorials start in week 2. The content of the tutorial basically follows the lecture in the previous week.</a:t>
            </a:r>
          </a:p>
          <a:p>
            <a:endParaRPr lang="en-US" altLang="en-US"/>
          </a:p>
          <a:p>
            <a:r>
              <a:rPr lang="en-US" altLang="en-US"/>
              <a:t>The lab starts in week 4 or week 5. Please pay attention to the lab schedule.</a:t>
            </a:r>
          </a:p>
        </p:txBody>
      </p:sp>
      <p:sp>
        <p:nvSpPr>
          <p:cNvPr id="20483" name="Slide Number Placeholder 3">
            <a:extLst>
              <a:ext uri="{FF2B5EF4-FFF2-40B4-BE49-F238E27FC236}">
                <a16:creationId xmlns:a16="http://schemas.microsoft.com/office/drawing/2014/main" id="{6FE01FDE-C093-46F8-90C4-55DADB24964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panose="020B0604020202020204" pitchFamily="34" charset="0"/>
              </a:defRPr>
            </a:lvl1pPr>
            <a:lvl2pPr marL="742950" indent="-285750" defTabSz="930275">
              <a:defRPr sz="1400">
                <a:solidFill>
                  <a:schemeClr val="tx1"/>
                </a:solidFill>
                <a:latin typeface="Helvetica" panose="020B0604020202020204" pitchFamily="34" charset="0"/>
              </a:defRPr>
            </a:lvl2pPr>
            <a:lvl3pPr marL="1143000" indent="-228600" defTabSz="930275">
              <a:defRPr sz="1400">
                <a:solidFill>
                  <a:schemeClr val="tx1"/>
                </a:solidFill>
                <a:latin typeface="Helvetica" panose="020B0604020202020204" pitchFamily="34" charset="0"/>
              </a:defRPr>
            </a:lvl3pPr>
            <a:lvl4pPr marL="1600200" indent="-228600" defTabSz="930275">
              <a:defRPr sz="1400">
                <a:solidFill>
                  <a:schemeClr val="tx1"/>
                </a:solidFill>
                <a:latin typeface="Helvetica" panose="020B0604020202020204" pitchFamily="34" charset="0"/>
              </a:defRPr>
            </a:lvl4pPr>
            <a:lvl5pPr marL="2057400" indent="-228600" defTabSz="930275">
              <a:defRPr sz="1400">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sz="1400">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sz="1400">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sz="1400">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sz="1400">
                <a:solidFill>
                  <a:schemeClr val="tx1"/>
                </a:solidFill>
                <a:latin typeface="Helvetica" panose="020B0604020202020204" pitchFamily="34" charset="0"/>
              </a:defRPr>
            </a:lvl9pPr>
          </a:lstStyle>
          <a:p>
            <a:fld id="{4BD9A03C-8B89-4FAC-96BE-BF414A4F13CF}" type="slidenum">
              <a:rPr lang="en-US" altLang="en-US" sz="1200">
                <a:latin typeface="Times New Roman" panose="02020603050405020304" pitchFamily="18" charset="0"/>
              </a:rPr>
              <a:pPr/>
              <a:t>4</a:t>
            </a:fld>
            <a:endParaRPr lang="en-US" altLang="en-US" sz="120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EE2CA553-855A-404D-A510-B48217453BC0}"/>
              </a:ext>
            </a:extLst>
          </p:cNvPr>
          <p:cNvSpPr>
            <a:spLocks noGrp="1" noRot="1" noChangeAspect="1" noChangeArrowheads="1" noTextEdit="1"/>
          </p:cNvSpPr>
          <p:nvPr>
            <p:ph type="sldImg"/>
          </p:nvPr>
        </p:nvSpPr>
        <p:spPr>
          <a:ln/>
        </p:spPr>
      </p:sp>
      <p:sp>
        <p:nvSpPr>
          <p:cNvPr id="20482" name="Notes Placeholder 2">
            <a:extLst>
              <a:ext uri="{FF2B5EF4-FFF2-40B4-BE49-F238E27FC236}">
                <a16:creationId xmlns:a16="http://schemas.microsoft.com/office/drawing/2014/main" id="{11D8083D-65A1-4863-BD7C-D417C9FB3A9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This is the overall schedule for the course. I will be responsible for the first half, from Introduction to Real-Time OS. We will cover the main concepts in operating system: computer system structure, OS structures; next, we will move to the concepts of process, thread and scheduling; then we will cover process synchronization and deadlocks, and introduce real-time operating systems and virtualization. Another half will be given by Prof. Cai. In that part, we will cover memory management, virtual memory, file systems, I/O and protection and security. </a:t>
            </a:r>
          </a:p>
          <a:p>
            <a:endParaRPr lang="en-US" altLang="en-US"/>
          </a:p>
          <a:p>
            <a:r>
              <a:rPr lang="en-US" altLang="en-US"/>
              <a:t>Btw, if you are puzzled by some of the concepts or terms, just keep them in mind, and we will describe them in details in the future lectures. </a:t>
            </a:r>
          </a:p>
          <a:p>
            <a:endParaRPr lang="en-US" altLang="en-US"/>
          </a:p>
          <a:p>
            <a:r>
              <a:rPr lang="en-US" altLang="en-US"/>
              <a:t>Tutorials start in week 2. The content of the tutorial basically follows the lecture in the previous week.</a:t>
            </a:r>
          </a:p>
          <a:p>
            <a:endParaRPr lang="en-US" altLang="en-US"/>
          </a:p>
          <a:p>
            <a:r>
              <a:rPr lang="en-US" altLang="en-US"/>
              <a:t>The lab starts in week 4 or week 5. Please pay attention to the lab schedule.</a:t>
            </a:r>
          </a:p>
        </p:txBody>
      </p:sp>
      <p:sp>
        <p:nvSpPr>
          <p:cNvPr id="20483" name="Slide Number Placeholder 3">
            <a:extLst>
              <a:ext uri="{FF2B5EF4-FFF2-40B4-BE49-F238E27FC236}">
                <a16:creationId xmlns:a16="http://schemas.microsoft.com/office/drawing/2014/main" id="{6FE01FDE-C093-46F8-90C4-55DADB24964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panose="020B0604020202020204" pitchFamily="34" charset="0"/>
              </a:defRPr>
            </a:lvl1pPr>
            <a:lvl2pPr marL="742950" indent="-285750" defTabSz="930275">
              <a:defRPr sz="1400">
                <a:solidFill>
                  <a:schemeClr val="tx1"/>
                </a:solidFill>
                <a:latin typeface="Helvetica" panose="020B0604020202020204" pitchFamily="34" charset="0"/>
              </a:defRPr>
            </a:lvl2pPr>
            <a:lvl3pPr marL="1143000" indent="-228600" defTabSz="930275">
              <a:defRPr sz="1400">
                <a:solidFill>
                  <a:schemeClr val="tx1"/>
                </a:solidFill>
                <a:latin typeface="Helvetica" panose="020B0604020202020204" pitchFamily="34" charset="0"/>
              </a:defRPr>
            </a:lvl3pPr>
            <a:lvl4pPr marL="1600200" indent="-228600" defTabSz="930275">
              <a:defRPr sz="1400">
                <a:solidFill>
                  <a:schemeClr val="tx1"/>
                </a:solidFill>
                <a:latin typeface="Helvetica" panose="020B0604020202020204" pitchFamily="34" charset="0"/>
              </a:defRPr>
            </a:lvl4pPr>
            <a:lvl5pPr marL="2057400" indent="-228600" defTabSz="930275">
              <a:defRPr sz="1400">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sz="1400">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sz="1400">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sz="1400">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sz="1400">
                <a:solidFill>
                  <a:schemeClr val="tx1"/>
                </a:solidFill>
                <a:latin typeface="Helvetica" panose="020B0604020202020204" pitchFamily="34" charset="0"/>
              </a:defRPr>
            </a:lvl9pPr>
          </a:lstStyle>
          <a:p>
            <a:fld id="{4BD9A03C-8B89-4FAC-96BE-BF414A4F13CF}" type="slidenum">
              <a:rPr lang="en-US" altLang="en-US" sz="1200">
                <a:latin typeface="Times New Roman" panose="02020603050405020304" pitchFamily="18" charset="0"/>
              </a:rPr>
              <a:pPr/>
              <a:t>5</a:t>
            </a:fld>
            <a:endParaRPr lang="en-US" altLang="en-US" sz="120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a:extLst>
              <a:ext uri="{FF2B5EF4-FFF2-40B4-BE49-F238E27FC236}">
                <a16:creationId xmlns:a16="http://schemas.microsoft.com/office/drawing/2014/main" id="{4335ED02-9725-4435-8382-82FED0E2D8AF}"/>
              </a:ext>
            </a:extLst>
          </p:cNvPr>
          <p:cNvSpPr>
            <a:spLocks noGrp="1" noRot="1" noChangeAspect="1" noChangeArrowheads="1" noTextEdit="1"/>
          </p:cNvSpPr>
          <p:nvPr>
            <p:ph type="sldImg"/>
          </p:nvPr>
        </p:nvSpPr>
        <p:spPr>
          <a:ln/>
        </p:spPr>
      </p:sp>
      <p:sp>
        <p:nvSpPr>
          <p:cNvPr id="22530" name="Notes Placeholder 2">
            <a:extLst>
              <a:ext uri="{FF2B5EF4-FFF2-40B4-BE49-F238E27FC236}">
                <a16:creationId xmlns:a16="http://schemas.microsoft.com/office/drawing/2014/main" id="{EED05439-DB0C-42AD-9960-3CB994E43B9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a:cs typeface="Times New Roman"/>
              </a:rPr>
              <a:t>We will use this text book, operating system concepts, by </a:t>
            </a:r>
            <a:r>
              <a:rPr lang="en-US" altLang="en-US" dirty="0" err="1">
                <a:latin typeface="Times New Roman"/>
                <a:cs typeface="Times New Roman"/>
              </a:rPr>
              <a:t>Silberchatz</a:t>
            </a:r>
            <a:r>
              <a:rPr lang="en-US" altLang="en-US" dirty="0">
                <a:latin typeface="Times New Roman"/>
                <a:cs typeface="Times New Roman"/>
              </a:rPr>
              <a:t>. It is currently at its 10</a:t>
            </a:r>
            <a:r>
              <a:rPr lang="en-US" altLang="en-US" baseline="30000" dirty="0">
                <a:latin typeface="Times New Roman"/>
                <a:cs typeface="Times New Roman"/>
              </a:rPr>
              <a:t>th</a:t>
            </a:r>
            <a:r>
              <a:rPr lang="en-US" altLang="en-US" dirty="0">
                <a:latin typeface="Times New Roman"/>
                <a:cs typeface="Times New Roman"/>
              </a:rPr>
              <a:t> edition. The book is also called the dinosaur book.</a:t>
            </a:r>
          </a:p>
          <a:p>
            <a:endParaRPr lang="en-US" altLang="en-US"/>
          </a:p>
          <a:p>
            <a:r>
              <a:rPr lang="en-US" altLang="en-US" dirty="0">
                <a:latin typeface="Times New Roman"/>
                <a:cs typeface="Times New Roman"/>
              </a:rPr>
              <a:t>One question is whether you need to buy a textbook. </a:t>
            </a:r>
            <a:r>
              <a:rPr lang="en-US" altLang="en-US" dirty="0" err="1">
                <a:latin typeface="Times New Roman"/>
                <a:cs typeface="Times New Roman"/>
              </a:rPr>
              <a:t>i</a:t>
            </a:r>
            <a:r>
              <a:rPr lang="en-US" altLang="en-US" dirty="0">
                <a:latin typeface="Times New Roman"/>
                <a:cs typeface="Times New Roman"/>
              </a:rPr>
              <a:t> encourage you to buy one. This is one of the most classic textbooks in computer science and engineering. The text book is new and includes many latest information and references. This is good for your future professional career. and you can refer to the book, even after this course. Therefore, I encourage you to buy the textbook, if you can afford it.</a:t>
            </a:r>
          </a:p>
          <a:p>
            <a:endParaRPr lang="en-US" altLang="en-US"/>
          </a:p>
          <a:p>
            <a:r>
              <a:rPr lang="en-US" altLang="en-US" dirty="0">
                <a:latin typeface="Times New Roman"/>
                <a:cs typeface="Times New Roman"/>
              </a:rPr>
              <a:t>Another question is whether the lecture slides have sufficient details for final exams. The answer is yes. The slides are carefully prepared to balance the details and the key points. Some slides may have many texts.</a:t>
            </a:r>
          </a:p>
          <a:p>
            <a:endParaRPr lang="en-US" altLang="en-US"/>
          </a:p>
          <a:p>
            <a:r>
              <a:rPr lang="en-US" altLang="en-US" dirty="0">
                <a:latin typeface="Times New Roman"/>
                <a:cs typeface="Times New Roman"/>
              </a:rPr>
              <a:t>The book has a supporting web site, </a:t>
            </a:r>
            <a:r>
              <a:rPr lang="en-US" dirty="0">
                <a:latin typeface="Times New Roman"/>
                <a:cs typeface="Times New Roman"/>
                <a:hlinkClick r:id="rId3"/>
              </a:rPr>
              <a:t>https://codex.cs.yale.edu/avi/os-book/OS10/index.html</a:t>
            </a:r>
            <a:r>
              <a:rPr lang="en-US" altLang="en-US" dirty="0">
                <a:latin typeface="Times New Roman"/>
                <a:cs typeface="Times New Roman"/>
              </a:rPr>
              <a:t>. It includes the solution to the questions in the book. You are encouraged to read more beyond the slides and the text book.</a:t>
            </a:r>
          </a:p>
          <a:p>
            <a:endParaRPr lang="en-US" altLang="en-US"/>
          </a:p>
        </p:txBody>
      </p:sp>
      <p:sp>
        <p:nvSpPr>
          <p:cNvPr id="22531" name="Slide Number Placeholder 3">
            <a:extLst>
              <a:ext uri="{FF2B5EF4-FFF2-40B4-BE49-F238E27FC236}">
                <a16:creationId xmlns:a16="http://schemas.microsoft.com/office/drawing/2014/main" id="{30AED8FC-AA01-46DB-AD7E-B5C0CF28373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panose="020B0604020202020204" pitchFamily="34" charset="0"/>
              </a:defRPr>
            </a:lvl1pPr>
            <a:lvl2pPr marL="742950" indent="-285750" defTabSz="930275">
              <a:defRPr sz="1400">
                <a:solidFill>
                  <a:schemeClr val="tx1"/>
                </a:solidFill>
                <a:latin typeface="Helvetica" panose="020B0604020202020204" pitchFamily="34" charset="0"/>
              </a:defRPr>
            </a:lvl2pPr>
            <a:lvl3pPr marL="1143000" indent="-228600" defTabSz="930275">
              <a:defRPr sz="1400">
                <a:solidFill>
                  <a:schemeClr val="tx1"/>
                </a:solidFill>
                <a:latin typeface="Helvetica" panose="020B0604020202020204" pitchFamily="34" charset="0"/>
              </a:defRPr>
            </a:lvl3pPr>
            <a:lvl4pPr marL="1600200" indent="-228600" defTabSz="930275">
              <a:defRPr sz="1400">
                <a:solidFill>
                  <a:schemeClr val="tx1"/>
                </a:solidFill>
                <a:latin typeface="Helvetica" panose="020B0604020202020204" pitchFamily="34" charset="0"/>
              </a:defRPr>
            </a:lvl4pPr>
            <a:lvl5pPr marL="2057400" indent="-228600" defTabSz="930275">
              <a:defRPr sz="1400">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sz="1400">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sz="1400">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sz="1400">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sz="1400">
                <a:solidFill>
                  <a:schemeClr val="tx1"/>
                </a:solidFill>
                <a:latin typeface="Helvetica" panose="020B0604020202020204" pitchFamily="34" charset="0"/>
              </a:defRPr>
            </a:lvl9pPr>
          </a:lstStyle>
          <a:p>
            <a:fld id="{72031DC7-F8B3-46B5-8196-AC533D2F3B02}" type="slidenum">
              <a:rPr lang="en-US" altLang="en-US" sz="1200">
                <a:latin typeface="Times New Roman" panose="02020603050405020304" pitchFamily="18" charset="0"/>
              </a:rPr>
              <a:pPr/>
              <a:t>6</a:t>
            </a:fld>
            <a:endParaRPr lang="en-US" altLang="en-US" sz="120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2D594F57-2F43-4DD4-A5F8-9E228A6890E8}"/>
              </a:ext>
            </a:extLst>
          </p:cNvPr>
          <p:cNvSpPr>
            <a:spLocks noGrp="1" noRot="1" noChangeAspect="1" noChangeArrowheads="1" noTextEdit="1"/>
          </p:cNvSpPr>
          <p:nvPr>
            <p:ph type="sldImg"/>
          </p:nvPr>
        </p:nvSpPr>
        <p:spPr>
          <a:ln/>
        </p:spPr>
      </p:sp>
      <p:sp>
        <p:nvSpPr>
          <p:cNvPr id="24578" name="Notes Placeholder 2">
            <a:extLst>
              <a:ext uri="{FF2B5EF4-FFF2-40B4-BE49-F238E27FC236}">
                <a16:creationId xmlns:a16="http://schemas.microsoft.com/office/drawing/2014/main" id="{5DED59BF-1CEA-4AC7-B451-2793926A326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All tutorial questions are available in </a:t>
            </a:r>
            <a:r>
              <a:rPr lang="en-US" altLang="en-US" err="1"/>
              <a:t>NTULearn</a:t>
            </a:r>
            <a:r>
              <a:rPr lang="en-US" altLang="en-US"/>
              <a:t>. </a:t>
            </a:r>
          </a:p>
          <a:p>
            <a:endParaRPr lang="en-US" altLang="en-US"/>
          </a:p>
          <a:p>
            <a:r>
              <a:rPr lang="en-US" altLang="en-US"/>
              <a:t>You are encouraged to attend the tutorials. Tutors will give explanations to the questions in details. From the feedback of the previous year, OS is a difficult course. Attending the tutorials can help you to understand the key concepts in this course. </a:t>
            </a:r>
          </a:p>
          <a:p>
            <a:endParaRPr lang="en-US" altLang="en-US"/>
          </a:p>
          <a:p>
            <a:r>
              <a:rPr lang="en-US" altLang="en-US"/>
              <a:t>Also, it will be good if you attempt questions before the tutorial. Some questions are from the previous exams.</a:t>
            </a:r>
          </a:p>
          <a:p>
            <a:endParaRPr lang="en-US" altLang="en-US"/>
          </a:p>
          <a:p>
            <a:r>
              <a:rPr lang="en-US" altLang="en-US"/>
              <a:t>Finally, you are always welcome to contact us via email, or meeting by appointment.</a:t>
            </a:r>
          </a:p>
          <a:p>
            <a:endParaRPr lang="en-US" altLang="en-US"/>
          </a:p>
          <a:p>
            <a:endParaRPr lang="en-US" altLang="en-US"/>
          </a:p>
        </p:txBody>
      </p:sp>
      <p:sp>
        <p:nvSpPr>
          <p:cNvPr id="24579" name="Slide Number Placeholder 3">
            <a:extLst>
              <a:ext uri="{FF2B5EF4-FFF2-40B4-BE49-F238E27FC236}">
                <a16:creationId xmlns:a16="http://schemas.microsoft.com/office/drawing/2014/main" id="{8C584001-C444-4BAE-82C8-AF1753D67A5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panose="020B0604020202020204" pitchFamily="34" charset="0"/>
              </a:defRPr>
            </a:lvl1pPr>
            <a:lvl2pPr marL="742950" indent="-285750" defTabSz="930275">
              <a:defRPr sz="1400">
                <a:solidFill>
                  <a:schemeClr val="tx1"/>
                </a:solidFill>
                <a:latin typeface="Helvetica" panose="020B0604020202020204" pitchFamily="34" charset="0"/>
              </a:defRPr>
            </a:lvl2pPr>
            <a:lvl3pPr marL="1143000" indent="-228600" defTabSz="930275">
              <a:defRPr sz="1400">
                <a:solidFill>
                  <a:schemeClr val="tx1"/>
                </a:solidFill>
                <a:latin typeface="Helvetica" panose="020B0604020202020204" pitchFamily="34" charset="0"/>
              </a:defRPr>
            </a:lvl3pPr>
            <a:lvl4pPr marL="1600200" indent="-228600" defTabSz="930275">
              <a:defRPr sz="1400">
                <a:solidFill>
                  <a:schemeClr val="tx1"/>
                </a:solidFill>
                <a:latin typeface="Helvetica" panose="020B0604020202020204" pitchFamily="34" charset="0"/>
              </a:defRPr>
            </a:lvl4pPr>
            <a:lvl5pPr marL="2057400" indent="-228600" defTabSz="930275">
              <a:defRPr sz="1400">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sz="1400">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sz="1400">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sz="1400">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sz="1400">
                <a:solidFill>
                  <a:schemeClr val="tx1"/>
                </a:solidFill>
                <a:latin typeface="Helvetica" panose="020B0604020202020204" pitchFamily="34" charset="0"/>
              </a:defRPr>
            </a:lvl9pPr>
          </a:lstStyle>
          <a:p>
            <a:fld id="{B85EF227-09DA-477D-A5F6-D3A414A0FD4F}" type="slidenum">
              <a:rPr lang="en-US" altLang="en-US" sz="1200">
                <a:latin typeface="Times New Roman" panose="02020603050405020304" pitchFamily="18" charset="0"/>
              </a:rPr>
              <a:pPr/>
              <a:t>7</a:t>
            </a:fld>
            <a:endParaRPr lang="en-US" altLang="en-US" sz="120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a:extLst>
              <a:ext uri="{FF2B5EF4-FFF2-40B4-BE49-F238E27FC236}">
                <a16:creationId xmlns:a16="http://schemas.microsoft.com/office/drawing/2014/main" id="{6719907A-F81B-4A35-9D3B-0F113B687CE0}"/>
              </a:ext>
            </a:extLst>
          </p:cNvPr>
          <p:cNvSpPr>
            <a:spLocks noGrp="1" noRot="1" noChangeAspect="1" noChangeArrowheads="1" noTextEdit="1"/>
          </p:cNvSpPr>
          <p:nvPr>
            <p:ph type="sldImg"/>
          </p:nvPr>
        </p:nvSpPr>
        <p:spPr>
          <a:ln/>
        </p:spPr>
      </p:sp>
      <p:sp>
        <p:nvSpPr>
          <p:cNvPr id="26626" name="Notes Placeholder 2">
            <a:extLst>
              <a:ext uri="{FF2B5EF4-FFF2-40B4-BE49-F238E27FC236}">
                <a16:creationId xmlns:a16="http://schemas.microsoft.com/office/drawing/2014/main" id="{345C1AF1-C1D5-4825-AD06-406C2007660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pPr>
            <a:r>
              <a:rPr lang="en-US" altLang="en-US" sz="1400"/>
              <a:t>Based on instructional OS – Nachos</a:t>
            </a:r>
          </a:p>
          <a:p>
            <a:pPr>
              <a:spcBef>
                <a:spcPts val="600"/>
              </a:spcBef>
            </a:pPr>
            <a:r>
              <a:rPr lang="en-US" altLang="zh-CN"/>
              <a:t>Written by Tom Anderson and his students at UC Berkeley in C++, running on Unix/Linux</a:t>
            </a:r>
          </a:p>
          <a:p>
            <a:pPr>
              <a:spcBef>
                <a:spcPts val="600"/>
              </a:spcBef>
            </a:pPr>
            <a:r>
              <a:rPr lang="en-US" altLang="zh-CN">
                <a:hlinkClick r:id="rId3"/>
              </a:rPr>
              <a:t>http://www.cs.washington.edu/homes/tom/nachos/</a:t>
            </a:r>
            <a:endParaRPr lang="en-US" altLang="zh-CN"/>
          </a:p>
          <a:p>
            <a:pPr>
              <a:spcBef>
                <a:spcPts val="600"/>
              </a:spcBef>
            </a:pPr>
            <a:endParaRPr lang="en-US" altLang="zh-CN"/>
          </a:p>
          <a:p>
            <a:r>
              <a:rPr lang="en-US" altLang="en-US"/>
              <a:t>The lab starts in week 4. Remote access is available during non-office hours. We have put a manual on how to make connection to the servers in </a:t>
            </a:r>
            <a:r>
              <a:rPr lang="en-US" altLang="en-US" err="1"/>
              <a:t>NTULearn</a:t>
            </a:r>
            <a:r>
              <a:rPr lang="en-US" altLang="en-US"/>
              <a:t> for reference.</a:t>
            </a:r>
          </a:p>
          <a:p>
            <a:r>
              <a:rPr lang="en-US" altLang="en-US"/>
              <a:t>The labs are based on </a:t>
            </a:r>
            <a:r>
              <a:rPr lang="en-US" altLang="en-US" err="1"/>
              <a:t>NachOS</a:t>
            </a:r>
            <a:r>
              <a:rPr lang="en-US" altLang="en-US"/>
              <a:t>. It is written by Tom Anderson in UCB (now in UW) and his students. </a:t>
            </a:r>
          </a:p>
          <a:p>
            <a:r>
              <a:rPr lang="en-US" altLang="en-US"/>
              <a:t>You may ask, why not choose Windows or Linux?</a:t>
            </a:r>
          </a:p>
          <a:p>
            <a:r>
              <a:rPr lang="en-US" altLang="en-US"/>
              <a:t>We chose Nachos for its simplicity. It is a running example for us to understand the basic features in a modern operating system. It allows us to modify and debug some key components in the operating system. Nachos contains around 2500 lines of source code. </a:t>
            </a:r>
          </a:p>
          <a:p>
            <a:r>
              <a:rPr lang="en-US" altLang="en-US"/>
              <a:t>We will do programming on threads, CPU scheduling, process synchronization and virtual memory in the lab. A briefing will be given for each lab experiment. Attendance of the lab will be recorded. So do attend.</a:t>
            </a:r>
          </a:p>
          <a:p>
            <a:endParaRPr lang="en-US" altLang="en-US"/>
          </a:p>
          <a:p>
            <a:r>
              <a:rPr lang="en-US" altLang="en-US" b="1">
                <a:solidFill>
                  <a:srgbClr val="FF0000"/>
                </a:solidFill>
              </a:rPr>
              <a:t>For each experiment, review the briefing slides and read the manual first. It contains very important information and instructions about the lab.</a:t>
            </a:r>
          </a:p>
          <a:p>
            <a:endParaRPr lang="en-US" altLang="en-US"/>
          </a:p>
          <a:p>
            <a:r>
              <a:rPr lang="en-US" altLang="en-US"/>
              <a:t>Finally, all lab manuals and supplementary documents are available in </a:t>
            </a:r>
            <a:r>
              <a:rPr lang="en-US" altLang="en-US" err="1"/>
              <a:t>NTULearn</a:t>
            </a:r>
            <a:r>
              <a:rPr lang="en-US" altLang="en-US"/>
              <a:t>. Please read them carefully. </a:t>
            </a:r>
          </a:p>
        </p:txBody>
      </p:sp>
      <p:sp>
        <p:nvSpPr>
          <p:cNvPr id="26627" name="Slide Number Placeholder 3">
            <a:extLst>
              <a:ext uri="{FF2B5EF4-FFF2-40B4-BE49-F238E27FC236}">
                <a16:creationId xmlns:a16="http://schemas.microsoft.com/office/drawing/2014/main" id="{CEEE3F3B-0A48-4D55-BF38-048921AA822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panose="020B0604020202020204" pitchFamily="34" charset="0"/>
              </a:defRPr>
            </a:lvl1pPr>
            <a:lvl2pPr marL="742950" indent="-285750" defTabSz="930275">
              <a:defRPr sz="1400">
                <a:solidFill>
                  <a:schemeClr val="tx1"/>
                </a:solidFill>
                <a:latin typeface="Helvetica" panose="020B0604020202020204" pitchFamily="34" charset="0"/>
              </a:defRPr>
            </a:lvl2pPr>
            <a:lvl3pPr marL="1143000" indent="-228600" defTabSz="930275">
              <a:defRPr sz="1400">
                <a:solidFill>
                  <a:schemeClr val="tx1"/>
                </a:solidFill>
                <a:latin typeface="Helvetica" panose="020B0604020202020204" pitchFamily="34" charset="0"/>
              </a:defRPr>
            </a:lvl3pPr>
            <a:lvl4pPr marL="1600200" indent="-228600" defTabSz="930275">
              <a:defRPr sz="1400">
                <a:solidFill>
                  <a:schemeClr val="tx1"/>
                </a:solidFill>
                <a:latin typeface="Helvetica" panose="020B0604020202020204" pitchFamily="34" charset="0"/>
              </a:defRPr>
            </a:lvl4pPr>
            <a:lvl5pPr marL="2057400" indent="-228600" defTabSz="930275">
              <a:defRPr sz="1400">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sz="1400">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sz="1400">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sz="1400">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sz="1400">
                <a:solidFill>
                  <a:schemeClr val="tx1"/>
                </a:solidFill>
                <a:latin typeface="Helvetica" panose="020B0604020202020204" pitchFamily="34" charset="0"/>
              </a:defRPr>
            </a:lvl9pPr>
          </a:lstStyle>
          <a:p>
            <a:fld id="{F54B4C36-5516-4561-8322-BDA73D10EE1F}" type="slidenum">
              <a:rPr lang="en-US" altLang="en-US" sz="1200">
                <a:latin typeface="Times New Roman" panose="02020603050405020304" pitchFamily="18" charset="0"/>
              </a:rPr>
              <a:pPr/>
              <a:t>8</a:t>
            </a:fld>
            <a:endParaRPr lang="en-US" altLang="en-US" sz="120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19D3B244-D7FF-41C0-A873-72C5757563D7}"/>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2AFF0F75-07EF-4D53-AF84-6C5C8716AC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Please review your lab schedule to carefully note your respective deadlines for each lab experiment.</a:t>
            </a:r>
          </a:p>
        </p:txBody>
      </p:sp>
      <p:sp>
        <p:nvSpPr>
          <p:cNvPr id="29699" name="Slide Number Placeholder 3">
            <a:extLst>
              <a:ext uri="{FF2B5EF4-FFF2-40B4-BE49-F238E27FC236}">
                <a16:creationId xmlns:a16="http://schemas.microsoft.com/office/drawing/2014/main" id="{D6A9E501-D4BB-49F9-985A-C7280966BD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panose="020B0604020202020204" pitchFamily="34" charset="0"/>
              </a:defRPr>
            </a:lvl1pPr>
            <a:lvl2pPr marL="742950" indent="-285750" defTabSz="930275">
              <a:defRPr sz="1400">
                <a:solidFill>
                  <a:schemeClr val="tx1"/>
                </a:solidFill>
                <a:latin typeface="Helvetica" panose="020B0604020202020204" pitchFamily="34" charset="0"/>
              </a:defRPr>
            </a:lvl2pPr>
            <a:lvl3pPr marL="1143000" indent="-228600" defTabSz="930275">
              <a:defRPr sz="1400">
                <a:solidFill>
                  <a:schemeClr val="tx1"/>
                </a:solidFill>
                <a:latin typeface="Helvetica" panose="020B0604020202020204" pitchFamily="34" charset="0"/>
              </a:defRPr>
            </a:lvl3pPr>
            <a:lvl4pPr marL="1600200" indent="-228600" defTabSz="930275">
              <a:defRPr sz="1400">
                <a:solidFill>
                  <a:schemeClr val="tx1"/>
                </a:solidFill>
                <a:latin typeface="Helvetica" panose="020B0604020202020204" pitchFamily="34" charset="0"/>
              </a:defRPr>
            </a:lvl4pPr>
            <a:lvl5pPr marL="2057400" indent="-228600" defTabSz="930275">
              <a:defRPr sz="1400">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sz="1400">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sz="1400">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sz="1400">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sz="1400">
                <a:solidFill>
                  <a:schemeClr val="tx1"/>
                </a:solidFill>
                <a:latin typeface="Helvetica" panose="020B0604020202020204" pitchFamily="34" charset="0"/>
              </a:defRPr>
            </a:lvl9pPr>
          </a:lstStyle>
          <a:p>
            <a:fld id="{5EACC074-477B-4ACB-94B4-9CB2BDD5230E}" type="slidenum">
              <a:rPr lang="en-US" altLang="en-US" sz="1200">
                <a:latin typeface="Times New Roman" panose="02020603050405020304" pitchFamily="18" charset="0"/>
              </a:rPr>
              <a:pPr/>
              <a:t>10</a:t>
            </a:fld>
            <a:endParaRPr lang="en-US" altLang="en-US" sz="120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11">
            <a:extLst>
              <a:ext uri="{FF2B5EF4-FFF2-40B4-BE49-F238E27FC236}">
                <a16:creationId xmlns:a16="http://schemas.microsoft.com/office/drawing/2014/main" id="{E0F2E0E1-D592-4574-A310-1342388A0BFB}"/>
              </a:ext>
            </a:extLst>
          </p:cNvPr>
          <p:cNvSpPr>
            <a:spLocks noGrp="1" noChangeArrowheads="1"/>
          </p:cNvSpPr>
          <p:nvPr>
            <p:ph type="ftr" sz="quarter" idx="10"/>
          </p:nvPr>
        </p:nvSpPr>
        <p:spPr/>
        <p:txBody>
          <a:bodyPr/>
          <a:lstStyle>
            <a:lvl1pPr>
              <a:defRPr/>
            </a:lvl1pPr>
          </a:lstStyle>
          <a:p>
            <a:pPr>
              <a:defRPr/>
            </a:pPr>
            <a:r>
              <a:rPr lang="en-US"/>
              <a:t>SC2005 Operating Systems</a:t>
            </a:r>
          </a:p>
        </p:txBody>
      </p:sp>
    </p:spTree>
    <p:extLst>
      <p:ext uri="{BB962C8B-B14F-4D97-AF65-F5344CB8AC3E}">
        <p14:creationId xmlns:p14="http://schemas.microsoft.com/office/powerpoint/2010/main" val="2786660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581AD484-0393-4059-904C-E685250097B3}"/>
              </a:ext>
            </a:extLst>
          </p:cNvPr>
          <p:cNvSpPr>
            <a:spLocks noGrp="1" noChangeArrowheads="1"/>
          </p:cNvSpPr>
          <p:nvPr>
            <p:ph type="ftr" sz="quarter" idx="10"/>
          </p:nvPr>
        </p:nvSpPr>
        <p:spPr/>
        <p:txBody>
          <a:bodyPr/>
          <a:lstStyle>
            <a:lvl1pPr>
              <a:defRPr/>
            </a:lvl1pPr>
          </a:lstStyle>
          <a:p>
            <a:pPr>
              <a:defRPr/>
            </a:pPr>
            <a:r>
              <a:rPr lang="en-US"/>
              <a:t>SC2005 Operating Systems</a:t>
            </a:r>
          </a:p>
        </p:txBody>
      </p:sp>
    </p:spTree>
    <p:extLst>
      <p:ext uri="{BB962C8B-B14F-4D97-AF65-F5344CB8AC3E}">
        <p14:creationId xmlns:p14="http://schemas.microsoft.com/office/powerpoint/2010/main" val="993676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7D103DB8-F2F8-4713-AA45-624B086C3D4F}"/>
              </a:ext>
            </a:extLst>
          </p:cNvPr>
          <p:cNvSpPr>
            <a:spLocks noGrp="1" noChangeArrowheads="1"/>
          </p:cNvSpPr>
          <p:nvPr>
            <p:ph type="ftr" sz="quarter" idx="10"/>
          </p:nvPr>
        </p:nvSpPr>
        <p:spPr/>
        <p:txBody>
          <a:bodyPr/>
          <a:lstStyle>
            <a:lvl1pPr>
              <a:defRPr/>
            </a:lvl1pPr>
          </a:lstStyle>
          <a:p>
            <a:pPr>
              <a:defRPr/>
            </a:pPr>
            <a:r>
              <a:rPr lang="en-US"/>
              <a:t>SC2005 Operating Systems</a:t>
            </a:r>
          </a:p>
        </p:txBody>
      </p:sp>
    </p:spTree>
    <p:extLst>
      <p:ext uri="{BB962C8B-B14F-4D97-AF65-F5344CB8AC3E}">
        <p14:creationId xmlns:p14="http://schemas.microsoft.com/office/powerpoint/2010/main" val="3850668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55625" y="1282700"/>
            <a:ext cx="4005263" cy="49609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13288" y="1282700"/>
            <a:ext cx="4005262" cy="49609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260C61DE-90AB-4373-A6EC-5F134C69348E}"/>
              </a:ext>
            </a:extLst>
          </p:cNvPr>
          <p:cNvSpPr>
            <a:spLocks noGrp="1" noChangeArrowheads="1"/>
          </p:cNvSpPr>
          <p:nvPr>
            <p:ph type="ftr" sz="quarter" idx="10"/>
          </p:nvPr>
        </p:nvSpPr>
        <p:spPr/>
        <p:txBody>
          <a:bodyPr/>
          <a:lstStyle>
            <a:lvl1pPr>
              <a:defRPr/>
            </a:lvl1pPr>
          </a:lstStyle>
          <a:p>
            <a:pPr>
              <a:defRPr/>
            </a:pPr>
            <a:r>
              <a:rPr lang="en-US"/>
              <a:t>SC2005 Operating Systems</a:t>
            </a:r>
          </a:p>
        </p:txBody>
      </p:sp>
    </p:spTree>
    <p:extLst>
      <p:ext uri="{BB962C8B-B14F-4D97-AF65-F5344CB8AC3E}">
        <p14:creationId xmlns:p14="http://schemas.microsoft.com/office/powerpoint/2010/main" val="3122689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11">
            <a:extLst>
              <a:ext uri="{FF2B5EF4-FFF2-40B4-BE49-F238E27FC236}">
                <a16:creationId xmlns:a16="http://schemas.microsoft.com/office/drawing/2014/main" id="{C83E7D98-E10C-E347-8AE6-FE7DF8ED88B4}"/>
              </a:ext>
            </a:extLst>
          </p:cNvPr>
          <p:cNvSpPr>
            <a:spLocks noGrp="1" noChangeArrowheads="1"/>
          </p:cNvSpPr>
          <p:nvPr>
            <p:ph type="ftr" sz="quarter" idx="10"/>
          </p:nvPr>
        </p:nvSpPr>
        <p:spPr>
          <a:xfrm>
            <a:off x="38100" y="6540500"/>
            <a:ext cx="4076700" cy="320675"/>
          </a:xfrm>
        </p:spPr>
        <p:txBody>
          <a:bodyPr/>
          <a:lstStyle>
            <a:lvl1pPr>
              <a:defRPr/>
            </a:lvl1pPr>
          </a:lstStyle>
          <a:p>
            <a:pPr>
              <a:defRPr/>
            </a:pPr>
            <a:r>
              <a:rPr lang="en-US"/>
              <a:t>SC2005 Operating Systems</a:t>
            </a:r>
          </a:p>
        </p:txBody>
      </p:sp>
    </p:spTree>
    <p:extLst>
      <p:ext uri="{BB962C8B-B14F-4D97-AF65-F5344CB8AC3E}">
        <p14:creationId xmlns:p14="http://schemas.microsoft.com/office/powerpoint/2010/main" val="309821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Rectangle 11">
            <a:extLst>
              <a:ext uri="{FF2B5EF4-FFF2-40B4-BE49-F238E27FC236}">
                <a16:creationId xmlns:a16="http://schemas.microsoft.com/office/drawing/2014/main" id="{E76B9A24-1946-0D4B-A946-C5D36B9C5435}"/>
              </a:ext>
            </a:extLst>
          </p:cNvPr>
          <p:cNvSpPr>
            <a:spLocks noGrp="1" noChangeArrowheads="1"/>
          </p:cNvSpPr>
          <p:nvPr>
            <p:ph type="ftr" sz="quarter" idx="10"/>
          </p:nvPr>
        </p:nvSpPr>
        <p:spPr>
          <a:xfrm>
            <a:off x="38100" y="6540500"/>
            <a:ext cx="4076700" cy="320675"/>
          </a:xfrm>
        </p:spPr>
        <p:txBody>
          <a:bodyPr/>
          <a:lstStyle>
            <a:lvl1pPr>
              <a:defRPr/>
            </a:lvl1pPr>
          </a:lstStyle>
          <a:p>
            <a:pPr>
              <a:defRPr/>
            </a:pPr>
            <a:r>
              <a:rPr lang="en-US"/>
              <a:t>SC2005 Operating Systems</a:t>
            </a:r>
          </a:p>
        </p:txBody>
      </p:sp>
    </p:spTree>
    <p:extLst>
      <p:ext uri="{BB962C8B-B14F-4D97-AF65-F5344CB8AC3E}">
        <p14:creationId xmlns:p14="http://schemas.microsoft.com/office/powerpoint/2010/main" val="146569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11">
            <a:extLst>
              <a:ext uri="{FF2B5EF4-FFF2-40B4-BE49-F238E27FC236}">
                <a16:creationId xmlns:a16="http://schemas.microsoft.com/office/drawing/2014/main" id="{E046CB38-7CF1-6547-9F45-254A28B4F368}"/>
              </a:ext>
            </a:extLst>
          </p:cNvPr>
          <p:cNvSpPr>
            <a:spLocks noGrp="1" noChangeArrowheads="1"/>
          </p:cNvSpPr>
          <p:nvPr>
            <p:ph type="ftr" sz="quarter" idx="10"/>
          </p:nvPr>
        </p:nvSpPr>
        <p:spPr>
          <a:xfrm>
            <a:off x="38100" y="6540500"/>
            <a:ext cx="4076700" cy="320675"/>
          </a:xfrm>
        </p:spPr>
        <p:txBody>
          <a:bodyPr/>
          <a:lstStyle>
            <a:lvl1pPr>
              <a:defRPr/>
            </a:lvl1pPr>
          </a:lstStyle>
          <a:p>
            <a:pPr>
              <a:defRPr/>
            </a:pPr>
            <a:r>
              <a:rPr lang="en-US"/>
              <a:t>SC2005 Operating Systems</a:t>
            </a:r>
          </a:p>
        </p:txBody>
      </p:sp>
    </p:spTree>
    <p:extLst>
      <p:ext uri="{BB962C8B-B14F-4D97-AF65-F5344CB8AC3E}">
        <p14:creationId xmlns:p14="http://schemas.microsoft.com/office/powerpoint/2010/main" val="2953086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11">
            <a:extLst>
              <a:ext uri="{FF2B5EF4-FFF2-40B4-BE49-F238E27FC236}">
                <a16:creationId xmlns:a16="http://schemas.microsoft.com/office/drawing/2014/main" id="{7D1B1B6D-ADFE-9144-B099-E128176D8033}"/>
              </a:ext>
            </a:extLst>
          </p:cNvPr>
          <p:cNvSpPr>
            <a:spLocks noGrp="1" noChangeArrowheads="1"/>
          </p:cNvSpPr>
          <p:nvPr>
            <p:ph type="ftr" sz="quarter" idx="10"/>
          </p:nvPr>
        </p:nvSpPr>
        <p:spPr>
          <a:xfrm>
            <a:off x="38100" y="6540500"/>
            <a:ext cx="4076700" cy="320675"/>
          </a:xfrm>
        </p:spPr>
        <p:txBody>
          <a:bodyPr/>
          <a:lstStyle>
            <a:lvl1pPr>
              <a:defRPr/>
            </a:lvl1pPr>
          </a:lstStyle>
          <a:p>
            <a:pPr>
              <a:defRPr/>
            </a:pPr>
            <a:r>
              <a:rPr lang="en-US"/>
              <a:t>SC2005 Operating Systems</a:t>
            </a:r>
          </a:p>
        </p:txBody>
      </p:sp>
    </p:spTree>
    <p:extLst>
      <p:ext uri="{BB962C8B-B14F-4D97-AF65-F5344CB8AC3E}">
        <p14:creationId xmlns:p14="http://schemas.microsoft.com/office/powerpoint/2010/main" val="2054324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11">
            <a:extLst>
              <a:ext uri="{FF2B5EF4-FFF2-40B4-BE49-F238E27FC236}">
                <a16:creationId xmlns:a16="http://schemas.microsoft.com/office/drawing/2014/main" id="{3E5A05C2-D5C3-D045-BC77-EFE73DD02209}"/>
              </a:ext>
            </a:extLst>
          </p:cNvPr>
          <p:cNvSpPr>
            <a:spLocks noGrp="1" noChangeArrowheads="1"/>
          </p:cNvSpPr>
          <p:nvPr>
            <p:ph type="ftr" sz="quarter" idx="10"/>
          </p:nvPr>
        </p:nvSpPr>
        <p:spPr>
          <a:xfrm>
            <a:off x="38100" y="6540500"/>
            <a:ext cx="4076700" cy="320675"/>
          </a:xfrm>
        </p:spPr>
        <p:txBody>
          <a:bodyPr/>
          <a:lstStyle>
            <a:lvl1pPr>
              <a:defRPr/>
            </a:lvl1pPr>
          </a:lstStyle>
          <a:p>
            <a:pPr>
              <a:defRPr/>
            </a:pPr>
            <a:r>
              <a:rPr lang="en-US"/>
              <a:t>SC2005 Operating Systems</a:t>
            </a:r>
          </a:p>
        </p:txBody>
      </p:sp>
    </p:spTree>
    <p:extLst>
      <p:ext uri="{BB962C8B-B14F-4D97-AF65-F5344CB8AC3E}">
        <p14:creationId xmlns:p14="http://schemas.microsoft.com/office/powerpoint/2010/main" val="803587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2C04E792-4555-9242-A778-5A1138205C56}"/>
              </a:ext>
            </a:extLst>
          </p:cNvPr>
          <p:cNvSpPr>
            <a:spLocks noGrp="1" noChangeArrowheads="1"/>
          </p:cNvSpPr>
          <p:nvPr>
            <p:ph type="ftr" sz="quarter" idx="10"/>
          </p:nvPr>
        </p:nvSpPr>
        <p:spPr>
          <a:xfrm>
            <a:off x="38100" y="6540500"/>
            <a:ext cx="4076700" cy="320675"/>
          </a:xfrm>
        </p:spPr>
        <p:txBody>
          <a:bodyPr/>
          <a:lstStyle>
            <a:lvl1pPr>
              <a:defRPr/>
            </a:lvl1pPr>
          </a:lstStyle>
          <a:p>
            <a:pPr>
              <a:defRPr/>
            </a:pPr>
            <a:r>
              <a:rPr lang="en-US"/>
              <a:t>SC2005 Operating Systems</a:t>
            </a:r>
          </a:p>
        </p:txBody>
      </p:sp>
    </p:spTree>
    <p:extLst>
      <p:ext uri="{BB962C8B-B14F-4D97-AF65-F5344CB8AC3E}">
        <p14:creationId xmlns:p14="http://schemas.microsoft.com/office/powerpoint/2010/main" val="2056949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78613" y="495300"/>
            <a:ext cx="2039937" cy="57483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55625" y="495300"/>
            <a:ext cx="5970588" cy="57483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DA342B33-86E9-2249-ABF6-0CFF0172824B}"/>
              </a:ext>
            </a:extLst>
          </p:cNvPr>
          <p:cNvSpPr>
            <a:spLocks noGrp="1" noChangeArrowheads="1"/>
          </p:cNvSpPr>
          <p:nvPr>
            <p:ph type="ftr" sz="quarter" idx="10"/>
          </p:nvPr>
        </p:nvSpPr>
        <p:spPr>
          <a:xfrm>
            <a:off x="38100" y="6540500"/>
            <a:ext cx="4076700" cy="320675"/>
          </a:xfrm>
        </p:spPr>
        <p:txBody>
          <a:bodyPr/>
          <a:lstStyle>
            <a:lvl1pPr>
              <a:defRPr/>
            </a:lvl1pPr>
          </a:lstStyle>
          <a:p>
            <a:pPr>
              <a:defRPr/>
            </a:pPr>
            <a:r>
              <a:rPr lang="en-US"/>
              <a:t>SC2005 Operating Systems</a:t>
            </a:r>
          </a:p>
        </p:txBody>
      </p:sp>
    </p:spTree>
    <p:extLst>
      <p:ext uri="{BB962C8B-B14F-4D97-AF65-F5344CB8AC3E}">
        <p14:creationId xmlns:p14="http://schemas.microsoft.com/office/powerpoint/2010/main" val="1533027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59FAEB8B-9E10-4D2D-B742-C03B05281528}"/>
              </a:ext>
            </a:extLst>
          </p:cNvPr>
          <p:cNvSpPr>
            <a:spLocks noChangeArrowheads="1"/>
          </p:cNvSpPr>
          <p:nvPr/>
        </p:nvSpPr>
        <p:spPr bwMode="auto">
          <a:xfrm>
            <a:off x="684213" y="342900"/>
            <a:ext cx="769778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lvl1pPr>
              <a:defRPr sz="1400">
                <a:solidFill>
                  <a:schemeClr val="tx1"/>
                </a:solidFill>
                <a:latin typeface="Helvetica" pitchFamily="2" charset="0"/>
              </a:defRPr>
            </a:lvl1pPr>
            <a:lvl2pPr marL="742950" indent="-285750">
              <a:defRPr sz="1400">
                <a:solidFill>
                  <a:schemeClr val="tx1"/>
                </a:solidFill>
                <a:latin typeface="Helvetica" pitchFamily="2" charset="0"/>
              </a:defRPr>
            </a:lvl2pPr>
            <a:lvl3pPr marL="1143000" indent="-228600">
              <a:defRPr sz="1400">
                <a:solidFill>
                  <a:schemeClr val="tx1"/>
                </a:solidFill>
                <a:latin typeface="Helvetica" pitchFamily="2" charset="0"/>
              </a:defRPr>
            </a:lvl3pPr>
            <a:lvl4pPr marL="1600200" indent="-228600">
              <a:defRPr sz="1400">
                <a:solidFill>
                  <a:schemeClr val="tx1"/>
                </a:solidFill>
                <a:latin typeface="Helvetica" pitchFamily="2" charset="0"/>
              </a:defRPr>
            </a:lvl4pPr>
            <a:lvl5pPr marL="2057400" indent="-228600">
              <a:defRPr sz="1400">
                <a:solidFill>
                  <a:schemeClr val="tx1"/>
                </a:solidFill>
                <a:latin typeface="Helvetica" pitchFamily="2" charset="0"/>
              </a:defRPr>
            </a:lvl5pPr>
            <a:lvl6pPr marL="2514600" indent="-228600" eaLnBrk="0" fontAlgn="base" hangingPunct="0">
              <a:spcBef>
                <a:spcPct val="0"/>
              </a:spcBef>
              <a:spcAft>
                <a:spcPct val="0"/>
              </a:spcAft>
              <a:defRPr sz="1400">
                <a:solidFill>
                  <a:schemeClr val="tx1"/>
                </a:solidFill>
                <a:latin typeface="Helvetica" pitchFamily="2" charset="0"/>
              </a:defRPr>
            </a:lvl6pPr>
            <a:lvl7pPr marL="2971800" indent="-228600" eaLnBrk="0" fontAlgn="base" hangingPunct="0">
              <a:spcBef>
                <a:spcPct val="0"/>
              </a:spcBef>
              <a:spcAft>
                <a:spcPct val="0"/>
              </a:spcAft>
              <a:defRPr sz="1400">
                <a:solidFill>
                  <a:schemeClr val="tx1"/>
                </a:solidFill>
                <a:latin typeface="Helvetica" pitchFamily="2" charset="0"/>
              </a:defRPr>
            </a:lvl7pPr>
            <a:lvl8pPr marL="3429000" indent="-228600" eaLnBrk="0" fontAlgn="base" hangingPunct="0">
              <a:spcBef>
                <a:spcPct val="0"/>
              </a:spcBef>
              <a:spcAft>
                <a:spcPct val="0"/>
              </a:spcAft>
              <a:defRPr sz="1400">
                <a:solidFill>
                  <a:schemeClr val="tx1"/>
                </a:solidFill>
                <a:latin typeface="Helvetica" pitchFamily="2" charset="0"/>
              </a:defRPr>
            </a:lvl8pPr>
            <a:lvl9pPr marL="3886200" indent="-228600" eaLnBrk="0" fontAlgn="base" hangingPunct="0">
              <a:spcBef>
                <a:spcPct val="0"/>
              </a:spcBef>
              <a:spcAft>
                <a:spcPct val="0"/>
              </a:spcAft>
              <a:defRPr sz="1400">
                <a:solidFill>
                  <a:schemeClr val="tx1"/>
                </a:solidFill>
                <a:latin typeface="Helvetica" pitchFamily="2" charset="0"/>
              </a:defRPr>
            </a:lvl9pPr>
          </a:lstStyle>
          <a:p>
            <a:pPr algn="ctr">
              <a:defRPr/>
            </a:pPr>
            <a:endParaRPr lang="en-GB" altLang="en-US"/>
          </a:p>
        </p:txBody>
      </p:sp>
      <p:sp>
        <p:nvSpPr>
          <p:cNvPr id="1027" name="Rectangle 2">
            <a:extLst>
              <a:ext uri="{FF2B5EF4-FFF2-40B4-BE49-F238E27FC236}">
                <a16:creationId xmlns:a16="http://schemas.microsoft.com/office/drawing/2014/main" id="{8CB1FE72-8174-4B90-AA3B-030E4B6D4699}"/>
              </a:ext>
            </a:extLst>
          </p:cNvPr>
          <p:cNvSpPr>
            <a:spLocks noGrp="1" noChangeArrowheads="1"/>
          </p:cNvSpPr>
          <p:nvPr>
            <p:ph type="title"/>
          </p:nvPr>
        </p:nvSpPr>
        <p:spPr bwMode="auto">
          <a:xfrm>
            <a:off x="1162050" y="495300"/>
            <a:ext cx="688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a:extLst>
              <a:ext uri="{FF2B5EF4-FFF2-40B4-BE49-F238E27FC236}">
                <a16:creationId xmlns:a16="http://schemas.microsoft.com/office/drawing/2014/main" id="{D2BCD2AB-A70A-4554-B0C7-533E80A96D31}"/>
              </a:ext>
            </a:extLst>
          </p:cNvPr>
          <p:cNvSpPr>
            <a:spLocks noGrp="1" noChangeArrowheads="1"/>
          </p:cNvSpPr>
          <p:nvPr>
            <p:ph type="body" idx="1"/>
          </p:nvPr>
        </p:nvSpPr>
        <p:spPr bwMode="auto">
          <a:xfrm>
            <a:off x="555625" y="1282700"/>
            <a:ext cx="8162925"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AutoShape 9">
            <a:extLst>
              <a:ext uri="{FF2B5EF4-FFF2-40B4-BE49-F238E27FC236}">
                <a16:creationId xmlns:a16="http://schemas.microsoft.com/office/drawing/2014/main" id="{C77A4C04-F7AF-44E2-8B2F-148A89D66A91}"/>
              </a:ext>
            </a:extLst>
          </p:cNvPr>
          <p:cNvSpPr>
            <a:spLocks noChangeArrowheads="1"/>
          </p:cNvSpPr>
          <p:nvPr/>
        </p:nvSpPr>
        <p:spPr bwMode="auto">
          <a:xfrm>
            <a:off x="120650" y="95250"/>
            <a:ext cx="8909050" cy="6448425"/>
          </a:xfrm>
          <a:prstGeom prst="roundRect">
            <a:avLst>
              <a:gd name="adj" fmla="val 17278"/>
            </a:avLst>
          </a:prstGeom>
          <a:noFill/>
          <a:ln w="9525">
            <a:solidFill>
              <a:schemeClr val="tx1"/>
            </a:solidFill>
            <a:round/>
            <a:headEnd/>
            <a:tailEnd/>
          </a:ln>
        </p:spPr>
        <p:txBody>
          <a:bodyPr wrap="none" anchor="ctr"/>
          <a:lstStyle>
            <a:lvl1pPr>
              <a:defRPr sz="1400">
                <a:solidFill>
                  <a:schemeClr val="tx1"/>
                </a:solidFill>
                <a:latin typeface="Helvetica" pitchFamily="34" charset="0"/>
              </a:defRPr>
            </a:lvl1pPr>
            <a:lvl2pPr marL="742950" indent="-285750">
              <a:defRPr sz="1400">
                <a:solidFill>
                  <a:schemeClr val="tx1"/>
                </a:solidFill>
                <a:latin typeface="Helvetica" pitchFamily="34" charset="0"/>
              </a:defRPr>
            </a:lvl2pPr>
            <a:lvl3pPr marL="1143000" indent="-228600">
              <a:defRPr sz="1400">
                <a:solidFill>
                  <a:schemeClr val="tx1"/>
                </a:solidFill>
                <a:latin typeface="Helvetica" pitchFamily="34" charset="0"/>
              </a:defRPr>
            </a:lvl3pPr>
            <a:lvl4pPr marL="1600200" indent="-228600">
              <a:defRPr sz="1400">
                <a:solidFill>
                  <a:schemeClr val="tx1"/>
                </a:solidFill>
                <a:latin typeface="Helvetica" pitchFamily="34" charset="0"/>
              </a:defRPr>
            </a:lvl4pPr>
            <a:lvl5pPr marL="2057400" indent="-228600">
              <a:defRPr sz="1400">
                <a:solidFill>
                  <a:schemeClr val="tx1"/>
                </a:solidFill>
                <a:latin typeface="Helvetica" pitchFamily="34" charset="0"/>
              </a:defRPr>
            </a:lvl5pPr>
            <a:lvl6pPr marL="2514600" indent="-228600" algn="ctr" eaLnBrk="0" fontAlgn="base" hangingPunct="0">
              <a:spcBef>
                <a:spcPct val="0"/>
              </a:spcBef>
              <a:spcAft>
                <a:spcPct val="0"/>
              </a:spcAft>
              <a:defRPr sz="1400">
                <a:solidFill>
                  <a:schemeClr val="tx1"/>
                </a:solidFill>
                <a:latin typeface="Helvetica" pitchFamily="34" charset="0"/>
              </a:defRPr>
            </a:lvl6pPr>
            <a:lvl7pPr marL="2971800" indent="-228600" algn="ctr" eaLnBrk="0" fontAlgn="base" hangingPunct="0">
              <a:spcBef>
                <a:spcPct val="0"/>
              </a:spcBef>
              <a:spcAft>
                <a:spcPct val="0"/>
              </a:spcAft>
              <a:defRPr sz="1400">
                <a:solidFill>
                  <a:schemeClr val="tx1"/>
                </a:solidFill>
                <a:latin typeface="Helvetica" pitchFamily="34" charset="0"/>
              </a:defRPr>
            </a:lvl7pPr>
            <a:lvl8pPr marL="3429000" indent="-228600" algn="ctr" eaLnBrk="0" fontAlgn="base" hangingPunct="0">
              <a:spcBef>
                <a:spcPct val="0"/>
              </a:spcBef>
              <a:spcAft>
                <a:spcPct val="0"/>
              </a:spcAft>
              <a:defRPr sz="1400">
                <a:solidFill>
                  <a:schemeClr val="tx1"/>
                </a:solidFill>
                <a:latin typeface="Helvetica" pitchFamily="34" charset="0"/>
              </a:defRPr>
            </a:lvl8pPr>
            <a:lvl9pPr marL="3886200" indent="-228600" algn="ctr" eaLnBrk="0" fontAlgn="base" hangingPunct="0">
              <a:spcBef>
                <a:spcPct val="0"/>
              </a:spcBef>
              <a:spcAft>
                <a:spcPct val="0"/>
              </a:spcAft>
              <a:defRPr sz="1400">
                <a:solidFill>
                  <a:schemeClr val="tx1"/>
                </a:solidFill>
                <a:latin typeface="Helvetica" pitchFamily="34" charset="0"/>
              </a:defRPr>
            </a:lvl9pPr>
          </a:lstStyle>
          <a:p>
            <a:pPr algn="ctr">
              <a:defRPr/>
            </a:pPr>
            <a:endParaRPr lang="en-GB" altLang="en-US"/>
          </a:p>
        </p:txBody>
      </p:sp>
      <p:sp>
        <p:nvSpPr>
          <p:cNvPr id="1030" name="Text Box 10">
            <a:extLst>
              <a:ext uri="{FF2B5EF4-FFF2-40B4-BE49-F238E27FC236}">
                <a16:creationId xmlns:a16="http://schemas.microsoft.com/office/drawing/2014/main" id="{28C7203F-3725-42C3-BC79-75105CA28C01}"/>
              </a:ext>
            </a:extLst>
          </p:cNvPr>
          <p:cNvSpPr txBox="1">
            <a:spLocks noChangeArrowheads="1"/>
          </p:cNvSpPr>
          <p:nvPr/>
        </p:nvSpPr>
        <p:spPr bwMode="auto">
          <a:xfrm>
            <a:off x="4364038" y="6543675"/>
            <a:ext cx="339725" cy="244475"/>
          </a:xfrm>
          <a:prstGeom prst="rect">
            <a:avLst/>
          </a:prstGeom>
          <a:noFill/>
          <a:ln>
            <a:noFill/>
          </a:ln>
        </p:spPr>
        <p:txBody>
          <a:bodyPr wrap="none" anchor="ctr">
            <a:spAutoFit/>
          </a:bodyPr>
          <a:lstStyle>
            <a:lvl1pPr>
              <a:defRPr sz="1400">
                <a:solidFill>
                  <a:schemeClr val="tx1"/>
                </a:solidFill>
                <a:latin typeface="Helvetica" panose="020B0604020202020204" pitchFamily="34" charset="0"/>
              </a:defRPr>
            </a:lvl1pPr>
            <a:lvl2pPr marL="742950" indent="-285750">
              <a:defRPr sz="1400">
                <a:solidFill>
                  <a:schemeClr val="tx1"/>
                </a:solidFill>
                <a:latin typeface="Helvetica" panose="020B0604020202020204" pitchFamily="34" charset="0"/>
              </a:defRPr>
            </a:lvl2pPr>
            <a:lvl3pPr marL="1143000" indent="-228600">
              <a:defRPr sz="1400">
                <a:solidFill>
                  <a:schemeClr val="tx1"/>
                </a:solidFill>
                <a:latin typeface="Helvetica" panose="020B0604020202020204" pitchFamily="34" charset="0"/>
              </a:defRPr>
            </a:lvl3pPr>
            <a:lvl4pPr marL="1600200" indent="-228600">
              <a:defRPr sz="1400">
                <a:solidFill>
                  <a:schemeClr val="tx1"/>
                </a:solidFill>
                <a:latin typeface="Helvetica" panose="020B0604020202020204" pitchFamily="34" charset="0"/>
              </a:defRPr>
            </a:lvl4pPr>
            <a:lvl5pPr marL="2057400" indent="-228600">
              <a:defRPr sz="1400">
                <a:solidFill>
                  <a:schemeClr val="tx1"/>
                </a:solidFill>
                <a:latin typeface="Helvetica" panose="020B0604020202020204" pitchFamily="34" charset="0"/>
              </a:defRPr>
            </a:lvl5pPr>
            <a:lvl6pPr marL="2514600" indent="-228600" eaLnBrk="0" fontAlgn="base" hangingPunct="0">
              <a:spcBef>
                <a:spcPct val="0"/>
              </a:spcBef>
              <a:spcAft>
                <a:spcPct val="0"/>
              </a:spcAft>
              <a:defRPr sz="1400">
                <a:solidFill>
                  <a:schemeClr val="tx1"/>
                </a:solidFill>
                <a:latin typeface="Helvetica" panose="020B0604020202020204" pitchFamily="34" charset="0"/>
              </a:defRPr>
            </a:lvl6pPr>
            <a:lvl7pPr marL="2971800" indent="-228600" eaLnBrk="0" fontAlgn="base" hangingPunct="0">
              <a:spcBef>
                <a:spcPct val="0"/>
              </a:spcBef>
              <a:spcAft>
                <a:spcPct val="0"/>
              </a:spcAft>
              <a:defRPr sz="1400">
                <a:solidFill>
                  <a:schemeClr val="tx1"/>
                </a:solidFill>
                <a:latin typeface="Helvetica" panose="020B0604020202020204" pitchFamily="34" charset="0"/>
              </a:defRPr>
            </a:lvl7pPr>
            <a:lvl8pPr marL="3429000" indent="-228600" eaLnBrk="0" fontAlgn="base" hangingPunct="0">
              <a:spcBef>
                <a:spcPct val="0"/>
              </a:spcBef>
              <a:spcAft>
                <a:spcPct val="0"/>
              </a:spcAft>
              <a:defRPr sz="1400">
                <a:solidFill>
                  <a:schemeClr val="tx1"/>
                </a:solidFill>
                <a:latin typeface="Helvetica" panose="020B0604020202020204" pitchFamily="34" charset="0"/>
              </a:defRPr>
            </a:lvl8pPr>
            <a:lvl9pPr marL="3886200" indent="-228600" eaLnBrk="0" fontAlgn="base" hangingPunct="0">
              <a:spcBef>
                <a:spcPct val="0"/>
              </a:spcBef>
              <a:spcAft>
                <a:spcPct val="0"/>
              </a:spcAft>
              <a:defRPr sz="1400">
                <a:solidFill>
                  <a:schemeClr val="tx1"/>
                </a:solidFill>
                <a:latin typeface="Helvetica" panose="020B0604020202020204" pitchFamily="34" charset="0"/>
              </a:defRPr>
            </a:lvl9pPr>
          </a:lstStyle>
          <a:p>
            <a:pPr algn="ctr">
              <a:spcBef>
                <a:spcPct val="50000"/>
              </a:spcBef>
            </a:pPr>
            <a:fld id="{C2B74DA0-9FCF-4E4E-ACBA-290F5DE35911}" type="slidenum">
              <a:rPr lang="en-US" altLang="en-US" sz="1000"/>
              <a:pPr algn="ctr">
                <a:spcBef>
                  <a:spcPct val="50000"/>
                </a:spcBef>
              </a:pPr>
              <a:t>‹#›</a:t>
            </a:fld>
            <a:endParaRPr lang="en-US" altLang="en-US" sz="1000"/>
          </a:p>
        </p:txBody>
      </p:sp>
      <p:sp>
        <p:nvSpPr>
          <p:cNvPr id="1035" name="Rectangle 11">
            <a:extLst>
              <a:ext uri="{FF2B5EF4-FFF2-40B4-BE49-F238E27FC236}">
                <a16:creationId xmlns:a16="http://schemas.microsoft.com/office/drawing/2014/main" id="{3F14476A-DE69-49F3-BE30-54D8C22C78BF}"/>
              </a:ext>
            </a:extLst>
          </p:cNvPr>
          <p:cNvSpPr>
            <a:spLocks noGrp="1" noChangeArrowheads="1"/>
          </p:cNvSpPr>
          <p:nvPr>
            <p:ph type="ftr" sz="quarter" idx="3"/>
          </p:nvPr>
        </p:nvSpPr>
        <p:spPr bwMode="auto">
          <a:xfrm>
            <a:off x="38100" y="6540500"/>
            <a:ext cx="40767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000">
                <a:latin typeface="Helvetica" pitchFamily="34" charset="0"/>
              </a:defRPr>
            </a:lvl1pPr>
          </a:lstStyle>
          <a:p>
            <a:pPr>
              <a:defRPr/>
            </a:pPr>
            <a:r>
              <a:rPr lang="en-US"/>
              <a:t>SC2005 Operating Systems</a:t>
            </a:r>
          </a:p>
        </p:txBody>
      </p:sp>
      <p:sp>
        <p:nvSpPr>
          <p:cNvPr id="1032" name="Rectangle 12">
            <a:extLst>
              <a:ext uri="{FF2B5EF4-FFF2-40B4-BE49-F238E27FC236}">
                <a16:creationId xmlns:a16="http://schemas.microsoft.com/office/drawing/2014/main" id="{F2B10E9A-275E-41B9-B5FD-C0F03FDE5C63}"/>
              </a:ext>
            </a:extLst>
          </p:cNvPr>
          <p:cNvSpPr>
            <a:spLocks noChangeArrowheads="1"/>
          </p:cNvSpPr>
          <p:nvPr/>
        </p:nvSpPr>
        <p:spPr bwMode="auto">
          <a:xfrm>
            <a:off x="6242050" y="6537325"/>
            <a:ext cx="2895600" cy="320675"/>
          </a:xfrm>
          <a:prstGeom prst="rect">
            <a:avLst/>
          </a:prstGeom>
          <a:noFill/>
          <a:ln>
            <a:noFill/>
          </a:ln>
        </p:spPr>
        <p:txBody>
          <a:bodyPr/>
          <a:lstStyle>
            <a:lvl1pPr>
              <a:defRPr sz="1400">
                <a:solidFill>
                  <a:schemeClr val="tx1"/>
                </a:solidFill>
                <a:latin typeface="Helvetica" pitchFamily="34" charset="0"/>
              </a:defRPr>
            </a:lvl1pPr>
            <a:lvl2pPr marL="742950" indent="-285750">
              <a:defRPr sz="1400">
                <a:solidFill>
                  <a:schemeClr val="tx1"/>
                </a:solidFill>
                <a:latin typeface="Helvetica" pitchFamily="34" charset="0"/>
              </a:defRPr>
            </a:lvl2pPr>
            <a:lvl3pPr marL="1143000" indent="-228600">
              <a:defRPr sz="1400">
                <a:solidFill>
                  <a:schemeClr val="tx1"/>
                </a:solidFill>
                <a:latin typeface="Helvetica" pitchFamily="34" charset="0"/>
              </a:defRPr>
            </a:lvl3pPr>
            <a:lvl4pPr marL="1600200" indent="-228600">
              <a:defRPr sz="1400">
                <a:solidFill>
                  <a:schemeClr val="tx1"/>
                </a:solidFill>
                <a:latin typeface="Helvetica" pitchFamily="34" charset="0"/>
              </a:defRPr>
            </a:lvl4pPr>
            <a:lvl5pPr marL="2057400" indent="-228600">
              <a:defRPr sz="1400">
                <a:solidFill>
                  <a:schemeClr val="tx1"/>
                </a:solidFill>
                <a:latin typeface="Helvetica" pitchFamily="34" charset="0"/>
              </a:defRPr>
            </a:lvl5pPr>
            <a:lvl6pPr marL="2514600" indent="-228600" algn="ctr" eaLnBrk="0" fontAlgn="base" hangingPunct="0">
              <a:spcBef>
                <a:spcPct val="0"/>
              </a:spcBef>
              <a:spcAft>
                <a:spcPct val="0"/>
              </a:spcAft>
              <a:defRPr sz="1400">
                <a:solidFill>
                  <a:schemeClr val="tx1"/>
                </a:solidFill>
                <a:latin typeface="Helvetica" pitchFamily="34" charset="0"/>
              </a:defRPr>
            </a:lvl6pPr>
            <a:lvl7pPr marL="2971800" indent="-228600" algn="ctr" eaLnBrk="0" fontAlgn="base" hangingPunct="0">
              <a:spcBef>
                <a:spcPct val="0"/>
              </a:spcBef>
              <a:spcAft>
                <a:spcPct val="0"/>
              </a:spcAft>
              <a:defRPr sz="1400">
                <a:solidFill>
                  <a:schemeClr val="tx1"/>
                </a:solidFill>
                <a:latin typeface="Helvetica" pitchFamily="34" charset="0"/>
              </a:defRPr>
            </a:lvl7pPr>
            <a:lvl8pPr marL="3429000" indent="-228600" algn="ctr" eaLnBrk="0" fontAlgn="base" hangingPunct="0">
              <a:spcBef>
                <a:spcPct val="0"/>
              </a:spcBef>
              <a:spcAft>
                <a:spcPct val="0"/>
              </a:spcAft>
              <a:defRPr sz="1400">
                <a:solidFill>
                  <a:schemeClr val="tx1"/>
                </a:solidFill>
                <a:latin typeface="Helvetica" pitchFamily="34" charset="0"/>
              </a:defRPr>
            </a:lvl8pPr>
            <a:lvl9pPr marL="3886200" indent="-228600" algn="ctr" eaLnBrk="0" fontAlgn="base" hangingPunct="0">
              <a:spcBef>
                <a:spcPct val="0"/>
              </a:spcBef>
              <a:spcAft>
                <a:spcPct val="0"/>
              </a:spcAft>
              <a:defRPr sz="1400">
                <a:solidFill>
                  <a:schemeClr val="tx1"/>
                </a:solidFill>
                <a:latin typeface="Helvetica" pitchFamily="34" charset="0"/>
              </a:defRPr>
            </a:lvl9pPr>
          </a:lstStyle>
          <a:p>
            <a:pPr algn="r">
              <a:defRPr/>
            </a:pPr>
            <a:r>
              <a:rPr lang="en-US" altLang="en-US" sz="1000"/>
              <a:t>Course Introduction</a:t>
            </a:r>
          </a:p>
        </p:txBody>
      </p:sp>
    </p:spTree>
  </p:cSld>
  <p:clrMap bg1="lt1" tx1="dk1" bg2="lt2" tx2="dk2" accent1="accent1" accent2="accent2" accent3="accent3" accent4="accent4" accent5="accent5" accent6="accent6" hlink="hlink" folHlink="folHlink"/>
  <p:sldLayoutIdLst>
    <p:sldLayoutId id="2147484133" r:id="rId1"/>
    <p:sldLayoutId id="2147484134" r:id="rId2"/>
    <p:sldLayoutId id="2147484135" r:id="rId3"/>
    <p:sldLayoutId id="2147484136" r:id="rId4"/>
    <p:sldLayoutId id="2147484137" r:id="rId5"/>
    <p:sldLayoutId id="2147484138" r:id="rId6"/>
    <p:sldLayoutId id="2147484139" r:id="rId7"/>
    <p:sldLayoutId id="2147484140" r:id="rId8"/>
    <p:sldLayoutId id="2147484141" r:id="rId9"/>
    <p:sldLayoutId id="2147484142" r:id="rId10"/>
    <p:sldLayoutId id="2147484143" r:id="rId11"/>
  </p:sldLayoutIdLst>
  <p:hf sldNum="0" hdr="0" dt="0"/>
  <p:txStyles>
    <p:titleStyle>
      <a:lvl1pPr algn="ctr" rtl="0" eaLnBrk="0" fontAlgn="base" hangingPunct="0">
        <a:spcBef>
          <a:spcPct val="0"/>
        </a:spcBef>
        <a:spcAft>
          <a:spcPct val="0"/>
        </a:spcAft>
        <a:defRPr sz="2800" b="1">
          <a:solidFill>
            <a:schemeClr val="tx2"/>
          </a:solidFill>
          <a:latin typeface="+mj-lt"/>
          <a:ea typeface="+mj-ea"/>
          <a:cs typeface="+mj-cs"/>
        </a:defRPr>
      </a:lvl1pPr>
      <a:lvl2pPr algn="ctr" rtl="0" eaLnBrk="0" fontAlgn="base" hangingPunct="0">
        <a:spcBef>
          <a:spcPct val="0"/>
        </a:spcBef>
        <a:spcAft>
          <a:spcPct val="0"/>
        </a:spcAft>
        <a:defRPr sz="2800" b="1">
          <a:solidFill>
            <a:schemeClr val="tx2"/>
          </a:solidFill>
          <a:latin typeface="Helvetica" pitchFamily="34" charset="0"/>
        </a:defRPr>
      </a:lvl2pPr>
      <a:lvl3pPr algn="ctr" rtl="0" eaLnBrk="0" fontAlgn="base" hangingPunct="0">
        <a:spcBef>
          <a:spcPct val="0"/>
        </a:spcBef>
        <a:spcAft>
          <a:spcPct val="0"/>
        </a:spcAft>
        <a:defRPr sz="2800" b="1">
          <a:solidFill>
            <a:schemeClr val="tx2"/>
          </a:solidFill>
          <a:latin typeface="Helvetica" pitchFamily="34" charset="0"/>
        </a:defRPr>
      </a:lvl3pPr>
      <a:lvl4pPr algn="ctr" rtl="0" eaLnBrk="0" fontAlgn="base" hangingPunct="0">
        <a:spcBef>
          <a:spcPct val="0"/>
        </a:spcBef>
        <a:spcAft>
          <a:spcPct val="0"/>
        </a:spcAft>
        <a:defRPr sz="2800" b="1">
          <a:solidFill>
            <a:schemeClr val="tx2"/>
          </a:solidFill>
          <a:latin typeface="Helvetica" pitchFamily="34" charset="0"/>
        </a:defRPr>
      </a:lvl4pPr>
      <a:lvl5pPr algn="ctr" rtl="0" eaLnBrk="0" fontAlgn="base" hangingPunct="0">
        <a:spcBef>
          <a:spcPct val="0"/>
        </a:spcBef>
        <a:spcAft>
          <a:spcPct val="0"/>
        </a:spcAft>
        <a:defRPr sz="2800" b="1">
          <a:solidFill>
            <a:schemeClr val="tx2"/>
          </a:solidFill>
          <a:latin typeface="Helvetica" pitchFamily="34" charset="0"/>
        </a:defRPr>
      </a:lvl5pPr>
      <a:lvl6pPr marL="457200" algn="ctr" rtl="0" eaLnBrk="0" fontAlgn="base" hangingPunct="0">
        <a:spcBef>
          <a:spcPct val="0"/>
        </a:spcBef>
        <a:spcAft>
          <a:spcPct val="0"/>
        </a:spcAft>
        <a:defRPr sz="2800" b="1">
          <a:solidFill>
            <a:schemeClr val="tx2"/>
          </a:solidFill>
          <a:latin typeface="Helvetica" pitchFamily="34" charset="0"/>
        </a:defRPr>
      </a:lvl6pPr>
      <a:lvl7pPr marL="914400" algn="ctr" rtl="0" eaLnBrk="0" fontAlgn="base" hangingPunct="0">
        <a:spcBef>
          <a:spcPct val="0"/>
        </a:spcBef>
        <a:spcAft>
          <a:spcPct val="0"/>
        </a:spcAft>
        <a:defRPr sz="2800" b="1">
          <a:solidFill>
            <a:schemeClr val="tx2"/>
          </a:solidFill>
          <a:latin typeface="Helvetica" pitchFamily="34" charset="0"/>
        </a:defRPr>
      </a:lvl7pPr>
      <a:lvl8pPr marL="1371600" algn="ctr" rtl="0" eaLnBrk="0" fontAlgn="base" hangingPunct="0">
        <a:spcBef>
          <a:spcPct val="0"/>
        </a:spcBef>
        <a:spcAft>
          <a:spcPct val="0"/>
        </a:spcAft>
        <a:defRPr sz="2800" b="1">
          <a:solidFill>
            <a:schemeClr val="tx2"/>
          </a:solidFill>
          <a:latin typeface="Helvetica" pitchFamily="34" charset="0"/>
        </a:defRPr>
      </a:lvl8pPr>
      <a:lvl9pPr marL="1828800" algn="ctr" rtl="0" eaLnBrk="0" fontAlgn="base" hangingPunct="0">
        <a:spcBef>
          <a:spcPct val="0"/>
        </a:spcBef>
        <a:spcAft>
          <a:spcPct val="0"/>
        </a:spcAft>
        <a:defRPr sz="2800" b="1">
          <a:solidFill>
            <a:schemeClr val="tx2"/>
          </a:solidFill>
          <a:latin typeface="Helvetica" pitchFamily="34" charset="0"/>
        </a:defRPr>
      </a:lvl9pPr>
    </p:titleStyle>
    <p:bodyStyle>
      <a:lvl1pPr marL="228600" indent="-228600" algn="l" rtl="0" eaLnBrk="0" fontAlgn="base" hangingPunct="0">
        <a:spcBef>
          <a:spcPct val="50000"/>
        </a:spcBef>
        <a:spcAft>
          <a:spcPct val="0"/>
        </a:spcAft>
        <a:buSzPct val="140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5F37269-32EF-450F-9BF7-E45D808CDEBE}"/>
              </a:ext>
            </a:extLst>
          </p:cNvPr>
          <p:cNvSpPr>
            <a:spLocks noGrp="1" noChangeArrowheads="1"/>
          </p:cNvSpPr>
          <p:nvPr>
            <p:ph type="ctrTitle"/>
          </p:nvPr>
        </p:nvSpPr>
        <p:spPr/>
        <p:txBody>
          <a:bodyPr/>
          <a:lstStyle/>
          <a:p>
            <a:r>
              <a:rPr lang="en-US" altLang="en-US" sz="3200"/>
              <a:t>SC2005</a:t>
            </a:r>
            <a:br>
              <a:rPr lang="en-US" altLang="en-US" sz="3200"/>
            </a:br>
            <a:r>
              <a:rPr lang="en-US" altLang="en-US" sz="3200"/>
              <a:t>Operating Systems</a:t>
            </a:r>
          </a:p>
        </p:txBody>
      </p:sp>
      <p:sp>
        <p:nvSpPr>
          <p:cNvPr id="15363" name="Rectangle 3">
            <a:extLst>
              <a:ext uri="{FF2B5EF4-FFF2-40B4-BE49-F238E27FC236}">
                <a16:creationId xmlns:a16="http://schemas.microsoft.com/office/drawing/2014/main" id="{E3FFDB76-EB69-4172-9412-513495DC753C}"/>
              </a:ext>
            </a:extLst>
          </p:cNvPr>
          <p:cNvSpPr>
            <a:spLocks noGrp="1" noChangeArrowheads="1"/>
          </p:cNvSpPr>
          <p:nvPr>
            <p:ph type="subTitle" idx="1"/>
          </p:nvPr>
        </p:nvSpPr>
        <p:spPr/>
        <p:txBody>
          <a:bodyPr/>
          <a:lstStyle/>
          <a:p>
            <a:r>
              <a:rPr lang="en-SG" altLang="en-US" sz="2800" dirty="0"/>
              <a:t>Arvind Easwaran</a:t>
            </a:r>
            <a:endParaRPr lang="en-US" altLang="en-US" sz="2800" dirty="0"/>
          </a:p>
          <a:p>
            <a:pPr>
              <a:spcBef>
                <a:spcPct val="0"/>
              </a:spcBef>
            </a:pPr>
            <a:r>
              <a:rPr lang="en-US" altLang="en-US" sz="2800" dirty="0" err="1"/>
              <a:t>Cai</a:t>
            </a:r>
            <a:r>
              <a:rPr lang="en-US" altLang="en-US" sz="2800" dirty="0"/>
              <a:t> </a:t>
            </a:r>
            <a:r>
              <a:rPr lang="en-US" altLang="en-US" sz="2800" dirty="0" err="1"/>
              <a:t>Wentong</a:t>
            </a:r>
            <a:endParaRPr lang="en-US" altLang="en-US" sz="2800" dirty="0"/>
          </a:p>
          <a:p>
            <a:pPr>
              <a:spcBef>
                <a:spcPct val="0"/>
              </a:spcBef>
            </a:pPr>
            <a:r>
              <a:rPr lang="en-SG" altLang="en-US" sz="2800" dirty="0"/>
              <a:t>{</a:t>
            </a:r>
            <a:r>
              <a:rPr lang="en-SG" altLang="en-US" sz="2800" dirty="0" err="1"/>
              <a:t>arvinde</a:t>
            </a:r>
            <a:r>
              <a:rPr lang="en-US" altLang="en-US" sz="2800" dirty="0"/>
              <a:t>, </a:t>
            </a:r>
            <a:r>
              <a:rPr lang="en-US" altLang="en-US" sz="2800" dirty="0" err="1"/>
              <a:t>aswtcai</a:t>
            </a:r>
            <a:r>
              <a:rPr lang="en-US" altLang="en-US" sz="2800" dirty="0"/>
              <a:t>}@ntu.edu.sg</a:t>
            </a:r>
          </a:p>
        </p:txBody>
      </p:sp>
      <p:sp>
        <p:nvSpPr>
          <p:cNvPr id="15361" name="Footer Placeholder 3">
            <a:extLst>
              <a:ext uri="{FF2B5EF4-FFF2-40B4-BE49-F238E27FC236}">
                <a16:creationId xmlns:a16="http://schemas.microsoft.com/office/drawing/2014/main" id="{F7966877-A75D-4FEB-A6CA-0A02E3B0708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1000">
                <a:latin typeface="Helvetica"/>
                <a:cs typeface="Helvetica"/>
              </a:rPr>
              <a:t>SC2005 Operating Systems</a:t>
            </a:r>
          </a:p>
        </p:txBody>
      </p:sp>
      <p:sp>
        <p:nvSpPr>
          <p:cNvPr id="15364" name="Text Box 4">
            <a:extLst>
              <a:ext uri="{FF2B5EF4-FFF2-40B4-BE49-F238E27FC236}">
                <a16:creationId xmlns:a16="http://schemas.microsoft.com/office/drawing/2014/main" id="{C72C07CD-ED52-4D02-B782-A8CD804BA161}"/>
              </a:ext>
            </a:extLst>
          </p:cNvPr>
          <p:cNvSpPr txBox="1">
            <a:spLocks noChangeArrowheads="1"/>
          </p:cNvSpPr>
          <p:nvPr/>
        </p:nvSpPr>
        <p:spPr bwMode="auto">
          <a:xfrm>
            <a:off x="2571249" y="457200"/>
            <a:ext cx="41745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2400" dirty="0">
                <a:latin typeface="Helvetica"/>
                <a:cs typeface="Helvetica"/>
              </a:rPr>
              <a:t>2024/2025 </a:t>
            </a:r>
            <a:r>
              <a:rPr lang="en-SG" altLang="en-US" sz="2400" dirty="0">
                <a:latin typeface="Helvetica"/>
                <a:cs typeface="Helvetica"/>
              </a:rPr>
              <a:t>Second</a:t>
            </a:r>
            <a:r>
              <a:rPr lang="en-US" altLang="en-US" sz="2400" dirty="0">
                <a:latin typeface="Helvetica"/>
                <a:cs typeface="Helvetica"/>
              </a:rPr>
              <a:t> Semester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2621BA9F-5E45-4E1A-9105-9EDD0AC17CF5}"/>
              </a:ext>
            </a:extLst>
          </p:cNvPr>
          <p:cNvSpPr>
            <a:spLocks noGrp="1" noChangeArrowheads="1"/>
          </p:cNvSpPr>
          <p:nvPr>
            <p:ph type="title"/>
          </p:nvPr>
        </p:nvSpPr>
        <p:spPr/>
        <p:txBody>
          <a:bodyPr/>
          <a:lstStyle/>
          <a:p>
            <a:r>
              <a:rPr lang="en-US" altLang="en-US"/>
              <a:t>Learning Outcomes</a:t>
            </a:r>
          </a:p>
        </p:txBody>
      </p:sp>
      <p:sp>
        <p:nvSpPr>
          <p:cNvPr id="32770" name="Content Placeholder 2">
            <a:extLst>
              <a:ext uri="{FF2B5EF4-FFF2-40B4-BE49-F238E27FC236}">
                <a16:creationId xmlns:a16="http://schemas.microsoft.com/office/drawing/2014/main" id="{E296EA99-31E4-4E46-B139-01CCBAA83F68}"/>
              </a:ext>
            </a:extLst>
          </p:cNvPr>
          <p:cNvSpPr>
            <a:spLocks noGrp="1" noChangeArrowheads="1"/>
          </p:cNvSpPr>
          <p:nvPr>
            <p:ph idx="4294967295"/>
          </p:nvPr>
        </p:nvSpPr>
        <p:spPr>
          <a:xfrm>
            <a:off x="981075" y="1282700"/>
            <a:ext cx="8162925" cy="4960938"/>
          </a:xfrm>
        </p:spPr>
        <p:txBody>
          <a:bodyPr/>
          <a:lstStyle/>
          <a:p>
            <a:r>
              <a:rPr lang="en-US" altLang="en-US"/>
              <a:t>Identify the functions and services provided by an operating system</a:t>
            </a:r>
          </a:p>
          <a:p>
            <a:r>
              <a:rPr lang="en-US" altLang="en-US"/>
              <a:t>Understand the basic concepts and mechanisms of operating system design and implementations</a:t>
            </a:r>
          </a:p>
          <a:p>
            <a:r>
              <a:rPr lang="en-US" altLang="en-US"/>
              <a:t>Explain the interactions between different components of an operating system</a:t>
            </a:r>
          </a:p>
        </p:txBody>
      </p:sp>
      <p:sp>
        <p:nvSpPr>
          <p:cNvPr id="5" name="Footer Placeholder 3">
            <a:extLst>
              <a:ext uri="{FF2B5EF4-FFF2-40B4-BE49-F238E27FC236}">
                <a16:creationId xmlns:a16="http://schemas.microsoft.com/office/drawing/2014/main" id="{3466555D-20B0-5D4E-A4D4-CB2CECA2F8A6}"/>
              </a:ext>
            </a:extLst>
          </p:cNvPr>
          <p:cNvSpPr>
            <a:spLocks noGrp="1" noChangeArrowheads="1"/>
          </p:cNvSpPr>
          <p:nvPr>
            <p:ph type="ftr" sz="quarter" idx="10"/>
          </p:nvPr>
        </p:nvSpPr>
        <p:spPr>
          <a:xfrm>
            <a:off x="38100" y="6540500"/>
            <a:ext cx="4076700" cy="320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1000"/>
              <a:t>SC2005 Operating Systems</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C12EAB37-13A7-47EB-AB1C-01F5C8F99F4F}"/>
              </a:ext>
            </a:extLst>
          </p:cNvPr>
          <p:cNvSpPr>
            <a:spLocks noGrp="1" noChangeArrowheads="1"/>
          </p:cNvSpPr>
          <p:nvPr>
            <p:ph type="title"/>
          </p:nvPr>
        </p:nvSpPr>
        <p:spPr/>
        <p:txBody>
          <a:bodyPr/>
          <a:lstStyle/>
          <a:p>
            <a:r>
              <a:rPr lang="en-US" altLang="en-US"/>
              <a:t>Course Components</a:t>
            </a:r>
          </a:p>
        </p:txBody>
      </p:sp>
      <p:sp>
        <p:nvSpPr>
          <p:cNvPr id="17409" name="Footer Placeholder 3">
            <a:extLst>
              <a:ext uri="{FF2B5EF4-FFF2-40B4-BE49-F238E27FC236}">
                <a16:creationId xmlns:a16="http://schemas.microsoft.com/office/drawing/2014/main" id="{A5DE8DCC-7A56-4B5F-9D74-44F974D7A1F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1000">
                <a:latin typeface="Helvetica"/>
                <a:cs typeface="Helvetica"/>
              </a:rPr>
              <a:t>SC2005 Operating Systems</a:t>
            </a:r>
          </a:p>
        </p:txBody>
      </p:sp>
      <p:sp>
        <p:nvSpPr>
          <p:cNvPr id="17411" name="Rectangle 3">
            <a:extLst>
              <a:ext uri="{FF2B5EF4-FFF2-40B4-BE49-F238E27FC236}">
                <a16:creationId xmlns:a16="http://schemas.microsoft.com/office/drawing/2014/main" id="{174E3F5D-B039-418D-80B3-18CB3B87EA02}"/>
              </a:ext>
            </a:extLst>
          </p:cNvPr>
          <p:cNvSpPr>
            <a:spLocks noGrp="1" noChangeArrowheads="1"/>
          </p:cNvSpPr>
          <p:nvPr>
            <p:ph idx="4294967295"/>
          </p:nvPr>
        </p:nvSpPr>
        <p:spPr>
          <a:xfrm>
            <a:off x="981075" y="1282700"/>
            <a:ext cx="8162925" cy="4960938"/>
          </a:xfrm>
        </p:spPr>
        <p:txBody>
          <a:bodyPr/>
          <a:lstStyle/>
          <a:p>
            <a:r>
              <a:rPr lang="en-US" altLang="en-US" sz="2400" b="1" dirty="0"/>
              <a:t>Lectures: </a:t>
            </a:r>
            <a:r>
              <a:rPr lang="en-US" altLang="en-US" sz="2400" dirty="0"/>
              <a:t>13 weeks, 2 hours/week</a:t>
            </a:r>
          </a:p>
          <a:p>
            <a:r>
              <a:rPr lang="en-US" altLang="en-US" sz="2400" b="1" dirty="0"/>
              <a:t>Tutorials:</a:t>
            </a:r>
            <a:r>
              <a:rPr lang="en-US" altLang="en-US" sz="2400" dirty="0"/>
              <a:t> 12 tutorials</a:t>
            </a:r>
          </a:p>
          <a:p>
            <a:r>
              <a:rPr lang="en-US" altLang="en-US" sz="2400" b="1" dirty="0"/>
              <a:t>Labs:</a:t>
            </a:r>
            <a:r>
              <a:rPr lang="en-US" altLang="en-US" sz="2400" dirty="0"/>
              <a:t> 4 lab sessions (experiments), 2 hours/session</a:t>
            </a:r>
          </a:p>
          <a:p>
            <a:r>
              <a:rPr lang="en-US" altLang="en-US" sz="2400" b="1" dirty="0"/>
              <a:t>Assessment:</a:t>
            </a:r>
            <a:r>
              <a:rPr lang="en-US" altLang="en-US" sz="2400" dirty="0"/>
              <a:t> Coursework (</a:t>
            </a:r>
            <a:r>
              <a:rPr lang="en-US" altLang="en-US" sz="2400" b="1" dirty="0">
                <a:solidFill>
                  <a:srgbClr val="FF0000"/>
                </a:solidFill>
              </a:rPr>
              <a:t>100</a:t>
            </a:r>
            <a:r>
              <a:rPr lang="en-US" altLang="en-US" sz="2400" dirty="0"/>
              <a:t>%)</a:t>
            </a:r>
          </a:p>
          <a:p>
            <a:pPr lvl="1"/>
            <a:r>
              <a:rPr lang="en-US" altLang="en-US" sz="2400" dirty="0"/>
              <a:t>Lecture quizzes (</a:t>
            </a:r>
            <a:r>
              <a:rPr lang="en-US" altLang="en-US" sz="2400" b="1" dirty="0">
                <a:solidFill>
                  <a:srgbClr val="FF0000"/>
                </a:solidFill>
              </a:rPr>
              <a:t>12</a:t>
            </a:r>
            <a:r>
              <a:rPr lang="en-US" altLang="en-US" sz="2400" dirty="0"/>
              <a:t>%) – 8 multiple-choice quizzes</a:t>
            </a:r>
          </a:p>
          <a:p>
            <a:pPr lvl="1"/>
            <a:r>
              <a:rPr lang="en-US" altLang="en-US" sz="2400" dirty="0"/>
              <a:t>Lab implementations (</a:t>
            </a:r>
            <a:r>
              <a:rPr lang="en-US" altLang="en-US" sz="2400" b="1" dirty="0">
                <a:solidFill>
                  <a:srgbClr val="FF0000"/>
                </a:solidFill>
              </a:rPr>
              <a:t>18</a:t>
            </a:r>
            <a:r>
              <a:rPr lang="en-US" altLang="en-US" sz="2400" dirty="0"/>
              <a:t>%)</a:t>
            </a:r>
          </a:p>
          <a:p>
            <a:pPr lvl="1"/>
            <a:r>
              <a:rPr lang="en-US" altLang="en-US" sz="2400" dirty="0"/>
              <a:t>Lab quizzes (</a:t>
            </a:r>
            <a:r>
              <a:rPr lang="en-US" altLang="en-US" sz="2400" b="1" dirty="0">
                <a:solidFill>
                  <a:srgbClr val="FF0000"/>
                </a:solidFill>
              </a:rPr>
              <a:t>25</a:t>
            </a:r>
            <a:r>
              <a:rPr lang="en-US" altLang="en-US" sz="2400" dirty="0"/>
              <a:t>%) – multiple-choice quizzes</a:t>
            </a:r>
          </a:p>
          <a:p>
            <a:pPr lvl="1"/>
            <a:r>
              <a:rPr lang="en-US" altLang="en-US" sz="2400" dirty="0"/>
              <a:t>Concept quiz (</a:t>
            </a:r>
            <a:r>
              <a:rPr lang="en-US" altLang="en-US" sz="2400" b="1" dirty="0">
                <a:solidFill>
                  <a:srgbClr val="FF0000"/>
                </a:solidFill>
              </a:rPr>
              <a:t>15</a:t>
            </a:r>
            <a:r>
              <a:rPr lang="en-US" altLang="en-US" sz="2400" dirty="0"/>
              <a:t>%) – multiple-choice quiz</a:t>
            </a:r>
          </a:p>
          <a:p>
            <a:pPr lvl="1"/>
            <a:r>
              <a:rPr lang="en-US" altLang="en-US" sz="2400" dirty="0"/>
              <a:t>Algorithm quiz (</a:t>
            </a:r>
            <a:r>
              <a:rPr lang="en-US" altLang="en-US" sz="2400" b="1" dirty="0">
                <a:solidFill>
                  <a:srgbClr val="FF0000"/>
                </a:solidFill>
              </a:rPr>
              <a:t>30</a:t>
            </a:r>
            <a:r>
              <a:rPr lang="en-US" altLang="en-US" sz="2400" dirty="0"/>
              <a:t>%) – short answers</a:t>
            </a:r>
          </a:p>
          <a:p>
            <a:pPr lvl="1"/>
            <a:r>
              <a:rPr lang="en-US" altLang="en-US" sz="2400" dirty="0"/>
              <a:t>BONUS: Tutorial attendance can give </a:t>
            </a:r>
            <a:r>
              <a:rPr lang="en-US" altLang="en-US" sz="2400" b="1" dirty="0">
                <a:solidFill>
                  <a:srgbClr val="FF0000"/>
                </a:solidFill>
              </a:rPr>
              <a:t>5</a:t>
            </a:r>
            <a:r>
              <a:rPr lang="en-US" altLang="en-US" sz="2400" dirty="0"/>
              <a:t>% extra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2D1A2F7E-14B0-4CF4-A8EE-CDD2DFD4F9CA}"/>
              </a:ext>
            </a:extLst>
          </p:cNvPr>
          <p:cNvSpPr>
            <a:spLocks noGrp="1" noChangeArrowheads="1"/>
          </p:cNvSpPr>
          <p:nvPr>
            <p:ph type="title"/>
          </p:nvPr>
        </p:nvSpPr>
        <p:spPr/>
        <p:txBody>
          <a:bodyPr/>
          <a:lstStyle/>
          <a:p>
            <a:r>
              <a:rPr lang="en-US" altLang="en-US"/>
              <a:t>Schedule (Full-Time Students)</a:t>
            </a:r>
          </a:p>
        </p:txBody>
      </p:sp>
      <p:sp>
        <p:nvSpPr>
          <p:cNvPr id="19459" name="Rectangle 3">
            <a:extLst>
              <a:ext uri="{FF2B5EF4-FFF2-40B4-BE49-F238E27FC236}">
                <a16:creationId xmlns:a16="http://schemas.microsoft.com/office/drawing/2014/main" id="{82028A6E-493B-4861-B482-CCBC86648EB2}"/>
              </a:ext>
            </a:extLst>
          </p:cNvPr>
          <p:cNvSpPr txBox="1">
            <a:spLocks noChangeArrowheads="1"/>
          </p:cNvSpPr>
          <p:nvPr/>
        </p:nvSpPr>
        <p:spPr bwMode="auto">
          <a:xfrm>
            <a:off x="517525" y="1494718"/>
            <a:ext cx="8086725" cy="4634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marL="228600" indent="-228600">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endParaRPr lang="en-US" altLang="en-US" sz="2400" dirty="0"/>
          </a:p>
          <a:p>
            <a:endParaRPr lang="en-US" altLang="en-US" sz="2400" dirty="0"/>
          </a:p>
          <a:p>
            <a:pPr marL="0" indent="0">
              <a:buNone/>
            </a:pPr>
            <a:endParaRPr lang="en-US" altLang="en-US" sz="2400" dirty="0">
              <a:cs typeface="Helvetica" panose="020B0604020202020204" pitchFamily="34" charset="0"/>
            </a:endParaRPr>
          </a:p>
          <a:p>
            <a:endParaRPr lang="en-US" altLang="en-US" sz="2400" dirty="0"/>
          </a:p>
          <a:p>
            <a:pPr marL="0" indent="0">
              <a:spcBef>
                <a:spcPts val="4200"/>
              </a:spcBef>
              <a:buNone/>
            </a:pPr>
            <a:endParaRPr lang="en-US" altLang="en-US" sz="800" dirty="0"/>
          </a:p>
          <a:p>
            <a:pPr>
              <a:spcBef>
                <a:spcPts val="4200"/>
              </a:spcBef>
            </a:pPr>
            <a:r>
              <a:rPr lang="en-US" altLang="en-US" sz="2400" dirty="0">
                <a:latin typeface="Helvetica"/>
                <a:cs typeface="Helvetica"/>
              </a:rPr>
              <a:t>Tutorial starts from Week 2</a:t>
            </a:r>
          </a:p>
          <a:p>
            <a:r>
              <a:rPr lang="en-US" altLang="en-US" sz="2400" dirty="0">
                <a:latin typeface="Helvetica"/>
                <a:cs typeface="Helvetica"/>
              </a:rPr>
              <a:t>Lab starts from Week </a:t>
            </a:r>
            <a:r>
              <a:rPr lang="en-SG" altLang="en-US" sz="2400" dirty="0">
                <a:latin typeface="Helvetica"/>
                <a:cs typeface="Helvetica"/>
              </a:rPr>
              <a:t>4</a:t>
            </a:r>
            <a:endParaRPr lang="en-US" altLang="en-US" sz="2400" dirty="0">
              <a:latin typeface="Helvetica"/>
              <a:cs typeface="Helvetica"/>
            </a:endParaRPr>
          </a:p>
          <a:p>
            <a:r>
              <a:rPr lang="en-US" altLang="en-US" sz="2400" dirty="0">
                <a:solidFill>
                  <a:srgbClr val="FF0000"/>
                </a:solidFill>
                <a:latin typeface="Helvetica"/>
                <a:cs typeface="Helvetica"/>
              </a:rPr>
              <a:t>For specific deadlines, please refer to Assessments folder in NTULearn</a:t>
            </a:r>
            <a:endParaRPr lang="en-US" altLang="en-US" sz="2400" dirty="0">
              <a:solidFill>
                <a:srgbClr val="FF0000"/>
              </a:solidFill>
              <a:cs typeface="Helvetica"/>
            </a:endParaRPr>
          </a:p>
        </p:txBody>
      </p:sp>
      <p:sp>
        <p:nvSpPr>
          <p:cNvPr id="10" name="Footer Placeholder 3">
            <a:extLst>
              <a:ext uri="{FF2B5EF4-FFF2-40B4-BE49-F238E27FC236}">
                <a16:creationId xmlns:a16="http://schemas.microsoft.com/office/drawing/2014/main" id="{B2391052-E3B5-8F4D-A52B-E06C9075BA75}"/>
              </a:ext>
            </a:extLst>
          </p:cNvPr>
          <p:cNvSpPr>
            <a:spLocks noGrp="1" noChangeArrowheads="1"/>
          </p:cNvSpPr>
          <p:nvPr>
            <p:ph type="ftr" sz="quarter" idx="10"/>
          </p:nvPr>
        </p:nvSpPr>
        <p:spPr>
          <a:xfrm>
            <a:off x="38100" y="6540500"/>
            <a:ext cx="4076700" cy="320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1000"/>
              <a:t>SC2005 Operating Systems</a:t>
            </a:r>
          </a:p>
        </p:txBody>
      </p:sp>
      <p:graphicFrame>
        <p:nvGraphicFramePr>
          <p:cNvPr id="4" name="Table 3">
            <a:extLst>
              <a:ext uri="{FF2B5EF4-FFF2-40B4-BE49-F238E27FC236}">
                <a16:creationId xmlns:a16="http://schemas.microsoft.com/office/drawing/2014/main" id="{38DF7A5A-D84E-E91D-A2B9-CD10DF496C29}"/>
              </a:ext>
            </a:extLst>
          </p:cNvPr>
          <p:cNvGraphicFramePr>
            <a:graphicFrameLocks noGrp="1"/>
          </p:cNvGraphicFramePr>
          <p:nvPr>
            <p:extLst>
              <p:ext uri="{D42A27DB-BD31-4B8C-83A1-F6EECF244321}">
                <p14:modId xmlns:p14="http://schemas.microsoft.com/office/powerpoint/2010/main" val="1295978925"/>
              </p:ext>
            </p:extLst>
          </p:nvPr>
        </p:nvGraphicFramePr>
        <p:xfrm>
          <a:off x="229621" y="1225442"/>
          <a:ext cx="8763303" cy="3274994"/>
        </p:xfrm>
        <a:graphic>
          <a:graphicData uri="http://schemas.openxmlformats.org/drawingml/2006/table">
            <a:tbl>
              <a:tblPr/>
              <a:tblGrid>
                <a:gridCol w="478120">
                  <a:extLst>
                    <a:ext uri="{9D8B030D-6E8A-4147-A177-3AD203B41FA5}">
                      <a16:colId xmlns:a16="http://schemas.microsoft.com/office/drawing/2014/main" val="2645057017"/>
                    </a:ext>
                  </a:extLst>
                </a:gridCol>
                <a:gridCol w="996647">
                  <a:extLst>
                    <a:ext uri="{9D8B030D-6E8A-4147-A177-3AD203B41FA5}">
                      <a16:colId xmlns:a16="http://schemas.microsoft.com/office/drawing/2014/main" val="2921417873"/>
                    </a:ext>
                  </a:extLst>
                </a:gridCol>
                <a:gridCol w="2444476">
                  <a:extLst>
                    <a:ext uri="{9D8B030D-6E8A-4147-A177-3AD203B41FA5}">
                      <a16:colId xmlns:a16="http://schemas.microsoft.com/office/drawing/2014/main" val="2233132646"/>
                    </a:ext>
                  </a:extLst>
                </a:gridCol>
                <a:gridCol w="1786780">
                  <a:extLst>
                    <a:ext uri="{9D8B030D-6E8A-4147-A177-3AD203B41FA5}">
                      <a16:colId xmlns:a16="http://schemas.microsoft.com/office/drawing/2014/main" val="2167145892"/>
                    </a:ext>
                  </a:extLst>
                </a:gridCol>
                <a:gridCol w="1609449">
                  <a:extLst>
                    <a:ext uri="{9D8B030D-6E8A-4147-A177-3AD203B41FA5}">
                      <a16:colId xmlns:a16="http://schemas.microsoft.com/office/drawing/2014/main" val="3297040080"/>
                    </a:ext>
                  </a:extLst>
                </a:gridCol>
                <a:gridCol w="1447831">
                  <a:extLst>
                    <a:ext uri="{9D8B030D-6E8A-4147-A177-3AD203B41FA5}">
                      <a16:colId xmlns:a16="http://schemas.microsoft.com/office/drawing/2014/main" val="3012590589"/>
                    </a:ext>
                  </a:extLst>
                </a:gridCol>
              </a:tblGrid>
              <a:tr h="141979">
                <a:tc gridSpan="2">
                  <a:txBody>
                    <a:bodyPr/>
                    <a:lstStyle/>
                    <a:p>
                      <a:pPr algn="l" fontAlgn="b"/>
                      <a:r>
                        <a:rPr lang="en-SG" sz="700" b="1" i="0" u="none" strike="noStrike">
                          <a:solidFill>
                            <a:srgbClr val="000000"/>
                          </a:solidFill>
                          <a:effectLst/>
                          <a:latin typeface="Calibri" panose="020F0502020204030204" pitchFamily="34" charset="0"/>
                        </a:rPr>
                        <a:t>SC2005 Operating Systems</a:t>
                      </a:r>
                    </a:p>
                  </a:txBody>
                  <a:tcPr marL="6279" marR="6279" marT="6279" marB="0" anchor="b">
                    <a:lnL>
                      <a:noFill/>
                    </a:lnL>
                    <a:lnR>
                      <a:noFill/>
                    </a:lnR>
                    <a:lnT>
                      <a:noFill/>
                    </a:lnT>
                    <a:lnB>
                      <a:noFill/>
                    </a:lnB>
                    <a:noFill/>
                  </a:tcPr>
                </a:tc>
                <a:tc hMerge="1">
                  <a:txBody>
                    <a:bodyPr/>
                    <a:lstStyle/>
                    <a:p>
                      <a:endParaRPr lang="en-US"/>
                    </a:p>
                  </a:txBody>
                  <a:tcPr/>
                </a:tc>
                <a:tc>
                  <a:txBody>
                    <a:bodyPr/>
                    <a:lstStyle/>
                    <a:p>
                      <a:pPr algn="l" fontAlgn="b"/>
                      <a:endParaRPr lang="en-SG" sz="700" b="0" i="0" u="none" strike="noStrike">
                        <a:solidFill>
                          <a:srgbClr val="000000"/>
                        </a:solidFill>
                        <a:effectLst/>
                        <a:latin typeface="Calibri" panose="020F0502020204030204" pitchFamily="34" charset="0"/>
                      </a:endParaRPr>
                    </a:p>
                  </a:txBody>
                  <a:tcPr marL="6279" marR="6279" marT="6279" marB="0" anchor="b">
                    <a:lnL>
                      <a:noFill/>
                    </a:lnL>
                    <a:lnR>
                      <a:noFill/>
                    </a:lnR>
                    <a:lnT>
                      <a:noFill/>
                    </a:lnT>
                    <a:lnB>
                      <a:noFill/>
                    </a:lnB>
                    <a:noFill/>
                  </a:tcPr>
                </a:tc>
                <a:tc>
                  <a:txBody>
                    <a:bodyPr/>
                    <a:lstStyle/>
                    <a:p>
                      <a:pPr algn="l" fontAlgn="b"/>
                      <a:endParaRPr lang="en-SG" sz="700" b="0" i="0" u="none" strike="noStrike">
                        <a:solidFill>
                          <a:srgbClr val="000000"/>
                        </a:solidFill>
                        <a:effectLst/>
                        <a:latin typeface="Calibri" panose="020F0502020204030204" pitchFamily="34" charset="0"/>
                      </a:endParaRPr>
                    </a:p>
                  </a:txBody>
                  <a:tcPr marL="6279" marR="6279" marT="6279" marB="0" anchor="b">
                    <a:lnL>
                      <a:noFill/>
                    </a:lnL>
                    <a:lnR>
                      <a:noFill/>
                    </a:lnR>
                    <a:lnT>
                      <a:noFill/>
                    </a:lnT>
                    <a:lnB>
                      <a:noFill/>
                    </a:lnB>
                    <a:noFill/>
                  </a:tcPr>
                </a:tc>
                <a:tc>
                  <a:txBody>
                    <a:bodyPr/>
                    <a:lstStyle/>
                    <a:p>
                      <a:pPr algn="l" fontAlgn="b"/>
                      <a:endParaRPr lang="en-SG" sz="700" b="0" i="0" u="none" strike="noStrike">
                        <a:solidFill>
                          <a:srgbClr val="000000"/>
                        </a:solidFill>
                        <a:effectLst/>
                        <a:latin typeface="Calibri" panose="020F0502020204030204" pitchFamily="34" charset="0"/>
                      </a:endParaRPr>
                    </a:p>
                  </a:txBody>
                  <a:tcPr marL="6279" marR="6279" marT="6279" marB="0" anchor="b">
                    <a:lnL>
                      <a:noFill/>
                    </a:lnL>
                    <a:lnR>
                      <a:noFill/>
                    </a:lnR>
                    <a:lnT>
                      <a:noFill/>
                    </a:lnT>
                    <a:lnB>
                      <a:noFill/>
                    </a:lnB>
                    <a:noFill/>
                  </a:tcPr>
                </a:tc>
                <a:tc>
                  <a:txBody>
                    <a:bodyPr/>
                    <a:lstStyle/>
                    <a:p>
                      <a:pPr algn="l" fontAlgn="b"/>
                      <a:endParaRPr lang="en-SG" sz="700" b="0" i="0" u="none" strike="noStrike">
                        <a:solidFill>
                          <a:srgbClr val="000000"/>
                        </a:solidFill>
                        <a:effectLst/>
                        <a:latin typeface="Calibri" panose="020F0502020204030204" pitchFamily="34" charset="0"/>
                      </a:endParaRPr>
                    </a:p>
                  </a:txBody>
                  <a:tcPr marL="6279" marR="6279" marT="6279" marB="0" anchor="b">
                    <a:lnL>
                      <a:noFill/>
                    </a:lnL>
                    <a:lnR>
                      <a:noFill/>
                    </a:lnR>
                    <a:lnT>
                      <a:noFill/>
                    </a:lnT>
                    <a:lnB>
                      <a:noFill/>
                    </a:lnB>
                    <a:noFill/>
                  </a:tcPr>
                </a:tc>
                <a:extLst>
                  <a:ext uri="{0D108BD9-81ED-4DB2-BD59-A6C34878D82A}">
                    <a16:rowId xmlns:a16="http://schemas.microsoft.com/office/drawing/2014/main" val="4015791945"/>
                  </a:ext>
                </a:extLst>
              </a:tr>
              <a:tr h="141979">
                <a:tc gridSpan="3">
                  <a:txBody>
                    <a:bodyPr/>
                    <a:lstStyle/>
                    <a:p>
                      <a:pPr algn="l" fontAlgn="b"/>
                      <a:r>
                        <a:rPr lang="en-SG" sz="700" b="1" i="0" u="none" strike="noStrike">
                          <a:solidFill>
                            <a:srgbClr val="000000"/>
                          </a:solidFill>
                          <a:effectLst/>
                          <a:latin typeface="Calibri" panose="020F0502020204030204" pitchFamily="34" charset="0"/>
                        </a:rPr>
                        <a:t>Schedule for Semester 2, Academic Year 2024/2025</a:t>
                      </a:r>
                    </a:p>
                  </a:txBody>
                  <a:tcPr marL="6279" marR="6279" marT="6279" marB="0" anchor="b">
                    <a:lnL>
                      <a:noFill/>
                    </a:lnL>
                    <a:lnR>
                      <a:noFill/>
                    </a:lnR>
                    <a:lnT>
                      <a:noFill/>
                    </a:lnT>
                    <a:lnB>
                      <a:noFill/>
                    </a:lnB>
                    <a:noFill/>
                  </a:tcPr>
                </a:tc>
                <a:tc hMerge="1">
                  <a:txBody>
                    <a:bodyPr/>
                    <a:lstStyle/>
                    <a:p>
                      <a:endParaRPr lang="en-US"/>
                    </a:p>
                  </a:txBody>
                  <a:tcPr/>
                </a:tc>
                <a:tc hMerge="1">
                  <a:txBody>
                    <a:bodyPr/>
                    <a:lstStyle/>
                    <a:p>
                      <a:endParaRPr lang="en-US"/>
                    </a:p>
                  </a:txBody>
                  <a:tcPr/>
                </a:tc>
                <a:tc>
                  <a:txBody>
                    <a:bodyPr/>
                    <a:lstStyle/>
                    <a:p>
                      <a:pPr algn="l" fontAlgn="b"/>
                      <a:endParaRPr lang="en-SG" sz="700" b="0" i="0" u="none" strike="noStrike">
                        <a:solidFill>
                          <a:srgbClr val="000000"/>
                        </a:solidFill>
                        <a:effectLst/>
                        <a:latin typeface="Calibri" panose="020F0502020204030204" pitchFamily="34" charset="0"/>
                      </a:endParaRPr>
                    </a:p>
                  </a:txBody>
                  <a:tcPr marL="6279" marR="6279" marT="6279" marB="0" anchor="b">
                    <a:lnL>
                      <a:noFill/>
                    </a:lnL>
                    <a:lnR>
                      <a:noFill/>
                    </a:lnR>
                    <a:lnT>
                      <a:noFill/>
                    </a:lnT>
                    <a:lnB>
                      <a:noFill/>
                    </a:lnB>
                    <a:noFill/>
                  </a:tcPr>
                </a:tc>
                <a:tc>
                  <a:txBody>
                    <a:bodyPr/>
                    <a:lstStyle/>
                    <a:p>
                      <a:pPr algn="l" fontAlgn="b"/>
                      <a:endParaRPr lang="en-SG" sz="700" b="0" i="0" u="none" strike="noStrike">
                        <a:solidFill>
                          <a:srgbClr val="000000"/>
                        </a:solidFill>
                        <a:effectLst/>
                        <a:latin typeface="Calibri" panose="020F0502020204030204" pitchFamily="34" charset="0"/>
                      </a:endParaRPr>
                    </a:p>
                  </a:txBody>
                  <a:tcPr marL="6279" marR="6279" marT="6279" marB="0" anchor="b">
                    <a:lnL>
                      <a:noFill/>
                    </a:lnL>
                    <a:lnR>
                      <a:noFill/>
                    </a:lnR>
                    <a:lnT>
                      <a:noFill/>
                    </a:lnT>
                    <a:lnB>
                      <a:noFill/>
                    </a:lnB>
                    <a:noFill/>
                  </a:tcPr>
                </a:tc>
                <a:tc>
                  <a:txBody>
                    <a:bodyPr/>
                    <a:lstStyle/>
                    <a:p>
                      <a:pPr algn="l" fontAlgn="b"/>
                      <a:endParaRPr lang="en-SG" sz="700" b="0" i="0" u="none" strike="noStrike">
                        <a:solidFill>
                          <a:srgbClr val="000000"/>
                        </a:solidFill>
                        <a:effectLst/>
                        <a:latin typeface="Calibri" panose="020F0502020204030204" pitchFamily="34" charset="0"/>
                      </a:endParaRPr>
                    </a:p>
                  </a:txBody>
                  <a:tcPr marL="6279" marR="6279" marT="6279" marB="0" anchor="b">
                    <a:lnL>
                      <a:noFill/>
                    </a:lnL>
                    <a:lnR>
                      <a:noFill/>
                    </a:lnR>
                    <a:lnT>
                      <a:noFill/>
                    </a:lnT>
                    <a:lnB>
                      <a:noFill/>
                    </a:lnB>
                    <a:noFill/>
                  </a:tcPr>
                </a:tc>
                <a:extLst>
                  <a:ext uri="{0D108BD9-81ED-4DB2-BD59-A6C34878D82A}">
                    <a16:rowId xmlns:a16="http://schemas.microsoft.com/office/drawing/2014/main" val="2581541780"/>
                  </a:ext>
                </a:extLst>
              </a:tr>
              <a:tr h="141979">
                <a:tc>
                  <a:txBody>
                    <a:bodyPr/>
                    <a:lstStyle/>
                    <a:p>
                      <a:pPr algn="l" fontAlgn="b"/>
                      <a:endParaRPr lang="en-SG" sz="700" b="0" i="0" u="none" strike="noStrike">
                        <a:solidFill>
                          <a:srgbClr val="000000"/>
                        </a:solidFill>
                        <a:effectLst/>
                        <a:latin typeface="Calibri" panose="020F0502020204030204" pitchFamily="34" charset="0"/>
                      </a:endParaRPr>
                    </a:p>
                  </a:txBody>
                  <a:tcPr marL="6279" marR="6279" marT="6279" marB="0" anchor="b">
                    <a:lnL>
                      <a:noFill/>
                    </a:lnL>
                    <a:lnR>
                      <a:noFill/>
                    </a:lnR>
                    <a:lnT>
                      <a:noFill/>
                    </a:lnT>
                    <a:lnB>
                      <a:noFill/>
                    </a:lnB>
                    <a:noFill/>
                  </a:tcPr>
                </a:tc>
                <a:tc>
                  <a:txBody>
                    <a:bodyPr/>
                    <a:lstStyle/>
                    <a:p>
                      <a:pPr algn="l" fontAlgn="b"/>
                      <a:endParaRPr lang="en-SG" sz="700" b="0" i="0" u="none" strike="noStrike">
                        <a:solidFill>
                          <a:srgbClr val="000000"/>
                        </a:solidFill>
                        <a:effectLst/>
                        <a:latin typeface="Calibri" panose="020F0502020204030204" pitchFamily="34" charset="0"/>
                      </a:endParaRPr>
                    </a:p>
                  </a:txBody>
                  <a:tcPr marL="6279" marR="6279" marT="6279" marB="0" anchor="b">
                    <a:lnL>
                      <a:noFill/>
                    </a:lnL>
                    <a:lnR>
                      <a:noFill/>
                    </a:lnR>
                    <a:lnT>
                      <a:noFill/>
                    </a:lnT>
                    <a:lnB>
                      <a:noFill/>
                    </a:lnB>
                    <a:noFill/>
                  </a:tcPr>
                </a:tc>
                <a:tc>
                  <a:txBody>
                    <a:bodyPr/>
                    <a:lstStyle/>
                    <a:p>
                      <a:pPr algn="l" fontAlgn="b"/>
                      <a:endParaRPr lang="en-SG" sz="700" b="0" i="0" u="none" strike="noStrike">
                        <a:solidFill>
                          <a:srgbClr val="000000"/>
                        </a:solidFill>
                        <a:effectLst/>
                        <a:latin typeface="Calibri" panose="020F0502020204030204" pitchFamily="34" charset="0"/>
                      </a:endParaRPr>
                    </a:p>
                  </a:txBody>
                  <a:tcPr marL="6279" marR="6279" marT="6279" marB="0" anchor="b">
                    <a:lnL>
                      <a:noFill/>
                    </a:lnL>
                    <a:lnR>
                      <a:noFill/>
                    </a:lnR>
                    <a:lnT>
                      <a:noFill/>
                    </a:lnT>
                    <a:lnB>
                      <a:noFill/>
                    </a:lnB>
                    <a:noFill/>
                  </a:tcPr>
                </a:tc>
                <a:tc>
                  <a:txBody>
                    <a:bodyPr/>
                    <a:lstStyle/>
                    <a:p>
                      <a:pPr algn="l" fontAlgn="b"/>
                      <a:endParaRPr lang="en-SG" sz="700" b="0" i="0" u="none" strike="noStrike">
                        <a:solidFill>
                          <a:srgbClr val="000000"/>
                        </a:solidFill>
                        <a:effectLst/>
                        <a:latin typeface="Calibri" panose="020F0502020204030204" pitchFamily="34" charset="0"/>
                      </a:endParaRPr>
                    </a:p>
                  </a:txBody>
                  <a:tcPr marL="6279" marR="6279" marT="6279" marB="0" anchor="b">
                    <a:lnL>
                      <a:noFill/>
                    </a:lnL>
                    <a:lnR>
                      <a:noFill/>
                    </a:lnR>
                    <a:lnT>
                      <a:noFill/>
                    </a:lnT>
                    <a:lnB>
                      <a:noFill/>
                    </a:lnB>
                    <a:noFill/>
                  </a:tcPr>
                </a:tc>
                <a:tc>
                  <a:txBody>
                    <a:bodyPr/>
                    <a:lstStyle/>
                    <a:p>
                      <a:pPr algn="l" fontAlgn="b"/>
                      <a:endParaRPr lang="en-SG" sz="700" b="0" i="0" u="none" strike="noStrike">
                        <a:solidFill>
                          <a:srgbClr val="000000"/>
                        </a:solidFill>
                        <a:effectLst/>
                        <a:latin typeface="Calibri" panose="020F0502020204030204" pitchFamily="34" charset="0"/>
                      </a:endParaRPr>
                    </a:p>
                  </a:txBody>
                  <a:tcPr marL="6279" marR="6279" marT="6279" marB="0" anchor="b">
                    <a:lnL>
                      <a:noFill/>
                    </a:lnL>
                    <a:lnR>
                      <a:noFill/>
                    </a:lnR>
                    <a:lnT>
                      <a:noFill/>
                    </a:lnT>
                    <a:lnB>
                      <a:noFill/>
                    </a:lnB>
                    <a:noFill/>
                  </a:tcPr>
                </a:tc>
                <a:tc>
                  <a:txBody>
                    <a:bodyPr/>
                    <a:lstStyle/>
                    <a:p>
                      <a:pPr algn="l" fontAlgn="b"/>
                      <a:endParaRPr lang="en-SG" sz="700" b="0" i="0" u="none" strike="noStrike">
                        <a:solidFill>
                          <a:srgbClr val="000000"/>
                        </a:solidFill>
                        <a:effectLst/>
                        <a:latin typeface="Calibri" panose="020F0502020204030204" pitchFamily="34" charset="0"/>
                      </a:endParaRPr>
                    </a:p>
                  </a:txBody>
                  <a:tcPr marL="6279" marR="6279" marT="6279" marB="0" anchor="b">
                    <a:lnL>
                      <a:noFill/>
                    </a:lnL>
                    <a:lnR>
                      <a:noFill/>
                    </a:lnR>
                    <a:lnT>
                      <a:noFill/>
                    </a:lnT>
                    <a:lnB>
                      <a:noFill/>
                    </a:lnB>
                    <a:noFill/>
                  </a:tcPr>
                </a:tc>
                <a:extLst>
                  <a:ext uri="{0D108BD9-81ED-4DB2-BD59-A6C34878D82A}">
                    <a16:rowId xmlns:a16="http://schemas.microsoft.com/office/drawing/2014/main" val="3134553416"/>
                  </a:ext>
                </a:extLst>
              </a:tr>
              <a:tr h="141979">
                <a:tc gridSpan="2">
                  <a:txBody>
                    <a:bodyPr/>
                    <a:lstStyle/>
                    <a:p>
                      <a:pPr algn="l" fontAlgn="b"/>
                      <a:r>
                        <a:rPr lang="en-SG" sz="700" b="1" i="0" u="none" strike="noStrike">
                          <a:solidFill>
                            <a:srgbClr val="000000"/>
                          </a:solidFill>
                          <a:effectLst/>
                          <a:latin typeface="Calibri" panose="020F0502020204030204" pitchFamily="34" charset="0"/>
                        </a:rPr>
                        <a:t>Full-time Program</a:t>
                      </a:r>
                    </a:p>
                  </a:txBody>
                  <a:tcPr marL="6279" marR="6279" marT="6279" marB="0" anchor="b">
                    <a:lnL>
                      <a:noFill/>
                    </a:lnL>
                    <a:lnR>
                      <a:noFill/>
                    </a:lnR>
                    <a:lnT>
                      <a:noFill/>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SG" sz="700" b="0" i="0" u="none" strike="noStrike">
                        <a:solidFill>
                          <a:srgbClr val="000000"/>
                        </a:solidFill>
                        <a:effectLst/>
                        <a:latin typeface="Calibri" panose="020F0502020204030204" pitchFamily="34" charset="0"/>
                      </a:endParaRPr>
                    </a:p>
                  </a:txBody>
                  <a:tcPr marL="6279" marR="6279" marT="6279"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SG" sz="700" b="0" i="0" u="none" strike="noStrike">
                        <a:solidFill>
                          <a:srgbClr val="000000"/>
                        </a:solidFill>
                        <a:effectLst/>
                        <a:latin typeface="Calibri" panose="020F0502020204030204" pitchFamily="34" charset="0"/>
                      </a:endParaRPr>
                    </a:p>
                  </a:txBody>
                  <a:tcPr marL="6279" marR="6279" marT="6279"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SG" sz="700" b="0" i="0" u="none" strike="noStrike">
                        <a:solidFill>
                          <a:srgbClr val="000000"/>
                        </a:solidFill>
                        <a:effectLst/>
                        <a:latin typeface="Calibri" panose="020F0502020204030204" pitchFamily="34" charset="0"/>
                      </a:endParaRPr>
                    </a:p>
                  </a:txBody>
                  <a:tcPr marL="6279" marR="6279" marT="6279"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SG" sz="700" b="0" i="0" u="none" strike="noStrike">
                        <a:solidFill>
                          <a:srgbClr val="000000"/>
                        </a:solidFill>
                        <a:effectLst/>
                        <a:latin typeface="Calibri" panose="020F0502020204030204" pitchFamily="34" charset="0"/>
                      </a:endParaRPr>
                    </a:p>
                  </a:txBody>
                  <a:tcPr marL="6279" marR="6279" marT="6279"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4326170"/>
                  </a:ext>
                </a:extLst>
              </a:tr>
              <a:tr h="151445">
                <a:tc>
                  <a:txBody>
                    <a:bodyPr/>
                    <a:lstStyle/>
                    <a:p>
                      <a:pPr algn="ctr" rtl="0" fontAlgn="b"/>
                      <a:r>
                        <a:rPr lang="en-SG" sz="700" b="1" i="0" u="none" strike="noStrike">
                          <a:solidFill>
                            <a:srgbClr val="000000"/>
                          </a:solidFill>
                          <a:effectLst/>
                          <a:latin typeface="Calibri" panose="020F0502020204030204" pitchFamily="34" charset="0"/>
                        </a:rPr>
                        <a:t>Week</a:t>
                      </a:r>
                    </a:p>
                  </a:txBody>
                  <a:tcPr marL="6279" marR="6279" marT="6279"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SG" sz="700" b="0" i="0" u="none" strike="noStrike">
                          <a:solidFill>
                            <a:srgbClr val="000000"/>
                          </a:solidFill>
                          <a:effectLst/>
                          <a:latin typeface="Calibri" panose="020F0502020204030204" pitchFamily="34" charset="0"/>
                        </a:rPr>
                        <a:t> </a:t>
                      </a:r>
                    </a:p>
                  </a:txBody>
                  <a:tcPr marL="6279" marR="6279" marT="6279"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SG" sz="700" b="1" i="0" u="none" strike="noStrike">
                          <a:solidFill>
                            <a:srgbClr val="000000"/>
                          </a:solidFill>
                          <a:effectLst/>
                          <a:latin typeface="Calibri" panose="020F0502020204030204" pitchFamily="34" charset="0"/>
                        </a:rPr>
                        <a:t>Lecture Topic</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SG" sz="700" b="1" i="0" u="none" strike="noStrike">
                          <a:solidFill>
                            <a:srgbClr val="000000"/>
                          </a:solidFill>
                          <a:effectLst/>
                          <a:latin typeface="Calibri" panose="020F0502020204030204" pitchFamily="34" charset="0"/>
                        </a:rPr>
                        <a:t>Tutorial</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SG" sz="700" b="1" i="0" u="none" strike="noStrike">
                          <a:solidFill>
                            <a:srgbClr val="000000"/>
                          </a:solidFill>
                          <a:effectLst/>
                          <a:latin typeface="Calibri" panose="020F0502020204030204" pitchFamily="34" charset="0"/>
                        </a:rPr>
                        <a:t>Lab</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b"/>
                      <a:r>
                        <a:rPr lang="en-SG" sz="700" b="1" i="0" u="none" strike="noStrike">
                          <a:solidFill>
                            <a:srgbClr val="000000"/>
                          </a:solidFill>
                          <a:effectLst/>
                          <a:latin typeface="Calibri" panose="020F0502020204030204" pitchFamily="34" charset="0"/>
                        </a:rPr>
                        <a:t>Assessments Due</a:t>
                      </a: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3360628"/>
                  </a:ext>
                </a:extLst>
              </a:tr>
              <a:tr h="151445">
                <a:tc>
                  <a:txBody>
                    <a:bodyPr/>
                    <a:lstStyle/>
                    <a:p>
                      <a:pPr algn="ctr" fontAlgn="ctr"/>
                      <a:r>
                        <a:rPr lang="en-SG" sz="700" b="0" i="0" u="none" strike="noStrike">
                          <a:solidFill>
                            <a:srgbClr val="000000"/>
                          </a:solidFill>
                          <a:effectLst/>
                          <a:latin typeface="Calibri" panose="020F0502020204030204" pitchFamily="34" charset="0"/>
                        </a:rPr>
                        <a:t>1</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13/01 - 17/01</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Overview of Operating Systems (OS)</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 </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 </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 </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8409679"/>
                  </a:ext>
                </a:extLst>
              </a:tr>
              <a:tr h="151445">
                <a:tc>
                  <a:txBody>
                    <a:bodyPr/>
                    <a:lstStyle/>
                    <a:p>
                      <a:pPr algn="ctr" fontAlgn="ctr"/>
                      <a:r>
                        <a:rPr lang="en-SG" sz="700" b="0" i="0" u="none" strike="noStrike">
                          <a:solidFill>
                            <a:srgbClr val="000000"/>
                          </a:solidFill>
                          <a:effectLst/>
                          <a:latin typeface="Calibri" panose="020F0502020204030204" pitchFamily="34" charset="0"/>
                        </a:rPr>
                        <a:t>2</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20/01 -24/01</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Processes &amp; Thread</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1 (OS Overview)</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 </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 </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1942451"/>
                  </a:ext>
                </a:extLst>
              </a:tr>
              <a:tr h="151445">
                <a:tc>
                  <a:txBody>
                    <a:bodyPr/>
                    <a:lstStyle/>
                    <a:p>
                      <a:pPr algn="ctr" fontAlgn="ctr"/>
                      <a:r>
                        <a:rPr lang="en-SG" sz="700" b="0" i="0" u="none" strike="noStrike">
                          <a:solidFill>
                            <a:srgbClr val="000000"/>
                          </a:solidFill>
                          <a:effectLst/>
                          <a:latin typeface="Calibri" panose="020F0502020204030204" pitchFamily="34" charset="0"/>
                        </a:rPr>
                        <a:t>3</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27/01 - 31/01</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Process Scheduling</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2 (Processes &amp; Threads)</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SG" sz="700" b="0" i="0" u="none" strike="noStrike">
                        <a:solidFill>
                          <a:srgbClr val="000000"/>
                        </a:solidFill>
                        <a:effectLst/>
                        <a:latin typeface="Calibri" panose="020F0502020204030204" pitchFamily="34" charset="0"/>
                      </a:endParaRPr>
                    </a:p>
                  </a:txBody>
                  <a:tcPr marL="6279" marR="6279" marT="627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Lecture Quiz 1</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4395471"/>
                  </a:ext>
                </a:extLst>
              </a:tr>
              <a:tr h="151445">
                <a:tc>
                  <a:txBody>
                    <a:bodyPr/>
                    <a:lstStyle/>
                    <a:p>
                      <a:pPr algn="ctr" fontAlgn="ctr"/>
                      <a:r>
                        <a:rPr lang="en-SG" sz="700" b="0" i="0" u="none" strike="noStrike">
                          <a:solidFill>
                            <a:srgbClr val="000000"/>
                          </a:solidFill>
                          <a:effectLst/>
                          <a:latin typeface="Calibri" panose="020F0502020204030204" pitchFamily="34" charset="0"/>
                        </a:rPr>
                        <a:t>4</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03/02- 07/02</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Process Synchronization</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3 (Process Scheduling)</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1 (Nachos Thread)</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Lecture Quiz 2</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60641834"/>
                  </a:ext>
                </a:extLst>
              </a:tr>
              <a:tr h="151445">
                <a:tc>
                  <a:txBody>
                    <a:bodyPr/>
                    <a:lstStyle/>
                    <a:p>
                      <a:pPr algn="ctr" fontAlgn="ctr"/>
                      <a:r>
                        <a:rPr lang="en-SG" sz="700" b="0" i="0" u="none" strike="noStrike">
                          <a:solidFill>
                            <a:srgbClr val="000000"/>
                          </a:solidFill>
                          <a:effectLst/>
                          <a:latin typeface="Calibri" panose="020F0502020204030204" pitchFamily="34" charset="0"/>
                        </a:rPr>
                        <a:t>5</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10/02 - 14/02</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Process Synchronization</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4 (Process Synchronization 1)</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1 (Nachos Thread)</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 </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07961230"/>
                  </a:ext>
                </a:extLst>
              </a:tr>
              <a:tr h="151445">
                <a:tc>
                  <a:txBody>
                    <a:bodyPr/>
                    <a:lstStyle/>
                    <a:p>
                      <a:pPr algn="ctr" fontAlgn="ctr"/>
                      <a:r>
                        <a:rPr lang="en-SG" sz="700" b="0" i="0" u="none" strike="noStrike">
                          <a:solidFill>
                            <a:srgbClr val="000000"/>
                          </a:solidFill>
                          <a:effectLst/>
                          <a:latin typeface="Calibri" panose="020F0502020204030204" pitchFamily="34" charset="0"/>
                        </a:rPr>
                        <a:t>6</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17/02 - 21/02</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Deadlocks</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5 (Process Synchronization 2)</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2 (CPU Scheduling)</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Lecture Quiz 3</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74116047"/>
                  </a:ext>
                </a:extLst>
              </a:tr>
              <a:tr h="151445">
                <a:tc>
                  <a:txBody>
                    <a:bodyPr/>
                    <a:lstStyle/>
                    <a:p>
                      <a:pPr algn="ctr" fontAlgn="ctr"/>
                      <a:r>
                        <a:rPr lang="en-SG" sz="700" b="0" i="0" u="none" strike="noStrike">
                          <a:solidFill>
                            <a:srgbClr val="000000"/>
                          </a:solidFill>
                          <a:effectLst/>
                          <a:latin typeface="Calibri" panose="020F0502020204030204" pitchFamily="34" charset="0"/>
                        </a:rPr>
                        <a:t>7</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24/02 - 28/02</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Real-time OS &amp; Virtualization</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6 (Deadlocks)</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2 (CPU Scheduling)</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 </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5143005"/>
                  </a:ext>
                </a:extLst>
              </a:tr>
              <a:tr h="151445">
                <a:tc>
                  <a:txBody>
                    <a:bodyPr/>
                    <a:lstStyle/>
                    <a:p>
                      <a:pPr algn="ctr" fontAlgn="ctr"/>
                      <a:r>
                        <a:rPr lang="en-SG" sz="700" b="0" i="0" u="none" strike="noStrike">
                          <a:solidFill>
                            <a:srgbClr val="000000"/>
                          </a:solidFill>
                          <a:effectLst/>
                          <a:latin typeface="Calibri" panose="020F0502020204030204" pitchFamily="34" charset="0"/>
                        </a:rPr>
                        <a:t> </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SG" sz="700" b="0" i="0" u="none" strike="noStrike">
                          <a:solidFill>
                            <a:srgbClr val="000000"/>
                          </a:solidFill>
                          <a:effectLst/>
                          <a:latin typeface="Calibri" panose="020F0502020204030204" pitchFamily="34" charset="0"/>
                        </a:rPr>
                        <a:t>03/03 - 07/03</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gridSpan="3">
                  <a:txBody>
                    <a:bodyPr/>
                    <a:lstStyle/>
                    <a:p>
                      <a:pPr algn="ctr" rtl="0" fontAlgn="ctr"/>
                      <a:r>
                        <a:rPr lang="en-SG" sz="700" b="0" i="0" u="none" strike="noStrike">
                          <a:solidFill>
                            <a:srgbClr val="000000"/>
                          </a:solidFill>
                          <a:effectLst/>
                          <a:latin typeface="Calibri" panose="020F0502020204030204" pitchFamily="34" charset="0"/>
                        </a:rPr>
                        <a:t>Recess Week</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a:txBody>
                    <a:bodyPr/>
                    <a:lstStyle/>
                    <a:p>
                      <a:pPr algn="ctr" rtl="0" fontAlgn="ctr"/>
                      <a:r>
                        <a:rPr lang="en-SG" sz="700" b="0" i="0" u="none" strike="noStrike">
                          <a:solidFill>
                            <a:srgbClr val="000000"/>
                          </a:solidFill>
                          <a:effectLst/>
                          <a:latin typeface="Calibri" panose="020F0502020204030204" pitchFamily="34" charset="0"/>
                        </a:rPr>
                        <a:t>Lab Quiz 1</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962736441"/>
                  </a:ext>
                </a:extLst>
              </a:tr>
              <a:tr h="151445">
                <a:tc>
                  <a:txBody>
                    <a:bodyPr/>
                    <a:lstStyle/>
                    <a:p>
                      <a:pPr algn="ctr" fontAlgn="ctr"/>
                      <a:r>
                        <a:rPr lang="en-SG" sz="700" b="0" i="0" u="none" strike="noStrike">
                          <a:solidFill>
                            <a:srgbClr val="000000"/>
                          </a:solidFill>
                          <a:effectLst/>
                          <a:latin typeface="Calibri" panose="020F0502020204030204" pitchFamily="34" charset="0"/>
                        </a:rPr>
                        <a:t>8</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10/03 - 14/03</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Memory Organization</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7 (Real-Time OS &amp; Virtualization)</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3 (Process Synchronization)</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Lecture Quiz 4</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7741101"/>
                  </a:ext>
                </a:extLst>
              </a:tr>
              <a:tr h="151445">
                <a:tc>
                  <a:txBody>
                    <a:bodyPr/>
                    <a:lstStyle/>
                    <a:p>
                      <a:pPr algn="ctr" fontAlgn="ctr"/>
                      <a:r>
                        <a:rPr lang="en-SG" sz="700" b="0" i="0" u="none" strike="noStrike">
                          <a:solidFill>
                            <a:srgbClr val="000000"/>
                          </a:solidFill>
                          <a:effectLst/>
                          <a:latin typeface="Calibri" panose="020F0502020204030204" pitchFamily="34" charset="0"/>
                        </a:rPr>
                        <a:t>9</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17/03 - 21/03</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Memory Organization / Virtual Memory</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8 (Memory Organization)</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3 (Process Synchronization)</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 </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25653957"/>
                  </a:ext>
                </a:extLst>
              </a:tr>
              <a:tr h="151445">
                <a:tc>
                  <a:txBody>
                    <a:bodyPr/>
                    <a:lstStyle/>
                    <a:p>
                      <a:pPr algn="ctr" fontAlgn="ctr"/>
                      <a:r>
                        <a:rPr lang="en-SG" sz="700" b="0" i="0" u="none" strike="noStrike">
                          <a:solidFill>
                            <a:srgbClr val="000000"/>
                          </a:solidFill>
                          <a:effectLst/>
                          <a:latin typeface="Calibri" panose="020F0502020204030204" pitchFamily="34" charset="0"/>
                        </a:rPr>
                        <a:t>10</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24/03 - 28/03</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Virtual Memory</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9 (Virtual Memory 1)</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4 (Virtual Memory)</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Lecture Quiz 5</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0063945"/>
                  </a:ext>
                </a:extLst>
              </a:tr>
              <a:tr h="151445">
                <a:tc>
                  <a:txBody>
                    <a:bodyPr/>
                    <a:lstStyle/>
                    <a:p>
                      <a:pPr algn="ctr" fontAlgn="ctr"/>
                      <a:r>
                        <a:rPr lang="en-SG" sz="700" b="0" i="0" u="none" strike="noStrike">
                          <a:solidFill>
                            <a:srgbClr val="000000"/>
                          </a:solidFill>
                          <a:effectLst/>
                          <a:latin typeface="Calibri" panose="020F0502020204030204" pitchFamily="34" charset="0"/>
                        </a:rPr>
                        <a:t>11</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31/03 - 04/04</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File Systems</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10 (Virtual Memory 2)</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4 (Virtual Memory)</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Lecture Quiz 6</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92330139"/>
                  </a:ext>
                </a:extLst>
              </a:tr>
              <a:tr h="151445">
                <a:tc>
                  <a:txBody>
                    <a:bodyPr/>
                    <a:lstStyle/>
                    <a:p>
                      <a:pPr algn="ctr" fontAlgn="ctr"/>
                      <a:r>
                        <a:rPr lang="en-SG" sz="700" b="0" i="0" u="none" strike="noStrike">
                          <a:solidFill>
                            <a:srgbClr val="000000"/>
                          </a:solidFill>
                          <a:effectLst/>
                          <a:latin typeface="Calibri" panose="020F0502020204030204" pitchFamily="34" charset="0"/>
                        </a:rPr>
                        <a:t>12</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07/04 - 11/04</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Input/Output (I/O) Management &amp; Disk Scheduling</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11 (File Systems)</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 </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Lecture Quiz 7</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6580894"/>
                  </a:ext>
                </a:extLst>
              </a:tr>
              <a:tr h="151445">
                <a:tc>
                  <a:txBody>
                    <a:bodyPr/>
                    <a:lstStyle/>
                    <a:p>
                      <a:pPr algn="ctr" fontAlgn="ctr"/>
                      <a:r>
                        <a:rPr lang="en-SG" sz="700" b="0" i="0" u="none" strike="noStrike">
                          <a:solidFill>
                            <a:srgbClr val="000000"/>
                          </a:solidFill>
                          <a:effectLst/>
                          <a:latin typeface="Calibri" panose="020F0502020204030204" pitchFamily="34" charset="0"/>
                        </a:rPr>
                        <a:t>13</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14/04 - 18/04</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Protection &amp; Security (e-learning)</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12 (I/O &amp; Disk Scheduling)</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 </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Lecture Quiz 8 &amp; Lab Quiz 2</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7454793"/>
                  </a:ext>
                </a:extLst>
              </a:tr>
              <a:tr h="151445">
                <a:tc>
                  <a:txBody>
                    <a:bodyPr/>
                    <a:lstStyle/>
                    <a:p>
                      <a:pPr algn="ctr" fontAlgn="ctr"/>
                      <a:r>
                        <a:rPr lang="en-SG" sz="700" b="0" i="0" u="none" strike="noStrike">
                          <a:solidFill>
                            <a:srgbClr val="000000"/>
                          </a:solidFill>
                          <a:effectLst/>
                          <a:latin typeface="Calibri" panose="020F0502020204030204" pitchFamily="34" charset="0"/>
                        </a:rPr>
                        <a:t>14</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700" b="0" i="0" u="none" strike="noStrike">
                          <a:solidFill>
                            <a:srgbClr val="000000"/>
                          </a:solidFill>
                          <a:effectLst/>
                          <a:latin typeface="Calibri" panose="020F0502020204030204" pitchFamily="34" charset="0"/>
                        </a:rPr>
                        <a:t>21/04 - 25/04</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ctr" rtl="0" fontAlgn="ctr"/>
                      <a:r>
                        <a:rPr lang="en-SG" sz="700" b="0" i="0" u="none" strike="noStrike">
                          <a:solidFill>
                            <a:srgbClr val="000000"/>
                          </a:solidFill>
                          <a:effectLst/>
                          <a:latin typeface="Calibri" panose="020F0502020204030204" pitchFamily="34" charset="0"/>
                        </a:rPr>
                        <a:t>Quizzes</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algn="ctr" rtl="0" fontAlgn="ctr"/>
                      <a:r>
                        <a:rPr lang="en-SG" sz="700" b="0" i="0" u="none" strike="noStrike">
                          <a:solidFill>
                            <a:srgbClr val="000000"/>
                          </a:solidFill>
                          <a:effectLst/>
                          <a:latin typeface="Calibri" panose="020F0502020204030204" pitchFamily="34" charset="0"/>
                        </a:rPr>
                        <a:t>Concept Quiz &amp; Algorithm Quiz</a:t>
                      </a:r>
                    </a:p>
                  </a:txBody>
                  <a:tcPr marL="6279" marR="6279" marT="627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0980208"/>
                  </a:ext>
                </a:extLst>
              </a:tr>
              <a:tr h="141979">
                <a:tc gridSpan="6">
                  <a:txBody>
                    <a:bodyPr/>
                    <a:lstStyle/>
                    <a:p>
                      <a:pPr algn="l" rtl="0" fontAlgn="b"/>
                      <a:r>
                        <a:rPr lang="en-SG" sz="700" b="0" i="0" u="none" strike="noStrike">
                          <a:solidFill>
                            <a:srgbClr val="000000"/>
                          </a:solidFill>
                          <a:effectLst/>
                          <a:latin typeface="Calibri" panose="020F0502020204030204" pitchFamily="34" charset="0"/>
                        </a:rPr>
                        <a:t>Textbook: Operating System Concepts, by Silberschatz, Galvin and Gagne, 10th Edition, Wiley 2018</a:t>
                      </a:r>
                    </a:p>
                  </a:txBody>
                  <a:tcPr marL="6279" marR="6279" marT="6279" marB="0" anchor="b">
                    <a:lnL>
                      <a:noFill/>
                    </a:lnL>
                    <a:lnR>
                      <a:noFill/>
                    </a:lnR>
                    <a:lnT w="6350"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1258401"/>
                  </a:ext>
                </a:extLst>
              </a:tr>
              <a:tr h="141979">
                <a:tc gridSpan="6">
                  <a:txBody>
                    <a:bodyPr/>
                    <a:lstStyle/>
                    <a:p>
                      <a:pPr algn="l" rtl="0" fontAlgn="b"/>
                      <a:r>
                        <a:rPr lang="en-SG" sz="700" b="0" i="0" u="none" strike="noStrike" dirty="0">
                          <a:solidFill>
                            <a:srgbClr val="000000"/>
                          </a:solidFill>
                          <a:effectLst/>
                          <a:latin typeface="Calibri" panose="020F0502020204030204" pitchFamily="34" charset="0"/>
                        </a:rPr>
                        <a:t>Public Holidays:  29 Jan 2025 (Wednesday), 30 Jan 2025 (Thursday), 31 Mar 2025 (Monday), 18 Apr 2025 (Friday)</a:t>
                      </a:r>
                    </a:p>
                  </a:txBody>
                  <a:tcPr marL="6279" marR="6279" marT="6279" marB="0" anchor="b">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1975981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2D1A2F7E-14B0-4CF4-A8EE-CDD2DFD4F9CA}"/>
              </a:ext>
            </a:extLst>
          </p:cNvPr>
          <p:cNvSpPr>
            <a:spLocks noGrp="1" noChangeArrowheads="1"/>
          </p:cNvSpPr>
          <p:nvPr>
            <p:ph type="title"/>
          </p:nvPr>
        </p:nvSpPr>
        <p:spPr/>
        <p:txBody>
          <a:bodyPr/>
          <a:lstStyle/>
          <a:p>
            <a:r>
              <a:rPr lang="en-US" altLang="en-US"/>
              <a:t>Schedule (Part-Time Students)</a:t>
            </a:r>
          </a:p>
        </p:txBody>
      </p:sp>
      <p:sp>
        <p:nvSpPr>
          <p:cNvPr id="19459" name="Rectangle 3">
            <a:extLst>
              <a:ext uri="{FF2B5EF4-FFF2-40B4-BE49-F238E27FC236}">
                <a16:creationId xmlns:a16="http://schemas.microsoft.com/office/drawing/2014/main" id="{82028A6E-493B-4861-B482-CCBC86648EB2}"/>
              </a:ext>
            </a:extLst>
          </p:cNvPr>
          <p:cNvSpPr txBox="1">
            <a:spLocks noChangeArrowheads="1"/>
          </p:cNvSpPr>
          <p:nvPr/>
        </p:nvSpPr>
        <p:spPr bwMode="auto">
          <a:xfrm>
            <a:off x="517525" y="1484784"/>
            <a:ext cx="8086725" cy="516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marL="228600" indent="-228600">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endParaRPr lang="en-US" altLang="en-US" sz="2400" dirty="0"/>
          </a:p>
          <a:p>
            <a:endParaRPr lang="en-US" altLang="en-US" sz="2400" dirty="0"/>
          </a:p>
          <a:p>
            <a:endParaRPr lang="en-US" altLang="en-US" sz="2400" dirty="0"/>
          </a:p>
          <a:p>
            <a:endParaRPr lang="en-US" altLang="en-US" sz="2400" dirty="0"/>
          </a:p>
          <a:p>
            <a:pPr marL="0" indent="0">
              <a:spcBef>
                <a:spcPts val="4200"/>
              </a:spcBef>
              <a:buNone/>
            </a:pPr>
            <a:endParaRPr lang="en-US" altLang="en-US" sz="800" dirty="0"/>
          </a:p>
          <a:p>
            <a:pPr>
              <a:spcBef>
                <a:spcPts val="4200"/>
              </a:spcBef>
            </a:pPr>
            <a:r>
              <a:rPr lang="en-US" altLang="en-US" sz="2400" dirty="0">
                <a:latin typeface="Helvetica"/>
                <a:cs typeface="Helvetica"/>
              </a:rPr>
              <a:t>Tutorial starts from Week 2</a:t>
            </a:r>
          </a:p>
          <a:p>
            <a:r>
              <a:rPr lang="en-US" altLang="en-US" sz="2400" dirty="0">
                <a:latin typeface="Helvetica"/>
                <a:cs typeface="Helvetica"/>
              </a:rPr>
              <a:t>Lab starts from Week 5</a:t>
            </a:r>
            <a:endParaRPr lang="en-SG" altLang="en-US" sz="2400" dirty="0">
              <a:latin typeface="Helvetica"/>
              <a:cs typeface="Helvetica"/>
            </a:endParaRPr>
          </a:p>
          <a:p>
            <a:r>
              <a:rPr lang="en-US" sz="2400" dirty="0">
                <a:solidFill>
                  <a:srgbClr val="FF0000"/>
                </a:solidFill>
                <a:latin typeface="Helvetica"/>
                <a:cs typeface="Helvetica"/>
              </a:rPr>
              <a:t>For specific deadlines, please refer to Assessments folder in NTULearn</a:t>
            </a:r>
            <a:endParaRPr lang="en-US" altLang="en-US" sz="2400" dirty="0">
              <a:latin typeface="Helvetica"/>
              <a:cs typeface="Helvetica"/>
            </a:endParaRPr>
          </a:p>
        </p:txBody>
      </p:sp>
      <p:sp>
        <p:nvSpPr>
          <p:cNvPr id="8" name="Footer Placeholder 3">
            <a:extLst>
              <a:ext uri="{FF2B5EF4-FFF2-40B4-BE49-F238E27FC236}">
                <a16:creationId xmlns:a16="http://schemas.microsoft.com/office/drawing/2014/main" id="{33B72F5E-6C10-5745-9C08-6561DCA997BC}"/>
              </a:ext>
            </a:extLst>
          </p:cNvPr>
          <p:cNvSpPr>
            <a:spLocks noGrp="1" noChangeArrowheads="1"/>
          </p:cNvSpPr>
          <p:nvPr>
            <p:ph type="ftr" sz="quarter" idx="10"/>
          </p:nvPr>
        </p:nvSpPr>
        <p:spPr>
          <a:xfrm>
            <a:off x="38100" y="6540500"/>
            <a:ext cx="4076700" cy="320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1000"/>
              <a:t>SC2005 Operating Systems</a:t>
            </a:r>
          </a:p>
        </p:txBody>
      </p:sp>
      <p:graphicFrame>
        <p:nvGraphicFramePr>
          <p:cNvPr id="3" name="Table 2">
            <a:extLst>
              <a:ext uri="{FF2B5EF4-FFF2-40B4-BE49-F238E27FC236}">
                <a16:creationId xmlns:a16="http://schemas.microsoft.com/office/drawing/2014/main" id="{59ECA247-59CE-7956-0B9A-1BC577A95400}"/>
              </a:ext>
            </a:extLst>
          </p:cNvPr>
          <p:cNvGraphicFramePr>
            <a:graphicFrameLocks noGrp="1"/>
          </p:cNvGraphicFramePr>
          <p:nvPr>
            <p:extLst>
              <p:ext uri="{D42A27DB-BD31-4B8C-83A1-F6EECF244321}">
                <p14:modId xmlns:p14="http://schemas.microsoft.com/office/powerpoint/2010/main" val="3229535747"/>
              </p:ext>
            </p:extLst>
          </p:nvPr>
        </p:nvGraphicFramePr>
        <p:xfrm>
          <a:off x="201941" y="1277680"/>
          <a:ext cx="8804035" cy="3121792"/>
        </p:xfrm>
        <a:graphic>
          <a:graphicData uri="http://schemas.openxmlformats.org/drawingml/2006/table">
            <a:tbl>
              <a:tblPr/>
              <a:tblGrid>
                <a:gridCol w="411964">
                  <a:extLst>
                    <a:ext uri="{9D8B030D-6E8A-4147-A177-3AD203B41FA5}">
                      <a16:colId xmlns:a16="http://schemas.microsoft.com/office/drawing/2014/main" val="2452099996"/>
                    </a:ext>
                  </a:extLst>
                </a:gridCol>
                <a:gridCol w="858741">
                  <a:extLst>
                    <a:ext uri="{9D8B030D-6E8A-4147-A177-3AD203B41FA5}">
                      <a16:colId xmlns:a16="http://schemas.microsoft.com/office/drawing/2014/main" val="3612238028"/>
                    </a:ext>
                  </a:extLst>
                </a:gridCol>
                <a:gridCol w="2106238">
                  <a:extLst>
                    <a:ext uri="{9D8B030D-6E8A-4147-A177-3AD203B41FA5}">
                      <a16:colId xmlns:a16="http://schemas.microsoft.com/office/drawing/2014/main" val="230015294"/>
                    </a:ext>
                  </a:extLst>
                </a:gridCol>
                <a:gridCol w="1539546">
                  <a:extLst>
                    <a:ext uri="{9D8B030D-6E8A-4147-A177-3AD203B41FA5}">
                      <a16:colId xmlns:a16="http://schemas.microsoft.com/office/drawing/2014/main" val="3886975305"/>
                    </a:ext>
                  </a:extLst>
                </a:gridCol>
                <a:gridCol w="1386752">
                  <a:extLst>
                    <a:ext uri="{9D8B030D-6E8A-4147-A177-3AD203B41FA5}">
                      <a16:colId xmlns:a16="http://schemas.microsoft.com/office/drawing/2014/main" val="4270543621"/>
                    </a:ext>
                  </a:extLst>
                </a:gridCol>
                <a:gridCol w="1247496">
                  <a:extLst>
                    <a:ext uri="{9D8B030D-6E8A-4147-A177-3AD203B41FA5}">
                      <a16:colId xmlns:a16="http://schemas.microsoft.com/office/drawing/2014/main" val="536621106"/>
                    </a:ext>
                  </a:extLst>
                </a:gridCol>
                <a:gridCol w="1253298">
                  <a:extLst>
                    <a:ext uri="{9D8B030D-6E8A-4147-A177-3AD203B41FA5}">
                      <a16:colId xmlns:a16="http://schemas.microsoft.com/office/drawing/2014/main" val="1320043613"/>
                    </a:ext>
                  </a:extLst>
                </a:gridCol>
              </a:tblGrid>
              <a:tr h="147718">
                <a:tc gridSpan="2">
                  <a:txBody>
                    <a:bodyPr/>
                    <a:lstStyle/>
                    <a:p>
                      <a:pPr algn="l" fontAlgn="b"/>
                      <a:r>
                        <a:rPr lang="en-SG" sz="600" b="1" i="0" u="none" strike="noStrike">
                          <a:solidFill>
                            <a:srgbClr val="000000"/>
                          </a:solidFill>
                          <a:effectLst/>
                          <a:latin typeface="Calibri" panose="020F0502020204030204" pitchFamily="34" charset="0"/>
                        </a:rPr>
                        <a:t>Part-time Program</a:t>
                      </a:r>
                    </a:p>
                  </a:txBody>
                  <a:tcPr marL="5385" marR="5385" marT="5385" marB="0" anchor="b">
                    <a:lnL>
                      <a:noFill/>
                    </a:lnL>
                    <a:lnR>
                      <a:noFill/>
                    </a:lnR>
                    <a:lnT>
                      <a:noFill/>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SG" sz="600" b="0" i="0" u="none" strike="noStrike">
                        <a:solidFill>
                          <a:srgbClr val="000000"/>
                        </a:solidFill>
                        <a:effectLst/>
                        <a:latin typeface="Calibri" panose="020F0502020204030204" pitchFamily="34" charset="0"/>
                      </a:endParaRPr>
                    </a:p>
                  </a:txBody>
                  <a:tcPr marL="5385" marR="5385" marT="538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SG" sz="600" b="0" i="0" u="none" strike="noStrike">
                        <a:solidFill>
                          <a:srgbClr val="000000"/>
                        </a:solidFill>
                        <a:effectLst/>
                        <a:latin typeface="Calibri" panose="020F0502020204030204" pitchFamily="34" charset="0"/>
                      </a:endParaRPr>
                    </a:p>
                  </a:txBody>
                  <a:tcPr marL="5385" marR="5385" marT="538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SG" sz="600" b="0" i="0" u="none" strike="noStrike">
                        <a:solidFill>
                          <a:srgbClr val="000000"/>
                        </a:solidFill>
                        <a:effectLst/>
                        <a:latin typeface="Calibri" panose="020F0502020204030204" pitchFamily="34" charset="0"/>
                      </a:endParaRPr>
                    </a:p>
                  </a:txBody>
                  <a:tcPr marL="5385" marR="5385" marT="538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SG" sz="600" b="0" i="0" u="none" strike="noStrike">
                        <a:solidFill>
                          <a:srgbClr val="000000"/>
                        </a:solidFill>
                        <a:effectLst/>
                        <a:latin typeface="Calibri" panose="020F0502020204030204" pitchFamily="34" charset="0"/>
                      </a:endParaRPr>
                    </a:p>
                  </a:txBody>
                  <a:tcPr marL="5385" marR="5385" marT="538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SG" sz="600" b="0" i="0" u="none" strike="noStrike">
                        <a:solidFill>
                          <a:srgbClr val="000000"/>
                        </a:solidFill>
                        <a:effectLst/>
                        <a:latin typeface="Calibri" panose="020F0502020204030204" pitchFamily="34" charset="0"/>
                      </a:endParaRPr>
                    </a:p>
                  </a:txBody>
                  <a:tcPr marL="5385" marR="5385" marT="5385"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5788666"/>
                  </a:ext>
                </a:extLst>
              </a:tr>
              <a:tr h="315133">
                <a:tc gridSpan="2">
                  <a:txBody>
                    <a:bodyPr/>
                    <a:lstStyle/>
                    <a:p>
                      <a:pPr algn="ctr" fontAlgn="ctr"/>
                      <a:r>
                        <a:rPr lang="en-SG" sz="600" b="1" i="0" u="none" strike="noStrike">
                          <a:solidFill>
                            <a:srgbClr val="000000"/>
                          </a:solidFill>
                          <a:effectLst/>
                          <a:latin typeface="Calibri" panose="020F0502020204030204" pitchFamily="34" charset="0"/>
                        </a:rPr>
                        <a:t>Week</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ctr" fontAlgn="ctr"/>
                      <a:r>
                        <a:rPr lang="en-SG" sz="600" b="1" i="0" u="none" strike="noStrike">
                          <a:solidFill>
                            <a:srgbClr val="000000"/>
                          </a:solidFill>
                          <a:effectLst/>
                          <a:latin typeface="Calibri" panose="020F0502020204030204" pitchFamily="34" charset="0"/>
                        </a:rPr>
                        <a:t>Online Lecture (2 Hours)</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SG" sz="600" b="1" i="0" u="none" strike="noStrike">
                          <a:solidFill>
                            <a:srgbClr val="000000"/>
                          </a:solidFill>
                          <a:effectLst/>
                          <a:latin typeface="Calibri" panose="020F0502020204030204" pitchFamily="34" charset="0"/>
                        </a:rPr>
                        <a:t>Tutorial (6:30PM-7:30PM)</a:t>
                      </a:r>
                      <a:br>
                        <a:rPr lang="en-SG" sz="600" b="1" i="0" u="none" strike="noStrike">
                          <a:solidFill>
                            <a:srgbClr val="000000"/>
                          </a:solidFill>
                          <a:effectLst/>
                          <a:latin typeface="Calibri" panose="020F0502020204030204" pitchFamily="34" charset="0"/>
                        </a:rPr>
                      </a:br>
                      <a:r>
                        <a:rPr lang="en-SG" sz="600" b="1" i="0" u="none" strike="noStrike">
                          <a:solidFill>
                            <a:srgbClr val="000000"/>
                          </a:solidFill>
                          <a:effectLst/>
                          <a:latin typeface="Calibri" panose="020F0502020204030204" pitchFamily="34" charset="0"/>
                        </a:rPr>
                        <a:t>SWLab1</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SG" sz="600" b="1" i="0" u="none" strike="noStrike">
                          <a:solidFill>
                            <a:srgbClr val="000000"/>
                          </a:solidFill>
                          <a:effectLst/>
                          <a:latin typeface="Calibri" panose="020F0502020204030204" pitchFamily="34" charset="0"/>
                        </a:rPr>
                        <a:t>Lecture Inq (7:30PM-8:30PM)</a:t>
                      </a:r>
                      <a:br>
                        <a:rPr lang="en-SG" sz="600" b="1" i="0" u="none" strike="noStrike">
                          <a:solidFill>
                            <a:srgbClr val="000000"/>
                          </a:solidFill>
                          <a:effectLst/>
                          <a:latin typeface="Calibri" panose="020F0502020204030204" pitchFamily="34" charset="0"/>
                        </a:rPr>
                      </a:br>
                      <a:r>
                        <a:rPr lang="en-SG" sz="600" b="1" i="0" u="none" strike="noStrike">
                          <a:solidFill>
                            <a:srgbClr val="000000"/>
                          </a:solidFill>
                          <a:effectLst/>
                          <a:latin typeface="Calibri" panose="020F0502020204030204" pitchFamily="34" charset="0"/>
                        </a:rPr>
                        <a:t>SWLab1</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SG" sz="600" b="1" i="0" u="none" strike="noStrike">
                          <a:solidFill>
                            <a:srgbClr val="000000"/>
                          </a:solidFill>
                          <a:effectLst/>
                          <a:latin typeface="Calibri" panose="020F0502020204030204" pitchFamily="34" charset="0"/>
                        </a:rPr>
                        <a:t>Lab (7:30PM-9:30PM)</a:t>
                      </a:r>
                      <a:br>
                        <a:rPr lang="en-SG" sz="600" b="1" i="0" u="none" strike="noStrike">
                          <a:solidFill>
                            <a:srgbClr val="000000"/>
                          </a:solidFill>
                          <a:effectLst/>
                          <a:latin typeface="Calibri" panose="020F0502020204030204" pitchFamily="34" charset="0"/>
                        </a:rPr>
                      </a:br>
                      <a:r>
                        <a:rPr lang="en-SG" sz="600" b="1" i="0" u="none" strike="noStrike">
                          <a:solidFill>
                            <a:srgbClr val="000000"/>
                          </a:solidFill>
                          <a:effectLst/>
                          <a:latin typeface="Calibri" panose="020F0502020204030204" pitchFamily="34" charset="0"/>
                        </a:rPr>
                        <a:t>SWLab1</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SG" sz="600" b="1" i="0" u="none" strike="noStrike">
                          <a:solidFill>
                            <a:srgbClr val="000000"/>
                          </a:solidFill>
                          <a:effectLst/>
                          <a:latin typeface="Calibri" panose="020F0502020204030204" pitchFamily="34" charset="0"/>
                        </a:rPr>
                        <a:t>Assessments Due</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31723014"/>
                  </a:ext>
                </a:extLst>
              </a:tr>
              <a:tr h="157567">
                <a:tc>
                  <a:txBody>
                    <a:bodyPr/>
                    <a:lstStyle/>
                    <a:p>
                      <a:pPr algn="ctr" fontAlgn="b"/>
                      <a:r>
                        <a:rPr lang="en-SG" sz="600" b="0" i="0" u="none" strike="noStrike">
                          <a:solidFill>
                            <a:srgbClr val="000000"/>
                          </a:solidFill>
                          <a:effectLst/>
                          <a:latin typeface="Calibri" panose="020F0502020204030204" pitchFamily="34" charset="0"/>
                        </a:rPr>
                        <a:t>1</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600" b="0" i="0" u="none" strike="noStrike">
                          <a:solidFill>
                            <a:srgbClr val="000000"/>
                          </a:solidFill>
                          <a:effectLst/>
                          <a:latin typeface="Calibri" panose="020F0502020204030204" pitchFamily="34" charset="0"/>
                        </a:rPr>
                        <a:t>13/01 - 17/01</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Overview of Operating Systems (OS)</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7216060"/>
                  </a:ext>
                </a:extLst>
              </a:tr>
              <a:tr h="157567">
                <a:tc>
                  <a:txBody>
                    <a:bodyPr/>
                    <a:lstStyle/>
                    <a:p>
                      <a:pPr algn="ctr" fontAlgn="b"/>
                      <a:r>
                        <a:rPr lang="en-SG" sz="600" b="0" i="0" u="none" strike="noStrike">
                          <a:solidFill>
                            <a:srgbClr val="000000"/>
                          </a:solidFill>
                          <a:effectLst/>
                          <a:latin typeface="Calibri" panose="020F0502020204030204" pitchFamily="34" charset="0"/>
                        </a:rPr>
                        <a:t>2</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600" b="0" i="0" u="none" strike="noStrike">
                          <a:solidFill>
                            <a:srgbClr val="000000"/>
                          </a:solidFill>
                          <a:effectLst/>
                          <a:latin typeface="Calibri" panose="020F0502020204030204" pitchFamily="34" charset="0"/>
                        </a:rPr>
                        <a:t>20/01 -24/01</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Processes &amp; Threads</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1 (OS Overview)</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1 (OS Overview)</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3801516"/>
                  </a:ext>
                </a:extLst>
              </a:tr>
              <a:tr h="157567">
                <a:tc>
                  <a:txBody>
                    <a:bodyPr/>
                    <a:lstStyle/>
                    <a:p>
                      <a:pPr algn="ctr" fontAlgn="b"/>
                      <a:r>
                        <a:rPr lang="en-SG" sz="600" b="0" i="0" u="none" strike="noStrike">
                          <a:solidFill>
                            <a:srgbClr val="000000"/>
                          </a:solidFill>
                          <a:effectLst/>
                          <a:latin typeface="Calibri" panose="020F0502020204030204" pitchFamily="34" charset="0"/>
                        </a:rPr>
                        <a:t>3</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600" b="0" i="0" u="none" strike="noStrike">
                          <a:solidFill>
                            <a:srgbClr val="000000"/>
                          </a:solidFill>
                          <a:effectLst/>
                          <a:latin typeface="Calibri" panose="020F0502020204030204" pitchFamily="34" charset="0"/>
                        </a:rPr>
                        <a:t>27/01 - 31/01</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Process Scheduling</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SG" sz="600" b="0" i="0" u="none" strike="noStrike">
                        <a:solidFill>
                          <a:srgbClr val="000000"/>
                        </a:solidFill>
                        <a:effectLst/>
                        <a:latin typeface="Calibri" panose="020F0502020204030204" pitchFamily="34" charset="0"/>
                      </a:endParaRP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SG" sz="600" b="0" i="0" u="none" strike="noStrike">
                          <a:solidFill>
                            <a:srgbClr val="000000"/>
                          </a:solidFill>
                          <a:effectLst/>
                          <a:latin typeface="Calibri" panose="020F0502020204030204" pitchFamily="34" charset="0"/>
                        </a:rPr>
                        <a:t>Lecture Quiz 1</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74785442"/>
                  </a:ext>
                </a:extLst>
              </a:tr>
              <a:tr h="157567">
                <a:tc>
                  <a:txBody>
                    <a:bodyPr/>
                    <a:lstStyle/>
                    <a:p>
                      <a:pPr algn="ctr" fontAlgn="b"/>
                      <a:r>
                        <a:rPr lang="en-SG" sz="600" b="0" i="0" u="none" strike="noStrike">
                          <a:solidFill>
                            <a:srgbClr val="000000"/>
                          </a:solidFill>
                          <a:effectLst/>
                          <a:latin typeface="Calibri" panose="020F0502020204030204" pitchFamily="34" charset="0"/>
                        </a:rPr>
                        <a:t>4</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600" b="0" i="0" u="none" strike="noStrike">
                          <a:solidFill>
                            <a:srgbClr val="000000"/>
                          </a:solidFill>
                          <a:effectLst/>
                          <a:latin typeface="Calibri" panose="020F0502020204030204" pitchFamily="34" charset="0"/>
                        </a:rPr>
                        <a:t>03/02- 07/02</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Process Synchronization</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2 (Processes &amp; Threads), 3 (CPU Scheduling)</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2 (Process Concept and Scheduling)</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SG" sz="600" b="0" i="0" u="none" strike="noStrike">
                        <a:solidFill>
                          <a:srgbClr val="000000"/>
                        </a:solidFill>
                        <a:effectLst/>
                        <a:latin typeface="Calibri" panose="020F0502020204030204" pitchFamily="34" charset="0"/>
                      </a:endParaRP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Lecture Quiz 2</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7476621"/>
                  </a:ext>
                </a:extLst>
              </a:tr>
              <a:tr h="157567">
                <a:tc>
                  <a:txBody>
                    <a:bodyPr/>
                    <a:lstStyle/>
                    <a:p>
                      <a:pPr algn="ctr" fontAlgn="b"/>
                      <a:r>
                        <a:rPr lang="en-SG" sz="600" b="0" i="0" u="none" strike="noStrike">
                          <a:solidFill>
                            <a:srgbClr val="000000"/>
                          </a:solidFill>
                          <a:effectLst/>
                          <a:latin typeface="Calibri" panose="020F0502020204030204" pitchFamily="34" charset="0"/>
                        </a:rPr>
                        <a:t>5</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600" b="0" i="0" u="none" strike="noStrike">
                          <a:solidFill>
                            <a:srgbClr val="000000"/>
                          </a:solidFill>
                          <a:effectLst/>
                          <a:latin typeface="Calibri" panose="020F0502020204030204" pitchFamily="34" charset="0"/>
                        </a:rPr>
                        <a:t>10/02 - 14/02</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Process Synchronization</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4 (Process Synchronization 1)</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1 (Nachos Thread)</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742530"/>
                  </a:ext>
                </a:extLst>
              </a:tr>
              <a:tr h="157567">
                <a:tc>
                  <a:txBody>
                    <a:bodyPr/>
                    <a:lstStyle/>
                    <a:p>
                      <a:pPr algn="ctr" fontAlgn="b"/>
                      <a:r>
                        <a:rPr lang="en-SG" sz="600" b="0" i="0" u="none" strike="noStrike">
                          <a:solidFill>
                            <a:srgbClr val="000000"/>
                          </a:solidFill>
                          <a:effectLst/>
                          <a:latin typeface="Calibri" panose="020F0502020204030204" pitchFamily="34" charset="0"/>
                        </a:rPr>
                        <a:t>6</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600" b="0" i="0" u="none" strike="noStrike">
                          <a:solidFill>
                            <a:srgbClr val="000000"/>
                          </a:solidFill>
                          <a:effectLst/>
                          <a:latin typeface="Calibri" panose="020F0502020204030204" pitchFamily="34" charset="0"/>
                        </a:rPr>
                        <a:t>17/02 - 21/02</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Deadlocks</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5 (Process Synchronization 2)</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3 (Process Synchronization)</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Lecture Quiz 3</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0068418"/>
                  </a:ext>
                </a:extLst>
              </a:tr>
              <a:tr h="157567">
                <a:tc>
                  <a:txBody>
                    <a:bodyPr/>
                    <a:lstStyle/>
                    <a:p>
                      <a:pPr algn="ctr" fontAlgn="b"/>
                      <a:r>
                        <a:rPr lang="en-SG" sz="600" b="0" i="0" u="none" strike="noStrike">
                          <a:solidFill>
                            <a:srgbClr val="000000"/>
                          </a:solidFill>
                          <a:effectLst/>
                          <a:latin typeface="Calibri" panose="020F0502020204030204" pitchFamily="34" charset="0"/>
                        </a:rPr>
                        <a:t>7</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600" b="0" i="0" u="none" strike="noStrike">
                          <a:solidFill>
                            <a:srgbClr val="000000"/>
                          </a:solidFill>
                          <a:effectLst/>
                          <a:latin typeface="Calibri" panose="020F0502020204030204" pitchFamily="34" charset="0"/>
                        </a:rPr>
                        <a:t>24/02 - 28/02</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Real-time OS &amp; Virtualization</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6 (Dealocks)</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2 (CPU Scheduling)</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47071908"/>
                  </a:ext>
                </a:extLst>
              </a:tr>
              <a:tr h="157567">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SG" sz="600" b="0" i="0" u="none" strike="noStrike">
                          <a:solidFill>
                            <a:srgbClr val="000000"/>
                          </a:solidFill>
                          <a:effectLst/>
                          <a:latin typeface="Calibri" panose="020F0502020204030204" pitchFamily="34" charset="0"/>
                        </a:rPr>
                        <a:t>03/03 - 07/03</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gridSpan="4">
                  <a:txBody>
                    <a:bodyPr/>
                    <a:lstStyle/>
                    <a:p>
                      <a:pPr algn="ctr" fontAlgn="b"/>
                      <a:r>
                        <a:rPr lang="en-SG" sz="600" b="0" i="0" u="none" strike="noStrike">
                          <a:solidFill>
                            <a:srgbClr val="000000"/>
                          </a:solidFill>
                          <a:effectLst/>
                          <a:latin typeface="Calibri" panose="020F0502020204030204" pitchFamily="34" charset="0"/>
                        </a:rPr>
                        <a:t>Recess Week</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b"/>
                      <a:r>
                        <a:rPr lang="en-SG" sz="600" b="0" i="0" u="none" strike="noStrike">
                          <a:solidFill>
                            <a:srgbClr val="000000"/>
                          </a:solidFill>
                          <a:effectLst/>
                          <a:latin typeface="Calibri" panose="020F0502020204030204" pitchFamily="34" charset="0"/>
                        </a:rPr>
                        <a:t>Lecture Quiz 4 &amp; Lab Quiz 1</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400872702"/>
                  </a:ext>
                </a:extLst>
              </a:tr>
              <a:tr h="157567">
                <a:tc>
                  <a:txBody>
                    <a:bodyPr/>
                    <a:lstStyle/>
                    <a:p>
                      <a:pPr algn="ctr" fontAlgn="b"/>
                      <a:r>
                        <a:rPr lang="en-SG" sz="600" b="0" i="0" u="none" strike="noStrike">
                          <a:solidFill>
                            <a:srgbClr val="000000"/>
                          </a:solidFill>
                          <a:effectLst/>
                          <a:latin typeface="Calibri" panose="020F0502020204030204" pitchFamily="34" charset="0"/>
                        </a:rPr>
                        <a:t>8</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600" b="0" i="0" u="none" strike="noStrike">
                          <a:solidFill>
                            <a:srgbClr val="000000"/>
                          </a:solidFill>
                          <a:effectLst/>
                          <a:latin typeface="Calibri" panose="020F0502020204030204" pitchFamily="34" charset="0"/>
                        </a:rPr>
                        <a:t>10/03 - 14/03</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Memory Organization</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7 (Real-Time OS &amp; Virtualization)</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4 (Deadlock &amp; Real-time OS)</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SG" sz="600" b="0" i="0" u="none" strike="noStrike">
                        <a:solidFill>
                          <a:srgbClr val="000000"/>
                        </a:solidFill>
                        <a:effectLst/>
                        <a:latin typeface="Calibri" panose="020F0502020204030204" pitchFamily="34" charset="0"/>
                      </a:endParaRP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9612575"/>
                  </a:ext>
                </a:extLst>
              </a:tr>
              <a:tr h="157567">
                <a:tc>
                  <a:txBody>
                    <a:bodyPr/>
                    <a:lstStyle/>
                    <a:p>
                      <a:pPr algn="ctr" fontAlgn="b"/>
                      <a:r>
                        <a:rPr lang="en-SG" sz="600" b="0" i="0" u="none" strike="noStrike">
                          <a:solidFill>
                            <a:srgbClr val="000000"/>
                          </a:solidFill>
                          <a:effectLst/>
                          <a:latin typeface="Calibri" panose="020F0502020204030204" pitchFamily="34" charset="0"/>
                        </a:rPr>
                        <a:t>9</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600" b="0" i="0" u="none" strike="noStrike">
                          <a:solidFill>
                            <a:srgbClr val="000000"/>
                          </a:solidFill>
                          <a:effectLst/>
                          <a:latin typeface="Calibri" panose="020F0502020204030204" pitchFamily="34" charset="0"/>
                        </a:rPr>
                        <a:t>17/03 - 21/03</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Memory Organization / Virtual Memory</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8 (Memory Organization)</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3 (Process Synchronization)</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5208491"/>
                  </a:ext>
                </a:extLst>
              </a:tr>
              <a:tr h="157567">
                <a:tc>
                  <a:txBody>
                    <a:bodyPr/>
                    <a:lstStyle/>
                    <a:p>
                      <a:pPr algn="ctr" fontAlgn="b"/>
                      <a:r>
                        <a:rPr lang="en-SG" sz="600" b="0" i="0" u="none" strike="noStrike">
                          <a:solidFill>
                            <a:srgbClr val="000000"/>
                          </a:solidFill>
                          <a:effectLst/>
                          <a:latin typeface="Calibri" panose="020F0502020204030204" pitchFamily="34" charset="0"/>
                        </a:rPr>
                        <a:t>10</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600" b="0" i="0" u="none" strike="noStrike">
                          <a:solidFill>
                            <a:srgbClr val="000000"/>
                          </a:solidFill>
                          <a:effectLst/>
                          <a:latin typeface="Calibri" panose="020F0502020204030204" pitchFamily="34" charset="0"/>
                        </a:rPr>
                        <a:t>24/03 - 28/03</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Virtual Memory</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9 (Virtual Memory 1)</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5 (Memory)</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Lecture Quiz 5</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94998060"/>
                  </a:ext>
                </a:extLst>
              </a:tr>
              <a:tr h="157567">
                <a:tc>
                  <a:txBody>
                    <a:bodyPr/>
                    <a:lstStyle/>
                    <a:p>
                      <a:pPr algn="ctr" fontAlgn="b"/>
                      <a:r>
                        <a:rPr lang="en-SG" sz="600" b="0" i="0" u="none" strike="noStrike">
                          <a:solidFill>
                            <a:srgbClr val="000000"/>
                          </a:solidFill>
                          <a:effectLst/>
                          <a:latin typeface="Calibri" panose="020F0502020204030204" pitchFamily="34" charset="0"/>
                        </a:rPr>
                        <a:t>11</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600" b="0" i="0" u="none" strike="noStrike">
                          <a:solidFill>
                            <a:srgbClr val="000000"/>
                          </a:solidFill>
                          <a:effectLst/>
                          <a:latin typeface="Calibri" panose="020F0502020204030204" pitchFamily="34" charset="0"/>
                        </a:rPr>
                        <a:t>31/03 - 04/04</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File Systems</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10 (Virtual Memory 2)</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4 (Virtual Memory)</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Lecture Quiz 6</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0660187"/>
                  </a:ext>
                </a:extLst>
              </a:tr>
              <a:tr h="157567">
                <a:tc>
                  <a:txBody>
                    <a:bodyPr/>
                    <a:lstStyle/>
                    <a:p>
                      <a:pPr algn="ctr" fontAlgn="b"/>
                      <a:r>
                        <a:rPr lang="en-SG" sz="600" b="0" i="0" u="none" strike="noStrike">
                          <a:solidFill>
                            <a:srgbClr val="000000"/>
                          </a:solidFill>
                          <a:effectLst/>
                          <a:latin typeface="Calibri" panose="020F0502020204030204" pitchFamily="34" charset="0"/>
                        </a:rPr>
                        <a:t>12</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600" b="0" i="0" u="none" strike="noStrike">
                          <a:solidFill>
                            <a:srgbClr val="000000"/>
                          </a:solidFill>
                          <a:effectLst/>
                          <a:latin typeface="Calibri" panose="020F0502020204030204" pitchFamily="34" charset="0"/>
                        </a:rPr>
                        <a:t>07/04 - 11/04</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Input/Output (I/O) Management &amp; Disk Scheduling</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11 (File Systems)</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6 (File Systems &amp; I/O)</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Lecture Quiz 7</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8742129"/>
                  </a:ext>
                </a:extLst>
              </a:tr>
              <a:tr h="157567">
                <a:tc>
                  <a:txBody>
                    <a:bodyPr/>
                    <a:lstStyle/>
                    <a:p>
                      <a:pPr algn="ctr" fontAlgn="b"/>
                      <a:r>
                        <a:rPr lang="en-SG" sz="600" b="0" i="0" u="none" strike="noStrike">
                          <a:solidFill>
                            <a:srgbClr val="000000"/>
                          </a:solidFill>
                          <a:effectLst/>
                          <a:latin typeface="Calibri" panose="020F0502020204030204" pitchFamily="34" charset="0"/>
                        </a:rPr>
                        <a:t>13</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600" b="0" i="0" u="none" strike="noStrike">
                          <a:solidFill>
                            <a:srgbClr val="000000"/>
                          </a:solidFill>
                          <a:effectLst/>
                          <a:latin typeface="Calibri" panose="020F0502020204030204" pitchFamily="34" charset="0"/>
                        </a:rPr>
                        <a:t>14/04 - 18/04</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Protection and Security (e-learning)</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12 (I/O &amp; Disk Scheduling)</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 </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SG" sz="600" b="0" i="0" u="none" strike="noStrike">
                          <a:solidFill>
                            <a:srgbClr val="000000"/>
                          </a:solidFill>
                          <a:effectLst/>
                          <a:latin typeface="Calibri" panose="020F0502020204030204" pitchFamily="34" charset="0"/>
                        </a:rPr>
                        <a:t>Lecture Quiz 8 &amp; Lab Quiz 2</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5741957"/>
                  </a:ext>
                </a:extLst>
              </a:tr>
              <a:tr h="157567">
                <a:tc>
                  <a:txBody>
                    <a:bodyPr/>
                    <a:lstStyle/>
                    <a:p>
                      <a:pPr algn="ctr" fontAlgn="b"/>
                      <a:r>
                        <a:rPr lang="en-SG" sz="600" b="0" i="0" u="none" strike="noStrike">
                          <a:solidFill>
                            <a:srgbClr val="000000"/>
                          </a:solidFill>
                          <a:effectLst/>
                          <a:latin typeface="Calibri" panose="020F0502020204030204" pitchFamily="34" charset="0"/>
                        </a:rPr>
                        <a:t>14</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SG" sz="600" b="0" i="0" u="none" strike="noStrike">
                          <a:solidFill>
                            <a:srgbClr val="000000"/>
                          </a:solidFill>
                          <a:effectLst/>
                          <a:latin typeface="Calibri" panose="020F0502020204030204" pitchFamily="34" charset="0"/>
                        </a:rPr>
                        <a:t>21/04 - 25/04</a:t>
                      </a:r>
                    </a:p>
                  </a:txBody>
                  <a:tcPr marL="5385" marR="5385" marT="53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ctr" fontAlgn="b"/>
                      <a:r>
                        <a:rPr lang="en-SG" sz="600" b="0" i="0" u="none" strike="noStrike">
                          <a:solidFill>
                            <a:srgbClr val="000000"/>
                          </a:solidFill>
                          <a:effectLst/>
                          <a:latin typeface="Calibri" panose="020F0502020204030204" pitchFamily="34" charset="0"/>
                        </a:rPr>
                        <a:t>Quizzes</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b"/>
                      <a:r>
                        <a:rPr lang="en-SG" sz="600" b="0" i="0" u="none" strike="noStrike">
                          <a:solidFill>
                            <a:srgbClr val="000000"/>
                          </a:solidFill>
                          <a:effectLst/>
                          <a:latin typeface="Calibri" panose="020F0502020204030204" pitchFamily="34" charset="0"/>
                        </a:rPr>
                        <a:t>Concept Quiz &amp; Algorithm Quiz</a:t>
                      </a:r>
                    </a:p>
                  </a:txBody>
                  <a:tcPr marL="5385" marR="5385" marT="538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740269"/>
                  </a:ext>
                </a:extLst>
              </a:tr>
              <a:tr h="147718">
                <a:tc gridSpan="6">
                  <a:txBody>
                    <a:bodyPr/>
                    <a:lstStyle/>
                    <a:p>
                      <a:pPr algn="l" fontAlgn="b"/>
                      <a:r>
                        <a:rPr lang="en-SG" sz="600" b="0" i="0" u="none" strike="noStrike">
                          <a:solidFill>
                            <a:srgbClr val="000000"/>
                          </a:solidFill>
                          <a:effectLst/>
                          <a:latin typeface="Calibri" panose="020F0502020204030204" pitchFamily="34" charset="0"/>
                        </a:rPr>
                        <a:t>Textbook: Operating System Concepts, by Silberschatz, Galvin and Gagne, 10th Edition, Wiley 2018</a:t>
                      </a:r>
                    </a:p>
                  </a:txBody>
                  <a:tcPr marL="5385" marR="5385" marT="5385" marB="0" anchor="b">
                    <a:lnL>
                      <a:noFill/>
                    </a:lnL>
                    <a:lnR>
                      <a:noFill/>
                    </a:lnR>
                    <a:lnT w="6350" cap="flat" cmpd="sng" algn="ctr">
                      <a:solidFill>
                        <a:srgbClr val="000000"/>
                      </a:solidFill>
                      <a:prstDash val="solid"/>
                      <a:round/>
                      <a:headEnd type="none" w="med" len="med"/>
                      <a:tailEnd type="none" w="med" len="med"/>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SG" sz="600" b="0" i="0" u="none" strike="noStrike">
                        <a:solidFill>
                          <a:srgbClr val="000000"/>
                        </a:solidFill>
                        <a:effectLst/>
                        <a:latin typeface="Calibri" panose="020F0502020204030204" pitchFamily="34" charset="0"/>
                      </a:endParaRPr>
                    </a:p>
                  </a:txBody>
                  <a:tcPr marL="5385" marR="5385" marT="5385"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88438915"/>
                  </a:ext>
                </a:extLst>
              </a:tr>
              <a:tr h="147718">
                <a:tc gridSpan="6">
                  <a:txBody>
                    <a:bodyPr/>
                    <a:lstStyle/>
                    <a:p>
                      <a:pPr algn="l" rtl="0" fontAlgn="b"/>
                      <a:r>
                        <a:rPr lang="en-SG" sz="600" b="0" i="0" u="none" strike="noStrike">
                          <a:solidFill>
                            <a:srgbClr val="000000"/>
                          </a:solidFill>
                          <a:effectLst/>
                          <a:latin typeface="Calibri" panose="020F0502020204030204" pitchFamily="34" charset="0"/>
                        </a:rPr>
                        <a:t>Public Holidays:  29 Jan 2025 (Wednesday), 30 Jan 2025 (Thursday), 31 Mar 2025 (Monday), 18 Apr 2025 (Friday)</a:t>
                      </a:r>
                    </a:p>
                  </a:txBody>
                  <a:tcPr marL="5385" marR="5385" marT="5385" marB="0" anchor="b">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SG" sz="600" b="0" i="0" u="none" strike="noStrike" dirty="0">
                        <a:solidFill>
                          <a:srgbClr val="000000"/>
                        </a:solidFill>
                        <a:effectLst/>
                        <a:latin typeface="Calibri" panose="020F0502020204030204" pitchFamily="34" charset="0"/>
                      </a:endParaRPr>
                    </a:p>
                  </a:txBody>
                  <a:tcPr marL="5385" marR="5385" marT="5385" marB="0" anchor="b">
                    <a:lnL>
                      <a:noFill/>
                    </a:lnL>
                    <a:lnR>
                      <a:noFill/>
                    </a:lnR>
                    <a:lnT>
                      <a:noFill/>
                    </a:lnT>
                    <a:lnB>
                      <a:noFill/>
                    </a:lnB>
                    <a:noFill/>
                  </a:tcPr>
                </a:tc>
                <a:extLst>
                  <a:ext uri="{0D108BD9-81ED-4DB2-BD59-A6C34878D82A}">
                    <a16:rowId xmlns:a16="http://schemas.microsoft.com/office/drawing/2014/main" val="880971711"/>
                  </a:ext>
                </a:extLst>
              </a:tr>
            </a:tbl>
          </a:graphicData>
        </a:graphic>
      </p:graphicFrame>
    </p:spTree>
    <p:extLst>
      <p:ext uri="{BB962C8B-B14F-4D97-AF65-F5344CB8AC3E}">
        <p14:creationId xmlns:p14="http://schemas.microsoft.com/office/powerpoint/2010/main" val="2170149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1C1C4F28-4B11-48FD-B3D4-DE35BF5524FB}"/>
              </a:ext>
            </a:extLst>
          </p:cNvPr>
          <p:cNvSpPr>
            <a:spLocks noGrp="1" noChangeArrowheads="1"/>
          </p:cNvSpPr>
          <p:nvPr>
            <p:ph type="title"/>
          </p:nvPr>
        </p:nvSpPr>
        <p:spPr/>
        <p:txBody>
          <a:bodyPr/>
          <a:lstStyle/>
          <a:p>
            <a:r>
              <a:rPr lang="en-US" altLang="en-US"/>
              <a:t>Lectures</a:t>
            </a:r>
          </a:p>
        </p:txBody>
      </p:sp>
      <p:sp>
        <p:nvSpPr>
          <p:cNvPr id="21506" name="Rectangle 3">
            <a:extLst>
              <a:ext uri="{FF2B5EF4-FFF2-40B4-BE49-F238E27FC236}">
                <a16:creationId xmlns:a16="http://schemas.microsoft.com/office/drawing/2014/main" id="{3CFBAD2B-BB07-45C5-8AB1-6C149989A16F}"/>
              </a:ext>
            </a:extLst>
          </p:cNvPr>
          <p:cNvSpPr>
            <a:spLocks noGrp="1" noChangeArrowheads="1"/>
          </p:cNvSpPr>
          <p:nvPr>
            <p:ph type="body" idx="4294967295"/>
          </p:nvPr>
        </p:nvSpPr>
        <p:spPr>
          <a:xfrm>
            <a:off x="0" y="1290638"/>
            <a:ext cx="8086725" cy="4821237"/>
          </a:xfrm>
        </p:spPr>
        <p:txBody>
          <a:bodyPr/>
          <a:lstStyle/>
          <a:p>
            <a:r>
              <a:rPr lang="en-US" altLang="en-US" sz="2400"/>
              <a:t>Textbook – The </a:t>
            </a:r>
            <a:r>
              <a:rPr lang="en-US" altLang="en-US" sz="2400" i="1"/>
              <a:t>Dinosaur</a:t>
            </a:r>
            <a:r>
              <a:rPr lang="en-US" altLang="en-US" sz="2400"/>
              <a:t> Book</a:t>
            </a:r>
          </a:p>
        </p:txBody>
      </p:sp>
      <p:sp>
        <p:nvSpPr>
          <p:cNvPr id="21507" name="TextBox 5">
            <a:extLst>
              <a:ext uri="{FF2B5EF4-FFF2-40B4-BE49-F238E27FC236}">
                <a16:creationId xmlns:a16="http://schemas.microsoft.com/office/drawing/2014/main" id="{5B48E3ED-E119-4EC6-8EAC-55105A9AD3DA}"/>
              </a:ext>
            </a:extLst>
          </p:cNvPr>
          <p:cNvSpPr txBox="1">
            <a:spLocks noChangeArrowheads="1"/>
          </p:cNvSpPr>
          <p:nvPr/>
        </p:nvSpPr>
        <p:spPr bwMode="auto">
          <a:xfrm>
            <a:off x="4097338" y="2349500"/>
            <a:ext cx="4892675"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2400">
                <a:cs typeface="Arial" panose="020B0604020202020204" pitchFamily="34" charset="0"/>
              </a:rPr>
              <a:t>Textbook: Operating System Concepts, </a:t>
            </a:r>
          </a:p>
          <a:p>
            <a:pPr algn="ctr">
              <a:spcBef>
                <a:spcPct val="0"/>
              </a:spcBef>
              <a:buSzTx/>
              <a:buFontTx/>
              <a:buNone/>
            </a:pPr>
            <a:r>
              <a:rPr lang="en-US" altLang="en-US" sz="2400">
                <a:cs typeface="Arial" panose="020B0604020202020204" pitchFamily="34" charset="0"/>
              </a:rPr>
              <a:t>by Silberschatz, Galvin and Gagne</a:t>
            </a:r>
          </a:p>
          <a:p>
            <a:pPr algn="ctr">
              <a:spcBef>
                <a:spcPct val="0"/>
              </a:spcBef>
              <a:buSzTx/>
              <a:buFontTx/>
              <a:buNone/>
            </a:pPr>
            <a:r>
              <a:rPr lang="en-US" altLang="en-US" sz="2400">
                <a:cs typeface="Arial" panose="020B0604020202020204" pitchFamily="34" charset="0"/>
              </a:rPr>
              <a:t>10th Edition, Wiley 2018</a:t>
            </a:r>
          </a:p>
        </p:txBody>
      </p:sp>
      <p:sp>
        <p:nvSpPr>
          <p:cNvPr id="21508" name="TextBox 5">
            <a:extLst>
              <a:ext uri="{FF2B5EF4-FFF2-40B4-BE49-F238E27FC236}">
                <a16:creationId xmlns:a16="http://schemas.microsoft.com/office/drawing/2014/main" id="{62A0DCDD-0A73-4E10-8196-2AF297409913}"/>
              </a:ext>
            </a:extLst>
          </p:cNvPr>
          <p:cNvSpPr txBox="1">
            <a:spLocks noChangeArrowheads="1"/>
          </p:cNvSpPr>
          <p:nvPr/>
        </p:nvSpPr>
        <p:spPr bwMode="auto">
          <a:xfrm>
            <a:off x="3995738" y="4616450"/>
            <a:ext cx="4892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2400">
                <a:solidFill>
                  <a:srgbClr val="FF0000"/>
                </a:solidFill>
                <a:latin typeface="Comic Sans MS" panose="030F0702030302020204" pitchFamily="66" charset="0"/>
                <a:cs typeface="Arial" panose="020B0604020202020204" pitchFamily="34" charset="0"/>
              </a:rPr>
              <a:t>Textbook vs. Slides</a:t>
            </a:r>
          </a:p>
        </p:txBody>
      </p:sp>
      <p:pic>
        <p:nvPicPr>
          <p:cNvPr id="21510" name="Picture 8" descr="ook cover">
            <a:extLst>
              <a:ext uri="{FF2B5EF4-FFF2-40B4-BE49-F238E27FC236}">
                <a16:creationId xmlns:a16="http://schemas.microsoft.com/office/drawing/2014/main" id="{9045FF51-9FE9-4039-B61C-963B076A3C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725" y="1858963"/>
            <a:ext cx="3294063" cy="411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3">
            <a:extLst>
              <a:ext uri="{FF2B5EF4-FFF2-40B4-BE49-F238E27FC236}">
                <a16:creationId xmlns:a16="http://schemas.microsoft.com/office/drawing/2014/main" id="{63070745-4C55-B241-93D6-DA1BAB817CD9}"/>
              </a:ext>
            </a:extLst>
          </p:cNvPr>
          <p:cNvSpPr>
            <a:spLocks noGrp="1" noChangeArrowheads="1"/>
          </p:cNvSpPr>
          <p:nvPr>
            <p:ph type="ftr" sz="quarter" idx="10"/>
          </p:nvPr>
        </p:nvSpPr>
        <p:spPr>
          <a:xfrm>
            <a:off x="38100" y="6540500"/>
            <a:ext cx="4076700" cy="320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1000"/>
              <a:t>SC2005 Operating Systems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CF016999-62B5-44C9-AD84-A81D943D9D78}"/>
              </a:ext>
            </a:extLst>
          </p:cNvPr>
          <p:cNvSpPr>
            <a:spLocks noGrp="1" noChangeArrowheads="1"/>
          </p:cNvSpPr>
          <p:nvPr>
            <p:ph type="title"/>
          </p:nvPr>
        </p:nvSpPr>
        <p:spPr/>
        <p:txBody>
          <a:bodyPr/>
          <a:lstStyle/>
          <a:p>
            <a:r>
              <a:rPr lang="en-US" altLang="en-US"/>
              <a:t>Tutorials</a:t>
            </a:r>
          </a:p>
        </p:txBody>
      </p:sp>
      <p:sp>
        <p:nvSpPr>
          <p:cNvPr id="23555" name="Rectangle 3">
            <a:extLst>
              <a:ext uri="{FF2B5EF4-FFF2-40B4-BE49-F238E27FC236}">
                <a16:creationId xmlns:a16="http://schemas.microsoft.com/office/drawing/2014/main" id="{25BB3B2E-EAE6-463C-B284-C9643859C207}"/>
              </a:ext>
            </a:extLst>
          </p:cNvPr>
          <p:cNvSpPr>
            <a:spLocks noGrp="1" noChangeArrowheads="1"/>
          </p:cNvSpPr>
          <p:nvPr>
            <p:ph type="body" idx="4294967295"/>
          </p:nvPr>
        </p:nvSpPr>
        <p:spPr>
          <a:xfrm>
            <a:off x="528636" y="1628628"/>
            <a:ext cx="8086725" cy="4071290"/>
          </a:xfrm>
        </p:spPr>
        <p:txBody>
          <a:bodyPr/>
          <a:lstStyle/>
          <a:p>
            <a:r>
              <a:rPr lang="en-US" altLang="en-US" sz="2400" dirty="0"/>
              <a:t>Start in Week 2</a:t>
            </a:r>
            <a:endParaRPr lang="en-US" altLang="en-US" sz="2000" dirty="0">
              <a:solidFill>
                <a:srgbClr val="FF0000"/>
              </a:solidFill>
            </a:endParaRPr>
          </a:p>
          <a:p>
            <a:r>
              <a:rPr lang="en-US" altLang="en-US" sz="2400" dirty="0"/>
              <a:t>Attendance is important</a:t>
            </a:r>
          </a:p>
          <a:p>
            <a:r>
              <a:rPr lang="en-US" altLang="en-US" sz="2400" dirty="0"/>
              <a:t>All tutorial questions are available in NTULearn</a:t>
            </a:r>
            <a:endParaRPr lang="en-US" altLang="en-US" sz="2000" strike="sngStrike" dirty="0">
              <a:solidFill>
                <a:srgbClr val="FF0000"/>
              </a:solidFill>
            </a:endParaRPr>
          </a:p>
          <a:p>
            <a:r>
              <a:rPr lang="en-US" altLang="en-US" sz="2400" dirty="0"/>
              <a:t>Necessary to attempt questions before tutorial</a:t>
            </a:r>
          </a:p>
          <a:p>
            <a:r>
              <a:rPr lang="en-US" altLang="en-US" sz="2400" dirty="0"/>
              <a:t>Some questions are from the previous exams</a:t>
            </a:r>
          </a:p>
          <a:p>
            <a:r>
              <a:rPr lang="en-US" altLang="en-US" sz="2400" dirty="0"/>
              <a:t>Feedback channel is always open</a:t>
            </a:r>
          </a:p>
          <a:p>
            <a:r>
              <a:rPr lang="en-US" altLang="en-US" sz="2400" dirty="0">
                <a:solidFill>
                  <a:srgbClr val="FF0000"/>
                </a:solidFill>
                <a:cs typeface="Helvetica"/>
              </a:rPr>
              <a:t>Outline solutions will be released at the end of Week 13 </a:t>
            </a:r>
          </a:p>
        </p:txBody>
      </p:sp>
      <p:sp>
        <p:nvSpPr>
          <p:cNvPr id="8" name="Footer Placeholder 3">
            <a:extLst>
              <a:ext uri="{FF2B5EF4-FFF2-40B4-BE49-F238E27FC236}">
                <a16:creationId xmlns:a16="http://schemas.microsoft.com/office/drawing/2014/main" id="{C00E2F2E-8A56-C449-B197-3B961FE567BF}"/>
              </a:ext>
            </a:extLst>
          </p:cNvPr>
          <p:cNvSpPr>
            <a:spLocks noGrp="1" noChangeArrowheads="1"/>
          </p:cNvSpPr>
          <p:nvPr>
            <p:ph type="ftr" sz="quarter" idx="10"/>
          </p:nvPr>
        </p:nvSpPr>
        <p:spPr>
          <a:xfrm>
            <a:off x="38100" y="6540500"/>
            <a:ext cx="4076700" cy="320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1000"/>
              <a:t>SC2005 Operating Systems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C61F780-C72D-4B5C-BDE0-C458243D1B4B}"/>
              </a:ext>
            </a:extLst>
          </p:cNvPr>
          <p:cNvSpPr>
            <a:spLocks noGrp="1" noChangeArrowheads="1"/>
          </p:cNvSpPr>
          <p:nvPr>
            <p:ph type="title"/>
          </p:nvPr>
        </p:nvSpPr>
        <p:spPr/>
        <p:txBody>
          <a:bodyPr/>
          <a:lstStyle/>
          <a:p>
            <a:r>
              <a:rPr lang="en-US" altLang="en-US"/>
              <a:t>Labs</a:t>
            </a:r>
          </a:p>
        </p:txBody>
      </p:sp>
      <p:sp>
        <p:nvSpPr>
          <p:cNvPr id="25603" name="Rectangle 3">
            <a:extLst>
              <a:ext uri="{FF2B5EF4-FFF2-40B4-BE49-F238E27FC236}">
                <a16:creationId xmlns:a16="http://schemas.microsoft.com/office/drawing/2014/main" id="{57B6DA5C-757D-4496-9B3F-E2687BF7284B}"/>
              </a:ext>
            </a:extLst>
          </p:cNvPr>
          <p:cNvSpPr>
            <a:spLocks noGrp="1" noChangeArrowheads="1"/>
          </p:cNvSpPr>
          <p:nvPr>
            <p:ph type="body" idx="4294967295"/>
          </p:nvPr>
        </p:nvSpPr>
        <p:spPr>
          <a:xfrm>
            <a:off x="736600" y="1128713"/>
            <a:ext cx="8407400" cy="5411787"/>
          </a:xfrm>
        </p:spPr>
        <p:txBody>
          <a:bodyPr/>
          <a:lstStyle/>
          <a:p>
            <a:pPr>
              <a:spcBef>
                <a:spcPct val="0"/>
              </a:spcBef>
              <a:defRPr/>
            </a:pPr>
            <a:r>
              <a:rPr lang="en-US" altLang="en-US" sz="2400" dirty="0"/>
              <a:t>Starts from Week </a:t>
            </a:r>
            <a:r>
              <a:rPr lang="en-SG" altLang="en-US" sz="2400" dirty="0"/>
              <a:t>4</a:t>
            </a:r>
            <a:endParaRPr lang="en-US" altLang="en-US" sz="2400" dirty="0"/>
          </a:p>
          <a:p>
            <a:pPr lvl="1">
              <a:spcBef>
                <a:spcPct val="0"/>
              </a:spcBef>
              <a:defRPr/>
            </a:pPr>
            <a:r>
              <a:rPr lang="en-US" altLang="en-US" sz="2000" dirty="0"/>
              <a:t>Using </a:t>
            </a:r>
            <a:r>
              <a:rPr lang="en-US" altLang="en-US" sz="2000" b="1" dirty="0"/>
              <a:t>Software Lab 1</a:t>
            </a:r>
            <a:r>
              <a:rPr lang="en-US" altLang="en-US" sz="2000" dirty="0"/>
              <a:t> (N4-01a-02), </a:t>
            </a:r>
            <a:r>
              <a:rPr lang="en-US" altLang="en-US" sz="2000" b="1" dirty="0"/>
              <a:t>Software Lab 2</a:t>
            </a:r>
            <a:r>
              <a:rPr lang="en-US" altLang="en-US" sz="2000" dirty="0"/>
              <a:t> (N4-01c-06) and </a:t>
            </a:r>
            <a:r>
              <a:rPr lang="en-US" altLang="en-US" sz="2000" b="1" dirty="0"/>
              <a:t>Software Lab 3 </a:t>
            </a:r>
            <a:r>
              <a:rPr lang="en-US" altLang="en-US" sz="2000" dirty="0"/>
              <a:t>(N4-B1c-14); </a:t>
            </a:r>
            <a:r>
              <a:rPr lang="en-US" altLang="en-US" sz="2000" b="1" dirty="0"/>
              <a:t>remote access available</a:t>
            </a:r>
          </a:p>
          <a:p>
            <a:pPr lvl="1">
              <a:spcBef>
                <a:spcPct val="0"/>
              </a:spcBef>
              <a:defRPr/>
            </a:pPr>
            <a:r>
              <a:rPr lang="en-US" altLang="en-US" sz="2000" b="1" dirty="0">
                <a:solidFill>
                  <a:srgbClr val="FF0000"/>
                </a:solidFill>
              </a:rPr>
              <a:t>Attendance is compulsory (makeup only for valid reasons with official supporting document such as MC)</a:t>
            </a:r>
            <a:endParaRPr lang="en-US" altLang="en-US" sz="2000" b="1" dirty="0">
              <a:solidFill>
                <a:srgbClr val="FF0000"/>
              </a:solidFill>
              <a:cs typeface="Helvetica"/>
            </a:endParaRPr>
          </a:p>
          <a:p>
            <a:pPr lvl="1">
              <a:spcBef>
                <a:spcPct val="0"/>
              </a:spcBef>
              <a:defRPr/>
            </a:pPr>
            <a:endParaRPr lang="en-US" altLang="zh-CN" sz="1600" dirty="0">
              <a:ea typeface="宋体" panose="02010600030101010101" pitchFamily="2" charset="-122"/>
            </a:endParaRPr>
          </a:p>
          <a:p>
            <a:pPr>
              <a:spcBef>
                <a:spcPts val="600"/>
              </a:spcBef>
              <a:defRPr/>
            </a:pPr>
            <a:r>
              <a:rPr lang="en-US" altLang="zh-CN" sz="2400" dirty="0">
                <a:ea typeface="宋体" panose="02010600030101010101" pitchFamily="2" charset="-122"/>
              </a:rPr>
              <a:t>4 lab experiments, 1 per lab session</a:t>
            </a:r>
          </a:p>
          <a:p>
            <a:pPr marL="914400" lvl="1" indent="-457200">
              <a:spcBef>
                <a:spcPct val="0"/>
              </a:spcBef>
              <a:buFont typeface="+mj-lt"/>
              <a:buAutoNum type="arabicPeriod"/>
              <a:defRPr/>
            </a:pPr>
            <a:r>
              <a:rPr lang="en-US" altLang="zh-CN" sz="2000" b="1" dirty="0">
                <a:ea typeface="宋体" panose="02010600030101010101" pitchFamily="2" charset="-122"/>
              </a:rPr>
              <a:t>NachOS</a:t>
            </a:r>
            <a:r>
              <a:rPr lang="en-US" altLang="zh-CN" sz="2000" dirty="0">
                <a:ea typeface="宋体" panose="02010600030101010101" pitchFamily="2" charset="-122"/>
              </a:rPr>
              <a:t> threads – Introduction to multi-threading</a:t>
            </a:r>
          </a:p>
          <a:p>
            <a:pPr marL="914400" lvl="1" indent="-457200">
              <a:spcBef>
                <a:spcPct val="0"/>
              </a:spcBef>
              <a:buFont typeface="+mj-lt"/>
              <a:buAutoNum type="arabicPeriod"/>
              <a:defRPr/>
            </a:pPr>
            <a:r>
              <a:rPr lang="en-US" altLang="zh-CN" sz="2000" dirty="0">
                <a:ea typeface="宋体" panose="02010600030101010101" pitchFamily="2" charset="-122"/>
              </a:rPr>
              <a:t>CPU scheduling – Implementation of Round-Robin scheduling</a:t>
            </a:r>
          </a:p>
          <a:p>
            <a:pPr marL="914400" lvl="1" indent="-457200">
              <a:spcBef>
                <a:spcPct val="0"/>
              </a:spcBef>
              <a:buFont typeface="+mj-lt"/>
              <a:buAutoNum type="arabicPeriod"/>
              <a:defRPr/>
            </a:pPr>
            <a:r>
              <a:rPr lang="en-US" altLang="zh-CN" sz="2000" dirty="0">
                <a:ea typeface="宋体" panose="02010600030101010101" pitchFamily="2" charset="-122"/>
              </a:rPr>
              <a:t>Process synchronization – Importance and techniques</a:t>
            </a:r>
          </a:p>
          <a:p>
            <a:pPr marL="914400" lvl="1" indent="-457200">
              <a:spcBef>
                <a:spcPct val="0"/>
              </a:spcBef>
              <a:buFont typeface="+mj-lt"/>
              <a:buAutoNum type="arabicPeriod"/>
              <a:defRPr/>
            </a:pPr>
            <a:r>
              <a:rPr lang="en-US" altLang="zh-CN" sz="2000" dirty="0">
                <a:ea typeface="宋体" panose="02010600030101010101" pitchFamily="2" charset="-122"/>
              </a:rPr>
              <a:t>Virtual memory – Implementation of TLB and page replacement</a:t>
            </a:r>
            <a:endParaRPr lang="en-US" altLang="en-US" sz="2000" dirty="0"/>
          </a:p>
          <a:p>
            <a:pPr>
              <a:spcBef>
                <a:spcPts val="600"/>
              </a:spcBef>
              <a:defRPr/>
            </a:pPr>
            <a:r>
              <a:rPr lang="en-US" altLang="en-US" sz="2400" dirty="0"/>
              <a:t>Lab manuals, briefing slides and other supplementary documents are available in NTULearn</a:t>
            </a:r>
          </a:p>
          <a:p>
            <a:pPr lvl="1">
              <a:spcBef>
                <a:spcPts val="600"/>
              </a:spcBef>
              <a:defRPr/>
            </a:pPr>
            <a:r>
              <a:rPr lang="en-US" altLang="en-US" sz="2000" b="1" dirty="0">
                <a:solidFill>
                  <a:srgbClr val="FF0000"/>
                </a:solidFill>
              </a:rPr>
              <a:t>For each experiment, first review the briefing slides and read the lab manual</a:t>
            </a:r>
          </a:p>
        </p:txBody>
      </p:sp>
      <p:sp>
        <p:nvSpPr>
          <p:cNvPr id="8" name="Footer Placeholder 3">
            <a:extLst>
              <a:ext uri="{FF2B5EF4-FFF2-40B4-BE49-F238E27FC236}">
                <a16:creationId xmlns:a16="http://schemas.microsoft.com/office/drawing/2014/main" id="{C1F1953E-97BB-7643-9CE0-26DC4E2C5318}"/>
              </a:ext>
            </a:extLst>
          </p:cNvPr>
          <p:cNvSpPr>
            <a:spLocks noGrp="1" noChangeArrowheads="1"/>
          </p:cNvSpPr>
          <p:nvPr>
            <p:ph type="ftr" sz="quarter" idx="10"/>
          </p:nvPr>
        </p:nvSpPr>
        <p:spPr>
          <a:xfrm>
            <a:off x="38100" y="6540500"/>
            <a:ext cx="4076700" cy="320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1000"/>
              <a:t>SC2005 Operating Systems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B2519818-92A3-4354-8A5C-D07B966668C3}"/>
              </a:ext>
            </a:extLst>
          </p:cNvPr>
          <p:cNvSpPr>
            <a:spLocks noGrp="1" noChangeArrowheads="1"/>
          </p:cNvSpPr>
          <p:nvPr>
            <p:ph type="title"/>
          </p:nvPr>
        </p:nvSpPr>
        <p:spPr/>
        <p:txBody>
          <a:bodyPr/>
          <a:lstStyle/>
          <a:p>
            <a:r>
              <a:rPr lang="en-GB" altLang="en-US"/>
              <a:t>Assessments</a:t>
            </a:r>
          </a:p>
        </p:txBody>
      </p:sp>
      <p:sp>
        <p:nvSpPr>
          <p:cNvPr id="27650" name="Content Placeholder 2">
            <a:extLst>
              <a:ext uri="{FF2B5EF4-FFF2-40B4-BE49-F238E27FC236}">
                <a16:creationId xmlns:a16="http://schemas.microsoft.com/office/drawing/2014/main" id="{AC66D70B-0272-4674-BB2A-874AE1406023}"/>
              </a:ext>
            </a:extLst>
          </p:cNvPr>
          <p:cNvSpPr>
            <a:spLocks noGrp="1" noChangeArrowheads="1"/>
          </p:cNvSpPr>
          <p:nvPr>
            <p:ph idx="4294967295"/>
          </p:nvPr>
        </p:nvSpPr>
        <p:spPr>
          <a:xfrm>
            <a:off x="466725" y="1030288"/>
            <a:ext cx="8677275" cy="5616575"/>
          </a:xfrm>
        </p:spPr>
        <p:txBody>
          <a:bodyPr/>
          <a:lstStyle/>
          <a:p>
            <a:r>
              <a:rPr lang="en-GB" altLang="en-US" dirty="0"/>
              <a:t>Lecture Quizzes (</a:t>
            </a:r>
            <a:r>
              <a:rPr lang="en-GB" altLang="en-US" dirty="0">
                <a:solidFill>
                  <a:srgbClr val="FF0000"/>
                </a:solidFill>
              </a:rPr>
              <a:t>12%</a:t>
            </a:r>
            <a:r>
              <a:rPr lang="en-GB" altLang="en-US" dirty="0"/>
              <a:t>)</a:t>
            </a:r>
          </a:p>
          <a:p>
            <a:pPr lvl="1"/>
            <a:r>
              <a:rPr lang="en-GB" altLang="en-US" sz="2400" dirty="0" err="1"/>
              <a:t>NTULearn</a:t>
            </a:r>
            <a:r>
              <a:rPr lang="en-GB" altLang="en-US" sz="2400" dirty="0"/>
              <a:t> tests with multiple-choice quizzes</a:t>
            </a:r>
            <a:endParaRPr lang="en-GB" altLang="en-US" sz="2400" dirty="0">
              <a:cs typeface="Helvetica"/>
            </a:endParaRPr>
          </a:p>
          <a:p>
            <a:pPr lvl="2"/>
            <a:r>
              <a:rPr lang="en-GB" altLang="en-US" sz="2000" b="1" dirty="0"/>
              <a:t>3 retries allowed</a:t>
            </a:r>
            <a:r>
              <a:rPr lang="en-GB" altLang="en-US" sz="2000" dirty="0"/>
              <a:t> for the quizzes – highest grade recorded</a:t>
            </a:r>
            <a:endParaRPr lang="en-GB" altLang="en-US" sz="2000" dirty="0">
              <a:cs typeface="Helvetica"/>
            </a:endParaRPr>
          </a:p>
          <a:p>
            <a:pPr lvl="2"/>
            <a:r>
              <a:rPr lang="en-GB" altLang="en-US" sz="2000" dirty="0">
                <a:solidFill>
                  <a:srgbClr val="FF0000"/>
                </a:solidFill>
              </a:rPr>
              <a:t>Quizzes are released right after the lecture related to the topics, and are due next week</a:t>
            </a:r>
            <a:endParaRPr lang="en-GB" altLang="en-US" sz="2000" dirty="0">
              <a:solidFill>
                <a:srgbClr val="FF0000"/>
              </a:solidFill>
              <a:cs typeface="Helvetica"/>
            </a:endParaRPr>
          </a:p>
          <a:p>
            <a:pPr lvl="1"/>
            <a:r>
              <a:rPr lang="en-GB" altLang="en-US" sz="2400" dirty="0"/>
              <a:t>Quiz topics</a:t>
            </a:r>
            <a:endParaRPr lang="en-GB" altLang="en-US" sz="2400" dirty="0">
              <a:cs typeface="Helvetica"/>
            </a:endParaRPr>
          </a:p>
          <a:p>
            <a:pPr lvl="2"/>
            <a:r>
              <a:rPr lang="en-GB" altLang="en-US" sz="2000" dirty="0"/>
              <a:t>Quiz 1: OS intro., processes/threads</a:t>
            </a:r>
            <a:endParaRPr lang="en-GB" altLang="en-US" sz="2000" dirty="0">
              <a:solidFill>
                <a:srgbClr val="FF0000"/>
              </a:solidFill>
              <a:cs typeface="Helvetica"/>
            </a:endParaRPr>
          </a:p>
          <a:p>
            <a:pPr lvl="2"/>
            <a:r>
              <a:rPr lang="en-GB" altLang="en-US" sz="2000" dirty="0"/>
              <a:t>Quiz 2: Process scheduling</a:t>
            </a:r>
            <a:endParaRPr lang="en-GB" altLang="en-US" sz="2000" dirty="0">
              <a:solidFill>
                <a:srgbClr val="FF0000"/>
              </a:solidFill>
              <a:cs typeface="Helvetica"/>
            </a:endParaRPr>
          </a:p>
          <a:p>
            <a:pPr lvl="2"/>
            <a:r>
              <a:rPr lang="en-GB" altLang="en-US" sz="2000" dirty="0"/>
              <a:t>Quiz 3: Process synchronization</a:t>
            </a:r>
            <a:endParaRPr lang="en-GB" altLang="en-US" sz="2000" dirty="0">
              <a:solidFill>
                <a:srgbClr val="FF0000"/>
              </a:solidFill>
              <a:cs typeface="Helvetica"/>
            </a:endParaRPr>
          </a:p>
          <a:p>
            <a:pPr lvl="2"/>
            <a:r>
              <a:rPr lang="en-GB" altLang="en-US" sz="2000" dirty="0"/>
              <a:t>Quiz 4: Deadlocks, Real-Time OS &amp; Virtualization</a:t>
            </a:r>
            <a:endParaRPr lang="en-GB" altLang="en-US" sz="2000" dirty="0">
              <a:solidFill>
                <a:srgbClr val="FF0000"/>
              </a:solidFill>
              <a:cs typeface="Helvetica"/>
            </a:endParaRPr>
          </a:p>
          <a:p>
            <a:pPr lvl="2"/>
            <a:r>
              <a:rPr lang="en-GB" altLang="en-US" sz="2000" dirty="0"/>
              <a:t>Quiz 5: Memory Organization</a:t>
            </a:r>
            <a:endParaRPr lang="en-GB" altLang="en-US" sz="2000" dirty="0">
              <a:solidFill>
                <a:srgbClr val="FF0000"/>
              </a:solidFill>
              <a:cs typeface="Helvetica"/>
            </a:endParaRPr>
          </a:p>
          <a:p>
            <a:pPr lvl="2"/>
            <a:r>
              <a:rPr lang="en-GB" altLang="en-US" sz="2000" dirty="0"/>
              <a:t>Quiz 6: Virtual Memory</a:t>
            </a:r>
            <a:endParaRPr lang="en-GB" altLang="en-US" sz="2000" dirty="0">
              <a:solidFill>
                <a:srgbClr val="FF0000"/>
              </a:solidFill>
              <a:cs typeface="Helvetica"/>
            </a:endParaRPr>
          </a:p>
          <a:p>
            <a:pPr lvl="2"/>
            <a:r>
              <a:rPr lang="en-GB" altLang="en-US" sz="2000" dirty="0"/>
              <a:t>Quiz 7: File Management</a:t>
            </a:r>
            <a:endParaRPr lang="en-GB" altLang="en-US" sz="2000" dirty="0">
              <a:solidFill>
                <a:srgbClr val="FF0000"/>
              </a:solidFill>
              <a:cs typeface="Helvetica"/>
            </a:endParaRPr>
          </a:p>
          <a:p>
            <a:pPr lvl="2"/>
            <a:r>
              <a:rPr lang="en-GB" altLang="en-US" sz="2000" dirty="0"/>
              <a:t>Quiz 8: I/O Management</a:t>
            </a:r>
            <a:endParaRPr lang="en-GB" altLang="en-US" sz="2000" dirty="0">
              <a:solidFill>
                <a:srgbClr val="FF0000"/>
              </a:solidFill>
              <a:cs typeface="Helvetica"/>
            </a:endParaRPr>
          </a:p>
        </p:txBody>
      </p:sp>
      <p:sp>
        <p:nvSpPr>
          <p:cNvPr id="8" name="Footer Placeholder 3">
            <a:extLst>
              <a:ext uri="{FF2B5EF4-FFF2-40B4-BE49-F238E27FC236}">
                <a16:creationId xmlns:a16="http://schemas.microsoft.com/office/drawing/2014/main" id="{4BCAC270-EC67-0B40-8F30-6B268CEE95FA}"/>
              </a:ext>
            </a:extLst>
          </p:cNvPr>
          <p:cNvSpPr>
            <a:spLocks noGrp="1" noChangeArrowheads="1"/>
          </p:cNvSpPr>
          <p:nvPr>
            <p:ph type="ftr" sz="quarter" idx="10"/>
          </p:nvPr>
        </p:nvSpPr>
        <p:spPr>
          <a:xfrm>
            <a:off x="38100" y="6540500"/>
            <a:ext cx="4076700" cy="320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1000"/>
              <a:t>SC2005 Operating Systems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296672CC-BDC8-4898-AA62-B49039CA50ED}"/>
              </a:ext>
            </a:extLst>
          </p:cNvPr>
          <p:cNvSpPr>
            <a:spLocks noGrp="1" noChangeArrowheads="1"/>
          </p:cNvSpPr>
          <p:nvPr>
            <p:ph type="title"/>
          </p:nvPr>
        </p:nvSpPr>
        <p:spPr/>
        <p:txBody>
          <a:bodyPr/>
          <a:lstStyle/>
          <a:p>
            <a:r>
              <a:rPr lang="en-GB" altLang="en-US"/>
              <a:t>Assessments</a:t>
            </a:r>
          </a:p>
        </p:txBody>
      </p:sp>
      <p:sp>
        <p:nvSpPr>
          <p:cNvPr id="28674" name="Content Placeholder 2">
            <a:extLst>
              <a:ext uri="{FF2B5EF4-FFF2-40B4-BE49-F238E27FC236}">
                <a16:creationId xmlns:a16="http://schemas.microsoft.com/office/drawing/2014/main" id="{EA6891AF-1FAC-495C-9216-90ED70D798B7}"/>
              </a:ext>
            </a:extLst>
          </p:cNvPr>
          <p:cNvSpPr>
            <a:spLocks noGrp="1" noChangeArrowheads="1"/>
          </p:cNvSpPr>
          <p:nvPr>
            <p:ph idx="4294967295"/>
          </p:nvPr>
        </p:nvSpPr>
        <p:spPr>
          <a:xfrm>
            <a:off x="806450" y="1282700"/>
            <a:ext cx="8337550" cy="4960938"/>
          </a:xfrm>
        </p:spPr>
        <p:txBody>
          <a:bodyPr/>
          <a:lstStyle/>
          <a:p>
            <a:r>
              <a:rPr lang="en-GB" altLang="en-US"/>
              <a:t>Lab Assessments</a:t>
            </a:r>
          </a:p>
          <a:p>
            <a:pPr lvl="1"/>
            <a:r>
              <a:rPr lang="en-GB" altLang="en-US"/>
              <a:t>Lab Implementation (</a:t>
            </a:r>
            <a:r>
              <a:rPr lang="en-GB" altLang="en-US">
                <a:solidFill>
                  <a:srgbClr val="FF0000"/>
                </a:solidFill>
              </a:rPr>
              <a:t>18%</a:t>
            </a:r>
            <a:r>
              <a:rPr lang="en-GB" altLang="en-US"/>
              <a:t>)</a:t>
            </a:r>
          </a:p>
          <a:p>
            <a:pPr lvl="2"/>
            <a:r>
              <a:rPr lang="en-GB" altLang="en-US" sz="2000"/>
              <a:t>Correct implementation and output generation for each lab experiment – </a:t>
            </a:r>
            <a:r>
              <a:rPr lang="en-GB" altLang="en-US" sz="2000">
                <a:solidFill>
                  <a:srgbClr val="FF0000"/>
                </a:solidFill>
              </a:rPr>
              <a:t>(3% for lab1, 5% for labs 2 - 4)</a:t>
            </a:r>
          </a:p>
          <a:p>
            <a:pPr lvl="2"/>
            <a:r>
              <a:rPr lang="en-GB" altLang="en-US" sz="2000"/>
              <a:t>TA or Lab Supervisor will compile/execute your code and evaluate your implementation and output files</a:t>
            </a:r>
          </a:p>
          <a:p>
            <a:pPr lvl="2"/>
            <a:r>
              <a:rPr lang="en-GB" altLang="en-US" sz="2000">
                <a:solidFill>
                  <a:srgbClr val="FF0000"/>
                </a:solidFill>
              </a:rPr>
              <a:t>Deadline is 1 week after your corresponding lab session</a:t>
            </a:r>
          </a:p>
          <a:p>
            <a:pPr lvl="2"/>
            <a:r>
              <a:rPr lang="en-GB" altLang="en-US" sz="2000" b="1"/>
              <a:t>Remember to leave your implementation and all generated outputs in your folder, and DO NOT modify the folder structure, folder names or file names in anyway</a:t>
            </a:r>
            <a:endParaRPr lang="en-GB" altLang="en-US" sz="2000">
              <a:solidFill>
                <a:srgbClr val="FF0000"/>
              </a:solidFill>
            </a:endParaRPr>
          </a:p>
          <a:p>
            <a:pPr lvl="1"/>
            <a:r>
              <a:rPr lang="en-GB" altLang="en-US"/>
              <a:t>Lab Multiple-Choice Quizzes (</a:t>
            </a:r>
            <a:r>
              <a:rPr lang="en-GB" altLang="en-US">
                <a:solidFill>
                  <a:srgbClr val="FF0000"/>
                </a:solidFill>
              </a:rPr>
              <a:t>25%</a:t>
            </a:r>
            <a:r>
              <a:rPr lang="en-GB" altLang="en-US"/>
              <a:t>)</a:t>
            </a:r>
          </a:p>
          <a:p>
            <a:pPr lvl="2"/>
            <a:r>
              <a:rPr lang="en-GB" altLang="en-US" sz="2000"/>
              <a:t>Quiz 1: On Lab 1 and Lab 2 topics – </a:t>
            </a:r>
            <a:r>
              <a:rPr lang="en-GB" altLang="en-US" sz="2000">
                <a:solidFill>
                  <a:srgbClr val="FF0000"/>
                </a:solidFill>
              </a:rPr>
              <a:t>Recess Week</a:t>
            </a:r>
            <a:endParaRPr lang="en-GB" altLang="en-US" sz="2000">
              <a:solidFill>
                <a:srgbClr val="FF0000"/>
              </a:solidFill>
              <a:cs typeface="Helvetica"/>
            </a:endParaRPr>
          </a:p>
          <a:p>
            <a:pPr lvl="2"/>
            <a:r>
              <a:rPr lang="en-GB" altLang="en-US" sz="2000"/>
              <a:t>Quiz 2: On Lab 3 and Lab 4 topics – </a:t>
            </a:r>
            <a:r>
              <a:rPr lang="en-GB" altLang="en-US" sz="2000">
                <a:solidFill>
                  <a:srgbClr val="FF0000"/>
                </a:solidFill>
              </a:rPr>
              <a:t>Week 13</a:t>
            </a:r>
          </a:p>
        </p:txBody>
      </p:sp>
      <p:sp>
        <p:nvSpPr>
          <p:cNvPr id="8" name="Footer Placeholder 3">
            <a:extLst>
              <a:ext uri="{FF2B5EF4-FFF2-40B4-BE49-F238E27FC236}">
                <a16:creationId xmlns:a16="http://schemas.microsoft.com/office/drawing/2014/main" id="{5CECBB33-CE67-E544-BC1A-AE438FFBD55D}"/>
              </a:ext>
            </a:extLst>
          </p:cNvPr>
          <p:cNvSpPr>
            <a:spLocks noGrp="1" noChangeArrowheads="1"/>
          </p:cNvSpPr>
          <p:nvPr>
            <p:ph type="ftr" sz="quarter" idx="10"/>
          </p:nvPr>
        </p:nvSpPr>
        <p:spPr>
          <a:xfrm>
            <a:off x="38100" y="6540500"/>
            <a:ext cx="4076700" cy="320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1000"/>
              <a:t>SC2005 Operating Systems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18F4AD14-6EDD-4CE9-A824-3A2752A858BF}"/>
              </a:ext>
            </a:extLst>
          </p:cNvPr>
          <p:cNvSpPr>
            <a:spLocks noGrp="1" noChangeArrowheads="1"/>
          </p:cNvSpPr>
          <p:nvPr>
            <p:ph type="title"/>
          </p:nvPr>
        </p:nvSpPr>
        <p:spPr/>
        <p:txBody>
          <a:bodyPr/>
          <a:lstStyle/>
          <a:p>
            <a:r>
              <a:rPr lang="en-GB" altLang="en-US"/>
              <a:t>Assessments</a:t>
            </a:r>
          </a:p>
        </p:txBody>
      </p:sp>
      <p:sp>
        <p:nvSpPr>
          <p:cNvPr id="30722" name="Content Placeholder 2">
            <a:extLst>
              <a:ext uri="{FF2B5EF4-FFF2-40B4-BE49-F238E27FC236}">
                <a16:creationId xmlns:a16="http://schemas.microsoft.com/office/drawing/2014/main" id="{60023510-5D0A-4C8D-BCA2-1E826B84339B}"/>
              </a:ext>
            </a:extLst>
          </p:cNvPr>
          <p:cNvSpPr>
            <a:spLocks noGrp="1" noChangeArrowheads="1"/>
          </p:cNvSpPr>
          <p:nvPr>
            <p:ph idx="4294967295"/>
          </p:nvPr>
        </p:nvSpPr>
        <p:spPr>
          <a:xfrm>
            <a:off x="806450" y="1282700"/>
            <a:ext cx="8337550" cy="4960938"/>
          </a:xfrm>
        </p:spPr>
        <p:txBody>
          <a:bodyPr/>
          <a:lstStyle/>
          <a:p>
            <a:r>
              <a:rPr lang="en-GB" altLang="en-US"/>
              <a:t>Concept &amp; Algorithm Quizzes</a:t>
            </a:r>
          </a:p>
          <a:p>
            <a:pPr lvl="1"/>
            <a:endParaRPr lang="en-GB" altLang="en-US"/>
          </a:p>
          <a:p>
            <a:pPr lvl="1"/>
            <a:r>
              <a:rPr lang="en-GB" altLang="en-US"/>
              <a:t>Concept Quiz (</a:t>
            </a:r>
            <a:r>
              <a:rPr lang="en-GB" altLang="en-US">
                <a:solidFill>
                  <a:srgbClr val="FF0000"/>
                </a:solidFill>
              </a:rPr>
              <a:t>15%</a:t>
            </a:r>
            <a:r>
              <a:rPr lang="en-GB" altLang="en-US"/>
              <a:t>) – </a:t>
            </a:r>
            <a:r>
              <a:rPr lang="en-GB" altLang="en-US">
                <a:solidFill>
                  <a:srgbClr val="FF0000"/>
                </a:solidFill>
              </a:rPr>
              <a:t>Week 14</a:t>
            </a:r>
            <a:endParaRPr lang="en-GB" altLang="en-US">
              <a:solidFill>
                <a:srgbClr val="FF0000"/>
              </a:solidFill>
              <a:cs typeface="Helvetica"/>
            </a:endParaRPr>
          </a:p>
          <a:p>
            <a:pPr lvl="2"/>
            <a:r>
              <a:rPr lang="en-GB" altLang="en-US"/>
              <a:t>Covering topics in Weeks 1-12</a:t>
            </a:r>
          </a:p>
          <a:p>
            <a:pPr lvl="2"/>
            <a:r>
              <a:rPr lang="en-GB" altLang="en-US"/>
              <a:t>Multiple-choice questions focussing on concepts</a:t>
            </a:r>
          </a:p>
          <a:p>
            <a:pPr lvl="1"/>
            <a:endParaRPr lang="en-GB" altLang="en-US"/>
          </a:p>
          <a:p>
            <a:pPr lvl="1"/>
            <a:r>
              <a:rPr lang="en-GB" altLang="en-US"/>
              <a:t>Algorithm Quiz (</a:t>
            </a:r>
            <a:r>
              <a:rPr lang="en-GB" altLang="en-US">
                <a:solidFill>
                  <a:srgbClr val="FF0000"/>
                </a:solidFill>
              </a:rPr>
              <a:t>30%</a:t>
            </a:r>
            <a:r>
              <a:rPr lang="en-GB" altLang="en-US"/>
              <a:t>) – </a:t>
            </a:r>
            <a:r>
              <a:rPr lang="en-GB" altLang="en-US">
                <a:solidFill>
                  <a:srgbClr val="FF0000"/>
                </a:solidFill>
              </a:rPr>
              <a:t>Week 14</a:t>
            </a:r>
          </a:p>
          <a:p>
            <a:pPr lvl="2"/>
            <a:r>
              <a:rPr lang="en-GB" altLang="en-US"/>
              <a:t>Covering topics in Weeks 1-12</a:t>
            </a:r>
          </a:p>
          <a:p>
            <a:pPr lvl="2"/>
            <a:r>
              <a:rPr lang="en-GB" altLang="en-US"/>
              <a:t>Short answer questions focussing on concepts, problem solving and algorithms</a:t>
            </a:r>
          </a:p>
        </p:txBody>
      </p:sp>
      <p:sp>
        <p:nvSpPr>
          <p:cNvPr id="8" name="Footer Placeholder 3">
            <a:extLst>
              <a:ext uri="{FF2B5EF4-FFF2-40B4-BE49-F238E27FC236}">
                <a16:creationId xmlns:a16="http://schemas.microsoft.com/office/drawing/2014/main" id="{73E633A5-3980-6B4D-A2FF-1219F1CD9453}"/>
              </a:ext>
            </a:extLst>
          </p:cNvPr>
          <p:cNvSpPr>
            <a:spLocks noGrp="1" noChangeArrowheads="1"/>
          </p:cNvSpPr>
          <p:nvPr>
            <p:ph type="ftr" sz="quarter" idx="10"/>
          </p:nvPr>
        </p:nvSpPr>
        <p:spPr>
          <a:xfrm>
            <a:off x="38100" y="6540500"/>
            <a:ext cx="4076700" cy="320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1000"/>
              <a:t>SC2005 Operating Systems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18F4AD14-6EDD-4CE9-A824-3A2752A858BF}"/>
              </a:ext>
            </a:extLst>
          </p:cNvPr>
          <p:cNvSpPr>
            <a:spLocks noGrp="1" noChangeArrowheads="1"/>
          </p:cNvSpPr>
          <p:nvPr>
            <p:ph type="title"/>
          </p:nvPr>
        </p:nvSpPr>
        <p:spPr/>
        <p:txBody>
          <a:bodyPr/>
          <a:lstStyle/>
          <a:p>
            <a:r>
              <a:rPr lang="en-SG" altLang="en-US" dirty="0"/>
              <a:t>Makeup Policy</a:t>
            </a:r>
            <a:endParaRPr lang="en-GB" altLang="en-US" dirty="0"/>
          </a:p>
        </p:txBody>
      </p:sp>
      <p:sp>
        <p:nvSpPr>
          <p:cNvPr id="30722" name="Content Placeholder 2">
            <a:extLst>
              <a:ext uri="{FF2B5EF4-FFF2-40B4-BE49-F238E27FC236}">
                <a16:creationId xmlns:a16="http://schemas.microsoft.com/office/drawing/2014/main" id="{60023510-5D0A-4C8D-BCA2-1E826B84339B}"/>
              </a:ext>
            </a:extLst>
          </p:cNvPr>
          <p:cNvSpPr>
            <a:spLocks noGrp="1" noChangeArrowheads="1"/>
          </p:cNvSpPr>
          <p:nvPr>
            <p:ph idx="4294967295"/>
          </p:nvPr>
        </p:nvSpPr>
        <p:spPr>
          <a:xfrm>
            <a:off x="806450" y="1282700"/>
            <a:ext cx="8337550" cy="4960938"/>
          </a:xfrm>
        </p:spPr>
        <p:txBody>
          <a:bodyPr/>
          <a:lstStyle/>
          <a:p>
            <a:r>
              <a:rPr lang="en-SG" altLang="en-US" sz="2400" dirty="0"/>
              <a:t>Lecture Quizzes</a:t>
            </a:r>
          </a:p>
          <a:p>
            <a:pPr lvl="2"/>
            <a:r>
              <a:rPr lang="en-SG" altLang="en-US" sz="1800" dirty="0">
                <a:solidFill>
                  <a:srgbClr val="FF0000"/>
                </a:solidFill>
              </a:rPr>
              <a:t>No makeup is allowed</a:t>
            </a:r>
            <a:r>
              <a:rPr lang="en-SG" altLang="en-US" sz="1800" dirty="0"/>
              <a:t> (students are given 1 week time to complete these quizzes)</a:t>
            </a:r>
            <a:endParaRPr lang="en-GB" altLang="en-US" sz="1800" dirty="0"/>
          </a:p>
          <a:p>
            <a:r>
              <a:rPr lang="en-SG" altLang="en-US" sz="2400" dirty="0"/>
              <a:t>Lab implementations</a:t>
            </a:r>
          </a:p>
          <a:p>
            <a:pPr lvl="2"/>
            <a:r>
              <a:rPr lang="en-SG" altLang="en-US" sz="1800" dirty="0"/>
              <a:t>Attendance is compulsory (makeup lab is feasible with a valid document such as MC)</a:t>
            </a:r>
          </a:p>
          <a:p>
            <a:pPr lvl="2"/>
            <a:r>
              <a:rPr lang="en-SG" altLang="en-US" sz="1800" dirty="0"/>
              <a:t>Lab implementations are due 1 week after your lab session (check lab manuals for details)</a:t>
            </a:r>
          </a:p>
          <a:p>
            <a:pPr lvl="2"/>
            <a:r>
              <a:rPr lang="en-SG" altLang="en-US" sz="1800" dirty="0">
                <a:solidFill>
                  <a:srgbClr val="FF0000"/>
                </a:solidFill>
              </a:rPr>
              <a:t>Late submissions will attract a penalty of 25%</a:t>
            </a:r>
            <a:endParaRPr lang="en-GB" altLang="en-US" sz="1800" dirty="0">
              <a:solidFill>
                <a:srgbClr val="FF0000"/>
              </a:solidFill>
            </a:endParaRPr>
          </a:p>
          <a:p>
            <a:r>
              <a:rPr lang="en-SG" altLang="en-US" sz="2400" dirty="0"/>
              <a:t>Lab Quizzes, </a:t>
            </a:r>
            <a:r>
              <a:rPr lang="en-GB" altLang="en-US" sz="2400" dirty="0"/>
              <a:t>Concept Quiz</a:t>
            </a:r>
            <a:r>
              <a:rPr lang="en-SG" altLang="en-US" sz="2400" dirty="0"/>
              <a:t>, Algorithm Quiz</a:t>
            </a:r>
          </a:p>
          <a:p>
            <a:pPr lvl="2"/>
            <a:r>
              <a:rPr lang="en-SG" altLang="en-US" sz="1800" dirty="0">
                <a:solidFill>
                  <a:srgbClr val="FF0000"/>
                </a:solidFill>
                <a:cs typeface="Helvetica"/>
              </a:rPr>
              <a:t>ONE makeup quiz will be arranged for each</a:t>
            </a:r>
          </a:p>
          <a:p>
            <a:pPr lvl="2"/>
            <a:r>
              <a:rPr lang="en-SG" altLang="en-US" sz="1800" b="1" dirty="0">
                <a:cs typeface="Helvetica"/>
              </a:rPr>
              <a:t>To be eligible for makeup, a valid MC must be submitted via email on the day of quiz</a:t>
            </a:r>
            <a:endParaRPr lang="en-GB" altLang="en-US" sz="1800" b="1" dirty="0">
              <a:cs typeface="Helvetica"/>
            </a:endParaRPr>
          </a:p>
        </p:txBody>
      </p:sp>
      <p:sp>
        <p:nvSpPr>
          <p:cNvPr id="8" name="Footer Placeholder 3">
            <a:extLst>
              <a:ext uri="{FF2B5EF4-FFF2-40B4-BE49-F238E27FC236}">
                <a16:creationId xmlns:a16="http://schemas.microsoft.com/office/drawing/2014/main" id="{73E633A5-3980-6B4D-A2FF-1219F1CD9453}"/>
              </a:ext>
            </a:extLst>
          </p:cNvPr>
          <p:cNvSpPr>
            <a:spLocks noGrp="1" noChangeArrowheads="1"/>
          </p:cNvSpPr>
          <p:nvPr>
            <p:ph type="ftr" sz="quarter" idx="10"/>
          </p:nvPr>
        </p:nvSpPr>
        <p:spPr>
          <a:xfrm>
            <a:off x="38100" y="6540500"/>
            <a:ext cx="4076700" cy="320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1000"/>
              <a:t>SC2005 Operating Systems</a:t>
            </a:r>
          </a:p>
        </p:txBody>
      </p:sp>
    </p:spTree>
    <p:extLst>
      <p:ext uri="{BB962C8B-B14F-4D97-AF65-F5344CB8AC3E}">
        <p14:creationId xmlns:p14="http://schemas.microsoft.com/office/powerpoint/2010/main" val="3374934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AB6D2FCA-5DF0-4613-B2C3-47504EB8A3D9}"/>
              </a:ext>
            </a:extLst>
          </p:cNvPr>
          <p:cNvSpPr>
            <a:spLocks noGrp="1" noChangeArrowheads="1"/>
          </p:cNvSpPr>
          <p:nvPr>
            <p:ph type="title"/>
          </p:nvPr>
        </p:nvSpPr>
        <p:spPr/>
        <p:txBody>
          <a:bodyPr/>
          <a:lstStyle/>
          <a:p>
            <a:r>
              <a:rPr lang="en-GB" altLang="en-US"/>
              <a:t>Q&amp;A and Email Policy</a:t>
            </a:r>
          </a:p>
        </p:txBody>
      </p:sp>
      <p:sp>
        <p:nvSpPr>
          <p:cNvPr id="31747" name="Footer Placeholder 3">
            <a:extLst>
              <a:ext uri="{FF2B5EF4-FFF2-40B4-BE49-F238E27FC236}">
                <a16:creationId xmlns:a16="http://schemas.microsoft.com/office/drawing/2014/main" id="{8DC076C1-95D6-469A-A5BA-0166F418522C}"/>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1000"/>
              <a:t>SC2005 Operating Systems</a:t>
            </a:r>
          </a:p>
        </p:txBody>
      </p:sp>
      <p:sp>
        <p:nvSpPr>
          <p:cNvPr id="31746" name="Content Placeholder 2">
            <a:extLst>
              <a:ext uri="{FF2B5EF4-FFF2-40B4-BE49-F238E27FC236}">
                <a16:creationId xmlns:a16="http://schemas.microsoft.com/office/drawing/2014/main" id="{40903160-8950-4393-A95D-028C5AC8396A}"/>
              </a:ext>
            </a:extLst>
          </p:cNvPr>
          <p:cNvSpPr>
            <a:spLocks noGrp="1" noChangeArrowheads="1"/>
          </p:cNvSpPr>
          <p:nvPr>
            <p:ph idx="4294967295"/>
          </p:nvPr>
        </p:nvSpPr>
        <p:spPr>
          <a:xfrm>
            <a:off x="522514" y="1266031"/>
            <a:ext cx="8480651" cy="4960938"/>
          </a:xfrm>
        </p:spPr>
        <p:txBody>
          <a:bodyPr/>
          <a:lstStyle/>
          <a:p>
            <a:r>
              <a:rPr lang="en-GB" altLang="en-US" sz="2400" b="1">
                <a:solidFill>
                  <a:srgbClr val="FF0000"/>
                </a:solidFill>
              </a:rPr>
              <a:t>Check the course site and lecture slides in </a:t>
            </a:r>
            <a:r>
              <a:rPr lang="en-GB" altLang="en-US" sz="2400" b="1" err="1">
                <a:solidFill>
                  <a:srgbClr val="FF0000"/>
                </a:solidFill>
              </a:rPr>
              <a:t>NTULearn</a:t>
            </a:r>
            <a:endParaRPr lang="en-GB" altLang="en-US" sz="2400" b="1">
              <a:solidFill>
                <a:srgbClr val="FF0000"/>
              </a:solidFill>
            </a:endParaRPr>
          </a:p>
          <a:p>
            <a:pPr lvl="1"/>
            <a:r>
              <a:rPr lang="en-GB" altLang="en-US" sz="2400"/>
              <a:t>Most info will be available there</a:t>
            </a:r>
          </a:p>
          <a:p>
            <a:r>
              <a:rPr lang="en-GB" altLang="en-US" sz="2400" b="1">
                <a:solidFill>
                  <a:srgbClr val="FF0000"/>
                </a:solidFill>
              </a:rPr>
              <a:t>Use Discussion Board in </a:t>
            </a:r>
            <a:r>
              <a:rPr lang="en-GB" altLang="en-US" sz="2400" b="1" err="1">
                <a:solidFill>
                  <a:srgbClr val="FF0000"/>
                </a:solidFill>
              </a:rPr>
              <a:t>NTULearn</a:t>
            </a:r>
            <a:endParaRPr lang="en-GB" altLang="en-US" sz="2400" b="1">
              <a:solidFill>
                <a:srgbClr val="FF0000"/>
              </a:solidFill>
            </a:endParaRPr>
          </a:p>
          <a:p>
            <a:pPr lvl="1"/>
            <a:r>
              <a:rPr lang="en-GB" altLang="en-US" sz="2400"/>
              <a:t>Course content Q&amp;A and organization Q&amp;A forums</a:t>
            </a:r>
          </a:p>
          <a:p>
            <a:pPr lvl="2"/>
            <a:r>
              <a:rPr lang="en-GB" altLang="en-US" sz="2000"/>
              <a:t>Replying to peers is highly encouraged and </a:t>
            </a:r>
            <a:r>
              <a:rPr lang="en-GB" altLang="en-US" sz="2000" b="1"/>
              <a:t>not graded</a:t>
            </a:r>
          </a:p>
          <a:p>
            <a:pPr lvl="2"/>
            <a:r>
              <a:rPr lang="en-GB" altLang="en-US" sz="2000"/>
              <a:t>Policy: Be clear, brief, constructive, </a:t>
            </a:r>
            <a:r>
              <a:rPr lang="en-GB" altLang="en-US" sz="2000" b="1"/>
              <a:t>respect others</a:t>
            </a:r>
          </a:p>
          <a:p>
            <a:pPr lvl="2"/>
            <a:r>
              <a:rPr lang="en-GB" altLang="en-US" sz="2000"/>
              <a:t>Anonymous Q&amp;A are ok</a:t>
            </a:r>
            <a:endParaRPr lang="en-GB" altLang="en-US" sz="2000" b="1"/>
          </a:p>
          <a:p>
            <a:pPr lvl="1"/>
            <a:r>
              <a:rPr lang="en-GB" altLang="en-US" sz="2400"/>
              <a:t>Check the Discussion Board </a:t>
            </a:r>
            <a:r>
              <a:rPr lang="en-GB" altLang="en-US" sz="2400" b="1"/>
              <a:t>before</a:t>
            </a:r>
            <a:r>
              <a:rPr lang="en-GB" altLang="en-US" sz="2400"/>
              <a:t> sending emails</a:t>
            </a:r>
            <a:endParaRPr lang="en-GB" altLang="en-US" sz="2400" b="1"/>
          </a:p>
          <a:p>
            <a:r>
              <a:rPr lang="en-GB" altLang="en-US" sz="2400" b="1">
                <a:solidFill>
                  <a:srgbClr val="FF0000"/>
                </a:solidFill>
              </a:rPr>
              <a:t>Sending an email</a:t>
            </a:r>
          </a:p>
          <a:p>
            <a:pPr lvl="1"/>
            <a:r>
              <a:rPr lang="en-GB" altLang="en-US" sz="2000"/>
              <a:t>Add [SC2005] to the </a:t>
            </a:r>
            <a:r>
              <a:rPr lang="en-GB" altLang="en-US" sz="2000" b="1"/>
              <a:t>email subject</a:t>
            </a:r>
          </a:p>
          <a:p>
            <a:pPr lvl="1"/>
            <a:r>
              <a:rPr lang="en-GB" altLang="en-US" sz="2000"/>
              <a:t>We </a:t>
            </a:r>
            <a:r>
              <a:rPr lang="en-GB" altLang="en-US" sz="2000" b="1"/>
              <a:t>might ignore </a:t>
            </a:r>
            <a:r>
              <a:rPr lang="en-GB" altLang="en-US" sz="2000"/>
              <a:t>emails if the info is available in </a:t>
            </a:r>
            <a:r>
              <a:rPr lang="en-GB" altLang="en-US" sz="2000" err="1"/>
              <a:t>NTULearn</a:t>
            </a:r>
            <a:endParaRPr lang="en-GB" altLang="en-US" sz="2000"/>
          </a:p>
        </p:txBody>
      </p:sp>
    </p:spTree>
  </p:cSld>
  <p:clrMapOvr>
    <a:masterClrMapping/>
  </p:clrMapOvr>
</p:sld>
</file>

<file path=ppt/theme/theme1.xml><?xml version="1.0" encoding="utf-8"?>
<a:theme xmlns:a="http://schemas.openxmlformats.org/drawingml/2006/main" name="avi">
  <a:themeElements>
    <a:clrScheme name="av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vi">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Helvetica" pitchFamily="34" charset="0"/>
          </a:defRPr>
        </a:defPPr>
      </a:lstStyle>
    </a:lnDef>
  </a:objectDefaults>
  <a:extraClrSchemeLst>
    <a:extraClrScheme>
      <a:clrScheme name="av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avi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avi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avi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vi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avi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avi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C:\Apps\Microsoft Office\Templates\Presentations\avi.pot</Template>
  <TotalTime>4</TotalTime>
  <Words>2736</Words>
  <Application>Microsoft Macintosh PowerPoint</Application>
  <PresentationFormat>On-screen Show (4:3)</PresentationFormat>
  <Paragraphs>400</Paragraphs>
  <Slides>13</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宋体</vt:lpstr>
      <vt:lpstr>Arial</vt:lpstr>
      <vt:lpstr>Calibri</vt:lpstr>
      <vt:lpstr>Comic Sans MS</vt:lpstr>
      <vt:lpstr>Helvetica</vt:lpstr>
      <vt:lpstr>Monotype Sorts</vt:lpstr>
      <vt:lpstr>Times New Roman</vt:lpstr>
      <vt:lpstr>avi</vt:lpstr>
      <vt:lpstr>SC2005 Operating Systems</vt:lpstr>
      <vt:lpstr>Learning Outcomes</vt:lpstr>
      <vt:lpstr>Course Components</vt:lpstr>
      <vt:lpstr>Schedule (Full-Time Students)</vt:lpstr>
      <vt:lpstr>Schedule (Part-Time Students)</vt:lpstr>
      <vt:lpstr>Lectures</vt:lpstr>
      <vt:lpstr>Tutorials</vt:lpstr>
      <vt:lpstr>Labs</vt:lpstr>
      <vt:lpstr>Assessments</vt:lpstr>
      <vt:lpstr>Assessments</vt:lpstr>
      <vt:lpstr>Assessments</vt:lpstr>
      <vt:lpstr>Makeup Policy</vt:lpstr>
      <vt:lpstr>Q&amp;A and Email Policy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CE2005/CZ2005 Operating Systems</dc:title>
  <dc:creator>Arvind Easwaran</dc:creator>
  <cp:lastModifiedBy>Arvind Easwaran</cp:lastModifiedBy>
  <cp:revision>23</cp:revision>
  <cp:lastPrinted>2017-07-27T03:07:52Z</cp:lastPrinted>
  <dcterms:created xsi:type="dcterms:W3CDTF">2020-01-13T09:31:44Z</dcterms:created>
  <dcterms:modified xsi:type="dcterms:W3CDTF">2025-01-13T01:23:26Z</dcterms:modified>
</cp:coreProperties>
</file>